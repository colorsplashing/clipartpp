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86" r:id="rId2"/>
    <p:sldId id="289" r:id="rId3"/>
    <p:sldId id="290" r:id="rId4"/>
    <p:sldId id="291" r:id="rId5"/>
    <p:sldId id="292" r:id="rId6"/>
    <p:sldId id="293" r:id="rId7"/>
    <p:sldId id="294" r:id="rId8"/>
    <p:sldId id="295" r:id="rId9"/>
    <p:sldId id="296" r:id="rId10"/>
    <p:sldId id="297" r:id="rId11"/>
    <p:sldId id="298" r:id="rId12"/>
    <p:sldId id="299" r:id="rId13"/>
    <p:sldId id="300" r:id="rId14"/>
    <p:sldId id="301" r:id="rId15"/>
    <p:sldId id="302" r:id="rId16"/>
    <p:sldId id="303" r:id="rId17"/>
    <p:sldId id="304" r:id="rId18"/>
    <p:sldId id="305" r:id="rId19"/>
    <p:sldId id="306" r:id="rId20"/>
  </p:sldIdLst>
  <p:sldSz cx="100584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26D40"/>
    <a:srgbClr val="A87D4A"/>
    <a:srgbClr val="BA9261"/>
    <a:srgbClr val="C2EB75"/>
    <a:srgbClr val="A9D743"/>
    <a:srgbClr val="FEAF3C"/>
    <a:srgbClr val="FEC066"/>
    <a:srgbClr val="FECE86"/>
    <a:srgbClr val="B42B9D"/>
    <a:srgbClr val="AA28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65" autoAdjust="0"/>
    <p:restoredTop sz="94660"/>
  </p:normalViewPr>
  <p:slideViewPr>
    <p:cSldViewPr snapToGrid="0">
      <p:cViewPr varScale="1">
        <p:scale>
          <a:sx n="62" d="100"/>
          <a:sy n="62" d="100"/>
        </p:scale>
        <p:origin x="160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1"/>
            <a:ext cx="8549640" cy="2705947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920" indent="0" algn="ctr">
              <a:buNone/>
              <a:defRPr sz="2200"/>
            </a:lvl2pPr>
            <a:lvl3pPr marL="1005840" indent="0" algn="ctr">
              <a:buNone/>
              <a:defRPr sz="1980"/>
            </a:lvl3pPr>
            <a:lvl4pPr marL="1508760" indent="0" algn="ctr">
              <a:buNone/>
              <a:defRPr sz="1760"/>
            </a:lvl4pPr>
            <a:lvl5pPr marL="2011680" indent="0" algn="ctr">
              <a:buNone/>
              <a:defRPr sz="1760"/>
            </a:lvl5pPr>
            <a:lvl6pPr marL="2514600" indent="0" algn="ctr">
              <a:buNone/>
              <a:defRPr sz="1760"/>
            </a:lvl6pPr>
            <a:lvl7pPr marL="3017520" indent="0" algn="ctr">
              <a:buNone/>
              <a:defRPr sz="1760"/>
            </a:lvl7pPr>
            <a:lvl8pPr marL="3520440" indent="0" algn="ctr">
              <a:buNone/>
              <a:defRPr sz="1760"/>
            </a:lvl8pPr>
            <a:lvl9pPr marL="4023360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759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936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92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840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7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68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60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52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44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3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664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085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0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18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18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037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791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153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20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574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20"/>
            </a:lvl1pPr>
            <a:lvl2pPr marL="502920" indent="0">
              <a:buNone/>
              <a:defRPr sz="3080"/>
            </a:lvl2pPr>
            <a:lvl3pPr marL="1005840" indent="0">
              <a:buNone/>
              <a:defRPr sz="2640"/>
            </a:lvl3pPr>
            <a:lvl4pPr marL="1508760" indent="0">
              <a:buNone/>
              <a:defRPr sz="2200"/>
            </a:lvl4pPr>
            <a:lvl5pPr marL="2011680" indent="0">
              <a:buNone/>
              <a:defRPr sz="2200"/>
            </a:lvl5pPr>
            <a:lvl6pPr marL="2514600" indent="0">
              <a:buNone/>
              <a:defRPr sz="2200"/>
            </a:lvl6pPr>
            <a:lvl7pPr marL="3017520" indent="0">
              <a:buNone/>
              <a:defRPr sz="2200"/>
            </a:lvl7pPr>
            <a:lvl8pPr marL="3520440" indent="0">
              <a:buNone/>
              <a:defRPr sz="2200"/>
            </a:lvl8pPr>
            <a:lvl9pPr marL="4023360" indent="0">
              <a:buNone/>
              <a:defRPr sz="2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564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095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3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9E5BE-372F-4D7C-BC0C-F3FB3BEE47A0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828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89E5BE-372F-4D7C-BC0C-F3FB3BEE47A0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C9A4C5-0CC5-464F-BFFF-2B0C9AFCC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109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43523842-0099-6A01-CB15-D2A838AC543C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EE7B43C-7C28-45CD-15A3-37431D8220BA}"/>
              </a:ext>
            </a:extLst>
          </p:cNvPr>
          <p:cNvSpPr/>
          <p:nvPr/>
        </p:nvSpPr>
        <p:spPr>
          <a:xfrm>
            <a:off x="0" y="0"/>
            <a:ext cx="10058400" cy="10090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softEdge rad="1016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6221F8C-D9F5-0E07-B06B-7AC734F5E09A}"/>
              </a:ext>
            </a:extLst>
          </p:cNvPr>
          <p:cNvSpPr txBox="1"/>
          <p:nvPr/>
        </p:nvSpPr>
        <p:spPr>
          <a:xfrm>
            <a:off x="0" y="0"/>
            <a:ext cx="10058400" cy="1015663"/>
          </a:xfrm>
          <a:prstGeom prst="rect">
            <a:avLst/>
          </a:prstGeom>
          <a:noFill/>
          <a:ln>
            <a:noFill/>
          </a:ln>
          <a:effectLst>
            <a:softEdge rad="457200"/>
          </a:effectLst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chemeClr val="accent2"/>
                </a:solidFill>
                <a:latin typeface="Arial Black" panose="020B0A04020102020204" pitchFamily="34" charset="0"/>
              </a:rPr>
              <a:t>	V</a:t>
            </a: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rgbClr val="2CB4AC"/>
                </a:solidFill>
                <a:latin typeface="Arial Black" panose="020B0A04020102020204" pitchFamily="34" charset="0"/>
              </a:rPr>
              <a:t>e</a:t>
            </a: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rgbClr val="FFFF00"/>
                </a:solidFill>
                <a:latin typeface="Arial Black" panose="020B0A04020102020204" pitchFamily="34" charset="0"/>
              </a:rPr>
              <a:t>g</a:t>
            </a: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rgbClr val="CC0099"/>
                </a:solidFill>
                <a:latin typeface="Arial Black" panose="020B0A04020102020204" pitchFamily="34" charset="0"/>
              </a:rPr>
              <a:t>e</a:t>
            </a: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rgbClr val="B0CF71"/>
                </a:solidFill>
                <a:latin typeface="Arial Black" panose="020B0A04020102020204" pitchFamily="34" charset="0"/>
              </a:rPr>
              <a:t>t</a:t>
            </a: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rgbClr val="7030A0"/>
                </a:solidFill>
                <a:latin typeface="Arial Black" panose="020B0A04020102020204" pitchFamily="34" charset="0"/>
              </a:rPr>
              <a:t>a</a:t>
            </a: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rgbClr val="FF2121"/>
                </a:solidFill>
                <a:latin typeface="Arial Black" panose="020B0A04020102020204" pitchFamily="34" charset="0"/>
              </a:rPr>
              <a:t>b</a:t>
            </a: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rgbClr val="BA9261"/>
                </a:solidFill>
                <a:latin typeface="Arial Black" panose="020B0A04020102020204" pitchFamily="34" charset="0"/>
              </a:rPr>
              <a:t>l</a:t>
            </a: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rgbClr val="A1EF27"/>
                </a:solidFill>
                <a:latin typeface="Arial Black" panose="020B0A04020102020204" pitchFamily="34" charset="0"/>
              </a:rPr>
              <a:t>e</a:t>
            </a:r>
            <a:r>
              <a:rPr lang="en-US" sz="6000" dirty="0">
                <a:ln w="12700">
                  <a:solidFill>
                    <a:sysClr val="windowText" lastClr="000000"/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s</a:t>
            </a:r>
            <a:endParaRPr kumimoji="0" lang="en-US" sz="6000" b="0" i="0" u="none" strike="noStrike" kern="1200" cap="none" spc="0" normalizeH="0" baseline="0" noProof="0" dirty="0">
              <a:ln w="12700">
                <a:solidFill>
                  <a:sysClr val="windowText" lastClr="000000"/>
                </a:solidFill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1E1FCD4-4900-B6E8-6AD2-4EE8B2285E9D}"/>
              </a:ext>
            </a:extLst>
          </p:cNvPr>
          <p:cNvSpPr txBox="1"/>
          <p:nvPr/>
        </p:nvSpPr>
        <p:spPr>
          <a:xfrm>
            <a:off x="0" y="1009080"/>
            <a:ext cx="10058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 dirty="0">
                <a:ln w="28575">
                  <a:solidFill>
                    <a:sysClr val="windowText" lastClr="000000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Clipart</a:t>
            </a:r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2F93A98F-CAAB-E086-2B98-A8DC517CFE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9433" y="735446"/>
            <a:ext cx="3374783" cy="3523467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465E8FC3-F0CD-E1AF-3447-44F2AA53DE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471" y="1623802"/>
            <a:ext cx="2898340" cy="5487307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A33F4EB1-8C62-E577-732B-28B1D5EBD5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7674" y="1925253"/>
            <a:ext cx="3087651" cy="3523467"/>
          </a:xfrm>
          <a:prstGeom prst="rect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F3241321-9C6D-5FF2-2287-3E88547593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867" y="5143950"/>
            <a:ext cx="2512134" cy="2442137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A74F9731-6D47-F06D-F8A4-CB72919BA0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60769" y="2837054"/>
            <a:ext cx="5992887" cy="4548010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5CEA94B5-C94E-33E2-0EF2-87353652C0C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56025" y="3728421"/>
            <a:ext cx="3220940" cy="3765432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981BE886-D9DA-919A-4E72-0B1324F80D6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1425" y="5143950"/>
            <a:ext cx="3700075" cy="2293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840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5AEE802C-4875-C4C8-1F30-71D74D362548}"/>
              </a:ext>
            </a:extLst>
          </p:cNvPr>
          <p:cNvGrpSpPr/>
          <p:nvPr/>
        </p:nvGrpSpPr>
        <p:grpSpPr>
          <a:xfrm rot="19665715" flipH="1">
            <a:off x="701886" y="2046621"/>
            <a:ext cx="7014373" cy="3679158"/>
            <a:chOff x="2332887" y="2678009"/>
            <a:chExt cx="4454946" cy="2336698"/>
          </a:xfrm>
        </p:grpSpPr>
        <p:sp>
          <p:nvSpPr>
            <p:cNvPr id="15" name="Rectangle 2">
              <a:extLst>
                <a:ext uri="{FF2B5EF4-FFF2-40B4-BE49-F238E27FC236}">
                  <a16:creationId xmlns:a16="http://schemas.microsoft.com/office/drawing/2014/main" id="{F9B85C7E-F360-C9CA-E7D5-0E18F7B9E6AE}"/>
                </a:ext>
              </a:extLst>
            </p:cNvPr>
            <p:cNvSpPr/>
            <p:nvPr/>
          </p:nvSpPr>
          <p:spPr>
            <a:xfrm>
              <a:off x="2332887" y="2678009"/>
              <a:ext cx="1355555" cy="1282030"/>
            </a:xfrm>
            <a:custGeom>
              <a:avLst/>
              <a:gdLst>
                <a:gd name="connsiteX0" fmla="*/ 0 w 566057"/>
                <a:gd name="connsiteY0" fmla="*/ 0 h 45719"/>
                <a:gd name="connsiteX1" fmla="*/ 566057 w 566057"/>
                <a:gd name="connsiteY1" fmla="*/ 0 h 45719"/>
                <a:gd name="connsiteX2" fmla="*/ 566057 w 566057"/>
                <a:gd name="connsiteY2" fmla="*/ 45719 h 45719"/>
                <a:gd name="connsiteX3" fmla="*/ 0 w 566057"/>
                <a:gd name="connsiteY3" fmla="*/ 45719 h 45719"/>
                <a:gd name="connsiteX4" fmla="*/ 0 w 566057"/>
                <a:gd name="connsiteY4" fmla="*/ 0 h 45719"/>
                <a:gd name="connsiteX0" fmla="*/ 0 w 827314"/>
                <a:gd name="connsiteY0" fmla="*/ 0 h 379548"/>
                <a:gd name="connsiteX1" fmla="*/ 827314 w 827314"/>
                <a:gd name="connsiteY1" fmla="*/ 333829 h 379548"/>
                <a:gd name="connsiteX2" fmla="*/ 827314 w 827314"/>
                <a:gd name="connsiteY2" fmla="*/ 379548 h 379548"/>
                <a:gd name="connsiteX3" fmla="*/ 261257 w 827314"/>
                <a:gd name="connsiteY3" fmla="*/ 379548 h 379548"/>
                <a:gd name="connsiteX4" fmla="*/ 0 w 827314"/>
                <a:gd name="connsiteY4" fmla="*/ 0 h 379548"/>
                <a:gd name="connsiteX0" fmla="*/ 0 w 827314"/>
                <a:gd name="connsiteY0" fmla="*/ 0 h 742405"/>
                <a:gd name="connsiteX1" fmla="*/ 827314 w 827314"/>
                <a:gd name="connsiteY1" fmla="*/ 333829 h 742405"/>
                <a:gd name="connsiteX2" fmla="*/ 827314 w 827314"/>
                <a:gd name="connsiteY2" fmla="*/ 379548 h 742405"/>
                <a:gd name="connsiteX3" fmla="*/ 333829 w 827314"/>
                <a:gd name="connsiteY3" fmla="*/ 742405 h 742405"/>
                <a:gd name="connsiteX4" fmla="*/ 0 w 827314"/>
                <a:gd name="connsiteY4" fmla="*/ 0 h 742405"/>
                <a:gd name="connsiteX0" fmla="*/ 0 w 1378857"/>
                <a:gd name="connsiteY0" fmla="*/ 29029 h 408576"/>
                <a:gd name="connsiteX1" fmla="*/ 1378857 w 1378857"/>
                <a:gd name="connsiteY1" fmla="*/ 0 h 408576"/>
                <a:gd name="connsiteX2" fmla="*/ 1378857 w 1378857"/>
                <a:gd name="connsiteY2" fmla="*/ 45719 h 408576"/>
                <a:gd name="connsiteX3" fmla="*/ 885372 w 1378857"/>
                <a:gd name="connsiteY3" fmla="*/ 408576 h 408576"/>
                <a:gd name="connsiteX4" fmla="*/ 0 w 1378857"/>
                <a:gd name="connsiteY4" fmla="*/ 29029 h 408576"/>
                <a:gd name="connsiteX0" fmla="*/ 0 w 1378857"/>
                <a:gd name="connsiteY0" fmla="*/ 505825 h 885372"/>
                <a:gd name="connsiteX1" fmla="*/ 1378857 w 1378857"/>
                <a:gd name="connsiteY1" fmla="*/ 476796 h 885372"/>
                <a:gd name="connsiteX2" fmla="*/ 159657 w 1378857"/>
                <a:gd name="connsiteY2" fmla="*/ 0 h 885372"/>
                <a:gd name="connsiteX3" fmla="*/ 885372 w 1378857"/>
                <a:gd name="connsiteY3" fmla="*/ 885372 h 885372"/>
                <a:gd name="connsiteX4" fmla="*/ 0 w 1378857"/>
                <a:gd name="connsiteY4" fmla="*/ 505825 h 885372"/>
                <a:gd name="connsiteX0" fmla="*/ 0 w 1378857"/>
                <a:gd name="connsiteY0" fmla="*/ 29029 h 408576"/>
                <a:gd name="connsiteX1" fmla="*/ 1378857 w 1378857"/>
                <a:gd name="connsiteY1" fmla="*/ 0 h 408576"/>
                <a:gd name="connsiteX2" fmla="*/ 1248229 w 1378857"/>
                <a:gd name="connsiteY2" fmla="*/ 306976 h 408576"/>
                <a:gd name="connsiteX3" fmla="*/ 885372 w 1378857"/>
                <a:gd name="connsiteY3" fmla="*/ 408576 h 408576"/>
                <a:gd name="connsiteX4" fmla="*/ 0 w 1378857"/>
                <a:gd name="connsiteY4" fmla="*/ 29029 h 408576"/>
                <a:gd name="connsiteX0" fmla="*/ 0 w 1248229"/>
                <a:gd name="connsiteY0" fmla="*/ 566057 h 945604"/>
                <a:gd name="connsiteX1" fmla="*/ 174171 w 1248229"/>
                <a:gd name="connsiteY1" fmla="*/ 0 h 945604"/>
                <a:gd name="connsiteX2" fmla="*/ 1248229 w 1248229"/>
                <a:gd name="connsiteY2" fmla="*/ 844004 h 945604"/>
                <a:gd name="connsiteX3" fmla="*/ 885372 w 1248229"/>
                <a:gd name="connsiteY3" fmla="*/ 945604 h 945604"/>
                <a:gd name="connsiteX4" fmla="*/ 0 w 1248229"/>
                <a:gd name="connsiteY4" fmla="*/ 566057 h 945604"/>
                <a:gd name="connsiteX0" fmla="*/ 0 w 1257754"/>
                <a:gd name="connsiteY0" fmla="*/ 566057 h 945604"/>
                <a:gd name="connsiteX1" fmla="*/ 174171 w 1257754"/>
                <a:gd name="connsiteY1" fmla="*/ 0 h 945604"/>
                <a:gd name="connsiteX2" fmla="*/ 1257754 w 1257754"/>
                <a:gd name="connsiteY2" fmla="*/ 405854 h 945604"/>
                <a:gd name="connsiteX3" fmla="*/ 885372 w 1257754"/>
                <a:gd name="connsiteY3" fmla="*/ 945604 h 945604"/>
                <a:gd name="connsiteX4" fmla="*/ 0 w 1257754"/>
                <a:gd name="connsiteY4" fmla="*/ 566057 h 945604"/>
                <a:gd name="connsiteX0" fmla="*/ 0 w 1257754"/>
                <a:gd name="connsiteY0" fmla="*/ 634578 h 1014125"/>
                <a:gd name="connsiteX1" fmla="*/ 174171 w 1257754"/>
                <a:gd name="connsiteY1" fmla="*/ 68521 h 1014125"/>
                <a:gd name="connsiteX2" fmla="*/ 1257754 w 1257754"/>
                <a:gd name="connsiteY2" fmla="*/ 474375 h 1014125"/>
                <a:gd name="connsiteX3" fmla="*/ 885372 w 1257754"/>
                <a:gd name="connsiteY3" fmla="*/ 1014125 h 1014125"/>
                <a:gd name="connsiteX4" fmla="*/ 0 w 1257754"/>
                <a:gd name="connsiteY4" fmla="*/ 634578 h 1014125"/>
                <a:gd name="connsiteX0" fmla="*/ 0 w 1133929"/>
                <a:gd name="connsiteY0" fmla="*/ 613136 h 992683"/>
                <a:gd name="connsiteX1" fmla="*/ 174171 w 1133929"/>
                <a:gd name="connsiteY1" fmla="*/ 47079 h 992683"/>
                <a:gd name="connsiteX2" fmla="*/ 1133929 w 1133929"/>
                <a:gd name="connsiteY2" fmla="*/ 491033 h 992683"/>
                <a:gd name="connsiteX3" fmla="*/ 885372 w 1133929"/>
                <a:gd name="connsiteY3" fmla="*/ 992683 h 992683"/>
                <a:gd name="connsiteX4" fmla="*/ 0 w 1133929"/>
                <a:gd name="connsiteY4" fmla="*/ 613136 h 992683"/>
                <a:gd name="connsiteX0" fmla="*/ 0 w 1133929"/>
                <a:gd name="connsiteY0" fmla="*/ 629105 h 1008652"/>
                <a:gd name="connsiteX1" fmla="*/ 174171 w 1133929"/>
                <a:gd name="connsiteY1" fmla="*/ 63048 h 1008652"/>
                <a:gd name="connsiteX2" fmla="*/ 1133929 w 1133929"/>
                <a:gd name="connsiteY2" fmla="*/ 478427 h 1008652"/>
                <a:gd name="connsiteX3" fmla="*/ 885372 w 1133929"/>
                <a:gd name="connsiteY3" fmla="*/ 1008652 h 1008652"/>
                <a:gd name="connsiteX4" fmla="*/ 0 w 1133929"/>
                <a:gd name="connsiteY4" fmla="*/ 629105 h 1008652"/>
                <a:gd name="connsiteX0" fmla="*/ 0 w 1133929"/>
                <a:gd name="connsiteY0" fmla="*/ 773682 h 1153229"/>
                <a:gd name="connsiteX1" fmla="*/ 174171 w 1133929"/>
                <a:gd name="connsiteY1" fmla="*/ 207625 h 1153229"/>
                <a:gd name="connsiteX2" fmla="*/ 1133929 w 1133929"/>
                <a:gd name="connsiteY2" fmla="*/ 623004 h 1153229"/>
                <a:gd name="connsiteX3" fmla="*/ 885372 w 1133929"/>
                <a:gd name="connsiteY3" fmla="*/ 1153229 h 1153229"/>
                <a:gd name="connsiteX4" fmla="*/ 0 w 1133929"/>
                <a:gd name="connsiteY4" fmla="*/ 773682 h 1153229"/>
                <a:gd name="connsiteX0" fmla="*/ 0 w 1133929"/>
                <a:gd name="connsiteY0" fmla="*/ 780020 h 1159567"/>
                <a:gd name="connsiteX1" fmla="*/ 174171 w 1133929"/>
                <a:gd name="connsiteY1" fmla="*/ 213963 h 1159567"/>
                <a:gd name="connsiteX2" fmla="*/ 1133929 w 1133929"/>
                <a:gd name="connsiteY2" fmla="*/ 629342 h 1159567"/>
                <a:gd name="connsiteX3" fmla="*/ 885372 w 1133929"/>
                <a:gd name="connsiteY3" fmla="*/ 1159567 h 1159567"/>
                <a:gd name="connsiteX4" fmla="*/ 0 w 1133929"/>
                <a:gd name="connsiteY4" fmla="*/ 780020 h 1159567"/>
                <a:gd name="connsiteX0" fmla="*/ 93028 w 1226957"/>
                <a:gd name="connsiteY0" fmla="*/ 780020 h 1159567"/>
                <a:gd name="connsiteX1" fmla="*/ 267199 w 1226957"/>
                <a:gd name="connsiteY1" fmla="*/ 213963 h 1159567"/>
                <a:gd name="connsiteX2" fmla="*/ 1226957 w 1226957"/>
                <a:gd name="connsiteY2" fmla="*/ 629342 h 1159567"/>
                <a:gd name="connsiteX3" fmla="*/ 978400 w 1226957"/>
                <a:gd name="connsiteY3" fmla="*/ 1159567 h 1159567"/>
                <a:gd name="connsiteX4" fmla="*/ 93028 w 1226957"/>
                <a:gd name="connsiteY4" fmla="*/ 780020 h 1159567"/>
                <a:gd name="connsiteX0" fmla="*/ 111745 w 1217099"/>
                <a:gd name="connsiteY0" fmla="*/ 780020 h 1159567"/>
                <a:gd name="connsiteX1" fmla="*/ 257341 w 1217099"/>
                <a:gd name="connsiteY1" fmla="*/ 213963 h 1159567"/>
                <a:gd name="connsiteX2" fmla="*/ 1217099 w 1217099"/>
                <a:gd name="connsiteY2" fmla="*/ 629342 h 1159567"/>
                <a:gd name="connsiteX3" fmla="*/ 968542 w 1217099"/>
                <a:gd name="connsiteY3" fmla="*/ 1159567 h 1159567"/>
                <a:gd name="connsiteX4" fmla="*/ 111745 w 1217099"/>
                <a:gd name="connsiteY4" fmla="*/ 780020 h 1159567"/>
                <a:gd name="connsiteX0" fmla="*/ 250201 w 1355555"/>
                <a:gd name="connsiteY0" fmla="*/ 780020 h 1159567"/>
                <a:gd name="connsiteX1" fmla="*/ 395797 w 1355555"/>
                <a:gd name="connsiteY1" fmla="*/ 213963 h 1159567"/>
                <a:gd name="connsiteX2" fmla="*/ 1355555 w 1355555"/>
                <a:gd name="connsiteY2" fmla="*/ 629342 h 1159567"/>
                <a:gd name="connsiteX3" fmla="*/ 1106998 w 1355555"/>
                <a:gd name="connsiteY3" fmla="*/ 1159567 h 1159567"/>
                <a:gd name="connsiteX4" fmla="*/ 250201 w 1355555"/>
                <a:gd name="connsiteY4" fmla="*/ 780020 h 1159567"/>
                <a:gd name="connsiteX0" fmla="*/ 250201 w 1355555"/>
                <a:gd name="connsiteY0" fmla="*/ 780020 h 1246696"/>
                <a:gd name="connsiteX1" fmla="*/ 395797 w 1355555"/>
                <a:gd name="connsiteY1" fmla="*/ 213963 h 1246696"/>
                <a:gd name="connsiteX2" fmla="*/ 1355555 w 1355555"/>
                <a:gd name="connsiteY2" fmla="*/ 629342 h 1246696"/>
                <a:gd name="connsiteX3" fmla="*/ 1106998 w 1355555"/>
                <a:gd name="connsiteY3" fmla="*/ 1159567 h 1246696"/>
                <a:gd name="connsiteX4" fmla="*/ 250201 w 1355555"/>
                <a:gd name="connsiteY4" fmla="*/ 780020 h 1246696"/>
                <a:gd name="connsiteX0" fmla="*/ 250201 w 1355555"/>
                <a:gd name="connsiteY0" fmla="*/ 780020 h 1198340"/>
                <a:gd name="connsiteX1" fmla="*/ 395797 w 1355555"/>
                <a:gd name="connsiteY1" fmla="*/ 213963 h 1198340"/>
                <a:gd name="connsiteX2" fmla="*/ 1355555 w 1355555"/>
                <a:gd name="connsiteY2" fmla="*/ 629342 h 1198340"/>
                <a:gd name="connsiteX3" fmla="*/ 1145098 w 1355555"/>
                <a:gd name="connsiteY3" fmla="*/ 1026217 h 1198340"/>
                <a:gd name="connsiteX4" fmla="*/ 250201 w 1355555"/>
                <a:gd name="connsiteY4" fmla="*/ 780020 h 1198340"/>
                <a:gd name="connsiteX0" fmla="*/ 250201 w 1355555"/>
                <a:gd name="connsiteY0" fmla="*/ 780020 h 1282030"/>
                <a:gd name="connsiteX1" fmla="*/ 395797 w 1355555"/>
                <a:gd name="connsiteY1" fmla="*/ 213963 h 1282030"/>
                <a:gd name="connsiteX2" fmla="*/ 1355555 w 1355555"/>
                <a:gd name="connsiteY2" fmla="*/ 629342 h 1282030"/>
                <a:gd name="connsiteX3" fmla="*/ 1145098 w 1355555"/>
                <a:gd name="connsiteY3" fmla="*/ 1026217 h 1282030"/>
                <a:gd name="connsiteX4" fmla="*/ 250201 w 1355555"/>
                <a:gd name="connsiteY4" fmla="*/ 780020 h 1282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55555" h="1282030">
                  <a:moveTo>
                    <a:pt x="250201" y="780020"/>
                  </a:moveTo>
                  <a:cubicBezTo>
                    <a:pt x="-91792" y="1000909"/>
                    <a:pt x="-119460" y="364549"/>
                    <a:pt x="395797" y="213963"/>
                  </a:cubicBezTo>
                  <a:cubicBezTo>
                    <a:pt x="433141" y="-31752"/>
                    <a:pt x="984836" y="-239368"/>
                    <a:pt x="1355555" y="629342"/>
                  </a:cubicBezTo>
                  <a:lnTo>
                    <a:pt x="1145098" y="1026217"/>
                  </a:lnTo>
                  <a:cubicBezTo>
                    <a:pt x="764249" y="1175926"/>
                    <a:pt x="-102375" y="1630436"/>
                    <a:pt x="250201" y="780020"/>
                  </a:cubicBezTo>
                  <a:close/>
                </a:path>
              </a:pathLst>
            </a:custGeom>
            <a:solidFill>
              <a:srgbClr val="02EF04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en-US" kern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6" name="Rectangle 3">
              <a:extLst>
                <a:ext uri="{FF2B5EF4-FFF2-40B4-BE49-F238E27FC236}">
                  <a16:creationId xmlns:a16="http://schemas.microsoft.com/office/drawing/2014/main" id="{B57C134B-D887-0B54-4202-381BC45FCCC5}"/>
                </a:ext>
              </a:extLst>
            </p:cNvPr>
            <p:cNvSpPr/>
            <p:nvPr/>
          </p:nvSpPr>
          <p:spPr>
            <a:xfrm rot="1236193">
              <a:off x="3275288" y="3130621"/>
              <a:ext cx="3512545" cy="1884086"/>
            </a:xfrm>
            <a:custGeom>
              <a:avLst/>
              <a:gdLst>
                <a:gd name="connsiteX0" fmla="*/ 0 w 885825"/>
                <a:gd name="connsiteY0" fmla="*/ 0 h 1028700"/>
                <a:gd name="connsiteX1" fmla="*/ 885825 w 885825"/>
                <a:gd name="connsiteY1" fmla="*/ 0 h 1028700"/>
                <a:gd name="connsiteX2" fmla="*/ 885825 w 885825"/>
                <a:gd name="connsiteY2" fmla="*/ 1028700 h 1028700"/>
                <a:gd name="connsiteX3" fmla="*/ 0 w 885825"/>
                <a:gd name="connsiteY3" fmla="*/ 1028700 h 1028700"/>
                <a:gd name="connsiteX4" fmla="*/ 0 w 885825"/>
                <a:gd name="connsiteY4" fmla="*/ 0 h 1028700"/>
                <a:gd name="connsiteX0" fmla="*/ 167925 w 885825"/>
                <a:gd name="connsiteY0" fmla="*/ 0 h 1529391"/>
                <a:gd name="connsiteX1" fmla="*/ 885825 w 885825"/>
                <a:gd name="connsiteY1" fmla="*/ 500691 h 1529391"/>
                <a:gd name="connsiteX2" fmla="*/ 885825 w 885825"/>
                <a:gd name="connsiteY2" fmla="*/ 1529391 h 1529391"/>
                <a:gd name="connsiteX3" fmla="*/ 0 w 885825"/>
                <a:gd name="connsiteY3" fmla="*/ 1529391 h 1529391"/>
                <a:gd name="connsiteX4" fmla="*/ 167925 w 885825"/>
                <a:gd name="connsiteY4" fmla="*/ 0 h 1529391"/>
                <a:gd name="connsiteX0" fmla="*/ 0 w 717900"/>
                <a:gd name="connsiteY0" fmla="*/ 0 h 1724331"/>
                <a:gd name="connsiteX1" fmla="*/ 717900 w 717900"/>
                <a:gd name="connsiteY1" fmla="*/ 500691 h 1724331"/>
                <a:gd name="connsiteX2" fmla="*/ 717900 w 717900"/>
                <a:gd name="connsiteY2" fmla="*/ 1529391 h 1724331"/>
                <a:gd name="connsiteX3" fmla="*/ 17295 w 717900"/>
                <a:gd name="connsiteY3" fmla="*/ 1724331 h 1724331"/>
                <a:gd name="connsiteX4" fmla="*/ 0 w 717900"/>
                <a:gd name="connsiteY4" fmla="*/ 0 h 1724331"/>
                <a:gd name="connsiteX0" fmla="*/ 0 w 2698343"/>
                <a:gd name="connsiteY0" fmla="*/ 0 h 1724331"/>
                <a:gd name="connsiteX1" fmla="*/ 717900 w 2698343"/>
                <a:gd name="connsiteY1" fmla="*/ 500691 h 1724331"/>
                <a:gd name="connsiteX2" fmla="*/ 2698343 w 2698343"/>
                <a:gd name="connsiteY2" fmla="*/ 815393 h 1724331"/>
                <a:gd name="connsiteX3" fmla="*/ 17295 w 2698343"/>
                <a:gd name="connsiteY3" fmla="*/ 1724331 h 1724331"/>
                <a:gd name="connsiteX4" fmla="*/ 0 w 2698343"/>
                <a:gd name="connsiteY4" fmla="*/ 0 h 1724331"/>
                <a:gd name="connsiteX0" fmla="*/ 0 w 2698343"/>
                <a:gd name="connsiteY0" fmla="*/ 0 h 1724331"/>
                <a:gd name="connsiteX1" fmla="*/ 2698343 w 2698343"/>
                <a:gd name="connsiteY1" fmla="*/ 815393 h 1724331"/>
                <a:gd name="connsiteX2" fmla="*/ 17295 w 2698343"/>
                <a:gd name="connsiteY2" fmla="*/ 1724331 h 1724331"/>
                <a:gd name="connsiteX3" fmla="*/ 0 w 2698343"/>
                <a:gd name="connsiteY3" fmla="*/ 0 h 1724331"/>
                <a:gd name="connsiteX0" fmla="*/ 0 w 2698343"/>
                <a:gd name="connsiteY0" fmla="*/ 0 h 1724331"/>
                <a:gd name="connsiteX1" fmla="*/ 2698343 w 2698343"/>
                <a:gd name="connsiteY1" fmla="*/ 815393 h 1724331"/>
                <a:gd name="connsiteX2" fmla="*/ 17295 w 2698343"/>
                <a:gd name="connsiteY2" fmla="*/ 1724331 h 1724331"/>
                <a:gd name="connsiteX3" fmla="*/ 0 w 2698343"/>
                <a:gd name="connsiteY3" fmla="*/ 0 h 1724331"/>
                <a:gd name="connsiteX0" fmla="*/ 0 w 2698343"/>
                <a:gd name="connsiteY0" fmla="*/ 0 h 1724331"/>
                <a:gd name="connsiteX1" fmla="*/ 2698343 w 2698343"/>
                <a:gd name="connsiteY1" fmla="*/ 815393 h 1724331"/>
                <a:gd name="connsiteX2" fmla="*/ 17295 w 2698343"/>
                <a:gd name="connsiteY2" fmla="*/ 1724331 h 1724331"/>
                <a:gd name="connsiteX3" fmla="*/ 0 w 2698343"/>
                <a:gd name="connsiteY3" fmla="*/ 0 h 1724331"/>
                <a:gd name="connsiteX0" fmla="*/ 0 w 2698343"/>
                <a:gd name="connsiteY0" fmla="*/ 0 h 1724331"/>
                <a:gd name="connsiteX1" fmla="*/ 2698343 w 2698343"/>
                <a:gd name="connsiteY1" fmla="*/ 815393 h 1724331"/>
                <a:gd name="connsiteX2" fmla="*/ 17295 w 2698343"/>
                <a:gd name="connsiteY2" fmla="*/ 1724331 h 1724331"/>
                <a:gd name="connsiteX3" fmla="*/ 0 w 2698343"/>
                <a:gd name="connsiteY3" fmla="*/ 0 h 1724331"/>
                <a:gd name="connsiteX0" fmla="*/ 0 w 2698343"/>
                <a:gd name="connsiteY0" fmla="*/ 0 h 1724331"/>
                <a:gd name="connsiteX1" fmla="*/ 2698343 w 2698343"/>
                <a:gd name="connsiteY1" fmla="*/ 815393 h 1724331"/>
                <a:gd name="connsiteX2" fmla="*/ 17295 w 2698343"/>
                <a:gd name="connsiteY2" fmla="*/ 1724331 h 1724331"/>
                <a:gd name="connsiteX3" fmla="*/ 0 w 2698343"/>
                <a:gd name="connsiteY3" fmla="*/ 0 h 1724331"/>
                <a:gd name="connsiteX0" fmla="*/ 0 w 2698343"/>
                <a:gd name="connsiteY0" fmla="*/ 0 h 1728957"/>
                <a:gd name="connsiteX1" fmla="*/ 2698343 w 2698343"/>
                <a:gd name="connsiteY1" fmla="*/ 815393 h 1728957"/>
                <a:gd name="connsiteX2" fmla="*/ 17295 w 2698343"/>
                <a:gd name="connsiteY2" fmla="*/ 1724331 h 1728957"/>
                <a:gd name="connsiteX3" fmla="*/ 0 w 2698343"/>
                <a:gd name="connsiteY3" fmla="*/ 0 h 1728957"/>
                <a:gd name="connsiteX0" fmla="*/ 0 w 2698343"/>
                <a:gd name="connsiteY0" fmla="*/ 1095 h 1730052"/>
                <a:gd name="connsiteX1" fmla="*/ 2698343 w 2698343"/>
                <a:gd name="connsiteY1" fmla="*/ 816488 h 1730052"/>
                <a:gd name="connsiteX2" fmla="*/ 17295 w 2698343"/>
                <a:gd name="connsiteY2" fmla="*/ 1725426 h 1730052"/>
                <a:gd name="connsiteX3" fmla="*/ 0 w 2698343"/>
                <a:gd name="connsiteY3" fmla="*/ 1095 h 1730052"/>
                <a:gd name="connsiteX0" fmla="*/ 693450 w 3391793"/>
                <a:gd name="connsiteY0" fmla="*/ 1095 h 1730052"/>
                <a:gd name="connsiteX1" fmla="*/ 3391793 w 3391793"/>
                <a:gd name="connsiteY1" fmla="*/ 816488 h 1730052"/>
                <a:gd name="connsiteX2" fmla="*/ 710745 w 3391793"/>
                <a:gd name="connsiteY2" fmla="*/ 1725426 h 1730052"/>
                <a:gd name="connsiteX3" fmla="*/ 693450 w 3391793"/>
                <a:gd name="connsiteY3" fmla="*/ 1095 h 1730052"/>
                <a:gd name="connsiteX0" fmla="*/ 895120 w 3593463"/>
                <a:gd name="connsiteY0" fmla="*/ 1095 h 1751905"/>
                <a:gd name="connsiteX1" fmla="*/ 3593463 w 3593463"/>
                <a:gd name="connsiteY1" fmla="*/ 816488 h 1751905"/>
                <a:gd name="connsiteX2" fmla="*/ 912415 w 3593463"/>
                <a:gd name="connsiteY2" fmla="*/ 1725426 h 1751905"/>
                <a:gd name="connsiteX3" fmla="*/ 895120 w 3593463"/>
                <a:gd name="connsiteY3" fmla="*/ 1095 h 1751905"/>
                <a:gd name="connsiteX0" fmla="*/ 888812 w 3587155"/>
                <a:gd name="connsiteY0" fmla="*/ 1095 h 1795852"/>
                <a:gd name="connsiteX1" fmla="*/ 3587155 w 3587155"/>
                <a:gd name="connsiteY1" fmla="*/ 816488 h 1795852"/>
                <a:gd name="connsiteX2" fmla="*/ 922866 w 3587155"/>
                <a:gd name="connsiteY2" fmla="*/ 1770005 h 1795852"/>
                <a:gd name="connsiteX3" fmla="*/ 888812 w 3587155"/>
                <a:gd name="connsiteY3" fmla="*/ 1095 h 1795852"/>
                <a:gd name="connsiteX0" fmla="*/ 655127 w 4163331"/>
                <a:gd name="connsiteY0" fmla="*/ 296156 h 1365817"/>
                <a:gd name="connsiteX1" fmla="*/ 4163331 w 4163331"/>
                <a:gd name="connsiteY1" fmla="*/ 369529 h 1365817"/>
                <a:gd name="connsiteX2" fmla="*/ 1499042 w 4163331"/>
                <a:gd name="connsiteY2" fmla="*/ 1323046 h 1365817"/>
                <a:gd name="connsiteX3" fmla="*/ 655127 w 4163331"/>
                <a:gd name="connsiteY3" fmla="*/ 296156 h 1365817"/>
                <a:gd name="connsiteX0" fmla="*/ 0 w 3508204"/>
                <a:gd name="connsiteY0" fmla="*/ 296156 h 369529"/>
                <a:gd name="connsiteX1" fmla="*/ 3508204 w 3508204"/>
                <a:gd name="connsiteY1" fmla="*/ 369529 h 369529"/>
                <a:gd name="connsiteX2" fmla="*/ 0 w 3508204"/>
                <a:gd name="connsiteY2" fmla="*/ 296156 h 369529"/>
                <a:gd name="connsiteX0" fmla="*/ 0 w 3508204"/>
                <a:gd name="connsiteY0" fmla="*/ 755415 h 828788"/>
                <a:gd name="connsiteX1" fmla="*/ 3508204 w 3508204"/>
                <a:gd name="connsiteY1" fmla="*/ 828788 h 828788"/>
                <a:gd name="connsiteX2" fmla="*/ 0 w 3508204"/>
                <a:gd name="connsiteY2" fmla="*/ 755415 h 828788"/>
                <a:gd name="connsiteX0" fmla="*/ 11 w 3508215"/>
                <a:gd name="connsiteY0" fmla="*/ 755415 h 1736283"/>
                <a:gd name="connsiteX1" fmla="*/ 3508215 w 3508215"/>
                <a:gd name="connsiteY1" fmla="*/ 828788 h 1736283"/>
                <a:gd name="connsiteX2" fmla="*/ 11 w 3508215"/>
                <a:gd name="connsiteY2" fmla="*/ 755415 h 1736283"/>
                <a:gd name="connsiteX0" fmla="*/ 8 w 3510504"/>
                <a:gd name="connsiteY0" fmla="*/ 755415 h 1817036"/>
                <a:gd name="connsiteX1" fmla="*/ 3508212 w 3510504"/>
                <a:gd name="connsiteY1" fmla="*/ 828788 h 1817036"/>
                <a:gd name="connsiteX2" fmla="*/ 8 w 3510504"/>
                <a:gd name="connsiteY2" fmla="*/ 755415 h 1817036"/>
                <a:gd name="connsiteX0" fmla="*/ 8 w 3511152"/>
                <a:gd name="connsiteY0" fmla="*/ 755415 h 1813062"/>
                <a:gd name="connsiteX1" fmla="*/ 3508212 w 3511152"/>
                <a:gd name="connsiteY1" fmla="*/ 828788 h 1813062"/>
                <a:gd name="connsiteX2" fmla="*/ 8 w 3511152"/>
                <a:gd name="connsiteY2" fmla="*/ 755415 h 1813062"/>
                <a:gd name="connsiteX0" fmla="*/ 3975 w 3515015"/>
                <a:gd name="connsiteY0" fmla="*/ 755415 h 1831326"/>
                <a:gd name="connsiteX1" fmla="*/ 3512179 w 3515015"/>
                <a:gd name="connsiteY1" fmla="*/ 828788 h 1831326"/>
                <a:gd name="connsiteX2" fmla="*/ 3975 w 3515015"/>
                <a:gd name="connsiteY2" fmla="*/ 755415 h 1831326"/>
                <a:gd name="connsiteX0" fmla="*/ 3975 w 3515015"/>
                <a:gd name="connsiteY0" fmla="*/ 781762 h 1857673"/>
                <a:gd name="connsiteX1" fmla="*/ 3512179 w 3515015"/>
                <a:gd name="connsiteY1" fmla="*/ 855135 h 1857673"/>
                <a:gd name="connsiteX2" fmla="*/ 3975 w 3515015"/>
                <a:gd name="connsiteY2" fmla="*/ 781762 h 1857673"/>
                <a:gd name="connsiteX0" fmla="*/ 4062 w 3512545"/>
                <a:gd name="connsiteY0" fmla="*/ 781762 h 1884086"/>
                <a:gd name="connsiteX1" fmla="*/ 3512266 w 3512545"/>
                <a:gd name="connsiteY1" fmla="*/ 855135 h 1884086"/>
                <a:gd name="connsiteX2" fmla="*/ 4062 w 3512545"/>
                <a:gd name="connsiteY2" fmla="*/ 781762 h 1884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2545" h="1884086">
                  <a:moveTo>
                    <a:pt x="4062" y="781762"/>
                  </a:moveTo>
                  <a:cubicBezTo>
                    <a:pt x="-19777" y="-563279"/>
                    <a:pt x="3154199" y="74534"/>
                    <a:pt x="3512266" y="855135"/>
                  </a:cubicBezTo>
                  <a:cubicBezTo>
                    <a:pt x="3549443" y="1252199"/>
                    <a:pt x="-139101" y="2999033"/>
                    <a:pt x="4062" y="781762"/>
                  </a:cubicBezTo>
                  <a:close/>
                </a:path>
              </a:pathLst>
            </a:custGeom>
            <a:solidFill>
              <a:srgbClr val="FF823B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en-US" kern="0" dirty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A97D18A-D094-F652-5D14-39B5F76AF8AF}"/>
                </a:ext>
              </a:extLst>
            </p:cNvPr>
            <p:cNvSpPr/>
            <p:nvPr/>
          </p:nvSpPr>
          <p:spPr>
            <a:xfrm rot="20543115">
              <a:off x="2916207" y="3391941"/>
              <a:ext cx="400050" cy="166707"/>
            </a:xfrm>
            <a:custGeom>
              <a:avLst/>
              <a:gdLst>
                <a:gd name="connsiteX0" fmla="*/ 0 w 390525"/>
                <a:gd name="connsiteY0" fmla="*/ 0 h 190500"/>
                <a:gd name="connsiteX1" fmla="*/ 390525 w 390525"/>
                <a:gd name="connsiteY1" fmla="*/ 190500 h 190500"/>
                <a:gd name="connsiteX2" fmla="*/ 390525 w 390525"/>
                <a:gd name="connsiteY2" fmla="*/ 190500 h 190500"/>
                <a:gd name="connsiteX0" fmla="*/ 0 w 400050"/>
                <a:gd name="connsiteY0" fmla="*/ 0 h 166687"/>
                <a:gd name="connsiteX1" fmla="*/ 400050 w 400050"/>
                <a:gd name="connsiteY1" fmla="*/ 166687 h 166687"/>
                <a:gd name="connsiteX2" fmla="*/ 400050 w 400050"/>
                <a:gd name="connsiteY2" fmla="*/ 166687 h 166687"/>
                <a:gd name="connsiteX0" fmla="*/ 0 w 400050"/>
                <a:gd name="connsiteY0" fmla="*/ 16 h 166703"/>
                <a:gd name="connsiteX1" fmla="*/ 400050 w 400050"/>
                <a:gd name="connsiteY1" fmla="*/ 166703 h 166703"/>
                <a:gd name="connsiteX2" fmla="*/ 400050 w 400050"/>
                <a:gd name="connsiteY2" fmla="*/ 166703 h 166703"/>
                <a:gd name="connsiteX0" fmla="*/ 0 w 400050"/>
                <a:gd name="connsiteY0" fmla="*/ 20 h 166707"/>
                <a:gd name="connsiteX1" fmla="*/ 400050 w 400050"/>
                <a:gd name="connsiteY1" fmla="*/ 166707 h 166707"/>
                <a:gd name="connsiteX2" fmla="*/ 400050 w 400050"/>
                <a:gd name="connsiteY2" fmla="*/ 166707 h 166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0050" h="166707">
                  <a:moveTo>
                    <a:pt x="0" y="20"/>
                  </a:moveTo>
                  <a:cubicBezTo>
                    <a:pt x="185738" y="-1568"/>
                    <a:pt x="300037" y="87333"/>
                    <a:pt x="400050" y="166707"/>
                  </a:cubicBezTo>
                  <a:lnTo>
                    <a:pt x="400050" y="166707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en-US" kern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533B013-AA3D-AF0A-5507-BABE5E94AADF}"/>
                </a:ext>
              </a:extLst>
            </p:cNvPr>
            <p:cNvSpPr/>
            <p:nvPr/>
          </p:nvSpPr>
          <p:spPr>
            <a:xfrm>
              <a:off x="2900362" y="2986955"/>
              <a:ext cx="400050" cy="166707"/>
            </a:xfrm>
            <a:custGeom>
              <a:avLst/>
              <a:gdLst>
                <a:gd name="connsiteX0" fmla="*/ 0 w 390525"/>
                <a:gd name="connsiteY0" fmla="*/ 0 h 190500"/>
                <a:gd name="connsiteX1" fmla="*/ 390525 w 390525"/>
                <a:gd name="connsiteY1" fmla="*/ 190500 h 190500"/>
                <a:gd name="connsiteX2" fmla="*/ 390525 w 390525"/>
                <a:gd name="connsiteY2" fmla="*/ 190500 h 190500"/>
                <a:gd name="connsiteX0" fmla="*/ 0 w 400050"/>
                <a:gd name="connsiteY0" fmla="*/ 0 h 166687"/>
                <a:gd name="connsiteX1" fmla="*/ 400050 w 400050"/>
                <a:gd name="connsiteY1" fmla="*/ 166687 h 166687"/>
                <a:gd name="connsiteX2" fmla="*/ 400050 w 400050"/>
                <a:gd name="connsiteY2" fmla="*/ 166687 h 166687"/>
                <a:gd name="connsiteX0" fmla="*/ 0 w 400050"/>
                <a:gd name="connsiteY0" fmla="*/ 16 h 166703"/>
                <a:gd name="connsiteX1" fmla="*/ 400050 w 400050"/>
                <a:gd name="connsiteY1" fmla="*/ 166703 h 166703"/>
                <a:gd name="connsiteX2" fmla="*/ 400050 w 400050"/>
                <a:gd name="connsiteY2" fmla="*/ 166703 h 166703"/>
                <a:gd name="connsiteX0" fmla="*/ 0 w 400050"/>
                <a:gd name="connsiteY0" fmla="*/ 20 h 166707"/>
                <a:gd name="connsiteX1" fmla="*/ 400050 w 400050"/>
                <a:gd name="connsiteY1" fmla="*/ 166707 h 166707"/>
                <a:gd name="connsiteX2" fmla="*/ 400050 w 400050"/>
                <a:gd name="connsiteY2" fmla="*/ 166707 h 166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0050" h="166707">
                  <a:moveTo>
                    <a:pt x="0" y="20"/>
                  </a:moveTo>
                  <a:cubicBezTo>
                    <a:pt x="185738" y="-1568"/>
                    <a:pt x="300037" y="87333"/>
                    <a:pt x="400050" y="166707"/>
                  </a:cubicBezTo>
                  <a:lnTo>
                    <a:pt x="400050" y="166707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en-US" kern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5B14767-1786-8929-F92D-76F2ADDEDE03}"/>
                </a:ext>
              </a:extLst>
            </p:cNvPr>
            <p:cNvSpPr/>
            <p:nvPr/>
          </p:nvSpPr>
          <p:spPr>
            <a:xfrm rot="17458082">
              <a:off x="5875360" y="4437411"/>
              <a:ext cx="276051" cy="155696"/>
            </a:xfrm>
            <a:prstGeom prst="ellipse">
              <a:avLst/>
            </a:pr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en-US" kern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20" name="Oval 7">
              <a:extLst>
                <a:ext uri="{FF2B5EF4-FFF2-40B4-BE49-F238E27FC236}">
                  <a16:creationId xmlns:a16="http://schemas.microsoft.com/office/drawing/2014/main" id="{23534D17-7C49-ACA8-4C13-27B332354A1F}"/>
                </a:ext>
              </a:extLst>
            </p:cNvPr>
            <p:cNvSpPr/>
            <p:nvPr/>
          </p:nvSpPr>
          <p:spPr>
            <a:xfrm rot="17458082">
              <a:off x="5041405" y="4370170"/>
              <a:ext cx="349345" cy="117937"/>
            </a:xfrm>
            <a:custGeom>
              <a:avLst/>
              <a:gdLst>
                <a:gd name="connsiteX0" fmla="*/ 0 w 335699"/>
                <a:gd name="connsiteY0" fmla="*/ 77848 h 155696"/>
                <a:gd name="connsiteX1" fmla="*/ 167850 w 335699"/>
                <a:gd name="connsiteY1" fmla="*/ 0 h 155696"/>
                <a:gd name="connsiteX2" fmla="*/ 335700 w 335699"/>
                <a:gd name="connsiteY2" fmla="*/ 77848 h 155696"/>
                <a:gd name="connsiteX3" fmla="*/ 167850 w 335699"/>
                <a:gd name="connsiteY3" fmla="*/ 155696 h 155696"/>
                <a:gd name="connsiteX4" fmla="*/ 0 w 335699"/>
                <a:gd name="connsiteY4" fmla="*/ 77848 h 155696"/>
                <a:gd name="connsiteX0" fmla="*/ 0 w 335700"/>
                <a:gd name="connsiteY0" fmla="*/ 77848 h 87579"/>
                <a:gd name="connsiteX1" fmla="*/ 167850 w 335700"/>
                <a:gd name="connsiteY1" fmla="*/ 0 h 87579"/>
                <a:gd name="connsiteX2" fmla="*/ 335700 w 335700"/>
                <a:gd name="connsiteY2" fmla="*/ 77848 h 87579"/>
                <a:gd name="connsiteX3" fmla="*/ 0 w 335700"/>
                <a:gd name="connsiteY3" fmla="*/ 77848 h 87579"/>
                <a:gd name="connsiteX0" fmla="*/ 17486 w 353186"/>
                <a:gd name="connsiteY0" fmla="*/ 77848 h 108734"/>
                <a:gd name="connsiteX1" fmla="*/ 185336 w 353186"/>
                <a:gd name="connsiteY1" fmla="*/ 0 h 108734"/>
                <a:gd name="connsiteX2" fmla="*/ 353186 w 353186"/>
                <a:gd name="connsiteY2" fmla="*/ 77848 h 108734"/>
                <a:gd name="connsiteX3" fmla="*/ 17486 w 353186"/>
                <a:gd name="connsiteY3" fmla="*/ 77848 h 108734"/>
                <a:gd name="connsiteX0" fmla="*/ 37366 w 373066"/>
                <a:gd name="connsiteY0" fmla="*/ 77942 h 84331"/>
                <a:gd name="connsiteX1" fmla="*/ 27043 w 373066"/>
                <a:gd name="connsiteY1" fmla="*/ 62338 h 84331"/>
                <a:gd name="connsiteX2" fmla="*/ 205216 w 373066"/>
                <a:gd name="connsiteY2" fmla="*/ 94 h 84331"/>
                <a:gd name="connsiteX3" fmla="*/ 373066 w 373066"/>
                <a:gd name="connsiteY3" fmla="*/ 77942 h 84331"/>
                <a:gd name="connsiteX4" fmla="*/ 37366 w 373066"/>
                <a:gd name="connsiteY4" fmla="*/ 77942 h 84331"/>
                <a:gd name="connsiteX0" fmla="*/ 349497 w 349497"/>
                <a:gd name="connsiteY0" fmla="*/ 77942 h 81705"/>
                <a:gd name="connsiteX1" fmla="*/ 3474 w 349497"/>
                <a:gd name="connsiteY1" fmla="*/ 62338 h 81705"/>
                <a:gd name="connsiteX2" fmla="*/ 181647 w 349497"/>
                <a:gd name="connsiteY2" fmla="*/ 94 h 81705"/>
                <a:gd name="connsiteX3" fmla="*/ 349497 w 349497"/>
                <a:gd name="connsiteY3" fmla="*/ 77942 h 81705"/>
                <a:gd name="connsiteX0" fmla="*/ 339455 w 339455"/>
                <a:gd name="connsiteY0" fmla="*/ 77915 h 94287"/>
                <a:gd name="connsiteX1" fmla="*/ 3657 w 339455"/>
                <a:gd name="connsiteY1" fmla="*/ 88994 h 94287"/>
                <a:gd name="connsiteX2" fmla="*/ 171605 w 339455"/>
                <a:gd name="connsiteY2" fmla="*/ 67 h 94287"/>
                <a:gd name="connsiteX3" fmla="*/ 339455 w 339455"/>
                <a:gd name="connsiteY3" fmla="*/ 77915 h 94287"/>
                <a:gd name="connsiteX0" fmla="*/ 339455 w 339455"/>
                <a:gd name="connsiteY0" fmla="*/ 77915 h 118179"/>
                <a:gd name="connsiteX1" fmla="*/ 3657 w 339455"/>
                <a:gd name="connsiteY1" fmla="*/ 88994 h 118179"/>
                <a:gd name="connsiteX2" fmla="*/ 171605 w 339455"/>
                <a:gd name="connsiteY2" fmla="*/ 67 h 118179"/>
                <a:gd name="connsiteX3" fmla="*/ 339455 w 339455"/>
                <a:gd name="connsiteY3" fmla="*/ 77915 h 118179"/>
                <a:gd name="connsiteX0" fmla="*/ 346545 w 346545"/>
                <a:gd name="connsiteY0" fmla="*/ 78598 h 118341"/>
                <a:gd name="connsiteX1" fmla="*/ 3682 w 346545"/>
                <a:gd name="connsiteY1" fmla="*/ 88985 h 118341"/>
                <a:gd name="connsiteX2" fmla="*/ 171630 w 346545"/>
                <a:gd name="connsiteY2" fmla="*/ 58 h 118341"/>
                <a:gd name="connsiteX3" fmla="*/ 346545 w 346545"/>
                <a:gd name="connsiteY3" fmla="*/ 78598 h 118341"/>
                <a:gd name="connsiteX0" fmla="*/ 346545 w 354448"/>
                <a:gd name="connsiteY0" fmla="*/ 78598 h 99142"/>
                <a:gd name="connsiteX1" fmla="*/ 296588 w 354448"/>
                <a:gd name="connsiteY1" fmla="*/ 99142 h 99142"/>
                <a:gd name="connsiteX2" fmla="*/ 3682 w 354448"/>
                <a:gd name="connsiteY2" fmla="*/ 88985 h 99142"/>
                <a:gd name="connsiteX3" fmla="*/ 171630 w 354448"/>
                <a:gd name="connsiteY3" fmla="*/ 58 h 99142"/>
                <a:gd name="connsiteX4" fmla="*/ 346545 w 354448"/>
                <a:gd name="connsiteY4" fmla="*/ 78598 h 99142"/>
                <a:gd name="connsiteX0" fmla="*/ 171455 w 301113"/>
                <a:gd name="connsiteY0" fmla="*/ 28 h 99112"/>
                <a:gd name="connsiteX1" fmla="*/ 296413 w 301113"/>
                <a:gd name="connsiteY1" fmla="*/ 99112 h 99112"/>
                <a:gd name="connsiteX2" fmla="*/ 3507 w 301113"/>
                <a:gd name="connsiteY2" fmla="*/ 88955 h 99112"/>
                <a:gd name="connsiteX3" fmla="*/ 171455 w 301113"/>
                <a:gd name="connsiteY3" fmla="*/ 28 h 99112"/>
                <a:gd name="connsiteX0" fmla="*/ 171607 w 343989"/>
                <a:gd name="connsiteY0" fmla="*/ 1 h 89108"/>
                <a:gd name="connsiteX1" fmla="*/ 340344 w 343989"/>
                <a:gd name="connsiteY1" fmla="*/ 89108 h 89108"/>
                <a:gd name="connsiteX2" fmla="*/ 3659 w 343989"/>
                <a:gd name="connsiteY2" fmla="*/ 88928 h 89108"/>
                <a:gd name="connsiteX3" fmla="*/ 171607 w 343989"/>
                <a:gd name="connsiteY3" fmla="*/ 1 h 89108"/>
                <a:gd name="connsiteX0" fmla="*/ 171607 w 346640"/>
                <a:gd name="connsiteY0" fmla="*/ 7935 h 97042"/>
                <a:gd name="connsiteX1" fmla="*/ 340344 w 346640"/>
                <a:gd name="connsiteY1" fmla="*/ 97042 h 97042"/>
                <a:gd name="connsiteX2" fmla="*/ 3659 w 346640"/>
                <a:gd name="connsiteY2" fmla="*/ 96862 h 97042"/>
                <a:gd name="connsiteX3" fmla="*/ 171607 w 346640"/>
                <a:gd name="connsiteY3" fmla="*/ 7935 h 97042"/>
                <a:gd name="connsiteX0" fmla="*/ 174300 w 349345"/>
                <a:gd name="connsiteY0" fmla="*/ 1021 h 90128"/>
                <a:gd name="connsiteX1" fmla="*/ 343037 w 349345"/>
                <a:gd name="connsiteY1" fmla="*/ 90128 h 90128"/>
                <a:gd name="connsiteX2" fmla="*/ 6352 w 349345"/>
                <a:gd name="connsiteY2" fmla="*/ 89948 h 90128"/>
                <a:gd name="connsiteX3" fmla="*/ 174300 w 349345"/>
                <a:gd name="connsiteY3" fmla="*/ 1021 h 90128"/>
                <a:gd name="connsiteX0" fmla="*/ 174300 w 349345"/>
                <a:gd name="connsiteY0" fmla="*/ 1021 h 108688"/>
                <a:gd name="connsiteX1" fmla="*/ 343037 w 349345"/>
                <a:gd name="connsiteY1" fmla="*/ 90128 h 108688"/>
                <a:gd name="connsiteX2" fmla="*/ 6352 w 349345"/>
                <a:gd name="connsiteY2" fmla="*/ 89948 h 108688"/>
                <a:gd name="connsiteX3" fmla="*/ 174300 w 349345"/>
                <a:gd name="connsiteY3" fmla="*/ 1021 h 108688"/>
                <a:gd name="connsiteX0" fmla="*/ 174300 w 349345"/>
                <a:gd name="connsiteY0" fmla="*/ 1021 h 117937"/>
                <a:gd name="connsiteX1" fmla="*/ 343037 w 349345"/>
                <a:gd name="connsiteY1" fmla="*/ 90128 h 117937"/>
                <a:gd name="connsiteX2" fmla="*/ 6352 w 349345"/>
                <a:gd name="connsiteY2" fmla="*/ 89948 h 117937"/>
                <a:gd name="connsiteX3" fmla="*/ 174300 w 349345"/>
                <a:gd name="connsiteY3" fmla="*/ 1021 h 117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9345" h="117937">
                  <a:moveTo>
                    <a:pt x="174300" y="1021"/>
                  </a:moveTo>
                  <a:cubicBezTo>
                    <a:pt x="304284" y="-10257"/>
                    <a:pt x="371028" y="75307"/>
                    <a:pt x="343037" y="90128"/>
                  </a:cubicBezTo>
                  <a:cubicBezTo>
                    <a:pt x="192462" y="131965"/>
                    <a:pt x="141108" y="122176"/>
                    <a:pt x="6352" y="89948"/>
                  </a:cubicBezTo>
                  <a:cubicBezTo>
                    <a:pt x="-21623" y="76973"/>
                    <a:pt x="44316" y="12299"/>
                    <a:pt x="174300" y="1021"/>
                  </a:cubicBezTo>
                  <a:close/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en-US" kern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21" name="Oval 7">
              <a:extLst>
                <a:ext uri="{FF2B5EF4-FFF2-40B4-BE49-F238E27FC236}">
                  <a16:creationId xmlns:a16="http://schemas.microsoft.com/office/drawing/2014/main" id="{A5B50312-A672-2533-3290-615BF7663116}"/>
                </a:ext>
              </a:extLst>
            </p:cNvPr>
            <p:cNvSpPr/>
            <p:nvPr/>
          </p:nvSpPr>
          <p:spPr>
            <a:xfrm rot="18587718">
              <a:off x="4516622" y="3595441"/>
              <a:ext cx="425256" cy="153497"/>
            </a:xfrm>
            <a:custGeom>
              <a:avLst/>
              <a:gdLst>
                <a:gd name="connsiteX0" fmla="*/ 0 w 335699"/>
                <a:gd name="connsiteY0" fmla="*/ 77848 h 155696"/>
                <a:gd name="connsiteX1" fmla="*/ 167850 w 335699"/>
                <a:gd name="connsiteY1" fmla="*/ 0 h 155696"/>
                <a:gd name="connsiteX2" fmla="*/ 335700 w 335699"/>
                <a:gd name="connsiteY2" fmla="*/ 77848 h 155696"/>
                <a:gd name="connsiteX3" fmla="*/ 167850 w 335699"/>
                <a:gd name="connsiteY3" fmla="*/ 155696 h 155696"/>
                <a:gd name="connsiteX4" fmla="*/ 0 w 335699"/>
                <a:gd name="connsiteY4" fmla="*/ 77848 h 155696"/>
                <a:gd name="connsiteX0" fmla="*/ 0 w 335700"/>
                <a:gd name="connsiteY0" fmla="*/ 77848 h 87579"/>
                <a:gd name="connsiteX1" fmla="*/ 167850 w 335700"/>
                <a:gd name="connsiteY1" fmla="*/ 0 h 87579"/>
                <a:gd name="connsiteX2" fmla="*/ 335700 w 335700"/>
                <a:gd name="connsiteY2" fmla="*/ 77848 h 87579"/>
                <a:gd name="connsiteX3" fmla="*/ 0 w 335700"/>
                <a:gd name="connsiteY3" fmla="*/ 77848 h 87579"/>
                <a:gd name="connsiteX0" fmla="*/ 17486 w 353186"/>
                <a:gd name="connsiteY0" fmla="*/ 77848 h 108734"/>
                <a:gd name="connsiteX1" fmla="*/ 185336 w 353186"/>
                <a:gd name="connsiteY1" fmla="*/ 0 h 108734"/>
                <a:gd name="connsiteX2" fmla="*/ 353186 w 353186"/>
                <a:gd name="connsiteY2" fmla="*/ 77848 h 108734"/>
                <a:gd name="connsiteX3" fmla="*/ 17486 w 353186"/>
                <a:gd name="connsiteY3" fmla="*/ 77848 h 108734"/>
                <a:gd name="connsiteX0" fmla="*/ 37366 w 373066"/>
                <a:gd name="connsiteY0" fmla="*/ 77942 h 84331"/>
                <a:gd name="connsiteX1" fmla="*/ 27043 w 373066"/>
                <a:gd name="connsiteY1" fmla="*/ 62338 h 84331"/>
                <a:gd name="connsiteX2" fmla="*/ 205216 w 373066"/>
                <a:gd name="connsiteY2" fmla="*/ 94 h 84331"/>
                <a:gd name="connsiteX3" fmla="*/ 373066 w 373066"/>
                <a:gd name="connsiteY3" fmla="*/ 77942 h 84331"/>
                <a:gd name="connsiteX4" fmla="*/ 37366 w 373066"/>
                <a:gd name="connsiteY4" fmla="*/ 77942 h 84331"/>
                <a:gd name="connsiteX0" fmla="*/ 349497 w 349497"/>
                <a:gd name="connsiteY0" fmla="*/ 77942 h 81705"/>
                <a:gd name="connsiteX1" fmla="*/ 3474 w 349497"/>
                <a:gd name="connsiteY1" fmla="*/ 62338 h 81705"/>
                <a:gd name="connsiteX2" fmla="*/ 181647 w 349497"/>
                <a:gd name="connsiteY2" fmla="*/ 94 h 81705"/>
                <a:gd name="connsiteX3" fmla="*/ 349497 w 349497"/>
                <a:gd name="connsiteY3" fmla="*/ 77942 h 81705"/>
                <a:gd name="connsiteX0" fmla="*/ 339455 w 339455"/>
                <a:gd name="connsiteY0" fmla="*/ 77915 h 94287"/>
                <a:gd name="connsiteX1" fmla="*/ 3657 w 339455"/>
                <a:gd name="connsiteY1" fmla="*/ 88994 h 94287"/>
                <a:gd name="connsiteX2" fmla="*/ 171605 w 339455"/>
                <a:gd name="connsiteY2" fmla="*/ 67 h 94287"/>
                <a:gd name="connsiteX3" fmla="*/ 339455 w 339455"/>
                <a:gd name="connsiteY3" fmla="*/ 77915 h 94287"/>
                <a:gd name="connsiteX0" fmla="*/ 339455 w 339455"/>
                <a:gd name="connsiteY0" fmla="*/ 77915 h 118179"/>
                <a:gd name="connsiteX1" fmla="*/ 3657 w 339455"/>
                <a:gd name="connsiteY1" fmla="*/ 88994 h 118179"/>
                <a:gd name="connsiteX2" fmla="*/ 171605 w 339455"/>
                <a:gd name="connsiteY2" fmla="*/ 67 h 118179"/>
                <a:gd name="connsiteX3" fmla="*/ 339455 w 339455"/>
                <a:gd name="connsiteY3" fmla="*/ 77915 h 118179"/>
                <a:gd name="connsiteX0" fmla="*/ 346545 w 346545"/>
                <a:gd name="connsiteY0" fmla="*/ 78598 h 118341"/>
                <a:gd name="connsiteX1" fmla="*/ 3682 w 346545"/>
                <a:gd name="connsiteY1" fmla="*/ 88985 h 118341"/>
                <a:gd name="connsiteX2" fmla="*/ 171630 w 346545"/>
                <a:gd name="connsiteY2" fmla="*/ 58 h 118341"/>
                <a:gd name="connsiteX3" fmla="*/ 346545 w 346545"/>
                <a:gd name="connsiteY3" fmla="*/ 78598 h 118341"/>
                <a:gd name="connsiteX0" fmla="*/ 346545 w 354448"/>
                <a:gd name="connsiteY0" fmla="*/ 78598 h 99142"/>
                <a:gd name="connsiteX1" fmla="*/ 296588 w 354448"/>
                <a:gd name="connsiteY1" fmla="*/ 99142 h 99142"/>
                <a:gd name="connsiteX2" fmla="*/ 3682 w 354448"/>
                <a:gd name="connsiteY2" fmla="*/ 88985 h 99142"/>
                <a:gd name="connsiteX3" fmla="*/ 171630 w 354448"/>
                <a:gd name="connsiteY3" fmla="*/ 58 h 99142"/>
                <a:gd name="connsiteX4" fmla="*/ 346545 w 354448"/>
                <a:gd name="connsiteY4" fmla="*/ 78598 h 99142"/>
                <a:gd name="connsiteX0" fmla="*/ 171455 w 301113"/>
                <a:gd name="connsiteY0" fmla="*/ 28 h 99112"/>
                <a:gd name="connsiteX1" fmla="*/ 296413 w 301113"/>
                <a:gd name="connsiteY1" fmla="*/ 99112 h 99112"/>
                <a:gd name="connsiteX2" fmla="*/ 3507 w 301113"/>
                <a:gd name="connsiteY2" fmla="*/ 88955 h 99112"/>
                <a:gd name="connsiteX3" fmla="*/ 171455 w 301113"/>
                <a:gd name="connsiteY3" fmla="*/ 28 h 99112"/>
                <a:gd name="connsiteX0" fmla="*/ 171607 w 343989"/>
                <a:gd name="connsiteY0" fmla="*/ 1 h 89108"/>
                <a:gd name="connsiteX1" fmla="*/ 340344 w 343989"/>
                <a:gd name="connsiteY1" fmla="*/ 89108 h 89108"/>
                <a:gd name="connsiteX2" fmla="*/ 3659 w 343989"/>
                <a:gd name="connsiteY2" fmla="*/ 88928 h 89108"/>
                <a:gd name="connsiteX3" fmla="*/ 171607 w 343989"/>
                <a:gd name="connsiteY3" fmla="*/ 1 h 89108"/>
                <a:gd name="connsiteX0" fmla="*/ 171607 w 346640"/>
                <a:gd name="connsiteY0" fmla="*/ 7935 h 97042"/>
                <a:gd name="connsiteX1" fmla="*/ 340344 w 346640"/>
                <a:gd name="connsiteY1" fmla="*/ 97042 h 97042"/>
                <a:gd name="connsiteX2" fmla="*/ 3659 w 346640"/>
                <a:gd name="connsiteY2" fmla="*/ 96862 h 97042"/>
                <a:gd name="connsiteX3" fmla="*/ 171607 w 346640"/>
                <a:gd name="connsiteY3" fmla="*/ 7935 h 97042"/>
                <a:gd name="connsiteX0" fmla="*/ 174300 w 349345"/>
                <a:gd name="connsiteY0" fmla="*/ 1021 h 90128"/>
                <a:gd name="connsiteX1" fmla="*/ 343037 w 349345"/>
                <a:gd name="connsiteY1" fmla="*/ 90128 h 90128"/>
                <a:gd name="connsiteX2" fmla="*/ 6352 w 349345"/>
                <a:gd name="connsiteY2" fmla="*/ 89948 h 90128"/>
                <a:gd name="connsiteX3" fmla="*/ 174300 w 349345"/>
                <a:gd name="connsiteY3" fmla="*/ 1021 h 90128"/>
                <a:gd name="connsiteX0" fmla="*/ 174300 w 349345"/>
                <a:gd name="connsiteY0" fmla="*/ 1021 h 108688"/>
                <a:gd name="connsiteX1" fmla="*/ 343037 w 349345"/>
                <a:gd name="connsiteY1" fmla="*/ 90128 h 108688"/>
                <a:gd name="connsiteX2" fmla="*/ 6352 w 349345"/>
                <a:gd name="connsiteY2" fmla="*/ 89948 h 108688"/>
                <a:gd name="connsiteX3" fmla="*/ 174300 w 349345"/>
                <a:gd name="connsiteY3" fmla="*/ 1021 h 108688"/>
                <a:gd name="connsiteX0" fmla="*/ 174300 w 349345"/>
                <a:gd name="connsiteY0" fmla="*/ 1021 h 117937"/>
                <a:gd name="connsiteX1" fmla="*/ 343037 w 349345"/>
                <a:gd name="connsiteY1" fmla="*/ 90128 h 117937"/>
                <a:gd name="connsiteX2" fmla="*/ 6352 w 349345"/>
                <a:gd name="connsiteY2" fmla="*/ 89948 h 117937"/>
                <a:gd name="connsiteX3" fmla="*/ 174300 w 349345"/>
                <a:gd name="connsiteY3" fmla="*/ 1021 h 117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9345" h="117937">
                  <a:moveTo>
                    <a:pt x="174300" y="1021"/>
                  </a:moveTo>
                  <a:cubicBezTo>
                    <a:pt x="304284" y="-10257"/>
                    <a:pt x="371028" y="75307"/>
                    <a:pt x="343037" y="90128"/>
                  </a:cubicBezTo>
                  <a:cubicBezTo>
                    <a:pt x="192462" y="131965"/>
                    <a:pt x="141108" y="122176"/>
                    <a:pt x="6352" y="89948"/>
                  </a:cubicBezTo>
                  <a:cubicBezTo>
                    <a:pt x="-21623" y="76973"/>
                    <a:pt x="44316" y="12299"/>
                    <a:pt x="174300" y="1021"/>
                  </a:cubicBezTo>
                  <a:close/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en-US" kern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22" name="Oval 7">
              <a:extLst>
                <a:ext uri="{FF2B5EF4-FFF2-40B4-BE49-F238E27FC236}">
                  <a16:creationId xmlns:a16="http://schemas.microsoft.com/office/drawing/2014/main" id="{E863A5F1-9C4D-5E86-41B3-B7B8086CB367}"/>
                </a:ext>
              </a:extLst>
            </p:cNvPr>
            <p:cNvSpPr/>
            <p:nvPr/>
          </p:nvSpPr>
          <p:spPr>
            <a:xfrm rot="17288224">
              <a:off x="3370698" y="3886623"/>
              <a:ext cx="425256" cy="146832"/>
            </a:xfrm>
            <a:custGeom>
              <a:avLst/>
              <a:gdLst>
                <a:gd name="connsiteX0" fmla="*/ 0 w 335699"/>
                <a:gd name="connsiteY0" fmla="*/ 77848 h 155696"/>
                <a:gd name="connsiteX1" fmla="*/ 167850 w 335699"/>
                <a:gd name="connsiteY1" fmla="*/ 0 h 155696"/>
                <a:gd name="connsiteX2" fmla="*/ 335700 w 335699"/>
                <a:gd name="connsiteY2" fmla="*/ 77848 h 155696"/>
                <a:gd name="connsiteX3" fmla="*/ 167850 w 335699"/>
                <a:gd name="connsiteY3" fmla="*/ 155696 h 155696"/>
                <a:gd name="connsiteX4" fmla="*/ 0 w 335699"/>
                <a:gd name="connsiteY4" fmla="*/ 77848 h 155696"/>
                <a:gd name="connsiteX0" fmla="*/ 0 w 335700"/>
                <a:gd name="connsiteY0" fmla="*/ 77848 h 87579"/>
                <a:gd name="connsiteX1" fmla="*/ 167850 w 335700"/>
                <a:gd name="connsiteY1" fmla="*/ 0 h 87579"/>
                <a:gd name="connsiteX2" fmla="*/ 335700 w 335700"/>
                <a:gd name="connsiteY2" fmla="*/ 77848 h 87579"/>
                <a:gd name="connsiteX3" fmla="*/ 0 w 335700"/>
                <a:gd name="connsiteY3" fmla="*/ 77848 h 87579"/>
                <a:gd name="connsiteX0" fmla="*/ 17486 w 353186"/>
                <a:gd name="connsiteY0" fmla="*/ 77848 h 108734"/>
                <a:gd name="connsiteX1" fmla="*/ 185336 w 353186"/>
                <a:gd name="connsiteY1" fmla="*/ 0 h 108734"/>
                <a:gd name="connsiteX2" fmla="*/ 353186 w 353186"/>
                <a:gd name="connsiteY2" fmla="*/ 77848 h 108734"/>
                <a:gd name="connsiteX3" fmla="*/ 17486 w 353186"/>
                <a:gd name="connsiteY3" fmla="*/ 77848 h 108734"/>
                <a:gd name="connsiteX0" fmla="*/ 37366 w 373066"/>
                <a:gd name="connsiteY0" fmla="*/ 77942 h 84331"/>
                <a:gd name="connsiteX1" fmla="*/ 27043 w 373066"/>
                <a:gd name="connsiteY1" fmla="*/ 62338 h 84331"/>
                <a:gd name="connsiteX2" fmla="*/ 205216 w 373066"/>
                <a:gd name="connsiteY2" fmla="*/ 94 h 84331"/>
                <a:gd name="connsiteX3" fmla="*/ 373066 w 373066"/>
                <a:gd name="connsiteY3" fmla="*/ 77942 h 84331"/>
                <a:gd name="connsiteX4" fmla="*/ 37366 w 373066"/>
                <a:gd name="connsiteY4" fmla="*/ 77942 h 84331"/>
                <a:gd name="connsiteX0" fmla="*/ 349497 w 349497"/>
                <a:gd name="connsiteY0" fmla="*/ 77942 h 81705"/>
                <a:gd name="connsiteX1" fmla="*/ 3474 w 349497"/>
                <a:gd name="connsiteY1" fmla="*/ 62338 h 81705"/>
                <a:gd name="connsiteX2" fmla="*/ 181647 w 349497"/>
                <a:gd name="connsiteY2" fmla="*/ 94 h 81705"/>
                <a:gd name="connsiteX3" fmla="*/ 349497 w 349497"/>
                <a:gd name="connsiteY3" fmla="*/ 77942 h 81705"/>
                <a:gd name="connsiteX0" fmla="*/ 339455 w 339455"/>
                <a:gd name="connsiteY0" fmla="*/ 77915 h 94287"/>
                <a:gd name="connsiteX1" fmla="*/ 3657 w 339455"/>
                <a:gd name="connsiteY1" fmla="*/ 88994 h 94287"/>
                <a:gd name="connsiteX2" fmla="*/ 171605 w 339455"/>
                <a:gd name="connsiteY2" fmla="*/ 67 h 94287"/>
                <a:gd name="connsiteX3" fmla="*/ 339455 w 339455"/>
                <a:gd name="connsiteY3" fmla="*/ 77915 h 94287"/>
                <a:gd name="connsiteX0" fmla="*/ 339455 w 339455"/>
                <a:gd name="connsiteY0" fmla="*/ 77915 h 118179"/>
                <a:gd name="connsiteX1" fmla="*/ 3657 w 339455"/>
                <a:gd name="connsiteY1" fmla="*/ 88994 h 118179"/>
                <a:gd name="connsiteX2" fmla="*/ 171605 w 339455"/>
                <a:gd name="connsiteY2" fmla="*/ 67 h 118179"/>
                <a:gd name="connsiteX3" fmla="*/ 339455 w 339455"/>
                <a:gd name="connsiteY3" fmla="*/ 77915 h 118179"/>
                <a:gd name="connsiteX0" fmla="*/ 346545 w 346545"/>
                <a:gd name="connsiteY0" fmla="*/ 78598 h 118341"/>
                <a:gd name="connsiteX1" fmla="*/ 3682 w 346545"/>
                <a:gd name="connsiteY1" fmla="*/ 88985 h 118341"/>
                <a:gd name="connsiteX2" fmla="*/ 171630 w 346545"/>
                <a:gd name="connsiteY2" fmla="*/ 58 h 118341"/>
                <a:gd name="connsiteX3" fmla="*/ 346545 w 346545"/>
                <a:gd name="connsiteY3" fmla="*/ 78598 h 118341"/>
                <a:gd name="connsiteX0" fmla="*/ 346545 w 354448"/>
                <a:gd name="connsiteY0" fmla="*/ 78598 h 99142"/>
                <a:gd name="connsiteX1" fmla="*/ 296588 w 354448"/>
                <a:gd name="connsiteY1" fmla="*/ 99142 h 99142"/>
                <a:gd name="connsiteX2" fmla="*/ 3682 w 354448"/>
                <a:gd name="connsiteY2" fmla="*/ 88985 h 99142"/>
                <a:gd name="connsiteX3" fmla="*/ 171630 w 354448"/>
                <a:gd name="connsiteY3" fmla="*/ 58 h 99142"/>
                <a:gd name="connsiteX4" fmla="*/ 346545 w 354448"/>
                <a:gd name="connsiteY4" fmla="*/ 78598 h 99142"/>
                <a:gd name="connsiteX0" fmla="*/ 171455 w 301113"/>
                <a:gd name="connsiteY0" fmla="*/ 28 h 99112"/>
                <a:gd name="connsiteX1" fmla="*/ 296413 w 301113"/>
                <a:gd name="connsiteY1" fmla="*/ 99112 h 99112"/>
                <a:gd name="connsiteX2" fmla="*/ 3507 w 301113"/>
                <a:gd name="connsiteY2" fmla="*/ 88955 h 99112"/>
                <a:gd name="connsiteX3" fmla="*/ 171455 w 301113"/>
                <a:gd name="connsiteY3" fmla="*/ 28 h 99112"/>
                <a:gd name="connsiteX0" fmla="*/ 171607 w 343989"/>
                <a:gd name="connsiteY0" fmla="*/ 1 h 89108"/>
                <a:gd name="connsiteX1" fmla="*/ 340344 w 343989"/>
                <a:gd name="connsiteY1" fmla="*/ 89108 h 89108"/>
                <a:gd name="connsiteX2" fmla="*/ 3659 w 343989"/>
                <a:gd name="connsiteY2" fmla="*/ 88928 h 89108"/>
                <a:gd name="connsiteX3" fmla="*/ 171607 w 343989"/>
                <a:gd name="connsiteY3" fmla="*/ 1 h 89108"/>
                <a:gd name="connsiteX0" fmla="*/ 171607 w 346640"/>
                <a:gd name="connsiteY0" fmla="*/ 7935 h 97042"/>
                <a:gd name="connsiteX1" fmla="*/ 340344 w 346640"/>
                <a:gd name="connsiteY1" fmla="*/ 97042 h 97042"/>
                <a:gd name="connsiteX2" fmla="*/ 3659 w 346640"/>
                <a:gd name="connsiteY2" fmla="*/ 96862 h 97042"/>
                <a:gd name="connsiteX3" fmla="*/ 171607 w 346640"/>
                <a:gd name="connsiteY3" fmla="*/ 7935 h 97042"/>
                <a:gd name="connsiteX0" fmla="*/ 174300 w 349345"/>
                <a:gd name="connsiteY0" fmla="*/ 1021 h 90128"/>
                <a:gd name="connsiteX1" fmla="*/ 343037 w 349345"/>
                <a:gd name="connsiteY1" fmla="*/ 90128 h 90128"/>
                <a:gd name="connsiteX2" fmla="*/ 6352 w 349345"/>
                <a:gd name="connsiteY2" fmla="*/ 89948 h 90128"/>
                <a:gd name="connsiteX3" fmla="*/ 174300 w 349345"/>
                <a:gd name="connsiteY3" fmla="*/ 1021 h 90128"/>
                <a:gd name="connsiteX0" fmla="*/ 174300 w 349345"/>
                <a:gd name="connsiteY0" fmla="*/ 1021 h 108688"/>
                <a:gd name="connsiteX1" fmla="*/ 343037 w 349345"/>
                <a:gd name="connsiteY1" fmla="*/ 90128 h 108688"/>
                <a:gd name="connsiteX2" fmla="*/ 6352 w 349345"/>
                <a:gd name="connsiteY2" fmla="*/ 89948 h 108688"/>
                <a:gd name="connsiteX3" fmla="*/ 174300 w 349345"/>
                <a:gd name="connsiteY3" fmla="*/ 1021 h 108688"/>
                <a:gd name="connsiteX0" fmla="*/ 174300 w 349345"/>
                <a:gd name="connsiteY0" fmla="*/ 1021 h 117937"/>
                <a:gd name="connsiteX1" fmla="*/ 343037 w 349345"/>
                <a:gd name="connsiteY1" fmla="*/ 90128 h 117937"/>
                <a:gd name="connsiteX2" fmla="*/ 6352 w 349345"/>
                <a:gd name="connsiteY2" fmla="*/ 89948 h 117937"/>
                <a:gd name="connsiteX3" fmla="*/ 174300 w 349345"/>
                <a:gd name="connsiteY3" fmla="*/ 1021 h 117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9345" h="117937">
                  <a:moveTo>
                    <a:pt x="174300" y="1021"/>
                  </a:moveTo>
                  <a:cubicBezTo>
                    <a:pt x="304284" y="-10257"/>
                    <a:pt x="371028" y="75307"/>
                    <a:pt x="343037" y="90128"/>
                  </a:cubicBezTo>
                  <a:cubicBezTo>
                    <a:pt x="192462" y="131965"/>
                    <a:pt x="141108" y="122176"/>
                    <a:pt x="6352" y="89948"/>
                  </a:cubicBezTo>
                  <a:cubicBezTo>
                    <a:pt x="-21623" y="76973"/>
                    <a:pt x="44316" y="12299"/>
                    <a:pt x="174300" y="1021"/>
                  </a:cubicBezTo>
                  <a:close/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en-US" kern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23" name="Oval 7">
              <a:extLst>
                <a:ext uri="{FF2B5EF4-FFF2-40B4-BE49-F238E27FC236}">
                  <a16:creationId xmlns:a16="http://schemas.microsoft.com/office/drawing/2014/main" id="{E89F07B3-B744-0481-13D1-D53550A00A42}"/>
                </a:ext>
              </a:extLst>
            </p:cNvPr>
            <p:cNvSpPr/>
            <p:nvPr/>
          </p:nvSpPr>
          <p:spPr>
            <a:xfrm rot="19358216">
              <a:off x="3957397" y="3060438"/>
              <a:ext cx="527743" cy="186448"/>
            </a:xfrm>
            <a:custGeom>
              <a:avLst/>
              <a:gdLst>
                <a:gd name="connsiteX0" fmla="*/ 0 w 335699"/>
                <a:gd name="connsiteY0" fmla="*/ 77848 h 155696"/>
                <a:gd name="connsiteX1" fmla="*/ 167850 w 335699"/>
                <a:gd name="connsiteY1" fmla="*/ 0 h 155696"/>
                <a:gd name="connsiteX2" fmla="*/ 335700 w 335699"/>
                <a:gd name="connsiteY2" fmla="*/ 77848 h 155696"/>
                <a:gd name="connsiteX3" fmla="*/ 167850 w 335699"/>
                <a:gd name="connsiteY3" fmla="*/ 155696 h 155696"/>
                <a:gd name="connsiteX4" fmla="*/ 0 w 335699"/>
                <a:gd name="connsiteY4" fmla="*/ 77848 h 155696"/>
                <a:gd name="connsiteX0" fmla="*/ 0 w 335700"/>
                <a:gd name="connsiteY0" fmla="*/ 77848 h 87579"/>
                <a:gd name="connsiteX1" fmla="*/ 167850 w 335700"/>
                <a:gd name="connsiteY1" fmla="*/ 0 h 87579"/>
                <a:gd name="connsiteX2" fmla="*/ 335700 w 335700"/>
                <a:gd name="connsiteY2" fmla="*/ 77848 h 87579"/>
                <a:gd name="connsiteX3" fmla="*/ 0 w 335700"/>
                <a:gd name="connsiteY3" fmla="*/ 77848 h 87579"/>
                <a:gd name="connsiteX0" fmla="*/ 17486 w 353186"/>
                <a:gd name="connsiteY0" fmla="*/ 77848 h 108734"/>
                <a:gd name="connsiteX1" fmla="*/ 185336 w 353186"/>
                <a:gd name="connsiteY1" fmla="*/ 0 h 108734"/>
                <a:gd name="connsiteX2" fmla="*/ 353186 w 353186"/>
                <a:gd name="connsiteY2" fmla="*/ 77848 h 108734"/>
                <a:gd name="connsiteX3" fmla="*/ 17486 w 353186"/>
                <a:gd name="connsiteY3" fmla="*/ 77848 h 108734"/>
                <a:gd name="connsiteX0" fmla="*/ 37366 w 373066"/>
                <a:gd name="connsiteY0" fmla="*/ 77942 h 84331"/>
                <a:gd name="connsiteX1" fmla="*/ 27043 w 373066"/>
                <a:gd name="connsiteY1" fmla="*/ 62338 h 84331"/>
                <a:gd name="connsiteX2" fmla="*/ 205216 w 373066"/>
                <a:gd name="connsiteY2" fmla="*/ 94 h 84331"/>
                <a:gd name="connsiteX3" fmla="*/ 373066 w 373066"/>
                <a:gd name="connsiteY3" fmla="*/ 77942 h 84331"/>
                <a:gd name="connsiteX4" fmla="*/ 37366 w 373066"/>
                <a:gd name="connsiteY4" fmla="*/ 77942 h 84331"/>
                <a:gd name="connsiteX0" fmla="*/ 349497 w 349497"/>
                <a:gd name="connsiteY0" fmla="*/ 77942 h 81705"/>
                <a:gd name="connsiteX1" fmla="*/ 3474 w 349497"/>
                <a:gd name="connsiteY1" fmla="*/ 62338 h 81705"/>
                <a:gd name="connsiteX2" fmla="*/ 181647 w 349497"/>
                <a:gd name="connsiteY2" fmla="*/ 94 h 81705"/>
                <a:gd name="connsiteX3" fmla="*/ 349497 w 349497"/>
                <a:gd name="connsiteY3" fmla="*/ 77942 h 81705"/>
                <a:gd name="connsiteX0" fmla="*/ 339455 w 339455"/>
                <a:gd name="connsiteY0" fmla="*/ 77915 h 94287"/>
                <a:gd name="connsiteX1" fmla="*/ 3657 w 339455"/>
                <a:gd name="connsiteY1" fmla="*/ 88994 h 94287"/>
                <a:gd name="connsiteX2" fmla="*/ 171605 w 339455"/>
                <a:gd name="connsiteY2" fmla="*/ 67 h 94287"/>
                <a:gd name="connsiteX3" fmla="*/ 339455 w 339455"/>
                <a:gd name="connsiteY3" fmla="*/ 77915 h 94287"/>
                <a:gd name="connsiteX0" fmla="*/ 339455 w 339455"/>
                <a:gd name="connsiteY0" fmla="*/ 77915 h 118179"/>
                <a:gd name="connsiteX1" fmla="*/ 3657 w 339455"/>
                <a:gd name="connsiteY1" fmla="*/ 88994 h 118179"/>
                <a:gd name="connsiteX2" fmla="*/ 171605 w 339455"/>
                <a:gd name="connsiteY2" fmla="*/ 67 h 118179"/>
                <a:gd name="connsiteX3" fmla="*/ 339455 w 339455"/>
                <a:gd name="connsiteY3" fmla="*/ 77915 h 118179"/>
                <a:gd name="connsiteX0" fmla="*/ 346545 w 346545"/>
                <a:gd name="connsiteY0" fmla="*/ 78598 h 118341"/>
                <a:gd name="connsiteX1" fmla="*/ 3682 w 346545"/>
                <a:gd name="connsiteY1" fmla="*/ 88985 h 118341"/>
                <a:gd name="connsiteX2" fmla="*/ 171630 w 346545"/>
                <a:gd name="connsiteY2" fmla="*/ 58 h 118341"/>
                <a:gd name="connsiteX3" fmla="*/ 346545 w 346545"/>
                <a:gd name="connsiteY3" fmla="*/ 78598 h 118341"/>
                <a:gd name="connsiteX0" fmla="*/ 346545 w 354448"/>
                <a:gd name="connsiteY0" fmla="*/ 78598 h 99142"/>
                <a:gd name="connsiteX1" fmla="*/ 296588 w 354448"/>
                <a:gd name="connsiteY1" fmla="*/ 99142 h 99142"/>
                <a:gd name="connsiteX2" fmla="*/ 3682 w 354448"/>
                <a:gd name="connsiteY2" fmla="*/ 88985 h 99142"/>
                <a:gd name="connsiteX3" fmla="*/ 171630 w 354448"/>
                <a:gd name="connsiteY3" fmla="*/ 58 h 99142"/>
                <a:gd name="connsiteX4" fmla="*/ 346545 w 354448"/>
                <a:gd name="connsiteY4" fmla="*/ 78598 h 99142"/>
                <a:gd name="connsiteX0" fmla="*/ 171455 w 301113"/>
                <a:gd name="connsiteY0" fmla="*/ 28 h 99112"/>
                <a:gd name="connsiteX1" fmla="*/ 296413 w 301113"/>
                <a:gd name="connsiteY1" fmla="*/ 99112 h 99112"/>
                <a:gd name="connsiteX2" fmla="*/ 3507 w 301113"/>
                <a:gd name="connsiteY2" fmla="*/ 88955 h 99112"/>
                <a:gd name="connsiteX3" fmla="*/ 171455 w 301113"/>
                <a:gd name="connsiteY3" fmla="*/ 28 h 99112"/>
                <a:gd name="connsiteX0" fmla="*/ 171607 w 343989"/>
                <a:gd name="connsiteY0" fmla="*/ 1 h 89108"/>
                <a:gd name="connsiteX1" fmla="*/ 340344 w 343989"/>
                <a:gd name="connsiteY1" fmla="*/ 89108 h 89108"/>
                <a:gd name="connsiteX2" fmla="*/ 3659 w 343989"/>
                <a:gd name="connsiteY2" fmla="*/ 88928 h 89108"/>
                <a:gd name="connsiteX3" fmla="*/ 171607 w 343989"/>
                <a:gd name="connsiteY3" fmla="*/ 1 h 89108"/>
                <a:gd name="connsiteX0" fmla="*/ 171607 w 346640"/>
                <a:gd name="connsiteY0" fmla="*/ 7935 h 97042"/>
                <a:gd name="connsiteX1" fmla="*/ 340344 w 346640"/>
                <a:gd name="connsiteY1" fmla="*/ 97042 h 97042"/>
                <a:gd name="connsiteX2" fmla="*/ 3659 w 346640"/>
                <a:gd name="connsiteY2" fmla="*/ 96862 h 97042"/>
                <a:gd name="connsiteX3" fmla="*/ 171607 w 346640"/>
                <a:gd name="connsiteY3" fmla="*/ 7935 h 97042"/>
                <a:gd name="connsiteX0" fmla="*/ 174300 w 349345"/>
                <a:gd name="connsiteY0" fmla="*/ 1021 h 90128"/>
                <a:gd name="connsiteX1" fmla="*/ 343037 w 349345"/>
                <a:gd name="connsiteY1" fmla="*/ 90128 h 90128"/>
                <a:gd name="connsiteX2" fmla="*/ 6352 w 349345"/>
                <a:gd name="connsiteY2" fmla="*/ 89948 h 90128"/>
                <a:gd name="connsiteX3" fmla="*/ 174300 w 349345"/>
                <a:gd name="connsiteY3" fmla="*/ 1021 h 90128"/>
                <a:gd name="connsiteX0" fmla="*/ 174300 w 349345"/>
                <a:gd name="connsiteY0" fmla="*/ 1021 h 108688"/>
                <a:gd name="connsiteX1" fmla="*/ 343037 w 349345"/>
                <a:gd name="connsiteY1" fmla="*/ 90128 h 108688"/>
                <a:gd name="connsiteX2" fmla="*/ 6352 w 349345"/>
                <a:gd name="connsiteY2" fmla="*/ 89948 h 108688"/>
                <a:gd name="connsiteX3" fmla="*/ 174300 w 349345"/>
                <a:gd name="connsiteY3" fmla="*/ 1021 h 108688"/>
                <a:gd name="connsiteX0" fmla="*/ 174300 w 349345"/>
                <a:gd name="connsiteY0" fmla="*/ 1021 h 117937"/>
                <a:gd name="connsiteX1" fmla="*/ 343037 w 349345"/>
                <a:gd name="connsiteY1" fmla="*/ 90128 h 117937"/>
                <a:gd name="connsiteX2" fmla="*/ 6352 w 349345"/>
                <a:gd name="connsiteY2" fmla="*/ 89948 h 117937"/>
                <a:gd name="connsiteX3" fmla="*/ 174300 w 349345"/>
                <a:gd name="connsiteY3" fmla="*/ 1021 h 117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9345" h="117937">
                  <a:moveTo>
                    <a:pt x="174300" y="1021"/>
                  </a:moveTo>
                  <a:cubicBezTo>
                    <a:pt x="304284" y="-10257"/>
                    <a:pt x="371028" y="75307"/>
                    <a:pt x="343037" y="90128"/>
                  </a:cubicBezTo>
                  <a:cubicBezTo>
                    <a:pt x="192462" y="131965"/>
                    <a:pt x="141108" y="122176"/>
                    <a:pt x="6352" y="89948"/>
                  </a:cubicBezTo>
                  <a:cubicBezTo>
                    <a:pt x="-21623" y="76973"/>
                    <a:pt x="44316" y="12299"/>
                    <a:pt x="174300" y="1021"/>
                  </a:cubicBezTo>
                  <a:close/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en-US" kern="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3F3F0FB1-3A50-133D-4835-B14A61AB290F}"/>
              </a:ext>
            </a:extLst>
          </p:cNvPr>
          <p:cNvGrpSpPr/>
          <p:nvPr/>
        </p:nvGrpSpPr>
        <p:grpSpPr>
          <a:xfrm rot="19665715" flipH="1">
            <a:off x="3042131" y="1473184"/>
            <a:ext cx="7014373" cy="3679158"/>
            <a:chOff x="2332887" y="2678009"/>
            <a:chExt cx="4454946" cy="2336698"/>
          </a:xfrm>
          <a:solidFill>
            <a:schemeClr val="bg1"/>
          </a:solidFill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04D1BAB4-9D49-388A-257A-A74819C89226}"/>
                </a:ext>
              </a:extLst>
            </p:cNvPr>
            <p:cNvSpPr/>
            <p:nvPr/>
          </p:nvSpPr>
          <p:spPr>
            <a:xfrm>
              <a:off x="2332887" y="2678009"/>
              <a:ext cx="1355555" cy="1282030"/>
            </a:xfrm>
            <a:custGeom>
              <a:avLst/>
              <a:gdLst>
                <a:gd name="connsiteX0" fmla="*/ 0 w 566057"/>
                <a:gd name="connsiteY0" fmla="*/ 0 h 45719"/>
                <a:gd name="connsiteX1" fmla="*/ 566057 w 566057"/>
                <a:gd name="connsiteY1" fmla="*/ 0 h 45719"/>
                <a:gd name="connsiteX2" fmla="*/ 566057 w 566057"/>
                <a:gd name="connsiteY2" fmla="*/ 45719 h 45719"/>
                <a:gd name="connsiteX3" fmla="*/ 0 w 566057"/>
                <a:gd name="connsiteY3" fmla="*/ 45719 h 45719"/>
                <a:gd name="connsiteX4" fmla="*/ 0 w 566057"/>
                <a:gd name="connsiteY4" fmla="*/ 0 h 45719"/>
                <a:gd name="connsiteX0" fmla="*/ 0 w 827314"/>
                <a:gd name="connsiteY0" fmla="*/ 0 h 379548"/>
                <a:gd name="connsiteX1" fmla="*/ 827314 w 827314"/>
                <a:gd name="connsiteY1" fmla="*/ 333829 h 379548"/>
                <a:gd name="connsiteX2" fmla="*/ 827314 w 827314"/>
                <a:gd name="connsiteY2" fmla="*/ 379548 h 379548"/>
                <a:gd name="connsiteX3" fmla="*/ 261257 w 827314"/>
                <a:gd name="connsiteY3" fmla="*/ 379548 h 379548"/>
                <a:gd name="connsiteX4" fmla="*/ 0 w 827314"/>
                <a:gd name="connsiteY4" fmla="*/ 0 h 379548"/>
                <a:gd name="connsiteX0" fmla="*/ 0 w 827314"/>
                <a:gd name="connsiteY0" fmla="*/ 0 h 742405"/>
                <a:gd name="connsiteX1" fmla="*/ 827314 w 827314"/>
                <a:gd name="connsiteY1" fmla="*/ 333829 h 742405"/>
                <a:gd name="connsiteX2" fmla="*/ 827314 w 827314"/>
                <a:gd name="connsiteY2" fmla="*/ 379548 h 742405"/>
                <a:gd name="connsiteX3" fmla="*/ 333829 w 827314"/>
                <a:gd name="connsiteY3" fmla="*/ 742405 h 742405"/>
                <a:gd name="connsiteX4" fmla="*/ 0 w 827314"/>
                <a:gd name="connsiteY4" fmla="*/ 0 h 742405"/>
                <a:gd name="connsiteX0" fmla="*/ 0 w 1378857"/>
                <a:gd name="connsiteY0" fmla="*/ 29029 h 408576"/>
                <a:gd name="connsiteX1" fmla="*/ 1378857 w 1378857"/>
                <a:gd name="connsiteY1" fmla="*/ 0 h 408576"/>
                <a:gd name="connsiteX2" fmla="*/ 1378857 w 1378857"/>
                <a:gd name="connsiteY2" fmla="*/ 45719 h 408576"/>
                <a:gd name="connsiteX3" fmla="*/ 885372 w 1378857"/>
                <a:gd name="connsiteY3" fmla="*/ 408576 h 408576"/>
                <a:gd name="connsiteX4" fmla="*/ 0 w 1378857"/>
                <a:gd name="connsiteY4" fmla="*/ 29029 h 408576"/>
                <a:gd name="connsiteX0" fmla="*/ 0 w 1378857"/>
                <a:gd name="connsiteY0" fmla="*/ 505825 h 885372"/>
                <a:gd name="connsiteX1" fmla="*/ 1378857 w 1378857"/>
                <a:gd name="connsiteY1" fmla="*/ 476796 h 885372"/>
                <a:gd name="connsiteX2" fmla="*/ 159657 w 1378857"/>
                <a:gd name="connsiteY2" fmla="*/ 0 h 885372"/>
                <a:gd name="connsiteX3" fmla="*/ 885372 w 1378857"/>
                <a:gd name="connsiteY3" fmla="*/ 885372 h 885372"/>
                <a:gd name="connsiteX4" fmla="*/ 0 w 1378857"/>
                <a:gd name="connsiteY4" fmla="*/ 505825 h 885372"/>
                <a:gd name="connsiteX0" fmla="*/ 0 w 1378857"/>
                <a:gd name="connsiteY0" fmla="*/ 29029 h 408576"/>
                <a:gd name="connsiteX1" fmla="*/ 1378857 w 1378857"/>
                <a:gd name="connsiteY1" fmla="*/ 0 h 408576"/>
                <a:gd name="connsiteX2" fmla="*/ 1248229 w 1378857"/>
                <a:gd name="connsiteY2" fmla="*/ 306976 h 408576"/>
                <a:gd name="connsiteX3" fmla="*/ 885372 w 1378857"/>
                <a:gd name="connsiteY3" fmla="*/ 408576 h 408576"/>
                <a:gd name="connsiteX4" fmla="*/ 0 w 1378857"/>
                <a:gd name="connsiteY4" fmla="*/ 29029 h 408576"/>
                <a:gd name="connsiteX0" fmla="*/ 0 w 1248229"/>
                <a:gd name="connsiteY0" fmla="*/ 566057 h 945604"/>
                <a:gd name="connsiteX1" fmla="*/ 174171 w 1248229"/>
                <a:gd name="connsiteY1" fmla="*/ 0 h 945604"/>
                <a:gd name="connsiteX2" fmla="*/ 1248229 w 1248229"/>
                <a:gd name="connsiteY2" fmla="*/ 844004 h 945604"/>
                <a:gd name="connsiteX3" fmla="*/ 885372 w 1248229"/>
                <a:gd name="connsiteY3" fmla="*/ 945604 h 945604"/>
                <a:gd name="connsiteX4" fmla="*/ 0 w 1248229"/>
                <a:gd name="connsiteY4" fmla="*/ 566057 h 945604"/>
                <a:gd name="connsiteX0" fmla="*/ 0 w 1257754"/>
                <a:gd name="connsiteY0" fmla="*/ 566057 h 945604"/>
                <a:gd name="connsiteX1" fmla="*/ 174171 w 1257754"/>
                <a:gd name="connsiteY1" fmla="*/ 0 h 945604"/>
                <a:gd name="connsiteX2" fmla="*/ 1257754 w 1257754"/>
                <a:gd name="connsiteY2" fmla="*/ 405854 h 945604"/>
                <a:gd name="connsiteX3" fmla="*/ 885372 w 1257754"/>
                <a:gd name="connsiteY3" fmla="*/ 945604 h 945604"/>
                <a:gd name="connsiteX4" fmla="*/ 0 w 1257754"/>
                <a:gd name="connsiteY4" fmla="*/ 566057 h 945604"/>
                <a:gd name="connsiteX0" fmla="*/ 0 w 1257754"/>
                <a:gd name="connsiteY0" fmla="*/ 634578 h 1014125"/>
                <a:gd name="connsiteX1" fmla="*/ 174171 w 1257754"/>
                <a:gd name="connsiteY1" fmla="*/ 68521 h 1014125"/>
                <a:gd name="connsiteX2" fmla="*/ 1257754 w 1257754"/>
                <a:gd name="connsiteY2" fmla="*/ 474375 h 1014125"/>
                <a:gd name="connsiteX3" fmla="*/ 885372 w 1257754"/>
                <a:gd name="connsiteY3" fmla="*/ 1014125 h 1014125"/>
                <a:gd name="connsiteX4" fmla="*/ 0 w 1257754"/>
                <a:gd name="connsiteY4" fmla="*/ 634578 h 1014125"/>
                <a:gd name="connsiteX0" fmla="*/ 0 w 1133929"/>
                <a:gd name="connsiteY0" fmla="*/ 613136 h 992683"/>
                <a:gd name="connsiteX1" fmla="*/ 174171 w 1133929"/>
                <a:gd name="connsiteY1" fmla="*/ 47079 h 992683"/>
                <a:gd name="connsiteX2" fmla="*/ 1133929 w 1133929"/>
                <a:gd name="connsiteY2" fmla="*/ 491033 h 992683"/>
                <a:gd name="connsiteX3" fmla="*/ 885372 w 1133929"/>
                <a:gd name="connsiteY3" fmla="*/ 992683 h 992683"/>
                <a:gd name="connsiteX4" fmla="*/ 0 w 1133929"/>
                <a:gd name="connsiteY4" fmla="*/ 613136 h 992683"/>
                <a:gd name="connsiteX0" fmla="*/ 0 w 1133929"/>
                <a:gd name="connsiteY0" fmla="*/ 629105 h 1008652"/>
                <a:gd name="connsiteX1" fmla="*/ 174171 w 1133929"/>
                <a:gd name="connsiteY1" fmla="*/ 63048 h 1008652"/>
                <a:gd name="connsiteX2" fmla="*/ 1133929 w 1133929"/>
                <a:gd name="connsiteY2" fmla="*/ 478427 h 1008652"/>
                <a:gd name="connsiteX3" fmla="*/ 885372 w 1133929"/>
                <a:gd name="connsiteY3" fmla="*/ 1008652 h 1008652"/>
                <a:gd name="connsiteX4" fmla="*/ 0 w 1133929"/>
                <a:gd name="connsiteY4" fmla="*/ 629105 h 1008652"/>
                <a:gd name="connsiteX0" fmla="*/ 0 w 1133929"/>
                <a:gd name="connsiteY0" fmla="*/ 773682 h 1153229"/>
                <a:gd name="connsiteX1" fmla="*/ 174171 w 1133929"/>
                <a:gd name="connsiteY1" fmla="*/ 207625 h 1153229"/>
                <a:gd name="connsiteX2" fmla="*/ 1133929 w 1133929"/>
                <a:gd name="connsiteY2" fmla="*/ 623004 h 1153229"/>
                <a:gd name="connsiteX3" fmla="*/ 885372 w 1133929"/>
                <a:gd name="connsiteY3" fmla="*/ 1153229 h 1153229"/>
                <a:gd name="connsiteX4" fmla="*/ 0 w 1133929"/>
                <a:gd name="connsiteY4" fmla="*/ 773682 h 1153229"/>
                <a:gd name="connsiteX0" fmla="*/ 0 w 1133929"/>
                <a:gd name="connsiteY0" fmla="*/ 780020 h 1159567"/>
                <a:gd name="connsiteX1" fmla="*/ 174171 w 1133929"/>
                <a:gd name="connsiteY1" fmla="*/ 213963 h 1159567"/>
                <a:gd name="connsiteX2" fmla="*/ 1133929 w 1133929"/>
                <a:gd name="connsiteY2" fmla="*/ 629342 h 1159567"/>
                <a:gd name="connsiteX3" fmla="*/ 885372 w 1133929"/>
                <a:gd name="connsiteY3" fmla="*/ 1159567 h 1159567"/>
                <a:gd name="connsiteX4" fmla="*/ 0 w 1133929"/>
                <a:gd name="connsiteY4" fmla="*/ 780020 h 1159567"/>
                <a:gd name="connsiteX0" fmla="*/ 93028 w 1226957"/>
                <a:gd name="connsiteY0" fmla="*/ 780020 h 1159567"/>
                <a:gd name="connsiteX1" fmla="*/ 267199 w 1226957"/>
                <a:gd name="connsiteY1" fmla="*/ 213963 h 1159567"/>
                <a:gd name="connsiteX2" fmla="*/ 1226957 w 1226957"/>
                <a:gd name="connsiteY2" fmla="*/ 629342 h 1159567"/>
                <a:gd name="connsiteX3" fmla="*/ 978400 w 1226957"/>
                <a:gd name="connsiteY3" fmla="*/ 1159567 h 1159567"/>
                <a:gd name="connsiteX4" fmla="*/ 93028 w 1226957"/>
                <a:gd name="connsiteY4" fmla="*/ 780020 h 1159567"/>
                <a:gd name="connsiteX0" fmla="*/ 111745 w 1217099"/>
                <a:gd name="connsiteY0" fmla="*/ 780020 h 1159567"/>
                <a:gd name="connsiteX1" fmla="*/ 257341 w 1217099"/>
                <a:gd name="connsiteY1" fmla="*/ 213963 h 1159567"/>
                <a:gd name="connsiteX2" fmla="*/ 1217099 w 1217099"/>
                <a:gd name="connsiteY2" fmla="*/ 629342 h 1159567"/>
                <a:gd name="connsiteX3" fmla="*/ 968542 w 1217099"/>
                <a:gd name="connsiteY3" fmla="*/ 1159567 h 1159567"/>
                <a:gd name="connsiteX4" fmla="*/ 111745 w 1217099"/>
                <a:gd name="connsiteY4" fmla="*/ 780020 h 1159567"/>
                <a:gd name="connsiteX0" fmla="*/ 250201 w 1355555"/>
                <a:gd name="connsiteY0" fmla="*/ 780020 h 1159567"/>
                <a:gd name="connsiteX1" fmla="*/ 395797 w 1355555"/>
                <a:gd name="connsiteY1" fmla="*/ 213963 h 1159567"/>
                <a:gd name="connsiteX2" fmla="*/ 1355555 w 1355555"/>
                <a:gd name="connsiteY2" fmla="*/ 629342 h 1159567"/>
                <a:gd name="connsiteX3" fmla="*/ 1106998 w 1355555"/>
                <a:gd name="connsiteY3" fmla="*/ 1159567 h 1159567"/>
                <a:gd name="connsiteX4" fmla="*/ 250201 w 1355555"/>
                <a:gd name="connsiteY4" fmla="*/ 780020 h 1159567"/>
                <a:gd name="connsiteX0" fmla="*/ 250201 w 1355555"/>
                <a:gd name="connsiteY0" fmla="*/ 780020 h 1246696"/>
                <a:gd name="connsiteX1" fmla="*/ 395797 w 1355555"/>
                <a:gd name="connsiteY1" fmla="*/ 213963 h 1246696"/>
                <a:gd name="connsiteX2" fmla="*/ 1355555 w 1355555"/>
                <a:gd name="connsiteY2" fmla="*/ 629342 h 1246696"/>
                <a:gd name="connsiteX3" fmla="*/ 1106998 w 1355555"/>
                <a:gd name="connsiteY3" fmla="*/ 1159567 h 1246696"/>
                <a:gd name="connsiteX4" fmla="*/ 250201 w 1355555"/>
                <a:gd name="connsiteY4" fmla="*/ 780020 h 1246696"/>
                <a:gd name="connsiteX0" fmla="*/ 250201 w 1355555"/>
                <a:gd name="connsiteY0" fmla="*/ 780020 h 1198340"/>
                <a:gd name="connsiteX1" fmla="*/ 395797 w 1355555"/>
                <a:gd name="connsiteY1" fmla="*/ 213963 h 1198340"/>
                <a:gd name="connsiteX2" fmla="*/ 1355555 w 1355555"/>
                <a:gd name="connsiteY2" fmla="*/ 629342 h 1198340"/>
                <a:gd name="connsiteX3" fmla="*/ 1145098 w 1355555"/>
                <a:gd name="connsiteY3" fmla="*/ 1026217 h 1198340"/>
                <a:gd name="connsiteX4" fmla="*/ 250201 w 1355555"/>
                <a:gd name="connsiteY4" fmla="*/ 780020 h 1198340"/>
                <a:gd name="connsiteX0" fmla="*/ 250201 w 1355555"/>
                <a:gd name="connsiteY0" fmla="*/ 780020 h 1282030"/>
                <a:gd name="connsiteX1" fmla="*/ 395797 w 1355555"/>
                <a:gd name="connsiteY1" fmla="*/ 213963 h 1282030"/>
                <a:gd name="connsiteX2" fmla="*/ 1355555 w 1355555"/>
                <a:gd name="connsiteY2" fmla="*/ 629342 h 1282030"/>
                <a:gd name="connsiteX3" fmla="*/ 1145098 w 1355555"/>
                <a:gd name="connsiteY3" fmla="*/ 1026217 h 1282030"/>
                <a:gd name="connsiteX4" fmla="*/ 250201 w 1355555"/>
                <a:gd name="connsiteY4" fmla="*/ 780020 h 1282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55555" h="1282030">
                  <a:moveTo>
                    <a:pt x="250201" y="780020"/>
                  </a:moveTo>
                  <a:cubicBezTo>
                    <a:pt x="-91792" y="1000909"/>
                    <a:pt x="-119460" y="364549"/>
                    <a:pt x="395797" y="213963"/>
                  </a:cubicBezTo>
                  <a:cubicBezTo>
                    <a:pt x="433141" y="-31752"/>
                    <a:pt x="984836" y="-239368"/>
                    <a:pt x="1355555" y="629342"/>
                  </a:cubicBezTo>
                  <a:lnTo>
                    <a:pt x="1145098" y="1026217"/>
                  </a:lnTo>
                  <a:cubicBezTo>
                    <a:pt x="764249" y="1175926"/>
                    <a:pt x="-102375" y="1630436"/>
                    <a:pt x="250201" y="780020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en-US" kern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B2ED715-B3FE-D575-E6E0-25CBF20752AC}"/>
                </a:ext>
              </a:extLst>
            </p:cNvPr>
            <p:cNvSpPr/>
            <p:nvPr/>
          </p:nvSpPr>
          <p:spPr>
            <a:xfrm rot="1236193">
              <a:off x="3275288" y="3130621"/>
              <a:ext cx="3512545" cy="1884086"/>
            </a:xfrm>
            <a:custGeom>
              <a:avLst/>
              <a:gdLst>
                <a:gd name="connsiteX0" fmla="*/ 0 w 885825"/>
                <a:gd name="connsiteY0" fmla="*/ 0 h 1028700"/>
                <a:gd name="connsiteX1" fmla="*/ 885825 w 885825"/>
                <a:gd name="connsiteY1" fmla="*/ 0 h 1028700"/>
                <a:gd name="connsiteX2" fmla="*/ 885825 w 885825"/>
                <a:gd name="connsiteY2" fmla="*/ 1028700 h 1028700"/>
                <a:gd name="connsiteX3" fmla="*/ 0 w 885825"/>
                <a:gd name="connsiteY3" fmla="*/ 1028700 h 1028700"/>
                <a:gd name="connsiteX4" fmla="*/ 0 w 885825"/>
                <a:gd name="connsiteY4" fmla="*/ 0 h 1028700"/>
                <a:gd name="connsiteX0" fmla="*/ 167925 w 885825"/>
                <a:gd name="connsiteY0" fmla="*/ 0 h 1529391"/>
                <a:gd name="connsiteX1" fmla="*/ 885825 w 885825"/>
                <a:gd name="connsiteY1" fmla="*/ 500691 h 1529391"/>
                <a:gd name="connsiteX2" fmla="*/ 885825 w 885825"/>
                <a:gd name="connsiteY2" fmla="*/ 1529391 h 1529391"/>
                <a:gd name="connsiteX3" fmla="*/ 0 w 885825"/>
                <a:gd name="connsiteY3" fmla="*/ 1529391 h 1529391"/>
                <a:gd name="connsiteX4" fmla="*/ 167925 w 885825"/>
                <a:gd name="connsiteY4" fmla="*/ 0 h 1529391"/>
                <a:gd name="connsiteX0" fmla="*/ 0 w 717900"/>
                <a:gd name="connsiteY0" fmla="*/ 0 h 1724331"/>
                <a:gd name="connsiteX1" fmla="*/ 717900 w 717900"/>
                <a:gd name="connsiteY1" fmla="*/ 500691 h 1724331"/>
                <a:gd name="connsiteX2" fmla="*/ 717900 w 717900"/>
                <a:gd name="connsiteY2" fmla="*/ 1529391 h 1724331"/>
                <a:gd name="connsiteX3" fmla="*/ 17295 w 717900"/>
                <a:gd name="connsiteY3" fmla="*/ 1724331 h 1724331"/>
                <a:gd name="connsiteX4" fmla="*/ 0 w 717900"/>
                <a:gd name="connsiteY4" fmla="*/ 0 h 1724331"/>
                <a:gd name="connsiteX0" fmla="*/ 0 w 2698343"/>
                <a:gd name="connsiteY0" fmla="*/ 0 h 1724331"/>
                <a:gd name="connsiteX1" fmla="*/ 717900 w 2698343"/>
                <a:gd name="connsiteY1" fmla="*/ 500691 h 1724331"/>
                <a:gd name="connsiteX2" fmla="*/ 2698343 w 2698343"/>
                <a:gd name="connsiteY2" fmla="*/ 815393 h 1724331"/>
                <a:gd name="connsiteX3" fmla="*/ 17295 w 2698343"/>
                <a:gd name="connsiteY3" fmla="*/ 1724331 h 1724331"/>
                <a:gd name="connsiteX4" fmla="*/ 0 w 2698343"/>
                <a:gd name="connsiteY4" fmla="*/ 0 h 1724331"/>
                <a:gd name="connsiteX0" fmla="*/ 0 w 2698343"/>
                <a:gd name="connsiteY0" fmla="*/ 0 h 1724331"/>
                <a:gd name="connsiteX1" fmla="*/ 2698343 w 2698343"/>
                <a:gd name="connsiteY1" fmla="*/ 815393 h 1724331"/>
                <a:gd name="connsiteX2" fmla="*/ 17295 w 2698343"/>
                <a:gd name="connsiteY2" fmla="*/ 1724331 h 1724331"/>
                <a:gd name="connsiteX3" fmla="*/ 0 w 2698343"/>
                <a:gd name="connsiteY3" fmla="*/ 0 h 1724331"/>
                <a:gd name="connsiteX0" fmla="*/ 0 w 2698343"/>
                <a:gd name="connsiteY0" fmla="*/ 0 h 1724331"/>
                <a:gd name="connsiteX1" fmla="*/ 2698343 w 2698343"/>
                <a:gd name="connsiteY1" fmla="*/ 815393 h 1724331"/>
                <a:gd name="connsiteX2" fmla="*/ 17295 w 2698343"/>
                <a:gd name="connsiteY2" fmla="*/ 1724331 h 1724331"/>
                <a:gd name="connsiteX3" fmla="*/ 0 w 2698343"/>
                <a:gd name="connsiteY3" fmla="*/ 0 h 1724331"/>
                <a:gd name="connsiteX0" fmla="*/ 0 w 2698343"/>
                <a:gd name="connsiteY0" fmla="*/ 0 h 1724331"/>
                <a:gd name="connsiteX1" fmla="*/ 2698343 w 2698343"/>
                <a:gd name="connsiteY1" fmla="*/ 815393 h 1724331"/>
                <a:gd name="connsiteX2" fmla="*/ 17295 w 2698343"/>
                <a:gd name="connsiteY2" fmla="*/ 1724331 h 1724331"/>
                <a:gd name="connsiteX3" fmla="*/ 0 w 2698343"/>
                <a:gd name="connsiteY3" fmla="*/ 0 h 1724331"/>
                <a:gd name="connsiteX0" fmla="*/ 0 w 2698343"/>
                <a:gd name="connsiteY0" fmla="*/ 0 h 1724331"/>
                <a:gd name="connsiteX1" fmla="*/ 2698343 w 2698343"/>
                <a:gd name="connsiteY1" fmla="*/ 815393 h 1724331"/>
                <a:gd name="connsiteX2" fmla="*/ 17295 w 2698343"/>
                <a:gd name="connsiteY2" fmla="*/ 1724331 h 1724331"/>
                <a:gd name="connsiteX3" fmla="*/ 0 w 2698343"/>
                <a:gd name="connsiteY3" fmla="*/ 0 h 1724331"/>
                <a:gd name="connsiteX0" fmla="*/ 0 w 2698343"/>
                <a:gd name="connsiteY0" fmla="*/ 0 h 1724331"/>
                <a:gd name="connsiteX1" fmla="*/ 2698343 w 2698343"/>
                <a:gd name="connsiteY1" fmla="*/ 815393 h 1724331"/>
                <a:gd name="connsiteX2" fmla="*/ 17295 w 2698343"/>
                <a:gd name="connsiteY2" fmla="*/ 1724331 h 1724331"/>
                <a:gd name="connsiteX3" fmla="*/ 0 w 2698343"/>
                <a:gd name="connsiteY3" fmla="*/ 0 h 1724331"/>
                <a:gd name="connsiteX0" fmla="*/ 0 w 2698343"/>
                <a:gd name="connsiteY0" fmla="*/ 0 h 1728957"/>
                <a:gd name="connsiteX1" fmla="*/ 2698343 w 2698343"/>
                <a:gd name="connsiteY1" fmla="*/ 815393 h 1728957"/>
                <a:gd name="connsiteX2" fmla="*/ 17295 w 2698343"/>
                <a:gd name="connsiteY2" fmla="*/ 1724331 h 1728957"/>
                <a:gd name="connsiteX3" fmla="*/ 0 w 2698343"/>
                <a:gd name="connsiteY3" fmla="*/ 0 h 1728957"/>
                <a:gd name="connsiteX0" fmla="*/ 0 w 2698343"/>
                <a:gd name="connsiteY0" fmla="*/ 1095 h 1730052"/>
                <a:gd name="connsiteX1" fmla="*/ 2698343 w 2698343"/>
                <a:gd name="connsiteY1" fmla="*/ 816488 h 1730052"/>
                <a:gd name="connsiteX2" fmla="*/ 17295 w 2698343"/>
                <a:gd name="connsiteY2" fmla="*/ 1725426 h 1730052"/>
                <a:gd name="connsiteX3" fmla="*/ 0 w 2698343"/>
                <a:gd name="connsiteY3" fmla="*/ 1095 h 1730052"/>
                <a:gd name="connsiteX0" fmla="*/ 693450 w 3391793"/>
                <a:gd name="connsiteY0" fmla="*/ 1095 h 1730052"/>
                <a:gd name="connsiteX1" fmla="*/ 3391793 w 3391793"/>
                <a:gd name="connsiteY1" fmla="*/ 816488 h 1730052"/>
                <a:gd name="connsiteX2" fmla="*/ 710745 w 3391793"/>
                <a:gd name="connsiteY2" fmla="*/ 1725426 h 1730052"/>
                <a:gd name="connsiteX3" fmla="*/ 693450 w 3391793"/>
                <a:gd name="connsiteY3" fmla="*/ 1095 h 1730052"/>
                <a:gd name="connsiteX0" fmla="*/ 895120 w 3593463"/>
                <a:gd name="connsiteY0" fmla="*/ 1095 h 1751905"/>
                <a:gd name="connsiteX1" fmla="*/ 3593463 w 3593463"/>
                <a:gd name="connsiteY1" fmla="*/ 816488 h 1751905"/>
                <a:gd name="connsiteX2" fmla="*/ 912415 w 3593463"/>
                <a:gd name="connsiteY2" fmla="*/ 1725426 h 1751905"/>
                <a:gd name="connsiteX3" fmla="*/ 895120 w 3593463"/>
                <a:gd name="connsiteY3" fmla="*/ 1095 h 1751905"/>
                <a:gd name="connsiteX0" fmla="*/ 888812 w 3587155"/>
                <a:gd name="connsiteY0" fmla="*/ 1095 h 1795852"/>
                <a:gd name="connsiteX1" fmla="*/ 3587155 w 3587155"/>
                <a:gd name="connsiteY1" fmla="*/ 816488 h 1795852"/>
                <a:gd name="connsiteX2" fmla="*/ 922866 w 3587155"/>
                <a:gd name="connsiteY2" fmla="*/ 1770005 h 1795852"/>
                <a:gd name="connsiteX3" fmla="*/ 888812 w 3587155"/>
                <a:gd name="connsiteY3" fmla="*/ 1095 h 1795852"/>
                <a:gd name="connsiteX0" fmla="*/ 655127 w 4163331"/>
                <a:gd name="connsiteY0" fmla="*/ 296156 h 1365817"/>
                <a:gd name="connsiteX1" fmla="*/ 4163331 w 4163331"/>
                <a:gd name="connsiteY1" fmla="*/ 369529 h 1365817"/>
                <a:gd name="connsiteX2" fmla="*/ 1499042 w 4163331"/>
                <a:gd name="connsiteY2" fmla="*/ 1323046 h 1365817"/>
                <a:gd name="connsiteX3" fmla="*/ 655127 w 4163331"/>
                <a:gd name="connsiteY3" fmla="*/ 296156 h 1365817"/>
                <a:gd name="connsiteX0" fmla="*/ 0 w 3508204"/>
                <a:gd name="connsiteY0" fmla="*/ 296156 h 369529"/>
                <a:gd name="connsiteX1" fmla="*/ 3508204 w 3508204"/>
                <a:gd name="connsiteY1" fmla="*/ 369529 h 369529"/>
                <a:gd name="connsiteX2" fmla="*/ 0 w 3508204"/>
                <a:gd name="connsiteY2" fmla="*/ 296156 h 369529"/>
                <a:gd name="connsiteX0" fmla="*/ 0 w 3508204"/>
                <a:gd name="connsiteY0" fmla="*/ 755415 h 828788"/>
                <a:gd name="connsiteX1" fmla="*/ 3508204 w 3508204"/>
                <a:gd name="connsiteY1" fmla="*/ 828788 h 828788"/>
                <a:gd name="connsiteX2" fmla="*/ 0 w 3508204"/>
                <a:gd name="connsiteY2" fmla="*/ 755415 h 828788"/>
                <a:gd name="connsiteX0" fmla="*/ 11 w 3508215"/>
                <a:gd name="connsiteY0" fmla="*/ 755415 h 1736283"/>
                <a:gd name="connsiteX1" fmla="*/ 3508215 w 3508215"/>
                <a:gd name="connsiteY1" fmla="*/ 828788 h 1736283"/>
                <a:gd name="connsiteX2" fmla="*/ 11 w 3508215"/>
                <a:gd name="connsiteY2" fmla="*/ 755415 h 1736283"/>
                <a:gd name="connsiteX0" fmla="*/ 8 w 3510504"/>
                <a:gd name="connsiteY0" fmla="*/ 755415 h 1817036"/>
                <a:gd name="connsiteX1" fmla="*/ 3508212 w 3510504"/>
                <a:gd name="connsiteY1" fmla="*/ 828788 h 1817036"/>
                <a:gd name="connsiteX2" fmla="*/ 8 w 3510504"/>
                <a:gd name="connsiteY2" fmla="*/ 755415 h 1817036"/>
                <a:gd name="connsiteX0" fmla="*/ 8 w 3511152"/>
                <a:gd name="connsiteY0" fmla="*/ 755415 h 1813062"/>
                <a:gd name="connsiteX1" fmla="*/ 3508212 w 3511152"/>
                <a:gd name="connsiteY1" fmla="*/ 828788 h 1813062"/>
                <a:gd name="connsiteX2" fmla="*/ 8 w 3511152"/>
                <a:gd name="connsiteY2" fmla="*/ 755415 h 1813062"/>
                <a:gd name="connsiteX0" fmla="*/ 3975 w 3515015"/>
                <a:gd name="connsiteY0" fmla="*/ 755415 h 1831326"/>
                <a:gd name="connsiteX1" fmla="*/ 3512179 w 3515015"/>
                <a:gd name="connsiteY1" fmla="*/ 828788 h 1831326"/>
                <a:gd name="connsiteX2" fmla="*/ 3975 w 3515015"/>
                <a:gd name="connsiteY2" fmla="*/ 755415 h 1831326"/>
                <a:gd name="connsiteX0" fmla="*/ 3975 w 3515015"/>
                <a:gd name="connsiteY0" fmla="*/ 781762 h 1857673"/>
                <a:gd name="connsiteX1" fmla="*/ 3512179 w 3515015"/>
                <a:gd name="connsiteY1" fmla="*/ 855135 h 1857673"/>
                <a:gd name="connsiteX2" fmla="*/ 3975 w 3515015"/>
                <a:gd name="connsiteY2" fmla="*/ 781762 h 1857673"/>
                <a:gd name="connsiteX0" fmla="*/ 4062 w 3512545"/>
                <a:gd name="connsiteY0" fmla="*/ 781762 h 1884086"/>
                <a:gd name="connsiteX1" fmla="*/ 3512266 w 3512545"/>
                <a:gd name="connsiteY1" fmla="*/ 855135 h 1884086"/>
                <a:gd name="connsiteX2" fmla="*/ 4062 w 3512545"/>
                <a:gd name="connsiteY2" fmla="*/ 781762 h 1884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2545" h="1884086">
                  <a:moveTo>
                    <a:pt x="4062" y="781762"/>
                  </a:moveTo>
                  <a:cubicBezTo>
                    <a:pt x="-19777" y="-563279"/>
                    <a:pt x="3154199" y="74534"/>
                    <a:pt x="3512266" y="855135"/>
                  </a:cubicBezTo>
                  <a:cubicBezTo>
                    <a:pt x="3549443" y="1252199"/>
                    <a:pt x="-139101" y="2999033"/>
                    <a:pt x="4062" y="781762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en-US" kern="0" dirty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6EDAD9F4-5F86-8E9A-10D2-939FA4048898}"/>
                </a:ext>
              </a:extLst>
            </p:cNvPr>
            <p:cNvSpPr/>
            <p:nvPr/>
          </p:nvSpPr>
          <p:spPr>
            <a:xfrm rot="20543115">
              <a:off x="2916207" y="3391941"/>
              <a:ext cx="400050" cy="166707"/>
            </a:xfrm>
            <a:custGeom>
              <a:avLst/>
              <a:gdLst>
                <a:gd name="connsiteX0" fmla="*/ 0 w 390525"/>
                <a:gd name="connsiteY0" fmla="*/ 0 h 190500"/>
                <a:gd name="connsiteX1" fmla="*/ 390525 w 390525"/>
                <a:gd name="connsiteY1" fmla="*/ 190500 h 190500"/>
                <a:gd name="connsiteX2" fmla="*/ 390525 w 390525"/>
                <a:gd name="connsiteY2" fmla="*/ 190500 h 190500"/>
                <a:gd name="connsiteX0" fmla="*/ 0 w 400050"/>
                <a:gd name="connsiteY0" fmla="*/ 0 h 166687"/>
                <a:gd name="connsiteX1" fmla="*/ 400050 w 400050"/>
                <a:gd name="connsiteY1" fmla="*/ 166687 h 166687"/>
                <a:gd name="connsiteX2" fmla="*/ 400050 w 400050"/>
                <a:gd name="connsiteY2" fmla="*/ 166687 h 166687"/>
                <a:gd name="connsiteX0" fmla="*/ 0 w 400050"/>
                <a:gd name="connsiteY0" fmla="*/ 16 h 166703"/>
                <a:gd name="connsiteX1" fmla="*/ 400050 w 400050"/>
                <a:gd name="connsiteY1" fmla="*/ 166703 h 166703"/>
                <a:gd name="connsiteX2" fmla="*/ 400050 w 400050"/>
                <a:gd name="connsiteY2" fmla="*/ 166703 h 166703"/>
                <a:gd name="connsiteX0" fmla="*/ 0 w 400050"/>
                <a:gd name="connsiteY0" fmla="*/ 20 h 166707"/>
                <a:gd name="connsiteX1" fmla="*/ 400050 w 400050"/>
                <a:gd name="connsiteY1" fmla="*/ 166707 h 166707"/>
                <a:gd name="connsiteX2" fmla="*/ 400050 w 400050"/>
                <a:gd name="connsiteY2" fmla="*/ 166707 h 166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0050" h="166707">
                  <a:moveTo>
                    <a:pt x="0" y="20"/>
                  </a:moveTo>
                  <a:cubicBezTo>
                    <a:pt x="185738" y="-1568"/>
                    <a:pt x="300037" y="87333"/>
                    <a:pt x="400050" y="166707"/>
                  </a:cubicBezTo>
                  <a:lnTo>
                    <a:pt x="400050" y="166707"/>
                  </a:lnTo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en-US" kern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EF6000DD-840B-8A92-B969-1206BC8635E7}"/>
                </a:ext>
              </a:extLst>
            </p:cNvPr>
            <p:cNvSpPr/>
            <p:nvPr/>
          </p:nvSpPr>
          <p:spPr>
            <a:xfrm>
              <a:off x="2900362" y="2986955"/>
              <a:ext cx="400050" cy="166707"/>
            </a:xfrm>
            <a:custGeom>
              <a:avLst/>
              <a:gdLst>
                <a:gd name="connsiteX0" fmla="*/ 0 w 390525"/>
                <a:gd name="connsiteY0" fmla="*/ 0 h 190500"/>
                <a:gd name="connsiteX1" fmla="*/ 390525 w 390525"/>
                <a:gd name="connsiteY1" fmla="*/ 190500 h 190500"/>
                <a:gd name="connsiteX2" fmla="*/ 390525 w 390525"/>
                <a:gd name="connsiteY2" fmla="*/ 190500 h 190500"/>
                <a:gd name="connsiteX0" fmla="*/ 0 w 400050"/>
                <a:gd name="connsiteY0" fmla="*/ 0 h 166687"/>
                <a:gd name="connsiteX1" fmla="*/ 400050 w 400050"/>
                <a:gd name="connsiteY1" fmla="*/ 166687 h 166687"/>
                <a:gd name="connsiteX2" fmla="*/ 400050 w 400050"/>
                <a:gd name="connsiteY2" fmla="*/ 166687 h 166687"/>
                <a:gd name="connsiteX0" fmla="*/ 0 w 400050"/>
                <a:gd name="connsiteY0" fmla="*/ 16 h 166703"/>
                <a:gd name="connsiteX1" fmla="*/ 400050 w 400050"/>
                <a:gd name="connsiteY1" fmla="*/ 166703 h 166703"/>
                <a:gd name="connsiteX2" fmla="*/ 400050 w 400050"/>
                <a:gd name="connsiteY2" fmla="*/ 166703 h 166703"/>
                <a:gd name="connsiteX0" fmla="*/ 0 w 400050"/>
                <a:gd name="connsiteY0" fmla="*/ 20 h 166707"/>
                <a:gd name="connsiteX1" fmla="*/ 400050 w 400050"/>
                <a:gd name="connsiteY1" fmla="*/ 166707 h 166707"/>
                <a:gd name="connsiteX2" fmla="*/ 400050 w 400050"/>
                <a:gd name="connsiteY2" fmla="*/ 166707 h 166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0050" h="166707">
                  <a:moveTo>
                    <a:pt x="0" y="20"/>
                  </a:moveTo>
                  <a:cubicBezTo>
                    <a:pt x="185738" y="-1568"/>
                    <a:pt x="300037" y="87333"/>
                    <a:pt x="400050" y="166707"/>
                  </a:cubicBezTo>
                  <a:lnTo>
                    <a:pt x="400050" y="166707"/>
                  </a:lnTo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en-US" kern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6A9F634-1306-670B-1EF1-6981CAA4A418}"/>
                </a:ext>
              </a:extLst>
            </p:cNvPr>
            <p:cNvSpPr/>
            <p:nvPr/>
          </p:nvSpPr>
          <p:spPr>
            <a:xfrm rot="17458082">
              <a:off x="5875360" y="4437411"/>
              <a:ext cx="276051" cy="155696"/>
            </a:xfrm>
            <a:prstGeom prst="ellips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en-US" kern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E1A3537-04D5-79B1-FE71-B48174D1A680}"/>
                </a:ext>
              </a:extLst>
            </p:cNvPr>
            <p:cNvSpPr/>
            <p:nvPr/>
          </p:nvSpPr>
          <p:spPr>
            <a:xfrm rot="17458082">
              <a:off x="5041405" y="4370170"/>
              <a:ext cx="349345" cy="117937"/>
            </a:xfrm>
            <a:custGeom>
              <a:avLst/>
              <a:gdLst>
                <a:gd name="connsiteX0" fmla="*/ 0 w 335699"/>
                <a:gd name="connsiteY0" fmla="*/ 77848 h 155696"/>
                <a:gd name="connsiteX1" fmla="*/ 167850 w 335699"/>
                <a:gd name="connsiteY1" fmla="*/ 0 h 155696"/>
                <a:gd name="connsiteX2" fmla="*/ 335700 w 335699"/>
                <a:gd name="connsiteY2" fmla="*/ 77848 h 155696"/>
                <a:gd name="connsiteX3" fmla="*/ 167850 w 335699"/>
                <a:gd name="connsiteY3" fmla="*/ 155696 h 155696"/>
                <a:gd name="connsiteX4" fmla="*/ 0 w 335699"/>
                <a:gd name="connsiteY4" fmla="*/ 77848 h 155696"/>
                <a:gd name="connsiteX0" fmla="*/ 0 w 335700"/>
                <a:gd name="connsiteY0" fmla="*/ 77848 h 87579"/>
                <a:gd name="connsiteX1" fmla="*/ 167850 w 335700"/>
                <a:gd name="connsiteY1" fmla="*/ 0 h 87579"/>
                <a:gd name="connsiteX2" fmla="*/ 335700 w 335700"/>
                <a:gd name="connsiteY2" fmla="*/ 77848 h 87579"/>
                <a:gd name="connsiteX3" fmla="*/ 0 w 335700"/>
                <a:gd name="connsiteY3" fmla="*/ 77848 h 87579"/>
                <a:gd name="connsiteX0" fmla="*/ 17486 w 353186"/>
                <a:gd name="connsiteY0" fmla="*/ 77848 h 108734"/>
                <a:gd name="connsiteX1" fmla="*/ 185336 w 353186"/>
                <a:gd name="connsiteY1" fmla="*/ 0 h 108734"/>
                <a:gd name="connsiteX2" fmla="*/ 353186 w 353186"/>
                <a:gd name="connsiteY2" fmla="*/ 77848 h 108734"/>
                <a:gd name="connsiteX3" fmla="*/ 17486 w 353186"/>
                <a:gd name="connsiteY3" fmla="*/ 77848 h 108734"/>
                <a:gd name="connsiteX0" fmla="*/ 37366 w 373066"/>
                <a:gd name="connsiteY0" fmla="*/ 77942 h 84331"/>
                <a:gd name="connsiteX1" fmla="*/ 27043 w 373066"/>
                <a:gd name="connsiteY1" fmla="*/ 62338 h 84331"/>
                <a:gd name="connsiteX2" fmla="*/ 205216 w 373066"/>
                <a:gd name="connsiteY2" fmla="*/ 94 h 84331"/>
                <a:gd name="connsiteX3" fmla="*/ 373066 w 373066"/>
                <a:gd name="connsiteY3" fmla="*/ 77942 h 84331"/>
                <a:gd name="connsiteX4" fmla="*/ 37366 w 373066"/>
                <a:gd name="connsiteY4" fmla="*/ 77942 h 84331"/>
                <a:gd name="connsiteX0" fmla="*/ 349497 w 349497"/>
                <a:gd name="connsiteY0" fmla="*/ 77942 h 81705"/>
                <a:gd name="connsiteX1" fmla="*/ 3474 w 349497"/>
                <a:gd name="connsiteY1" fmla="*/ 62338 h 81705"/>
                <a:gd name="connsiteX2" fmla="*/ 181647 w 349497"/>
                <a:gd name="connsiteY2" fmla="*/ 94 h 81705"/>
                <a:gd name="connsiteX3" fmla="*/ 349497 w 349497"/>
                <a:gd name="connsiteY3" fmla="*/ 77942 h 81705"/>
                <a:gd name="connsiteX0" fmla="*/ 339455 w 339455"/>
                <a:gd name="connsiteY0" fmla="*/ 77915 h 94287"/>
                <a:gd name="connsiteX1" fmla="*/ 3657 w 339455"/>
                <a:gd name="connsiteY1" fmla="*/ 88994 h 94287"/>
                <a:gd name="connsiteX2" fmla="*/ 171605 w 339455"/>
                <a:gd name="connsiteY2" fmla="*/ 67 h 94287"/>
                <a:gd name="connsiteX3" fmla="*/ 339455 w 339455"/>
                <a:gd name="connsiteY3" fmla="*/ 77915 h 94287"/>
                <a:gd name="connsiteX0" fmla="*/ 339455 w 339455"/>
                <a:gd name="connsiteY0" fmla="*/ 77915 h 118179"/>
                <a:gd name="connsiteX1" fmla="*/ 3657 w 339455"/>
                <a:gd name="connsiteY1" fmla="*/ 88994 h 118179"/>
                <a:gd name="connsiteX2" fmla="*/ 171605 w 339455"/>
                <a:gd name="connsiteY2" fmla="*/ 67 h 118179"/>
                <a:gd name="connsiteX3" fmla="*/ 339455 w 339455"/>
                <a:gd name="connsiteY3" fmla="*/ 77915 h 118179"/>
                <a:gd name="connsiteX0" fmla="*/ 346545 w 346545"/>
                <a:gd name="connsiteY0" fmla="*/ 78598 h 118341"/>
                <a:gd name="connsiteX1" fmla="*/ 3682 w 346545"/>
                <a:gd name="connsiteY1" fmla="*/ 88985 h 118341"/>
                <a:gd name="connsiteX2" fmla="*/ 171630 w 346545"/>
                <a:gd name="connsiteY2" fmla="*/ 58 h 118341"/>
                <a:gd name="connsiteX3" fmla="*/ 346545 w 346545"/>
                <a:gd name="connsiteY3" fmla="*/ 78598 h 118341"/>
                <a:gd name="connsiteX0" fmla="*/ 346545 w 354448"/>
                <a:gd name="connsiteY0" fmla="*/ 78598 h 99142"/>
                <a:gd name="connsiteX1" fmla="*/ 296588 w 354448"/>
                <a:gd name="connsiteY1" fmla="*/ 99142 h 99142"/>
                <a:gd name="connsiteX2" fmla="*/ 3682 w 354448"/>
                <a:gd name="connsiteY2" fmla="*/ 88985 h 99142"/>
                <a:gd name="connsiteX3" fmla="*/ 171630 w 354448"/>
                <a:gd name="connsiteY3" fmla="*/ 58 h 99142"/>
                <a:gd name="connsiteX4" fmla="*/ 346545 w 354448"/>
                <a:gd name="connsiteY4" fmla="*/ 78598 h 99142"/>
                <a:gd name="connsiteX0" fmla="*/ 171455 w 301113"/>
                <a:gd name="connsiteY0" fmla="*/ 28 h 99112"/>
                <a:gd name="connsiteX1" fmla="*/ 296413 w 301113"/>
                <a:gd name="connsiteY1" fmla="*/ 99112 h 99112"/>
                <a:gd name="connsiteX2" fmla="*/ 3507 w 301113"/>
                <a:gd name="connsiteY2" fmla="*/ 88955 h 99112"/>
                <a:gd name="connsiteX3" fmla="*/ 171455 w 301113"/>
                <a:gd name="connsiteY3" fmla="*/ 28 h 99112"/>
                <a:gd name="connsiteX0" fmla="*/ 171607 w 343989"/>
                <a:gd name="connsiteY0" fmla="*/ 1 h 89108"/>
                <a:gd name="connsiteX1" fmla="*/ 340344 w 343989"/>
                <a:gd name="connsiteY1" fmla="*/ 89108 h 89108"/>
                <a:gd name="connsiteX2" fmla="*/ 3659 w 343989"/>
                <a:gd name="connsiteY2" fmla="*/ 88928 h 89108"/>
                <a:gd name="connsiteX3" fmla="*/ 171607 w 343989"/>
                <a:gd name="connsiteY3" fmla="*/ 1 h 89108"/>
                <a:gd name="connsiteX0" fmla="*/ 171607 w 346640"/>
                <a:gd name="connsiteY0" fmla="*/ 7935 h 97042"/>
                <a:gd name="connsiteX1" fmla="*/ 340344 w 346640"/>
                <a:gd name="connsiteY1" fmla="*/ 97042 h 97042"/>
                <a:gd name="connsiteX2" fmla="*/ 3659 w 346640"/>
                <a:gd name="connsiteY2" fmla="*/ 96862 h 97042"/>
                <a:gd name="connsiteX3" fmla="*/ 171607 w 346640"/>
                <a:gd name="connsiteY3" fmla="*/ 7935 h 97042"/>
                <a:gd name="connsiteX0" fmla="*/ 174300 w 349345"/>
                <a:gd name="connsiteY0" fmla="*/ 1021 h 90128"/>
                <a:gd name="connsiteX1" fmla="*/ 343037 w 349345"/>
                <a:gd name="connsiteY1" fmla="*/ 90128 h 90128"/>
                <a:gd name="connsiteX2" fmla="*/ 6352 w 349345"/>
                <a:gd name="connsiteY2" fmla="*/ 89948 h 90128"/>
                <a:gd name="connsiteX3" fmla="*/ 174300 w 349345"/>
                <a:gd name="connsiteY3" fmla="*/ 1021 h 90128"/>
                <a:gd name="connsiteX0" fmla="*/ 174300 w 349345"/>
                <a:gd name="connsiteY0" fmla="*/ 1021 h 108688"/>
                <a:gd name="connsiteX1" fmla="*/ 343037 w 349345"/>
                <a:gd name="connsiteY1" fmla="*/ 90128 h 108688"/>
                <a:gd name="connsiteX2" fmla="*/ 6352 w 349345"/>
                <a:gd name="connsiteY2" fmla="*/ 89948 h 108688"/>
                <a:gd name="connsiteX3" fmla="*/ 174300 w 349345"/>
                <a:gd name="connsiteY3" fmla="*/ 1021 h 108688"/>
                <a:gd name="connsiteX0" fmla="*/ 174300 w 349345"/>
                <a:gd name="connsiteY0" fmla="*/ 1021 h 117937"/>
                <a:gd name="connsiteX1" fmla="*/ 343037 w 349345"/>
                <a:gd name="connsiteY1" fmla="*/ 90128 h 117937"/>
                <a:gd name="connsiteX2" fmla="*/ 6352 w 349345"/>
                <a:gd name="connsiteY2" fmla="*/ 89948 h 117937"/>
                <a:gd name="connsiteX3" fmla="*/ 174300 w 349345"/>
                <a:gd name="connsiteY3" fmla="*/ 1021 h 117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9345" h="117937">
                  <a:moveTo>
                    <a:pt x="174300" y="1021"/>
                  </a:moveTo>
                  <a:cubicBezTo>
                    <a:pt x="304284" y="-10257"/>
                    <a:pt x="371028" y="75307"/>
                    <a:pt x="343037" y="90128"/>
                  </a:cubicBezTo>
                  <a:cubicBezTo>
                    <a:pt x="192462" y="131965"/>
                    <a:pt x="141108" y="122176"/>
                    <a:pt x="6352" y="89948"/>
                  </a:cubicBezTo>
                  <a:cubicBezTo>
                    <a:pt x="-21623" y="76973"/>
                    <a:pt x="44316" y="12299"/>
                    <a:pt x="174300" y="1021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en-US" kern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9" name="Oval 7">
              <a:extLst>
                <a:ext uri="{FF2B5EF4-FFF2-40B4-BE49-F238E27FC236}">
                  <a16:creationId xmlns:a16="http://schemas.microsoft.com/office/drawing/2014/main" id="{A2449F36-382D-CA0A-C041-AC32DB1A1D27}"/>
                </a:ext>
              </a:extLst>
            </p:cNvPr>
            <p:cNvSpPr/>
            <p:nvPr/>
          </p:nvSpPr>
          <p:spPr>
            <a:xfrm rot="18587718">
              <a:off x="4516622" y="3595441"/>
              <a:ext cx="425256" cy="153497"/>
            </a:xfrm>
            <a:custGeom>
              <a:avLst/>
              <a:gdLst>
                <a:gd name="connsiteX0" fmla="*/ 0 w 335699"/>
                <a:gd name="connsiteY0" fmla="*/ 77848 h 155696"/>
                <a:gd name="connsiteX1" fmla="*/ 167850 w 335699"/>
                <a:gd name="connsiteY1" fmla="*/ 0 h 155696"/>
                <a:gd name="connsiteX2" fmla="*/ 335700 w 335699"/>
                <a:gd name="connsiteY2" fmla="*/ 77848 h 155696"/>
                <a:gd name="connsiteX3" fmla="*/ 167850 w 335699"/>
                <a:gd name="connsiteY3" fmla="*/ 155696 h 155696"/>
                <a:gd name="connsiteX4" fmla="*/ 0 w 335699"/>
                <a:gd name="connsiteY4" fmla="*/ 77848 h 155696"/>
                <a:gd name="connsiteX0" fmla="*/ 0 w 335700"/>
                <a:gd name="connsiteY0" fmla="*/ 77848 h 87579"/>
                <a:gd name="connsiteX1" fmla="*/ 167850 w 335700"/>
                <a:gd name="connsiteY1" fmla="*/ 0 h 87579"/>
                <a:gd name="connsiteX2" fmla="*/ 335700 w 335700"/>
                <a:gd name="connsiteY2" fmla="*/ 77848 h 87579"/>
                <a:gd name="connsiteX3" fmla="*/ 0 w 335700"/>
                <a:gd name="connsiteY3" fmla="*/ 77848 h 87579"/>
                <a:gd name="connsiteX0" fmla="*/ 17486 w 353186"/>
                <a:gd name="connsiteY0" fmla="*/ 77848 h 108734"/>
                <a:gd name="connsiteX1" fmla="*/ 185336 w 353186"/>
                <a:gd name="connsiteY1" fmla="*/ 0 h 108734"/>
                <a:gd name="connsiteX2" fmla="*/ 353186 w 353186"/>
                <a:gd name="connsiteY2" fmla="*/ 77848 h 108734"/>
                <a:gd name="connsiteX3" fmla="*/ 17486 w 353186"/>
                <a:gd name="connsiteY3" fmla="*/ 77848 h 108734"/>
                <a:gd name="connsiteX0" fmla="*/ 37366 w 373066"/>
                <a:gd name="connsiteY0" fmla="*/ 77942 h 84331"/>
                <a:gd name="connsiteX1" fmla="*/ 27043 w 373066"/>
                <a:gd name="connsiteY1" fmla="*/ 62338 h 84331"/>
                <a:gd name="connsiteX2" fmla="*/ 205216 w 373066"/>
                <a:gd name="connsiteY2" fmla="*/ 94 h 84331"/>
                <a:gd name="connsiteX3" fmla="*/ 373066 w 373066"/>
                <a:gd name="connsiteY3" fmla="*/ 77942 h 84331"/>
                <a:gd name="connsiteX4" fmla="*/ 37366 w 373066"/>
                <a:gd name="connsiteY4" fmla="*/ 77942 h 84331"/>
                <a:gd name="connsiteX0" fmla="*/ 349497 w 349497"/>
                <a:gd name="connsiteY0" fmla="*/ 77942 h 81705"/>
                <a:gd name="connsiteX1" fmla="*/ 3474 w 349497"/>
                <a:gd name="connsiteY1" fmla="*/ 62338 h 81705"/>
                <a:gd name="connsiteX2" fmla="*/ 181647 w 349497"/>
                <a:gd name="connsiteY2" fmla="*/ 94 h 81705"/>
                <a:gd name="connsiteX3" fmla="*/ 349497 w 349497"/>
                <a:gd name="connsiteY3" fmla="*/ 77942 h 81705"/>
                <a:gd name="connsiteX0" fmla="*/ 339455 w 339455"/>
                <a:gd name="connsiteY0" fmla="*/ 77915 h 94287"/>
                <a:gd name="connsiteX1" fmla="*/ 3657 w 339455"/>
                <a:gd name="connsiteY1" fmla="*/ 88994 h 94287"/>
                <a:gd name="connsiteX2" fmla="*/ 171605 w 339455"/>
                <a:gd name="connsiteY2" fmla="*/ 67 h 94287"/>
                <a:gd name="connsiteX3" fmla="*/ 339455 w 339455"/>
                <a:gd name="connsiteY3" fmla="*/ 77915 h 94287"/>
                <a:gd name="connsiteX0" fmla="*/ 339455 w 339455"/>
                <a:gd name="connsiteY0" fmla="*/ 77915 h 118179"/>
                <a:gd name="connsiteX1" fmla="*/ 3657 w 339455"/>
                <a:gd name="connsiteY1" fmla="*/ 88994 h 118179"/>
                <a:gd name="connsiteX2" fmla="*/ 171605 w 339455"/>
                <a:gd name="connsiteY2" fmla="*/ 67 h 118179"/>
                <a:gd name="connsiteX3" fmla="*/ 339455 w 339455"/>
                <a:gd name="connsiteY3" fmla="*/ 77915 h 118179"/>
                <a:gd name="connsiteX0" fmla="*/ 346545 w 346545"/>
                <a:gd name="connsiteY0" fmla="*/ 78598 h 118341"/>
                <a:gd name="connsiteX1" fmla="*/ 3682 w 346545"/>
                <a:gd name="connsiteY1" fmla="*/ 88985 h 118341"/>
                <a:gd name="connsiteX2" fmla="*/ 171630 w 346545"/>
                <a:gd name="connsiteY2" fmla="*/ 58 h 118341"/>
                <a:gd name="connsiteX3" fmla="*/ 346545 w 346545"/>
                <a:gd name="connsiteY3" fmla="*/ 78598 h 118341"/>
                <a:gd name="connsiteX0" fmla="*/ 346545 w 354448"/>
                <a:gd name="connsiteY0" fmla="*/ 78598 h 99142"/>
                <a:gd name="connsiteX1" fmla="*/ 296588 w 354448"/>
                <a:gd name="connsiteY1" fmla="*/ 99142 h 99142"/>
                <a:gd name="connsiteX2" fmla="*/ 3682 w 354448"/>
                <a:gd name="connsiteY2" fmla="*/ 88985 h 99142"/>
                <a:gd name="connsiteX3" fmla="*/ 171630 w 354448"/>
                <a:gd name="connsiteY3" fmla="*/ 58 h 99142"/>
                <a:gd name="connsiteX4" fmla="*/ 346545 w 354448"/>
                <a:gd name="connsiteY4" fmla="*/ 78598 h 99142"/>
                <a:gd name="connsiteX0" fmla="*/ 171455 w 301113"/>
                <a:gd name="connsiteY0" fmla="*/ 28 h 99112"/>
                <a:gd name="connsiteX1" fmla="*/ 296413 w 301113"/>
                <a:gd name="connsiteY1" fmla="*/ 99112 h 99112"/>
                <a:gd name="connsiteX2" fmla="*/ 3507 w 301113"/>
                <a:gd name="connsiteY2" fmla="*/ 88955 h 99112"/>
                <a:gd name="connsiteX3" fmla="*/ 171455 w 301113"/>
                <a:gd name="connsiteY3" fmla="*/ 28 h 99112"/>
                <a:gd name="connsiteX0" fmla="*/ 171607 w 343989"/>
                <a:gd name="connsiteY0" fmla="*/ 1 h 89108"/>
                <a:gd name="connsiteX1" fmla="*/ 340344 w 343989"/>
                <a:gd name="connsiteY1" fmla="*/ 89108 h 89108"/>
                <a:gd name="connsiteX2" fmla="*/ 3659 w 343989"/>
                <a:gd name="connsiteY2" fmla="*/ 88928 h 89108"/>
                <a:gd name="connsiteX3" fmla="*/ 171607 w 343989"/>
                <a:gd name="connsiteY3" fmla="*/ 1 h 89108"/>
                <a:gd name="connsiteX0" fmla="*/ 171607 w 346640"/>
                <a:gd name="connsiteY0" fmla="*/ 7935 h 97042"/>
                <a:gd name="connsiteX1" fmla="*/ 340344 w 346640"/>
                <a:gd name="connsiteY1" fmla="*/ 97042 h 97042"/>
                <a:gd name="connsiteX2" fmla="*/ 3659 w 346640"/>
                <a:gd name="connsiteY2" fmla="*/ 96862 h 97042"/>
                <a:gd name="connsiteX3" fmla="*/ 171607 w 346640"/>
                <a:gd name="connsiteY3" fmla="*/ 7935 h 97042"/>
                <a:gd name="connsiteX0" fmla="*/ 174300 w 349345"/>
                <a:gd name="connsiteY0" fmla="*/ 1021 h 90128"/>
                <a:gd name="connsiteX1" fmla="*/ 343037 w 349345"/>
                <a:gd name="connsiteY1" fmla="*/ 90128 h 90128"/>
                <a:gd name="connsiteX2" fmla="*/ 6352 w 349345"/>
                <a:gd name="connsiteY2" fmla="*/ 89948 h 90128"/>
                <a:gd name="connsiteX3" fmla="*/ 174300 w 349345"/>
                <a:gd name="connsiteY3" fmla="*/ 1021 h 90128"/>
                <a:gd name="connsiteX0" fmla="*/ 174300 w 349345"/>
                <a:gd name="connsiteY0" fmla="*/ 1021 h 108688"/>
                <a:gd name="connsiteX1" fmla="*/ 343037 w 349345"/>
                <a:gd name="connsiteY1" fmla="*/ 90128 h 108688"/>
                <a:gd name="connsiteX2" fmla="*/ 6352 w 349345"/>
                <a:gd name="connsiteY2" fmla="*/ 89948 h 108688"/>
                <a:gd name="connsiteX3" fmla="*/ 174300 w 349345"/>
                <a:gd name="connsiteY3" fmla="*/ 1021 h 108688"/>
                <a:gd name="connsiteX0" fmla="*/ 174300 w 349345"/>
                <a:gd name="connsiteY0" fmla="*/ 1021 h 117937"/>
                <a:gd name="connsiteX1" fmla="*/ 343037 w 349345"/>
                <a:gd name="connsiteY1" fmla="*/ 90128 h 117937"/>
                <a:gd name="connsiteX2" fmla="*/ 6352 w 349345"/>
                <a:gd name="connsiteY2" fmla="*/ 89948 h 117937"/>
                <a:gd name="connsiteX3" fmla="*/ 174300 w 349345"/>
                <a:gd name="connsiteY3" fmla="*/ 1021 h 117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9345" h="117937">
                  <a:moveTo>
                    <a:pt x="174300" y="1021"/>
                  </a:moveTo>
                  <a:cubicBezTo>
                    <a:pt x="304284" y="-10257"/>
                    <a:pt x="371028" y="75307"/>
                    <a:pt x="343037" y="90128"/>
                  </a:cubicBezTo>
                  <a:cubicBezTo>
                    <a:pt x="192462" y="131965"/>
                    <a:pt x="141108" y="122176"/>
                    <a:pt x="6352" y="89948"/>
                  </a:cubicBezTo>
                  <a:cubicBezTo>
                    <a:pt x="-21623" y="76973"/>
                    <a:pt x="44316" y="12299"/>
                    <a:pt x="174300" y="1021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en-US" kern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0" name="Oval 7">
              <a:extLst>
                <a:ext uri="{FF2B5EF4-FFF2-40B4-BE49-F238E27FC236}">
                  <a16:creationId xmlns:a16="http://schemas.microsoft.com/office/drawing/2014/main" id="{7AD3F551-826D-ED88-0449-C19B9FA7DD04}"/>
                </a:ext>
              </a:extLst>
            </p:cNvPr>
            <p:cNvSpPr/>
            <p:nvPr/>
          </p:nvSpPr>
          <p:spPr>
            <a:xfrm rot="17288224">
              <a:off x="3370698" y="3886623"/>
              <a:ext cx="425256" cy="146832"/>
            </a:xfrm>
            <a:custGeom>
              <a:avLst/>
              <a:gdLst>
                <a:gd name="connsiteX0" fmla="*/ 0 w 335699"/>
                <a:gd name="connsiteY0" fmla="*/ 77848 h 155696"/>
                <a:gd name="connsiteX1" fmla="*/ 167850 w 335699"/>
                <a:gd name="connsiteY1" fmla="*/ 0 h 155696"/>
                <a:gd name="connsiteX2" fmla="*/ 335700 w 335699"/>
                <a:gd name="connsiteY2" fmla="*/ 77848 h 155696"/>
                <a:gd name="connsiteX3" fmla="*/ 167850 w 335699"/>
                <a:gd name="connsiteY3" fmla="*/ 155696 h 155696"/>
                <a:gd name="connsiteX4" fmla="*/ 0 w 335699"/>
                <a:gd name="connsiteY4" fmla="*/ 77848 h 155696"/>
                <a:gd name="connsiteX0" fmla="*/ 0 w 335700"/>
                <a:gd name="connsiteY0" fmla="*/ 77848 h 87579"/>
                <a:gd name="connsiteX1" fmla="*/ 167850 w 335700"/>
                <a:gd name="connsiteY1" fmla="*/ 0 h 87579"/>
                <a:gd name="connsiteX2" fmla="*/ 335700 w 335700"/>
                <a:gd name="connsiteY2" fmla="*/ 77848 h 87579"/>
                <a:gd name="connsiteX3" fmla="*/ 0 w 335700"/>
                <a:gd name="connsiteY3" fmla="*/ 77848 h 87579"/>
                <a:gd name="connsiteX0" fmla="*/ 17486 w 353186"/>
                <a:gd name="connsiteY0" fmla="*/ 77848 h 108734"/>
                <a:gd name="connsiteX1" fmla="*/ 185336 w 353186"/>
                <a:gd name="connsiteY1" fmla="*/ 0 h 108734"/>
                <a:gd name="connsiteX2" fmla="*/ 353186 w 353186"/>
                <a:gd name="connsiteY2" fmla="*/ 77848 h 108734"/>
                <a:gd name="connsiteX3" fmla="*/ 17486 w 353186"/>
                <a:gd name="connsiteY3" fmla="*/ 77848 h 108734"/>
                <a:gd name="connsiteX0" fmla="*/ 37366 w 373066"/>
                <a:gd name="connsiteY0" fmla="*/ 77942 h 84331"/>
                <a:gd name="connsiteX1" fmla="*/ 27043 w 373066"/>
                <a:gd name="connsiteY1" fmla="*/ 62338 h 84331"/>
                <a:gd name="connsiteX2" fmla="*/ 205216 w 373066"/>
                <a:gd name="connsiteY2" fmla="*/ 94 h 84331"/>
                <a:gd name="connsiteX3" fmla="*/ 373066 w 373066"/>
                <a:gd name="connsiteY3" fmla="*/ 77942 h 84331"/>
                <a:gd name="connsiteX4" fmla="*/ 37366 w 373066"/>
                <a:gd name="connsiteY4" fmla="*/ 77942 h 84331"/>
                <a:gd name="connsiteX0" fmla="*/ 349497 w 349497"/>
                <a:gd name="connsiteY0" fmla="*/ 77942 h 81705"/>
                <a:gd name="connsiteX1" fmla="*/ 3474 w 349497"/>
                <a:gd name="connsiteY1" fmla="*/ 62338 h 81705"/>
                <a:gd name="connsiteX2" fmla="*/ 181647 w 349497"/>
                <a:gd name="connsiteY2" fmla="*/ 94 h 81705"/>
                <a:gd name="connsiteX3" fmla="*/ 349497 w 349497"/>
                <a:gd name="connsiteY3" fmla="*/ 77942 h 81705"/>
                <a:gd name="connsiteX0" fmla="*/ 339455 w 339455"/>
                <a:gd name="connsiteY0" fmla="*/ 77915 h 94287"/>
                <a:gd name="connsiteX1" fmla="*/ 3657 w 339455"/>
                <a:gd name="connsiteY1" fmla="*/ 88994 h 94287"/>
                <a:gd name="connsiteX2" fmla="*/ 171605 w 339455"/>
                <a:gd name="connsiteY2" fmla="*/ 67 h 94287"/>
                <a:gd name="connsiteX3" fmla="*/ 339455 w 339455"/>
                <a:gd name="connsiteY3" fmla="*/ 77915 h 94287"/>
                <a:gd name="connsiteX0" fmla="*/ 339455 w 339455"/>
                <a:gd name="connsiteY0" fmla="*/ 77915 h 118179"/>
                <a:gd name="connsiteX1" fmla="*/ 3657 w 339455"/>
                <a:gd name="connsiteY1" fmla="*/ 88994 h 118179"/>
                <a:gd name="connsiteX2" fmla="*/ 171605 w 339455"/>
                <a:gd name="connsiteY2" fmla="*/ 67 h 118179"/>
                <a:gd name="connsiteX3" fmla="*/ 339455 w 339455"/>
                <a:gd name="connsiteY3" fmla="*/ 77915 h 118179"/>
                <a:gd name="connsiteX0" fmla="*/ 346545 w 346545"/>
                <a:gd name="connsiteY0" fmla="*/ 78598 h 118341"/>
                <a:gd name="connsiteX1" fmla="*/ 3682 w 346545"/>
                <a:gd name="connsiteY1" fmla="*/ 88985 h 118341"/>
                <a:gd name="connsiteX2" fmla="*/ 171630 w 346545"/>
                <a:gd name="connsiteY2" fmla="*/ 58 h 118341"/>
                <a:gd name="connsiteX3" fmla="*/ 346545 w 346545"/>
                <a:gd name="connsiteY3" fmla="*/ 78598 h 118341"/>
                <a:gd name="connsiteX0" fmla="*/ 346545 w 354448"/>
                <a:gd name="connsiteY0" fmla="*/ 78598 h 99142"/>
                <a:gd name="connsiteX1" fmla="*/ 296588 w 354448"/>
                <a:gd name="connsiteY1" fmla="*/ 99142 h 99142"/>
                <a:gd name="connsiteX2" fmla="*/ 3682 w 354448"/>
                <a:gd name="connsiteY2" fmla="*/ 88985 h 99142"/>
                <a:gd name="connsiteX3" fmla="*/ 171630 w 354448"/>
                <a:gd name="connsiteY3" fmla="*/ 58 h 99142"/>
                <a:gd name="connsiteX4" fmla="*/ 346545 w 354448"/>
                <a:gd name="connsiteY4" fmla="*/ 78598 h 99142"/>
                <a:gd name="connsiteX0" fmla="*/ 171455 w 301113"/>
                <a:gd name="connsiteY0" fmla="*/ 28 h 99112"/>
                <a:gd name="connsiteX1" fmla="*/ 296413 w 301113"/>
                <a:gd name="connsiteY1" fmla="*/ 99112 h 99112"/>
                <a:gd name="connsiteX2" fmla="*/ 3507 w 301113"/>
                <a:gd name="connsiteY2" fmla="*/ 88955 h 99112"/>
                <a:gd name="connsiteX3" fmla="*/ 171455 w 301113"/>
                <a:gd name="connsiteY3" fmla="*/ 28 h 99112"/>
                <a:gd name="connsiteX0" fmla="*/ 171607 w 343989"/>
                <a:gd name="connsiteY0" fmla="*/ 1 h 89108"/>
                <a:gd name="connsiteX1" fmla="*/ 340344 w 343989"/>
                <a:gd name="connsiteY1" fmla="*/ 89108 h 89108"/>
                <a:gd name="connsiteX2" fmla="*/ 3659 w 343989"/>
                <a:gd name="connsiteY2" fmla="*/ 88928 h 89108"/>
                <a:gd name="connsiteX3" fmla="*/ 171607 w 343989"/>
                <a:gd name="connsiteY3" fmla="*/ 1 h 89108"/>
                <a:gd name="connsiteX0" fmla="*/ 171607 w 346640"/>
                <a:gd name="connsiteY0" fmla="*/ 7935 h 97042"/>
                <a:gd name="connsiteX1" fmla="*/ 340344 w 346640"/>
                <a:gd name="connsiteY1" fmla="*/ 97042 h 97042"/>
                <a:gd name="connsiteX2" fmla="*/ 3659 w 346640"/>
                <a:gd name="connsiteY2" fmla="*/ 96862 h 97042"/>
                <a:gd name="connsiteX3" fmla="*/ 171607 w 346640"/>
                <a:gd name="connsiteY3" fmla="*/ 7935 h 97042"/>
                <a:gd name="connsiteX0" fmla="*/ 174300 w 349345"/>
                <a:gd name="connsiteY0" fmla="*/ 1021 h 90128"/>
                <a:gd name="connsiteX1" fmla="*/ 343037 w 349345"/>
                <a:gd name="connsiteY1" fmla="*/ 90128 h 90128"/>
                <a:gd name="connsiteX2" fmla="*/ 6352 w 349345"/>
                <a:gd name="connsiteY2" fmla="*/ 89948 h 90128"/>
                <a:gd name="connsiteX3" fmla="*/ 174300 w 349345"/>
                <a:gd name="connsiteY3" fmla="*/ 1021 h 90128"/>
                <a:gd name="connsiteX0" fmla="*/ 174300 w 349345"/>
                <a:gd name="connsiteY0" fmla="*/ 1021 h 108688"/>
                <a:gd name="connsiteX1" fmla="*/ 343037 w 349345"/>
                <a:gd name="connsiteY1" fmla="*/ 90128 h 108688"/>
                <a:gd name="connsiteX2" fmla="*/ 6352 w 349345"/>
                <a:gd name="connsiteY2" fmla="*/ 89948 h 108688"/>
                <a:gd name="connsiteX3" fmla="*/ 174300 w 349345"/>
                <a:gd name="connsiteY3" fmla="*/ 1021 h 108688"/>
                <a:gd name="connsiteX0" fmla="*/ 174300 w 349345"/>
                <a:gd name="connsiteY0" fmla="*/ 1021 h 117937"/>
                <a:gd name="connsiteX1" fmla="*/ 343037 w 349345"/>
                <a:gd name="connsiteY1" fmla="*/ 90128 h 117937"/>
                <a:gd name="connsiteX2" fmla="*/ 6352 w 349345"/>
                <a:gd name="connsiteY2" fmla="*/ 89948 h 117937"/>
                <a:gd name="connsiteX3" fmla="*/ 174300 w 349345"/>
                <a:gd name="connsiteY3" fmla="*/ 1021 h 117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9345" h="117937">
                  <a:moveTo>
                    <a:pt x="174300" y="1021"/>
                  </a:moveTo>
                  <a:cubicBezTo>
                    <a:pt x="304284" y="-10257"/>
                    <a:pt x="371028" y="75307"/>
                    <a:pt x="343037" y="90128"/>
                  </a:cubicBezTo>
                  <a:cubicBezTo>
                    <a:pt x="192462" y="131965"/>
                    <a:pt x="141108" y="122176"/>
                    <a:pt x="6352" y="89948"/>
                  </a:cubicBezTo>
                  <a:cubicBezTo>
                    <a:pt x="-21623" y="76973"/>
                    <a:pt x="44316" y="12299"/>
                    <a:pt x="174300" y="1021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en-US" kern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11" name="Oval 7">
              <a:extLst>
                <a:ext uri="{FF2B5EF4-FFF2-40B4-BE49-F238E27FC236}">
                  <a16:creationId xmlns:a16="http://schemas.microsoft.com/office/drawing/2014/main" id="{DB8710F4-42DB-D9B2-CA16-D86C2800A33C}"/>
                </a:ext>
              </a:extLst>
            </p:cNvPr>
            <p:cNvSpPr/>
            <p:nvPr/>
          </p:nvSpPr>
          <p:spPr>
            <a:xfrm rot="19358216">
              <a:off x="3957397" y="3060438"/>
              <a:ext cx="527743" cy="186448"/>
            </a:xfrm>
            <a:custGeom>
              <a:avLst/>
              <a:gdLst>
                <a:gd name="connsiteX0" fmla="*/ 0 w 335699"/>
                <a:gd name="connsiteY0" fmla="*/ 77848 h 155696"/>
                <a:gd name="connsiteX1" fmla="*/ 167850 w 335699"/>
                <a:gd name="connsiteY1" fmla="*/ 0 h 155696"/>
                <a:gd name="connsiteX2" fmla="*/ 335700 w 335699"/>
                <a:gd name="connsiteY2" fmla="*/ 77848 h 155696"/>
                <a:gd name="connsiteX3" fmla="*/ 167850 w 335699"/>
                <a:gd name="connsiteY3" fmla="*/ 155696 h 155696"/>
                <a:gd name="connsiteX4" fmla="*/ 0 w 335699"/>
                <a:gd name="connsiteY4" fmla="*/ 77848 h 155696"/>
                <a:gd name="connsiteX0" fmla="*/ 0 w 335700"/>
                <a:gd name="connsiteY0" fmla="*/ 77848 h 87579"/>
                <a:gd name="connsiteX1" fmla="*/ 167850 w 335700"/>
                <a:gd name="connsiteY1" fmla="*/ 0 h 87579"/>
                <a:gd name="connsiteX2" fmla="*/ 335700 w 335700"/>
                <a:gd name="connsiteY2" fmla="*/ 77848 h 87579"/>
                <a:gd name="connsiteX3" fmla="*/ 0 w 335700"/>
                <a:gd name="connsiteY3" fmla="*/ 77848 h 87579"/>
                <a:gd name="connsiteX0" fmla="*/ 17486 w 353186"/>
                <a:gd name="connsiteY0" fmla="*/ 77848 h 108734"/>
                <a:gd name="connsiteX1" fmla="*/ 185336 w 353186"/>
                <a:gd name="connsiteY1" fmla="*/ 0 h 108734"/>
                <a:gd name="connsiteX2" fmla="*/ 353186 w 353186"/>
                <a:gd name="connsiteY2" fmla="*/ 77848 h 108734"/>
                <a:gd name="connsiteX3" fmla="*/ 17486 w 353186"/>
                <a:gd name="connsiteY3" fmla="*/ 77848 h 108734"/>
                <a:gd name="connsiteX0" fmla="*/ 37366 w 373066"/>
                <a:gd name="connsiteY0" fmla="*/ 77942 h 84331"/>
                <a:gd name="connsiteX1" fmla="*/ 27043 w 373066"/>
                <a:gd name="connsiteY1" fmla="*/ 62338 h 84331"/>
                <a:gd name="connsiteX2" fmla="*/ 205216 w 373066"/>
                <a:gd name="connsiteY2" fmla="*/ 94 h 84331"/>
                <a:gd name="connsiteX3" fmla="*/ 373066 w 373066"/>
                <a:gd name="connsiteY3" fmla="*/ 77942 h 84331"/>
                <a:gd name="connsiteX4" fmla="*/ 37366 w 373066"/>
                <a:gd name="connsiteY4" fmla="*/ 77942 h 84331"/>
                <a:gd name="connsiteX0" fmla="*/ 349497 w 349497"/>
                <a:gd name="connsiteY0" fmla="*/ 77942 h 81705"/>
                <a:gd name="connsiteX1" fmla="*/ 3474 w 349497"/>
                <a:gd name="connsiteY1" fmla="*/ 62338 h 81705"/>
                <a:gd name="connsiteX2" fmla="*/ 181647 w 349497"/>
                <a:gd name="connsiteY2" fmla="*/ 94 h 81705"/>
                <a:gd name="connsiteX3" fmla="*/ 349497 w 349497"/>
                <a:gd name="connsiteY3" fmla="*/ 77942 h 81705"/>
                <a:gd name="connsiteX0" fmla="*/ 339455 w 339455"/>
                <a:gd name="connsiteY0" fmla="*/ 77915 h 94287"/>
                <a:gd name="connsiteX1" fmla="*/ 3657 w 339455"/>
                <a:gd name="connsiteY1" fmla="*/ 88994 h 94287"/>
                <a:gd name="connsiteX2" fmla="*/ 171605 w 339455"/>
                <a:gd name="connsiteY2" fmla="*/ 67 h 94287"/>
                <a:gd name="connsiteX3" fmla="*/ 339455 w 339455"/>
                <a:gd name="connsiteY3" fmla="*/ 77915 h 94287"/>
                <a:gd name="connsiteX0" fmla="*/ 339455 w 339455"/>
                <a:gd name="connsiteY0" fmla="*/ 77915 h 118179"/>
                <a:gd name="connsiteX1" fmla="*/ 3657 w 339455"/>
                <a:gd name="connsiteY1" fmla="*/ 88994 h 118179"/>
                <a:gd name="connsiteX2" fmla="*/ 171605 w 339455"/>
                <a:gd name="connsiteY2" fmla="*/ 67 h 118179"/>
                <a:gd name="connsiteX3" fmla="*/ 339455 w 339455"/>
                <a:gd name="connsiteY3" fmla="*/ 77915 h 118179"/>
                <a:gd name="connsiteX0" fmla="*/ 346545 w 346545"/>
                <a:gd name="connsiteY0" fmla="*/ 78598 h 118341"/>
                <a:gd name="connsiteX1" fmla="*/ 3682 w 346545"/>
                <a:gd name="connsiteY1" fmla="*/ 88985 h 118341"/>
                <a:gd name="connsiteX2" fmla="*/ 171630 w 346545"/>
                <a:gd name="connsiteY2" fmla="*/ 58 h 118341"/>
                <a:gd name="connsiteX3" fmla="*/ 346545 w 346545"/>
                <a:gd name="connsiteY3" fmla="*/ 78598 h 118341"/>
                <a:gd name="connsiteX0" fmla="*/ 346545 w 354448"/>
                <a:gd name="connsiteY0" fmla="*/ 78598 h 99142"/>
                <a:gd name="connsiteX1" fmla="*/ 296588 w 354448"/>
                <a:gd name="connsiteY1" fmla="*/ 99142 h 99142"/>
                <a:gd name="connsiteX2" fmla="*/ 3682 w 354448"/>
                <a:gd name="connsiteY2" fmla="*/ 88985 h 99142"/>
                <a:gd name="connsiteX3" fmla="*/ 171630 w 354448"/>
                <a:gd name="connsiteY3" fmla="*/ 58 h 99142"/>
                <a:gd name="connsiteX4" fmla="*/ 346545 w 354448"/>
                <a:gd name="connsiteY4" fmla="*/ 78598 h 99142"/>
                <a:gd name="connsiteX0" fmla="*/ 171455 w 301113"/>
                <a:gd name="connsiteY0" fmla="*/ 28 h 99112"/>
                <a:gd name="connsiteX1" fmla="*/ 296413 w 301113"/>
                <a:gd name="connsiteY1" fmla="*/ 99112 h 99112"/>
                <a:gd name="connsiteX2" fmla="*/ 3507 w 301113"/>
                <a:gd name="connsiteY2" fmla="*/ 88955 h 99112"/>
                <a:gd name="connsiteX3" fmla="*/ 171455 w 301113"/>
                <a:gd name="connsiteY3" fmla="*/ 28 h 99112"/>
                <a:gd name="connsiteX0" fmla="*/ 171607 w 343989"/>
                <a:gd name="connsiteY0" fmla="*/ 1 h 89108"/>
                <a:gd name="connsiteX1" fmla="*/ 340344 w 343989"/>
                <a:gd name="connsiteY1" fmla="*/ 89108 h 89108"/>
                <a:gd name="connsiteX2" fmla="*/ 3659 w 343989"/>
                <a:gd name="connsiteY2" fmla="*/ 88928 h 89108"/>
                <a:gd name="connsiteX3" fmla="*/ 171607 w 343989"/>
                <a:gd name="connsiteY3" fmla="*/ 1 h 89108"/>
                <a:gd name="connsiteX0" fmla="*/ 171607 w 346640"/>
                <a:gd name="connsiteY0" fmla="*/ 7935 h 97042"/>
                <a:gd name="connsiteX1" fmla="*/ 340344 w 346640"/>
                <a:gd name="connsiteY1" fmla="*/ 97042 h 97042"/>
                <a:gd name="connsiteX2" fmla="*/ 3659 w 346640"/>
                <a:gd name="connsiteY2" fmla="*/ 96862 h 97042"/>
                <a:gd name="connsiteX3" fmla="*/ 171607 w 346640"/>
                <a:gd name="connsiteY3" fmla="*/ 7935 h 97042"/>
                <a:gd name="connsiteX0" fmla="*/ 174300 w 349345"/>
                <a:gd name="connsiteY0" fmla="*/ 1021 h 90128"/>
                <a:gd name="connsiteX1" fmla="*/ 343037 w 349345"/>
                <a:gd name="connsiteY1" fmla="*/ 90128 h 90128"/>
                <a:gd name="connsiteX2" fmla="*/ 6352 w 349345"/>
                <a:gd name="connsiteY2" fmla="*/ 89948 h 90128"/>
                <a:gd name="connsiteX3" fmla="*/ 174300 w 349345"/>
                <a:gd name="connsiteY3" fmla="*/ 1021 h 90128"/>
                <a:gd name="connsiteX0" fmla="*/ 174300 w 349345"/>
                <a:gd name="connsiteY0" fmla="*/ 1021 h 108688"/>
                <a:gd name="connsiteX1" fmla="*/ 343037 w 349345"/>
                <a:gd name="connsiteY1" fmla="*/ 90128 h 108688"/>
                <a:gd name="connsiteX2" fmla="*/ 6352 w 349345"/>
                <a:gd name="connsiteY2" fmla="*/ 89948 h 108688"/>
                <a:gd name="connsiteX3" fmla="*/ 174300 w 349345"/>
                <a:gd name="connsiteY3" fmla="*/ 1021 h 108688"/>
                <a:gd name="connsiteX0" fmla="*/ 174300 w 349345"/>
                <a:gd name="connsiteY0" fmla="*/ 1021 h 117937"/>
                <a:gd name="connsiteX1" fmla="*/ 343037 w 349345"/>
                <a:gd name="connsiteY1" fmla="*/ 90128 h 117937"/>
                <a:gd name="connsiteX2" fmla="*/ 6352 w 349345"/>
                <a:gd name="connsiteY2" fmla="*/ 89948 h 117937"/>
                <a:gd name="connsiteX3" fmla="*/ 174300 w 349345"/>
                <a:gd name="connsiteY3" fmla="*/ 1021 h 117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9345" h="117937">
                  <a:moveTo>
                    <a:pt x="174300" y="1021"/>
                  </a:moveTo>
                  <a:cubicBezTo>
                    <a:pt x="304284" y="-10257"/>
                    <a:pt x="371028" y="75307"/>
                    <a:pt x="343037" y="90128"/>
                  </a:cubicBezTo>
                  <a:cubicBezTo>
                    <a:pt x="192462" y="131965"/>
                    <a:pt x="141108" y="122176"/>
                    <a:pt x="6352" y="89948"/>
                  </a:cubicBezTo>
                  <a:cubicBezTo>
                    <a:pt x="-21623" y="76973"/>
                    <a:pt x="44316" y="12299"/>
                    <a:pt x="174300" y="1021"/>
                  </a:cubicBezTo>
                  <a:close/>
                </a:path>
              </a:pathLst>
            </a:custGeom>
            <a:grp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en-US" kern="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F441461-0C22-2F44-815B-94A1943D6E53}"/>
              </a:ext>
            </a:extLst>
          </p:cNvPr>
          <p:cNvGrpSpPr/>
          <p:nvPr/>
        </p:nvGrpSpPr>
        <p:grpSpPr>
          <a:xfrm rot="19665715" flipH="1">
            <a:off x="-3015258" y="1676569"/>
            <a:ext cx="7014373" cy="3679158"/>
            <a:chOff x="2332887" y="2678009"/>
            <a:chExt cx="4454946" cy="2336698"/>
          </a:xfrm>
        </p:grpSpPr>
        <p:sp>
          <p:nvSpPr>
            <p:cNvPr id="13" name="Rectangle 2">
              <a:extLst>
                <a:ext uri="{FF2B5EF4-FFF2-40B4-BE49-F238E27FC236}">
                  <a16:creationId xmlns:a16="http://schemas.microsoft.com/office/drawing/2014/main" id="{744E1014-8A5D-3243-8310-583D9E8F7C46}"/>
                </a:ext>
              </a:extLst>
            </p:cNvPr>
            <p:cNvSpPr/>
            <p:nvPr/>
          </p:nvSpPr>
          <p:spPr>
            <a:xfrm>
              <a:off x="2332887" y="2678009"/>
              <a:ext cx="1355555" cy="1282030"/>
            </a:xfrm>
            <a:custGeom>
              <a:avLst/>
              <a:gdLst>
                <a:gd name="connsiteX0" fmla="*/ 0 w 566057"/>
                <a:gd name="connsiteY0" fmla="*/ 0 h 45719"/>
                <a:gd name="connsiteX1" fmla="*/ 566057 w 566057"/>
                <a:gd name="connsiteY1" fmla="*/ 0 h 45719"/>
                <a:gd name="connsiteX2" fmla="*/ 566057 w 566057"/>
                <a:gd name="connsiteY2" fmla="*/ 45719 h 45719"/>
                <a:gd name="connsiteX3" fmla="*/ 0 w 566057"/>
                <a:gd name="connsiteY3" fmla="*/ 45719 h 45719"/>
                <a:gd name="connsiteX4" fmla="*/ 0 w 566057"/>
                <a:gd name="connsiteY4" fmla="*/ 0 h 45719"/>
                <a:gd name="connsiteX0" fmla="*/ 0 w 827314"/>
                <a:gd name="connsiteY0" fmla="*/ 0 h 379548"/>
                <a:gd name="connsiteX1" fmla="*/ 827314 w 827314"/>
                <a:gd name="connsiteY1" fmla="*/ 333829 h 379548"/>
                <a:gd name="connsiteX2" fmla="*/ 827314 w 827314"/>
                <a:gd name="connsiteY2" fmla="*/ 379548 h 379548"/>
                <a:gd name="connsiteX3" fmla="*/ 261257 w 827314"/>
                <a:gd name="connsiteY3" fmla="*/ 379548 h 379548"/>
                <a:gd name="connsiteX4" fmla="*/ 0 w 827314"/>
                <a:gd name="connsiteY4" fmla="*/ 0 h 379548"/>
                <a:gd name="connsiteX0" fmla="*/ 0 w 827314"/>
                <a:gd name="connsiteY0" fmla="*/ 0 h 742405"/>
                <a:gd name="connsiteX1" fmla="*/ 827314 w 827314"/>
                <a:gd name="connsiteY1" fmla="*/ 333829 h 742405"/>
                <a:gd name="connsiteX2" fmla="*/ 827314 w 827314"/>
                <a:gd name="connsiteY2" fmla="*/ 379548 h 742405"/>
                <a:gd name="connsiteX3" fmla="*/ 333829 w 827314"/>
                <a:gd name="connsiteY3" fmla="*/ 742405 h 742405"/>
                <a:gd name="connsiteX4" fmla="*/ 0 w 827314"/>
                <a:gd name="connsiteY4" fmla="*/ 0 h 742405"/>
                <a:gd name="connsiteX0" fmla="*/ 0 w 1378857"/>
                <a:gd name="connsiteY0" fmla="*/ 29029 h 408576"/>
                <a:gd name="connsiteX1" fmla="*/ 1378857 w 1378857"/>
                <a:gd name="connsiteY1" fmla="*/ 0 h 408576"/>
                <a:gd name="connsiteX2" fmla="*/ 1378857 w 1378857"/>
                <a:gd name="connsiteY2" fmla="*/ 45719 h 408576"/>
                <a:gd name="connsiteX3" fmla="*/ 885372 w 1378857"/>
                <a:gd name="connsiteY3" fmla="*/ 408576 h 408576"/>
                <a:gd name="connsiteX4" fmla="*/ 0 w 1378857"/>
                <a:gd name="connsiteY4" fmla="*/ 29029 h 408576"/>
                <a:gd name="connsiteX0" fmla="*/ 0 w 1378857"/>
                <a:gd name="connsiteY0" fmla="*/ 505825 h 885372"/>
                <a:gd name="connsiteX1" fmla="*/ 1378857 w 1378857"/>
                <a:gd name="connsiteY1" fmla="*/ 476796 h 885372"/>
                <a:gd name="connsiteX2" fmla="*/ 159657 w 1378857"/>
                <a:gd name="connsiteY2" fmla="*/ 0 h 885372"/>
                <a:gd name="connsiteX3" fmla="*/ 885372 w 1378857"/>
                <a:gd name="connsiteY3" fmla="*/ 885372 h 885372"/>
                <a:gd name="connsiteX4" fmla="*/ 0 w 1378857"/>
                <a:gd name="connsiteY4" fmla="*/ 505825 h 885372"/>
                <a:gd name="connsiteX0" fmla="*/ 0 w 1378857"/>
                <a:gd name="connsiteY0" fmla="*/ 29029 h 408576"/>
                <a:gd name="connsiteX1" fmla="*/ 1378857 w 1378857"/>
                <a:gd name="connsiteY1" fmla="*/ 0 h 408576"/>
                <a:gd name="connsiteX2" fmla="*/ 1248229 w 1378857"/>
                <a:gd name="connsiteY2" fmla="*/ 306976 h 408576"/>
                <a:gd name="connsiteX3" fmla="*/ 885372 w 1378857"/>
                <a:gd name="connsiteY3" fmla="*/ 408576 h 408576"/>
                <a:gd name="connsiteX4" fmla="*/ 0 w 1378857"/>
                <a:gd name="connsiteY4" fmla="*/ 29029 h 408576"/>
                <a:gd name="connsiteX0" fmla="*/ 0 w 1248229"/>
                <a:gd name="connsiteY0" fmla="*/ 566057 h 945604"/>
                <a:gd name="connsiteX1" fmla="*/ 174171 w 1248229"/>
                <a:gd name="connsiteY1" fmla="*/ 0 h 945604"/>
                <a:gd name="connsiteX2" fmla="*/ 1248229 w 1248229"/>
                <a:gd name="connsiteY2" fmla="*/ 844004 h 945604"/>
                <a:gd name="connsiteX3" fmla="*/ 885372 w 1248229"/>
                <a:gd name="connsiteY3" fmla="*/ 945604 h 945604"/>
                <a:gd name="connsiteX4" fmla="*/ 0 w 1248229"/>
                <a:gd name="connsiteY4" fmla="*/ 566057 h 945604"/>
                <a:gd name="connsiteX0" fmla="*/ 0 w 1257754"/>
                <a:gd name="connsiteY0" fmla="*/ 566057 h 945604"/>
                <a:gd name="connsiteX1" fmla="*/ 174171 w 1257754"/>
                <a:gd name="connsiteY1" fmla="*/ 0 h 945604"/>
                <a:gd name="connsiteX2" fmla="*/ 1257754 w 1257754"/>
                <a:gd name="connsiteY2" fmla="*/ 405854 h 945604"/>
                <a:gd name="connsiteX3" fmla="*/ 885372 w 1257754"/>
                <a:gd name="connsiteY3" fmla="*/ 945604 h 945604"/>
                <a:gd name="connsiteX4" fmla="*/ 0 w 1257754"/>
                <a:gd name="connsiteY4" fmla="*/ 566057 h 945604"/>
                <a:gd name="connsiteX0" fmla="*/ 0 w 1257754"/>
                <a:gd name="connsiteY0" fmla="*/ 634578 h 1014125"/>
                <a:gd name="connsiteX1" fmla="*/ 174171 w 1257754"/>
                <a:gd name="connsiteY1" fmla="*/ 68521 h 1014125"/>
                <a:gd name="connsiteX2" fmla="*/ 1257754 w 1257754"/>
                <a:gd name="connsiteY2" fmla="*/ 474375 h 1014125"/>
                <a:gd name="connsiteX3" fmla="*/ 885372 w 1257754"/>
                <a:gd name="connsiteY3" fmla="*/ 1014125 h 1014125"/>
                <a:gd name="connsiteX4" fmla="*/ 0 w 1257754"/>
                <a:gd name="connsiteY4" fmla="*/ 634578 h 1014125"/>
                <a:gd name="connsiteX0" fmla="*/ 0 w 1133929"/>
                <a:gd name="connsiteY0" fmla="*/ 613136 h 992683"/>
                <a:gd name="connsiteX1" fmla="*/ 174171 w 1133929"/>
                <a:gd name="connsiteY1" fmla="*/ 47079 h 992683"/>
                <a:gd name="connsiteX2" fmla="*/ 1133929 w 1133929"/>
                <a:gd name="connsiteY2" fmla="*/ 491033 h 992683"/>
                <a:gd name="connsiteX3" fmla="*/ 885372 w 1133929"/>
                <a:gd name="connsiteY3" fmla="*/ 992683 h 992683"/>
                <a:gd name="connsiteX4" fmla="*/ 0 w 1133929"/>
                <a:gd name="connsiteY4" fmla="*/ 613136 h 992683"/>
                <a:gd name="connsiteX0" fmla="*/ 0 w 1133929"/>
                <a:gd name="connsiteY0" fmla="*/ 629105 h 1008652"/>
                <a:gd name="connsiteX1" fmla="*/ 174171 w 1133929"/>
                <a:gd name="connsiteY1" fmla="*/ 63048 h 1008652"/>
                <a:gd name="connsiteX2" fmla="*/ 1133929 w 1133929"/>
                <a:gd name="connsiteY2" fmla="*/ 478427 h 1008652"/>
                <a:gd name="connsiteX3" fmla="*/ 885372 w 1133929"/>
                <a:gd name="connsiteY3" fmla="*/ 1008652 h 1008652"/>
                <a:gd name="connsiteX4" fmla="*/ 0 w 1133929"/>
                <a:gd name="connsiteY4" fmla="*/ 629105 h 1008652"/>
                <a:gd name="connsiteX0" fmla="*/ 0 w 1133929"/>
                <a:gd name="connsiteY0" fmla="*/ 773682 h 1153229"/>
                <a:gd name="connsiteX1" fmla="*/ 174171 w 1133929"/>
                <a:gd name="connsiteY1" fmla="*/ 207625 h 1153229"/>
                <a:gd name="connsiteX2" fmla="*/ 1133929 w 1133929"/>
                <a:gd name="connsiteY2" fmla="*/ 623004 h 1153229"/>
                <a:gd name="connsiteX3" fmla="*/ 885372 w 1133929"/>
                <a:gd name="connsiteY3" fmla="*/ 1153229 h 1153229"/>
                <a:gd name="connsiteX4" fmla="*/ 0 w 1133929"/>
                <a:gd name="connsiteY4" fmla="*/ 773682 h 1153229"/>
                <a:gd name="connsiteX0" fmla="*/ 0 w 1133929"/>
                <a:gd name="connsiteY0" fmla="*/ 780020 h 1159567"/>
                <a:gd name="connsiteX1" fmla="*/ 174171 w 1133929"/>
                <a:gd name="connsiteY1" fmla="*/ 213963 h 1159567"/>
                <a:gd name="connsiteX2" fmla="*/ 1133929 w 1133929"/>
                <a:gd name="connsiteY2" fmla="*/ 629342 h 1159567"/>
                <a:gd name="connsiteX3" fmla="*/ 885372 w 1133929"/>
                <a:gd name="connsiteY3" fmla="*/ 1159567 h 1159567"/>
                <a:gd name="connsiteX4" fmla="*/ 0 w 1133929"/>
                <a:gd name="connsiteY4" fmla="*/ 780020 h 1159567"/>
                <a:gd name="connsiteX0" fmla="*/ 93028 w 1226957"/>
                <a:gd name="connsiteY0" fmla="*/ 780020 h 1159567"/>
                <a:gd name="connsiteX1" fmla="*/ 267199 w 1226957"/>
                <a:gd name="connsiteY1" fmla="*/ 213963 h 1159567"/>
                <a:gd name="connsiteX2" fmla="*/ 1226957 w 1226957"/>
                <a:gd name="connsiteY2" fmla="*/ 629342 h 1159567"/>
                <a:gd name="connsiteX3" fmla="*/ 978400 w 1226957"/>
                <a:gd name="connsiteY3" fmla="*/ 1159567 h 1159567"/>
                <a:gd name="connsiteX4" fmla="*/ 93028 w 1226957"/>
                <a:gd name="connsiteY4" fmla="*/ 780020 h 1159567"/>
                <a:gd name="connsiteX0" fmla="*/ 111745 w 1217099"/>
                <a:gd name="connsiteY0" fmla="*/ 780020 h 1159567"/>
                <a:gd name="connsiteX1" fmla="*/ 257341 w 1217099"/>
                <a:gd name="connsiteY1" fmla="*/ 213963 h 1159567"/>
                <a:gd name="connsiteX2" fmla="*/ 1217099 w 1217099"/>
                <a:gd name="connsiteY2" fmla="*/ 629342 h 1159567"/>
                <a:gd name="connsiteX3" fmla="*/ 968542 w 1217099"/>
                <a:gd name="connsiteY3" fmla="*/ 1159567 h 1159567"/>
                <a:gd name="connsiteX4" fmla="*/ 111745 w 1217099"/>
                <a:gd name="connsiteY4" fmla="*/ 780020 h 1159567"/>
                <a:gd name="connsiteX0" fmla="*/ 250201 w 1355555"/>
                <a:gd name="connsiteY0" fmla="*/ 780020 h 1159567"/>
                <a:gd name="connsiteX1" fmla="*/ 395797 w 1355555"/>
                <a:gd name="connsiteY1" fmla="*/ 213963 h 1159567"/>
                <a:gd name="connsiteX2" fmla="*/ 1355555 w 1355555"/>
                <a:gd name="connsiteY2" fmla="*/ 629342 h 1159567"/>
                <a:gd name="connsiteX3" fmla="*/ 1106998 w 1355555"/>
                <a:gd name="connsiteY3" fmla="*/ 1159567 h 1159567"/>
                <a:gd name="connsiteX4" fmla="*/ 250201 w 1355555"/>
                <a:gd name="connsiteY4" fmla="*/ 780020 h 1159567"/>
                <a:gd name="connsiteX0" fmla="*/ 250201 w 1355555"/>
                <a:gd name="connsiteY0" fmla="*/ 780020 h 1246696"/>
                <a:gd name="connsiteX1" fmla="*/ 395797 w 1355555"/>
                <a:gd name="connsiteY1" fmla="*/ 213963 h 1246696"/>
                <a:gd name="connsiteX2" fmla="*/ 1355555 w 1355555"/>
                <a:gd name="connsiteY2" fmla="*/ 629342 h 1246696"/>
                <a:gd name="connsiteX3" fmla="*/ 1106998 w 1355555"/>
                <a:gd name="connsiteY3" fmla="*/ 1159567 h 1246696"/>
                <a:gd name="connsiteX4" fmla="*/ 250201 w 1355555"/>
                <a:gd name="connsiteY4" fmla="*/ 780020 h 1246696"/>
                <a:gd name="connsiteX0" fmla="*/ 250201 w 1355555"/>
                <a:gd name="connsiteY0" fmla="*/ 780020 h 1198340"/>
                <a:gd name="connsiteX1" fmla="*/ 395797 w 1355555"/>
                <a:gd name="connsiteY1" fmla="*/ 213963 h 1198340"/>
                <a:gd name="connsiteX2" fmla="*/ 1355555 w 1355555"/>
                <a:gd name="connsiteY2" fmla="*/ 629342 h 1198340"/>
                <a:gd name="connsiteX3" fmla="*/ 1145098 w 1355555"/>
                <a:gd name="connsiteY3" fmla="*/ 1026217 h 1198340"/>
                <a:gd name="connsiteX4" fmla="*/ 250201 w 1355555"/>
                <a:gd name="connsiteY4" fmla="*/ 780020 h 1198340"/>
                <a:gd name="connsiteX0" fmla="*/ 250201 w 1355555"/>
                <a:gd name="connsiteY0" fmla="*/ 780020 h 1282030"/>
                <a:gd name="connsiteX1" fmla="*/ 395797 w 1355555"/>
                <a:gd name="connsiteY1" fmla="*/ 213963 h 1282030"/>
                <a:gd name="connsiteX2" fmla="*/ 1355555 w 1355555"/>
                <a:gd name="connsiteY2" fmla="*/ 629342 h 1282030"/>
                <a:gd name="connsiteX3" fmla="*/ 1145098 w 1355555"/>
                <a:gd name="connsiteY3" fmla="*/ 1026217 h 1282030"/>
                <a:gd name="connsiteX4" fmla="*/ 250201 w 1355555"/>
                <a:gd name="connsiteY4" fmla="*/ 780020 h 1282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55555" h="1282030">
                  <a:moveTo>
                    <a:pt x="250201" y="780020"/>
                  </a:moveTo>
                  <a:cubicBezTo>
                    <a:pt x="-91792" y="1000909"/>
                    <a:pt x="-119460" y="364549"/>
                    <a:pt x="395797" y="213963"/>
                  </a:cubicBezTo>
                  <a:cubicBezTo>
                    <a:pt x="433141" y="-31752"/>
                    <a:pt x="984836" y="-239368"/>
                    <a:pt x="1355555" y="629342"/>
                  </a:cubicBezTo>
                  <a:lnTo>
                    <a:pt x="1145098" y="1026217"/>
                  </a:lnTo>
                  <a:cubicBezTo>
                    <a:pt x="764249" y="1175926"/>
                    <a:pt x="-102375" y="1630436"/>
                    <a:pt x="250201" y="780020"/>
                  </a:cubicBezTo>
                  <a:close/>
                </a:path>
              </a:pathLst>
            </a:custGeom>
            <a:solidFill>
              <a:srgbClr val="02EF04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en-US" kern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24" name="Rectangle 3">
              <a:extLst>
                <a:ext uri="{FF2B5EF4-FFF2-40B4-BE49-F238E27FC236}">
                  <a16:creationId xmlns:a16="http://schemas.microsoft.com/office/drawing/2014/main" id="{E0CA1710-7310-F041-D6B5-68C647E7EB39}"/>
                </a:ext>
              </a:extLst>
            </p:cNvPr>
            <p:cNvSpPr/>
            <p:nvPr/>
          </p:nvSpPr>
          <p:spPr>
            <a:xfrm rot="1236193">
              <a:off x="3275288" y="3130621"/>
              <a:ext cx="3512545" cy="1884086"/>
            </a:xfrm>
            <a:custGeom>
              <a:avLst/>
              <a:gdLst>
                <a:gd name="connsiteX0" fmla="*/ 0 w 885825"/>
                <a:gd name="connsiteY0" fmla="*/ 0 h 1028700"/>
                <a:gd name="connsiteX1" fmla="*/ 885825 w 885825"/>
                <a:gd name="connsiteY1" fmla="*/ 0 h 1028700"/>
                <a:gd name="connsiteX2" fmla="*/ 885825 w 885825"/>
                <a:gd name="connsiteY2" fmla="*/ 1028700 h 1028700"/>
                <a:gd name="connsiteX3" fmla="*/ 0 w 885825"/>
                <a:gd name="connsiteY3" fmla="*/ 1028700 h 1028700"/>
                <a:gd name="connsiteX4" fmla="*/ 0 w 885825"/>
                <a:gd name="connsiteY4" fmla="*/ 0 h 1028700"/>
                <a:gd name="connsiteX0" fmla="*/ 167925 w 885825"/>
                <a:gd name="connsiteY0" fmla="*/ 0 h 1529391"/>
                <a:gd name="connsiteX1" fmla="*/ 885825 w 885825"/>
                <a:gd name="connsiteY1" fmla="*/ 500691 h 1529391"/>
                <a:gd name="connsiteX2" fmla="*/ 885825 w 885825"/>
                <a:gd name="connsiteY2" fmla="*/ 1529391 h 1529391"/>
                <a:gd name="connsiteX3" fmla="*/ 0 w 885825"/>
                <a:gd name="connsiteY3" fmla="*/ 1529391 h 1529391"/>
                <a:gd name="connsiteX4" fmla="*/ 167925 w 885825"/>
                <a:gd name="connsiteY4" fmla="*/ 0 h 1529391"/>
                <a:gd name="connsiteX0" fmla="*/ 0 w 717900"/>
                <a:gd name="connsiteY0" fmla="*/ 0 h 1724331"/>
                <a:gd name="connsiteX1" fmla="*/ 717900 w 717900"/>
                <a:gd name="connsiteY1" fmla="*/ 500691 h 1724331"/>
                <a:gd name="connsiteX2" fmla="*/ 717900 w 717900"/>
                <a:gd name="connsiteY2" fmla="*/ 1529391 h 1724331"/>
                <a:gd name="connsiteX3" fmla="*/ 17295 w 717900"/>
                <a:gd name="connsiteY3" fmla="*/ 1724331 h 1724331"/>
                <a:gd name="connsiteX4" fmla="*/ 0 w 717900"/>
                <a:gd name="connsiteY4" fmla="*/ 0 h 1724331"/>
                <a:gd name="connsiteX0" fmla="*/ 0 w 2698343"/>
                <a:gd name="connsiteY0" fmla="*/ 0 h 1724331"/>
                <a:gd name="connsiteX1" fmla="*/ 717900 w 2698343"/>
                <a:gd name="connsiteY1" fmla="*/ 500691 h 1724331"/>
                <a:gd name="connsiteX2" fmla="*/ 2698343 w 2698343"/>
                <a:gd name="connsiteY2" fmla="*/ 815393 h 1724331"/>
                <a:gd name="connsiteX3" fmla="*/ 17295 w 2698343"/>
                <a:gd name="connsiteY3" fmla="*/ 1724331 h 1724331"/>
                <a:gd name="connsiteX4" fmla="*/ 0 w 2698343"/>
                <a:gd name="connsiteY4" fmla="*/ 0 h 1724331"/>
                <a:gd name="connsiteX0" fmla="*/ 0 w 2698343"/>
                <a:gd name="connsiteY0" fmla="*/ 0 h 1724331"/>
                <a:gd name="connsiteX1" fmla="*/ 2698343 w 2698343"/>
                <a:gd name="connsiteY1" fmla="*/ 815393 h 1724331"/>
                <a:gd name="connsiteX2" fmla="*/ 17295 w 2698343"/>
                <a:gd name="connsiteY2" fmla="*/ 1724331 h 1724331"/>
                <a:gd name="connsiteX3" fmla="*/ 0 w 2698343"/>
                <a:gd name="connsiteY3" fmla="*/ 0 h 1724331"/>
                <a:gd name="connsiteX0" fmla="*/ 0 w 2698343"/>
                <a:gd name="connsiteY0" fmla="*/ 0 h 1724331"/>
                <a:gd name="connsiteX1" fmla="*/ 2698343 w 2698343"/>
                <a:gd name="connsiteY1" fmla="*/ 815393 h 1724331"/>
                <a:gd name="connsiteX2" fmla="*/ 17295 w 2698343"/>
                <a:gd name="connsiteY2" fmla="*/ 1724331 h 1724331"/>
                <a:gd name="connsiteX3" fmla="*/ 0 w 2698343"/>
                <a:gd name="connsiteY3" fmla="*/ 0 h 1724331"/>
                <a:gd name="connsiteX0" fmla="*/ 0 w 2698343"/>
                <a:gd name="connsiteY0" fmla="*/ 0 h 1724331"/>
                <a:gd name="connsiteX1" fmla="*/ 2698343 w 2698343"/>
                <a:gd name="connsiteY1" fmla="*/ 815393 h 1724331"/>
                <a:gd name="connsiteX2" fmla="*/ 17295 w 2698343"/>
                <a:gd name="connsiteY2" fmla="*/ 1724331 h 1724331"/>
                <a:gd name="connsiteX3" fmla="*/ 0 w 2698343"/>
                <a:gd name="connsiteY3" fmla="*/ 0 h 1724331"/>
                <a:gd name="connsiteX0" fmla="*/ 0 w 2698343"/>
                <a:gd name="connsiteY0" fmla="*/ 0 h 1724331"/>
                <a:gd name="connsiteX1" fmla="*/ 2698343 w 2698343"/>
                <a:gd name="connsiteY1" fmla="*/ 815393 h 1724331"/>
                <a:gd name="connsiteX2" fmla="*/ 17295 w 2698343"/>
                <a:gd name="connsiteY2" fmla="*/ 1724331 h 1724331"/>
                <a:gd name="connsiteX3" fmla="*/ 0 w 2698343"/>
                <a:gd name="connsiteY3" fmla="*/ 0 h 1724331"/>
                <a:gd name="connsiteX0" fmla="*/ 0 w 2698343"/>
                <a:gd name="connsiteY0" fmla="*/ 0 h 1724331"/>
                <a:gd name="connsiteX1" fmla="*/ 2698343 w 2698343"/>
                <a:gd name="connsiteY1" fmla="*/ 815393 h 1724331"/>
                <a:gd name="connsiteX2" fmla="*/ 17295 w 2698343"/>
                <a:gd name="connsiteY2" fmla="*/ 1724331 h 1724331"/>
                <a:gd name="connsiteX3" fmla="*/ 0 w 2698343"/>
                <a:gd name="connsiteY3" fmla="*/ 0 h 1724331"/>
                <a:gd name="connsiteX0" fmla="*/ 0 w 2698343"/>
                <a:gd name="connsiteY0" fmla="*/ 0 h 1728957"/>
                <a:gd name="connsiteX1" fmla="*/ 2698343 w 2698343"/>
                <a:gd name="connsiteY1" fmla="*/ 815393 h 1728957"/>
                <a:gd name="connsiteX2" fmla="*/ 17295 w 2698343"/>
                <a:gd name="connsiteY2" fmla="*/ 1724331 h 1728957"/>
                <a:gd name="connsiteX3" fmla="*/ 0 w 2698343"/>
                <a:gd name="connsiteY3" fmla="*/ 0 h 1728957"/>
                <a:gd name="connsiteX0" fmla="*/ 0 w 2698343"/>
                <a:gd name="connsiteY0" fmla="*/ 1095 h 1730052"/>
                <a:gd name="connsiteX1" fmla="*/ 2698343 w 2698343"/>
                <a:gd name="connsiteY1" fmla="*/ 816488 h 1730052"/>
                <a:gd name="connsiteX2" fmla="*/ 17295 w 2698343"/>
                <a:gd name="connsiteY2" fmla="*/ 1725426 h 1730052"/>
                <a:gd name="connsiteX3" fmla="*/ 0 w 2698343"/>
                <a:gd name="connsiteY3" fmla="*/ 1095 h 1730052"/>
                <a:gd name="connsiteX0" fmla="*/ 693450 w 3391793"/>
                <a:gd name="connsiteY0" fmla="*/ 1095 h 1730052"/>
                <a:gd name="connsiteX1" fmla="*/ 3391793 w 3391793"/>
                <a:gd name="connsiteY1" fmla="*/ 816488 h 1730052"/>
                <a:gd name="connsiteX2" fmla="*/ 710745 w 3391793"/>
                <a:gd name="connsiteY2" fmla="*/ 1725426 h 1730052"/>
                <a:gd name="connsiteX3" fmla="*/ 693450 w 3391793"/>
                <a:gd name="connsiteY3" fmla="*/ 1095 h 1730052"/>
                <a:gd name="connsiteX0" fmla="*/ 895120 w 3593463"/>
                <a:gd name="connsiteY0" fmla="*/ 1095 h 1751905"/>
                <a:gd name="connsiteX1" fmla="*/ 3593463 w 3593463"/>
                <a:gd name="connsiteY1" fmla="*/ 816488 h 1751905"/>
                <a:gd name="connsiteX2" fmla="*/ 912415 w 3593463"/>
                <a:gd name="connsiteY2" fmla="*/ 1725426 h 1751905"/>
                <a:gd name="connsiteX3" fmla="*/ 895120 w 3593463"/>
                <a:gd name="connsiteY3" fmla="*/ 1095 h 1751905"/>
                <a:gd name="connsiteX0" fmla="*/ 888812 w 3587155"/>
                <a:gd name="connsiteY0" fmla="*/ 1095 h 1795852"/>
                <a:gd name="connsiteX1" fmla="*/ 3587155 w 3587155"/>
                <a:gd name="connsiteY1" fmla="*/ 816488 h 1795852"/>
                <a:gd name="connsiteX2" fmla="*/ 922866 w 3587155"/>
                <a:gd name="connsiteY2" fmla="*/ 1770005 h 1795852"/>
                <a:gd name="connsiteX3" fmla="*/ 888812 w 3587155"/>
                <a:gd name="connsiteY3" fmla="*/ 1095 h 1795852"/>
                <a:gd name="connsiteX0" fmla="*/ 655127 w 4163331"/>
                <a:gd name="connsiteY0" fmla="*/ 296156 h 1365817"/>
                <a:gd name="connsiteX1" fmla="*/ 4163331 w 4163331"/>
                <a:gd name="connsiteY1" fmla="*/ 369529 h 1365817"/>
                <a:gd name="connsiteX2" fmla="*/ 1499042 w 4163331"/>
                <a:gd name="connsiteY2" fmla="*/ 1323046 h 1365817"/>
                <a:gd name="connsiteX3" fmla="*/ 655127 w 4163331"/>
                <a:gd name="connsiteY3" fmla="*/ 296156 h 1365817"/>
                <a:gd name="connsiteX0" fmla="*/ 0 w 3508204"/>
                <a:gd name="connsiteY0" fmla="*/ 296156 h 369529"/>
                <a:gd name="connsiteX1" fmla="*/ 3508204 w 3508204"/>
                <a:gd name="connsiteY1" fmla="*/ 369529 h 369529"/>
                <a:gd name="connsiteX2" fmla="*/ 0 w 3508204"/>
                <a:gd name="connsiteY2" fmla="*/ 296156 h 369529"/>
                <a:gd name="connsiteX0" fmla="*/ 0 w 3508204"/>
                <a:gd name="connsiteY0" fmla="*/ 755415 h 828788"/>
                <a:gd name="connsiteX1" fmla="*/ 3508204 w 3508204"/>
                <a:gd name="connsiteY1" fmla="*/ 828788 h 828788"/>
                <a:gd name="connsiteX2" fmla="*/ 0 w 3508204"/>
                <a:gd name="connsiteY2" fmla="*/ 755415 h 828788"/>
                <a:gd name="connsiteX0" fmla="*/ 11 w 3508215"/>
                <a:gd name="connsiteY0" fmla="*/ 755415 h 1736283"/>
                <a:gd name="connsiteX1" fmla="*/ 3508215 w 3508215"/>
                <a:gd name="connsiteY1" fmla="*/ 828788 h 1736283"/>
                <a:gd name="connsiteX2" fmla="*/ 11 w 3508215"/>
                <a:gd name="connsiteY2" fmla="*/ 755415 h 1736283"/>
                <a:gd name="connsiteX0" fmla="*/ 8 w 3510504"/>
                <a:gd name="connsiteY0" fmla="*/ 755415 h 1817036"/>
                <a:gd name="connsiteX1" fmla="*/ 3508212 w 3510504"/>
                <a:gd name="connsiteY1" fmla="*/ 828788 h 1817036"/>
                <a:gd name="connsiteX2" fmla="*/ 8 w 3510504"/>
                <a:gd name="connsiteY2" fmla="*/ 755415 h 1817036"/>
                <a:gd name="connsiteX0" fmla="*/ 8 w 3511152"/>
                <a:gd name="connsiteY0" fmla="*/ 755415 h 1813062"/>
                <a:gd name="connsiteX1" fmla="*/ 3508212 w 3511152"/>
                <a:gd name="connsiteY1" fmla="*/ 828788 h 1813062"/>
                <a:gd name="connsiteX2" fmla="*/ 8 w 3511152"/>
                <a:gd name="connsiteY2" fmla="*/ 755415 h 1813062"/>
                <a:gd name="connsiteX0" fmla="*/ 3975 w 3515015"/>
                <a:gd name="connsiteY0" fmla="*/ 755415 h 1831326"/>
                <a:gd name="connsiteX1" fmla="*/ 3512179 w 3515015"/>
                <a:gd name="connsiteY1" fmla="*/ 828788 h 1831326"/>
                <a:gd name="connsiteX2" fmla="*/ 3975 w 3515015"/>
                <a:gd name="connsiteY2" fmla="*/ 755415 h 1831326"/>
                <a:gd name="connsiteX0" fmla="*/ 3975 w 3515015"/>
                <a:gd name="connsiteY0" fmla="*/ 781762 h 1857673"/>
                <a:gd name="connsiteX1" fmla="*/ 3512179 w 3515015"/>
                <a:gd name="connsiteY1" fmla="*/ 855135 h 1857673"/>
                <a:gd name="connsiteX2" fmla="*/ 3975 w 3515015"/>
                <a:gd name="connsiteY2" fmla="*/ 781762 h 1857673"/>
                <a:gd name="connsiteX0" fmla="*/ 4062 w 3512545"/>
                <a:gd name="connsiteY0" fmla="*/ 781762 h 1884086"/>
                <a:gd name="connsiteX1" fmla="*/ 3512266 w 3512545"/>
                <a:gd name="connsiteY1" fmla="*/ 855135 h 1884086"/>
                <a:gd name="connsiteX2" fmla="*/ 4062 w 3512545"/>
                <a:gd name="connsiteY2" fmla="*/ 781762 h 1884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2545" h="1884086">
                  <a:moveTo>
                    <a:pt x="4062" y="781762"/>
                  </a:moveTo>
                  <a:cubicBezTo>
                    <a:pt x="-19777" y="-563279"/>
                    <a:pt x="3154199" y="74534"/>
                    <a:pt x="3512266" y="855135"/>
                  </a:cubicBezTo>
                  <a:cubicBezTo>
                    <a:pt x="3549443" y="1252199"/>
                    <a:pt x="-139101" y="2999033"/>
                    <a:pt x="4062" y="781762"/>
                  </a:cubicBezTo>
                  <a:close/>
                </a:path>
              </a:pathLst>
            </a:custGeom>
            <a:solidFill>
              <a:srgbClr val="FF823B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en-US" kern="0" dirty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7231E87-A772-2AF0-ECED-55F78D952DFF}"/>
                </a:ext>
              </a:extLst>
            </p:cNvPr>
            <p:cNvSpPr/>
            <p:nvPr/>
          </p:nvSpPr>
          <p:spPr>
            <a:xfrm rot="20543115">
              <a:off x="2916207" y="3391941"/>
              <a:ext cx="400050" cy="166707"/>
            </a:xfrm>
            <a:custGeom>
              <a:avLst/>
              <a:gdLst>
                <a:gd name="connsiteX0" fmla="*/ 0 w 390525"/>
                <a:gd name="connsiteY0" fmla="*/ 0 h 190500"/>
                <a:gd name="connsiteX1" fmla="*/ 390525 w 390525"/>
                <a:gd name="connsiteY1" fmla="*/ 190500 h 190500"/>
                <a:gd name="connsiteX2" fmla="*/ 390525 w 390525"/>
                <a:gd name="connsiteY2" fmla="*/ 190500 h 190500"/>
                <a:gd name="connsiteX0" fmla="*/ 0 w 400050"/>
                <a:gd name="connsiteY0" fmla="*/ 0 h 166687"/>
                <a:gd name="connsiteX1" fmla="*/ 400050 w 400050"/>
                <a:gd name="connsiteY1" fmla="*/ 166687 h 166687"/>
                <a:gd name="connsiteX2" fmla="*/ 400050 w 400050"/>
                <a:gd name="connsiteY2" fmla="*/ 166687 h 166687"/>
                <a:gd name="connsiteX0" fmla="*/ 0 w 400050"/>
                <a:gd name="connsiteY0" fmla="*/ 16 h 166703"/>
                <a:gd name="connsiteX1" fmla="*/ 400050 w 400050"/>
                <a:gd name="connsiteY1" fmla="*/ 166703 h 166703"/>
                <a:gd name="connsiteX2" fmla="*/ 400050 w 400050"/>
                <a:gd name="connsiteY2" fmla="*/ 166703 h 166703"/>
                <a:gd name="connsiteX0" fmla="*/ 0 w 400050"/>
                <a:gd name="connsiteY0" fmla="*/ 20 h 166707"/>
                <a:gd name="connsiteX1" fmla="*/ 400050 w 400050"/>
                <a:gd name="connsiteY1" fmla="*/ 166707 h 166707"/>
                <a:gd name="connsiteX2" fmla="*/ 400050 w 400050"/>
                <a:gd name="connsiteY2" fmla="*/ 166707 h 166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0050" h="166707">
                  <a:moveTo>
                    <a:pt x="0" y="20"/>
                  </a:moveTo>
                  <a:cubicBezTo>
                    <a:pt x="185738" y="-1568"/>
                    <a:pt x="300037" y="87333"/>
                    <a:pt x="400050" y="166707"/>
                  </a:cubicBezTo>
                  <a:lnTo>
                    <a:pt x="400050" y="166707"/>
                  </a:lnTo>
                </a:path>
              </a:pathLst>
            </a:custGeom>
            <a:noFill/>
            <a:ln w="38100" cap="flat" cmpd="sng" algn="ctr">
              <a:solidFill>
                <a:srgbClr val="29B224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en-US" kern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B839B70-5CA0-F0A0-3585-5982ACE70AA0}"/>
                </a:ext>
              </a:extLst>
            </p:cNvPr>
            <p:cNvSpPr/>
            <p:nvPr/>
          </p:nvSpPr>
          <p:spPr>
            <a:xfrm>
              <a:off x="2900362" y="2986955"/>
              <a:ext cx="400050" cy="166707"/>
            </a:xfrm>
            <a:custGeom>
              <a:avLst/>
              <a:gdLst>
                <a:gd name="connsiteX0" fmla="*/ 0 w 390525"/>
                <a:gd name="connsiteY0" fmla="*/ 0 h 190500"/>
                <a:gd name="connsiteX1" fmla="*/ 390525 w 390525"/>
                <a:gd name="connsiteY1" fmla="*/ 190500 h 190500"/>
                <a:gd name="connsiteX2" fmla="*/ 390525 w 390525"/>
                <a:gd name="connsiteY2" fmla="*/ 190500 h 190500"/>
                <a:gd name="connsiteX0" fmla="*/ 0 w 400050"/>
                <a:gd name="connsiteY0" fmla="*/ 0 h 166687"/>
                <a:gd name="connsiteX1" fmla="*/ 400050 w 400050"/>
                <a:gd name="connsiteY1" fmla="*/ 166687 h 166687"/>
                <a:gd name="connsiteX2" fmla="*/ 400050 w 400050"/>
                <a:gd name="connsiteY2" fmla="*/ 166687 h 166687"/>
                <a:gd name="connsiteX0" fmla="*/ 0 w 400050"/>
                <a:gd name="connsiteY0" fmla="*/ 16 h 166703"/>
                <a:gd name="connsiteX1" fmla="*/ 400050 w 400050"/>
                <a:gd name="connsiteY1" fmla="*/ 166703 h 166703"/>
                <a:gd name="connsiteX2" fmla="*/ 400050 w 400050"/>
                <a:gd name="connsiteY2" fmla="*/ 166703 h 166703"/>
                <a:gd name="connsiteX0" fmla="*/ 0 w 400050"/>
                <a:gd name="connsiteY0" fmla="*/ 20 h 166707"/>
                <a:gd name="connsiteX1" fmla="*/ 400050 w 400050"/>
                <a:gd name="connsiteY1" fmla="*/ 166707 h 166707"/>
                <a:gd name="connsiteX2" fmla="*/ 400050 w 400050"/>
                <a:gd name="connsiteY2" fmla="*/ 166707 h 166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0050" h="166707">
                  <a:moveTo>
                    <a:pt x="0" y="20"/>
                  </a:moveTo>
                  <a:cubicBezTo>
                    <a:pt x="185738" y="-1568"/>
                    <a:pt x="300037" y="87333"/>
                    <a:pt x="400050" y="166707"/>
                  </a:cubicBezTo>
                  <a:lnTo>
                    <a:pt x="400050" y="166707"/>
                  </a:lnTo>
                </a:path>
              </a:pathLst>
            </a:custGeom>
            <a:noFill/>
            <a:ln w="38100" cap="flat" cmpd="sng" algn="ctr">
              <a:solidFill>
                <a:srgbClr val="29B224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en-US" kern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A2F8F7B0-D22B-40E3-9058-144380F60E8D}"/>
                </a:ext>
              </a:extLst>
            </p:cNvPr>
            <p:cNvSpPr/>
            <p:nvPr/>
          </p:nvSpPr>
          <p:spPr>
            <a:xfrm rot="17458082">
              <a:off x="5875360" y="4437411"/>
              <a:ext cx="276051" cy="155696"/>
            </a:xfrm>
            <a:prstGeom prst="ellipse">
              <a:avLst/>
            </a:prstGeom>
            <a:noFill/>
            <a:ln w="38100" cap="flat" cmpd="sng" algn="ctr">
              <a:solidFill>
                <a:schemeClr val="accent2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en-US" kern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28" name="Oval 7">
              <a:extLst>
                <a:ext uri="{FF2B5EF4-FFF2-40B4-BE49-F238E27FC236}">
                  <a16:creationId xmlns:a16="http://schemas.microsoft.com/office/drawing/2014/main" id="{33C7EDF5-9227-CA7E-C500-8B7BC01432AE}"/>
                </a:ext>
              </a:extLst>
            </p:cNvPr>
            <p:cNvSpPr/>
            <p:nvPr/>
          </p:nvSpPr>
          <p:spPr>
            <a:xfrm rot="17458082">
              <a:off x="5041405" y="4370170"/>
              <a:ext cx="349345" cy="117937"/>
            </a:xfrm>
            <a:custGeom>
              <a:avLst/>
              <a:gdLst>
                <a:gd name="connsiteX0" fmla="*/ 0 w 335699"/>
                <a:gd name="connsiteY0" fmla="*/ 77848 h 155696"/>
                <a:gd name="connsiteX1" fmla="*/ 167850 w 335699"/>
                <a:gd name="connsiteY1" fmla="*/ 0 h 155696"/>
                <a:gd name="connsiteX2" fmla="*/ 335700 w 335699"/>
                <a:gd name="connsiteY2" fmla="*/ 77848 h 155696"/>
                <a:gd name="connsiteX3" fmla="*/ 167850 w 335699"/>
                <a:gd name="connsiteY3" fmla="*/ 155696 h 155696"/>
                <a:gd name="connsiteX4" fmla="*/ 0 w 335699"/>
                <a:gd name="connsiteY4" fmla="*/ 77848 h 155696"/>
                <a:gd name="connsiteX0" fmla="*/ 0 w 335700"/>
                <a:gd name="connsiteY0" fmla="*/ 77848 h 87579"/>
                <a:gd name="connsiteX1" fmla="*/ 167850 w 335700"/>
                <a:gd name="connsiteY1" fmla="*/ 0 h 87579"/>
                <a:gd name="connsiteX2" fmla="*/ 335700 w 335700"/>
                <a:gd name="connsiteY2" fmla="*/ 77848 h 87579"/>
                <a:gd name="connsiteX3" fmla="*/ 0 w 335700"/>
                <a:gd name="connsiteY3" fmla="*/ 77848 h 87579"/>
                <a:gd name="connsiteX0" fmla="*/ 17486 w 353186"/>
                <a:gd name="connsiteY0" fmla="*/ 77848 h 108734"/>
                <a:gd name="connsiteX1" fmla="*/ 185336 w 353186"/>
                <a:gd name="connsiteY1" fmla="*/ 0 h 108734"/>
                <a:gd name="connsiteX2" fmla="*/ 353186 w 353186"/>
                <a:gd name="connsiteY2" fmla="*/ 77848 h 108734"/>
                <a:gd name="connsiteX3" fmla="*/ 17486 w 353186"/>
                <a:gd name="connsiteY3" fmla="*/ 77848 h 108734"/>
                <a:gd name="connsiteX0" fmla="*/ 37366 w 373066"/>
                <a:gd name="connsiteY0" fmla="*/ 77942 h 84331"/>
                <a:gd name="connsiteX1" fmla="*/ 27043 w 373066"/>
                <a:gd name="connsiteY1" fmla="*/ 62338 h 84331"/>
                <a:gd name="connsiteX2" fmla="*/ 205216 w 373066"/>
                <a:gd name="connsiteY2" fmla="*/ 94 h 84331"/>
                <a:gd name="connsiteX3" fmla="*/ 373066 w 373066"/>
                <a:gd name="connsiteY3" fmla="*/ 77942 h 84331"/>
                <a:gd name="connsiteX4" fmla="*/ 37366 w 373066"/>
                <a:gd name="connsiteY4" fmla="*/ 77942 h 84331"/>
                <a:gd name="connsiteX0" fmla="*/ 349497 w 349497"/>
                <a:gd name="connsiteY0" fmla="*/ 77942 h 81705"/>
                <a:gd name="connsiteX1" fmla="*/ 3474 w 349497"/>
                <a:gd name="connsiteY1" fmla="*/ 62338 h 81705"/>
                <a:gd name="connsiteX2" fmla="*/ 181647 w 349497"/>
                <a:gd name="connsiteY2" fmla="*/ 94 h 81705"/>
                <a:gd name="connsiteX3" fmla="*/ 349497 w 349497"/>
                <a:gd name="connsiteY3" fmla="*/ 77942 h 81705"/>
                <a:gd name="connsiteX0" fmla="*/ 339455 w 339455"/>
                <a:gd name="connsiteY0" fmla="*/ 77915 h 94287"/>
                <a:gd name="connsiteX1" fmla="*/ 3657 w 339455"/>
                <a:gd name="connsiteY1" fmla="*/ 88994 h 94287"/>
                <a:gd name="connsiteX2" fmla="*/ 171605 w 339455"/>
                <a:gd name="connsiteY2" fmla="*/ 67 h 94287"/>
                <a:gd name="connsiteX3" fmla="*/ 339455 w 339455"/>
                <a:gd name="connsiteY3" fmla="*/ 77915 h 94287"/>
                <a:gd name="connsiteX0" fmla="*/ 339455 w 339455"/>
                <a:gd name="connsiteY0" fmla="*/ 77915 h 118179"/>
                <a:gd name="connsiteX1" fmla="*/ 3657 w 339455"/>
                <a:gd name="connsiteY1" fmla="*/ 88994 h 118179"/>
                <a:gd name="connsiteX2" fmla="*/ 171605 w 339455"/>
                <a:gd name="connsiteY2" fmla="*/ 67 h 118179"/>
                <a:gd name="connsiteX3" fmla="*/ 339455 w 339455"/>
                <a:gd name="connsiteY3" fmla="*/ 77915 h 118179"/>
                <a:gd name="connsiteX0" fmla="*/ 346545 w 346545"/>
                <a:gd name="connsiteY0" fmla="*/ 78598 h 118341"/>
                <a:gd name="connsiteX1" fmla="*/ 3682 w 346545"/>
                <a:gd name="connsiteY1" fmla="*/ 88985 h 118341"/>
                <a:gd name="connsiteX2" fmla="*/ 171630 w 346545"/>
                <a:gd name="connsiteY2" fmla="*/ 58 h 118341"/>
                <a:gd name="connsiteX3" fmla="*/ 346545 w 346545"/>
                <a:gd name="connsiteY3" fmla="*/ 78598 h 118341"/>
                <a:gd name="connsiteX0" fmla="*/ 346545 w 354448"/>
                <a:gd name="connsiteY0" fmla="*/ 78598 h 99142"/>
                <a:gd name="connsiteX1" fmla="*/ 296588 w 354448"/>
                <a:gd name="connsiteY1" fmla="*/ 99142 h 99142"/>
                <a:gd name="connsiteX2" fmla="*/ 3682 w 354448"/>
                <a:gd name="connsiteY2" fmla="*/ 88985 h 99142"/>
                <a:gd name="connsiteX3" fmla="*/ 171630 w 354448"/>
                <a:gd name="connsiteY3" fmla="*/ 58 h 99142"/>
                <a:gd name="connsiteX4" fmla="*/ 346545 w 354448"/>
                <a:gd name="connsiteY4" fmla="*/ 78598 h 99142"/>
                <a:gd name="connsiteX0" fmla="*/ 171455 w 301113"/>
                <a:gd name="connsiteY0" fmla="*/ 28 h 99112"/>
                <a:gd name="connsiteX1" fmla="*/ 296413 w 301113"/>
                <a:gd name="connsiteY1" fmla="*/ 99112 h 99112"/>
                <a:gd name="connsiteX2" fmla="*/ 3507 w 301113"/>
                <a:gd name="connsiteY2" fmla="*/ 88955 h 99112"/>
                <a:gd name="connsiteX3" fmla="*/ 171455 w 301113"/>
                <a:gd name="connsiteY3" fmla="*/ 28 h 99112"/>
                <a:gd name="connsiteX0" fmla="*/ 171607 w 343989"/>
                <a:gd name="connsiteY0" fmla="*/ 1 h 89108"/>
                <a:gd name="connsiteX1" fmla="*/ 340344 w 343989"/>
                <a:gd name="connsiteY1" fmla="*/ 89108 h 89108"/>
                <a:gd name="connsiteX2" fmla="*/ 3659 w 343989"/>
                <a:gd name="connsiteY2" fmla="*/ 88928 h 89108"/>
                <a:gd name="connsiteX3" fmla="*/ 171607 w 343989"/>
                <a:gd name="connsiteY3" fmla="*/ 1 h 89108"/>
                <a:gd name="connsiteX0" fmla="*/ 171607 w 346640"/>
                <a:gd name="connsiteY0" fmla="*/ 7935 h 97042"/>
                <a:gd name="connsiteX1" fmla="*/ 340344 w 346640"/>
                <a:gd name="connsiteY1" fmla="*/ 97042 h 97042"/>
                <a:gd name="connsiteX2" fmla="*/ 3659 w 346640"/>
                <a:gd name="connsiteY2" fmla="*/ 96862 h 97042"/>
                <a:gd name="connsiteX3" fmla="*/ 171607 w 346640"/>
                <a:gd name="connsiteY3" fmla="*/ 7935 h 97042"/>
                <a:gd name="connsiteX0" fmla="*/ 174300 w 349345"/>
                <a:gd name="connsiteY0" fmla="*/ 1021 h 90128"/>
                <a:gd name="connsiteX1" fmla="*/ 343037 w 349345"/>
                <a:gd name="connsiteY1" fmla="*/ 90128 h 90128"/>
                <a:gd name="connsiteX2" fmla="*/ 6352 w 349345"/>
                <a:gd name="connsiteY2" fmla="*/ 89948 h 90128"/>
                <a:gd name="connsiteX3" fmla="*/ 174300 w 349345"/>
                <a:gd name="connsiteY3" fmla="*/ 1021 h 90128"/>
                <a:gd name="connsiteX0" fmla="*/ 174300 w 349345"/>
                <a:gd name="connsiteY0" fmla="*/ 1021 h 108688"/>
                <a:gd name="connsiteX1" fmla="*/ 343037 w 349345"/>
                <a:gd name="connsiteY1" fmla="*/ 90128 h 108688"/>
                <a:gd name="connsiteX2" fmla="*/ 6352 w 349345"/>
                <a:gd name="connsiteY2" fmla="*/ 89948 h 108688"/>
                <a:gd name="connsiteX3" fmla="*/ 174300 w 349345"/>
                <a:gd name="connsiteY3" fmla="*/ 1021 h 108688"/>
                <a:gd name="connsiteX0" fmla="*/ 174300 w 349345"/>
                <a:gd name="connsiteY0" fmla="*/ 1021 h 117937"/>
                <a:gd name="connsiteX1" fmla="*/ 343037 w 349345"/>
                <a:gd name="connsiteY1" fmla="*/ 90128 h 117937"/>
                <a:gd name="connsiteX2" fmla="*/ 6352 w 349345"/>
                <a:gd name="connsiteY2" fmla="*/ 89948 h 117937"/>
                <a:gd name="connsiteX3" fmla="*/ 174300 w 349345"/>
                <a:gd name="connsiteY3" fmla="*/ 1021 h 117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9345" h="117937">
                  <a:moveTo>
                    <a:pt x="174300" y="1021"/>
                  </a:moveTo>
                  <a:cubicBezTo>
                    <a:pt x="304284" y="-10257"/>
                    <a:pt x="371028" y="75307"/>
                    <a:pt x="343037" y="90128"/>
                  </a:cubicBezTo>
                  <a:cubicBezTo>
                    <a:pt x="192462" y="131965"/>
                    <a:pt x="141108" y="122176"/>
                    <a:pt x="6352" y="89948"/>
                  </a:cubicBezTo>
                  <a:cubicBezTo>
                    <a:pt x="-21623" y="76973"/>
                    <a:pt x="44316" y="12299"/>
                    <a:pt x="174300" y="1021"/>
                  </a:cubicBezTo>
                  <a:close/>
                </a:path>
              </a:pathLst>
            </a:custGeom>
            <a:noFill/>
            <a:ln w="38100" cap="flat" cmpd="sng" algn="ctr">
              <a:solidFill>
                <a:schemeClr val="accent2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en-US" kern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29" name="Oval 7">
              <a:extLst>
                <a:ext uri="{FF2B5EF4-FFF2-40B4-BE49-F238E27FC236}">
                  <a16:creationId xmlns:a16="http://schemas.microsoft.com/office/drawing/2014/main" id="{ED125C92-57E7-4E66-ACB6-299C0A5CCEB7}"/>
                </a:ext>
              </a:extLst>
            </p:cNvPr>
            <p:cNvSpPr/>
            <p:nvPr/>
          </p:nvSpPr>
          <p:spPr>
            <a:xfrm rot="18587718">
              <a:off x="4516622" y="3595441"/>
              <a:ext cx="425256" cy="153497"/>
            </a:xfrm>
            <a:custGeom>
              <a:avLst/>
              <a:gdLst>
                <a:gd name="connsiteX0" fmla="*/ 0 w 335699"/>
                <a:gd name="connsiteY0" fmla="*/ 77848 h 155696"/>
                <a:gd name="connsiteX1" fmla="*/ 167850 w 335699"/>
                <a:gd name="connsiteY1" fmla="*/ 0 h 155696"/>
                <a:gd name="connsiteX2" fmla="*/ 335700 w 335699"/>
                <a:gd name="connsiteY2" fmla="*/ 77848 h 155696"/>
                <a:gd name="connsiteX3" fmla="*/ 167850 w 335699"/>
                <a:gd name="connsiteY3" fmla="*/ 155696 h 155696"/>
                <a:gd name="connsiteX4" fmla="*/ 0 w 335699"/>
                <a:gd name="connsiteY4" fmla="*/ 77848 h 155696"/>
                <a:gd name="connsiteX0" fmla="*/ 0 w 335700"/>
                <a:gd name="connsiteY0" fmla="*/ 77848 h 87579"/>
                <a:gd name="connsiteX1" fmla="*/ 167850 w 335700"/>
                <a:gd name="connsiteY1" fmla="*/ 0 h 87579"/>
                <a:gd name="connsiteX2" fmla="*/ 335700 w 335700"/>
                <a:gd name="connsiteY2" fmla="*/ 77848 h 87579"/>
                <a:gd name="connsiteX3" fmla="*/ 0 w 335700"/>
                <a:gd name="connsiteY3" fmla="*/ 77848 h 87579"/>
                <a:gd name="connsiteX0" fmla="*/ 17486 w 353186"/>
                <a:gd name="connsiteY0" fmla="*/ 77848 h 108734"/>
                <a:gd name="connsiteX1" fmla="*/ 185336 w 353186"/>
                <a:gd name="connsiteY1" fmla="*/ 0 h 108734"/>
                <a:gd name="connsiteX2" fmla="*/ 353186 w 353186"/>
                <a:gd name="connsiteY2" fmla="*/ 77848 h 108734"/>
                <a:gd name="connsiteX3" fmla="*/ 17486 w 353186"/>
                <a:gd name="connsiteY3" fmla="*/ 77848 h 108734"/>
                <a:gd name="connsiteX0" fmla="*/ 37366 w 373066"/>
                <a:gd name="connsiteY0" fmla="*/ 77942 h 84331"/>
                <a:gd name="connsiteX1" fmla="*/ 27043 w 373066"/>
                <a:gd name="connsiteY1" fmla="*/ 62338 h 84331"/>
                <a:gd name="connsiteX2" fmla="*/ 205216 w 373066"/>
                <a:gd name="connsiteY2" fmla="*/ 94 h 84331"/>
                <a:gd name="connsiteX3" fmla="*/ 373066 w 373066"/>
                <a:gd name="connsiteY3" fmla="*/ 77942 h 84331"/>
                <a:gd name="connsiteX4" fmla="*/ 37366 w 373066"/>
                <a:gd name="connsiteY4" fmla="*/ 77942 h 84331"/>
                <a:gd name="connsiteX0" fmla="*/ 349497 w 349497"/>
                <a:gd name="connsiteY0" fmla="*/ 77942 h 81705"/>
                <a:gd name="connsiteX1" fmla="*/ 3474 w 349497"/>
                <a:gd name="connsiteY1" fmla="*/ 62338 h 81705"/>
                <a:gd name="connsiteX2" fmla="*/ 181647 w 349497"/>
                <a:gd name="connsiteY2" fmla="*/ 94 h 81705"/>
                <a:gd name="connsiteX3" fmla="*/ 349497 w 349497"/>
                <a:gd name="connsiteY3" fmla="*/ 77942 h 81705"/>
                <a:gd name="connsiteX0" fmla="*/ 339455 w 339455"/>
                <a:gd name="connsiteY0" fmla="*/ 77915 h 94287"/>
                <a:gd name="connsiteX1" fmla="*/ 3657 w 339455"/>
                <a:gd name="connsiteY1" fmla="*/ 88994 h 94287"/>
                <a:gd name="connsiteX2" fmla="*/ 171605 w 339455"/>
                <a:gd name="connsiteY2" fmla="*/ 67 h 94287"/>
                <a:gd name="connsiteX3" fmla="*/ 339455 w 339455"/>
                <a:gd name="connsiteY3" fmla="*/ 77915 h 94287"/>
                <a:gd name="connsiteX0" fmla="*/ 339455 w 339455"/>
                <a:gd name="connsiteY0" fmla="*/ 77915 h 118179"/>
                <a:gd name="connsiteX1" fmla="*/ 3657 w 339455"/>
                <a:gd name="connsiteY1" fmla="*/ 88994 h 118179"/>
                <a:gd name="connsiteX2" fmla="*/ 171605 w 339455"/>
                <a:gd name="connsiteY2" fmla="*/ 67 h 118179"/>
                <a:gd name="connsiteX3" fmla="*/ 339455 w 339455"/>
                <a:gd name="connsiteY3" fmla="*/ 77915 h 118179"/>
                <a:gd name="connsiteX0" fmla="*/ 346545 w 346545"/>
                <a:gd name="connsiteY0" fmla="*/ 78598 h 118341"/>
                <a:gd name="connsiteX1" fmla="*/ 3682 w 346545"/>
                <a:gd name="connsiteY1" fmla="*/ 88985 h 118341"/>
                <a:gd name="connsiteX2" fmla="*/ 171630 w 346545"/>
                <a:gd name="connsiteY2" fmla="*/ 58 h 118341"/>
                <a:gd name="connsiteX3" fmla="*/ 346545 w 346545"/>
                <a:gd name="connsiteY3" fmla="*/ 78598 h 118341"/>
                <a:gd name="connsiteX0" fmla="*/ 346545 w 354448"/>
                <a:gd name="connsiteY0" fmla="*/ 78598 h 99142"/>
                <a:gd name="connsiteX1" fmla="*/ 296588 w 354448"/>
                <a:gd name="connsiteY1" fmla="*/ 99142 h 99142"/>
                <a:gd name="connsiteX2" fmla="*/ 3682 w 354448"/>
                <a:gd name="connsiteY2" fmla="*/ 88985 h 99142"/>
                <a:gd name="connsiteX3" fmla="*/ 171630 w 354448"/>
                <a:gd name="connsiteY3" fmla="*/ 58 h 99142"/>
                <a:gd name="connsiteX4" fmla="*/ 346545 w 354448"/>
                <a:gd name="connsiteY4" fmla="*/ 78598 h 99142"/>
                <a:gd name="connsiteX0" fmla="*/ 171455 w 301113"/>
                <a:gd name="connsiteY0" fmla="*/ 28 h 99112"/>
                <a:gd name="connsiteX1" fmla="*/ 296413 w 301113"/>
                <a:gd name="connsiteY1" fmla="*/ 99112 h 99112"/>
                <a:gd name="connsiteX2" fmla="*/ 3507 w 301113"/>
                <a:gd name="connsiteY2" fmla="*/ 88955 h 99112"/>
                <a:gd name="connsiteX3" fmla="*/ 171455 w 301113"/>
                <a:gd name="connsiteY3" fmla="*/ 28 h 99112"/>
                <a:gd name="connsiteX0" fmla="*/ 171607 w 343989"/>
                <a:gd name="connsiteY0" fmla="*/ 1 h 89108"/>
                <a:gd name="connsiteX1" fmla="*/ 340344 w 343989"/>
                <a:gd name="connsiteY1" fmla="*/ 89108 h 89108"/>
                <a:gd name="connsiteX2" fmla="*/ 3659 w 343989"/>
                <a:gd name="connsiteY2" fmla="*/ 88928 h 89108"/>
                <a:gd name="connsiteX3" fmla="*/ 171607 w 343989"/>
                <a:gd name="connsiteY3" fmla="*/ 1 h 89108"/>
                <a:gd name="connsiteX0" fmla="*/ 171607 w 346640"/>
                <a:gd name="connsiteY0" fmla="*/ 7935 h 97042"/>
                <a:gd name="connsiteX1" fmla="*/ 340344 w 346640"/>
                <a:gd name="connsiteY1" fmla="*/ 97042 h 97042"/>
                <a:gd name="connsiteX2" fmla="*/ 3659 w 346640"/>
                <a:gd name="connsiteY2" fmla="*/ 96862 h 97042"/>
                <a:gd name="connsiteX3" fmla="*/ 171607 w 346640"/>
                <a:gd name="connsiteY3" fmla="*/ 7935 h 97042"/>
                <a:gd name="connsiteX0" fmla="*/ 174300 w 349345"/>
                <a:gd name="connsiteY0" fmla="*/ 1021 h 90128"/>
                <a:gd name="connsiteX1" fmla="*/ 343037 w 349345"/>
                <a:gd name="connsiteY1" fmla="*/ 90128 h 90128"/>
                <a:gd name="connsiteX2" fmla="*/ 6352 w 349345"/>
                <a:gd name="connsiteY2" fmla="*/ 89948 h 90128"/>
                <a:gd name="connsiteX3" fmla="*/ 174300 w 349345"/>
                <a:gd name="connsiteY3" fmla="*/ 1021 h 90128"/>
                <a:gd name="connsiteX0" fmla="*/ 174300 w 349345"/>
                <a:gd name="connsiteY0" fmla="*/ 1021 h 108688"/>
                <a:gd name="connsiteX1" fmla="*/ 343037 w 349345"/>
                <a:gd name="connsiteY1" fmla="*/ 90128 h 108688"/>
                <a:gd name="connsiteX2" fmla="*/ 6352 w 349345"/>
                <a:gd name="connsiteY2" fmla="*/ 89948 h 108688"/>
                <a:gd name="connsiteX3" fmla="*/ 174300 w 349345"/>
                <a:gd name="connsiteY3" fmla="*/ 1021 h 108688"/>
                <a:gd name="connsiteX0" fmla="*/ 174300 w 349345"/>
                <a:gd name="connsiteY0" fmla="*/ 1021 h 117937"/>
                <a:gd name="connsiteX1" fmla="*/ 343037 w 349345"/>
                <a:gd name="connsiteY1" fmla="*/ 90128 h 117937"/>
                <a:gd name="connsiteX2" fmla="*/ 6352 w 349345"/>
                <a:gd name="connsiteY2" fmla="*/ 89948 h 117937"/>
                <a:gd name="connsiteX3" fmla="*/ 174300 w 349345"/>
                <a:gd name="connsiteY3" fmla="*/ 1021 h 117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9345" h="117937">
                  <a:moveTo>
                    <a:pt x="174300" y="1021"/>
                  </a:moveTo>
                  <a:cubicBezTo>
                    <a:pt x="304284" y="-10257"/>
                    <a:pt x="371028" y="75307"/>
                    <a:pt x="343037" y="90128"/>
                  </a:cubicBezTo>
                  <a:cubicBezTo>
                    <a:pt x="192462" y="131965"/>
                    <a:pt x="141108" y="122176"/>
                    <a:pt x="6352" y="89948"/>
                  </a:cubicBezTo>
                  <a:cubicBezTo>
                    <a:pt x="-21623" y="76973"/>
                    <a:pt x="44316" y="12299"/>
                    <a:pt x="174300" y="1021"/>
                  </a:cubicBezTo>
                  <a:close/>
                </a:path>
              </a:pathLst>
            </a:custGeom>
            <a:noFill/>
            <a:ln w="38100" cap="flat" cmpd="sng" algn="ctr">
              <a:solidFill>
                <a:schemeClr val="accent2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en-US" kern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0" name="Oval 7">
              <a:extLst>
                <a:ext uri="{FF2B5EF4-FFF2-40B4-BE49-F238E27FC236}">
                  <a16:creationId xmlns:a16="http://schemas.microsoft.com/office/drawing/2014/main" id="{4E992B40-5716-95C9-9499-2DE03E60253B}"/>
                </a:ext>
              </a:extLst>
            </p:cNvPr>
            <p:cNvSpPr/>
            <p:nvPr/>
          </p:nvSpPr>
          <p:spPr>
            <a:xfrm rot="17288224">
              <a:off x="3370698" y="3886623"/>
              <a:ext cx="425256" cy="146832"/>
            </a:xfrm>
            <a:custGeom>
              <a:avLst/>
              <a:gdLst>
                <a:gd name="connsiteX0" fmla="*/ 0 w 335699"/>
                <a:gd name="connsiteY0" fmla="*/ 77848 h 155696"/>
                <a:gd name="connsiteX1" fmla="*/ 167850 w 335699"/>
                <a:gd name="connsiteY1" fmla="*/ 0 h 155696"/>
                <a:gd name="connsiteX2" fmla="*/ 335700 w 335699"/>
                <a:gd name="connsiteY2" fmla="*/ 77848 h 155696"/>
                <a:gd name="connsiteX3" fmla="*/ 167850 w 335699"/>
                <a:gd name="connsiteY3" fmla="*/ 155696 h 155696"/>
                <a:gd name="connsiteX4" fmla="*/ 0 w 335699"/>
                <a:gd name="connsiteY4" fmla="*/ 77848 h 155696"/>
                <a:gd name="connsiteX0" fmla="*/ 0 w 335700"/>
                <a:gd name="connsiteY0" fmla="*/ 77848 h 87579"/>
                <a:gd name="connsiteX1" fmla="*/ 167850 w 335700"/>
                <a:gd name="connsiteY1" fmla="*/ 0 h 87579"/>
                <a:gd name="connsiteX2" fmla="*/ 335700 w 335700"/>
                <a:gd name="connsiteY2" fmla="*/ 77848 h 87579"/>
                <a:gd name="connsiteX3" fmla="*/ 0 w 335700"/>
                <a:gd name="connsiteY3" fmla="*/ 77848 h 87579"/>
                <a:gd name="connsiteX0" fmla="*/ 17486 w 353186"/>
                <a:gd name="connsiteY0" fmla="*/ 77848 h 108734"/>
                <a:gd name="connsiteX1" fmla="*/ 185336 w 353186"/>
                <a:gd name="connsiteY1" fmla="*/ 0 h 108734"/>
                <a:gd name="connsiteX2" fmla="*/ 353186 w 353186"/>
                <a:gd name="connsiteY2" fmla="*/ 77848 h 108734"/>
                <a:gd name="connsiteX3" fmla="*/ 17486 w 353186"/>
                <a:gd name="connsiteY3" fmla="*/ 77848 h 108734"/>
                <a:gd name="connsiteX0" fmla="*/ 37366 w 373066"/>
                <a:gd name="connsiteY0" fmla="*/ 77942 h 84331"/>
                <a:gd name="connsiteX1" fmla="*/ 27043 w 373066"/>
                <a:gd name="connsiteY1" fmla="*/ 62338 h 84331"/>
                <a:gd name="connsiteX2" fmla="*/ 205216 w 373066"/>
                <a:gd name="connsiteY2" fmla="*/ 94 h 84331"/>
                <a:gd name="connsiteX3" fmla="*/ 373066 w 373066"/>
                <a:gd name="connsiteY3" fmla="*/ 77942 h 84331"/>
                <a:gd name="connsiteX4" fmla="*/ 37366 w 373066"/>
                <a:gd name="connsiteY4" fmla="*/ 77942 h 84331"/>
                <a:gd name="connsiteX0" fmla="*/ 349497 w 349497"/>
                <a:gd name="connsiteY0" fmla="*/ 77942 h 81705"/>
                <a:gd name="connsiteX1" fmla="*/ 3474 w 349497"/>
                <a:gd name="connsiteY1" fmla="*/ 62338 h 81705"/>
                <a:gd name="connsiteX2" fmla="*/ 181647 w 349497"/>
                <a:gd name="connsiteY2" fmla="*/ 94 h 81705"/>
                <a:gd name="connsiteX3" fmla="*/ 349497 w 349497"/>
                <a:gd name="connsiteY3" fmla="*/ 77942 h 81705"/>
                <a:gd name="connsiteX0" fmla="*/ 339455 w 339455"/>
                <a:gd name="connsiteY0" fmla="*/ 77915 h 94287"/>
                <a:gd name="connsiteX1" fmla="*/ 3657 w 339455"/>
                <a:gd name="connsiteY1" fmla="*/ 88994 h 94287"/>
                <a:gd name="connsiteX2" fmla="*/ 171605 w 339455"/>
                <a:gd name="connsiteY2" fmla="*/ 67 h 94287"/>
                <a:gd name="connsiteX3" fmla="*/ 339455 w 339455"/>
                <a:gd name="connsiteY3" fmla="*/ 77915 h 94287"/>
                <a:gd name="connsiteX0" fmla="*/ 339455 w 339455"/>
                <a:gd name="connsiteY0" fmla="*/ 77915 h 118179"/>
                <a:gd name="connsiteX1" fmla="*/ 3657 w 339455"/>
                <a:gd name="connsiteY1" fmla="*/ 88994 h 118179"/>
                <a:gd name="connsiteX2" fmla="*/ 171605 w 339455"/>
                <a:gd name="connsiteY2" fmla="*/ 67 h 118179"/>
                <a:gd name="connsiteX3" fmla="*/ 339455 w 339455"/>
                <a:gd name="connsiteY3" fmla="*/ 77915 h 118179"/>
                <a:gd name="connsiteX0" fmla="*/ 346545 w 346545"/>
                <a:gd name="connsiteY0" fmla="*/ 78598 h 118341"/>
                <a:gd name="connsiteX1" fmla="*/ 3682 w 346545"/>
                <a:gd name="connsiteY1" fmla="*/ 88985 h 118341"/>
                <a:gd name="connsiteX2" fmla="*/ 171630 w 346545"/>
                <a:gd name="connsiteY2" fmla="*/ 58 h 118341"/>
                <a:gd name="connsiteX3" fmla="*/ 346545 w 346545"/>
                <a:gd name="connsiteY3" fmla="*/ 78598 h 118341"/>
                <a:gd name="connsiteX0" fmla="*/ 346545 w 354448"/>
                <a:gd name="connsiteY0" fmla="*/ 78598 h 99142"/>
                <a:gd name="connsiteX1" fmla="*/ 296588 w 354448"/>
                <a:gd name="connsiteY1" fmla="*/ 99142 h 99142"/>
                <a:gd name="connsiteX2" fmla="*/ 3682 w 354448"/>
                <a:gd name="connsiteY2" fmla="*/ 88985 h 99142"/>
                <a:gd name="connsiteX3" fmla="*/ 171630 w 354448"/>
                <a:gd name="connsiteY3" fmla="*/ 58 h 99142"/>
                <a:gd name="connsiteX4" fmla="*/ 346545 w 354448"/>
                <a:gd name="connsiteY4" fmla="*/ 78598 h 99142"/>
                <a:gd name="connsiteX0" fmla="*/ 171455 w 301113"/>
                <a:gd name="connsiteY0" fmla="*/ 28 h 99112"/>
                <a:gd name="connsiteX1" fmla="*/ 296413 w 301113"/>
                <a:gd name="connsiteY1" fmla="*/ 99112 h 99112"/>
                <a:gd name="connsiteX2" fmla="*/ 3507 w 301113"/>
                <a:gd name="connsiteY2" fmla="*/ 88955 h 99112"/>
                <a:gd name="connsiteX3" fmla="*/ 171455 w 301113"/>
                <a:gd name="connsiteY3" fmla="*/ 28 h 99112"/>
                <a:gd name="connsiteX0" fmla="*/ 171607 w 343989"/>
                <a:gd name="connsiteY0" fmla="*/ 1 h 89108"/>
                <a:gd name="connsiteX1" fmla="*/ 340344 w 343989"/>
                <a:gd name="connsiteY1" fmla="*/ 89108 h 89108"/>
                <a:gd name="connsiteX2" fmla="*/ 3659 w 343989"/>
                <a:gd name="connsiteY2" fmla="*/ 88928 h 89108"/>
                <a:gd name="connsiteX3" fmla="*/ 171607 w 343989"/>
                <a:gd name="connsiteY3" fmla="*/ 1 h 89108"/>
                <a:gd name="connsiteX0" fmla="*/ 171607 w 346640"/>
                <a:gd name="connsiteY0" fmla="*/ 7935 h 97042"/>
                <a:gd name="connsiteX1" fmla="*/ 340344 w 346640"/>
                <a:gd name="connsiteY1" fmla="*/ 97042 h 97042"/>
                <a:gd name="connsiteX2" fmla="*/ 3659 w 346640"/>
                <a:gd name="connsiteY2" fmla="*/ 96862 h 97042"/>
                <a:gd name="connsiteX3" fmla="*/ 171607 w 346640"/>
                <a:gd name="connsiteY3" fmla="*/ 7935 h 97042"/>
                <a:gd name="connsiteX0" fmla="*/ 174300 w 349345"/>
                <a:gd name="connsiteY0" fmla="*/ 1021 h 90128"/>
                <a:gd name="connsiteX1" fmla="*/ 343037 w 349345"/>
                <a:gd name="connsiteY1" fmla="*/ 90128 h 90128"/>
                <a:gd name="connsiteX2" fmla="*/ 6352 w 349345"/>
                <a:gd name="connsiteY2" fmla="*/ 89948 h 90128"/>
                <a:gd name="connsiteX3" fmla="*/ 174300 w 349345"/>
                <a:gd name="connsiteY3" fmla="*/ 1021 h 90128"/>
                <a:gd name="connsiteX0" fmla="*/ 174300 w 349345"/>
                <a:gd name="connsiteY0" fmla="*/ 1021 h 108688"/>
                <a:gd name="connsiteX1" fmla="*/ 343037 w 349345"/>
                <a:gd name="connsiteY1" fmla="*/ 90128 h 108688"/>
                <a:gd name="connsiteX2" fmla="*/ 6352 w 349345"/>
                <a:gd name="connsiteY2" fmla="*/ 89948 h 108688"/>
                <a:gd name="connsiteX3" fmla="*/ 174300 w 349345"/>
                <a:gd name="connsiteY3" fmla="*/ 1021 h 108688"/>
                <a:gd name="connsiteX0" fmla="*/ 174300 w 349345"/>
                <a:gd name="connsiteY0" fmla="*/ 1021 h 117937"/>
                <a:gd name="connsiteX1" fmla="*/ 343037 w 349345"/>
                <a:gd name="connsiteY1" fmla="*/ 90128 h 117937"/>
                <a:gd name="connsiteX2" fmla="*/ 6352 w 349345"/>
                <a:gd name="connsiteY2" fmla="*/ 89948 h 117937"/>
                <a:gd name="connsiteX3" fmla="*/ 174300 w 349345"/>
                <a:gd name="connsiteY3" fmla="*/ 1021 h 117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9345" h="117937">
                  <a:moveTo>
                    <a:pt x="174300" y="1021"/>
                  </a:moveTo>
                  <a:cubicBezTo>
                    <a:pt x="304284" y="-10257"/>
                    <a:pt x="371028" y="75307"/>
                    <a:pt x="343037" y="90128"/>
                  </a:cubicBezTo>
                  <a:cubicBezTo>
                    <a:pt x="192462" y="131965"/>
                    <a:pt x="141108" y="122176"/>
                    <a:pt x="6352" y="89948"/>
                  </a:cubicBezTo>
                  <a:cubicBezTo>
                    <a:pt x="-21623" y="76973"/>
                    <a:pt x="44316" y="12299"/>
                    <a:pt x="174300" y="1021"/>
                  </a:cubicBezTo>
                  <a:close/>
                </a:path>
              </a:pathLst>
            </a:custGeom>
            <a:noFill/>
            <a:ln w="38100" cap="flat" cmpd="sng" algn="ctr">
              <a:solidFill>
                <a:schemeClr val="accent2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en-US" kern="0">
                <a:solidFill>
                  <a:prstClr val="white"/>
                </a:solidFill>
                <a:latin typeface="Aptos" panose="02110004020202020204"/>
              </a:endParaRPr>
            </a:p>
          </p:txBody>
        </p:sp>
        <p:sp>
          <p:nvSpPr>
            <p:cNvPr id="31" name="Oval 7">
              <a:extLst>
                <a:ext uri="{FF2B5EF4-FFF2-40B4-BE49-F238E27FC236}">
                  <a16:creationId xmlns:a16="http://schemas.microsoft.com/office/drawing/2014/main" id="{A2636BCD-5912-81AC-0CED-BF474858C13A}"/>
                </a:ext>
              </a:extLst>
            </p:cNvPr>
            <p:cNvSpPr/>
            <p:nvPr/>
          </p:nvSpPr>
          <p:spPr>
            <a:xfrm rot="19358216">
              <a:off x="3957397" y="3060438"/>
              <a:ext cx="527743" cy="186448"/>
            </a:xfrm>
            <a:custGeom>
              <a:avLst/>
              <a:gdLst>
                <a:gd name="connsiteX0" fmla="*/ 0 w 335699"/>
                <a:gd name="connsiteY0" fmla="*/ 77848 h 155696"/>
                <a:gd name="connsiteX1" fmla="*/ 167850 w 335699"/>
                <a:gd name="connsiteY1" fmla="*/ 0 h 155696"/>
                <a:gd name="connsiteX2" fmla="*/ 335700 w 335699"/>
                <a:gd name="connsiteY2" fmla="*/ 77848 h 155696"/>
                <a:gd name="connsiteX3" fmla="*/ 167850 w 335699"/>
                <a:gd name="connsiteY3" fmla="*/ 155696 h 155696"/>
                <a:gd name="connsiteX4" fmla="*/ 0 w 335699"/>
                <a:gd name="connsiteY4" fmla="*/ 77848 h 155696"/>
                <a:gd name="connsiteX0" fmla="*/ 0 w 335700"/>
                <a:gd name="connsiteY0" fmla="*/ 77848 h 87579"/>
                <a:gd name="connsiteX1" fmla="*/ 167850 w 335700"/>
                <a:gd name="connsiteY1" fmla="*/ 0 h 87579"/>
                <a:gd name="connsiteX2" fmla="*/ 335700 w 335700"/>
                <a:gd name="connsiteY2" fmla="*/ 77848 h 87579"/>
                <a:gd name="connsiteX3" fmla="*/ 0 w 335700"/>
                <a:gd name="connsiteY3" fmla="*/ 77848 h 87579"/>
                <a:gd name="connsiteX0" fmla="*/ 17486 w 353186"/>
                <a:gd name="connsiteY0" fmla="*/ 77848 h 108734"/>
                <a:gd name="connsiteX1" fmla="*/ 185336 w 353186"/>
                <a:gd name="connsiteY1" fmla="*/ 0 h 108734"/>
                <a:gd name="connsiteX2" fmla="*/ 353186 w 353186"/>
                <a:gd name="connsiteY2" fmla="*/ 77848 h 108734"/>
                <a:gd name="connsiteX3" fmla="*/ 17486 w 353186"/>
                <a:gd name="connsiteY3" fmla="*/ 77848 h 108734"/>
                <a:gd name="connsiteX0" fmla="*/ 37366 w 373066"/>
                <a:gd name="connsiteY0" fmla="*/ 77942 h 84331"/>
                <a:gd name="connsiteX1" fmla="*/ 27043 w 373066"/>
                <a:gd name="connsiteY1" fmla="*/ 62338 h 84331"/>
                <a:gd name="connsiteX2" fmla="*/ 205216 w 373066"/>
                <a:gd name="connsiteY2" fmla="*/ 94 h 84331"/>
                <a:gd name="connsiteX3" fmla="*/ 373066 w 373066"/>
                <a:gd name="connsiteY3" fmla="*/ 77942 h 84331"/>
                <a:gd name="connsiteX4" fmla="*/ 37366 w 373066"/>
                <a:gd name="connsiteY4" fmla="*/ 77942 h 84331"/>
                <a:gd name="connsiteX0" fmla="*/ 349497 w 349497"/>
                <a:gd name="connsiteY0" fmla="*/ 77942 h 81705"/>
                <a:gd name="connsiteX1" fmla="*/ 3474 w 349497"/>
                <a:gd name="connsiteY1" fmla="*/ 62338 h 81705"/>
                <a:gd name="connsiteX2" fmla="*/ 181647 w 349497"/>
                <a:gd name="connsiteY2" fmla="*/ 94 h 81705"/>
                <a:gd name="connsiteX3" fmla="*/ 349497 w 349497"/>
                <a:gd name="connsiteY3" fmla="*/ 77942 h 81705"/>
                <a:gd name="connsiteX0" fmla="*/ 339455 w 339455"/>
                <a:gd name="connsiteY0" fmla="*/ 77915 h 94287"/>
                <a:gd name="connsiteX1" fmla="*/ 3657 w 339455"/>
                <a:gd name="connsiteY1" fmla="*/ 88994 h 94287"/>
                <a:gd name="connsiteX2" fmla="*/ 171605 w 339455"/>
                <a:gd name="connsiteY2" fmla="*/ 67 h 94287"/>
                <a:gd name="connsiteX3" fmla="*/ 339455 w 339455"/>
                <a:gd name="connsiteY3" fmla="*/ 77915 h 94287"/>
                <a:gd name="connsiteX0" fmla="*/ 339455 w 339455"/>
                <a:gd name="connsiteY0" fmla="*/ 77915 h 118179"/>
                <a:gd name="connsiteX1" fmla="*/ 3657 w 339455"/>
                <a:gd name="connsiteY1" fmla="*/ 88994 h 118179"/>
                <a:gd name="connsiteX2" fmla="*/ 171605 w 339455"/>
                <a:gd name="connsiteY2" fmla="*/ 67 h 118179"/>
                <a:gd name="connsiteX3" fmla="*/ 339455 w 339455"/>
                <a:gd name="connsiteY3" fmla="*/ 77915 h 118179"/>
                <a:gd name="connsiteX0" fmla="*/ 346545 w 346545"/>
                <a:gd name="connsiteY0" fmla="*/ 78598 h 118341"/>
                <a:gd name="connsiteX1" fmla="*/ 3682 w 346545"/>
                <a:gd name="connsiteY1" fmla="*/ 88985 h 118341"/>
                <a:gd name="connsiteX2" fmla="*/ 171630 w 346545"/>
                <a:gd name="connsiteY2" fmla="*/ 58 h 118341"/>
                <a:gd name="connsiteX3" fmla="*/ 346545 w 346545"/>
                <a:gd name="connsiteY3" fmla="*/ 78598 h 118341"/>
                <a:gd name="connsiteX0" fmla="*/ 346545 w 354448"/>
                <a:gd name="connsiteY0" fmla="*/ 78598 h 99142"/>
                <a:gd name="connsiteX1" fmla="*/ 296588 w 354448"/>
                <a:gd name="connsiteY1" fmla="*/ 99142 h 99142"/>
                <a:gd name="connsiteX2" fmla="*/ 3682 w 354448"/>
                <a:gd name="connsiteY2" fmla="*/ 88985 h 99142"/>
                <a:gd name="connsiteX3" fmla="*/ 171630 w 354448"/>
                <a:gd name="connsiteY3" fmla="*/ 58 h 99142"/>
                <a:gd name="connsiteX4" fmla="*/ 346545 w 354448"/>
                <a:gd name="connsiteY4" fmla="*/ 78598 h 99142"/>
                <a:gd name="connsiteX0" fmla="*/ 171455 w 301113"/>
                <a:gd name="connsiteY0" fmla="*/ 28 h 99112"/>
                <a:gd name="connsiteX1" fmla="*/ 296413 w 301113"/>
                <a:gd name="connsiteY1" fmla="*/ 99112 h 99112"/>
                <a:gd name="connsiteX2" fmla="*/ 3507 w 301113"/>
                <a:gd name="connsiteY2" fmla="*/ 88955 h 99112"/>
                <a:gd name="connsiteX3" fmla="*/ 171455 w 301113"/>
                <a:gd name="connsiteY3" fmla="*/ 28 h 99112"/>
                <a:gd name="connsiteX0" fmla="*/ 171607 w 343989"/>
                <a:gd name="connsiteY0" fmla="*/ 1 h 89108"/>
                <a:gd name="connsiteX1" fmla="*/ 340344 w 343989"/>
                <a:gd name="connsiteY1" fmla="*/ 89108 h 89108"/>
                <a:gd name="connsiteX2" fmla="*/ 3659 w 343989"/>
                <a:gd name="connsiteY2" fmla="*/ 88928 h 89108"/>
                <a:gd name="connsiteX3" fmla="*/ 171607 w 343989"/>
                <a:gd name="connsiteY3" fmla="*/ 1 h 89108"/>
                <a:gd name="connsiteX0" fmla="*/ 171607 w 346640"/>
                <a:gd name="connsiteY0" fmla="*/ 7935 h 97042"/>
                <a:gd name="connsiteX1" fmla="*/ 340344 w 346640"/>
                <a:gd name="connsiteY1" fmla="*/ 97042 h 97042"/>
                <a:gd name="connsiteX2" fmla="*/ 3659 w 346640"/>
                <a:gd name="connsiteY2" fmla="*/ 96862 h 97042"/>
                <a:gd name="connsiteX3" fmla="*/ 171607 w 346640"/>
                <a:gd name="connsiteY3" fmla="*/ 7935 h 97042"/>
                <a:gd name="connsiteX0" fmla="*/ 174300 w 349345"/>
                <a:gd name="connsiteY0" fmla="*/ 1021 h 90128"/>
                <a:gd name="connsiteX1" fmla="*/ 343037 w 349345"/>
                <a:gd name="connsiteY1" fmla="*/ 90128 h 90128"/>
                <a:gd name="connsiteX2" fmla="*/ 6352 w 349345"/>
                <a:gd name="connsiteY2" fmla="*/ 89948 h 90128"/>
                <a:gd name="connsiteX3" fmla="*/ 174300 w 349345"/>
                <a:gd name="connsiteY3" fmla="*/ 1021 h 90128"/>
                <a:gd name="connsiteX0" fmla="*/ 174300 w 349345"/>
                <a:gd name="connsiteY0" fmla="*/ 1021 h 108688"/>
                <a:gd name="connsiteX1" fmla="*/ 343037 w 349345"/>
                <a:gd name="connsiteY1" fmla="*/ 90128 h 108688"/>
                <a:gd name="connsiteX2" fmla="*/ 6352 w 349345"/>
                <a:gd name="connsiteY2" fmla="*/ 89948 h 108688"/>
                <a:gd name="connsiteX3" fmla="*/ 174300 w 349345"/>
                <a:gd name="connsiteY3" fmla="*/ 1021 h 108688"/>
                <a:gd name="connsiteX0" fmla="*/ 174300 w 349345"/>
                <a:gd name="connsiteY0" fmla="*/ 1021 h 117937"/>
                <a:gd name="connsiteX1" fmla="*/ 343037 w 349345"/>
                <a:gd name="connsiteY1" fmla="*/ 90128 h 117937"/>
                <a:gd name="connsiteX2" fmla="*/ 6352 w 349345"/>
                <a:gd name="connsiteY2" fmla="*/ 89948 h 117937"/>
                <a:gd name="connsiteX3" fmla="*/ 174300 w 349345"/>
                <a:gd name="connsiteY3" fmla="*/ 1021 h 117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9345" h="117937">
                  <a:moveTo>
                    <a:pt x="174300" y="1021"/>
                  </a:moveTo>
                  <a:cubicBezTo>
                    <a:pt x="304284" y="-10257"/>
                    <a:pt x="371028" y="75307"/>
                    <a:pt x="343037" y="90128"/>
                  </a:cubicBezTo>
                  <a:cubicBezTo>
                    <a:pt x="192462" y="131965"/>
                    <a:pt x="141108" y="122176"/>
                    <a:pt x="6352" y="89948"/>
                  </a:cubicBezTo>
                  <a:cubicBezTo>
                    <a:pt x="-21623" y="76973"/>
                    <a:pt x="44316" y="12299"/>
                    <a:pt x="174300" y="1021"/>
                  </a:cubicBezTo>
                  <a:close/>
                </a:path>
              </a:pathLst>
            </a:custGeom>
            <a:noFill/>
            <a:ln w="38100" cap="flat" cmpd="sng" algn="ctr">
              <a:solidFill>
                <a:schemeClr val="accent2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400">
                <a:defRPr/>
              </a:pPr>
              <a:endParaRPr lang="en-US" kern="0">
                <a:solidFill>
                  <a:prstClr val="white"/>
                </a:solidFill>
                <a:latin typeface="Aptos" panose="0211000402020202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53332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B6C9A28A-76F0-6865-BA1F-D5C05C7D21CB}"/>
              </a:ext>
            </a:extLst>
          </p:cNvPr>
          <p:cNvGrpSpPr/>
          <p:nvPr/>
        </p:nvGrpSpPr>
        <p:grpSpPr>
          <a:xfrm>
            <a:off x="272228" y="1146321"/>
            <a:ext cx="3557972" cy="5189286"/>
            <a:chOff x="2891442" y="1487284"/>
            <a:chExt cx="3557972" cy="5189286"/>
          </a:xfrm>
        </p:grpSpPr>
        <p:sp>
          <p:nvSpPr>
            <p:cNvPr id="5" name="Rectangle 2">
              <a:extLst>
                <a:ext uri="{FF2B5EF4-FFF2-40B4-BE49-F238E27FC236}">
                  <a16:creationId xmlns:a16="http://schemas.microsoft.com/office/drawing/2014/main" id="{F2E98824-B37D-6010-781A-74F2D568E2BE}"/>
                </a:ext>
              </a:extLst>
            </p:cNvPr>
            <p:cNvSpPr/>
            <p:nvPr/>
          </p:nvSpPr>
          <p:spPr>
            <a:xfrm rot="20204350">
              <a:off x="4610842" y="1697702"/>
              <a:ext cx="1838572" cy="4502169"/>
            </a:xfrm>
            <a:custGeom>
              <a:avLst/>
              <a:gdLst>
                <a:gd name="connsiteX0" fmla="*/ 0 w 870857"/>
                <a:gd name="connsiteY0" fmla="*/ 0 h 2177142"/>
                <a:gd name="connsiteX1" fmla="*/ 870857 w 870857"/>
                <a:gd name="connsiteY1" fmla="*/ 0 h 2177142"/>
                <a:gd name="connsiteX2" fmla="*/ 870857 w 870857"/>
                <a:gd name="connsiteY2" fmla="*/ 2177142 h 2177142"/>
                <a:gd name="connsiteX3" fmla="*/ 0 w 870857"/>
                <a:gd name="connsiteY3" fmla="*/ 2177142 h 2177142"/>
                <a:gd name="connsiteX4" fmla="*/ 0 w 870857"/>
                <a:gd name="connsiteY4" fmla="*/ 0 h 2177142"/>
                <a:gd name="connsiteX0" fmla="*/ 551543 w 870857"/>
                <a:gd name="connsiteY0" fmla="*/ 0 h 3425371"/>
                <a:gd name="connsiteX1" fmla="*/ 870857 w 870857"/>
                <a:gd name="connsiteY1" fmla="*/ 1248229 h 3425371"/>
                <a:gd name="connsiteX2" fmla="*/ 870857 w 870857"/>
                <a:gd name="connsiteY2" fmla="*/ 3425371 h 3425371"/>
                <a:gd name="connsiteX3" fmla="*/ 0 w 870857"/>
                <a:gd name="connsiteY3" fmla="*/ 3425371 h 3425371"/>
                <a:gd name="connsiteX4" fmla="*/ 551543 w 870857"/>
                <a:gd name="connsiteY4" fmla="*/ 0 h 3425371"/>
                <a:gd name="connsiteX0" fmla="*/ 203201 w 522515"/>
                <a:gd name="connsiteY0" fmla="*/ 0 h 4746171"/>
                <a:gd name="connsiteX1" fmla="*/ 522515 w 522515"/>
                <a:gd name="connsiteY1" fmla="*/ 1248229 h 4746171"/>
                <a:gd name="connsiteX2" fmla="*/ 522515 w 522515"/>
                <a:gd name="connsiteY2" fmla="*/ 3425371 h 4746171"/>
                <a:gd name="connsiteX3" fmla="*/ 0 w 522515"/>
                <a:gd name="connsiteY3" fmla="*/ 4746171 h 4746171"/>
                <a:gd name="connsiteX4" fmla="*/ 203201 w 522515"/>
                <a:gd name="connsiteY4" fmla="*/ 0 h 4746171"/>
                <a:gd name="connsiteX0" fmla="*/ 203201 w 522515"/>
                <a:gd name="connsiteY0" fmla="*/ 0 h 4746171"/>
                <a:gd name="connsiteX1" fmla="*/ 522515 w 522515"/>
                <a:gd name="connsiteY1" fmla="*/ 1248229 h 4746171"/>
                <a:gd name="connsiteX2" fmla="*/ 0 w 522515"/>
                <a:gd name="connsiteY2" fmla="*/ 4746171 h 4746171"/>
                <a:gd name="connsiteX3" fmla="*/ 203201 w 522515"/>
                <a:gd name="connsiteY3" fmla="*/ 0 h 4746171"/>
                <a:gd name="connsiteX0" fmla="*/ 1046683 w 1365997"/>
                <a:gd name="connsiteY0" fmla="*/ 0 h 4746171"/>
                <a:gd name="connsiteX1" fmla="*/ 1365997 w 1365997"/>
                <a:gd name="connsiteY1" fmla="*/ 1248229 h 4746171"/>
                <a:gd name="connsiteX2" fmla="*/ 843482 w 1365997"/>
                <a:gd name="connsiteY2" fmla="*/ 4746171 h 4746171"/>
                <a:gd name="connsiteX3" fmla="*/ 1046683 w 1365997"/>
                <a:gd name="connsiteY3" fmla="*/ 0 h 4746171"/>
                <a:gd name="connsiteX0" fmla="*/ 1046683 w 1046683"/>
                <a:gd name="connsiteY0" fmla="*/ 0 h 4746171"/>
                <a:gd name="connsiteX1" fmla="*/ 843482 w 1046683"/>
                <a:gd name="connsiteY1" fmla="*/ 4746171 h 4746171"/>
                <a:gd name="connsiteX2" fmla="*/ 1046683 w 1046683"/>
                <a:gd name="connsiteY2" fmla="*/ 0 h 4746171"/>
                <a:gd name="connsiteX0" fmla="*/ 1046683 w 1700194"/>
                <a:gd name="connsiteY0" fmla="*/ 0 h 4746171"/>
                <a:gd name="connsiteX1" fmla="*/ 843482 w 1700194"/>
                <a:gd name="connsiteY1" fmla="*/ 4746171 h 4746171"/>
                <a:gd name="connsiteX2" fmla="*/ 1046683 w 1700194"/>
                <a:gd name="connsiteY2" fmla="*/ 0 h 4746171"/>
                <a:gd name="connsiteX0" fmla="*/ 1086967 w 1740478"/>
                <a:gd name="connsiteY0" fmla="*/ 0 h 4746171"/>
                <a:gd name="connsiteX1" fmla="*/ 883766 w 1740478"/>
                <a:gd name="connsiteY1" fmla="*/ 4746171 h 4746171"/>
                <a:gd name="connsiteX2" fmla="*/ 1086967 w 1740478"/>
                <a:gd name="connsiteY2" fmla="*/ 0 h 4746171"/>
                <a:gd name="connsiteX0" fmla="*/ 1086967 w 1690125"/>
                <a:gd name="connsiteY0" fmla="*/ 0 h 4746171"/>
                <a:gd name="connsiteX1" fmla="*/ 883766 w 1690125"/>
                <a:gd name="connsiteY1" fmla="*/ 4746171 h 4746171"/>
                <a:gd name="connsiteX2" fmla="*/ 1086967 w 1690125"/>
                <a:gd name="connsiteY2" fmla="*/ 0 h 4746171"/>
                <a:gd name="connsiteX0" fmla="*/ 1086967 w 1838491"/>
                <a:gd name="connsiteY0" fmla="*/ 0 h 4746171"/>
                <a:gd name="connsiteX1" fmla="*/ 883766 w 1838491"/>
                <a:gd name="connsiteY1" fmla="*/ 4746171 h 4746171"/>
                <a:gd name="connsiteX2" fmla="*/ 1086967 w 1838491"/>
                <a:gd name="connsiteY2" fmla="*/ 0 h 4746171"/>
                <a:gd name="connsiteX0" fmla="*/ 1086967 w 1838491"/>
                <a:gd name="connsiteY0" fmla="*/ 0 h 4746171"/>
                <a:gd name="connsiteX1" fmla="*/ 883766 w 1838491"/>
                <a:gd name="connsiteY1" fmla="*/ 4746171 h 4746171"/>
                <a:gd name="connsiteX2" fmla="*/ 1086967 w 1838491"/>
                <a:gd name="connsiteY2" fmla="*/ 0 h 4746171"/>
                <a:gd name="connsiteX0" fmla="*/ 1086967 w 1819536"/>
                <a:gd name="connsiteY0" fmla="*/ 0 h 4746171"/>
                <a:gd name="connsiteX1" fmla="*/ 883766 w 1819536"/>
                <a:gd name="connsiteY1" fmla="*/ 4746171 h 4746171"/>
                <a:gd name="connsiteX2" fmla="*/ 1086967 w 1819536"/>
                <a:gd name="connsiteY2" fmla="*/ 0 h 4746171"/>
                <a:gd name="connsiteX0" fmla="*/ 1486996 w 1852561"/>
                <a:gd name="connsiteY0" fmla="*/ 0 h 4476890"/>
                <a:gd name="connsiteX1" fmla="*/ 767611 w 1852561"/>
                <a:gd name="connsiteY1" fmla="*/ 4476890 h 4476890"/>
                <a:gd name="connsiteX2" fmla="*/ 1486996 w 1852561"/>
                <a:gd name="connsiteY2" fmla="*/ 0 h 4476890"/>
                <a:gd name="connsiteX0" fmla="*/ 1480460 w 1846025"/>
                <a:gd name="connsiteY0" fmla="*/ 0 h 4476890"/>
                <a:gd name="connsiteX1" fmla="*/ 761075 w 1846025"/>
                <a:gd name="connsiteY1" fmla="*/ 4476890 h 4476890"/>
                <a:gd name="connsiteX2" fmla="*/ 1480460 w 1846025"/>
                <a:gd name="connsiteY2" fmla="*/ 0 h 4476890"/>
                <a:gd name="connsiteX0" fmla="*/ 1480460 w 1704520"/>
                <a:gd name="connsiteY0" fmla="*/ 0 h 4476890"/>
                <a:gd name="connsiteX1" fmla="*/ 761075 w 1704520"/>
                <a:gd name="connsiteY1" fmla="*/ 4476890 h 4476890"/>
                <a:gd name="connsiteX2" fmla="*/ 1480460 w 1704520"/>
                <a:gd name="connsiteY2" fmla="*/ 0 h 4476890"/>
                <a:gd name="connsiteX0" fmla="*/ 1480460 w 1560851"/>
                <a:gd name="connsiteY0" fmla="*/ 0 h 4476890"/>
                <a:gd name="connsiteX1" fmla="*/ 761075 w 1560851"/>
                <a:gd name="connsiteY1" fmla="*/ 4476890 h 4476890"/>
                <a:gd name="connsiteX2" fmla="*/ 1480460 w 1560851"/>
                <a:gd name="connsiteY2" fmla="*/ 0 h 4476890"/>
                <a:gd name="connsiteX0" fmla="*/ 1480460 w 1645586"/>
                <a:gd name="connsiteY0" fmla="*/ 0 h 4476890"/>
                <a:gd name="connsiteX1" fmla="*/ 761075 w 1645586"/>
                <a:gd name="connsiteY1" fmla="*/ 4476890 h 4476890"/>
                <a:gd name="connsiteX2" fmla="*/ 1480460 w 1645586"/>
                <a:gd name="connsiteY2" fmla="*/ 0 h 4476890"/>
                <a:gd name="connsiteX0" fmla="*/ 1480460 w 1702354"/>
                <a:gd name="connsiteY0" fmla="*/ 0 h 4476890"/>
                <a:gd name="connsiteX1" fmla="*/ 761075 w 1702354"/>
                <a:gd name="connsiteY1" fmla="*/ 4476890 h 4476890"/>
                <a:gd name="connsiteX2" fmla="*/ 1480460 w 1702354"/>
                <a:gd name="connsiteY2" fmla="*/ 0 h 4476890"/>
                <a:gd name="connsiteX0" fmla="*/ 1520631 w 1742525"/>
                <a:gd name="connsiteY0" fmla="*/ 0 h 4476890"/>
                <a:gd name="connsiteX1" fmla="*/ 801246 w 1742525"/>
                <a:gd name="connsiteY1" fmla="*/ 4476890 h 4476890"/>
                <a:gd name="connsiteX2" fmla="*/ 1520631 w 1742525"/>
                <a:gd name="connsiteY2" fmla="*/ 0 h 4476890"/>
                <a:gd name="connsiteX0" fmla="*/ 1535863 w 1757757"/>
                <a:gd name="connsiteY0" fmla="*/ 0 h 4476890"/>
                <a:gd name="connsiteX1" fmla="*/ 816478 w 1757757"/>
                <a:gd name="connsiteY1" fmla="*/ 4476890 h 4476890"/>
                <a:gd name="connsiteX2" fmla="*/ 1535863 w 1757757"/>
                <a:gd name="connsiteY2" fmla="*/ 0 h 4476890"/>
                <a:gd name="connsiteX0" fmla="*/ 1535863 w 1725376"/>
                <a:gd name="connsiteY0" fmla="*/ 0 h 4476890"/>
                <a:gd name="connsiteX1" fmla="*/ 816478 w 1725376"/>
                <a:gd name="connsiteY1" fmla="*/ 4476890 h 4476890"/>
                <a:gd name="connsiteX2" fmla="*/ 1535863 w 1725376"/>
                <a:gd name="connsiteY2" fmla="*/ 0 h 4476890"/>
                <a:gd name="connsiteX0" fmla="*/ 1535863 w 1779562"/>
                <a:gd name="connsiteY0" fmla="*/ 0 h 4476890"/>
                <a:gd name="connsiteX1" fmla="*/ 816478 w 1779562"/>
                <a:gd name="connsiteY1" fmla="*/ 4476890 h 4476890"/>
                <a:gd name="connsiteX2" fmla="*/ 1535863 w 1779562"/>
                <a:gd name="connsiteY2" fmla="*/ 0 h 4476890"/>
                <a:gd name="connsiteX0" fmla="*/ 1306939 w 1783142"/>
                <a:gd name="connsiteY0" fmla="*/ 0 h 4511522"/>
                <a:gd name="connsiteX1" fmla="*/ 888636 w 1783142"/>
                <a:gd name="connsiteY1" fmla="*/ 4511522 h 4511522"/>
                <a:gd name="connsiteX2" fmla="*/ 1306939 w 1783142"/>
                <a:gd name="connsiteY2" fmla="*/ 0 h 4511522"/>
                <a:gd name="connsiteX0" fmla="*/ 1306939 w 1897532"/>
                <a:gd name="connsiteY0" fmla="*/ 0 h 4511522"/>
                <a:gd name="connsiteX1" fmla="*/ 888636 w 1897532"/>
                <a:gd name="connsiteY1" fmla="*/ 4511522 h 4511522"/>
                <a:gd name="connsiteX2" fmla="*/ 1306939 w 1897532"/>
                <a:gd name="connsiteY2" fmla="*/ 0 h 4511522"/>
                <a:gd name="connsiteX0" fmla="*/ 1306939 w 1916050"/>
                <a:gd name="connsiteY0" fmla="*/ 0 h 4511522"/>
                <a:gd name="connsiteX1" fmla="*/ 888636 w 1916050"/>
                <a:gd name="connsiteY1" fmla="*/ 4511522 h 4511522"/>
                <a:gd name="connsiteX2" fmla="*/ 1306939 w 1916050"/>
                <a:gd name="connsiteY2" fmla="*/ 0 h 4511522"/>
                <a:gd name="connsiteX0" fmla="*/ 1227317 w 1922167"/>
                <a:gd name="connsiteY0" fmla="*/ 0 h 4479241"/>
                <a:gd name="connsiteX1" fmla="*/ 917682 w 1922167"/>
                <a:gd name="connsiteY1" fmla="*/ 4479241 h 4479241"/>
                <a:gd name="connsiteX2" fmla="*/ 1227317 w 1922167"/>
                <a:gd name="connsiteY2" fmla="*/ 0 h 4479241"/>
                <a:gd name="connsiteX0" fmla="*/ 1227317 w 1815095"/>
                <a:gd name="connsiteY0" fmla="*/ 0 h 4479241"/>
                <a:gd name="connsiteX1" fmla="*/ 917682 w 1815095"/>
                <a:gd name="connsiteY1" fmla="*/ 4479241 h 4479241"/>
                <a:gd name="connsiteX2" fmla="*/ 1227317 w 1815095"/>
                <a:gd name="connsiteY2" fmla="*/ 0 h 4479241"/>
                <a:gd name="connsiteX0" fmla="*/ 1227317 w 1834313"/>
                <a:gd name="connsiteY0" fmla="*/ 0 h 4479241"/>
                <a:gd name="connsiteX1" fmla="*/ 917682 w 1834313"/>
                <a:gd name="connsiteY1" fmla="*/ 4479241 h 4479241"/>
                <a:gd name="connsiteX2" fmla="*/ 1227317 w 1834313"/>
                <a:gd name="connsiteY2" fmla="*/ 0 h 4479241"/>
                <a:gd name="connsiteX0" fmla="*/ 1188886 w 1838572"/>
                <a:gd name="connsiteY0" fmla="*/ 0 h 4502169"/>
                <a:gd name="connsiteX1" fmla="*/ 932589 w 1838572"/>
                <a:gd name="connsiteY1" fmla="*/ 4502169 h 4502169"/>
                <a:gd name="connsiteX2" fmla="*/ 1188886 w 1838572"/>
                <a:gd name="connsiteY2" fmla="*/ 0 h 4502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38572" h="4502169">
                  <a:moveTo>
                    <a:pt x="1188886" y="0"/>
                  </a:moveTo>
                  <a:cubicBezTo>
                    <a:pt x="107871" y="1846526"/>
                    <a:pt x="3320476" y="3583471"/>
                    <a:pt x="932589" y="4502169"/>
                  </a:cubicBezTo>
                  <a:cubicBezTo>
                    <a:pt x="-1031226" y="4093719"/>
                    <a:pt x="629632" y="1549630"/>
                    <a:pt x="1188886" y="0"/>
                  </a:cubicBezTo>
                  <a:close/>
                </a:path>
              </a:pathLst>
            </a:custGeom>
            <a:solidFill>
              <a:srgbClr val="F3EAC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2">
              <a:extLst>
                <a:ext uri="{FF2B5EF4-FFF2-40B4-BE49-F238E27FC236}">
                  <a16:creationId xmlns:a16="http://schemas.microsoft.com/office/drawing/2014/main" id="{9784B23E-A13D-D4D3-9E54-A3443EF3E630}"/>
                </a:ext>
              </a:extLst>
            </p:cNvPr>
            <p:cNvSpPr/>
            <p:nvPr/>
          </p:nvSpPr>
          <p:spPr>
            <a:xfrm rot="458731">
              <a:off x="2891442" y="1894903"/>
              <a:ext cx="1878627" cy="4206566"/>
            </a:xfrm>
            <a:custGeom>
              <a:avLst/>
              <a:gdLst>
                <a:gd name="connsiteX0" fmla="*/ 0 w 870857"/>
                <a:gd name="connsiteY0" fmla="*/ 0 h 2177142"/>
                <a:gd name="connsiteX1" fmla="*/ 870857 w 870857"/>
                <a:gd name="connsiteY1" fmla="*/ 0 h 2177142"/>
                <a:gd name="connsiteX2" fmla="*/ 870857 w 870857"/>
                <a:gd name="connsiteY2" fmla="*/ 2177142 h 2177142"/>
                <a:gd name="connsiteX3" fmla="*/ 0 w 870857"/>
                <a:gd name="connsiteY3" fmla="*/ 2177142 h 2177142"/>
                <a:gd name="connsiteX4" fmla="*/ 0 w 870857"/>
                <a:gd name="connsiteY4" fmla="*/ 0 h 2177142"/>
                <a:gd name="connsiteX0" fmla="*/ 551543 w 870857"/>
                <a:gd name="connsiteY0" fmla="*/ 0 h 3425371"/>
                <a:gd name="connsiteX1" fmla="*/ 870857 w 870857"/>
                <a:gd name="connsiteY1" fmla="*/ 1248229 h 3425371"/>
                <a:gd name="connsiteX2" fmla="*/ 870857 w 870857"/>
                <a:gd name="connsiteY2" fmla="*/ 3425371 h 3425371"/>
                <a:gd name="connsiteX3" fmla="*/ 0 w 870857"/>
                <a:gd name="connsiteY3" fmla="*/ 3425371 h 3425371"/>
                <a:gd name="connsiteX4" fmla="*/ 551543 w 870857"/>
                <a:gd name="connsiteY4" fmla="*/ 0 h 3425371"/>
                <a:gd name="connsiteX0" fmla="*/ 203201 w 522515"/>
                <a:gd name="connsiteY0" fmla="*/ 0 h 4746171"/>
                <a:gd name="connsiteX1" fmla="*/ 522515 w 522515"/>
                <a:gd name="connsiteY1" fmla="*/ 1248229 h 4746171"/>
                <a:gd name="connsiteX2" fmla="*/ 522515 w 522515"/>
                <a:gd name="connsiteY2" fmla="*/ 3425371 h 4746171"/>
                <a:gd name="connsiteX3" fmla="*/ 0 w 522515"/>
                <a:gd name="connsiteY3" fmla="*/ 4746171 h 4746171"/>
                <a:gd name="connsiteX4" fmla="*/ 203201 w 522515"/>
                <a:gd name="connsiteY4" fmla="*/ 0 h 4746171"/>
                <a:gd name="connsiteX0" fmla="*/ 203201 w 522515"/>
                <a:gd name="connsiteY0" fmla="*/ 0 h 4746171"/>
                <a:gd name="connsiteX1" fmla="*/ 522515 w 522515"/>
                <a:gd name="connsiteY1" fmla="*/ 1248229 h 4746171"/>
                <a:gd name="connsiteX2" fmla="*/ 0 w 522515"/>
                <a:gd name="connsiteY2" fmla="*/ 4746171 h 4746171"/>
                <a:gd name="connsiteX3" fmla="*/ 203201 w 522515"/>
                <a:gd name="connsiteY3" fmla="*/ 0 h 4746171"/>
                <a:gd name="connsiteX0" fmla="*/ 1046683 w 1365997"/>
                <a:gd name="connsiteY0" fmla="*/ 0 h 4746171"/>
                <a:gd name="connsiteX1" fmla="*/ 1365997 w 1365997"/>
                <a:gd name="connsiteY1" fmla="*/ 1248229 h 4746171"/>
                <a:gd name="connsiteX2" fmla="*/ 843482 w 1365997"/>
                <a:gd name="connsiteY2" fmla="*/ 4746171 h 4746171"/>
                <a:gd name="connsiteX3" fmla="*/ 1046683 w 1365997"/>
                <a:gd name="connsiteY3" fmla="*/ 0 h 4746171"/>
                <a:gd name="connsiteX0" fmla="*/ 1046683 w 1046683"/>
                <a:gd name="connsiteY0" fmla="*/ 0 h 4746171"/>
                <a:gd name="connsiteX1" fmla="*/ 843482 w 1046683"/>
                <a:gd name="connsiteY1" fmla="*/ 4746171 h 4746171"/>
                <a:gd name="connsiteX2" fmla="*/ 1046683 w 1046683"/>
                <a:gd name="connsiteY2" fmla="*/ 0 h 4746171"/>
                <a:gd name="connsiteX0" fmla="*/ 1046683 w 1700194"/>
                <a:gd name="connsiteY0" fmla="*/ 0 h 4746171"/>
                <a:gd name="connsiteX1" fmla="*/ 843482 w 1700194"/>
                <a:gd name="connsiteY1" fmla="*/ 4746171 h 4746171"/>
                <a:gd name="connsiteX2" fmla="*/ 1046683 w 1700194"/>
                <a:gd name="connsiteY2" fmla="*/ 0 h 4746171"/>
                <a:gd name="connsiteX0" fmla="*/ 1086967 w 1740478"/>
                <a:gd name="connsiteY0" fmla="*/ 0 h 4746171"/>
                <a:gd name="connsiteX1" fmla="*/ 883766 w 1740478"/>
                <a:gd name="connsiteY1" fmla="*/ 4746171 h 4746171"/>
                <a:gd name="connsiteX2" fmla="*/ 1086967 w 1740478"/>
                <a:gd name="connsiteY2" fmla="*/ 0 h 4746171"/>
                <a:gd name="connsiteX0" fmla="*/ 1086967 w 1690125"/>
                <a:gd name="connsiteY0" fmla="*/ 0 h 4746171"/>
                <a:gd name="connsiteX1" fmla="*/ 883766 w 1690125"/>
                <a:gd name="connsiteY1" fmla="*/ 4746171 h 4746171"/>
                <a:gd name="connsiteX2" fmla="*/ 1086967 w 1690125"/>
                <a:gd name="connsiteY2" fmla="*/ 0 h 4746171"/>
                <a:gd name="connsiteX0" fmla="*/ 1086967 w 1838491"/>
                <a:gd name="connsiteY0" fmla="*/ 0 h 4746171"/>
                <a:gd name="connsiteX1" fmla="*/ 883766 w 1838491"/>
                <a:gd name="connsiteY1" fmla="*/ 4746171 h 4746171"/>
                <a:gd name="connsiteX2" fmla="*/ 1086967 w 1838491"/>
                <a:gd name="connsiteY2" fmla="*/ 0 h 4746171"/>
                <a:gd name="connsiteX0" fmla="*/ 1086967 w 1838491"/>
                <a:gd name="connsiteY0" fmla="*/ 0 h 4746171"/>
                <a:gd name="connsiteX1" fmla="*/ 883766 w 1838491"/>
                <a:gd name="connsiteY1" fmla="*/ 4746171 h 4746171"/>
                <a:gd name="connsiteX2" fmla="*/ 1086967 w 1838491"/>
                <a:gd name="connsiteY2" fmla="*/ 0 h 4746171"/>
                <a:gd name="connsiteX0" fmla="*/ 1086967 w 1819536"/>
                <a:gd name="connsiteY0" fmla="*/ 0 h 4746171"/>
                <a:gd name="connsiteX1" fmla="*/ 883766 w 1819536"/>
                <a:gd name="connsiteY1" fmla="*/ 4746171 h 4746171"/>
                <a:gd name="connsiteX2" fmla="*/ 1086967 w 1819536"/>
                <a:gd name="connsiteY2" fmla="*/ 0 h 4746171"/>
                <a:gd name="connsiteX0" fmla="*/ 1486996 w 1852561"/>
                <a:gd name="connsiteY0" fmla="*/ 0 h 4476890"/>
                <a:gd name="connsiteX1" fmla="*/ 767611 w 1852561"/>
                <a:gd name="connsiteY1" fmla="*/ 4476890 h 4476890"/>
                <a:gd name="connsiteX2" fmla="*/ 1486996 w 1852561"/>
                <a:gd name="connsiteY2" fmla="*/ 0 h 4476890"/>
                <a:gd name="connsiteX0" fmla="*/ 1480460 w 1846025"/>
                <a:gd name="connsiteY0" fmla="*/ 0 h 4476890"/>
                <a:gd name="connsiteX1" fmla="*/ 761075 w 1846025"/>
                <a:gd name="connsiteY1" fmla="*/ 4476890 h 4476890"/>
                <a:gd name="connsiteX2" fmla="*/ 1480460 w 1846025"/>
                <a:gd name="connsiteY2" fmla="*/ 0 h 4476890"/>
                <a:gd name="connsiteX0" fmla="*/ 1480460 w 1704520"/>
                <a:gd name="connsiteY0" fmla="*/ 0 h 4476890"/>
                <a:gd name="connsiteX1" fmla="*/ 761075 w 1704520"/>
                <a:gd name="connsiteY1" fmla="*/ 4476890 h 4476890"/>
                <a:gd name="connsiteX2" fmla="*/ 1480460 w 1704520"/>
                <a:gd name="connsiteY2" fmla="*/ 0 h 4476890"/>
                <a:gd name="connsiteX0" fmla="*/ 1480460 w 1560851"/>
                <a:gd name="connsiteY0" fmla="*/ 0 h 4476890"/>
                <a:gd name="connsiteX1" fmla="*/ 761075 w 1560851"/>
                <a:gd name="connsiteY1" fmla="*/ 4476890 h 4476890"/>
                <a:gd name="connsiteX2" fmla="*/ 1480460 w 1560851"/>
                <a:gd name="connsiteY2" fmla="*/ 0 h 4476890"/>
                <a:gd name="connsiteX0" fmla="*/ 1480460 w 1645586"/>
                <a:gd name="connsiteY0" fmla="*/ 0 h 4476890"/>
                <a:gd name="connsiteX1" fmla="*/ 761075 w 1645586"/>
                <a:gd name="connsiteY1" fmla="*/ 4476890 h 4476890"/>
                <a:gd name="connsiteX2" fmla="*/ 1480460 w 1645586"/>
                <a:gd name="connsiteY2" fmla="*/ 0 h 4476890"/>
                <a:gd name="connsiteX0" fmla="*/ 1480460 w 1702354"/>
                <a:gd name="connsiteY0" fmla="*/ 0 h 4476890"/>
                <a:gd name="connsiteX1" fmla="*/ 761075 w 1702354"/>
                <a:gd name="connsiteY1" fmla="*/ 4476890 h 4476890"/>
                <a:gd name="connsiteX2" fmla="*/ 1480460 w 1702354"/>
                <a:gd name="connsiteY2" fmla="*/ 0 h 4476890"/>
                <a:gd name="connsiteX0" fmla="*/ 1520631 w 1742525"/>
                <a:gd name="connsiteY0" fmla="*/ 0 h 4476890"/>
                <a:gd name="connsiteX1" fmla="*/ 801246 w 1742525"/>
                <a:gd name="connsiteY1" fmla="*/ 4476890 h 4476890"/>
                <a:gd name="connsiteX2" fmla="*/ 1520631 w 1742525"/>
                <a:gd name="connsiteY2" fmla="*/ 0 h 4476890"/>
                <a:gd name="connsiteX0" fmla="*/ 1535863 w 1757757"/>
                <a:gd name="connsiteY0" fmla="*/ 0 h 4476890"/>
                <a:gd name="connsiteX1" fmla="*/ 816478 w 1757757"/>
                <a:gd name="connsiteY1" fmla="*/ 4476890 h 4476890"/>
                <a:gd name="connsiteX2" fmla="*/ 1535863 w 1757757"/>
                <a:gd name="connsiteY2" fmla="*/ 0 h 4476890"/>
                <a:gd name="connsiteX0" fmla="*/ 1535863 w 1725376"/>
                <a:gd name="connsiteY0" fmla="*/ 0 h 4476890"/>
                <a:gd name="connsiteX1" fmla="*/ 816478 w 1725376"/>
                <a:gd name="connsiteY1" fmla="*/ 4476890 h 4476890"/>
                <a:gd name="connsiteX2" fmla="*/ 1535863 w 1725376"/>
                <a:gd name="connsiteY2" fmla="*/ 0 h 4476890"/>
                <a:gd name="connsiteX0" fmla="*/ 1535863 w 1779562"/>
                <a:gd name="connsiteY0" fmla="*/ 0 h 4476890"/>
                <a:gd name="connsiteX1" fmla="*/ 816478 w 1779562"/>
                <a:gd name="connsiteY1" fmla="*/ 4476890 h 4476890"/>
                <a:gd name="connsiteX2" fmla="*/ 1535863 w 1779562"/>
                <a:gd name="connsiteY2" fmla="*/ 0 h 4476890"/>
                <a:gd name="connsiteX0" fmla="*/ 1481639 w 1778410"/>
                <a:gd name="connsiteY0" fmla="*/ 0 h 4452851"/>
                <a:gd name="connsiteX1" fmla="*/ 832249 w 1778410"/>
                <a:gd name="connsiteY1" fmla="*/ 4452851 h 4452851"/>
                <a:gd name="connsiteX2" fmla="*/ 1481639 w 1778410"/>
                <a:gd name="connsiteY2" fmla="*/ 0 h 4452851"/>
                <a:gd name="connsiteX0" fmla="*/ 1414041 w 1710812"/>
                <a:gd name="connsiteY0" fmla="*/ 0 h 4452851"/>
                <a:gd name="connsiteX1" fmla="*/ 764651 w 1710812"/>
                <a:gd name="connsiteY1" fmla="*/ 4452851 h 4452851"/>
                <a:gd name="connsiteX2" fmla="*/ 1414041 w 1710812"/>
                <a:gd name="connsiteY2" fmla="*/ 0 h 4452851"/>
                <a:gd name="connsiteX0" fmla="*/ 1414041 w 1878809"/>
                <a:gd name="connsiteY0" fmla="*/ 0 h 4452851"/>
                <a:gd name="connsiteX1" fmla="*/ 764651 w 1878809"/>
                <a:gd name="connsiteY1" fmla="*/ 4452851 h 4452851"/>
                <a:gd name="connsiteX2" fmla="*/ 1414041 w 1878809"/>
                <a:gd name="connsiteY2" fmla="*/ 0 h 4452851"/>
                <a:gd name="connsiteX0" fmla="*/ 1418687 w 1879512"/>
                <a:gd name="connsiteY0" fmla="*/ 0 h 4409694"/>
                <a:gd name="connsiteX1" fmla="*/ 763504 w 1879512"/>
                <a:gd name="connsiteY1" fmla="*/ 4409694 h 4409694"/>
                <a:gd name="connsiteX2" fmla="*/ 1418687 w 1879512"/>
                <a:gd name="connsiteY2" fmla="*/ 0 h 4409694"/>
                <a:gd name="connsiteX0" fmla="*/ 1411091 w 1871916"/>
                <a:gd name="connsiteY0" fmla="*/ 0 h 4409694"/>
                <a:gd name="connsiteX1" fmla="*/ 755908 w 1871916"/>
                <a:gd name="connsiteY1" fmla="*/ 4409694 h 4409694"/>
                <a:gd name="connsiteX2" fmla="*/ 1411091 w 1871916"/>
                <a:gd name="connsiteY2" fmla="*/ 0 h 4409694"/>
                <a:gd name="connsiteX0" fmla="*/ 1486331 w 1947156"/>
                <a:gd name="connsiteY0" fmla="*/ 0 h 4409694"/>
                <a:gd name="connsiteX1" fmla="*/ 831148 w 1947156"/>
                <a:gd name="connsiteY1" fmla="*/ 4409694 h 4409694"/>
                <a:gd name="connsiteX2" fmla="*/ 1486331 w 1947156"/>
                <a:gd name="connsiteY2" fmla="*/ 0 h 4409694"/>
                <a:gd name="connsiteX0" fmla="*/ 1486331 w 1981059"/>
                <a:gd name="connsiteY0" fmla="*/ 0 h 4409694"/>
                <a:gd name="connsiteX1" fmla="*/ 831148 w 1981059"/>
                <a:gd name="connsiteY1" fmla="*/ 4409694 h 4409694"/>
                <a:gd name="connsiteX2" fmla="*/ 1486331 w 1981059"/>
                <a:gd name="connsiteY2" fmla="*/ 0 h 4409694"/>
                <a:gd name="connsiteX0" fmla="*/ 1462706 w 1957434"/>
                <a:gd name="connsiteY0" fmla="*/ 0 h 4409694"/>
                <a:gd name="connsiteX1" fmla="*/ 807523 w 1957434"/>
                <a:gd name="connsiteY1" fmla="*/ 4409694 h 4409694"/>
                <a:gd name="connsiteX2" fmla="*/ 1462706 w 1957434"/>
                <a:gd name="connsiteY2" fmla="*/ 0 h 4409694"/>
                <a:gd name="connsiteX0" fmla="*/ 1462706 w 1957434"/>
                <a:gd name="connsiteY0" fmla="*/ 0 h 4409694"/>
                <a:gd name="connsiteX1" fmla="*/ 807523 w 1957434"/>
                <a:gd name="connsiteY1" fmla="*/ 4409694 h 4409694"/>
                <a:gd name="connsiteX2" fmla="*/ 1462706 w 1957434"/>
                <a:gd name="connsiteY2" fmla="*/ 0 h 4409694"/>
                <a:gd name="connsiteX0" fmla="*/ 1462706 w 1741038"/>
                <a:gd name="connsiteY0" fmla="*/ 0 h 4409694"/>
                <a:gd name="connsiteX1" fmla="*/ 807523 w 1741038"/>
                <a:gd name="connsiteY1" fmla="*/ 4409694 h 4409694"/>
                <a:gd name="connsiteX2" fmla="*/ 1462706 w 1741038"/>
                <a:gd name="connsiteY2" fmla="*/ 0 h 4409694"/>
                <a:gd name="connsiteX0" fmla="*/ 1458502 w 1736834"/>
                <a:gd name="connsiteY0" fmla="*/ 0 h 4409694"/>
                <a:gd name="connsiteX1" fmla="*/ 803319 w 1736834"/>
                <a:gd name="connsiteY1" fmla="*/ 4409694 h 4409694"/>
                <a:gd name="connsiteX2" fmla="*/ 1458502 w 1736834"/>
                <a:gd name="connsiteY2" fmla="*/ 0 h 4409694"/>
                <a:gd name="connsiteX0" fmla="*/ 1532158 w 1810490"/>
                <a:gd name="connsiteY0" fmla="*/ 0 h 4409694"/>
                <a:gd name="connsiteX1" fmla="*/ 876975 w 1810490"/>
                <a:gd name="connsiteY1" fmla="*/ 4409694 h 4409694"/>
                <a:gd name="connsiteX2" fmla="*/ 1532158 w 1810490"/>
                <a:gd name="connsiteY2" fmla="*/ 0 h 4409694"/>
                <a:gd name="connsiteX0" fmla="*/ 1320739 w 1777522"/>
                <a:gd name="connsiteY0" fmla="*/ 0 h 4432477"/>
                <a:gd name="connsiteX1" fmla="*/ 932214 w 1777522"/>
                <a:gd name="connsiteY1" fmla="*/ 4432477 h 4432477"/>
                <a:gd name="connsiteX2" fmla="*/ 1320739 w 1777522"/>
                <a:gd name="connsiteY2" fmla="*/ 0 h 4432477"/>
                <a:gd name="connsiteX0" fmla="*/ 1320739 w 1883605"/>
                <a:gd name="connsiteY0" fmla="*/ 0 h 4432477"/>
                <a:gd name="connsiteX1" fmla="*/ 932214 w 1883605"/>
                <a:gd name="connsiteY1" fmla="*/ 4432477 h 4432477"/>
                <a:gd name="connsiteX2" fmla="*/ 1320739 w 1883605"/>
                <a:gd name="connsiteY2" fmla="*/ 0 h 4432477"/>
                <a:gd name="connsiteX0" fmla="*/ 1256173 w 1819039"/>
                <a:gd name="connsiteY0" fmla="*/ 0 h 4432477"/>
                <a:gd name="connsiteX1" fmla="*/ 867648 w 1819039"/>
                <a:gd name="connsiteY1" fmla="*/ 4432477 h 4432477"/>
                <a:gd name="connsiteX2" fmla="*/ 1256173 w 1819039"/>
                <a:gd name="connsiteY2" fmla="*/ 0 h 4432477"/>
                <a:gd name="connsiteX0" fmla="*/ 1231093 w 1793959"/>
                <a:gd name="connsiteY0" fmla="*/ 0 h 4432477"/>
                <a:gd name="connsiteX1" fmla="*/ 842568 w 1793959"/>
                <a:gd name="connsiteY1" fmla="*/ 4432477 h 4432477"/>
                <a:gd name="connsiteX2" fmla="*/ 1231093 w 1793959"/>
                <a:gd name="connsiteY2" fmla="*/ 0 h 4432477"/>
                <a:gd name="connsiteX0" fmla="*/ 1264130 w 1826996"/>
                <a:gd name="connsiteY0" fmla="*/ 0 h 4432477"/>
                <a:gd name="connsiteX1" fmla="*/ 875605 w 1826996"/>
                <a:gd name="connsiteY1" fmla="*/ 4432477 h 4432477"/>
                <a:gd name="connsiteX2" fmla="*/ 1264130 w 1826996"/>
                <a:gd name="connsiteY2" fmla="*/ 0 h 4432477"/>
                <a:gd name="connsiteX0" fmla="*/ 1264130 w 1848435"/>
                <a:gd name="connsiteY0" fmla="*/ 0 h 4432477"/>
                <a:gd name="connsiteX1" fmla="*/ 875605 w 1848435"/>
                <a:gd name="connsiteY1" fmla="*/ 4432477 h 4432477"/>
                <a:gd name="connsiteX2" fmla="*/ 1264130 w 1848435"/>
                <a:gd name="connsiteY2" fmla="*/ 0 h 4432477"/>
                <a:gd name="connsiteX0" fmla="*/ 1251153 w 1835458"/>
                <a:gd name="connsiteY0" fmla="*/ 0 h 4432477"/>
                <a:gd name="connsiteX1" fmla="*/ 862628 w 1835458"/>
                <a:gd name="connsiteY1" fmla="*/ 4432477 h 4432477"/>
                <a:gd name="connsiteX2" fmla="*/ 1251153 w 1835458"/>
                <a:gd name="connsiteY2" fmla="*/ 0 h 4432477"/>
                <a:gd name="connsiteX0" fmla="*/ 1465636 w 1896483"/>
                <a:gd name="connsiteY0" fmla="*/ 0 h 4233210"/>
                <a:gd name="connsiteX1" fmla="*/ 816050 w 1896483"/>
                <a:gd name="connsiteY1" fmla="*/ 4233210 h 4233210"/>
                <a:gd name="connsiteX2" fmla="*/ 1465636 w 1896483"/>
                <a:gd name="connsiteY2" fmla="*/ 0 h 4233210"/>
                <a:gd name="connsiteX0" fmla="*/ 1579470 w 2010317"/>
                <a:gd name="connsiteY0" fmla="*/ 0 h 4233210"/>
                <a:gd name="connsiteX1" fmla="*/ 929884 w 2010317"/>
                <a:gd name="connsiteY1" fmla="*/ 4233210 h 4233210"/>
                <a:gd name="connsiteX2" fmla="*/ 1579470 w 2010317"/>
                <a:gd name="connsiteY2" fmla="*/ 0 h 4233210"/>
                <a:gd name="connsiteX0" fmla="*/ 1799132 w 2098132"/>
                <a:gd name="connsiteY0" fmla="*/ 0 h 4122185"/>
                <a:gd name="connsiteX1" fmla="*/ 885686 w 2098132"/>
                <a:gd name="connsiteY1" fmla="*/ 4122185 h 4122185"/>
                <a:gd name="connsiteX2" fmla="*/ 1799132 w 2098132"/>
                <a:gd name="connsiteY2" fmla="*/ 0 h 4122185"/>
                <a:gd name="connsiteX0" fmla="*/ 1587087 w 1886087"/>
                <a:gd name="connsiteY0" fmla="*/ 0 h 4122185"/>
                <a:gd name="connsiteX1" fmla="*/ 673641 w 1886087"/>
                <a:gd name="connsiteY1" fmla="*/ 4122185 h 4122185"/>
                <a:gd name="connsiteX2" fmla="*/ 1587087 w 1886087"/>
                <a:gd name="connsiteY2" fmla="*/ 0 h 4122185"/>
                <a:gd name="connsiteX0" fmla="*/ 1587087 w 1889092"/>
                <a:gd name="connsiteY0" fmla="*/ 0 h 4122185"/>
                <a:gd name="connsiteX1" fmla="*/ 673641 w 1889092"/>
                <a:gd name="connsiteY1" fmla="*/ 4122185 h 4122185"/>
                <a:gd name="connsiteX2" fmla="*/ 1587087 w 1889092"/>
                <a:gd name="connsiteY2" fmla="*/ 0 h 4122185"/>
                <a:gd name="connsiteX0" fmla="*/ 1582126 w 1886730"/>
                <a:gd name="connsiteY0" fmla="*/ 0 h 4165341"/>
                <a:gd name="connsiteX1" fmla="*/ 674473 w 1886730"/>
                <a:gd name="connsiteY1" fmla="*/ 4165341 h 4165341"/>
                <a:gd name="connsiteX2" fmla="*/ 1582126 w 1886730"/>
                <a:gd name="connsiteY2" fmla="*/ 0 h 4165341"/>
                <a:gd name="connsiteX0" fmla="*/ 1564864 w 1878627"/>
                <a:gd name="connsiteY0" fmla="*/ 0 h 4206566"/>
                <a:gd name="connsiteX1" fmla="*/ 677389 w 1878627"/>
                <a:gd name="connsiteY1" fmla="*/ 4206566 h 4206566"/>
                <a:gd name="connsiteX2" fmla="*/ 1564864 w 1878627"/>
                <a:gd name="connsiteY2" fmla="*/ 0 h 420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78627" h="4206566">
                  <a:moveTo>
                    <a:pt x="1564864" y="0"/>
                  </a:moveTo>
                  <a:cubicBezTo>
                    <a:pt x="1792713" y="1451160"/>
                    <a:pt x="2463558" y="4089453"/>
                    <a:pt x="677389" y="4206566"/>
                  </a:cubicBezTo>
                  <a:cubicBezTo>
                    <a:pt x="-1378442" y="2785355"/>
                    <a:pt x="1936116" y="1717611"/>
                    <a:pt x="1564864" y="0"/>
                  </a:cubicBezTo>
                  <a:close/>
                </a:path>
              </a:pathLst>
            </a:custGeom>
            <a:solidFill>
              <a:srgbClr val="F3EAC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2">
              <a:extLst>
                <a:ext uri="{FF2B5EF4-FFF2-40B4-BE49-F238E27FC236}">
                  <a16:creationId xmlns:a16="http://schemas.microsoft.com/office/drawing/2014/main" id="{426BB176-D300-6828-0E95-49DADED76FCA}"/>
                </a:ext>
              </a:extLst>
            </p:cNvPr>
            <p:cNvSpPr/>
            <p:nvPr/>
          </p:nvSpPr>
          <p:spPr>
            <a:xfrm rot="458731">
              <a:off x="3176965" y="1937774"/>
              <a:ext cx="1835458" cy="4432477"/>
            </a:xfrm>
            <a:custGeom>
              <a:avLst/>
              <a:gdLst>
                <a:gd name="connsiteX0" fmla="*/ 0 w 870857"/>
                <a:gd name="connsiteY0" fmla="*/ 0 h 2177142"/>
                <a:gd name="connsiteX1" fmla="*/ 870857 w 870857"/>
                <a:gd name="connsiteY1" fmla="*/ 0 h 2177142"/>
                <a:gd name="connsiteX2" fmla="*/ 870857 w 870857"/>
                <a:gd name="connsiteY2" fmla="*/ 2177142 h 2177142"/>
                <a:gd name="connsiteX3" fmla="*/ 0 w 870857"/>
                <a:gd name="connsiteY3" fmla="*/ 2177142 h 2177142"/>
                <a:gd name="connsiteX4" fmla="*/ 0 w 870857"/>
                <a:gd name="connsiteY4" fmla="*/ 0 h 2177142"/>
                <a:gd name="connsiteX0" fmla="*/ 551543 w 870857"/>
                <a:gd name="connsiteY0" fmla="*/ 0 h 3425371"/>
                <a:gd name="connsiteX1" fmla="*/ 870857 w 870857"/>
                <a:gd name="connsiteY1" fmla="*/ 1248229 h 3425371"/>
                <a:gd name="connsiteX2" fmla="*/ 870857 w 870857"/>
                <a:gd name="connsiteY2" fmla="*/ 3425371 h 3425371"/>
                <a:gd name="connsiteX3" fmla="*/ 0 w 870857"/>
                <a:gd name="connsiteY3" fmla="*/ 3425371 h 3425371"/>
                <a:gd name="connsiteX4" fmla="*/ 551543 w 870857"/>
                <a:gd name="connsiteY4" fmla="*/ 0 h 3425371"/>
                <a:gd name="connsiteX0" fmla="*/ 203201 w 522515"/>
                <a:gd name="connsiteY0" fmla="*/ 0 h 4746171"/>
                <a:gd name="connsiteX1" fmla="*/ 522515 w 522515"/>
                <a:gd name="connsiteY1" fmla="*/ 1248229 h 4746171"/>
                <a:gd name="connsiteX2" fmla="*/ 522515 w 522515"/>
                <a:gd name="connsiteY2" fmla="*/ 3425371 h 4746171"/>
                <a:gd name="connsiteX3" fmla="*/ 0 w 522515"/>
                <a:gd name="connsiteY3" fmla="*/ 4746171 h 4746171"/>
                <a:gd name="connsiteX4" fmla="*/ 203201 w 522515"/>
                <a:gd name="connsiteY4" fmla="*/ 0 h 4746171"/>
                <a:gd name="connsiteX0" fmla="*/ 203201 w 522515"/>
                <a:gd name="connsiteY0" fmla="*/ 0 h 4746171"/>
                <a:gd name="connsiteX1" fmla="*/ 522515 w 522515"/>
                <a:gd name="connsiteY1" fmla="*/ 1248229 h 4746171"/>
                <a:gd name="connsiteX2" fmla="*/ 0 w 522515"/>
                <a:gd name="connsiteY2" fmla="*/ 4746171 h 4746171"/>
                <a:gd name="connsiteX3" fmla="*/ 203201 w 522515"/>
                <a:gd name="connsiteY3" fmla="*/ 0 h 4746171"/>
                <a:gd name="connsiteX0" fmla="*/ 1046683 w 1365997"/>
                <a:gd name="connsiteY0" fmla="*/ 0 h 4746171"/>
                <a:gd name="connsiteX1" fmla="*/ 1365997 w 1365997"/>
                <a:gd name="connsiteY1" fmla="*/ 1248229 h 4746171"/>
                <a:gd name="connsiteX2" fmla="*/ 843482 w 1365997"/>
                <a:gd name="connsiteY2" fmla="*/ 4746171 h 4746171"/>
                <a:gd name="connsiteX3" fmla="*/ 1046683 w 1365997"/>
                <a:gd name="connsiteY3" fmla="*/ 0 h 4746171"/>
                <a:gd name="connsiteX0" fmla="*/ 1046683 w 1046683"/>
                <a:gd name="connsiteY0" fmla="*/ 0 h 4746171"/>
                <a:gd name="connsiteX1" fmla="*/ 843482 w 1046683"/>
                <a:gd name="connsiteY1" fmla="*/ 4746171 h 4746171"/>
                <a:gd name="connsiteX2" fmla="*/ 1046683 w 1046683"/>
                <a:gd name="connsiteY2" fmla="*/ 0 h 4746171"/>
                <a:gd name="connsiteX0" fmla="*/ 1046683 w 1700194"/>
                <a:gd name="connsiteY0" fmla="*/ 0 h 4746171"/>
                <a:gd name="connsiteX1" fmla="*/ 843482 w 1700194"/>
                <a:gd name="connsiteY1" fmla="*/ 4746171 h 4746171"/>
                <a:gd name="connsiteX2" fmla="*/ 1046683 w 1700194"/>
                <a:gd name="connsiteY2" fmla="*/ 0 h 4746171"/>
                <a:gd name="connsiteX0" fmla="*/ 1086967 w 1740478"/>
                <a:gd name="connsiteY0" fmla="*/ 0 h 4746171"/>
                <a:gd name="connsiteX1" fmla="*/ 883766 w 1740478"/>
                <a:gd name="connsiteY1" fmla="*/ 4746171 h 4746171"/>
                <a:gd name="connsiteX2" fmla="*/ 1086967 w 1740478"/>
                <a:gd name="connsiteY2" fmla="*/ 0 h 4746171"/>
                <a:gd name="connsiteX0" fmla="*/ 1086967 w 1690125"/>
                <a:gd name="connsiteY0" fmla="*/ 0 h 4746171"/>
                <a:gd name="connsiteX1" fmla="*/ 883766 w 1690125"/>
                <a:gd name="connsiteY1" fmla="*/ 4746171 h 4746171"/>
                <a:gd name="connsiteX2" fmla="*/ 1086967 w 1690125"/>
                <a:gd name="connsiteY2" fmla="*/ 0 h 4746171"/>
                <a:gd name="connsiteX0" fmla="*/ 1086967 w 1838491"/>
                <a:gd name="connsiteY0" fmla="*/ 0 h 4746171"/>
                <a:gd name="connsiteX1" fmla="*/ 883766 w 1838491"/>
                <a:gd name="connsiteY1" fmla="*/ 4746171 h 4746171"/>
                <a:gd name="connsiteX2" fmla="*/ 1086967 w 1838491"/>
                <a:gd name="connsiteY2" fmla="*/ 0 h 4746171"/>
                <a:gd name="connsiteX0" fmla="*/ 1086967 w 1838491"/>
                <a:gd name="connsiteY0" fmla="*/ 0 h 4746171"/>
                <a:gd name="connsiteX1" fmla="*/ 883766 w 1838491"/>
                <a:gd name="connsiteY1" fmla="*/ 4746171 h 4746171"/>
                <a:gd name="connsiteX2" fmla="*/ 1086967 w 1838491"/>
                <a:gd name="connsiteY2" fmla="*/ 0 h 4746171"/>
                <a:gd name="connsiteX0" fmla="*/ 1086967 w 1819536"/>
                <a:gd name="connsiteY0" fmla="*/ 0 h 4746171"/>
                <a:gd name="connsiteX1" fmla="*/ 883766 w 1819536"/>
                <a:gd name="connsiteY1" fmla="*/ 4746171 h 4746171"/>
                <a:gd name="connsiteX2" fmla="*/ 1086967 w 1819536"/>
                <a:gd name="connsiteY2" fmla="*/ 0 h 4746171"/>
                <a:gd name="connsiteX0" fmla="*/ 1486996 w 1852561"/>
                <a:gd name="connsiteY0" fmla="*/ 0 h 4476890"/>
                <a:gd name="connsiteX1" fmla="*/ 767611 w 1852561"/>
                <a:gd name="connsiteY1" fmla="*/ 4476890 h 4476890"/>
                <a:gd name="connsiteX2" fmla="*/ 1486996 w 1852561"/>
                <a:gd name="connsiteY2" fmla="*/ 0 h 4476890"/>
                <a:gd name="connsiteX0" fmla="*/ 1480460 w 1846025"/>
                <a:gd name="connsiteY0" fmla="*/ 0 h 4476890"/>
                <a:gd name="connsiteX1" fmla="*/ 761075 w 1846025"/>
                <a:gd name="connsiteY1" fmla="*/ 4476890 h 4476890"/>
                <a:gd name="connsiteX2" fmla="*/ 1480460 w 1846025"/>
                <a:gd name="connsiteY2" fmla="*/ 0 h 4476890"/>
                <a:gd name="connsiteX0" fmla="*/ 1480460 w 1704520"/>
                <a:gd name="connsiteY0" fmla="*/ 0 h 4476890"/>
                <a:gd name="connsiteX1" fmla="*/ 761075 w 1704520"/>
                <a:gd name="connsiteY1" fmla="*/ 4476890 h 4476890"/>
                <a:gd name="connsiteX2" fmla="*/ 1480460 w 1704520"/>
                <a:gd name="connsiteY2" fmla="*/ 0 h 4476890"/>
                <a:gd name="connsiteX0" fmla="*/ 1480460 w 1560851"/>
                <a:gd name="connsiteY0" fmla="*/ 0 h 4476890"/>
                <a:gd name="connsiteX1" fmla="*/ 761075 w 1560851"/>
                <a:gd name="connsiteY1" fmla="*/ 4476890 h 4476890"/>
                <a:gd name="connsiteX2" fmla="*/ 1480460 w 1560851"/>
                <a:gd name="connsiteY2" fmla="*/ 0 h 4476890"/>
                <a:gd name="connsiteX0" fmla="*/ 1480460 w 1645586"/>
                <a:gd name="connsiteY0" fmla="*/ 0 h 4476890"/>
                <a:gd name="connsiteX1" fmla="*/ 761075 w 1645586"/>
                <a:gd name="connsiteY1" fmla="*/ 4476890 h 4476890"/>
                <a:gd name="connsiteX2" fmla="*/ 1480460 w 1645586"/>
                <a:gd name="connsiteY2" fmla="*/ 0 h 4476890"/>
                <a:gd name="connsiteX0" fmla="*/ 1480460 w 1702354"/>
                <a:gd name="connsiteY0" fmla="*/ 0 h 4476890"/>
                <a:gd name="connsiteX1" fmla="*/ 761075 w 1702354"/>
                <a:gd name="connsiteY1" fmla="*/ 4476890 h 4476890"/>
                <a:gd name="connsiteX2" fmla="*/ 1480460 w 1702354"/>
                <a:gd name="connsiteY2" fmla="*/ 0 h 4476890"/>
                <a:gd name="connsiteX0" fmla="*/ 1520631 w 1742525"/>
                <a:gd name="connsiteY0" fmla="*/ 0 h 4476890"/>
                <a:gd name="connsiteX1" fmla="*/ 801246 w 1742525"/>
                <a:gd name="connsiteY1" fmla="*/ 4476890 h 4476890"/>
                <a:gd name="connsiteX2" fmla="*/ 1520631 w 1742525"/>
                <a:gd name="connsiteY2" fmla="*/ 0 h 4476890"/>
                <a:gd name="connsiteX0" fmla="*/ 1535863 w 1757757"/>
                <a:gd name="connsiteY0" fmla="*/ 0 h 4476890"/>
                <a:gd name="connsiteX1" fmla="*/ 816478 w 1757757"/>
                <a:gd name="connsiteY1" fmla="*/ 4476890 h 4476890"/>
                <a:gd name="connsiteX2" fmla="*/ 1535863 w 1757757"/>
                <a:gd name="connsiteY2" fmla="*/ 0 h 4476890"/>
                <a:gd name="connsiteX0" fmla="*/ 1535863 w 1725376"/>
                <a:gd name="connsiteY0" fmla="*/ 0 h 4476890"/>
                <a:gd name="connsiteX1" fmla="*/ 816478 w 1725376"/>
                <a:gd name="connsiteY1" fmla="*/ 4476890 h 4476890"/>
                <a:gd name="connsiteX2" fmla="*/ 1535863 w 1725376"/>
                <a:gd name="connsiteY2" fmla="*/ 0 h 4476890"/>
                <a:gd name="connsiteX0" fmla="*/ 1535863 w 1779562"/>
                <a:gd name="connsiteY0" fmla="*/ 0 h 4476890"/>
                <a:gd name="connsiteX1" fmla="*/ 816478 w 1779562"/>
                <a:gd name="connsiteY1" fmla="*/ 4476890 h 4476890"/>
                <a:gd name="connsiteX2" fmla="*/ 1535863 w 1779562"/>
                <a:gd name="connsiteY2" fmla="*/ 0 h 4476890"/>
                <a:gd name="connsiteX0" fmla="*/ 1481639 w 1778410"/>
                <a:gd name="connsiteY0" fmla="*/ 0 h 4452851"/>
                <a:gd name="connsiteX1" fmla="*/ 832249 w 1778410"/>
                <a:gd name="connsiteY1" fmla="*/ 4452851 h 4452851"/>
                <a:gd name="connsiteX2" fmla="*/ 1481639 w 1778410"/>
                <a:gd name="connsiteY2" fmla="*/ 0 h 4452851"/>
                <a:gd name="connsiteX0" fmla="*/ 1414041 w 1710812"/>
                <a:gd name="connsiteY0" fmla="*/ 0 h 4452851"/>
                <a:gd name="connsiteX1" fmla="*/ 764651 w 1710812"/>
                <a:gd name="connsiteY1" fmla="*/ 4452851 h 4452851"/>
                <a:gd name="connsiteX2" fmla="*/ 1414041 w 1710812"/>
                <a:gd name="connsiteY2" fmla="*/ 0 h 4452851"/>
                <a:gd name="connsiteX0" fmla="*/ 1414041 w 1878809"/>
                <a:gd name="connsiteY0" fmla="*/ 0 h 4452851"/>
                <a:gd name="connsiteX1" fmla="*/ 764651 w 1878809"/>
                <a:gd name="connsiteY1" fmla="*/ 4452851 h 4452851"/>
                <a:gd name="connsiteX2" fmla="*/ 1414041 w 1878809"/>
                <a:gd name="connsiteY2" fmla="*/ 0 h 4452851"/>
                <a:gd name="connsiteX0" fmla="*/ 1418687 w 1879512"/>
                <a:gd name="connsiteY0" fmla="*/ 0 h 4409694"/>
                <a:gd name="connsiteX1" fmla="*/ 763504 w 1879512"/>
                <a:gd name="connsiteY1" fmla="*/ 4409694 h 4409694"/>
                <a:gd name="connsiteX2" fmla="*/ 1418687 w 1879512"/>
                <a:gd name="connsiteY2" fmla="*/ 0 h 4409694"/>
                <a:gd name="connsiteX0" fmla="*/ 1411091 w 1871916"/>
                <a:gd name="connsiteY0" fmla="*/ 0 h 4409694"/>
                <a:gd name="connsiteX1" fmla="*/ 755908 w 1871916"/>
                <a:gd name="connsiteY1" fmla="*/ 4409694 h 4409694"/>
                <a:gd name="connsiteX2" fmla="*/ 1411091 w 1871916"/>
                <a:gd name="connsiteY2" fmla="*/ 0 h 4409694"/>
                <a:gd name="connsiteX0" fmla="*/ 1486331 w 1947156"/>
                <a:gd name="connsiteY0" fmla="*/ 0 h 4409694"/>
                <a:gd name="connsiteX1" fmla="*/ 831148 w 1947156"/>
                <a:gd name="connsiteY1" fmla="*/ 4409694 h 4409694"/>
                <a:gd name="connsiteX2" fmla="*/ 1486331 w 1947156"/>
                <a:gd name="connsiteY2" fmla="*/ 0 h 4409694"/>
                <a:gd name="connsiteX0" fmla="*/ 1486331 w 1981059"/>
                <a:gd name="connsiteY0" fmla="*/ 0 h 4409694"/>
                <a:gd name="connsiteX1" fmla="*/ 831148 w 1981059"/>
                <a:gd name="connsiteY1" fmla="*/ 4409694 h 4409694"/>
                <a:gd name="connsiteX2" fmla="*/ 1486331 w 1981059"/>
                <a:gd name="connsiteY2" fmla="*/ 0 h 4409694"/>
                <a:gd name="connsiteX0" fmla="*/ 1462706 w 1957434"/>
                <a:gd name="connsiteY0" fmla="*/ 0 h 4409694"/>
                <a:gd name="connsiteX1" fmla="*/ 807523 w 1957434"/>
                <a:gd name="connsiteY1" fmla="*/ 4409694 h 4409694"/>
                <a:gd name="connsiteX2" fmla="*/ 1462706 w 1957434"/>
                <a:gd name="connsiteY2" fmla="*/ 0 h 4409694"/>
                <a:gd name="connsiteX0" fmla="*/ 1462706 w 1957434"/>
                <a:gd name="connsiteY0" fmla="*/ 0 h 4409694"/>
                <a:gd name="connsiteX1" fmla="*/ 807523 w 1957434"/>
                <a:gd name="connsiteY1" fmla="*/ 4409694 h 4409694"/>
                <a:gd name="connsiteX2" fmla="*/ 1462706 w 1957434"/>
                <a:gd name="connsiteY2" fmla="*/ 0 h 4409694"/>
                <a:gd name="connsiteX0" fmla="*/ 1462706 w 1741038"/>
                <a:gd name="connsiteY0" fmla="*/ 0 h 4409694"/>
                <a:gd name="connsiteX1" fmla="*/ 807523 w 1741038"/>
                <a:gd name="connsiteY1" fmla="*/ 4409694 h 4409694"/>
                <a:gd name="connsiteX2" fmla="*/ 1462706 w 1741038"/>
                <a:gd name="connsiteY2" fmla="*/ 0 h 4409694"/>
                <a:gd name="connsiteX0" fmla="*/ 1458502 w 1736834"/>
                <a:gd name="connsiteY0" fmla="*/ 0 h 4409694"/>
                <a:gd name="connsiteX1" fmla="*/ 803319 w 1736834"/>
                <a:gd name="connsiteY1" fmla="*/ 4409694 h 4409694"/>
                <a:gd name="connsiteX2" fmla="*/ 1458502 w 1736834"/>
                <a:gd name="connsiteY2" fmla="*/ 0 h 4409694"/>
                <a:gd name="connsiteX0" fmla="*/ 1532158 w 1810490"/>
                <a:gd name="connsiteY0" fmla="*/ 0 h 4409694"/>
                <a:gd name="connsiteX1" fmla="*/ 876975 w 1810490"/>
                <a:gd name="connsiteY1" fmla="*/ 4409694 h 4409694"/>
                <a:gd name="connsiteX2" fmla="*/ 1532158 w 1810490"/>
                <a:gd name="connsiteY2" fmla="*/ 0 h 4409694"/>
                <a:gd name="connsiteX0" fmla="*/ 1320739 w 1777522"/>
                <a:gd name="connsiteY0" fmla="*/ 0 h 4432477"/>
                <a:gd name="connsiteX1" fmla="*/ 932214 w 1777522"/>
                <a:gd name="connsiteY1" fmla="*/ 4432477 h 4432477"/>
                <a:gd name="connsiteX2" fmla="*/ 1320739 w 1777522"/>
                <a:gd name="connsiteY2" fmla="*/ 0 h 4432477"/>
                <a:gd name="connsiteX0" fmla="*/ 1320739 w 1883605"/>
                <a:gd name="connsiteY0" fmla="*/ 0 h 4432477"/>
                <a:gd name="connsiteX1" fmla="*/ 932214 w 1883605"/>
                <a:gd name="connsiteY1" fmla="*/ 4432477 h 4432477"/>
                <a:gd name="connsiteX2" fmla="*/ 1320739 w 1883605"/>
                <a:gd name="connsiteY2" fmla="*/ 0 h 4432477"/>
                <a:gd name="connsiteX0" fmla="*/ 1256173 w 1819039"/>
                <a:gd name="connsiteY0" fmla="*/ 0 h 4432477"/>
                <a:gd name="connsiteX1" fmla="*/ 867648 w 1819039"/>
                <a:gd name="connsiteY1" fmla="*/ 4432477 h 4432477"/>
                <a:gd name="connsiteX2" fmla="*/ 1256173 w 1819039"/>
                <a:gd name="connsiteY2" fmla="*/ 0 h 4432477"/>
                <a:gd name="connsiteX0" fmla="*/ 1231093 w 1793959"/>
                <a:gd name="connsiteY0" fmla="*/ 0 h 4432477"/>
                <a:gd name="connsiteX1" fmla="*/ 842568 w 1793959"/>
                <a:gd name="connsiteY1" fmla="*/ 4432477 h 4432477"/>
                <a:gd name="connsiteX2" fmla="*/ 1231093 w 1793959"/>
                <a:gd name="connsiteY2" fmla="*/ 0 h 4432477"/>
                <a:gd name="connsiteX0" fmla="*/ 1264130 w 1826996"/>
                <a:gd name="connsiteY0" fmla="*/ 0 h 4432477"/>
                <a:gd name="connsiteX1" fmla="*/ 875605 w 1826996"/>
                <a:gd name="connsiteY1" fmla="*/ 4432477 h 4432477"/>
                <a:gd name="connsiteX2" fmla="*/ 1264130 w 1826996"/>
                <a:gd name="connsiteY2" fmla="*/ 0 h 4432477"/>
                <a:gd name="connsiteX0" fmla="*/ 1264130 w 1848435"/>
                <a:gd name="connsiteY0" fmla="*/ 0 h 4432477"/>
                <a:gd name="connsiteX1" fmla="*/ 875605 w 1848435"/>
                <a:gd name="connsiteY1" fmla="*/ 4432477 h 4432477"/>
                <a:gd name="connsiteX2" fmla="*/ 1264130 w 1848435"/>
                <a:gd name="connsiteY2" fmla="*/ 0 h 4432477"/>
                <a:gd name="connsiteX0" fmla="*/ 1251153 w 1835458"/>
                <a:gd name="connsiteY0" fmla="*/ 0 h 4432477"/>
                <a:gd name="connsiteX1" fmla="*/ 862628 w 1835458"/>
                <a:gd name="connsiteY1" fmla="*/ 4432477 h 4432477"/>
                <a:gd name="connsiteX2" fmla="*/ 1251153 w 1835458"/>
                <a:gd name="connsiteY2" fmla="*/ 0 h 4432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35458" h="4432477">
                  <a:moveTo>
                    <a:pt x="1251153" y="0"/>
                  </a:moveTo>
                  <a:cubicBezTo>
                    <a:pt x="1471473" y="1613260"/>
                    <a:pt x="2648797" y="4315364"/>
                    <a:pt x="862628" y="4432477"/>
                  </a:cubicBezTo>
                  <a:cubicBezTo>
                    <a:pt x="-1433306" y="3731786"/>
                    <a:pt x="1622405" y="1717611"/>
                    <a:pt x="1251153" y="0"/>
                  </a:cubicBezTo>
                  <a:close/>
                </a:path>
              </a:pathLst>
            </a:custGeom>
            <a:solidFill>
              <a:srgbClr val="F3EAC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4D08F19-2A8A-4F41-6D02-7DD2ECB47B83}"/>
                </a:ext>
              </a:extLst>
            </p:cNvPr>
            <p:cNvSpPr/>
            <p:nvPr/>
          </p:nvSpPr>
          <p:spPr>
            <a:xfrm rot="20306754">
              <a:off x="4151377" y="1654671"/>
              <a:ext cx="1385998" cy="2341145"/>
            </a:xfrm>
            <a:custGeom>
              <a:avLst/>
              <a:gdLst>
                <a:gd name="connsiteX0" fmla="*/ 1330037 w 1330037"/>
                <a:gd name="connsiteY0" fmla="*/ 0 h 2246619"/>
                <a:gd name="connsiteX1" fmla="*/ 442619 w 1330037"/>
                <a:gd name="connsiteY1" fmla="*/ 2246619 h 2246619"/>
                <a:gd name="connsiteX2" fmla="*/ 0 w 1330037"/>
                <a:gd name="connsiteY2" fmla="*/ 2071783 h 2246619"/>
                <a:gd name="connsiteX3" fmla="*/ 818358 w 1330037"/>
                <a:gd name="connsiteY3" fmla="*/ 0 h 2246619"/>
                <a:gd name="connsiteX4" fmla="*/ 1330037 w 1330037"/>
                <a:gd name="connsiteY4" fmla="*/ 0 h 2246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0037" h="2246619">
                  <a:moveTo>
                    <a:pt x="1330037" y="0"/>
                  </a:moveTo>
                  <a:lnTo>
                    <a:pt x="442619" y="2246619"/>
                  </a:lnTo>
                  <a:lnTo>
                    <a:pt x="0" y="2071783"/>
                  </a:lnTo>
                  <a:lnTo>
                    <a:pt x="818358" y="0"/>
                  </a:lnTo>
                  <a:lnTo>
                    <a:pt x="1330037" y="0"/>
                  </a:lnTo>
                  <a:close/>
                </a:path>
              </a:pathLst>
            </a:custGeom>
            <a:solidFill>
              <a:srgbClr val="A1EF27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A2F4AA2-292D-D32E-CEE5-7FED90C308E6}"/>
                </a:ext>
              </a:extLst>
            </p:cNvPr>
            <p:cNvSpPr/>
            <p:nvPr/>
          </p:nvSpPr>
          <p:spPr>
            <a:xfrm rot="20244131">
              <a:off x="4536864" y="1487284"/>
              <a:ext cx="557608" cy="162619"/>
            </a:xfrm>
            <a:prstGeom prst="ellipse">
              <a:avLst/>
            </a:prstGeom>
            <a:solidFill>
              <a:srgbClr val="A1EF27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2">
              <a:extLst>
                <a:ext uri="{FF2B5EF4-FFF2-40B4-BE49-F238E27FC236}">
                  <a16:creationId xmlns:a16="http://schemas.microsoft.com/office/drawing/2014/main" id="{3423296A-C4E1-338C-3666-7271EF344BE0}"/>
                </a:ext>
              </a:extLst>
            </p:cNvPr>
            <p:cNvSpPr/>
            <p:nvPr/>
          </p:nvSpPr>
          <p:spPr>
            <a:xfrm rot="20204350">
              <a:off x="4405588" y="2003665"/>
              <a:ext cx="1779562" cy="4476890"/>
            </a:xfrm>
            <a:custGeom>
              <a:avLst/>
              <a:gdLst>
                <a:gd name="connsiteX0" fmla="*/ 0 w 870857"/>
                <a:gd name="connsiteY0" fmla="*/ 0 h 2177142"/>
                <a:gd name="connsiteX1" fmla="*/ 870857 w 870857"/>
                <a:gd name="connsiteY1" fmla="*/ 0 h 2177142"/>
                <a:gd name="connsiteX2" fmla="*/ 870857 w 870857"/>
                <a:gd name="connsiteY2" fmla="*/ 2177142 h 2177142"/>
                <a:gd name="connsiteX3" fmla="*/ 0 w 870857"/>
                <a:gd name="connsiteY3" fmla="*/ 2177142 h 2177142"/>
                <a:gd name="connsiteX4" fmla="*/ 0 w 870857"/>
                <a:gd name="connsiteY4" fmla="*/ 0 h 2177142"/>
                <a:gd name="connsiteX0" fmla="*/ 551543 w 870857"/>
                <a:gd name="connsiteY0" fmla="*/ 0 h 3425371"/>
                <a:gd name="connsiteX1" fmla="*/ 870857 w 870857"/>
                <a:gd name="connsiteY1" fmla="*/ 1248229 h 3425371"/>
                <a:gd name="connsiteX2" fmla="*/ 870857 w 870857"/>
                <a:gd name="connsiteY2" fmla="*/ 3425371 h 3425371"/>
                <a:gd name="connsiteX3" fmla="*/ 0 w 870857"/>
                <a:gd name="connsiteY3" fmla="*/ 3425371 h 3425371"/>
                <a:gd name="connsiteX4" fmla="*/ 551543 w 870857"/>
                <a:gd name="connsiteY4" fmla="*/ 0 h 3425371"/>
                <a:gd name="connsiteX0" fmla="*/ 203201 w 522515"/>
                <a:gd name="connsiteY0" fmla="*/ 0 h 4746171"/>
                <a:gd name="connsiteX1" fmla="*/ 522515 w 522515"/>
                <a:gd name="connsiteY1" fmla="*/ 1248229 h 4746171"/>
                <a:gd name="connsiteX2" fmla="*/ 522515 w 522515"/>
                <a:gd name="connsiteY2" fmla="*/ 3425371 h 4746171"/>
                <a:gd name="connsiteX3" fmla="*/ 0 w 522515"/>
                <a:gd name="connsiteY3" fmla="*/ 4746171 h 4746171"/>
                <a:gd name="connsiteX4" fmla="*/ 203201 w 522515"/>
                <a:gd name="connsiteY4" fmla="*/ 0 h 4746171"/>
                <a:gd name="connsiteX0" fmla="*/ 203201 w 522515"/>
                <a:gd name="connsiteY0" fmla="*/ 0 h 4746171"/>
                <a:gd name="connsiteX1" fmla="*/ 522515 w 522515"/>
                <a:gd name="connsiteY1" fmla="*/ 1248229 h 4746171"/>
                <a:gd name="connsiteX2" fmla="*/ 0 w 522515"/>
                <a:gd name="connsiteY2" fmla="*/ 4746171 h 4746171"/>
                <a:gd name="connsiteX3" fmla="*/ 203201 w 522515"/>
                <a:gd name="connsiteY3" fmla="*/ 0 h 4746171"/>
                <a:gd name="connsiteX0" fmla="*/ 1046683 w 1365997"/>
                <a:gd name="connsiteY0" fmla="*/ 0 h 4746171"/>
                <a:gd name="connsiteX1" fmla="*/ 1365997 w 1365997"/>
                <a:gd name="connsiteY1" fmla="*/ 1248229 h 4746171"/>
                <a:gd name="connsiteX2" fmla="*/ 843482 w 1365997"/>
                <a:gd name="connsiteY2" fmla="*/ 4746171 h 4746171"/>
                <a:gd name="connsiteX3" fmla="*/ 1046683 w 1365997"/>
                <a:gd name="connsiteY3" fmla="*/ 0 h 4746171"/>
                <a:gd name="connsiteX0" fmla="*/ 1046683 w 1046683"/>
                <a:gd name="connsiteY0" fmla="*/ 0 h 4746171"/>
                <a:gd name="connsiteX1" fmla="*/ 843482 w 1046683"/>
                <a:gd name="connsiteY1" fmla="*/ 4746171 h 4746171"/>
                <a:gd name="connsiteX2" fmla="*/ 1046683 w 1046683"/>
                <a:gd name="connsiteY2" fmla="*/ 0 h 4746171"/>
                <a:gd name="connsiteX0" fmla="*/ 1046683 w 1700194"/>
                <a:gd name="connsiteY0" fmla="*/ 0 h 4746171"/>
                <a:gd name="connsiteX1" fmla="*/ 843482 w 1700194"/>
                <a:gd name="connsiteY1" fmla="*/ 4746171 h 4746171"/>
                <a:gd name="connsiteX2" fmla="*/ 1046683 w 1700194"/>
                <a:gd name="connsiteY2" fmla="*/ 0 h 4746171"/>
                <a:gd name="connsiteX0" fmla="*/ 1086967 w 1740478"/>
                <a:gd name="connsiteY0" fmla="*/ 0 h 4746171"/>
                <a:gd name="connsiteX1" fmla="*/ 883766 w 1740478"/>
                <a:gd name="connsiteY1" fmla="*/ 4746171 h 4746171"/>
                <a:gd name="connsiteX2" fmla="*/ 1086967 w 1740478"/>
                <a:gd name="connsiteY2" fmla="*/ 0 h 4746171"/>
                <a:gd name="connsiteX0" fmla="*/ 1086967 w 1690125"/>
                <a:gd name="connsiteY0" fmla="*/ 0 h 4746171"/>
                <a:gd name="connsiteX1" fmla="*/ 883766 w 1690125"/>
                <a:gd name="connsiteY1" fmla="*/ 4746171 h 4746171"/>
                <a:gd name="connsiteX2" fmla="*/ 1086967 w 1690125"/>
                <a:gd name="connsiteY2" fmla="*/ 0 h 4746171"/>
                <a:gd name="connsiteX0" fmla="*/ 1086967 w 1838491"/>
                <a:gd name="connsiteY0" fmla="*/ 0 h 4746171"/>
                <a:gd name="connsiteX1" fmla="*/ 883766 w 1838491"/>
                <a:gd name="connsiteY1" fmla="*/ 4746171 h 4746171"/>
                <a:gd name="connsiteX2" fmla="*/ 1086967 w 1838491"/>
                <a:gd name="connsiteY2" fmla="*/ 0 h 4746171"/>
                <a:gd name="connsiteX0" fmla="*/ 1086967 w 1838491"/>
                <a:gd name="connsiteY0" fmla="*/ 0 h 4746171"/>
                <a:gd name="connsiteX1" fmla="*/ 883766 w 1838491"/>
                <a:gd name="connsiteY1" fmla="*/ 4746171 h 4746171"/>
                <a:gd name="connsiteX2" fmla="*/ 1086967 w 1838491"/>
                <a:gd name="connsiteY2" fmla="*/ 0 h 4746171"/>
                <a:gd name="connsiteX0" fmla="*/ 1086967 w 1819536"/>
                <a:gd name="connsiteY0" fmla="*/ 0 h 4746171"/>
                <a:gd name="connsiteX1" fmla="*/ 883766 w 1819536"/>
                <a:gd name="connsiteY1" fmla="*/ 4746171 h 4746171"/>
                <a:gd name="connsiteX2" fmla="*/ 1086967 w 1819536"/>
                <a:gd name="connsiteY2" fmla="*/ 0 h 4746171"/>
                <a:gd name="connsiteX0" fmla="*/ 1486996 w 1852561"/>
                <a:gd name="connsiteY0" fmla="*/ 0 h 4476890"/>
                <a:gd name="connsiteX1" fmla="*/ 767611 w 1852561"/>
                <a:gd name="connsiteY1" fmla="*/ 4476890 h 4476890"/>
                <a:gd name="connsiteX2" fmla="*/ 1486996 w 1852561"/>
                <a:gd name="connsiteY2" fmla="*/ 0 h 4476890"/>
                <a:gd name="connsiteX0" fmla="*/ 1480460 w 1846025"/>
                <a:gd name="connsiteY0" fmla="*/ 0 h 4476890"/>
                <a:gd name="connsiteX1" fmla="*/ 761075 w 1846025"/>
                <a:gd name="connsiteY1" fmla="*/ 4476890 h 4476890"/>
                <a:gd name="connsiteX2" fmla="*/ 1480460 w 1846025"/>
                <a:gd name="connsiteY2" fmla="*/ 0 h 4476890"/>
                <a:gd name="connsiteX0" fmla="*/ 1480460 w 1704520"/>
                <a:gd name="connsiteY0" fmla="*/ 0 h 4476890"/>
                <a:gd name="connsiteX1" fmla="*/ 761075 w 1704520"/>
                <a:gd name="connsiteY1" fmla="*/ 4476890 h 4476890"/>
                <a:gd name="connsiteX2" fmla="*/ 1480460 w 1704520"/>
                <a:gd name="connsiteY2" fmla="*/ 0 h 4476890"/>
                <a:gd name="connsiteX0" fmla="*/ 1480460 w 1560851"/>
                <a:gd name="connsiteY0" fmla="*/ 0 h 4476890"/>
                <a:gd name="connsiteX1" fmla="*/ 761075 w 1560851"/>
                <a:gd name="connsiteY1" fmla="*/ 4476890 h 4476890"/>
                <a:gd name="connsiteX2" fmla="*/ 1480460 w 1560851"/>
                <a:gd name="connsiteY2" fmla="*/ 0 h 4476890"/>
                <a:gd name="connsiteX0" fmla="*/ 1480460 w 1645586"/>
                <a:gd name="connsiteY0" fmla="*/ 0 h 4476890"/>
                <a:gd name="connsiteX1" fmla="*/ 761075 w 1645586"/>
                <a:gd name="connsiteY1" fmla="*/ 4476890 h 4476890"/>
                <a:gd name="connsiteX2" fmla="*/ 1480460 w 1645586"/>
                <a:gd name="connsiteY2" fmla="*/ 0 h 4476890"/>
                <a:gd name="connsiteX0" fmla="*/ 1480460 w 1702354"/>
                <a:gd name="connsiteY0" fmla="*/ 0 h 4476890"/>
                <a:gd name="connsiteX1" fmla="*/ 761075 w 1702354"/>
                <a:gd name="connsiteY1" fmla="*/ 4476890 h 4476890"/>
                <a:gd name="connsiteX2" fmla="*/ 1480460 w 1702354"/>
                <a:gd name="connsiteY2" fmla="*/ 0 h 4476890"/>
                <a:gd name="connsiteX0" fmla="*/ 1520631 w 1742525"/>
                <a:gd name="connsiteY0" fmla="*/ 0 h 4476890"/>
                <a:gd name="connsiteX1" fmla="*/ 801246 w 1742525"/>
                <a:gd name="connsiteY1" fmla="*/ 4476890 h 4476890"/>
                <a:gd name="connsiteX2" fmla="*/ 1520631 w 1742525"/>
                <a:gd name="connsiteY2" fmla="*/ 0 h 4476890"/>
                <a:gd name="connsiteX0" fmla="*/ 1535863 w 1757757"/>
                <a:gd name="connsiteY0" fmla="*/ 0 h 4476890"/>
                <a:gd name="connsiteX1" fmla="*/ 816478 w 1757757"/>
                <a:gd name="connsiteY1" fmla="*/ 4476890 h 4476890"/>
                <a:gd name="connsiteX2" fmla="*/ 1535863 w 1757757"/>
                <a:gd name="connsiteY2" fmla="*/ 0 h 4476890"/>
                <a:gd name="connsiteX0" fmla="*/ 1535863 w 1725376"/>
                <a:gd name="connsiteY0" fmla="*/ 0 h 4476890"/>
                <a:gd name="connsiteX1" fmla="*/ 816478 w 1725376"/>
                <a:gd name="connsiteY1" fmla="*/ 4476890 h 4476890"/>
                <a:gd name="connsiteX2" fmla="*/ 1535863 w 1725376"/>
                <a:gd name="connsiteY2" fmla="*/ 0 h 4476890"/>
                <a:gd name="connsiteX0" fmla="*/ 1535863 w 1779562"/>
                <a:gd name="connsiteY0" fmla="*/ 0 h 4476890"/>
                <a:gd name="connsiteX1" fmla="*/ 816478 w 1779562"/>
                <a:gd name="connsiteY1" fmla="*/ 4476890 h 4476890"/>
                <a:gd name="connsiteX2" fmla="*/ 1535863 w 1779562"/>
                <a:gd name="connsiteY2" fmla="*/ 0 h 4476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79562" h="4476890">
                  <a:moveTo>
                    <a:pt x="1535863" y="0"/>
                  </a:moveTo>
                  <a:cubicBezTo>
                    <a:pt x="454848" y="1846526"/>
                    <a:pt x="3102942" y="3941151"/>
                    <a:pt x="816478" y="4476890"/>
                  </a:cubicBezTo>
                  <a:cubicBezTo>
                    <a:pt x="-1147337" y="4068440"/>
                    <a:pt x="976609" y="1549630"/>
                    <a:pt x="1535863" y="0"/>
                  </a:cubicBezTo>
                  <a:close/>
                </a:path>
              </a:pathLst>
            </a:custGeom>
            <a:solidFill>
              <a:srgbClr val="F3EAC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0E37E88-80EF-8DBD-B5EF-49E8C013DB8C}"/>
                </a:ext>
              </a:extLst>
            </p:cNvPr>
            <p:cNvSpPr/>
            <p:nvPr/>
          </p:nvSpPr>
          <p:spPr>
            <a:xfrm>
              <a:off x="3949490" y="1930399"/>
              <a:ext cx="1819536" cy="4746171"/>
            </a:xfrm>
            <a:custGeom>
              <a:avLst/>
              <a:gdLst>
                <a:gd name="connsiteX0" fmla="*/ 0 w 870857"/>
                <a:gd name="connsiteY0" fmla="*/ 0 h 2177142"/>
                <a:gd name="connsiteX1" fmla="*/ 870857 w 870857"/>
                <a:gd name="connsiteY1" fmla="*/ 0 h 2177142"/>
                <a:gd name="connsiteX2" fmla="*/ 870857 w 870857"/>
                <a:gd name="connsiteY2" fmla="*/ 2177142 h 2177142"/>
                <a:gd name="connsiteX3" fmla="*/ 0 w 870857"/>
                <a:gd name="connsiteY3" fmla="*/ 2177142 h 2177142"/>
                <a:gd name="connsiteX4" fmla="*/ 0 w 870857"/>
                <a:gd name="connsiteY4" fmla="*/ 0 h 2177142"/>
                <a:gd name="connsiteX0" fmla="*/ 551543 w 870857"/>
                <a:gd name="connsiteY0" fmla="*/ 0 h 3425371"/>
                <a:gd name="connsiteX1" fmla="*/ 870857 w 870857"/>
                <a:gd name="connsiteY1" fmla="*/ 1248229 h 3425371"/>
                <a:gd name="connsiteX2" fmla="*/ 870857 w 870857"/>
                <a:gd name="connsiteY2" fmla="*/ 3425371 h 3425371"/>
                <a:gd name="connsiteX3" fmla="*/ 0 w 870857"/>
                <a:gd name="connsiteY3" fmla="*/ 3425371 h 3425371"/>
                <a:gd name="connsiteX4" fmla="*/ 551543 w 870857"/>
                <a:gd name="connsiteY4" fmla="*/ 0 h 3425371"/>
                <a:gd name="connsiteX0" fmla="*/ 203201 w 522515"/>
                <a:gd name="connsiteY0" fmla="*/ 0 h 4746171"/>
                <a:gd name="connsiteX1" fmla="*/ 522515 w 522515"/>
                <a:gd name="connsiteY1" fmla="*/ 1248229 h 4746171"/>
                <a:gd name="connsiteX2" fmla="*/ 522515 w 522515"/>
                <a:gd name="connsiteY2" fmla="*/ 3425371 h 4746171"/>
                <a:gd name="connsiteX3" fmla="*/ 0 w 522515"/>
                <a:gd name="connsiteY3" fmla="*/ 4746171 h 4746171"/>
                <a:gd name="connsiteX4" fmla="*/ 203201 w 522515"/>
                <a:gd name="connsiteY4" fmla="*/ 0 h 4746171"/>
                <a:gd name="connsiteX0" fmla="*/ 203201 w 522515"/>
                <a:gd name="connsiteY0" fmla="*/ 0 h 4746171"/>
                <a:gd name="connsiteX1" fmla="*/ 522515 w 522515"/>
                <a:gd name="connsiteY1" fmla="*/ 1248229 h 4746171"/>
                <a:gd name="connsiteX2" fmla="*/ 0 w 522515"/>
                <a:gd name="connsiteY2" fmla="*/ 4746171 h 4746171"/>
                <a:gd name="connsiteX3" fmla="*/ 203201 w 522515"/>
                <a:gd name="connsiteY3" fmla="*/ 0 h 4746171"/>
                <a:gd name="connsiteX0" fmla="*/ 1046683 w 1365997"/>
                <a:gd name="connsiteY0" fmla="*/ 0 h 4746171"/>
                <a:gd name="connsiteX1" fmla="*/ 1365997 w 1365997"/>
                <a:gd name="connsiteY1" fmla="*/ 1248229 h 4746171"/>
                <a:gd name="connsiteX2" fmla="*/ 843482 w 1365997"/>
                <a:gd name="connsiteY2" fmla="*/ 4746171 h 4746171"/>
                <a:gd name="connsiteX3" fmla="*/ 1046683 w 1365997"/>
                <a:gd name="connsiteY3" fmla="*/ 0 h 4746171"/>
                <a:gd name="connsiteX0" fmla="*/ 1046683 w 1046683"/>
                <a:gd name="connsiteY0" fmla="*/ 0 h 4746171"/>
                <a:gd name="connsiteX1" fmla="*/ 843482 w 1046683"/>
                <a:gd name="connsiteY1" fmla="*/ 4746171 h 4746171"/>
                <a:gd name="connsiteX2" fmla="*/ 1046683 w 1046683"/>
                <a:gd name="connsiteY2" fmla="*/ 0 h 4746171"/>
                <a:gd name="connsiteX0" fmla="*/ 1046683 w 1700194"/>
                <a:gd name="connsiteY0" fmla="*/ 0 h 4746171"/>
                <a:gd name="connsiteX1" fmla="*/ 843482 w 1700194"/>
                <a:gd name="connsiteY1" fmla="*/ 4746171 h 4746171"/>
                <a:gd name="connsiteX2" fmla="*/ 1046683 w 1700194"/>
                <a:gd name="connsiteY2" fmla="*/ 0 h 4746171"/>
                <a:gd name="connsiteX0" fmla="*/ 1086967 w 1740478"/>
                <a:gd name="connsiteY0" fmla="*/ 0 h 4746171"/>
                <a:gd name="connsiteX1" fmla="*/ 883766 w 1740478"/>
                <a:gd name="connsiteY1" fmla="*/ 4746171 h 4746171"/>
                <a:gd name="connsiteX2" fmla="*/ 1086967 w 1740478"/>
                <a:gd name="connsiteY2" fmla="*/ 0 h 4746171"/>
                <a:gd name="connsiteX0" fmla="*/ 1086967 w 1690125"/>
                <a:gd name="connsiteY0" fmla="*/ 0 h 4746171"/>
                <a:gd name="connsiteX1" fmla="*/ 883766 w 1690125"/>
                <a:gd name="connsiteY1" fmla="*/ 4746171 h 4746171"/>
                <a:gd name="connsiteX2" fmla="*/ 1086967 w 1690125"/>
                <a:gd name="connsiteY2" fmla="*/ 0 h 4746171"/>
                <a:gd name="connsiteX0" fmla="*/ 1086967 w 1838491"/>
                <a:gd name="connsiteY0" fmla="*/ 0 h 4746171"/>
                <a:gd name="connsiteX1" fmla="*/ 883766 w 1838491"/>
                <a:gd name="connsiteY1" fmla="*/ 4746171 h 4746171"/>
                <a:gd name="connsiteX2" fmla="*/ 1086967 w 1838491"/>
                <a:gd name="connsiteY2" fmla="*/ 0 h 4746171"/>
                <a:gd name="connsiteX0" fmla="*/ 1086967 w 1838491"/>
                <a:gd name="connsiteY0" fmla="*/ 0 h 4746171"/>
                <a:gd name="connsiteX1" fmla="*/ 883766 w 1838491"/>
                <a:gd name="connsiteY1" fmla="*/ 4746171 h 4746171"/>
                <a:gd name="connsiteX2" fmla="*/ 1086967 w 1838491"/>
                <a:gd name="connsiteY2" fmla="*/ 0 h 4746171"/>
                <a:gd name="connsiteX0" fmla="*/ 1086967 w 1819536"/>
                <a:gd name="connsiteY0" fmla="*/ 0 h 4746171"/>
                <a:gd name="connsiteX1" fmla="*/ 883766 w 1819536"/>
                <a:gd name="connsiteY1" fmla="*/ 4746171 h 4746171"/>
                <a:gd name="connsiteX2" fmla="*/ 1086967 w 1819536"/>
                <a:gd name="connsiteY2" fmla="*/ 0 h 4746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19536" h="4746171">
                  <a:moveTo>
                    <a:pt x="1086967" y="0"/>
                  </a:moveTo>
                  <a:cubicBezTo>
                    <a:pt x="714432" y="2293257"/>
                    <a:pt x="3056071" y="4034972"/>
                    <a:pt x="883766" y="4746171"/>
                  </a:cubicBezTo>
                  <a:cubicBezTo>
                    <a:pt x="-1095014" y="4078514"/>
                    <a:pt x="830547" y="1727200"/>
                    <a:pt x="1086967" y="0"/>
                  </a:cubicBezTo>
                  <a:close/>
                </a:path>
              </a:pathLst>
            </a:custGeom>
            <a:solidFill>
              <a:srgbClr val="F3EAC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D6842D82-10B6-D880-35C5-7BC76EF3A286}"/>
              </a:ext>
            </a:extLst>
          </p:cNvPr>
          <p:cNvGrpSpPr/>
          <p:nvPr/>
        </p:nvGrpSpPr>
        <p:grpSpPr>
          <a:xfrm>
            <a:off x="6158776" y="1164704"/>
            <a:ext cx="3557972" cy="5189286"/>
            <a:chOff x="2891442" y="1487284"/>
            <a:chExt cx="3557972" cy="5189286"/>
          </a:xfrm>
          <a:solidFill>
            <a:schemeClr val="bg1"/>
          </a:solidFill>
        </p:grpSpPr>
        <p:sp>
          <p:nvSpPr>
            <p:cNvPr id="8" name="Rectangle 2">
              <a:extLst>
                <a:ext uri="{FF2B5EF4-FFF2-40B4-BE49-F238E27FC236}">
                  <a16:creationId xmlns:a16="http://schemas.microsoft.com/office/drawing/2014/main" id="{5EF99364-874E-4E2B-146F-6B604B43E3EB}"/>
                </a:ext>
              </a:extLst>
            </p:cNvPr>
            <p:cNvSpPr/>
            <p:nvPr/>
          </p:nvSpPr>
          <p:spPr>
            <a:xfrm rot="20204350">
              <a:off x="4610842" y="1697702"/>
              <a:ext cx="1838572" cy="4502169"/>
            </a:xfrm>
            <a:custGeom>
              <a:avLst/>
              <a:gdLst>
                <a:gd name="connsiteX0" fmla="*/ 0 w 870857"/>
                <a:gd name="connsiteY0" fmla="*/ 0 h 2177142"/>
                <a:gd name="connsiteX1" fmla="*/ 870857 w 870857"/>
                <a:gd name="connsiteY1" fmla="*/ 0 h 2177142"/>
                <a:gd name="connsiteX2" fmla="*/ 870857 w 870857"/>
                <a:gd name="connsiteY2" fmla="*/ 2177142 h 2177142"/>
                <a:gd name="connsiteX3" fmla="*/ 0 w 870857"/>
                <a:gd name="connsiteY3" fmla="*/ 2177142 h 2177142"/>
                <a:gd name="connsiteX4" fmla="*/ 0 w 870857"/>
                <a:gd name="connsiteY4" fmla="*/ 0 h 2177142"/>
                <a:gd name="connsiteX0" fmla="*/ 551543 w 870857"/>
                <a:gd name="connsiteY0" fmla="*/ 0 h 3425371"/>
                <a:gd name="connsiteX1" fmla="*/ 870857 w 870857"/>
                <a:gd name="connsiteY1" fmla="*/ 1248229 h 3425371"/>
                <a:gd name="connsiteX2" fmla="*/ 870857 w 870857"/>
                <a:gd name="connsiteY2" fmla="*/ 3425371 h 3425371"/>
                <a:gd name="connsiteX3" fmla="*/ 0 w 870857"/>
                <a:gd name="connsiteY3" fmla="*/ 3425371 h 3425371"/>
                <a:gd name="connsiteX4" fmla="*/ 551543 w 870857"/>
                <a:gd name="connsiteY4" fmla="*/ 0 h 3425371"/>
                <a:gd name="connsiteX0" fmla="*/ 203201 w 522515"/>
                <a:gd name="connsiteY0" fmla="*/ 0 h 4746171"/>
                <a:gd name="connsiteX1" fmla="*/ 522515 w 522515"/>
                <a:gd name="connsiteY1" fmla="*/ 1248229 h 4746171"/>
                <a:gd name="connsiteX2" fmla="*/ 522515 w 522515"/>
                <a:gd name="connsiteY2" fmla="*/ 3425371 h 4746171"/>
                <a:gd name="connsiteX3" fmla="*/ 0 w 522515"/>
                <a:gd name="connsiteY3" fmla="*/ 4746171 h 4746171"/>
                <a:gd name="connsiteX4" fmla="*/ 203201 w 522515"/>
                <a:gd name="connsiteY4" fmla="*/ 0 h 4746171"/>
                <a:gd name="connsiteX0" fmla="*/ 203201 w 522515"/>
                <a:gd name="connsiteY0" fmla="*/ 0 h 4746171"/>
                <a:gd name="connsiteX1" fmla="*/ 522515 w 522515"/>
                <a:gd name="connsiteY1" fmla="*/ 1248229 h 4746171"/>
                <a:gd name="connsiteX2" fmla="*/ 0 w 522515"/>
                <a:gd name="connsiteY2" fmla="*/ 4746171 h 4746171"/>
                <a:gd name="connsiteX3" fmla="*/ 203201 w 522515"/>
                <a:gd name="connsiteY3" fmla="*/ 0 h 4746171"/>
                <a:gd name="connsiteX0" fmla="*/ 1046683 w 1365997"/>
                <a:gd name="connsiteY0" fmla="*/ 0 h 4746171"/>
                <a:gd name="connsiteX1" fmla="*/ 1365997 w 1365997"/>
                <a:gd name="connsiteY1" fmla="*/ 1248229 h 4746171"/>
                <a:gd name="connsiteX2" fmla="*/ 843482 w 1365997"/>
                <a:gd name="connsiteY2" fmla="*/ 4746171 h 4746171"/>
                <a:gd name="connsiteX3" fmla="*/ 1046683 w 1365997"/>
                <a:gd name="connsiteY3" fmla="*/ 0 h 4746171"/>
                <a:gd name="connsiteX0" fmla="*/ 1046683 w 1046683"/>
                <a:gd name="connsiteY0" fmla="*/ 0 h 4746171"/>
                <a:gd name="connsiteX1" fmla="*/ 843482 w 1046683"/>
                <a:gd name="connsiteY1" fmla="*/ 4746171 h 4746171"/>
                <a:gd name="connsiteX2" fmla="*/ 1046683 w 1046683"/>
                <a:gd name="connsiteY2" fmla="*/ 0 h 4746171"/>
                <a:gd name="connsiteX0" fmla="*/ 1046683 w 1700194"/>
                <a:gd name="connsiteY0" fmla="*/ 0 h 4746171"/>
                <a:gd name="connsiteX1" fmla="*/ 843482 w 1700194"/>
                <a:gd name="connsiteY1" fmla="*/ 4746171 h 4746171"/>
                <a:gd name="connsiteX2" fmla="*/ 1046683 w 1700194"/>
                <a:gd name="connsiteY2" fmla="*/ 0 h 4746171"/>
                <a:gd name="connsiteX0" fmla="*/ 1086967 w 1740478"/>
                <a:gd name="connsiteY0" fmla="*/ 0 h 4746171"/>
                <a:gd name="connsiteX1" fmla="*/ 883766 w 1740478"/>
                <a:gd name="connsiteY1" fmla="*/ 4746171 h 4746171"/>
                <a:gd name="connsiteX2" fmla="*/ 1086967 w 1740478"/>
                <a:gd name="connsiteY2" fmla="*/ 0 h 4746171"/>
                <a:gd name="connsiteX0" fmla="*/ 1086967 w 1690125"/>
                <a:gd name="connsiteY0" fmla="*/ 0 h 4746171"/>
                <a:gd name="connsiteX1" fmla="*/ 883766 w 1690125"/>
                <a:gd name="connsiteY1" fmla="*/ 4746171 h 4746171"/>
                <a:gd name="connsiteX2" fmla="*/ 1086967 w 1690125"/>
                <a:gd name="connsiteY2" fmla="*/ 0 h 4746171"/>
                <a:gd name="connsiteX0" fmla="*/ 1086967 w 1838491"/>
                <a:gd name="connsiteY0" fmla="*/ 0 h 4746171"/>
                <a:gd name="connsiteX1" fmla="*/ 883766 w 1838491"/>
                <a:gd name="connsiteY1" fmla="*/ 4746171 h 4746171"/>
                <a:gd name="connsiteX2" fmla="*/ 1086967 w 1838491"/>
                <a:gd name="connsiteY2" fmla="*/ 0 h 4746171"/>
                <a:gd name="connsiteX0" fmla="*/ 1086967 w 1838491"/>
                <a:gd name="connsiteY0" fmla="*/ 0 h 4746171"/>
                <a:gd name="connsiteX1" fmla="*/ 883766 w 1838491"/>
                <a:gd name="connsiteY1" fmla="*/ 4746171 h 4746171"/>
                <a:gd name="connsiteX2" fmla="*/ 1086967 w 1838491"/>
                <a:gd name="connsiteY2" fmla="*/ 0 h 4746171"/>
                <a:gd name="connsiteX0" fmla="*/ 1086967 w 1819536"/>
                <a:gd name="connsiteY0" fmla="*/ 0 h 4746171"/>
                <a:gd name="connsiteX1" fmla="*/ 883766 w 1819536"/>
                <a:gd name="connsiteY1" fmla="*/ 4746171 h 4746171"/>
                <a:gd name="connsiteX2" fmla="*/ 1086967 w 1819536"/>
                <a:gd name="connsiteY2" fmla="*/ 0 h 4746171"/>
                <a:gd name="connsiteX0" fmla="*/ 1486996 w 1852561"/>
                <a:gd name="connsiteY0" fmla="*/ 0 h 4476890"/>
                <a:gd name="connsiteX1" fmla="*/ 767611 w 1852561"/>
                <a:gd name="connsiteY1" fmla="*/ 4476890 h 4476890"/>
                <a:gd name="connsiteX2" fmla="*/ 1486996 w 1852561"/>
                <a:gd name="connsiteY2" fmla="*/ 0 h 4476890"/>
                <a:gd name="connsiteX0" fmla="*/ 1480460 w 1846025"/>
                <a:gd name="connsiteY0" fmla="*/ 0 h 4476890"/>
                <a:gd name="connsiteX1" fmla="*/ 761075 w 1846025"/>
                <a:gd name="connsiteY1" fmla="*/ 4476890 h 4476890"/>
                <a:gd name="connsiteX2" fmla="*/ 1480460 w 1846025"/>
                <a:gd name="connsiteY2" fmla="*/ 0 h 4476890"/>
                <a:gd name="connsiteX0" fmla="*/ 1480460 w 1704520"/>
                <a:gd name="connsiteY0" fmla="*/ 0 h 4476890"/>
                <a:gd name="connsiteX1" fmla="*/ 761075 w 1704520"/>
                <a:gd name="connsiteY1" fmla="*/ 4476890 h 4476890"/>
                <a:gd name="connsiteX2" fmla="*/ 1480460 w 1704520"/>
                <a:gd name="connsiteY2" fmla="*/ 0 h 4476890"/>
                <a:gd name="connsiteX0" fmla="*/ 1480460 w 1560851"/>
                <a:gd name="connsiteY0" fmla="*/ 0 h 4476890"/>
                <a:gd name="connsiteX1" fmla="*/ 761075 w 1560851"/>
                <a:gd name="connsiteY1" fmla="*/ 4476890 h 4476890"/>
                <a:gd name="connsiteX2" fmla="*/ 1480460 w 1560851"/>
                <a:gd name="connsiteY2" fmla="*/ 0 h 4476890"/>
                <a:gd name="connsiteX0" fmla="*/ 1480460 w 1645586"/>
                <a:gd name="connsiteY0" fmla="*/ 0 h 4476890"/>
                <a:gd name="connsiteX1" fmla="*/ 761075 w 1645586"/>
                <a:gd name="connsiteY1" fmla="*/ 4476890 h 4476890"/>
                <a:gd name="connsiteX2" fmla="*/ 1480460 w 1645586"/>
                <a:gd name="connsiteY2" fmla="*/ 0 h 4476890"/>
                <a:gd name="connsiteX0" fmla="*/ 1480460 w 1702354"/>
                <a:gd name="connsiteY0" fmla="*/ 0 h 4476890"/>
                <a:gd name="connsiteX1" fmla="*/ 761075 w 1702354"/>
                <a:gd name="connsiteY1" fmla="*/ 4476890 h 4476890"/>
                <a:gd name="connsiteX2" fmla="*/ 1480460 w 1702354"/>
                <a:gd name="connsiteY2" fmla="*/ 0 h 4476890"/>
                <a:gd name="connsiteX0" fmla="*/ 1520631 w 1742525"/>
                <a:gd name="connsiteY0" fmla="*/ 0 h 4476890"/>
                <a:gd name="connsiteX1" fmla="*/ 801246 w 1742525"/>
                <a:gd name="connsiteY1" fmla="*/ 4476890 h 4476890"/>
                <a:gd name="connsiteX2" fmla="*/ 1520631 w 1742525"/>
                <a:gd name="connsiteY2" fmla="*/ 0 h 4476890"/>
                <a:gd name="connsiteX0" fmla="*/ 1535863 w 1757757"/>
                <a:gd name="connsiteY0" fmla="*/ 0 h 4476890"/>
                <a:gd name="connsiteX1" fmla="*/ 816478 w 1757757"/>
                <a:gd name="connsiteY1" fmla="*/ 4476890 h 4476890"/>
                <a:gd name="connsiteX2" fmla="*/ 1535863 w 1757757"/>
                <a:gd name="connsiteY2" fmla="*/ 0 h 4476890"/>
                <a:gd name="connsiteX0" fmla="*/ 1535863 w 1725376"/>
                <a:gd name="connsiteY0" fmla="*/ 0 h 4476890"/>
                <a:gd name="connsiteX1" fmla="*/ 816478 w 1725376"/>
                <a:gd name="connsiteY1" fmla="*/ 4476890 h 4476890"/>
                <a:gd name="connsiteX2" fmla="*/ 1535863 w 1725376"/>
                <a:gd name="connsiteY2" fmla="*/ 0 h 4476890"/>
                <a:gd name="connsiteX0" fmla="*/ 1535863 w 1779562"/>
                <a:gd name="connsiteY0" fmla="*/ 0 h 4476890"/>
                <a:gd name="connsiteX1" fmla="*/ 816478 w 1779562"/>
                <a:gd name="connsiteY1" fmla="*/ 4476890 h 4476890"/>
                <a:gd name="connsiteX2" fmla="*/ 1535863 w 1779562"/>
                <a:gd name="connsiteY2" fmla="*/ 0 h 4476890"/>
                <a:gd name="connsiteX0" fmla="*/ 1306939 w 1783142"/>
                <a:gd name="connsiteY0" fmla="*/ 0 h 4511522"/>
                <a:gd name="connsiteX1" fmla="*/ 888636 w 1783142"/>
                <a:gd name="connsiteY1" fmla="*/ 4511522 h 4511522"/>
                <a:gd name="connsiteX2" fmla="*/ 1306939 w 1783142"/>
                <a:gd name="connsiteY2" fmla="*/ 0 h 4511522"/>
                <a:gd name="connsiteX0" fmla="*/ 1306939 w 1897532"/>
                <a:gd name="connsiteY0" fmla="*/ 0 h 4511522"/>
                <a:gd name="connsiteX1" fmla="*/ 888636 w 1897532"/>
                <a:gd name="connsiteY1" fmla="*/ 4511522 h 4511522"/>
                <a:gd name="connsiteX2" fmla="*/ 1306939 w 1897532"/>
                <a:gd name="connsiteY2" fmla="*/ 0 h 4511522"/>
                <a:gd name="connsiteX0" fmla="*/ 1306939 w 1916050"/>
                <a:gd name="connsiteY0" fmla="*/ 0 h 4511522"/>
                <a:gd name="connsiteX1" fmla="*/ 888636 w 1916050"/>
                <a:gd name="connsiteY1" fmla="*/ 4511522 h 4511522"/>
                <a:gd name="connsiteX2" fmla="*/ 1306939 w 1916050"/>
                <a:gd name="connsiteY2" fmla="*/ 0 h 4511522"/>
                <a:gd name="connsiteX0" fmla="*/ 1227317 w 1922167"/>
                <a:gd name="connsiteY0" fmla="*/ 0 h 4479241"/>
                <a:gd name="connsiteX1" fmla="*/ 917682 w 1922167"/>
                <a:gd name="connsiteY1" fmla="*/ 4479241 h 4479241"/>
                <a:gd name="connsiteX2" fmla="*/ 1227317 w 1922167"/>
                <a:gd name="connsiteY2" fmla="*/ 0 h 4479241"/>
                <a:gd name="connsiteX0" fmla="*/ 1227317 w 1815095"/>
                <a:gd name="connsiteY0" fmla="*/ 0 h 4479241"/>
                <a:gd name="connsiteX1" fmla="*/ 917682 w 1815095"/>
                <a:gd name="connsiteY1" fmla="*/ 4479241 h 4479241"/>
                <a:gd name="connsiteX2" fmla="*/ 1227317 w 1815095"/>
                <a:gd name="connsiteY2" fmla="*/ 0 h 4479241"/>
                <a:gd name="connsiteX0" fmla="*/ 1227317 w 1834313"/>
                <a:gd name="connsiteY0" fmla="*/ 0 h 4479241"/>
                <a:gd name="connsiteX1" fmla="*/ 917682 w 1834313"/>
                <a:gd name="connsiteY1" fmla="*/ 4479241 h 4479241"/>
                <a:gd name="connsiteX2" fmla="*/ 1227317 w 1834313"/>
                <a:gd name="connsiteY2" fmla="*/ 0 h 4479241"/>
                <a:gd name="connsiteX0" fmla="*/ 1188886 w 1838572"/>
                <a:gd name="connsiteY0" fmla="*/ 0 h 4502169"/>
                <a:gd name="connsiteX1" fmla="*/ 932589 w 1838572"/>
                <a:gd name="connsiteY1" fmla="*/ 4502169 h 4502169"/>
                <a:gd name="connsiteX2" fmla="*/ 1188886 w 1838572"/>
                <a:gd name="connsiteY2" fmla="*/ 0 h 4502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38572" h="4502169">
                  <a:moveTo>
                    <a:pt x="1188886" y="0"/>
                  </a:moveTo>
                  <a:cubicBezTo>
                    <a:pt x="107871" y="1846526"/>
                    <a:pt x="3320476" y="3583471"/>
                    <a:pt x="932589" y="4502169"/>
                  </a:cubicBezTo>
                  <a:cubicBezTo>
                    <a:pt x="-1031226" y="4093719"/>
                    <a:pt x="629632" y="1549630"/>
                    <a:pt x="1188886" y="0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2">
              <a:extLst>
                <a:ext uri="{FF2B5EF4-FFF2-40B4-BE49-F238E27FC236}">
                  <a16:creationId xmlns:a16="http://schemas.microsoft.com/office/drawing/2014/main" id="{86397479-D3F8-635C-59EC-7AAD7B08D733}"/>
                </a:ext>
              </a:extLst>
            </p:cNvPr>
            <p:cNvSpPr/>
            <p:nvPr/>
          </p:nvSpPr>
          <p:spPr>
            <a:xfrm rot="458731">
              <a:off x="2891442" y="1894903"/>
              <a:ext cx="1878627" cy="4206566"/>
            </a:xfrm>
            <a:custGeom>
              <a:avLst/>
              <a:gdLst>
                <a:gd name="connsiteX0" fmla="*/ 0 w 870857"/>
                <a:gd name="connsiteY0" fmla="*/ 0 h 2177142"/>
                <a:gd name="connsiteX1" fmla="*/ 870857 w 870857"/>
                <a:gd name="connsiteY1" fmla="*/ 0 h 2177142"/>
                <a:gd name="connsiteX2" fmla="*/ 870857 w 870857"/>
                <a:gd name="connsiteY2" fmla="*/ 2177142 h 2177142"/>
                <a:gd name="connsiteX3" fmla="*/ 0 w 870857"/>
                <a:gd name="connsiteY3" fmla="*/ 2177142 h 2177142"/>
                <a:gd name="connsiteX4" fmla="*/ 0 w 870857"/>
                <a:gd name="connsiteY4" fmla="*/ 0 h 2177142"/>
                <a:gd name="connsiteX0" fmla="*/ 551543 w 870857"/>
                <a:gd name="connsiteY0" fmla="*/ 0 h 3425371"/>
                <a:gd name="connsiteX1" fmla="*/ 870857 w 870857"/>
                <a:gd name="connsiteY1" fmla="*/ 1248229 h 3425371"/>
                <a:gd name="connsiteX2" fmla="*/ 870857 w 870857"/>
                <a:gd name="connsiteY2" fmla="*/ 3425371 h 3425371"/>
                <a:gd name="connsiteX3" fmla="*/ 0 w 870857"/>
                <a:gd name="connsiteY3" fmla="*/ 3425371 h 3425371"/>
                <a:gd name="connsiteX4" fmla="*/ 551543 w 870857"/>
                <a:gd name="connsiteY4" fmla="*/ 0 h 3425371"/>
                <a:gd name="connsiteX0" fmla="*/ 203201 w 522515"/>
                <a:gd name="connsiteY0" fmla="*/ 0 h 4746171"/>
                <a:gd name="connsiteX1" fmla="*/ 522515 w 522515"/>
                <a:gd name="connsiteY1" fmla="*/ 1248229 h 4746171"/>
                <a:gd name="connsiteX2" fmla="*/ 522515 w 522515"/>
                <a:gd name="connsiteY2" fmla="*/ 3425371 h 4746171"/>
                <a:gd name="connsiteX3" fmla="*/ 0 w 522515"/>
                <a:gd name="connsiteY3" fmla="*/ 4746171 h 4746171"/>
                <a:gd name="connsiteX4" fmla="*/ 203201 w 522515"/>
                <a:gd name="connsiteY4" fmla="*/ 0 h 4746171"/>
                <a:gd name="connsiteX0" fmla="*/ 203201 w 522515"/>
                <a:gd name="connsiteY0" fmla="*/ 0 h 4746171"/>
                <a:gd name="connsiteX1" fmla="*/ 522515 w 522515"/>
                <a:gd name="connsiteY1" fmla="*/ 1248229 h 4746171"/>
                <a:gd name="connsiteX2" fmla="*/ 0 w 522515"/>
                <a:gd name="connsiteY2" fmla="*/ 4746171 h 4746171"/>
                <a:gd name="connsiteX3" fmla="*/ 203201 w 522515"/>
                <a:gd name="connsiteY3" fmla="*/ 0 h 4746171"/>
                <a:gd name="connsiteX0" fmla="*/ 1046683 w 1365997"/>
                <a:gd name="connsiteY0" fmla="*/ 0 h 4746171"/>
                <a:gd name="connsiteX1" fmla="*/ 1365997 w 1365997"/>
                <a:gd name="connsiteY1" fmla="*/ 1248229 h 4746171"/>
                <a:gd name="connsiteX2" fmla="*/ 843482 w 1365997"/>
                <a:gd name="connsiteY2" fmla="*/ 4746171 h 4746171"/>
                <a:gd name="connsiteX3" fmla="*/ 1046683 w 1365997"/>
                <a:gd name="connsiteY3" fmla="*/ 0 h 4746171"/>
                <a:gd name="connsiteX0" fmla="*/ 1046683 w 1046683"/>
                <a:gd name="connsiteY0" fmla="*/ 0 h 4746171"/>
                <a:gd name="connsiteX1" fmla="*/ 843482 w 1046683"/>
                <a:gd name="connsiteY1" fmla="*/ 4746171 h 4746171"/>
                <a:gd name="connsiteX2" fmla="*/ 1046683 w 1046683"/>
                <a:gd name="connsiteY2" fmla="*/ 0 h 4746171"/>
                <a:gd name="connsiteX0" fmla="*/ 1046683 w 1700194"/>
                <a:gd name="connsiteY0" fmla="*/ 0 h 4746171"/>
                <a:gd name="connsiteX1" fmla="*/ 843482 w 1700194"/>
                <a:gd name="connsiteY1" fmla="*/ 4746171 h 4746171"/>
                <a:gd name="connsiteX2" fmla="*/ 1046683 w 1700194"/>
                <a:gd name="connsiteY2" fmla="*/ 0 h 4746171"/>
                <a:gd name="connsiteX0" fmla="*/ 1086967 w 1740478"/>
                <a:gd name="connsiteY0" fmla="*/ 0 h 4746171"/>
                <a:gd name="connsiteX1" fmla="*/ 883766 w 1740478"/>
                <a:gd name="connsiteY1" fmla="*/ 4746171 h 4746171"/>
                <a:gd name="connsiteX2" fmla="*/ 1086967 w 1740478"/>
                <a:gd name="connsiteY2" fmla="*/ 0 h 4746171"/>
                <a:gd name="connsiteX0" fmla="*/ 1086967 w 1690125"/>
                <a:gd name="connsiteY0" fmla="*/ 0 h 4746171"/>
                <a:gd name="connsiteX1" fmla="*/ 883766 w 1690125"/>
                <a:gd name="connsiteY1" fmla="*/ 4746171 h 4746171"/>
                <a:gd name="connsiteX2" fmla="*/ 1086967 w 1690125"/>
                <a:gd name="connsiteY2" fmla="*/ 0 h 4746171"/>
                <a:gd name="connsiteX0" fmla="*/ 1086967 w 1838491"/>
                <a:gd name="connsiteY0" fmla="*/ 0 h 4746171"/>
                <a:gd name="connsiteX1" fmla="*/ 883766 w 1838491"/>
                <a:gd name="connsiteY1" fmla="*/ 4746171 h 4746171"/>
                <a:gd name="connsiteX2" fmla="*/ 1086967 w 1838491"/>
                <a:gd name="connsiteY2" fmla="*/ 0 h 4746171"/>
                <a:gd name="connsiteX0" fmla="*/ 1086967 w 1838491"/>
                <a:gd name="connsiteY0" fmla="*/ 0 h 4746171"/>
                <a:gd name="connsiteX1" fmla="*/ 883766 w 1838491"/>
                <a:gd name="connsiteY1" fmla="*/ 4746171 h 4746171"/>
                <a:gd name="connsiteX2" fmla="*/ 1086967 w 1838491"/>
                <a:gd name="connsiteY2" fmla="*/ 0 h 4746171"/>
                <a:gd name="connsiteX0" fmla="*/ 1086967 w 1819536"/>
                <a:gd name="connsiteY0" fmla="*/ 0 h 4746171"/>
                <a:gd name="connsiteX1" fmla="*/ 883766 w 1819536"/>
                <a:gd name="connsiteY1" fmla="*/ 4746171 h 4746171"/>
                <a:gd name="connsiteX2" fmla="*/ 1086967 w 1819536"/>
                <a:gd name="connsiteY2" fmla="*/ 0 h 4746171"/>
                <a:gd name="connsiteX0" fmla="*/ 1486996 w 1852561"/>
                <a:gd name="connsiteY0" fmla="*/ 0 h 4476890"/>
                <a:gd name="connsiteX1" fmla="*/ 767611 w 1852561"/>
                <a:gd name="connsiteY1" fmla="*/ 4476890 h 4476890"/>
                <a:gd name="connsiteX2" fmla="*/ 1486996 w 1852561"/>
                <a:gd name="connsiteY2" fmla="*/ 0 h 4476890"/>
                <a:gd name="connsiteX0" fmla="*/ 1480460 w 1846025"/>
                <a:gd name="connsiteY0" fmla="*/ 0 h 4476890"/>
                <a:gd name="connsiteX1" fmla="*/ 761075 w 1846025"/>
                <a:gd name="connsiteY1" fmla="*/ 4476890 h 4476890"/>
                <a:gd name="connsiteX2" fmla="*/ 1480460 w 1846025"/>
                <a:gd name="connsiteY2" fmla="*/ 0 h 4476890"/>
                <a:gd name="connsiteX0" fmla="*/ 1480460 w 1704520"/>
                <a:gd name="connsiteY0" fmla="*/ 0 h 4476890"/>
                <a:gd name="connsiteX1" fmla="*/ 761075 w 1704520"/>
                <a:gd name="connsiteY1" fmla="*/ 4476890 h 4476890"/>
                <a:gd name="connsiteX2" fmla="*/ 1480460 w 1704520"/>
                <a:gd name="connsiteY2" fmla="*/ 0 h 4476890"/>
                <a:gd name="connsiteX0" fmla="*/ 1480460 w 1560851"/>
                <a:gd name="connsiteY0" fmla="*/ 0 h 4476890"/>
                <a:gd name="connsiteX1" fmla="*/ 761075 w 1560851"/>
                <a:gd name="connsiteY1" fmla="*/ 4476890 h 4476890"/>
                <a:gd name="connsiteX2" fmla="*/ 1480460 w 1560851"/>
                <a:gd name="connsiteY2" fmla="*/ 0 h 4476890"/>
                <a:gd name="connsiteX0" fmla="*/ 1480460 w 1645586"/>
                <a:gd name="connsiteY0" fmla="*/ 0 h 4476890"/>
                <a:gd name="connsiteX1" fmla="*/ 761075 w 1645586"/>
                <a:gd name="connsiteY1" fmla="*/ 4476890 h 4476890"/>
                <a:gd name="connsiteX2" fmla="*/ 1480460 w 1645586"/>
                <a:gd name="connsiteY2" fmla="*/ 0 h 4476890"/>
                <a:gd name="connsiteX0" fmla="*/ 1480460 w 1702354"/>
                <a:gd name="connsiteY0" fmla="*/ 0 h 4476890"/>
                <a:gd name="connsiteX1" fmla="*/ 761075 w 1702354"/>
                <a:gd name="connsiteY1" fmla="*/ 4476890 h 4476890"/>
                <a:gd name="connsiteX2" fmla="*/ 1480460 w 1702354"/>
                <a:gd name="connsiteY2" fmla="*/ 0 h 4476890"/>
                <a:gd name="connsiteX0" fmla="*/ 1520631 w 1742525"/>
                <a:gd name="connsiteY0" fmla="*/ 0 h 4476890"/>
                <a:gd name="connsiteX1" fmla="*/ 801246 w 1742525"/>
                <a:gd name="connsiteY1" fmla="*/ 4476890 h 4476890"/>
                <a:gd name="connsiteX2" fmla="*/ 1520631 w 1742525"/>
                <a:gd name="connsiteY2" fmla="*/ 0 h 4476890"/>
                <a:gd name="connsiteX0" fmla="*/ 1535863 w 1757757"/>
                <a:gd name="connsiteY0" fmla="*/ 0 h 4476890"/>
                <a:gd name="connsiteX1" fmla="*/ 816478 w 1757757"/>
                <a:gd name="connsiteY1" fmla="*/ 4476890 h 4476890"/>
                <a:gd name="connsiteX2" fmla="*/ 1535863 w 1757757"/>
                <a:gd name="connsiteY2" fmla="*/ 0 h 4476890"/>
                <a:gd name="connsiteX0" fmla="*/ 1535863 w 1725376"/>
                <a:gd name="connsiteY0" fmla="*/ 0 h 4476890"/>
                <a:gd name="connsiteX1" fmla="*/ 816478 w 1725376"/>
                <a:gd name="connsiteY1" fmla="*/ 4476890 h 4476890"/>
                <a:gd name="connsiteX2" fmla="*/ 1535863 w 1725376"/>
                <a:gd name="connsiteY2" fmla="*/ 0 h 4476890"/>
                <a:gd name="connsiteX0" fmla="*/ 1535863 w 1779562"/>
                <a:gd name="connsiteY0" fmla="*/ 0 h 4476890"/>
                <a:gd name="connsiteX1" fmla="*/ 816478 w 1779562"/>
                <a:gd name="connsiteY1" fmla="*/ 4476890 h 4476890"/>
                <a:gd name="connsiteX2" fmla="*/ 1535863 w 1779562"/>
                <a:gd name="connsiteY2" fmla="*/ 0 h 4476890"/>
                <a:gd name="connsiteX0" fmla="*/ 1481639 w 1778410"/>
                <a:gd name="connsiteY0" fmla="*/ 0 h 4452851"/>
                <a:gd name="connsiteX1" fmla="*/ 832249 w 1778410"/>
                <a:gd name="connsiteY1" fmla="*/ 4452851 h 4452851"/>
                <a:gd name="connsiteX2" fmla="*/ 1481639 w 1778410"/>
                <a:gd name="connsiteY2" fmla="*/ 0 h 4452851"/>
                <a:gd name="connsiteX0" fmla="*/ 1414041 w 1710812"/>
                <a:gd name="connsiteY0" fmla="*/ 0 h 4452851"/>
                <a:gd name="connsiteX1" fmla="*/ 764651 w 1710812"/>
                <a:gd name="connsiteY1" fmla="*/ 4452851 h 4452851"/>
                <a:gd name="connsiteX2" fmla="*/ 1414041 w 1710812"/>
                <a:gd name="connsiteY2" fmla="*/ 0 h 4452851"/>
                <a:gd name="connsiteX0" fmla="*/ 1414041 w 1878809"/>
                <a:gd name="connsiteY0" fmla="*/ 0 h 4452851"/>
                <a:gd name="connsiteX1" fmla="*/ 764651 w 1878809"/>
                <a:gd name="connsiteY1" fmla="*/ 4452851 h 4452851"/>
                <a:gd name="connsiteX2" fmla="*/ 1414041 w 1878809"/>
                <a:gd name="connsiteY2" fmla="*/ 0 h 4452851"/>
                <a:gd name="connsiteX0" fmla="*/ 1418687 w 1879512"/>
                <a:gd name="connsiteY0" fmla="*/ 0 h 4409694"/>
                <a:gd name="connsiteX1" fmla="*/ 763504 w 1879512"/>
                <a:gd name="connsiteY1" fmla="*/ 4409694 h 4409694"/>
                <a:gd name="connsiteX2" fmla="*/ 1418687 w 1879512"/>
                <a:gd name="connsiteY2" fmla="*/ 0 h 4409694"/>
                <a:gd name="connsiteX0" fmla="*/ 1411091 w 1871916"/>
                <a:gd name="connsiteY0" fmla="*/ 0 h 4409694"/>
                <a:gd name="connsiteX1" fmla="*/ 755908 w 1871916"/>
                <a:gd name="connsiteY1" fmla="*/ 4409694 h 4409694"/>
                <a:gd name="connsiteX2" fmla="*/ 1411091 w 1871916"/>
                <a:gd name="connsiteY2" fmla="*/ 0 h 4409694"/>
                <a:gd name="connsiteX0" fmla="*/ 1486331 w 1947156"/>
                <a:gd name="connsiteY0" fmla="*/ 0 h 4409694"/>
                <a:gd name="connsiteX1" fmla="*/ 831148 w 1947156"/>
                <a:gd name="connsiteY1" fmla="*/ 4409694 h 4409694"/>
                <a:gd name="connsiteX2" fmla="*/ 1486331 w 1947156"/>
                <a:gd name="connsiteY2" fmla="*/ 0 h 4409694"/>
                <a:gd name="connsiteX0" fmla="*/ 1486331 w 1981059"/>
                <a:gd name="connsiteY0" fmla="*/ 0 h 4409694"/>
                <a:gd name="connsiteX1" fmla="*/ 831148 w 1981059"/>
                <a:gd name="connsiteY1" fmla="*/ 4409694 h 4409694"/>
                <a:gd name="connsiteX2" fmla="*/ 1486331 w 1981059"/>
                <a:gd name="connsiteY2" fmla="*/ 0 h 4409694"/>
                <a:gd name="connsiteX0" fmla="*/ 1462706 w 1957434"/>
                <a:gd name="connsiteY0" fmla="*/ 0 h 4409694"/>
                <a:gd name="connsiteX1" fmla="*/ 807523 w 1957434"/>
                <a:gd name="connsiteY1" fmla="*/ 4409694 h 4409694"/>
                <a:gd name="connsiteX2" fmla="*/ 1462706 w 1957434"/>
                <a:gd name="connsiteY2" fmla="*/ 0 h 4409694"/>
                <a:gd name="connsiteX0" fmla="*/ 1462706 w 1957434"/>
                <a:gd name="connsiteY0" fmla="*/ 0 h 4409694"/>
                <a:gd name="connsiteX1" fmla="*/ 807523 w 1957434"/>
                <a:gd name="connsiteY1" fmla="*/ 4409694 h 4409694"/>
                <a:gd name="connsiteX2" fmla="*/ 1462706 w 1957434"/>
                <a:gd name="connsiteY2" fmla="*/ 0 h 4409694"/>
                <a:gd name="connsiteX0" fmla="*/ 1462706 w 1741038"/>
                <a:gd name="connsiteY0" fmla="*/ 0 h 4409694"/>
                <a:gd name="connsiteX1" fmla="*/ 807523 w 1741038"/>
                <a:gd name="connsiteY1" fmla="*/ 4409694 h 4409694"/>
                <a:gd name="connsiteX2" fmla="*/ 1462706 w 1741038"/>
                <a:gd name="connsiteY2" fmla="*/ 0 h 4409694"/>
                <a:gd name="connsiteX0" fmla="*/ 1458502 w 1736834"/>
                <a:gd name="connsiteY0" fmla="*/ 0 h 4409694"/>
                <a:gd name="connsiteX1" fmla="*/ 803319 w 1736834"/>
                <a:gd name="connsiteY1" fmla="*/ 4409694 h 4409694"/>
                <a:gd name="connsiteX2" fmla="*/ 1458502 w 1736834"/>
                <a:gd name="connsiteY2" fmla="*/ 0 h 4409694"/>
                <a:gd name="connsiteX0" fmla="*/ 1532158 w 1810490"/>
                <a:gd name="connsiteY0" fmla="*/ 0 h 4409694"/>
                <a:gd name="connsiteX1" fmla="*/ 876975 w 1810490"/>
                <a:gd name="connsiteY1" fmla="*/ 4409694 h 4409694"/>
                <a:gd name="connsiteX2" fmla="*/ 1532158 w 1810490"/>
                <a:gd name="connsiteY2" fmla="*/ 0 h 4409694"/>
                <a:gd name="connsiteX0" fmla="*/ 1320739 w 1777522"/>
                <a:gd name="connsiteY0" fmla="*/ 0 h 4432477"/>
                <a:gd name="connsiteX1" fmla="*/ 932214 w 1777522"/>
                <a:gd name="connsiteY1" fmla="*/ 4432477 h 4432477"/>
                <a:gd name="connsiteX2" fmla="*/ 1320739 w 1777522"/>
                <a:gd name="connsiteY2" fmla="*/ 0 h 4432477"/>
                <a:gd name="connsiteX0" fmla="*/ 1320739 w 1883605"/>
                <a:gd name="connsiteY0" fmla="*/ 0 h 4432477"/>
                <a:gd name="connsiteX1" fmla="*/ 932214 w 1883605"/>
                <a:gd name="connsiteY1" fmla="*/ 4432477 h 4432477"/>
                <a:gd name="connsiteX2" fmla="*/ 1320739 w 1883605"/>
                <a:gd name="connsiteY2" fmla="*/ 0 h 4432477"/>
                <a:gd name="connsiteX0" fmla="*/ 1256173 w 1819039"/>
                <a:gd name="connsiteY0" fmla="*/ 0 h 4432477"/>
                <a:gd name="connsiteX1" fmla="*/ 867648 w 1819039"/>
                <a:gd name="connsiteY1" fmla="*/ 4432477 h 4432477"/>
                <a:gd name="connsiteX2" fmla="*/ 1256173 w 1819039"/>
                <a:gd name="connsiteY2" fmla="*/ 0 h 4432477"/>
                <a:gd name="connsiteX0" fmla="*/ 1231093 w 1793959"/>
                <a:gd name="connsiteY0" fmla="*/ 0 h 4432477"/>
                <a:gd name="connsiteX1" fmla="*/ 842568 w 1793959"/>
                <a:gd name="connsiteY1" fmla="*/ 4432477 h 4432477"/>
                <a:gd name="connsiteX2" fmla="*/ 1231093 w 1793959"/>
                <a:gd name="connsiteY2" fmla="*/ 0 h 4432477"/>
                <a:gd name="connsiteX0" fmla="*/ 1264130 w 1826996"/>
                <a:gd name="connsiteY0" fmla="*/ 0 h 4432477"/>
                <a:gd name="connsiteX1" fmla="*/ 875605 w 1826996"/>
                <a:gd name="connsiteY1" fmla="*/ 4432477 h 4432477"/>
                <a:gd name="connsiteX2" fmla="*/ 1264130 w 1826996"/>
                <a:gd name="connsiteY2" fmla="*/ 0 h 4432477"/>
                <a:gd name="connsiteX0" fmla="*/ 1264130 w 1848435"/>
                <a:gd name="connsiteY0" fmla="*/ 0 h 4432477"/>
                <a:gd name="connsiteX1" fmla="*/ 875605 w 1848435"/>
                <a:gd name="connsiteY1" fmla="*/ 4432477 h 4432477"/>
                <a:gd name="connsiteX2" fmla="*/ 1264130 w 1848435"/>
                <a:gd name="connsiteY2" fmla="*/ 0 h 4432477"/>
                <a:gd name="connsiteX0" fmla="*/ 1251153 w 1835458"/>
                <a:gd name="connsiteY0" fmla="*/ 0 h 4432477"/>
                <a:gd name="connsiteX1" fmla="*/ 862628 w 1835458"/>
                <a:gd name="connsiteY1" fmla="*/ 4432477 h 4432477"/>
                <a:gd name="connsiteX2" fmla="*/ 1251153 w 1835458"/>
                <a:gd name="connsiteY2" fmla="*/ 0 h 4432477"/>
                <a:gd name="connsiteX0" fmla="*/ 1465636 w 1896483"/>
                <a:gd name="connsiteY0" fmla="*/ 0 h 4233210"/>
                <a:gd name="connsiteX1" fmla="*/ 816050 w 1896483"/>
                <a:gd name="connsiteY1" fmla="*/ 4233210 h 4233210"/>
                <a:gd name="connsiteX2" fmla="*/ 1465636 w 1896483"/>
                <a:gd name="connsiteY2" fmla="*/ 0 h 4233210"/>
                <a:gd name="connsiteX0" fmla="*/ 1579470 w 2010317"/>
                <a:gd name="connsiteY0" fmla="*/ 0 h 4233210"/>
                <a:gd name="connsiteX1" fmla="*/ 929884 w 2010317"/>
                <a:gd name="connsiteY1" fmla="*/ 4233210 h 4233210"/>
                <a:gd name="connsiteX2" fmla="*/ 1579470 w 2010317"/>
                <a:gd name="connsiteY2" fmla="*/ 0 h 4233210"/>
                <a:gd name="connsiteX0" fmla="*/ 1799132 w 2098132"/>
                <a:gd name="connsiteY0" fmla="*/ 0 h 4122185"/>
                <a:gd name="connsiteX1" fmla="*/ 885686 w 2098132"/>
                <a:gd name="connsiteY1" fmla="*/ 4122185 h 4122185"/>
                <a:gd name="connsiteX2" fmla="*/ 1799132 w 2098132"/>
                <a:gd name="connsiteY2" fmla="*/ 0 h 4122185"/>
                <a:gd name="connsiteX0" fmla="*/ 1587087 w 1886087"/>
                <a:gd name="connsiteY0" fmla="*/ 0 h 4122185"/>
                <a:gd name="connsiteX1" fmla="*/ 673641 w 1886087"/>
                <a:gd name="connsiteY1" fmla="*/ 4122185 h 4122185"/>
                <a:gd name="connsiteX2" fmla="*/ 1587087 w 1886087"/>
                <a:gd name="connsiteY2" fmla="*/ 0 h 4122185"/>
                <a:gd name="connsiteX0" fmla="*/ 1587087 w 1889092"/>
                <a:gd name="connsiteY0" fmla="*/ 0 h 4122185"/>
                <a:gd name="connsiteX1" fmla="*/ 673641 w 1889092"/>
                <a:gd name="connsiteY1" fmla="*/ 4122185 h 4122185"/>
                <a:gd name="connsiteX2" fmla="*/ 1587087 w 1889092"/>
                <a:gd name="connsiteY2" fmla="*/ 0 h 4122185"/>
                <a:gd name="connsiteX0" fmla="*/ 1582126 w 1886730"/>
                <a:gd name="connsiteY0" fmla="*/ 0 h 4165341"/>
                <a:gd name="connsiteX1" fmla="*/ 674473 w 1886730"/>
                <a:gd name="connsiteY1" fmla="*/ 4165341 h 4165341"/>
                <a:gd name="connsiteX2" fmla="*/ 1582126 w 1886730"/>
                <a:gd name="connsiteY2" fmla="*/ 0 h 4165341"/>
                <a:gd name="connsiteX0" fmla="*/ 1564864 w 1878627"/>
                <a:gd name="connsiteY0" fmla="*/ 0 h 4206566"/>
                <a:gd name="connsiteX1" fmla="*/ 677389 w 1878627"/>
                <a:gd name="connsiteY1" fmla="*/ 4206566 h 4206566"/>
                <a:gd name="connsiteX2" fmla="*/ 1564864 w 1878627"/>
                <a:gd name="connsiteY2" fmla="*/ 0 h 420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78627" h="4206566">
                  <a:moveTo>
                    <a:pt x="1564864" y="0"/>
                  </a:moveTo>
                  <a:cubicBezTo>
                    <a:pt x="1792713" y="1451160"/>
                    <a:pt x="2463558" y="4089453"/>
                    <a:pt x="677389" y="4206566"/>
                  </a:cubicBezTo>
                  <a:cubicBezTo>
                    <a:pt x="-1378442" y="2785355"/>
                    <a:pt x="1936116" y="1717611"/>
                    <a:pt x="1564864" y="0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2">
              <a:extLst>
                <a:ext uri="{FF2B5EF4-FFF2-40B4-BE49-F238E27FC236}">
                  <a16:creationId xmlns:a16="http://schemas.microsoft.com/office/drawing/2014/main" id="{863440BE-99C5-DE84-A53F-90AEA56EAD15}"/>
                </a:ext>
              </a:extLst>
            </p:cNvPr>
            <p:cNvSpPr/>
            <p:nvPr/>
          </p:nvSpPr>
          <p:spPr>
            <a:xfrm rot="458731">
              <a:off x="3176965" y="1937774"/>
              <a:ext cx="1835458" cy="4432477"/>
            </a:xfrm>
            <a:custGeom>
              <a:avLst/>
              <a:gdLst>
                <a:gd name="connsiteX0" fmla="*/ 0 w 870857"/>
                <a:gd name="connsiteY0" fmla="*/ 0 h 2177142"/>
                <a:gd name="connsiteX1" fmla="*/ 870857 w 870857"/>
                <a:gd name="connsiteY1" fmla="*/ 0 h 2177142"/>
                <a:gd name="connsiteX2" fmla="*/ 870857 w 870857"/>
                <a:gd name="connsiteY2" fmla="*/ 2177142 h 2177142"/>
                <a:gd name="connsiteX3" fmla="*/ 0 w 870857"/>
                <a:gd name="connsiteY3" fmla="*/ 2177142 h 2177142"/>
                <a:gd name="connsiteX4" fmla="*/ 0 w 870857"/>
                <a:gd name="connsiteY4" fmla="*/ 0 h 2177142"/>
                <a:gd name="connsiteX0" fmla="*/ 551543 w 870857"/>
                <a:gd name="connsiteY0" fmla="*/ 0 h 3425371"/>
                <a:gd name="connsiteX1" fmla="*/ 870857 w 870857"/>
                <a:gd name="connsiteY1" fmla="*/ 1248229 h 3425371"/>
                <a:gd name="connsiteX2" fmla="*/ 870857 w 870857"/>
                <a:gd name="connsiteY2" fmla="*/ 3425371 h 3425371"/>
                <a:gd name="connsiteX3" fmla="*/ 0 w 870857"/>
                <a:gd name="connsiteY3" fmla="*/ 3425371 h 3425371"/>
                <a:gd name="connsiteX4" fmla="*/ 551543 w 870857"/>
                <a:gd name="connsiteY4" fmla="*/ 0 h 3425371"/>
                <a:gd name="connsiteX0" fmla="*/ 203201 w 522515"/>
                <a:gd name="connsiteY0" fmla="*/ 0 h 4746171"/>
                <a:gd name="connsiteX1" fmla="*/ 522515 w 522515"/>
                <a:gd name="connsiteY1" fmla="*/ 1248229 h 4746171"/>
                <a:gd name="connsiteX2" fmla="*/ 522515 w 522515"/>
                <a:gd name="connsiteY2" fmla="*/ 3425371 h 4746171"/>
                <a:gd name="connsiteX3" fmla="*/ 0 w 522515"/>
                <a:gd name="connsiteY3" fmla="*/ 4746171 h 4746171"/>
                <a:gd name="connsiteX4" fmla="*/ 203201 w 522515"/>
                <a:gd name="connsiteY4" fmla="*/ 0 h 4746171"/>
                <a:gd name="connsiteX0" fmla="*/ 203201 w 522515"/>
                <a:gd name="connsiteY0" fmla="*/ 0 h 4746171"/>
                <a:gd name="connsiteX1" fmla="*/ 522515 w 522515"/>
                <a:gd name="connsiteY1" fmla="*/ 1248229 h 4746171"/>
                <a:gd name="connsiteX2" fmla="*/ 0 w 522515"/>
                <a:gd name="connsiteY2" fmla="*/ 4746171 h 4746171"/>
                <a:gd name="connsiteX3" fmla="*/ 203201 w 522515"/>
                <a:gd name="connsiteY3" fmla="*/ 0 h 4746171"/>
                <a:gd name="connsiteX0" fmla="*/ 1046683 w 1365997"/>
                <a:gd name="connsiteY0" fmla="*/ 0 h 4746171"/>
                <a:gd name="connsiteX1" fmla="*/ 1365997 w 1365997"/>
                <a:gd name="connsiteY1" fmla="*/ 1248229 h 4746171"/>
                <a:gd name="connsiteX2" fmla="*/ 843482 w 1365997"/>
                <a:gd name="connsiteY2" fmla="*/ 4746171 h 4746171"/>
                <a:gd name="connsiteX3" fmla="*/ 1046683 w 1365997"/>
                <a:gd name="connsiteY3" fmla="*/ 0 h 4746171"/>
                <a:gd name="connsiteX0" fmla="*/ 1046683 w 1046683"/>
                <a:gd name="connsiteY0" fmla="*/ 0 h 4746171"/>
                <a:gd name="connsiteX1" fmla="*/ 843482 w 1046683"/>
                <a:gd name="connsiteY1" fmla="*/ 4746171 h 4746171"/>
                <a:gd name="connsiteX2" fmla="*/ 1046683 w 1046683"/>
                <a:gd name="connsiteY2" fmla="*/ 0 h 4746171"/>
                <a:gd name="connsiteX0" fmla="*/ 1046683 w 1700194"/>
                <a:gd name="connsiteY0" fmla="*/ 0 h 4746171"/>
                <a:gd name="connsiteX1" fmla="*/ 843482 w 1700194"/>
                <a:gd name="connsiteY1" fmla="*/ 4746171 h 4746171"/>
                <a:gd name="connsiteX2" fmla="*/ 1046683 w 1700194"/>
                <a:gd name="connsiteY2" fmla="*/ 0 h 4746171"/>
                <a:gd name="connsiteX0" fmla="*/ 1086967 w 1740478"/>
                <a:gd name="connsiteY0" fmla="*/ 0 h 4746171"/>
                <a:gd name="connsiteX1" fmla="*/ 883766 w 1740478"/>
                <a:gd name="connsiteY1" fmla="*/ 4746171 h 4746171"/>
                <a:gd name="connsiteX2" fmla="*/ 1086967 w 1740478"/>
                <a:gd name="connsiteY2" fmla="*/ 0 h 4746171"/>
                <a:gd name="connsiteX0" fmla="*/ 1086967 w 1690125"/>
                <a:gd name="connsiteY0" fmla="*/ 0 h 4746171"/>
                <a:gd name="connsiteX1" fmla="*/ 883766 w 1690125"/>
                <a:gd name="connsiteY1" fmla="*/ 4746171 h 4746171"/>
                <a:gd name="connsiteX2" fmla="*/ 1086967 w 1690125"/>
                <a:gd name="connsiteY2" fmla="*/ 0 h 4746171"/>
                <a:gd name="connsiteX0" fmla="*/ 1086967 w 1838491"/>
                <a:gd name="connsiteY0" fmla="*/ 0 h 4746171"/>
                <a:gd name="connsiteX1" fmla="*/ 883766 w 1838491"/>
                <a:gd name="connsiteY1" fmla="*/ 4746171 h 4746171"/>
                <a:gd name="connsiteX2" fmla="*/ 1086967 w 1838491"/>
                <a:gd name="connsiteY2" fmla="*/ 0 h 4746171"/>
                <a:gd name="connsiteX0" fmla="*/ 1086967 w 1838491"/>
                <a:gd name="connsiteY0" fmla="*/ 0 h 4746171"/>
                <a:gd name="connsiteX1" fmla="*/ 883766 w 1838491"/>
                <a:gd name="connsiteY1" fmla="*/ 4746171 h 4746171"/>
                <a:gd name="connsiteX2" fmla="*/ 1086967 w 1838491"/>
                <a:gd name="connsiteY2" fmla="*/ 0 h 4746171"/>
                <a:gd name="connsiteX0" fmla="*/ 1086967 w 1819536"/>
                <a:gd name="connsiteY0" fmla="*/ 0 h 4746171"/>
                <a:gd name="connsiteX1" fmla="*/ 883766 w 1819536"/>
                <a:gd name="connsiteY1" fmla="*/ 4746171 h 4746171"/>
                <a:gd name="connsiteX2" fmla="*/ 1086967 w 1819536"/>
                <a:gd name="connsiteY2" fmla="*/ 0 h 4746171"/>
                <a:gd name="connsiteX0" fmla="*/ 1486996 w 1852561"/>
                <a:gd name="connsiteY0" fmla="*/ 0 h 4476890"/>
                <a:gd name="connsiteX1" fmla="*/ 767611 w 1852561"/>
                <a:gd name="connsiteY1" fmla="*/ 4476890 h 4476890"/>
                <a:gd name="connsiteX2" fmla="*/ 1486996 w 1852561"/>
                <a:gd name="connsiteY2" fmla="*/ 0 h 4476890"/>
                <a:gd name="connsiteX0" fmla="*/ 1480460 w 1846025"/>
                <a:gd name="connsiteY0" fmla="*/ 0 h 4476890"/>
                <a:gd name="connsiteX1" fmla="*/ 761075 w 1846025"/>
                <a:gd name="connsiteY1" fmla="*/ 4476890 h 4476890"/>
                <a:gd name="connsiteX2" fmla="*/ 1480460 w 1846025"/>
                <a:gd name="connsiteY2" fmla="*/ 0 h 4476890"/>
                <a:gd name="connsiteX0" fmla="*/ 1480460 w 1704520"/>
                <a:gd name="connsiteY0" fmla="*/ 0 h 4476890"/>
                <a:gd name="connsiteX1" fmla="*/ 761075 w 1704520"/>
                <a:gd name="connsiteY1" fmla="*/ 4476890 h 4476890"/>
                <a:gd name="connsiteX2" fmla="*/ 1480460 w 1704520"/>
                <a:gd name="connsiteY2" fmla="*/ 0 h 4476890"/>
                <a:gd name="connsiteX0" fmla="*/ 1480460 w 1560851"/>
                <a:gd name="connsiteY0" fmla="*/ 0 h 4476890"/>
                <a:gd name="connsiteX1" fmla="*/ 761075 w 1560851"/>
                <a:gd name="connsiteY1" fmla="*/ 4476890 h 4476890"/>
                <a:gd name="connsiteX2" fmla="*/ 1480460 w 1560851"/>
                <a:gd name="connsiteY2" fmla="*/ 0 h 4476890"/>
                <a:gd name="connsiteX0" fmla="*/ 1480460 w 1645586"/>
                <a:gd name="connsiteY0" fmla="*/ 0 h 4476890"/>
                <a:gd name="connsiteX1" fmla="*/ 761075 w 1645586"/>
                <a:gd name="connsiteY1" fmla="*/ 4476890 h 4476890"/>
                <a:gd name="connsiteX2" fmla="*/ 1480460 w 1645586"/>
                <a:gd name="connsiteY2" fmla="*/ 0 h 4476890"/>
                <a:gd name="connsiteX0" fmla="*/ 1480460 w 1702354"/>
                <a:gd name="connsiteY0" fmla="*/ 0 h 4476890"/>
                <a:gd name="connsiteX1" fmla="*/ 761075 w 1702354"/>
                <a:gd name="connsiteY1" fmla="*/ 4476890 h 4476890"/>
                <a:gd name="connsiteX2" fmla="*/ 1480460 w 1702354"/>
                <a:gd name="connsiteY2" fmla="*/ 0 h 4476890"/>
                <a:gd name="connsiteX0" fmla="*/ 1520631 w 1742525"/>
                <a:gd name="connsiteY0" fmla="*/ 0 h 4476890"/>
                <a:gd name="connsiteX1" fmla="*/ 801246 w 1742525"/>
                <a:gd name="connsiteY1" fmla="*/ 4476890 h 4476890"/>
                <a:gd name="connsiteX2" fmla="*/ 1520631 w 1742525"/>
                <a:gd name="connsiteY2" fmla="*/ 0 h 4476890"/>
                <a:gd name="connsiteX0" fmla="*/ 1535863 w 1757757"/>
                <a:gd name="connsiteY0" fmla="*/ 0 h 4476890"/>
                <a:gd name="connsiteX1" fmla="*/ 816478 w 1757757"/>
                <a:gd name="connsiteY1" fmla="*/ 4476890 h 4476890"/>
                <a:gd name="connsiteX2" fmla="*/ 1535863 w 1757757"/>
                <a:gd name="connsiteY2" fmla="*/ 0 h 4476890"/>
                <a:gd name="connsiteX0" fmla="*/ 1535863 w 1725376"/>
                <a:gd name="connsiteY0" fmla="*/ 0 h 4476890"/>
                <a:gd name="connsiteX1" fmla="*/ 816478 w 1725376"/>
                <a:gd name="connsiteY1" fmla="*/ 4476890 h 4476890"/>
                <a:gd name="connsiteX2" fmla="*/ 1535863 w 1725376"/>
                <a:gd name="connsiteY2" fmla="*/ 0 h 4476890"/>
                <a:gd name="connsiteX0" fmla="*/ 1535863 w 1779562"/>
                <a:gd name="connsiteY0" fmla="*/ 0 h 4476890"/>
                <a:gd name="connsiteX1" fmla="*/ 816478 w 1779562"/>
                <a:gd name="connsiteY1" fmla="*/ 4476890 h 4476890"/>
                <a:gd name="connsiteX2" fmla="*/ 1535863 w 1779562"/>
                <a:gd name="connsiteY2" fmla="*/ 0 h 4476890"/>
                <a:gd name="connsiteX0" fmla="*/ 1481639 w 1778410"/>
                <a:gd name="connsiteY0" fmla="*/ 0 h 4452851"/>
                <a:gd name="connsiteX1" fmla="*/ 832249 w 1778410"/>
                <a:gd name="connsiteY1" fmla="*/ 4452851 h 4452851"/>
                <a:gd name="connsiteX2" fmla="*/ 1481639 w 1778410"/>
                <a:gd name="connsiteY2" fmla="*/ 0 h 4452851"/>
                <a:gd name="connsiteX0" fmla="*/ 1414041 w 1710812"/>
                <a:gd name="connsiteY0" fmla="*/ 0 h 4452851"/>
                <a:gd name="connsiteX1" fmla="*/ 764651 w 1710812"/>
                <a:gd name="connsiteY1" fmla="*/ 4452851 h 4452851"/>
                <a:gd name="connsiteX2" fmla="*/ 1414041 w 1710812"/>
                <a:gd name="connsiteY2" fmla="*/ 0 h 4452851"/>
                <a:gd name="connsiteX0" fmla="*/ 1414041 w 1878809"/>
                <a:gd name="connsiteY0" fmla="*/ 0 h 4452851"/>
                <a:gd name="connsiteX1" fmla="*/ 764651 w 1878809"/>
                <a:gd name="connsiteY1" fmla="*/ 4452851 h 4452851"/>
                <a:gd name="connsiteX2" fmla="*/ 1414041 w 1878809"/>
                <a:gd name="connsiteY2" fmla="*/ 0 h 4452851"/>
                <a:gd name="connsiteX0" fmla="*/ 1418687 w 1879512"/>
                <a:gd name="connsiteY0" fmla="*/ 0 h 4409694"/>
                <a:gd name="connsiteX1" fmla="*/ 763504 w 1879512"/>
                <a:gd name="connsiteY1" fmla="*/ 4409694 h 4409694"/>
                <a:gd name="connsiteX2" fmla="*/ 1418687 w 1879512"/>
                <a:gd name="connsiteY2" fmla="*/ 0 h 4409694"/>
                <a:gd name="connsiteX0" fmla="*/ 1411091 w 1871916"/>
                <a:gd name="connsiteY0" fmla="*/ 0 h 4409694"/>
                <a:gd name="connsiteX1" fmla="*/ 755908 w 1871916"/>
                <a:gd name="connsiteY1" fmla="*/ 4409694 h 4409694"/>
                <a:gd name="connsiteX2" fmla="*/ 1411091 w 1871916"/>
                <a:gd name="connsiteY2" fmla="*/ 0 h 4409694"/>
                <a:gd name="connsiteX0" fmla="*/ 1486331 w 1947156"/>
                <a:gd name="connsiteY0" fmla="*/ 0 h 4409694"/>
                <a:gd name="connsiteX1" fmla="*/ 831148 w 1947156"/>
                <a:gd name="connsiteY1" fmla="*/ 4409694 h 4409694"/>
                <a:gd name="connsiteX2" fmla="*/ 1486331 w 1947156"/>
                <a:gd name="connsiteY2" fmla="*/ 0 h 4409694"/>
                <a:gd name="connsiteX0" fmla="*/ 1486331 w 1981059"/>
                <a:gd name="connsiteY0" fmla="*/ 0 h 4409694"/>
                <a:gd name="connsiteX1" fmla="*/ 831148 w 1981059"/>
                <a:gd name="connsiteY1" fmla="*/ 4409694 h 4409694"/>
                <a:gd name="connsiteX2" fmla="*/ 1486331 w 1981059"/>
                <a:gd name="connsiteY2" fmla="*/ 0 h 4409694"/>
                <a:gd name="connsiteX0" fmla="*/ 1462706 w 1957434"/>
                <a:gd name="connsiteY0" fmla="*/ 0 h 4409694"/>
                <a:gd name="connsiteX1" fmla="*/ 807523 w 1957434"/>
                <a:gd name="connsiteY1" fmla="*/ 4409694 h 4409694"/>
                <a:gd name="connsiteX2" fmla="*/ 1462706 w 1957434"/>
                <a:gd name="connsiteY2" fmla="*/ 0 h 4409694"/>
                <a:gd name="connsiteX0" fmla="*/ 1462706 w 1957434"/>
                <a:gd name="connsiteY0" fmla="*/ 0 h 4409694"/>
                <a:gd name="connsiteX1" fmla="*/ 807523 w 1957434"/>
                <a:gd name="connsiteY1" fmla="*/ 4409694 h 4409694"/>
                <a:gd name="connsiteX2" fmla="*/ 1462706 w 1957434"/>
                <a:gd name="connsiteY2" fmla="*/ 0 h 4409694"/>
                <a:gd name="connsiteX0" fmla="*/ 1462706 w 1741038"/>
                <a:gd name="connsiteY0" fmla="*/ 0 h 4409694"/>
                <a:gd name="connsiteX1" fmla="*/ 807523 w 1741038"/>
                <a:gd name="connsiteY1" fmla="*/ 4409694 h 4409694"/>
                <a:gd name="connsiteX2" fmla="*/ 1462706 w 1741038"/>
                <a:gd name="connsiteY2" fmla="*/ 0 h 4409694"/>
                <a:gd name="connsiteX0" fmla="*/ 1458502 w 1736834"/>
                <a:gd name="connsiteY0" fmla="*/ 0 h 4409694"/>
                <a:gd name="connsiteX1" fmla="*/ 803319 w 1736834"/>
                <a:gd name="connsiteY1" fmla="*/ 4409694 h 4409694"/>
                <a:gd name="connsiteX2" fmla="*/ 1458502 w 1736834"/>
                <a:gd name="connsiteY2" fmla="*/ 0 h 4409694"/>
                <a:gd name="connsiteX0" fmla="*/ 1532158 w 1810490"/>
                <a:gd name="connsiteY0" fmla="*/ 0 h 4409694"/>
                <a:gd name="connsiteX1" fmla="*/ 876975 w 1810490"/>
                <a:gd name="connsiteY1" fmla="*/ 4409694 h 4409694"/>
                <a:gd name="connsiteX2" fmla="*/ 1532158 w 1810490"/>
                <a:gd name="connsiteY2" fmla="*/ 0 h 4409694"/>
                <a:gd name="connsiteX0" fmla="*/ 1320739 w 1777522"/>
                <a:gd name="connsiteY0" fmla="*/ 0 h 4432477"/>
                <a:gd name="connsiteX1" fmla="*/ 932214 w 1777522"/>
                <a:gd name="connsiteY1" fmla="*/ 4432477 h 4432477"/>
                <a:gd name="connsiteX2" fmla="*/ 1320739 w 1777522"/>
                <a:gd name="connsiteY2" fmla="*/ 0 h 4432477"/>
                <a:gd name="connsiteX0" fmla="*/ 1320739 w 1883605"/>
                <a:gd name="connsiteY0" fmla="*/ 0 h 4432477"/>
                <a:gd name="connsiteX1" fmla="*/ 932214 w 1883605"/>
                <a:gd name="connsiteY1" fmla="*/ 4432477 h 4432477"/>
                <a:gd name="connsiteX2" fmla="*/ 1320739 w 1883605"/>
                <a:gd name="connsiteY2" fmla="*/ 0 h 4432477"/>
                <a:gd name="connsiteX0" fmla="*/ 1256173 w 1819039"/>
                <a:gd name="connsiteY0" fmla="*/ 0 h 4432477"/>
                <a:gd name="connsiteX1" fmla="*/ 867648 w 1819039"/>
                <a:gd name="connsiteY1" fmla="*/ 4432477 h 4432477"/>
                <a:gd name="connsiteX2" fmla="*/ 1256173 w 1819039"/>
                <a:gd name="connsiteY2" fmla="*/ 0 h 4432477"/>
                <a:gd name="connsiteX0" fmla="*/ 1231093 w 1793959"/>
                <a:gd name="connsiteY0" fmla="*/ 0 h 4432477"/>
                <a:gd name="connsiteX1" fmla="*/ 842568 w 1793959"/>
                <a:gd name="connsiteY1" fmla="*/ 4432477 h 4432477"/>
                <a:gd name="connsiteX2" fmla="*/ 1231093 w 1793959"/>
                <a:gd name="connsiteY2" fmla="*/ 0 h 4432477"/>
                <a:gd name="connsiteX0" fmla="*/ 1264130 w 1826996"/>
                <a:gd name="connsiteY0" fmla="*/ 0 h 4432477"/>
                <a:gd name="connsiteX1" fmla="*/ 875605 w 1826996"/>
                <a:gd name="connsiteY1" fmla="*/ 4432477 h 4432477"/>
                <a:gd name="connsiteX2" fmla="*/ 1264130 w 1826996"/>
                <a:gd name="connsiteY2" fmla="*/ 0 h 4432477"/>
                <a:gd name="connsiteX0" fmla="*/ 1264130 w 1848435"/>
                <a:gd name="connsiteY0" fmla="*/ 0 h 4432477"/>
                <a:gd name="connsiteX1" fmla="*/ 875605 w 1848435"/>
                <a:gd name="connsiteY1" fmla="*/ 4432477 h 4432477"/>
                <a:gd name="connsiteX2" fmla="*/ 1264130 w 1848435"/>
                <a:gd name="connsiteY2" fmla="*/ 0 h 4432477"/>
                <a:gd name="connsiteX0" fmla="*/ 1251153 w 1835458"/>
                <a:gd name="connsiteY0" fmla="*/ 0 h 4432477"/>
                <a:gd name="connsiteX1" fmla="*/ 862628 w 1835458"/>
                <a:gd name="connsiteY1" fmla="*/ 4432477 h 4432477"/>
                <a:gd name="connsiteX2" fmla="*/ 1251153 w 1835458"/>
                <a:gd name="connsiteY2" fmla="*/ 0 h 4432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35458" h="4432477">
                  <a:moveTo>
                    <a:pt x="1251153" y="0"/>
                  </a:moveTo>
                  <a:cubicBezTo>
                    <a:pt x="1471473" y="1613260"/>
                    <a:pt x="2648797" y="4315364"/>
                    <a:pt x="862628" y="4432477"/>
                  </a:cubicBezTo>
                  <a:cubicBezTo>
                    <a:pt x="-1433306" y="3731786"/>
                    <a:pt x="1622405" y="1717611"/>
                    <a:pt x="1251153" y="0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24245C01-E9CB-07ED-8715-03FFC47497CA}"/>
                </a:ext>
              </a:extLst>
            </p:cNvPr>
            <p:cNvSpPr/>
            <p:nvPr/>
          </p:nvSpPr>
          <p:spPr>
            <a:xfrm rot="20306754">
              <a:off x="4151377" y="1654671"/>
              <a:ext cx="1385998" cy="2341145"/>
            </a:xfrm>
            <a:custGeom>
              <a:avLst/>
              <a:gdLst>
                <a:gd name="connsiteX0" fmla="*/ 1330037 w 1330037"/>
                <a:gd name="connsiteY0" fmla="*/ 0 h 2246619"/>
                <a:gd name="connsiteX1" fmla="*/ 442619 w 1330037"/>
                <a:gd name="connsiteY1" fmla="*/ 2246619 h 2246619"/>
                <a:gd name="connsiteX2" fmla="*/ 0 w 1330037"/>
                <a:gd name="connsiteY2" fmla="*/ 2071783 h 2246619"/>
                <a:gd name="connsiteX3" fmla="*/ 818358 w 1330037"/>
                <a:gd name="connsiteY3" fmla="*/ 0 h 2246619"/>
                <a:gd name="connsiteX4" fmla="*/ 1330037 w 1330037"/>
                <a:gd name="connsiteY4" fmla="*/ 0 h 2246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0037" h="2246619">
                  <a:moveTo>
                    <a:pt x="1330037" y="0"/>
                  </a:moveTo>
                  <a:lnTo>
                    <a:pt x="442619" y="2246619"/>
                  </a:lnTo>
                  <a:lnTo>
                    <a:pt x="0" y="2071783"/>
                  </a:lnTo>
                  <a:lnTo>
                    <a:pt x="818358" y="0"/>
                  </a:lnTo>
                  <a:lnTo>
                    <a:pt x="1330037" y="0"/>
                  </a:ln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897BBB6-99EE-3879-1BF8-A48BF9D9568B}"/>
                </a:ext>
              </a:extLst>
            </p:cNvPr>
            <p:cNvSpPr/>
            <p:nvPr/>
          </p:nvSpPr>
          <p:spPr>
            <a:xfrm rot="20244131">
              <a:off x="4536864" y="1487284"/>
              <a:ext cx="557608" cy="162619"/>
            </a:xfrm>
            <a:prstGeom prst="ellips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2">
              <a:extLst>
                <a:ext uri="{FF2B5EF4-FFF2-40B4-BE49-F238E27FC236}">
                  <a16:creationId xmlns:a16="http://schemas.microsoft.com/office/drawing/2014/main" id="{97971D82-9BA2-3AD9-E10E-2DC7549D911B}"/>
                </a:ext>
              </a:extLst>
            </p:cNvPr>
            <p:cNvSpPr/>
            <p:nvPr/>
          </p:nvSpPr>
          <p:spPr>
            <a:xfrm rot="20204350">
              <a:off x="4405588" y="2003665"/>
              <a:ext cx="1779562" cy="4476890"/>
            </a:xfrm>
            <a:custGeom>
              <a:avLst/>
              <a:gdLst>
                <a:gd name="connsiteX0" fmla="*/ 0 w 870857"/>
                <a:gd name="connsiteY0" fmla="*/ 0 h 2177142"/>
                <a:gd name="connsiteX1" fmla="*/ 870857 w 870857"/>
                <a:gd name="connsiteY1" fmla="*/ 0 h 2177142"/>
                <a:gd name="connsiteX2" fmla="*/ 870857 w 870857"/>
                <a:gd name="connsiteY2" fmla="*/ 2177142 h 2177142"/>
                <a:gd name="connsiteX3" fmla="*/ 0 w 870857"/>
                <a:gd name="connsiteY3" fmla="*/ 2177142 h 2177142"/>
                <a:gd name="connsiteX4" fmla="*/ 0 w 870857"/>
                <a:gd name="connsiteY4" fmla="*/ 0 h 2177142"/>
                <a:gd name="connsiteX0" fmla="*/ 551543 w 870857"/>
                <a:gd name="connsiteY0" fmla="*/ 0 h 3425371"/>
                <a:gd name="connsiteX1" fmla="*/ 870857 w 870857"/>
                <a:gd name="connsiteY1" fmla="*/ 1248229 h 3425371"/>
                <a:gd name="connsiteX2" fmla="*/ 870857 w 870857"/>
                <a:gd name="connsiteY2" fmla="*/ 3425371 h 3425371"/>
                <a:gd name="connsiteX3" fmla="*/ 0 w 870857"/>
                <a:gd name="connsiteY3" fmla="*/ 3425371 h 3425371"/>
                <a:gd name="connsiteX4" fmla="*/ 551543 w 870857"/>
                <a:gd name="connsiteY4" fmla="*/ 0 h 3425371"/>
                <a:gd name="connsiteX0" fmla="*/ 203201 w 522515"/>
                <a:gd name="connsiteY0" fmla="*/ 0 h 4746171"/>
                <a:gd name="connsiteX1" fmla="*/ 522515 w 522515"/>
                <a:gd name="connsiteY1" fmla="*/ 1248229 h 4746171"/>
                <a:gd name="connsiteX2" fmla="*/ 522515 w 522515"/>
                <a:gd name="connsiteY2" fmla="*/ 3425371 h 4746171"/>
                <a:gd name="connsiteX3" fmla="*/ 0 w 522515"/>
                <a:gd name="connsiteY3" fmla="*/ 4746171 h 4746171"/>
                <a:gd name="connsiteX4" fmla="*/ 203201 w 522515"/>
                <a:gd name="connsiteY4" fmla="*/ 0 h 4746171"/>
                <a:gd name="connsiteX0" fmla="*/ 203201 w 522515"/>
                <a:gd name="connsiteY0" fmla="*/ 0 h 4746171"/>
                <a:gd name="connsiteX1" fmla="*/ 522515 w 522515"/>
                <a:gd name="connsiteY1" fmla="*/ 1248229 h 4746171"/>
                <a:gd name="connsiteX2" fmla="*/ 0 w 522515"/>
                <a:gd name="connsiteY2" fmla="*/ 4746171 h 4746171"/>
                <a:gd name="connsiteX3" fmla="*/ 203201 w 522515"/>
                <a:gd name="connsiteY3" fmla="*/ 0 h 4746171"/>
                <a:gd name="connsiteX0" fmla="*/ 1046683 w 1365997"/>
                <a:gd name="connsiteY0" fmla="*/ 0 h 4746171"/>
                <a:gd name="connsiteX1" fmla="*/ 1365997 w 1365997"/>
                <a:gd name="connsiteY1" fmla="*/ 1248229 h 4746171"/>
                <a:gd name="connsiteX2" fmla="*/ 843482 w 1365997"/>
                <a:gd name="connsiteY2" fmla="*/ 4746171 h 4746171"/>
                <a:gd name="connsiteX3" fmla="*/ 1046683 w 1365997"/>
                <a:gd name="connsiteY3" fmla="*/ 0 h 4746171"/>
                <a:gd name="connsiteX0" fmla="*/ 1046683 w 1046683"/>
                <a:gd name="connsiteY0" fmla="*/ 0 h 4746171"/>
                <a:gd name="connsiteX1" fmla="*/ 843482 w 1046683"/>
                <a:gd name="connsiteY1" fmla="*/ 4746171 h 4746171"/>
                <a:gd name="connsiteX2" fmla="*/ 1046683 w 1046683"/>
                <a:gd name="connsiteY2" fmla="*/ 0 h 4746171"/>
                <a:gd name="connsiteX0" fmla="*/ 1046683 w 1700194"/>
                <a:gd name="connsiteY0" fmla="*/ 0 h 4746171"/>
                <a:gd name="connsiteX1" fmla="*/ 843482 w 1700194"/>
                <a:gd name="connsiteY1" fmla="*/ 4746171 h 4746171"/>
                <a:gd name="connsiteX2" fmla="*/ 1046683 w 1700194"/>
                <a:gd name="connsiteY2" fmla="*/ 0 h 4746171"/>
                <a:gd name="connsiteX0" fmla="*/ 1086967 w 1740478"/>
                <a:gd name="connsiteY0" fmla="*/ 0 h 4746171"/>
                <a:gd name="connsiteX1" fmla="*/ 883766 w 1740478"/>
                <a:gd name="connsiteY1" fmla="*/ 4746171 h 4746171"/>
                <a:gd name="connsiteX2" fmla="*/ 1086967 w 1740478"/>
                <a:gd name="connsiteY2" fmla="*/ 0 h 4746171"/>
                <a:gd name="connsiteX0" fmla="*/ 1086967 w 1690125"/>
                <a:gd name="connsiteY0" fmla="*/ 0 h 4746171"/>
                <a:gd name="connsiteX1" fmla="*/ 883766 w 1690125"/>
                <a:gd name="connsiteY1" fmla="*/ 4746171 h 4746171"/>
                <a:gd name="connsiteX2" fmla="*/ 1086967 w 1690125"/>
                <a:gd name="connsiteY2" fmla="*/ 0 h 4746171"/>
                <a:gd name="connsiteX0" fmla="*/ 1086967 w 1838491"/>
                <a:gd name="connsiteY0" fmla="*/ 0 h 4746171"/>
                <a:gd name="connsiteX1" fmla="*/ 883766 w 1838491"/>
                <a:gd name="connsiteY1" fmla="*/ 4746171 h 4746171"/>
                <a:gd name="connsiteX2" fmla="*/ 1086967 w 1838491"/>
                <a:gd name="connsiteY2" fmla="*/ 0 h 4746171"/>
                <a:gd name="connsiteX0" fmla="*/ 1086967 w 1838491"/>
                <a:gd name="connsiteY0" fmla="*/ 0 h 4746171"/>
                <a:gd name="connsiteX1" fmla="*/ 883766 w 1838491"/>
                <a:gd name="connsiteY1" fmla="*/ 4746171 h 4746171"/>
                <a:gd name="connsiteX2" fmla="*/ 1086967 w 1838491"/>
                <a:gd name="connsiteY2" fmla="*/ 0 h 4746171"/>
                <a:gd name="connsiteX0" fmla="*/ 1086967 w 1819536"/>
                <a:gd name="connsiteY0" fmla="*/ 0 h 4746171"/>
                <a:gd name="connsiteX1" fmla="*/ 883766 w 1819536"/>
                <a:gd name="connsiteY1" fmla="*/ 4746171 h 4746171"/>
                <a:gd name="connsiteX2" fmla="*/ 1086967 w 1819536"/>
                <a:gd name="connsiteY2" fmla="*/ 0 h 4746171"/>
                <a:gd name="connsiteX0" fmla="*/ 1486996 w 1852561"/>
                <a:gd name="connsiteY0" fmla="*/ 0 h 4476890"/>
                <a:gd name="connsiteX1" fmla="*/ 767611 w 1852561"/>
                <a:gd name="connsiteY1" fmla="*/ 4476890 h 4476890"/>
                <a:gd name="connsiteX2" fmla="*/ 1486996 w 1852561"/>
                <a:gd name="connsiteY2" fmla="*/ 0 h 4476890"/>
                <a:gd name="connsiteX0" fmla="*/ 1480460 w 1846025"/>
                <a:gd name="connsiteY0" fmla="*/ 0 h 4476890"/>
                <a:gd name="connsiteX1" fmla="*/ 761075 w 1846025"/>
                <a:gd name="connsiteY1" fmla="*/ 4476890 h 4476890"/>
                <a:gd name="connsiteX2" fmla="*/ 1480460 w 1846025"/>
                <a:gd name="connsiteY2" fmla="*/ 0 h 4476890"/>
                <a:gd name="connsiteX0" fmla="*/ 1480460 w 1704520"/>
                <a:gd name="connsiteY0" fmla="*/ 0 h 4476890"/>
                <a:gd name="connsiteX1" fmla="*/ 761075 w 1704520"/>
                <a:gd name="connsiteY1" fmla="*/ 4476890 h 4476890"/>
                <a:gd name="connsiteX2" fmla="*/ 1480460 w 1704520"/>
                <a:gd name="connsiteY2" fmla="*/ 0 h 4476890"/>
                <a:gd name="connsiteX0" fmla="*/ 1480460 w 1560851"/>
                <a:gd name="connsiteY0" fmla="*/ 0 h 4476890"/>
                <a:gd name="connsiteX1" fmla="*/ 761075 w 1560851"/>
                <a:gd name="connsiteY1" fmla="*/ 4476890 h 4476890"/>
                <a:gd name="connsiteX2" fmla="*/ 1480460 w 1560851"/>
                <a:gd name="connsiteY2" fmla="*/ 0 h 4476890"/>
                <a:gd name="connsiteX0" fmla="*/ 1480460 w 1645586"/>
                <a:gd name="connsiteY0" fmla="*/ 0 h 4476890"/>
                <a:gd name="connsiteX1" fmla="*/ 761075 w 1645586"/>
                <a:gd name="connsiteY1" fmla="*/ 4476890 h 4476890"/>
                <a:gd name="connsiteX2" fmla="*/ 1480460 w 1645586"/>
                <a:gd name="connsiteY2" fmla="*/ 0 h 4476890"/>
                <a:gd name="connsiteX0" fmla="*/ 1480460 w 1702354"/>
                <a:gd name="connsiteY0" fmla="*/ 0 h 4476890"/>
                <a:gd name="connsiteX1" fmla="*/ 761075 w 1702354"/>
                <a:gd name="connsiteY1" fmla="*/ 4476890 h 4476890"/>
                <a:gd name="connsiteX2" fmla="*/ 1480460 w 1702354"/>
                <a:gd name="connsiteY2" fmla="*/ 0 h 4476890"/>
                <a:gd name="connsiteX0" fmla="*/ 1520631 w 1742525"/>
                <a:gd name="connsiteY0" fmla="*/ 0 h 4476890"/>
                <a:gd name="connsiteX1" fmla="*/ 801246 w 1742525"/>
                <a:gd name="connsiteY1" fmla="*/ 4476890 h 4476890"/>
                <a:gd name="connsiteX2" fmla="*/ 1520631 w 1742525"/>
                <a:gd name="connsiteY2" fmla="*/ 0 h 4476890"/>
                <a:gd name="connsiteX0" fmla="*/ 1535863 w 1757757"/>
                <a:gd name="connsiteY0" fmla="*/ 0 h 4476890"/>
                <a:gd name="connsiteX1" fmla="*/ 816478 w 1757757"/>
                <a:gd name="connsiteY1" fmla="*/ 4476890 h 4476890"/>
                <a:gd name="connsiteX2" fmla="*/ 1535863 w 1757757"/>
                <a:gd name="connsiteY2" fmla="*/ 0 h 4476890"/>
                <a:gd name="connsiteX0" fmla="*/ 1535863 w 1725376"/>
                <a:gd name="connsiteY0" fmla="*/ 0 h 4476890"/>
                <a:gd name="connsiteX1" fmla="*/ 816478 w 1725376"/>
                <a:gd name="connsiteY1" fmla="*/ 4476890 h 4476890"/>
                <a:gd name="connsiteX2" fmla="*/ 1535863 w 1725376"/>
                <a:gd name="connsiteY2" fmla="*/ 0 h 4476890"/>
                <a:gd name="connsiteX0" fmla="*/ 1535863 w 1779562"/>
                <a:gd name="connsiteY0" fmla="*/ 0 h 4476890"/>
                <a:gd name="connsiteX1" fmla="*/ 816478 w 1779562"/>
                <a:gd name="connsiteY1" fmla="*/ 4476890 h 4476890"/>
                <a:gd name="connsiteX2" fmla="*/ 1535863 w 1779562"/>
                <a:gd name="connsiteY2" fmla="*/ 0 h 4476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79562" h="4476890">
                  <a:moveTo>
                    <a:pt x="1535863" y="0"/>
                  </a:moveTo>
                  <a:cubicBezTo>
                    <a:pt x="454848" y="1846526"/>
                    <a:pt x="3102942" y="3941151"/>
                    <a:pt x="816478" y="4476890"/>
                  </a:cubicBezTo>
                  <a:cubicBezTo>
                    <a:pt x="-1147337" y="4068440"/>
                    <a:pt x="976609" y="1549630"/>
                    <a:pt x="1535863" y="0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2">
              <a:extLst>
                <a:ext uri="{FF2B5EF4-FFF2-40B4-BE49-F238E27FC236}">
                  <a16:creationId xmlns:a16="http://schemas.microsoft.com/office/drawing/2014/main" id="{6B28FE67-DD25-FB82-A1F7-1CD633008400}"/>
                </a:ext>
              </a:extLst>
            </p:cNvPr>
            <p:cNvSpPr/>
            <p:nvPr/>
          </p:nvSpPr>
          <p:spPr>
            <a:xfrm>
              <a:off x="3949490" y="1930399"/>
              <a:ext cx="1819536" cy="4746171"/>
            </a:xfrm>
            <a:custGeom>
              <a:avLst/>
              <a:gdLst>
                <a:gd name="connsiteX0" fmla="*/ 0 w 870857"/>
                <a:gd name="connsiteY0" fmla="*/ 0 h 2177142"/>
                <a:gd name="connsiteX1" fmla="*/ 870857 w 870857"/>
                <a:gd name="connsiteY1" fmla="*/ 0 h 2177142"/>
                <a:gd name="connsiteX2" fmla="*/ 870857 w 870857"/>
                <a:gd name="connsiteY2" fmla="*/ 2177142 h 2177142"/>
                <a:gd name="connsiteX3" fmla="*/ 0 w 870857"/>
                <a:gd name="connsiteY3" fmla="*/ 2177142 h 2177142"/>
                <a:gd name="connsiteX4" fmla="*/ 0 w 870857"/>
                <a:gd name="connsiteY4" fmla="*/ 0 h 2177142"/>
                <a:gd name="connsiteX0" fmla="*/ 551543 w 870857"/>
                <a:gd name="connsiteY0" fmla="*/ 0 h 3425371"/>
                <a:gd name="connsiteX1" fmla="*/ 870857 w 870857"/>
                <a:gd name="connsiteY1" fmla="*/ 1248229 h 3425371"/>
                <a:gd name="connsiteX2" fmla="*/ 870857 w 870857"/>
                <a:gd name="connsiteY2" fmla="*/ 3425371 h 3425371"/>
                <a:gd name="connsiteX3" fmla="*/ 0 w 870857"/>
                <a:gd name="connsiteY3" fmla="*/ 3425371 h 3425371"/>
                <a:gd name="connsiteX4" fmla="*/ 551543 w 870857"/>
                <a:gd name="connsiteY4" fmla="*/ 0 h 3425371"/>
                <a:gd name="connsiteX0" fmla="*/ 203201 w 522515"/>
                <a:gd name="connsiteY0" fmla="*/ 0 h 4746171"/>
                <a:gd name="connsiteX1" fmla="*/ 522515 w 522515"/>
                <a:gd name="connsiteY1" fmla="*/ 1248229 h 4746171"/>
                <a:gd name="connsiteX2" fmla="*/ 522515 w 522515"/>
                <a:gd name="connsiteY2" fmla="*/ 3425371 h 4746171"/>
                <a:gd name="connsiteX3" fmla="*/ 0 w 522515"/>
                <a:gd name="connsiteY3" fmla="*/ 4746171 h 4746171"/>
                <a:gd name="connsiteX4" fmla="*/ 203201 w 522515"/>
                <a:gd name="connsiteY4" fmla="*/ 0 h 4746171"/>
                <a:gd name="connsiteX0" fmla="*/ 203201 w 522515"/>
                <a:gd name="connsiteY0" fmla="*/ 0 h 4746171"/>
                <a:gd name="connsiteX1" fmla="*/ 522515 w 522515"/>
                <a:gd name="connsiteY1" fmla="*/ 1248229 h 4746171"/>
                <a:gd name="connsiteX2" fmla="*/ 0 w 522515"/>
                <a:gd name="connsiteY2" fmla="*/ 4746171 h 4746171"/>
                <a:gd name="connsiteX3" fmla="*/ 203201 w 522515"/>
                <a:gd name="connsiteY3" fmla="*/ 0 h 4746171"/>
                <a:gd name="connsiteX0" fmla="*/ 1046683 w 1365997"/>
                <a:gd name="connsiteY0" fmla="*/ 0 h 4746171"/>
                <a:gd name="connsiteX1" fmla="*/ 1365997 w 1365997"/>
                <a:gd name="connsiteY1" fmla="*/ 1248229 h 4746171"/>
                <a:gd name="connsiteX2" fmla="*/ 843482 w 1365997"/>
                <a:gd name="connsiteY2" fmla="*/ 4746171 h 4746171"/>
                <a:gd name="connsiteX3" fmla="*/ 1046683 w 1365997"/>
                <a:gd name="connsiteY3" fmla="*/ 0 h 4746171"/>
                <a:gd name="connsiteX0" fmla="*/ 1046683 w 1046683"/>
                <a:gd name="connsiteY0" fmla="*/ 0 h 4746171"/>
                <a:gd name="connsiteX1" fmla="*/ 843482 w 1046683"/>
                <a:gd name="connsiteY1" fmla="*/ 4746171 h 4746171"/>
                <a:gd name="connsiteX2" fmla="*/ 1046683 w 1046683"/>
                <a:gd name="connsiteY2" fmla="*/ 0 h 4746171"/>
                <a:gd name="connsiteX0" fmla="*/ 1046683 w 1700194"/>
                <a:gd name="connsiteY0" fmla="*/ 0 h 4746171"/>
                <a:gd name="connsiteX1" fmla="*/ 843482 w 1700194"/>
                <a:gd name="connsiteY1" fmla="*/ 4746171 h 4746171"/>
                <a:gd name="connsiteX2" fmla="*/ 1046683 w 1700194"/>
                <a:gd name="connsiteY2" fmla="*/ 0 h 4746171"/>
                <a:gd name="connsiteX0" fmla="*/ 1086967 w 1740478"/>
                <a:gd name="connsiteY0" fmla="*/ 0 h 4746171"/>
                <a:gd name="connsiteX1" fmla="*/ 883766 w 1740478"/>
                <a:gd name="connsiteY1" fmla="*/ 4746171 h 4746171"/>
                <a:gd name="connsiteX2" fmla="*/ 1086967 w 1740478"/>
                <a:gd name="connsiteY2" fmla="*/ 0 h 4746171"/>
                <a:gd name="connsiteX0" fmla="*/ 1086967 w 1690125"/>
                <a:gd name="connsiteY0" fmla="*/ 0 h 4746171"/>
                <a:gd name="connsiteX1" fmla="*/ 883766 w 1690125"/>
                <a:gd name="connsiteY1" fmla="*/ 4746171 h 4746171"/>
                <a:gd name="connsiteX2" fmla="*/ 1086967 w 1690125"/>
                <a:gd name="connsiteY2" fmla="*/ 0 h 4746171"/>
                <a:gd name="connsiteX0" fmla="*/ 1086967 w 1838491"/>
                <a:gd name="connsiteY0" fmla="*/ 0 h 4746171"/>
                <a:gd name="connsiteX1" fmla="*/ 883766 w 1838491"/>
                <a:gd name="connsiteY1" fmla="*/ 4746171 h 4746171"/>
                <a:gd name="connsiteX2" fmla="*/ 1086967 w 1838491"/>
                <a:gd name="connsiteY2" fmla="*/ 0 h 4746171"/>
                <a:gd name="connsiteX0" fmla="*/ 1086967 w 1838491"/>
                <a:gd name="connsiteY0" fmla="*/ 0 h 4746171"/>
                <a:gd name="connsiteX1" fmla="*/ 883766 w 1838491"/>
                <a:gd name="connsiteY1" fmla="*/ 4746171 h 4746171"/>
                <a:gd name="connsiteX2" fmla="*/ 1086967 w 1838491"/>
                <a:gd name="connsiteY2" fmla="*/ 0 h 4746171"/>
                <a:gd name="connsiteX0" fmla="*/ 1086967 w 1819536"/>
                <a:gd name="connsiteY0" fmla="*/ 0 h 4746171"/>
                <a:gd name="connsiteX1" fmla="*/ 883766 w 1819536"/>
                <a:gd name="connsiteY1" fmla="*/ 4746171 h 4746171"/>
                <a:gd name="connsiteX2" fmla="*/ 1086967 w 1819536"/>
                <a:gd name="connsiteY2" fmla="*/ 0 h 4746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19536" h="4746171">
                  <a:moveTo>
                    <a:pt x="1086967" y="0"/>
                  </a:moveTo>
                  <a:cubicBezTo>
                    <a:pt x="714432" y="2293257"/>
                    <a:pt x="3056071" y="4034972"/>
                    <a:pt x="883766" y="4746171"/>
                  </a:cubicBezTo>
                  <a:cubicBezTo>
                    <a:pt x="-1095014" y="4078514"/>
                    <a:pt x="830547" y="1727200"/>
                    <a:pt x="1086967" y="0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135A479-08FE-04D9-BDE3-C2331544C82D}"/>
              </a:ext>
            </a:extLst>
          </p:cNvPr>
          <p:cNvGrpSpPr/>
          <p:nvPr/>
        </p:nvGrpSpPr>
        <p:grpSpPr>
          <a:xfrm>
            <a:off x="3975336" y="1248445"/>
            <a:ext cx="3557972" cy="5189286"/>
            <a:chOff x="2891442" y="1487284"/>
            <a:chExt cx="3557972" cy="5189286"/>
          </a:xfrm>
        </p:grpSpPr>
        <p:sp>
          <p:nvSpPr>
            <p:cNvPr id="19" name="Rectangle 2">
              <a:extLst>
                <a:ext uri="{FF2B5EF4-FFF2-40B4-BE49-F238E27FC236}">
                  <a16:creationId xmlns:a16="http://schemas.microsoft.com/office/drawing/2014/main" id="{C8AC98B4-BF06-88EB-AEE2-A03297083F97}"/>
                </a:ext>
              </a:extLst>
            </p:cNvPr>
            <p:cNvSpPr/>
            <p:nvPr/>
          </p:nvSpPr>
          <p:spPr>
            <a:xfrm rot="20204350">
              <a:off x="4610842" y="1697702"/>
              <a:ext cx="1838572" cy="4502169"/>
            </a:xfrm>
            <a:custGeom>
              <a:avLst/>
              <a:gdLst>
                <a:gd name="connsiteX0" fmla="*/ 0 w 870857"/>
                <a:gd name="connsiteY0" fmla="*/ 0 h 2177142"/>
                <a:gd name="connsiteX1" fmla="*/ 870857 w 870857"/>
                <a:gd name="connsiteY1" fmla="*/ 0 h 2177142"/>
                <a:gd name="connsiteX2" fmla="*/ 870857 w 870857"/>
                <a:gd name="connsiteY2" fmla="*/ 2177142 h 2177142"/>
                <a:gd name="connsiteX3" fmla="*/ 0 w 870857"/>
                <a:gd name="connsiteY3" fmla="*/ 2177142 h 2177142"/>
                <a:gd name="connsiteX4" fmla="*/ 0 w 870857"/>
                <a:gd name="connsiteY4" fmla="*/ 0 h 2177142"/>
                <a:gd name="connsiteX0" fmla="*/ 551543 w 870857"/>
                <a:gd name="connsiteY0" fmla="*/ 0 h 3425371"/>
                <a:gd name="connsiteX1" fmla="*/ 870857 w 870857"/>
                <a:gd name="connsiteY1" fmla="*/ 1248229 h 3425371"/>
                <a:gd name="connsiteX2" fmla="*/ 870857 w 870857"/>
                <a:gd name="connsiteY2" fmla="*/ 3425371 h 3425371"/>
                <a:gd name="connsiteX3" fmla="*/ 0 w 870857"/>
                <a:gd name="connsiteY3" fmla="*/ 3425371 h 3425371"/>
                <a:gd name="connsiteX4" fmla="*/ 551543 w 870857"/>
                <a:gd name="connsiteY4" fmla="*/ 0 h 3425371"/>
                <a:gd name="connsiteX0" fmla="*/ 203201 w 522515"/>
                <a:gd name="connsiteY0" fmla="*/ 0 h 4746171"/>
                <a:gd name="connsiteX1" fmla="*/ 522515 w 522515"/>
                <a:gd name="connsiteY1" fmla="*/ 1248229 h 4746171"/>
                <a:gd name="connsiteX2" fmla="*/ 522515 w 522515"/>
                <a:gd name="connsiteY2" fmla="*/ 3425371 h 4746171"/>
                <a:gd name="connsiteX3" fmla="*/ 0 w 522515"/>
                <a:gd name="connsiteY3" fmla="*/ 4746171 h 4746171"/>
                <a:gd name="connsiteX4" fmla="*/ 203201 w 522515"/>
                <a:gd name="connsiteY4" fmla="*/ 0 h 4746171"/>
                <a:gd name="connsiteX0" fmla="*/ 203201 w 522515"/>
                <a:gd name="connsiteY0" fmla="*/ 0 h 4746171"/>
                <a:gd name="connsiteX1" fmla="*/ 522515 w 522515"/>
                <a:gd name="connsiteY1" fmla="*/ 1248229 h 4746171"/>
                <a:gd name="connsiteX2" fmla="*/ 0 w 522515"/>
                <a:gd name="connsiteY2" fmla="*/ 4746171 h 4746171"/>
                <a:gd name="connsiteX3" fmla="*/ 203201 w 522515"/>
                <a:gd name="connsiteY3" fmla="*/ 0 h 4746171"/>
                <a:gd name="connsiteX0" fmla="*/ 1046683 w 1365997"/>
                <a:gd name="connsiteY0" fmla="*/ 0 h 4746171"/>
                <a:gd name="connsiteX1" fmla="*/ 1365997 w 1365997"/>
                <a:gd name="connsiteY1" fmla="*/ 1248229 h 4746171"/>
                <a:gd name="connsiteX2" fmla="*/ 843482 w 1365997"/>
                <a:gd name="connsiteY2" fmla="*/ 4746171 h 4746171"/>
                <a:gd name="connsiteX3" fmla="*/ 1046683 w 1365997"/>
                <a:gd name="connsiteY3" fmla="*/ 0 h 4746171"/>
                <a:gd name="connsiteX0" fmla="*/ 1046683 w 1046683"/>
                <a:gd name="connsiteY0" fmla="*/ 0 h 4746171"/>
                <a:gd name="connsiteX1" fmla="*/ 843482 w 1046683"/>
                <a:gd name="connsiteY1" fmla="*/ 4746171 h 4746171"/>
                <a:gd name="connsiteX2" fmla="*/ 1046683 w 1046683"/>
                <a:gd name="connsiteY2" fmla="*/ 0 h 4746171"/>
                <a:gd name="connsiteX0" fmla="*/ 1046683 w 1700194"/>
                <a:gd name="connsiteY0" fmla="*/ 0 h 4746171"/>
                <a:gd name="connsiteX1" fmla="*/ 843482 w 1700194"/>
                <a:gd name="connsiteY1" fmla="*/ 4746171 h 4746171"/>
                <a:gd name="connsiteX2" fmla="*/ 1046683 w 1700194"/>
                <a:gd name="connsiteY2" fmla="*/ 0 h 4746171"/>
                <a:gd name="connsiteX0" fmla="*/ 1086967 w 1740478"/>
                <a:gd name="connsiteY0" fmla="*/ 0 h 4746171"/>
                <a:gd name="connsiteX1" fmla="*/ 883766 w 1740478"/>
                <a:gd name="connsiteY1" fmla="*/ 4746171 h 4746171"/>
                <a:gd name="connsiteX2" fmla="*/ 1086967 w 1740478"/>
                <a:gd name="connsiteY2" fmla="*/ 0 h 4746171"/>
                <a:gd name="connsiteX0" fmla="*/ 1086967 w 1690125"/>
                <a:gd name="connsiteY0" fmla="*/ 0 h 4746171"/>
                <a:gd name="connsiteX1" fmla="*/ 883766 w 1690125"/>
                <a:gd name="connsiteY1" fmla="*/ 4746171 h 4746171"/>
                <a:gd name="connsiteX2" fmla="*/ 1086967 w 1690125"/>
                <a:gd name="connsiteY2" fmla="*/ 0 h 4746171"/>
                <a:gd name="connsiteX0" fmla="*/ 1086967 w 1838491"/>
                <a:gd name="connsiteY0" fmla="*/ 0 h 4746171"/>
                <a:gd name="connsiteX1" fmla="*/ 883766 w 1838491"/>
                <a:gd name="connsiteY1" fmla="*/ 4746171 h 4746171"/>
                <a:gd name="connsiteX2" fmla="*/ 1086967 w 1838491"/>
                <a:gd name="connsiteY2" fmla="*/ 0 h 4746171"/>
                <a:gd name="connsiteX0" fmla="*/ 1086967 w 1838491"/>
                <a:gd name="connsiteY0" fmla="*/ 0 h 4746171"/>
                <a:gd name="connsiteX1" fmla="*/ 883766 w 1838491"/>
                <a:gd name="connsiteY1" fmla="*/ 4746171 h 4746171"/>
                <a:gd name="connsiteX2" fmla="*/ 1086967 w 1838491"/>
                <a:gd name="connsiteY2" fmla="*/ 0 h 4746171"/>
                <a:gd name="connsiteX0" fmla="*/ 1086967 w 1819536"/>
                <a:gd name="connsiteY0" fmla="*/ 0 h 4746171"/>
                <a:gd name="connsiteX1" fmla="*/ 883766 w 1819536"/>
                <a:gd name="connsiteY1" fmla="*/ 4746171 h 4746171"/>
                <a:gd name="connsiteX2" fmla="*/ 1086967 w 1819536"/>
                <a:gd name="connsiteY2" fmla="*/ 0 h 4746171"/>
                <a:gd name="connsiteX0" fmla="*/ 1486996 w 1852561"/>
                <a:gd name="connsiteY0" fmla="*/ 0 h 4476890"/>
                <a:gd name="connsiteX1" fmla="*/ 767611 w 1852561"/>
                <a:gd name="connsiteY1" fmla="*/ 4476890 h 4476890"/>
                <a:gd name="connsiteX2" fmla="*/ 1486996 w 1852561"/>
                <a:gd name="connsiteY2" fmla="*/ 0 h 4476890"/>
                <a:gd name="connsiteX0" fmla="*/ 1480460 w 1846025"/>
                <a:gd name="connsiteY0" fmla="*/ 0 h 4476890"/>
                <a:gd name="connsiteX1" fmla="*/ 761075 w 1846025"/>
                <a:gd name="connsiteY1" fmla="*/ 4476890 h 4476890"/>
                <a:gd name="connsiteX2" fmla="*/ 1480460 w 1846025"/>
                <a:gd name="connsiteY2" fmla="*/ 0 h 4476890"/>
                <a:gd name="connsiteX0" fmla="*/ 1480460 w 1704520"/>
                <a:gd name="connsiteY0" fmla="*/ 0 h 4476890"/>
                <a:gd name="connsiteX1" fmla="*/ 761075 w 1704520"/>
                <a:gd name="connsiteY1" fmla="*/ 4476890 h 4476890"/>
                <a:gd name="connsiteX2" fmla="*/ 1480460 w 1704520"/>
                <a:gd name="connsiteY2" fmla="*/ 0 h 4476890"/>
                <a:gd name="connsiteX0" fmla="*/ 1480460 w 1560851"/>
                <a:gd name="connsiteY0" fmla="*/ 0 h 4476890"/>
                <a:gd name="connsiteX1" fmla="*/ 761075 w 1560851"/>
                <a:gd name="connsiteY1" fmla="*/ 4476890 h 4476890"/>
                <a:gd name="connsiteX2" fmla="*/ 1480460 w 1560851"/>
                <a:gd name="connsiteY2" fmla="*/ 0 h 4476890"/>
                <a:gd name="connsiteX0" fmla="*/ 1480460 w 1645586"/>
                <a:gd name="connsiteY0" fmla="*/ 0 h 4476890"/>
                <a:gd name="connsiteX1" fmla="*/ 761075 w 1645586"/>
                <a:gd name="connsiteY1" fmla="*/ 4476890 h 4476890"/>
                <a:gd name="connsiteX2" fmla="*/ 1480460 w 1645586"/>
                <a:gd name="connsiteY2" fmla="*/ 0 h 4476890"/>
                <a:gd name="connsiteX0" fmla="*/ 1480460 w 1702354"/>
                <a:gd name="connsiteY0" fmla="*/ 0 h 4476890"/>
                <a:gd name="connsiteX1" fmla="*/ 761075 w 1702354"/>
                <a:gd name="connsiteY1" fmla="*/ 4476890 h 4476890"/>
                <a:gd name="connsiteX2" fmla="*/ 1480460 w 1702354"/>
                <a:gd name="connsiteY2" fmla="*/ 0 h 4476890"/>
                <a:gd name="connsiteX0" fmla="*/ 1520631 w 1742525"/>
                <a:gd name="connsiteY0" fmla="*/ 0 h 4476890"/>
                <a:gd name="connsiteX1" fmla="*/ 801246 w 1742525"/>
                <a:gd name="connsiteY1" fmla="*/ 4476890 h 4476890"/>
                <a:gd name="connsiteX2" fmla="*/ 1520631 w 1742525"/>
                <a:gd name="connsiteY2" fmla="*/ 0 h 4476890"/>
                <a:gd name="connsiteX0" fmla="*/ 1535863 w 1757757"/>
                <a:gd name="connsiteY0" fmla="*/ 0 h 4476890"/>
                <a:gd name="connsiteX1" fmla="*/ 816478 w 1757757"/>
                <a:gd name="connsiteY1" fmla="*/ 4476890 h 4476890"/>
                <a:gd name="connsiteX2" fmla="*/ 1535863 w 1757757"/>
                <a:gd name="connsiteY2" fmla="*/ 0 h 4476890"/>
                <a:gd name="connsiteX0" fmla="*/ 1535863 w 1725376"/>
                <a:gd name="connsiteY0" fmla="*/ 0 h 4476890"/>
                <a:gd name="connsiteX1" fmla="*/ 816478 w 1725376"/>
                <a:gd name="connsiteY1" fmla="*/ 4476890 h 4476890"/>
                <a:gd name="connsiteX2" fmla="*/ 1535863 w 1725376"/>
                <a:gd name="connsiteY2" fmla="*/ 0 h 4476890"/>
                <a:gd name="connsiteX0" fmla="*/ 1535863 w 1779562"/>
                <a:gd name="connsiteY0" fmla="*/ 0 h 4476890"/>
                <a:gd name="connsiteX1" fmla="*/ 816478 w 1779562"/>
                <a:gd name="connsiteY1" fmla="*/ 4476890 h 4476890"/>
                <a:gd name="connsiteX2" fmla="*/ 1535863 w 1779562"/>
                <a:gd name="connsiteY2" fmla="*/ 0 h 4476890"/>
                <a:gd name="connsiteX0" fmla="*/ 1306939 w 1783142"/>
                <a:gd name="connsiteY0" fmla="*/ 0 h 4511522"/>
                <a:gd name="connsiteX1" fmla="*/ 888636 w 1783142"/>
                <a:gd name="connsiteY1" fmla="*/ 4511522 h 4511522"/>
                <a:gd name="connsiteX2" fmla="*/ 1306939 w 1783142"/>
                <a:gd name="connsiteY2" fmla="*/ 0 h 4511522"/>
                <a:gd name="connsiteX0" fmla="*/ 1306939 w 1897532"/>
                <a:gd name="connsiteY0" fmla="*/ 0 h 4511522"/>
                <a:gd name="connsiteX1" fmla="*/ 888636 w 1897532"/>
                <a:gd name="connsiteY1" fmla="*/ 4511522 h 4511522"/>
                <a:gd name="connsiteX2" fmla="*/ 1306939 w 1897532"/>
                <a:gd name="connsiteY2" fmla="*/ 0 h 4511522"/>
                <a:gd name="connsiteX0" fmla="*/ 1306939 w 1916050"/>
                <a:gd name="connsiteY0" fmla="*/ 0 h 4511522"/>
                <a:gd name="connsiteX1" fmla="*/ 888636 w 1916050"/>
                <a:gd name="connsiteY1" fmla="*/ 4511522 h 4511522"/>
                <a:gd name="connsiteX2" fmla="*/ 1306939 w 1916050"/>
                <a:gd name="connsiteY2" fmla="*/ 0 h 4511522"/>
                <a:gd name="connsiteX0" fmla="*/ 1227317 w 1922167"/>
                <a:gd name="connsiteY0" fmla="*/ 0 h 4479241"/>
                <a:gd name="connsiteX1" fmla="*/ 917682 w 1922167"/>
                <a:gd name="connsiteY1" fmla="*/ 4479241 h 4479241"/>
                <a:gd name="connsiteX2" fmla="*/ 1227317 w 1922167"/>
                <a:gd name="connsiteY2" fmla="*/ 0 h 4479241"/>
                <a:gd name="connsiteX0" fmla="*/ 1227317 w 1815095"/>
                <a:gd name="connsiteY0" fmla="*/ 0 h 4479241"/>
                <a:gd name="connsiteX1" fmla="*/ 917682 w 1815095"/>
                <a:gd name="connsiteY1" fmla="*/ 4479241 h 4479241"/>
                <a:gd name="connsiteX2" fmla="*/ 1227317 w 1815095"/>
                <a:gd name="connsiteY2" fmla="*/ 0 h 4479241"/>
                <a:gd name="connsiteX0" fmla="*/ 1227317 w 1834313"/>
                <a:gd name="connsiteY0" fmla="*/ 0 h 4479241"/>
                <a:gd name="connsiteX1" fmla="*/ 917682 w 1834313"/>
                <a:gd name="connsiteY1" fmla="*/ 4479241 h 4479241"/>
                <a:gd name="connsiteX2" fmla="*/ 1227317 w 1834313"/>
                <a:gd name="connsiteY2" fmla="*/ 0 h 4479241"/>
                <a:gd name="connsiteX0" fmla="*/ 1188886 w 1838572"/>
                <a:gd name="connsiteY0" fmla="*/ 0 h 4502169"/>
                <a:gd name="connsiteX1" fmla="*/ 932589 w 1838572"/>
                <a:gd name="connsiteY1" fmla="*/ 4502169 h 4502169"/>
                <a:gd name="connsiteX2" fmla="*/ 1188886 w 1838572"/>
                <a:gd name="connsiteY2" fmla="*/ 0 h 4502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38572" h="4502169">
                  <a:moveTo>
                    <a:pt x="1188886" y="0"/>
                  </a:moveTo>
                  <a:cubicBezTo>
                    <a:pt x="107871" y="1846526"/>
                    <a:pt x="3320476" y="3583471"/>
                    <a:pt x="932589" y="4502169"/>
                  </a:cubicBezTo>
                  <a:cubicBezTo>
                    <a:pt x="-1031226" y="4093719"/>
                    <a:pt x="629632" y="1549630"/>
                    <a:pt x="1188886" y="0"/>
                  </a:cubicBezTo>
                  <a:close/>
                </a:path>
              </a:pathLst>
            </a:custGeom>
            <a:solidFill>
              <a:srgbClr val="F3EAC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2">
              <a:extLst>
                <a:ext uri="{FF2B5EF4-FFF2-40B4-BE49-F238E27FC236}">
                  <a16:creationId xmlns:a16="http://schemas.microsoft.com/office/drawing/2014/main" id="{2895F212-3A40-00C4-9E02-61FA5D773EEE}"/>
                </a:ext>
              </a:extLst>
            </p:cNvPr>
            <p:cNvSpPr/>
            <p:nvPr/>
          </p:nvSpPr>
          <p:spPr>
            <a:xfrm rot="458731">
              <a:off x="2891442" y="1894903"/>
              <a:ext cx="1878627" cy="4206566"/>
            </a:xfrm>
            <a:custGeom>
              <a:avLst/>
              <a:gdLst>
                <a:gd name="connsiteX0" fmla="*/ 0 w 870857"/>
                <a:gd name="connsiteY0" fmla="*/ 0 h 2177142"/>
                <a:gd name="connsiteX1" fmla="*/ 870857 w 870857"/>
                <a:gd name="connsiteY1" fmla="*/ 0 h 2177142"/>
                <a:gd name="connsiteX2" fmla="*/ 870857 w 870857"/>
                <a:gd name="connsiteY2" fmla="*/ 2177142 h 2177142"/>
                <a:gd name="connsiteX3" fmla="*/ 0 w 870857"/>
                <a:gd name="connsiteY3" fmla="*/ 2177142 h 2177142"/>
                <a:gd name="connsiteX4" fmla="*/ 0 w 870857"/>
                <a:gd name="connsiteY4" fmla="*/ 0 h 2177142"/>
                <a:gd name="connsiteX0" fmla="*/ 551543 w 870857"/>
                <a:gd name="connsiteY0" fmla="*/ 0 h 3425371"/>
                <a:gd name="connsiteX1" fmla="*/ 870857 w 870857"/>
                <a:gd name="connsiteY1" fmla="*/ 1248229 h 3425371"/>
                <a:gd name="connsiteX2" fmla="*/ 870857 w 870857"/>
                <a:gd name="connsiteY2" fmla="*/ 3425371 h 3425371"/>
                <a:gd name="connsiteX3" fmla="*/ 0 w 870857"/>
                <a:gd name="connsiteY3" fmla="*/ 3425371 h 3425371"/>
                <a:gd name="connsiteX4" fmla="*/ 551543 w 870857"/>
                <a:gd name="connsiteY4" fmla="*/ 0 h 3425371"/>
                <a:gd name="connsiteX0" fmla="*/ 203201 w 522515"/>
                <a:gd name="connsiteY0" fmla="*/ 0 h 4746171"/>
                <a:gd name="connsiteX1" fmla="*/ 522515 w 522515"/>
                <a:gd name="connsiteY1" fmla="*/ 1248229 h 4746171"/>
                <a:gd name="connsiteX2" fmla="*/ 522515 w 522515"/>
                <a:gd name="connsiteY2" fmla="*/ 3425371 h 4746171"/>
                <a:gd name="connsiteX3" fmla="*/ 0 w 522515"/>
                <a:gd name="connsiteY3" fmla="*/ 4746171 h 4746171"/>
                <a:gd name="connsiteX4" fmla="*/ 203201 w 522515"/>
                <a:gd name="connsiteY4" fmla="*/ 0 h 4746171"/>
                <a:gd name="connsiteX0" fmla="*/ 203201 w 522515"/>
                <a:gd name="connsiteY0" fmla="*/ 0 h 4746171"/>
                <a:gd name="connsiteX1" fmla="*/ 522515 w 522515"/>
                <a:gd name="connsiteY1" fmla="*/ 1248229 h 4746171"/>
                <a:gd name="connsiteX2" fmla="*/ 0 w 522515"/>
                <a:gd name="connsiteY2" fmla="*/ 4746171 h 4746171"/>
                <a:gd name="connsiteX3" fmla="*/ 203201 w 522515"/>
                <a:gd name="connsiteY3" fmla="*/ 0 h 4746171"/>
                <a:gd name="connsiteX0" fmla="*/ 1046683 w 1365997"/>
                <a:gd name="connsiteY0" fmla="*/ 0 h 4746171"/>
                <a:gd name="connsiteX1" fmla="*/ 1365997 w 1365997"/>
                <a:gd name="connsiteY1" fmla="*/ 1248229 h 4746171"/>
                <a:gd name="connsiteX2" fmla="*/ 843482 w 1365997"/>
                <a:gd name="connsiteY2" fmla="*/ 4746171 h 4746171"/>
                <a:gd name="connsiteX3" fmla="*/ 1046683 w 1365997"/>
                <a:gd name="connsiteY3" fmla="*/ 0 h 4746171"/>
                <a:gd name="connsiteX0" fmla="*/ 1046683 w 1046683"/>
                <a:gd name="connsiteY0" fmla="*/ 0 h 4746171"/>
                <a:gd name="connsiteX1" fmla="*/ 843482 w 1046683"/>
                <a:gd name="connsiteY1" fmla="*/ 4746171 h 4746171"/>
                <a:gd name="connsiteX2" fmla="*/ 1046683 w 1046683"/>
                <a:gd name="connsiteY2" fmla="*/ 0 h 4746171"/>
                <a:gd name="connsiteX0" fmla="*/ 1046683 w 1700194"/>
                <a:gd name="connsiteY0" fmla="*/ 0 h 4746171"/>
                <a:gd name="connsiteX1" fmla="*/ 843482 w 1700194"/>
                <a:gd name="connsiteY1" fmla="*/ 4746171 h 4746171"/>
                <a:gd name="connsiteX2" fmla="*/ 1046683 w 1700194"/>
                <a:gd name="connsiteY2" fmla="*/ 0 h 4746171"/>
                <a:gd name="connsiteX0" fmla="*/ 1086967 w 1740478"/>
                <a:gd name="connsiteY0" fmla="*/ 0 h 4746171"/>
                <a:gd name="connsiteX1" fmla="*/ 883766 w 1740478"/>
                <a:gd name="connsiteY1" fmla="*/ 4746171 h 4746171"/>
                <a:gd name="connsiteX2" fmla="*/ 1086967 w 1740478"/>
                <a:gd name="connsiteY2" fmla="*/ 0 h 4746171"/>
                <a:gd name="connsiteX0" fmla="*/ 1086967 w 1690125"/>
                <a:gd name="connsiteY0" fmla="*/ 0 h 4746171"/>
                <a:gd name="connsiteX1" fmla="*/ 883766 w 1690125"/>
                <a:gd name="connsiteY1" fmla="*/ 4746171 h 4746171"/>
                <a:gd name="connsiteX2" fmla="*/ 1086967 w 1690125"/>
                <a:gd name="connsiteY2" fmla="*/ 0 h 4746171"/>
                <a:gd name="connsiteX0" fmla="*/ 1086967 w 1838491"/>
                <a:gd name="connsiteY0" fmla="*/ 0 h 4746171"/>
                <a:gd name="connsiteX1" fmla="*/ 883766 w 1838491"/>
                <a:gd name="connsiteY1" fmla="*/ 4746171 h 4746171"/>
                <a:gd name="connsiteX2" fmla="*/ 1086967 w 1838491"/>
                <a:gd name="connsiteY2" fmla="*/ 0 h 4746171"/>
                <a:gd name="connsiteX0" fmla="*/ 1086967 w 1838491"/>
                <a:gd name="connsiteY0" fmla="*/ 0 h 4746171"/>
                <a:gd name="connsiteX1" fmla="*/ 883766 w 1838491"/>
                <a:gd name="connsiteY1" fmla="*/ 4746171 h 4746171"/>
                <a:gd name="connsiteX2" fmla="*/ 1086967 w 1838491"/>
                <a:gd name="connsiteY2" fmla="*/ 0 h 4746171"/>
                <a:gd name="connsiteX0" fmla="*/ 1086967 w 1819536"/>
                <a:gd name="connsiteY0" fmla="*/ 0 h 4746171"/>
                <a:gd name="connsiteX1" fmla="*/ 883766 w 1819536"/>
                <a:gd name="connsiteY1" fmla="*/ 4746171 h 4746171"/>
                <a:gd name="connsiteX2" fmla="*/ 1086967 w 1819536"/>
                <a:gd name="connsiteY2" fmla="*/ 0 h 4746171"/>
                <a:gd name="connsiteX0" fmla="*/ 1486996 w 1852561"/>
                <a:gd name="connsiteY0" fmla="*/ 0 h 4476890"/>
                <a:gd name="connsiteX1" fmla="*/ 767611 w 1852561"/>
                <a:gd name="connsiteY1" fmla="*/ 4476890 h 4476890"/>
                <a:gd name="connsiteX2" fmla="*/ 1486996 w 1852561"/>
                <a:gd name="connsiteY2" fmla="*/ 0 h 4476890"/>
                <a:gd name="connsiteX0" fmla="*/ 1480460 w 1846025"/>
                <a:gd name="connsiteY0" fmla="*/ 0 h 4476890"/>
                <a:gd name="connsiteX1" fmla="*/ 761075 w 1846025"/>
                <a:gd name="connsiteY1" fmla="*/ 4476890 h 4476890"/>
                <a:gd name="connsiteX2" fmla="*/ 1480460 w 1846025"/>
                <a:gd name="connsiteY2" fmla="*/ 0 h 4476890"/>
                <a:gd name="connsiteX0" fmla="*/ 1480460 w 1704520"/>
                <a:gd name="connsiteY0" fmla="*/ 0 h 4476890"/>
                <a:gd name="connsiteX1" fmla="*/ 761075 w 1704520"/>
                <a:gd name="connsiteY1" fmla="*/ 4476890 h 4476890"/>
                <a:gd name="connsiteX2" fmla="*/ 1480460 w 1704520"/>
                <a:gd name="connsiteY2" fmla="*/ 0 h 4476890"/>
                <a:gd name="connsiteX0" fmla="*/ 1480460 w 1560851"/>
                <a:gd name="connsiteY0" fmla="*/ 0 h 4476890"/>
                <a:gd name="connsiteX1" fmla="*/ 761075 w 1560851"/>
                <a:gd name="connsiteY1" fmla="*/ 4476890 h 4476890"/>
                <a:gd name="connsiteX2" fmla="*/ 1480460 w 1560851"/>
                <a:gd name="connsiteY2" fmla="*/ 0 h 4476890"/>
                <a:gd name="connsiteX0" fmla="*/ 1480460 w 1645586"/>
                <a:gd name="connsiteY0" fmla="*/ 0 h 4476890"/>
                <a:gd name="connsiteX1" fmla="*/ 761075 w 1645586"/>
                <a:gd name="connsiteY1" fmla="*/ 4476890 h 4476890"/>
                <a:gd name="connsiteX2" fmla="*/ 1480460 w 1645586"/>
                <a:gd name="connsiteY2" fmla="*/ 0 h 4476890"/>
                <a:gd name="connsiteX0" fmla="*/ 1480460 w 1702354"/>
                <a:gd name="connsiteY0" fmla="*/ 0 h 4476890"/>
                <a:gd name="connsiteX1" fmla="*/ 761075 w 1702354"/>
                <a:gd name="connsiteY1" fmla="*/ 4476890 h 4476890"/>
                <a:gd name="connsiteX2" fmla="*/ 1480460 w 1702354"/>
                <a:gd name="connsiteY2" fmla="*/ 0 h 4476890"/>
                <a:gd name="connsiteX0" fmla="*/ 1520631 w 1742525"/>
                <a:gd name="connsiteY0" fmla="*/ 0 h 4476890"/>
                <a:gd name="connsiteX1" fmla="*/ 801246 w 1742525"/>
                <a:gd name="connsiteY1" fmla="*/ 4476890 h 4476890"/>
                <a:gd name="connsiteX2" fmla="*/ 1520631 w 1742525"/>
                <a:gd name="connsiteY2" fmla="*/ 0 h 4476890"/>
                <a:gd name="connsiteX0" fmla="*/ 1535863 w 1757757"/>
                <a:gd name="connsiteY0" fmla="*/ 0 h 4476890"/>
                <a:gd name="connsiteX1" fmla="*/ 816478 w 1757757"/>
                <a:gd name="connsiteY1" fmla="*/ 4476890 h 4476890"/>
                <a:gd name="connsiteX2" fmla="*/ 1535863 w 1757757"/>
                <a:gd name="connsiteY2" fmla="*/ 0 h 4476890"/>
                <a:gd name="connsiteX0" fmla="*/ 1535863 w 1725376"/>
                <a:gd name="connsiteY0" fmla="*/ 0 h 4476890"/>
                <a:gd name="connsiteX1" fmla="*/ 816478 w 1725376"/>
                <a:gd name="connsiteY1" fmla="*/ 4476890 h 4476890"/>
                <a:gd name="connsiteX2" fmla="*/ 1535863 w 1725376"/>
                <a:gd name="connsiteY2" fmla="*/ 0 h 4476890"/>
                <a:gd name="connsiteX0" fmla="*/ 1535863 w 1779562"/>
                <a:gd name="connsiteY0" fmla="*/ 0 h 4476890"/>
                <a:gd name="connsiteX1" fmla="*/ 816478 w 1779562"/>
                <a:gd name="connsiteY1" fmla="*/ 4476890 h 4476890"/>
                <a:gd name="connsiteX2" fmla="*/ 1535863 w 1779562"/>
                <a:gd name="connsiteY2" fmla="*/ 0 h 4476890"/>
                <a:gd name="connsiteX0" fmla="*/ 1481639 w 1778410"/>
                <a:gd name="connsiteY0" fmla="*/ 0 h 4452851"/>
                <a:gd name="connsiteX1" fmla="*/ 832249 w 1778410"/>
                <a:gd name="connsiteY1" fmla="*/ 4452851 h 4452851"/>
                <a:gd name="connsiteX2" fmla="*/ 1481639 w 1778410"/>
                <a:gd name="connsiteY2" fmla="*/ 0 h 4452851"/>
                <a:gd name="connsiteX0" fmla="*/ 1414041 w 1710812"/>
                <a:gd name="connsiteY0" fmla="*/ 0 h 4452851"/>
                <a:gd name="connsiteX1" fmla="*/ 764651 w 1710812"/>
                <a:gd name="connsiteY1" fmla="*/ 4452851 h 4452851"/>
                <a:gd name="connsiteX2" fmla="*/ 1414041 w 1710812"/>
                <a:gd name="connsiteY2" fmla="*/ 0 h 4452851"/>
                <a:gd name="connsiteX0" fmla="*/ 1414041 w 1878809"/>
                <a:gd name="connsiteY0" fmla="*/ 0 h 4452851"/>
                <a:gd name="connsiteX1" fmla="*/ 764651 w 1878809"/>
                <a:gd name="connsiteY1" fmla="*/ 4452851 h 4452851"/>
                <a:gd name="connsiteX2" fmla="*/ 1414041 w 1878809"/>
                <a:gd name="connsiteY2" fmla="*/ 0 h 4452851"/>
                <a:gd name="connsiteX0" fmla="*/ 1418687 w 1879512"/>
                <a:gd name="connsiteY0" fmla="*/ 0 h 4409694"/>
                <a:gd name="connsiteX1" fmla="*/ 763504 w 1879512"/>
                <a:gd name="connsiteY1" fmla="*/ 4409694 h 4409694"/>
                <a:gd name="connsiteX2" fmla="*/ 1418687 w 1879512"/>
                <a:gd name="connsiteY2" fmla="*/ 0 h 4409694"/>
                <a:gd name="connsiteX0" fmla="*/ 1411091 w 1871916"/>
                <a:gd name="connsiteY0" fmla="*/ 0 h 4409694"/>
                <a:gd name="connsiteX1" fmla="*/ 755908 w 1871916"/>
                <a:gd name="connsiteY1" fmla="*/ 4409694 h 4409694"/>
                <a:gd name="connsiteX2" fmla="*/ 1411091 w 1871916"/>
                <a:gd name="connsiteY2" fmla="*/ 0 h 4409694"/>
                <a:gd name="connsiteX0" fmla="*/ 1486331 w 1947156"/>
                <a:gd name="connsiteY0" fmla="*/ 0 h 4409694"/>
                <a:gd name="connsiteX1" fmla="*/ 831148 w 1947156"/>
                <a:gd name="connsiteY1" fmla="*/ 4409694 h 4409694"/>
                <a:gd name="connsiteX2" fmla="*/ 1486331 w 1947156"/>
                <a:gd name="connsiteY2" fmla="*/ 0 h 4409694"/>
                <a:gd name="connsiteX0" fmla="*/ 1486331 w 1981059"/>
                <a:gd name="connsiteY0" fmla="*/ 0 h 4409694"/>
                <a:gd name="connsiteX1" fmla="*/ 831148 w 1981059"/>
                <a:gd name="connsiteY1" fmla="*/ 4409694 h 4409694"/>
                <a:gd name="connsiteX2" fmla="*/ 1486331 w 1981059"/>
                <a:gd name="connsiteY2" fmla="*/ 0 h 4409694"/>
                <a:gd name="connsiteX0" fmla="*/ 1462706 w 1957434"/>
                <a:gd name="connsiteY0" fmla="*/ 0 h 4409694"/>
                <a:gd name="connsiteX1" fmla="*/ 807523 w 1957434"/>
                <a:gd name="connsiteY1" fmla="*/ 4409694 h 4409694"/>
                <a:gd name="connsiteX2" fmla="*/ 1462706 w 1957434"/>
                <a:gd name="connsiteY2" fmla="*/ 0 h 4409694"/>
                <a:gd name="connsiteX0" fmla="*/ 1462706 w 1957434"/>
                <a:gd name="connsiteY0" fmla="*/ 0 h 4409694"/>
                <a:gd name="connsiteX1" fmla="*/ 807523 w 1957434"/>
                <a:gd name="connsiteY1" fmla="*/ 4409694 h 4409694"/>
                <a:gd name="connsiteX2" fmla="*/ 1462706 w 1957434"/>
                <a:gd name="connsiteY2" fmla="*/ 0 h 4409694"/>
                <a:gd name="connsiteX0" fmla="*/ 1462706 w 1741038"/>
                <a:gd name="connsiteY0" fmla="*/ 0 h 4409694"/>
                <a:gd name="connsiteX1" fmla="*/ 807523 w 1741038"/>
                <a:gd name="connsiteY1" fmla="*/ 4409694 h 4409694"/>
                <a:gd name="connsiteX2" fmla="*/ 1462706 w 1741038"/>
                <a:gd name="connsiteY2" fmla="*/ 0 h 4409694"/>
                <a:gd name="connsiteX0" fmla="*/ 1458502 w 1736834"/>
                <a:gd name="connsiteY0" fmla="*/ 0 h 4409694"/>
                <a:gd name="connsiteX1" fmla="*/ 803319 w 1736834"/>
                <a:gd name="connsiteY1" fmla="*/ 4409694 h 4409694"/>
                <a:gd name="connsiteX2" fmla="*/ 1458502 w 1736834"/>
                <a:gd name="connsiteY2" fmla="*/ 0 h 4409694"/>
                <a:gd name="connsiteX0" fmla="*/ 1532158 w 1810490"/>
                <a:gd name="connsiteY0" fmla="*/ 0 h 4409694"/>
                <a:gd name="connsiteX1" fmla="*/ 876975 w 1810490"/>
                <a:gd name="connsiteY1" fmla="*/ 4409694 h 4409694"/>
                <a:gd name="connsiteX2" fmla="*/ 1532158 w 1810490"/>
                <a:gd name="connsiteY2" fmla="*/ 0 h 4409694"/>
                <a:gd name="connsiteX0" fmla="*/ 1320739 w 1777522"/>
                <a:gd name="connsiteY0" fmla="*/ 0 h 4432477"/>
                <a:gd name="connsiteX1" fmla="*/ 932214 w 1777522"/>
                <a:gd name="connsiteY1" fmla="*/ 4432477 h 4432477"/>
                <a:gd name="connsiteX2" fmla="*/ 1320739 w 1777522"/>
                <a:gd name="connsiteY2" fmla="*/ 0 h 4432477"/>
                <a:gd name="connsiteX0" fmla="*/ 1320739 w 1883605"/>
                <a:gd name="connsiteY0" fmla="*/ 0 h 4432477"/>
                <a:gd name="connsiteX1" fmla="*/ 932214 w 1883605"/>
                <a:gd name="connsiteY1" fmla="*/ 4432477 h 4432477"/>
                <a:gd name="connsiteX2" fmla="*/ 1320739 w 1883605"/>
                <a:gd name="connsiteY2" fmla="*/ 0 h 4432477"/>
                <a:gd name="connsiteX0" fmla="*/ 1256173 w 1819039"/>
                <a:gd name="connsiteY0" fmla="*/ 0 h 4432477"/>
                <a:gd name="connsiteX1" fmla="*/ 867648 w 1819039"/>
                <a:gd name="connsiteY1" fmla="*/ 4432477 h 4432477"/>
                <a:gd name="connsiteX2" fmla="*/ 1256173 w 1819039"/>
                <a:gd name="connsiteY2" fmla="*/ 0 h 4432477"/>
                <a:gd name="connsiteX0" fmla="*/ 1231093 w 1793959"/>
                <a:gd name="connsiteY0" fmla="*/ 0 h 4432477"/>
                <a:gd name="connsiteX1" fmla="*/ 842568 w 1793959"/>
                <a:gd name="connsiteY1" fmla="*/ 4432477 h 4432477"/>
                <a:gd name="connsiteX2" fmla="*/ 1231093 w 1793959"/>
                <a:gd name="connsiteY2" fmla="*/ 0 h 4432477"/>
                <a:gd name="connsiteX0" fmla="*/ 1264130 w 1826996"/>
                <a:gd name="connsiteY0" fmla="*/ 0 h 4432477"/>
                <a:gd name="connsiteX1" fmla="*/ 875605 w 1826996"/>
                <a:gd name="connsiteY1" fmla="*/ 4432477 h 4432477"/>
                <a:gd name="connsiteX2" fmla="*/ 1264130 w 1826996"/>
                <a:gd name="connsiteY2" fmla="*/ 0 h 4432477"/>
                <a:gd name="connsiteX0" fmla="*/ 1264130 w 1848435"/>
                <a:gd name="connsiteY0" fmla="*/ 0 h 4432477"/>
                <a:gd name="connsiteX1" fmla="*/ 875605 w 1848435"/>
                <a:gd name="connsiteY1" fmla="*/ 4432477 h 4432477"/>
                <a:gd name="connsiteX2" fmla="*/ 1264130 w 1848435"/>
                <a:gd name="connsiteY2" fmla="*/ 0 h 4432477"/>
                <a:gd name="connsiteX0" fmla="*/ 1251153 w 1835458"/>
                <a:gd name="connsiteY0" fmla="*/ 0 h 4432477"/>
                <a:gd name="connsiteX1" fmla="*/ 862628 w 1835458"/>
                <a:gd name="connsiteY1" fmla="*/ 4432477 h 4432477"/>
                <a:gd name="connsiteX2" fmla="*/ 1251153 w 1835458"/>
                <a:gd name="connsiteY2" fmla="*/ 0 h 4432477"/>
                <a:gd name="connsiteX0" fmla="*/ 1465636 w 1896483"/>
                <a:gd name="connsiteY0" fmla="*/ 0 h 4233210"/>
                <a:gd name="connsiteX1" fmla="*/ 816050 w 1896483"/>
                <a:gd name="connsiteY1" fmla="*/ 4233210 h 4233210"/>
                <a:gd name="connsiteX2" fmla="*/ 1465636 w 1896483"/>
                <a:gd name="connsiteY2" fmla="*/ 0 h 4233210"/>
                <a:gd name="connsiteX0" fmla="*/ 1579470 w 2010317"/>
                <a:gd name="connsiteY0" fmla="*/ 0 h 4233210"/>
                <a:gd name="connsiteX1" fmla="*/ 929884 w 2010317"/>
                <a:gd name="connsiteY1" fmla="*/ 4233210 h 4233210"/>
                <a:gd name="connsiteX2" fmla="*/ 1579470 w 2010317"/>
                <a:gd name="connsiteY2" fmla="*/ 0 h 4233210"/>
                <a:gd name="connsiteX0" fmla="*/ 1799132 w 2098132"/>
                <a:gd name="connsiteY0" fmla="*/ 0 h 4122185"/>
                <a:gd name="connsiteX1" fmla="*/ 885686 w 2098132"/>
                <a:gd name="connsiteY1" fmla="*/ 4122185 h 4122185"/>
                <a:gd name="connsiteX2" fmla="*/ 1799132 w 2098132"/>
                <a:gd name="connsiteY2" fmla="*/ 0 h 4122185"/>
                <a:gd name="connsiteX0" fmla="*/ 1587087 w 1886087"/>
                <a:gd name="connsiteY0" fmla="*/ 0 h 4122185"/>
                <a:gd name="connsiteX1" fmla="*/ 673641 w 1886087"/>
                <a:gd name="connsiteY1" fmla="*/ 4122185 h 4122185"/>
                <a:gd name="connsiteX2" fmla="*/ 1587087 w 1886087"/>
                <a:gd name="connsiteY2" fmla="*/ 0 h 4122185"/>
                <a:gd name="connsiteX0" fmla="*/ 1587087 w 1889092"/>
                <a:gd name="connsiteY0" fmla="*/ 0 h 4122185"/>
                <a:gd name="connsiteX1" fmla="*/ 673641 w 1889092"/>
                <a:gd name="connsiteY1" fmla="*/ 4122185 h 4122185"/>
                <a:gd name="connsiteX2" fmla="*/ 1587087 w 1889092"/>
                <a:gd name="connsiteY2" fmla="*/ 0 h 4122185"/>
                <a:gd name="connsiteX0" fmla="*/ 1582126 w 1886730"/>
                <a:gd name="connsiteY0" fmla="*/ 0 h 4165341"/>
                <a:gd name="connsiteX1" fmla="*/ 674473 w 1886730"/>
                <a:gd name="connsiteY1" fmla="*/ 4165341 h 4165341"/>
                <a:gd name="connsiteX2" fmla="*/ 1582126 w 1886730"/>
                <a:gd name="connsiteY2" fmla="*/ 0 h 4165341"/>
                <a:gd name="connsiteX0" fmla="*/ 1564864 w 1878627"/>
                <a:gd name="connsiteY0" fmla="*/ 0 h 4206566"/>
                <a:gd name="connsiteX1" fmla="*/ 677389 w 1878627"/>
                <a:gd name="connsiteY1" fmla="*/ 4206566 h 4206566"/>
                <a:gd name="connsiteX2" fmla="*/ 1564864 w 1878627"/>
                <a:gd name="connsiteY2" fmla="*/ 0 h 420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78627" h="4206566">
                  <a:moveTo>
                    <a:pt x="1564864" y="0"/>
                  </a:moveTo>
                  <a:cubicBezTo>
                    <a:pt x="1792713" y="1451160"/>
                    <a:pt x="2463558" y="4089453"/>
                    <a:pt x="677389" y="4206566"/>
                  </a:cubicBezTo>
                  <a:cubicBezTo>
                    <a:pt x="-1378442" y="2785355"/>
                    <a:pt x="1936116" y="1717611"/>
                    <a:pt x="1564864" y="0"/>
                  </a:cubicBezTo>
                  <a:close/>
                </a:path>
              </a:pathLst>
            </a:custGeom>
            <a:solidFill>
              <a:srgbClr val="F3EAC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">
              <a:extLst>
                <a:ext uri="{FF2B5EF4-FFF2-40B4-BE49-F238E27FC236}">
                  <a16:creationId xmlns:a16="http://schemas.microsoft.com/office/drawing/2014/main" id="{EE0AFE5A-BA43-166A-FE60-31A2A7B23DB1}"/>
                </a:ext>
              </a:extLst>
            </p:cNvPr>
            <p:cNvSpPr/>
            <p:nvPr/>
          </p:nvSpPr>
          <p:spPr>
            <a:xfrm rot="458731">
              <a:off x="3176965" y="1937774"/>
              <a:ext cx="1835458" cy="4432477"/>
            </a:xfrm>
            <a:custGeom>
              <a:avLst/>
              <a:gdLst>
                <a:gd name="connsiteX0" fmla="*/ 0 w 870857"/>
                <a:gd name="connsiteY0" fmla="*/ 0 h 2177142"/>
                <a:gd name="connsiteX1" fmla="*/ 870857 w 870857"/>
                <a:gd name="connsiteY1" fmla="*/ 0 h 2177142"/>
                <a:gd name="connsiteX2" fmla="*/ 870857 w 870857"/>
                <a:gd name="connsiteY2" fmla="*/ 2177142 h 2177142"/>
                <a:gd name="connsiteX3" fmla="*/ 0 w 870857"/>
                <a:gd name="connsiteY3" fmla="*/ 2177142 h 2177142"/>
                <a:gd name="connsiteX4" fmla="*/ 0 w 870857"/>
                <a:gd name="connsiteY4" fmla="*/ 0 h 2177142"/>
                <a:gd name="connsiteX0" fmla="*/ 551543 w 870857"/>
                <a:gd name="connsiteY0" fmla="*/ 0 h 3425371"/>
                <a:gd name="connsiteX1" fmla="*/ 870857 w 870857"/>
                <a:gd name="connsiteY1" fmla="*/ 1248229 h 3425371"/>
                <a:gd name="connsiteX2" fmla="*/ 870857 w 870857"/>
                <a:gd name="connsiteY2" fmla="*/ 3425371 h 3425371"/>
                <a:gd name="connsiteX3" fmla="*/ 0 w 870857"/>
                <a:gd name="connsiteY3" fmla="*/ 3425371 h 3425371"/>
                <a:gd name="connsiteX4" fmla="*/ 551543 w 870857"/>
                <a:gd name="connsiteY4" fmla="*/ 0 h 3425371"/>
                <a:gd name="connsiteX0" fmla="*/ 203201 w 522515"/>
                <a:gd name="connsiteY0" fmla="*/ 0 h 4746171"/>
                <a:gd name="connsiteX1" fmla="*/ 522515 w 522515"/>
                <a:gd name="connsiteY1" fmla="*/ 1248229 h 4746171"/>
                <a:gd name="connsiteX2" fmla="*/ 522515 w 522515"/>
                <a:gd name="connsiteY2" fmla="*/ 3425371 h 4746171"/>
                <a:gd name="connsiteX3" fmla="*/ 0 w 522515"/>
                <a:gd name="connsiteY3" fmla="*/ 4746171 h 4746171"/>
                <a:gd name="connsiteX4" fmla="*/ 203201 w 522515"/>
                <a:gd name="connsiteY4" fmla="*/ 0 h 4746171"/>
                <a:gd name="connsiteX0" fmla="*/ 203201 w 522515"/>
                <a:gd name="connsiteY0" fmla="*/ 0 h 4746171"/>
                <a:gd name="connsiteX1" fmla="*/ 522515 w 522515"/>
                <a:gd name="connsiteY1" fmla="*/ 1248229 h 4746171"/>
                <a:gd name="connsiteX2" fmla="*/ 0 w 522515"/>
                <a:gd name="connsiteY2" fmla="*/ 4746171 h 4746171"/>
                <a:gd name="connsiteX3" fmla="*/ 203201 w 522515"/>
                <a:gd name="connsiteY3" fmla="*/ 0 h 4746171"/>
                <a:gd name="connsiteX0" fmla="*/ 1046683 w 1365997"/>
                <a:gd name="connsiteY0" fmla="*/ 0 h 4746171"/>
                <a:gd name="connsiteX1" fmla="*/ 1365997 w 1365997"/>
                <a:gd name="connsiteY1" fmla="*/ 1248229 h 4746171"/>
                <a:gd name="connsiteX2" fmla="*/ 843482 w 1365997"/>
                <a:gd name="connsiteY2" fmla="*/ 4746171 h 4746171"/>
                <a:gd name="connsiteX3" fmla="*/ 1046683 w 1365997"/>
                <a:gd name="connsiteY3" fmla="*/ 0 h 4746171"/>
                <a:gd name="connsiteX0" fmla="*/ 1046683 w 1046683"/>
                <a:gd name="connsiteY0" fmla="*/ 0 h 4746171"/>
                <a:gd name="connsiteX1" fmla="*/ 843482 w 1046683"/>
                <a:gd name="connsiteY1" fmla="*/ 4746171 h 4746171"/>
                <a:gd name="connsiteX2" fmla="*/ 1046683 w 1046683"/>
                <a:gd name="connsiteY2" fmla="*/ 0 h 4746171"/>
                <a:gd name="connsiteX0" fmla="*/ 1046683 w 1700194"/>
                <a:gd name="connsiteY0" fmla="*/ 0 h 4746171"/>
                <a:gd name="connsiteX1" fmla="*/ 843482 w 1700194"/>
                <a:gd name="connsiteY1" fmla="*/ 4746171 h 4746171"/>
                <a:gd name="connsiteX2" fmla="*/ 1046683 w 1700194"/>
                <a:gd name="connsiteY2" fmla="*/ 0 h 4746171"/>
                <a:gd name="connsiteX0" fmla="*/ 1086967 w 1740478"/>
                <a:gd name="connsiteY0" fmla="*/ 0 h 4746171"/>
                <a:gd name="connsiteX1" fmla="*/ 883766 w 1740478"/>
                <a:gd name="connsiteY1" fmla="*/ 4746171 h 4746171"/>
                <a:gd name="connsiteX2" fmla="*/ 1086967 w 1740478"/>
                <a:gd name="connsiteY2" fmla="*/ 0 h 4746171"/>
                <a:gd name="connsiteX0" fmla="*/ 1086967 w 1690125"/>
                <a:gd name="connsiteY0" fmla="*/ 0 h 4746171"/>
                <a:gd name="connsiteX1" fmla="*/ 883766 w 1690125"/>
                <a:gd name="connsiteY1" fmla="*/ 4746171 h 4746171"/>
                <a:gd name="connsiteX2" fmla="*/ 1086967 w 1690125"/>
                <a:gd name="connsiteY2" fmla="*/ 0 h 4746171"/>
                <a:gd name="connsiteX0" fmla="*/ 1086967 w 1838491"/>
                <a:gd name="connsiteY0" fmla="*/ 0 h 4746171"/>
                <a:gd name="connsiteX1" fmla="*/ 883766 w 1838491"/>
                <a:gd name="connsiteY1" fmla="*/ 4746171 h 4746171"/>
                <a:gd name="connsiteX2" fmla="*/ 1086967 w 1838491"/>
                <a:gd name="connsiteY2" fmla="*/ 0 h 4746171"/>
                <a:gd name="connsiteX0" fmla="*/ 1086967 w 1838491"/>
                <a:gd name="connsiteY0" fmla="*/ 0 h 4746171"/>
                <a:gd name="connsiteX1" fmla="*/ 883766 w 1838491"/>
                <a:gd name="connsiteY1" fmla="*/ 4746171 h 4746171"/>
                <a:gd name="connsiteX2" fmla="*/ 1086967 w 1838491"/>
                <a:gd name="connsiteY2" fmla="*/ 0 h 4746171"/>
                <a:gd name="connsiteX0" fmla="*/ 1086967 w 1819536"/>
                <a:gd name="connsiteY0" fmla="*/ 0 h 4746171"/>
                <a:gd name="connsiteX1" fmla="*/ 883766 w 1819536"/>
                <a:gd name="connsiteY1" fmla="*/ 4746171 h 4746171"/>
                <a:gd name="connsiteX2" fmla="*/ 1086967 w 1819536"/>
                <a:gd name="connsiteY2" fmla="*/ 0 h 4746171"/>
                <a:gd name="connsiteX0" fmla="*/ 1486996 w 1852561"/>
                <a:gd name="connsiteY0" fmla="*/ 0 h 4476890"/>
                <a:gd name="connsiteX1" fmla="*/ 767611 w 1852561"/>
                <a:gd name="connsiteY1" fmla="*/ 4476890 h 4476890"/>
                <a:gd name="connsiteX2" fmla="*/ 1486996 w 1852561"/>
                <a:gd name="connsiteY2" fmla="*/ 0 h 4476890"/>
                <a:gd name="connsiteX0" fmla="*/ 1480460 w 1846025"/>
                <a:gd name="connsiteY0" fmla="*/ 0 h 4476890"/>
                <a:gd name="connsiteX1" fmla="*/ 761075 w 1846025"/>
                <a:gd name="connsiteY1" fmla="*/ 4476890 h 4476890"/>
                <a:gd name="connsiteX2" fmla="*/ 1480460 w 1846025"/>
                <a:gd name="connsiteY2" fmla="*/ 0 h 4476890"/>
                <a:gd name="connsiteX0" fmla="*/ 1480460 w 1704520"/>
                <a:gd name="connsiteY0" fmla="*/ 0 h 4476890"/>
                <a:gd name="connsiteX1" fmla="*/ 761075 w 1704520"/>
                <a:gd name="connsiteY1" fmla="*/ 4476890 h 4476890"/>
                <a:gd name="connsiteX2" fmla="*/ 1480460 w 1704520"/>
                <a:gd name="connsiteY2" fmla="*/ 0 h 4476890"/>
                <a:gd name="connsiteX0" fmla="*/ 1480460 w 1560851"/>
                <a:gd name="connsiteY0" fmla="*/ 0 h 4476890"/>
                <a:gd name="connsiteX1" fmla="*/ 761075 w 1560851"/>
                <a:gd name="connsiteY1" fmla="*/ 4476890 h 4476890"/>
                <a:gd name="connsiteX2" fmla="*/ 1480460 w 1560851"/>
                <a:gd name="connsiteY2" fmla="*/ 0 h 4476890"/>
                <a:gd name="connsiteX0" fmla="*/ 1480460 w 1645586"/>
                <a:gd name="connsiteY0" fmla="*/ 0 h 4476890"/>
                <a:gd name="connsiteX1" fmla="*/ 761075 w 1645586"/>
                <a:gd name="connsiteY1" fmla="*/ 4476890 h 4476890"/>
                <a:gd name="connsiteX2" fmla="*/ 1480460 w 1645586"/>
                <a:gd name="connsiteY2" fmla="*/ 0 h 4476890"/>
                <a:gd name="connsiteX0" fmla="*/ 1480460 w 1702354"/>
                <a:gd name="connsiteY0" fmla="*/ 0 h 4476890"/>
                <a:gd name="connsiteX1" fmla="*/ 761075 w 1702354"/>
                <a:gd name="connsiteY1" fmla="*/ 4476890 h 4476890"/>
                <a:gd name="connsiteX2" fmla="*/ 1480460 w 1702354"/>
                <a:gd name="connsiteY2" fmla="*/ 0 h 4476890"/>
                <a:gd name="connsiteX0" fmla="*/ 1520631 w 1742525"/>
                <a:gd name="connsiteY0" fmla="*/ 0 h 4476890"/>
                <a:gd name="connsiteX1" fmla="*/ 801246 w 1742525"/>
                <a:gd name="connsiteY1" fmla="*/ 4476890 h 4476890"/>
                <a:gd name="connsiteX2" fmla="*/ 1520631 w 1742525"/>
                <a:gd name="connsiteY2" fmla="*/ 0 h 4476890"/>
                <a:gd name="connsiteX0" fmla="*/ 1535863 w 1757757"/>
                <a:gd name="connsiteY0" fmla="*/ 0 h 4476890"/>
                <a:gd name="connsiteX1" fmla="*/ 816478 w 1757757"/>
                <a:gd name="connsiteY1" fmla="*/ 4476890 h 4476890"/>
                <a:gd name="connsiteX2" fmla="*/ 1535863 w 1757757"/>
                <a:gd name="connsiteY2" fmla="*/ 0 h 4476890"/>
                <a:gd name="connsiteX0" fmla="*/ 1535863 w 1725376"/>
                <a:gd name="connsiteY0" fmla="*/ 0 h 4476890"/>
                <a:gd name="connsiteX1" fmla="*/ 816478 w 1725376"/>
                <a:gd name="connsiteY1" fmla="*/ 4476890 h 4476890"/>
                <a:gd name="connsiteX2" fmla="*/ 1535863 w 1725376"/>
                <a:gd name="connsiteY2" fmla="*/ 0 h 4476890"/>
                <a:gd name="connsiteX0" fmla="*/ 1535863 w 1779562"/>
                <a:gd name="connsiteY0" fmla="*/ 0 h 4476890"/>
                <a:gd name="connsiteX1" fmla="*/ 816478 w 1779562"/>
                <a:gd name="connsiteY1" fmla="*/ 4476890 h 4476890"/>
                <a:gd name="connsiteX2" fmla="*/ 1535863 w 1779562"/>
                <a:gd name="connsiteY2" fmla="*/ 0 h 4476890"/>
                <a:gd name="connsiteX0" fmla="*/ 1481639 w 1778410"/>
                <a:gd name="connsiteY0" fmla="*/ 0 h 4452851"/>
                <a:gd name="connsiteX1" fmla="*/ 832249 w 1778410"/>
                <a:gd name="connsiteY1" fmla="*/ 4452851 h 4452851"/>
                <a:gd name="connsiteX2" fmla="*/ 1481639 w 1778410"/>
                <a:gd name="connsiteY2" fmla="*/ 0 h 4452851"/>
                <a:gd name="connsiteX0" fmla="*/ 1414041 w 1710812"/>
                <a:gd name="connsiteY0" fmla="*/ 0 h 4452851"/>
                <a:gd name="connsiteX1" fmla="*/ 764651 w 1710812"/>
                <a:gd name="connsiteY1" fmla="*/ 4452851 h 4452851"/>
                <a:gd name="connsiteX2" fmla="*/ 1414041 w 1710812"/>
                <a:gd name="connsiteY2" fmla="*/ 0 h 4452851"/>
                <a:gd name="connsiteX0" fmla="*/ 1414041 w 1878809"/>
                <a:gd name="connsiteY0" fmla="*/ 0 h 4452851"/>
                <a:gd name="connsiteX1" fmla="*/ 764651 w 1878809"/>
                <a:gd name="connsiteY1" fmla="*/ 4452851 h 4452851"/>
                <a:gd name="connsiteX2" fmla="*/ 1414041 w 1878809"/>
                <a:gd name="connsiteY2" fmla="*/ 0 h 4452851"/>
                <a:gd name="connsiteX0" fmla="*/ 1418687 w 1879512"/>
                <a:gd name="connsiteY0" fmla="*/ 0 h 4409694"/>
                <a:gd name="connsiteX1" fmla="*/ 763504 w 1879512"/>
                <a:gd name="connsiteY1" fmla="*/ 4409694 h 4409694"/>
                <a:gd name="connsiteX2" fmla="*/ 1418687 w 1879512"/>
                <a:gd name="connsiteY2" fmla="*/ 0 h 4409694"/>
                <a:gd name="connsiteX0" fmla="*/ 1411091 w 1871916"/>
                <a:gd name="connsiteY0" fmla="*/ 0 h 4409694"/>
                <a:gd name="connsiteX1" fmla="*/ 755908 w 1871916"/>
                <a:gd name="connsiteY1" fmla="*/ 4409694 h 4409694"/>
                <a:gd name="connsiteX2" fmla="*/ 1411091 w 1871916"/>
                <a:gd name="connsiteY2" fmla="*/ 0 h 4409694"/>
                <a:gd name="connsiteX0" fmla="*/ 1486331 w 1947156"/>
                <a:gd name="connsiteY0" fmla="*/ 0 h 4409694"/>
                <a:gd name="connsiteX1" fmla="*/ 831148 w 1947156"/>
                <a:gd name="connsiteY1" fmla="*/ 4409694 h 4409694"/>
                <a:gd name="connsiteX2" fmla="*/ 1486331 w 1947156"/>
                <a:gd name="connsiteY2" fmla="*/ 0 h 4409694"/>
                <a:gd name="connsiteX0" fmla="*/ 1486331 w 1981059"/>
                <a:gd name="connsiteY0" fmla="*/ 0 h 4409694"/>
                <a:gd name="connsiteX1" fmla="*/ 831148 w 1981059"/>
                <a:gd name="connsiteY1" fmla="*/ 4409694 h 4409694"/>
                <a:gd name="connsiteX2" fmla="*/ 1486331 w 1981059"/>
                <a:gd name="connsiteY2" fmla="*/ 0 h 4409694"/>
                <a:gd name="connsiteX0" fmla="*/ 1462706 w 1957434"/>
                <a:gd name="connsiteY0" fmla="*/ 0 h 4409694"/>
                <a:gd name="connsiteX1" fmla="*/ 807523 w 1957434"/>
                <a:gd name="connsiteY1" fmla="*/ 4409694 h 4409694"/>
                <a:gd name="connsiteX2" fmla="*/ 1462706 w 1957434"/>
                <a:gd name="connsiteY2" fmla="*/ 0 h 4409694"/>
                <a:gd name="connsiteX0" fmla="*/ 1462706 w 1957434"/>
                <a:gd name="connsiteY0" fmla="*/ 0 h 4409694"/>
                <a:gd name="connsiteX1" fmla="*/ 807523 w 1957434"/>
                <a:gd name="connsiteY1" fmla="*/ 4409694 h 4409694"/>
                <a:gd name="connsiteX2" fmla="*/ 1462706 w 1957434"/>
                <a:gd name="connsiteY2" fmla="*/ 0 h 4409694"/>
                <a:gd name="connsiteX0" fmla="*/ 1462706 w 1741038"/>
                <a:gd name="connsiteY0" fmla="*/ 0 h 4409694"/>
                <a:gd name="connsiteX1" fmla="*/ 807523 w 1741038"/>
                <a:gd name="connsiteY1" fmla="*/ 4409694 h 4409694"/>
                <a:gd name="connsiteX2" fmla="*/ 1462706 w 1741038"/>
                <a:gd name="connsiteY2" fmla="*/ 0 h 4409694"/>
                <a:gd name="connsiteX0" fmla="*/ 1458502 w 1736834"/>
                <a:gd name="connsiteY0" fmla="*/ 0 h 4409694"/>
                <a:gd name="connsiteX1" fmla="*/ 803319 w 1736834"/>
                <a:gd name="connsiteY1" fmla="*/ 4409694 h 4409694"/>
                <a:gd name="connsiteX2" fmla="*/ 1458502 w 1736834"/>
                <a:gd name="connsiteY2" fmla="*/ 0 h 4409694"/>
                <a:gd name="connsiteX0" fmla="*/ 1532158 w 1810490"/>
                <a:gd name="connsiteY0" fmla="*/ 0 h 4409694"/>
                <a:gd name="connsiteX1" fmla="*/ 876975 w 1810490"/>
                <a:gd name="connsiteY1" fmla="*/ 4409694 h 4409694"/>
                <a:gd name="connsiteX2" fmla="*/ 1532158 w 1810490"/>
                <a:gd name="connsiteY2" fmla="*/ 0 h 4409694"/>
                <a:gd name="connsiteX0" fmla="*/ 1320739 w 1777522"/>
                <a:gd name="connsiteY0" fmla="*/ 0 h 4432477"/>
                <a:gd name="connsiteX1" fmla="*/ 932214 w 1777522"/>
                <a:gd name="connsiteY1" fmla="*/ 4432477 h 4432477"/>
                <a:gd name="connsiteX2" fmla="*/ 1320739 w 1777522"/>
                <a:gd name="connsiteY2" fmla="*/ 0 h 4432477"/>
                <a:gd name="connsiteX0" fmla="*/ 1320739 w 1883605"/>
                <a:gd name="connsiteY0" fmla="*/ 0 h 4432477"/>
                <a:gd name="connsiteX1" fmla="*/ 932214 w 1883605"/>
                <a:gd name="connsiteY1" fmla="*/ 4432477 h 4432477"/>
                <a:gd name="connsiteX2" fmla="*/ 1320739 w 1883605"/>
                <a:gd name="connsiteY2" fmla="*/ 0 h 4432477"/>
                <a:gd name="connsiteX0" fmla="*/ 1256173 w 1819039"/>
                <a:gd name="connsiteY0" fmla="*/ 0 h 4432477"/>
                <a:gd name="connsiteX1" fmla="*/ 867648 w 1819039"/>
                <a:gd name="connsiteY1" fmla="*/ 4432477 h 4432477"/>
                <a:gd name="connsiteX2" fmla="*/ 1256173 w 1819039"/>
                <a:gd name="connsiteY2" fmla="*/ 0 h 4432477"/>
                <a:gd name="connsiteX0" fmla="*/ 1231093 w 1793959"/>
                <a:gd name="connsiteY0" fmla="*/ 0 h 4432477"/>
                <a:gd name="connsiteX1" fmla="*/ 842568 w 1793959"/>
                <a:gd name="connsiteY1" fmla="*/ 4432477 h 4432477"/>
                <a:gd name="connsiteX2" fmla="*/ 1231093 w 1793959"/>
                <a:gd name="connsiteY2" fmla="*/ 0 h 4432477"/>
                <a:gd name="connsiteX0" fmla="*/ 1264130 w 1826996"/>
                <a:gd name="connsiteY0" fmla="*/ 0 h 4432477"/>
                <a:gd name="connsiteX1" fmla="*/ 875605 w 1826996"/>
                <a:gd name="connsiteY1" fmla="*/ 4432477 h 4432477"/>
                <a:gd name="connsiteX2" fmla="*/ 1264130 w 1826996"/>
                <a:gd name="connsiteY2" fmla="*/ 0 h 4432477"/>
                <a:gd name="connsiteX0" fmla="*/ 1264130 w 1848435"/>
                <a:gd name="connsiteY0" fmla="*/ 0 h 4432477"/>
                <a:gd name="connsiteX1" fmla="*/ 875605 w 1848435"/>
                <a:gd name="connsiteY1" fmla="*/ 4432477 h 4432477"/>
                <a:gd name="connsiteX2" fmla="*/ 1264130 w 1848435"/>
                <a:gd name="connsiteY2" fmla="*/ 0 h 4432477"/>
                <a:gd name="connsiteX0" fmla="*/ 1251153 w 1835458"/>
                <a:gd name="connsiteY0" fmla="*/ 0 h 4432477"/>
                <a:gd name="connsiteX1" fmla="*/ 862628 w 1835458"/>
                <a:gd name="connsiteY1" fmla="*/ 4432477 h 4432477"/>
                <a:gd name="connsiteX2" fmla="*/ 1251153 w 1835458"/>
                <a:gd name="connsiteY2" fmla="*/ 0 h 4432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35458" h="4432477">
                  <a:moveTo>
                    <a:pt x="1251153" y="0"/>
                  </a:moveTo>
                  <a:cubicBezTo>
                    <a:pt x="1471473" y="1613260"/>
                    <a:pt x="2648797" y="4315364"/>
                    <a:pt x="862628" y="4432477"/>
                  </a:cubicBezTo>
                  <a:cubicBezTo>
                    <a:pt x="-1433306" y="3731786"/>
                    <a:pt x="1622405" y="1717611"/>
                    <a:pt x="1251153" y="0"/>
                  </a:cubicBezTo>
                  <a:close/>
                </a:path>
              </a:pathLst>
            </a:custGeom>
            <a:solidFill>
              <a:srgbClr val="F3EAC1"/>
            </a:solidFill>
            <a:ln w="38100">
              <a:solidFill>
                <a:srgbClr val="F1E6B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926A70C8-6F41-22AF-BD05-1F8C34F9905B}"/>
                </a:ext>
              </a:extLst>
            </p:cNvPr>
            <p:cNvSpPr/>
            <p:nvPr/>
          </p:nvSpPr>
          <p:spPr>
            <a:xfrm rot="20306754">
              <a:off x="4151377" y="1654671"/>
              <a:ext cx="1385998" cy="2341145"/>
            </a:xfrm>
            <a:custGeom>
              <a:avLst/>
              <a:gdLst>
                <a:gd name="connsiteX0" fmla="*/ 1330037 w 1330037"/>
                <a:gd name="connsiteY0" fmla="*/ 0 h 2246619"/>
                <a:gd name="connsiteX1" fmla="*/ 442619 w 1330037"/>
                <a:gd name="connsiteY1" fmla="*/ 2246619 h 2246619"/>
                <a:gd name="connsiteX2" fmla="*/ 0 w 1330037"/>
                <a:gd name="connsiteY2" fmla="*/ 2071783 h 2246619"/>
                <a:gd name="connsiteX3" fmla="*/ 818358 w 1330037"/>
                <a:gd name="connsiteY3" fmla="*/ 0 h 2246619"/>
                <a:gd name="connsiteX4" fmla="*/ 1330037 w 1330037"/>
                <a:gd name="connsiteY4" fmla="*/ 0 h 2246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0037" h="2246619">
                  <a:moveTo>
                    <a:pt x="1330037" y="0"/>
                  </a:moveTo>
                  <a:lnTo>
                    <a:pt x="442619" y="2246619"/>
                  </a:lnTo>
                  <a:lnTo>
                    <a:pt x="0" y="2071783"/>
                  </a:lnTo>
                  <a:lnTo>
                    <a:pt x="818358" y="0"/>
                  </a:lnTo>
                  <a:lnTo>
                    <a:pt x="1330037" y="0"/>
                  </a:lnTo>
                  <a:close/>
                </a:path>
              </a:pathLst>
            </a:custGeom>
            <a:solidFill>
              <a:srgbClr val="A1EF27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C33768D-4615-C776-AB29-F0DBB1C083FC}"/>
                </a:ext>
              </a:extLst>
            </p:cNvPr>
            <p:cNvSpPr/>
            <p:nvPr/>
          </p:nvSpPr>
          <p:spPr>
            <a:xfrm rot="20244131">
              <a:off x="4536864" y="1487284"/>
              <a:ext cx="557608" cy="162619"/>
            </a:xfrm>
            <a:prstGeom prst="ellipse">
              <a:avLst/>
            </a:prstGeom>
            <a:solidFill>
              <a:srgbClr val="A1EF27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">
              <a:extLst>
                <a:ext uri="{FF2B5EF4-FFF2-40B4-BE49-F238E27FC236}">
                  <a16:creationId xmlns:a16="http://schemas.microsoft.com/office/drawing/2014/main" id="{BF69399D-B1CC-4EBB-93B6-D7BA8B61A154}"/>
                </a:ext>
              </a:extLst>
            </p:cNvPr>
            <p:cNvSpPr/>
            <p:nvPr/>
          </p:nvSpPr>
          <p:spPr>
            <a:xfrm rot="20204350">
              <a:off x="4405588" y="2003665"/>
              <a:ext cx="1779562" cy="4476890"/>
            </a:xfrm>
            <a:custGeom>
              <a:avLst/>
              <a:gdLst>
                <a:gd name="connsiteX0" fmla="*/ 0 w 870857"/>
                <a:gd name="connsiteY0" fmla="*/ 0 h 2177142"/>
                <a:gd name="connsiteX1" fmla="*/ 870857 w 870857"/>
                <a:gd name="connsiteY1" fmla="*/ 0 h 2177142"/>
                <a:gd name="connsiteX2" fmla="*/ 870857 w 870857"/>
                <a:gd name="connsiteY2" fmla="*/ 2177142 h 2177142"/>
                <a:gd name="connsiteX3" fmla="*/ 0 w 870857"/>
                <a:gd name="connsiteY3" fmla="*/ 2177142 h 2177142"/>
                <a:gd name="connsiteX4" fmla="*/ 0 w 870857"/>
                <a:gd name="connsiteY4" fmla="*/ 0 h 2177142"/>
                <a:gd name="connsiteX0" fmla="*/ 551543 w 870857"/>
                <a:gd name="connsiteY0" fmla="*/ 0 h 3425371"/>
                <a:gd name="connsiteX1" fmla="*/ 870857 w 870857"/>
                <a:gd name="connsiteY1" fmla="*/ 1248229 h 3425371"/>
                <a:gd name="connsiteX2" fmla="*/ 870857 w 870857"/>
                <a:gd name="connsiteY2" fmla="*/ 3425371 h 3425371"/>
                <a:gd name="connsiteX3" fmla="*/ 0 w 870857"/>
                <a:gd name="connsiteY3" fmla="*/ 3425371 h 3425371"/>
                <a:gd name="connsiteX4" fmla="*/ 551543 w 870857"/>
                <a:gd name="connsiteY4" fmla="*/ 0 h 3425371"/>
                <a:gd name="connsiteX0" fmla="*/ 203201 w 522515"/>
                <a:gd name="connsiteY0" fmla="*/ 0 h 4746171"/>
                <a:gd name="connsiteX1" fmla="*/ 522515 w 522515"/>
                <a:gd name="connsiteY1" fmla="*/ 1248229 h 4746171"/>
                <a:gd name="connsiteX2" fmla="*/ 522515 w 522515"/>
                <a:gd name="connsiteY2" fmla="*/ 3425371 h 4746171"/>
                <a:gd name="connsiteX3" fmla="*/ 0 w 522515"/>
                <a:gd name="connsiteY3" fmla="*/ 4746171 h 4746171"/>
                <a:gd name="connsiteX4" fmla="*/ 203201 w 522515"/>
                <a:gd name="connsiteY4" fmla="*/ 0 h 4746171"/>
                <a:gd name="connsiteX0" fmla="*/ 203201 w 522515"/>
                <a:gd name="connsiteY0" fmla="*/ 0 h 4746171"/>
                <a:gd name="connsiteX1" fmla="*/ 522515 w 522515"/>
                <a:gd name="connsiteY1" fmla="*/ 1248229 h 4746171"/>
                <a:gd name="connsiteX2" fmla="*/ 0 w 522515"/>
                <a:gd name="connsiteY2" fmla="*/ 4746171 h 4746171"/>
                <a:gd name="connsiteX3" fmla="*/ 203201 w 522515"/>
                <a:gd name="connsiteY3" fmla="*/ 0 h 4746171"/>
                <a:gd name="connsiteX0" fmla="*/ 1046683 w 1365997"/>
                <a:gd name="connsiteY0" fmla="*/ 0 h 4746171"/>
                <a:gd name="connsiteX1" fmla="*/ 1365997 w 1365997"/>
                <a:gd name="connsiteY1" fmla="*/ 1248229 h 4746171"/>
                <a:gd name="connsiteX2" fmla="*/ 843482 w 1365997"/>
                <a:gd name="connsiteY2" fmla="*/ 4746171 h 4746171"/>
                <a:gd name="connsiteX3" fmla="*/ 1046683 w 1365997"/>
                <a:gd name="connsiteY3" fmla="*/ 0 h 4746171"/>
                <a:gd name="connsiteX0" fmla="*/ 1046683 w 1046683"/>
                <a:gd name="connsiteY0" fmla="*/ 0 h 4746171"/>
                <a:gd name="connsiteX1" fmla="*/ 843482 w 1046683"/>
                <a:gd name="connsiteY1" fmla="*/ 4746171 h 4746171"/>
                <a:gd name="connsiteX2" fmla="*/ 1046683 w 1046683"/>
                <a:gd name="connsiteY2" fmla="*/ 0 h 4746171"/>
                <a:gd name="connsiteX0" fmla="*/ 1046683 w 1700194"/>
                <a:gd name="connsiteY0" fmla="*/ 0 h 4746171"/>
                <a:gd name="connsiteX1" fmla="*/ 843482 w 1700194"/>
                <a:gd name="connsiteY1" fmla="*/ 4746171 h 4746171"/>
                <a:gd name="connsiteX2" fmla="*/ 1046683 w 1700194"/>
                <a:gd name="connsiteY2" fmla="*/ 0 h 4746171"/>
                <a:gd name="connsiteX0" fmla="*/ 1086967 w 1740478"/>
                <a:gd name="connsiteY0" fmla="*/ 0 h 4746171"/>
                <a:gd name="connsiteX1" fmla="*/ 883766 w 1740478"/>
                <a:gd name="connsiteY1" fmla="*/ 4746171 h 4746171"/>
                <a:gd name="connsiteX2" fmla="*/ 1086967 w 1740478"/>
                <a:gd name="connsiteY2" fmla="*/ 0 h 4746171"/>
                <a:gd name="connsiteX0" fmla="*/ 1086967 w 1690125"/>
                <a:gd name="connsiteY0" fmla="*/ 0 h 4746171"/>
                <a:gd name="connsiteX1" fmla="*/ 883766 w 1690125"/>
                <a:gd name="connsiteY1" fmla="*/ 4746171 h 4746171"/>
                <a:gd name="connsiteX2" fmla="*/ 1086967 w 1690125"/>
                <a:gd name="connsiteY2" fmla="*/ 0 h 4746171"/>
                <a:gd name="connsiteX0" fmla="*/ 1086967 w 1838491"/>
                <a:gd name="connsiteY0" fmla="*/ 0 h 4746171"/>
                <a:gd name="connsiteX1" fmla="*/ 883766 w 1838491"/>
                <a:gd name="connsiteY1" fmla="*/ 4746171 h 4746171"/>
                <a:gd name="connsiteX2" fmla="*/ 1086967 w 1838491"/>
                <a:gd name="connsiteY2" fmla="*/ 0 h 4746171"/>
                <a:gd name="connsiteX0" fmla="*/ 1086967 w 1838491"/>
                <a:gd name="connsiteY0" fmla="*/ 0 h 4746171"/>
                <a:gd name="connsiteX1" fmla="*/ 883766 w 1838491"/>
                <a:gd name="connsiteY1" fmla="*/ 4746171 h 4746171"/>
                <a:gd name="connsiteX2" fmla="*/ 1086967 w 1838491"/>
                <a:gd name="connsiteY2" fmla="*/ 0 h 4746171"/>
                <a:gd name="connsiteX0" fmla="*/ 1086967 w 1819536"/>
                <a:gd name="connsiteY0" fmla="*/ 0 h 4746171"/>
                <a:gd name="connsiteX1" fmla="*/ 883766 w 1819536"/>
                <a:gd name="connsiteY1" fmla="*/ 4746171 h 4746171"/>
                <a:gd name="connsiteX2" fmla="*/ 1086967 w 1819536"/>
                <a:gd name="connsiteY2" fmla="*/ 0 h 4746171"/>
                <a:gd name="connsiteX0" fmla="*/ 1486996 w 1852561"/>
                <a:gd name="connsiteY0" fmla="*/ 0 h 4476890"/>
                <a:gd name="connsiteX1" fmla="*/ 767611 w 1852561"/>
                <a:gd name="connsiteY1" fmla="*/ 4476890 h 4476890"/>
                <a:gd name="connsiteX2" fmla="*/ 1486996 w 1852561"/>
                <a:gd name="connsiteY2" fmla="*/ 0 h 4476890"/>
                <a:gd name="connsiteX0" fmla="*/ 1480460 w 1846025"/>
                <a:gd name="connsiteY0" fmla="*/ 0 h 4476890"/>
                <a:gd name="connsiteX1" fmla="*/ 761075 w 1846025"/>
                <a:gd name="connsiteY1" fmla="*/ 4476890 h 4476890"/>
                <a:gd name="connsiteX2" fmla="*/ 1480460 w 1846025"/>
                <a:gd name="connsiteY2" fmla="*/ 0 h 4476890"/>
                <a:gd name="connsiteX0" fmla="*/ 1480460 w 1704520"/>
                <a:gd name="connsiteY0" fmla="*/ 0 h 4476890"/>
                <a:gd name="connsiteX1" fmla="*/ 761075 w 1704520"/>
                <a:gd name="connsiteY1" fmla="*/ 4476890 h 4476890"/>
                <a:gd name="connsiteX2" fmla="*/ 1480460 w 1704520"/>
                <a:gd name="connsiteY2" fmla="*/ 0 h 4476890"/>
                <a:gd name="connsiteX0" fmla="*/ 1480460 w 1560851"/>
                <a:gd name="connsiteY0" fmla="*/ 0 h 4476890"/>
                <a:gd name="connsiteX1" fmla="*/ 761075 w 1560851"/>
                <a:gd name="connsiteY1" fmla="*/ 4476890 h 4476890"/>
                <a:gd name="connsiteX2" fmla="*/ 1480460 w 1560851"/>
                <a:gd name="connsiteY2" fmla="*/ 0 h 4476890"/>
                <a:gd name="connsiteX0" fmla="*/ 1480460 w 1645586"/>
                <a:gd name="connsiteY0" fmla="*/ 0 h 4476890"/>
                <a:gd name="connsiteX1" fmla="*/ 761075 w 1645586"/>
                <a:gd name="connsiteY1" fmla="*/ 4476890 h 4476890"/>
                <a:gd name="connsiteX2" fmla="*/ 1480460 w 1645586"/>
                <a:gd name="connsiteY2" fmla="*/ 0 h 4476890"/>
                <a:gd name="connsiteX0" fmla="*/ 1480460 w 1702354"/>
                <a:gd name="connsiteY0" fmla="*/ 0 h 4476890"/>
                <a:gd name="connsiteX1" fmla="*/ 761075 w 1702354"/>
                <a:gd name="connsiteY1" fmla="*/ 4476890 h 4476890"/>
                <a:gd name="connsiteX2" fmla="*/ 1480460 w 1702354"/>
                <a:gd name="connsiteY2" fmla="*/ 0 h 4476890"/>
                <a:gd name="connsiteX0" fmla="*/ 1520631 w 1742525"/>
                <a:gd name="connsiteY0" fmla="*/ 0 h 4476890"/>
                <a:gd name="connsiteX1" fmla="*/ 801246 w 1742525"/>
                <a:gd name="connsiteY1" fmla="*/ 4476890 h 4476890"/>
                <a:gd name="connsiteX2" fmla="*/ 1520631 w 1742525"/>
                <a:gd name="connsiteY2" fmla="*/ 0 h 4476890"/>
                <a:gd name="connsiteX0" fmla="*/ 1535863 w 1757757"/>
                <a:gd name="connsiteY0" fmla="*/ 0 h 4476890"/>
                <a:gd name="connsiteX1" fmla="*/ 816478 w 1757757"/>
                <a:gd name="connsiteY1" fmla="*/ 4476890 h 4476890"/>
                <a:gd name="connsiteX2" fmla="*/ 1535863 w 1757757"/>
                <a:gd name="connsiteY2" fmla="*/ 0 h 4476890"/>
                <a:gd name="connsiteX0" fmla="*/ 1535863 w 1725376"/>
                <a:gd name="connsiteY0" fmla="*/ 0 h 4476890"/>
                <a:gd name="connsiteX1" fmla="*/ 816478 w 1725376"/>
                <a:gd name="connsiteY1" fmla="*/ 4476890 h 4476890"/>
                <a:gd name="connsiteX2" fmla="*/ 1535863 w 1725376"/>
                <a:gd name="connsiteY2" fmla="*/ 0 h 4476890"/>
                <a:gd name="connsiteX0" fmla="*/ 1535863 w 1779562"/>
                <a:gd name="connsiteY0" fmla="*/ 0 h 4476890"/>
                <a:gd name="connsiteX1" fmla="*/ 816478 w 1779562"/>
                <a:gd name="connsiteY1" fmla="*/ 4476890 h 4476890"/>
                <a:gd name="connsiteX2" fmla="*/ 1535863 w 1779562"/>
                <a:gd name="connsiteY2" fmla="*/ 0 h 4476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79562" h="4476890">
                  <a:moveTo>
                    <a:pt x="1535863" y="0"/>
                  </a:moveTo>
                  <a:cubicBezTo>
                    <a:pt x="454848" y="1846526"/>
                    <a:pt x="3102942" y="3941151"/>
                    <a:pt x="816478" y="4476890"/>
                  </a:cubicBezTo>
                  <a:cubicBezTo>
                    <a:pt x="-1147337" y="4068440"/>
                    <a:pt x="976609" y="1549630"/>
                    <a:pt x="1535863" y="0"/>
                  </a:cubicBezTo>
                  <a:close/>
                </a:path>
              </a:pathLst>
            </a:custGeom>
            <a:solidFill>
              <a:srgbClr val="F3EAC1"/>
            </a:solidFill>
            <a:ln w="38100">
              <a:solidFill>
                <a:srgbClr val="F1E6B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">
              <a:extLst>
                <a:ext uri="{FF2B5EF4-FFF2-40B4-BE49-F238E27FC236}">
                  <a16:creationId xmlns:a16="http://schemas.microsoft.com/office/drawing/2014/main" id="{7287886C-FAD1-1519-CF69-FC7A49B2E507}"/>
                </a:ext>
              </a:extLst>
            </p:cNvPr>
            <p:cNvSpPr/>
            <p:nvPr/>
          </p:nvSpPr>
          <p:spPr>
            <a:xfrm>
              <a:off x="3949490" y="1930399"/>
              <a:ext cx="1819536" cy="4746171"/>
            </a:xfrm>
            <a:custGeom>
              <a:avLst/>
              <a:gdLst>
                <a:gd name="connsiteX0" fmla="*/ 0 w 870857"/>
                <a:gd name="connsiteY0" fmla="*/ 0 h 2177142"/>
                <a:gd name="connsiteX1" fmla="*/ 870857 w 870857"/>
                <a:gd name="connsiteY1" fmla="*/ 0 h 2177142"/>
                <a:gd name="connsiteX2" fmla="*/ 870857 w 870857"/>
                <a:gd name="connsiteY2" fmla="*/ 2177142 h 2177142"/>
                <a:gd name="connsiteX3" fmla="*/ 0 w 870857"/>
                <a:gd name="connsiteY3" fmla="*/ 2177142 h 2177142"/>
                <a:gd name="connsiteX4" fmla="*/ 0 w 870857"/>
                <a:gd name="connsiteY4" fmla="*/ 0 h 2177142"/>
                <a:gd name="connsiteX0" fmla="*/ 551543 w 870857"/>
                <a:gd name="connsiteY0" fmla="*/ 0 h 3425371"/>
                <a:gd name="connsiteX1" fmla="*/ 870857 w 870857"/>
                <a:gd name="connsiteY1" fmla="*/ 1248229 h 3425371"/>
                <a:gd name="connsiteX2" fmla="*/ 870857 w 870857"/>
                <a:gd name="connsiteY2" fmla="*/ 3425371 h 3425371"/>
                <a:gd name="connsiteX3" fmla="*/ 0 w 870857"/>
                <a:gd name="connsiteY3" fmla="*/ 3425371 h 3425371"/>
                <a:gd name="connsiteX4" fmla="*/ 551543 w 870857"/>
                <a:gd name="connsiteY4" fmla="*/ 0 h 3425371"/>
                <a:gd name="connsiteX0" fmla="*/ 203201 w 522515"/>
                <a:gd name="connsiteY0" fmla="*/ 0 h 4746171"/>
                <a:gd name="connsiteX1" fmla="*/ 522515 w 522515"/>
                <a:gd name="connsiteY1" fmla="*/ 1248229 h 4746171"/>
                <a:gd name="connsiteX2" fmla="*/ 522515 w 522515"/>
                <a:gd name="connsiteY2" fmla="*/ 3425371 h 4746171"/>
                <a:gd name="connsiteX3" fmla="*/ 0 w 522515"/>
                <a:gd name="connsiteY3" fmla="*/ 4746171 h 4746171"/>
                <a:gd name="connsiteX4" fmla="*/ 203201 w 522515"/>
                <a:gd name="connsiteY4" fmla="*/ 0 h 4746171"/>
                <a:gd name="connsiteX0" fmla="*/ 203201 w 522515"/>
                <a:gd name="connsiteY0" fmla="*/ 0 h 4746171"/>
                <a:gd name="connsiteX1" fmla="*/ 522515 w 522515"/>
                <a:gd name="connsiteY1" fmla="*/ 1248229 h 4746171"/>
                <a:gd name="connsiteX2" fmla="*/ 0 w 522515"/>
                <a:gd name="connsiteY2" fmla="*/ 4746171 h 4746171"/>
                <a:gd name="connsiteX3" fmla="*/ 203201 w 522515"/>
                <a:gd name="connsiteY3" fmla="*/ 0 h 4746171"/>
                <a:gd name="connsiteX0" fmla="*/ 1046683 w 1365997"/>
                <a:gd name="connsiteY0" fmla="*/ 0 h 4746171"/>
                <a:gd name="connsiteX1" fmla="*/ 1365997 w 1365997"/>
                <a:gd name="connsiteY1" fmla="*/ 1248229 h 4746171"/>
                <a:gd name="connsiteX2" fmla="*/ 843482 w 1365997"/>
                <a:gd name="connsiteY2" fmla="*/ 4746171 h 4746171"/>
                <a:gd name="connsiteX3" fmla="*/ 1046683 w 1365997"/>
                <a:gd name="connsiteY3" fmla="*/ 0 h 4746171"/>
                <a:gd name="connsiteX0" fmla="*/ 1046683 w 1046683"/>
                <a:gd name="connsiteY0" fmla="*/ 0 h 4746171"/>
                <a:gd name="connsiteX1" fmla="*/ 843482 w 1046683"/>
                <a:gd name="connsiteY1" fmla="*/ 4746171 h 4746171"/>
                <a:gd name="connsiteX2" fmla="*/ 1046683 w 1046683"/>
                <a:gd name="connsiteY2" fmla="*/ 0 h 4746171"/>
                <a:gd name="connsiteX0" fmla="*/ 1046683 w 1700194"/>
                <a:gd name="connsiteY0" fmla="*/ 0 h 4746171"/>
                <a:gd name="connsiteX1" fmla="*/ 843482 w 1700194"/>
                <a:gd name="connsiteY1" fmla="*/ 4746171 h 4746171"/>
                <a:gd name="connsiteX2" fmla="*/ 1046683 w 1700194"/>
                <a:gd name="connsiteY2" fmla="*/ 0 h 4746171"/>
                <a:gd name="connsiteX0" fmla="*/ 1086967 w 1740478"/>
                <a:gd name="connsiteY0" fmla="*/ 0 h 4746171"/>
                <a:gd name="connsiteX1" fmla="*/ 883766 w 1740478"/>
                <a:gd name="connsiteY1" fmla="*/ 4746171 h 4746171"/>
                <a:gd name="connsiteX2" fmla="*/ 1086967 w 1740478"/>
                <a:gd name="connsiteY2" fmla="*/ 0 h 4746171"/>
                <a:gd name="connsiteX0" fmla="*/ 1086967 w 1690125"/>
                <a:gd name="connsiteY0" fmla="*/ 0 h 4746171"/>
                <a:gd name="connsiteX1" fmla="*/ 883766 w 1690125"/>
                <a:gd name="connsiteY1" fmla="*/ 4746171 h 4746171"/>
                <a:gd name="connsiteX2" fmla="*/ 1086967 w 1690125"/>
                <a:gd name="connsiteY2" fmla="*/ 0 h 4746171"/>
                <a:gd name="connsiteX0" fmla="*/ 1086967 w 1838491"/>
                <a:gd name="connsiteY0" fmla="*/ 0 h 4746171"/>
                <a:gd name="connsiteX1" fmla="*/ 883766 w 1838491"/>
                <a:gd name="connsiteY1" fmla="*/ 4746171 h 4746171"/>
                <a:gd name="connsiteX2" fmla="*/ 1086967 w 1838491"/>
                <a:gd name="connsiteY2" fmla="*/ 0 h 4746171"/>
                <a:gd name="connsiteX0" fmla="*/ 1086967 w 1838491"/>
                <a:gd name="connsiteY0" fmla="*/ 0 h 4746171"/>
                <a:gd name="connsiteX1" fmla="*/ 883766 w 1838491"/>
                <a:gd name="connsiteY1" fmla="*/ 4746171 h 4746171"/>
                <a:gd name="connsiteX2" fmla="*/ 1086967 w 1838491"/>
                <a:gd name="connsiteY2" fmla="*/ 0 h 4746171"/>
                <a:gd name="connsiteX0" fmla="*/ 1086967 w 1819536"/>
                <a:gd name="connsiteY0" fmla="*/ 0 h 4746171"/>
                <a:gd name="connsiteX1" fmla="*/ 883766 w 1819536"/>
                <a:gd name="connsiteY1" fmla="*/ 4746171 h 4746171"/>
                <a:gd name="connsiteX2" fmla="*/ 1086967 w 1819536"/>
                <a:gd name="connsiteY2" fmla="*/ 0 h 4746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19536" h="4746171">
                  <a:moveTo>
                    <a:pt x="1086967" y="0"/>
                  </a:moveTo>
                  <a:cubicBezTo>
                    <a:pt x="714432" y="2293257"/>
                    <a:pt x="3056071" y="4034972"/>
                    <a:pt x="883766" y="4746171"/>
                  </a:cubicBezTo>
                  <a:cubicBezTo>
                    <a:pt x="-1095014" y="4078514"/>
                    <a:pt x="830547" y="1727200"/>
                    <a:pt x="1086967" y="0"/>
                  </a:cubicBezTo>
                  <a:close/>
                </a:path>
              </a:pathLst>
            </a:custGeom>
            <a:solidFill>
              <a:srgbClr val="F3EAC1"/>
            </a:solidFill>
            <a:ln w="38100">
              <a:solidFill>
                <a:srgbClr val="F1E6B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9510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9773189-7E4F-D189-31B9-DA7F9479589A}"/>
              </a:ext>
            </a:extLst>
          </p:cNvPr>
          <p:cNvGrpSpPr/>
          <p:nvPr/>
        </p:nvGrpSpPr>
        <p:grpSpPr>
          <a:xfrm>
            <a:off x="333619" y="1106165"/>
            <a:ext cx="4695581" cy="5064123"/>
            <a:chOff x="-3899807" y="1028700"/>
            <a:chExt cx="4695581" cy="5064123"/>
          </a:xfrm>
          <a:solidFill>
            <a:srgbClr val="B42B9D"/>
          </a:solidFill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420555E-7B8F-5979-F0B4-4935FDE1D951}"/>
                </a:ext>
              </a:extLst>
            </p:cNvPr>
            <p:cNvGrpSpPr/>
            <p:nvPr/>
          </p:nvGrpSpPr>
          <p:grpSpPr>
            <a:xfrm>
              <a:off x="-3899807" y="1028700"/>
              <a:ext cx="4695581" cy="5000623"/>
              <a:chOff x="-1232807" y="1257300"/>
              <a:chExt cx="4695581" cy="5000623"/>
            </a:xfrm>
            <a:grpFill/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C8E9CC9-8BA4-D1B7-B8FC-8149B62488BD}"/>
                  </a:ext>
                </a:extLst>
              </p:cNvPr>
              <p:cNvSpPr/>
              <p:nvPr/>
            </p:nvSpPr>
            <p:spPr>
              <a:xfrm>
                <a:off x="1097870" y="1257300"/>
                <a:ext cx="2364904" cy="4991100"/>
              </a:xfrm>
              <a:custGeom>
                <a:avLst/>
                <a:gdLst>
                  <a:gd name="connsiteX0" fmla="*/ 0 w 443820"/>
                  <a:gd name="connsiteY0" fmla="*/ 0 h 4902200"/>
                  <a:gd name="connsiteX1" fmla="*/ 443820 w 443820"/>
                  <a:gd name="connsiteY1" fmla="*/ 0 h 4902200"/>
                  <a:gd name="connsiteX2" fmla="*/ 443820 w 443820"/>
                  <a:gd name="connsiteY2" fmla="*/ 4902200 h 4902200"/>
                  <a:gd name="connsiteX3" fmla="*/ 0 w 443820"/>
                  <a:gd name="connsiteY3" fmla="*/ 4902200 h 4902200"/>
                  <a:gd name="connsiteX4" fmla="*/ 0 w 443820"/>
                  <a:gd name="connsiteY4" fmla="*/ 0 h 4902200"/>
                  <a:gd name="connsiteX0" fmla="*/ 0 w 469220"/>
                  <a:gd name="connsiteY0" fmla="*/ 0 h 4927600"/>
                  <a:gd name="connsiteX1" fmla="*/ 469220 w 469220"/>
                  <a:gd name="connsiteY1" fmla="*/ 25400 h 4927600"/>
                  <a:gd name="connsiteX2" fmla="*/ 469220 w 469220"/>
                  <a:gd name="connsiteY2" fmla="*/ 4927600 h 4927600"/>
                  <a:gd name="connsiteX3" fmla="*/ 25400 w 469220"/>
                  <a:gd name="connsiteY3" fmla="*/ 4927600 h 4927600"/>
                  <a:gd name="connsiteX4" fmla="*/ 0 w 469220"/>
                  <a:gd name="connsiteY4" fmla="*/ 0 h 4927600"/>
                  <a:gd name="connsiteX0" fmla="*/ 0 w 469220"/>
                  <a:gd name="connsiteY0" fmla="*/ 0 h 4927600"/>
                  <a:gd name="connsiteX1" fmla="*/ 227920 w 469220"/>
                  <a:gd name="connsiteY1" fmla="*/ 0 h 4927600"/>
                  <a:gd name="connsiteX2" fmla="*/ 469220 w 469220"/>
                  <a:gd name="connsiteY2" fmla="*/ 4927600 h 4927600"/>
                  <a:gd name="connsiteX3" fmla="*/ 25400 w 469220"/>
                  <a:gd name="connsiteY3" fmla="*/ 4927600 h 4927600"/>
                  <a:gd name="connsiteX4" fmla="*/ 0 w 469220"/>
                  <a:gd name="connsiteY4" fmla="*/ 0 h 4927600"/>
                  <a:gd name="connsiteX0" fmla="*/ 0 w 2292087"/>
                  <a:gd name="connsiteY0" fmla="*/ 0 h 4927600"/>
                  <a:gd name="connsiteX1" fmla="*/ 227920 w 2292087"/>
                  <a:gd name="connsiteY1" fmla="*/ 0 h 4927600"/>
                  <a:gd name="connsiteX2" fmla="*/ 469220 w 2292087"/>
                  <a:gd name="connsiteY2" fmla="*/ 4927600 h 4927600"/>
                  <a:gd name="connsiteX3" fmla="*/ 25400 w 2292087"/>
                  <a:gd name="connsiteY3" fmla="*/ 4927600 h 4927600"/>
                  <a:gd name="connsiteX4" fmla="*/ 0 w 2292087"/>
                  <a:gd name="connsiteY4" fmla="*/ 0 h 4927600"/>
                  <a:gd name="connsiteX0" fmla="*/ 0 w 2432116"/>
                  <a:gd name="connsiteY0" fmla="*/ 0 h 4927600"/>
                  <a:gd name="connsiteX1" fmla="*/ 227920 w 2432116"/>
                  <a:gd name="connsiteY1" fmla="*/ 0 h 4927600"/>
                  <a:gd name="connsiteX2" fmla="*/ 469220 w 2432116"/>
                  <a:gd name="connsiteY2" fmla="*/ 4927600 h 4927600"/>
                  <a:gd name="connsiteX3" fmla="*/ 25400 w 2432116"/>
                  <a:gd name="connsiteY3" fmla="*/ 4927600 h 4927600"/>
                  <a:gd name="connsiteX4" fmla="*/ 0 w 2432116"/>
                  <a:gd name="connsiteY4" fmla="*/ 0 h 4927600"/>
                  <a:gd name="connsiteX0" fmla="*/ 0 w 2432116"/>
                  <a:gd name="connsiteY0" fmla="*/ 0 h 4927600"/>
                  <a:gd name="connsiteX1" fmla="*/ 227920 w 2432116"/>
                  <a:gd name="connsiteY1" fmla="*/ 0 h 4927600"/>
                  <a:gd name="connsiteX2" fmla="*/ 469220 w 2432116"/>
                  <a:gd name="connsiteY2" fmla="*/ 4927600 h 4927600"/>
                  <a:gd name="connsiteX3" fmla="*/ 0 w 2432116"/>
                  <a:gd name="connsiteY3" fmla="*/ 0 h 4927600"/>
                  <a:gd name="connsiteX0" fmla="*/ 0 w 2242764"/>
                  <a:gd name="connsiteY0" fmla="*/ 0 h 4991100"/>
                  <a:gd name="connsiteX1" fmla="*/ 227920 w 2242764"/>
                  <a:gd name="connsiteY1" fmla="*/ 0 h 4991100"/>
                  <a:gd name="connsiteX2" fmla="*/ 202520 w 2242764"/>
                  <a:gd name="connsiteY2" fmla="*/ 4991100 h 4991100"/>
                  <a:gd name="connsiteX3" fmla="*/ 0 w 2242764"/>
                  <a:gd name="connsiteY3" fmla="*/ 0 h 4991100"/>
                  <a:gd name="connsiteX0" fmla="*/ 0 w 2377465"/>
                  <a:gd name="connsiteY0" fmla="*/ 0 h 4991100"/>
                  <a:gd name="connsiteX1" fmla="*/ 227920 w 2377465"/>
                  <a:gd name="connsiteY1" fmla="*/ 0 h 4991100"/>
                  <a:gd name="connsiteX2" fmla="*/ 202520 w 2377465"/>
                  <a:gd name="connsiteY2" fmla="*/ 4991100 h 4991100"/>
                  <a:gd name="connsiteX3" fmla="*/ 0 w 2377465"/>
                  <a:gd name="connsiteY3" fmla="*/ 0 h 4991100"/>
                  <a:gd name="connsiteX0" fmla="*/ 0 w 2183866"/>
                  <a:gd name="connsiteY0" fmla="*/ 0 h 4991100"/>
                  <a:gd name="connsiteX1" fmla="*/ 227920 w 2183866"/>
                  <a:gd name="connsiteY1" fmla="*/ 0 h 4991100"/>
                  <a:gd name="connsiteX2" fmla="*/ 202520 w 2183866"/>
                  <a:gd name="connsiteY2" fmla="*/ 4991100 h 4991100"/>
                  <a:gd name="connsiteX3" fmla="*/ 0 w 2183866"/>
                  <a:gd name="connsiteY3" fmla="*/ 0 h 4991100"/>
                  <a:gd name="connsiteX0" fmla="*/ 0 w 2415273"/>
                  <a:gd name="connsiteY0" fmla="*/ 0 h 4991100"/>
                  <a:gd name="connsiteX1" fmla="*/ 227920 w 2415273"/>
                  <a:gd name="connsiteY1" fmla="*/ 0 h 4991100"/>
                  <a:gd name="connsiteX2" fmla="*/ 202520 w 2415273"/>
                  <a:gd name="connsiteY2" fmla="*/ 4991100 h 4991100"/>
                  <a:gd name="connsiteX3" fmla="*/ 0 w 2415273"/>
                  <a:gd name="connsiteY3" fmla="*/ 0 h 4991100"/>
                  <a:gd name="connsiteX0" fmla="*/ 0 w 2393163"/>
                  <a:gd name="connsiteY0" fmla="*/ 0 h 4991100"/>
                  <a:gd name="connsiteX1" fmla="*/ 227920 w 2393163"/>
                  <a:gd name="connsiteY1" fmla="*/ 0 h 4991100"/>
                  <a:gd name="connsiteX2" fmla="*/ 202520 w 2393163"/>
                  <a:gd name="connsiteY2" fmla="*/ 4991100 h 4991100"/>
                  <a:gd name="connsiteX3" fmla="*/ 0 w 2393163"/>
                  <a:gd name="connsiteY3" fmla="*/ 0 h 4991100"/>
                  <a:gd name="connsiteX0" fmla="*/ 0 w 2376234"/>
                  <a:gd name="connsiteY0" fmla="*/ 0 h 4991100"/>
                  <a:gd name="connsiteX1" fmla="*/ 227920 w 2376234"/>
                  <a:gd name="connsiteY1" fmla="*/ 0 h 4991100"/>
                  <a:gd name="connsiteX2" fmla="*/ 202520 w 2376234"/>
                  <a:gd name="connsiteY2" fmla="*/ 4991100 h 4991100"/>
                  <a:gd name="connsiteX3" fmla="*/ 0 w 2376234"/>
                  <a:gd name="connsiteY3" fmla="*/ 0 h 4991100"/>
                  <a:gd name="connsiteX0" fmla="*/ 0 w 2336126"/>
                  <a:gd name="connsiteY0" fmla="*/ 0 h 5032845"/>
                  <a:gd name="connsiteX1" fmla="*/ 227920 w 2336126"/>
                  <a:gd name="connsiteY1" fmla="*/ 0 h 5032845"/>
                  <a:gd name="connsiteX2" fmla="*/ 2336119 w 2336126"/>
                  <a:gd name="connsiteY2" fmla="*/ 2667000 h 5032845"/>
                  <a:gd name="connsiteX3" fmla="*/ 202520 w 2336126"/>
                  <a:gd name="connsiteY3" fmla="*/ 4991100 h 5032845"/>
                  <a:gd name="connsiteX4" fmla="*/ 0 w 2336126"/>
                  <a:gd name="connsiteY4" fmla="*/ 0 h 5032845"/>
                  <a:gd name="connsiteX0" fmla="*/ 0 w 2362479"/>
                  <a:gd name="connsiteY0" fmla="*/ 0 h 5062002"/>
                  <a:gd name="connsiteX1" fmla="*/ 227920 w 2362479"/>
                  <a:gd name="connsiteY1" fmla="*/ 0 h 5062002"/>
                  <a:gd name="connsiteX2" fmla="*/ 2336119 w 2362479"/>
                  <a:gd name="connsiteY2" fmla="*/ 2667000 h 5062002"/>
                  <a:gd name="connsiteX3" fmla="*/ 202520 w 2362479"/>
                  <a:gd name="connsiteY3" fmla="*/ 4991100 h 5062002"/>
                  <a:gd name="connsiteX4" fmla="*/ 0 w 2362479"/>
                  <a:gd name="connsiteY4" fmla="*/ 0 h 5062002"/>
                  <a:gd name="connsiteX0" fmla="*/ 0 w 2336295"/>
                  <a:gd name="connsiteY0" fmla="*/ 0 h 5023497"/>
                  <a:gd name="connsiteX1" fmla="*/ 227920 w 2336295"/>
                  <a:gd name="connsiteY1" fmla="*/ 0 h 5023497"/>
                  <a:gd name="connsiteX2" fmla="*/ 2336119 w 2336295"/>
                  <a:gd name="connsiteY2" fmla="*/ 2667000 h 5023497"/>
                  <a:gd name="connsiteX3" fmla="*/ 202520 w 2336295"/>
                  <a:gd name="connsiteY3" fmla="*/ 4991100 h 5023497"/>
                  <a:gd name="connsiteX4" fmla="*/ 0 w 2336295"/>
                  <a:gd name="connsiteY4" fmla="*/ 0 h 5023497"/>
                  <a:gd name="connsiteX0" fmla="*/ 0 w 2364904"/>
                  <a:gd name="connsiteY0" fmla="*/ 0 h 4991100"/>
                  <a:gd name="connsiteX1" fmla="*/ 227920 w 2364904"/>
                  <a:gd name="connsiteY1" fmla="*/ 0 h 4991100"/>
                  <a:gd name="connsiteX2" fmla="*/ 2336119 w 2364904"/>
                  <a:gd name="connsiteY2" fmla="*/ 2667000 h 4991100"/>
                  <a:gd name="connsiteX3" fmla="*/ 202520 w 2364904"/>
                  <a:gd name="connsiteY3" fmla="*/ 4991100 h 4991100"/>
                  <a:gd name="connsiteX4" fmla="*/ 0 w 2364904"/>
                  <a:gd name="connsiteY4" fmla="*/ 0 h 4991100"/>
                  <a:gd name="connsiteX0" fmla="*/ 0 w 2364904"/>
                  <a:gd name="connsiteY0" fmla="*/ 0 h 4991100"/>
                  <a:gd name="connsiteX1" fmla="*/ 227920 w 2364904"/>
                  <a:gd name="connsiteY1" fmla="*/ 0 h 4991100"/>
                  <a:gd name="connsiteX2" fmla="*/ 2336119 w 2364904"/>
                  <a:gd name="connsiteY2" fmla="*/ 2667000 h 4991100"/>
                  <a:gd name="connsiteX3" fmla="*/ 202520 w 2364904"/>
                  <a:gd name="connsiteY3" fmla="*/ 4991100 h 4991100"/>
                  <a:gd name="connsiteX4" fmla="*/ 0 w 2364904"/>
                  <a:gd name="connsiteY4" fmla="*/ 0 h 4991100"/>
                  <a:gd name="connsiteX0" fmla="*/ 0 w 2364904"/>
                  <a:gd name="connsiteY0" fmla="*/ 0 h 4991100"/>
                  <a:gd name="connsiteX1" fmla="*/ 227920 w 2364904"/>
                  <a:gd name="connsiteY1" fmla="*/ 0 h 4991100"/>
                  <a:gd name="connsiteX2" fmla="*/ 2336119 w 2364904"/>
                  <a:gd name="connsiteY2" fmla="*/ 2667000 h 4991100"/>
                  <a:gd name="connsiteX3" fmla="*/ 202520 w 2364904"/>
                  <a:gd name="connsiteY3" fmla="*/ 4991100 h 4991100"/>
                  <a:gd name="connsiteX4" fmla="*/ 0 w 2364904"/>
                  <a:gd name="connsiteY4" fmla="*/ 0 h 4991100"/>
                  <a:gd name="connsiteX0" fmla="*/ 0 w 2364904"/>
                  <a:gd name="connsiteY0" fmla="*/ 0 h 4991100"/>
                  <a:gd name="connsiteX1" fmla="*/ 227920 w 2364904"/>
                  <a:gd name="connsiteY1" fmla="*/ 0 h 4991100"/>
                  <a:gd name="connsiteX2" fmla="*/ 2336119 w 2364904"/>
                  <a:gd name="connsiteY2" fmla="*/ 2667000 h 4991100"/>
                  <a:gd name="connsiteX3" fmla="*/ 202520 w 2364904"/>
                  <a:gd name="connsiteY3" fmla="*/ 4991100 h 4991100"/>
                  <a:gd name="connsiteX4" fmla="*/ 0 w 2364904"/>
                  <a:gd name="connsiteY4" fmla="*/ 0 h 4991100"/>
                  <a:gd name="connsiteX0" fmla="*/ 0 w 2364904"/>
                  <a:gd name="connsiteY0" fmla="*/ 0 h 4991100"/>
                  <a:gd name="connsiteX1" fmla="*/ 227920 w 2364904"/>
                  <a:gd name="connsiteY1" fmla="*/ 0 h 4991100"/>
                  <a:gd name="connsiteX2" fmla="*/ 2336119 w 2364904"/>
                  <a:gd name="connsiteY2" fmla="*/ 2667000 h 4991100"/>
                  <a:gd name="connsiteX3" fmla="*/ 202520 w 2364904"/>
                  <a:gd name="connsiteY3" fmla="*/ 4991100 h 4991100"/>
                  <a:gd name="connsiteX4" fmla="*/ 0 w 2364904"/>
                  <a:gd name="connsiteY4" fmla="*/ 0 h 4991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64904" h="4991100">
                    <a:moveTo>
                      <a:pt x="0" y="0"/>
                    </a:moveTo>
                    <a:lnTo>
                      <a:pt x="227920" y="0"/>
                    </a:lnTo>
                    <a:cubicBezTo>
                      <a:pt x="345130" y="1559982"/>
                      <a:pt x="1982938" y="1523093"/>
                      <a:pt x="2336119" y="2667000"/>
                    </a:cubicBezTo>
                    <a:cubicBezTo>
                      <a:pt x="2357286" y="2876550"/>
                      <a:pt x="2712773" y="4671483"/>
                      <a:pt x="202520" y="499110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D9E52411-0D9E-76F2-164C-FC5C6374B26C}"/>
                  </a:ext>
                </a:extLst>
              </p:cNvPr>
              <p:cNvSpPr/>
              <p:nvPr/>
            </p:nvSpPr>
            <p:spPr>
              <a:xfrm flipH="1">
                <a:off x="-1232807" y="1257300"/>
                <a:ext cx="2364904" cy="4991100"/>
              </a:xfrm>
              <a:custGeom>
                <a:avLst/>
                <a:gdLst>
                  <a:gd name="connsiteX0" fmla="*/ 0 w 443820"/>
                  <a:gd name="connsiteY0" fmla="*/ 0 h 4902200"/>
                  <a:gd name="connsiteX1" fmla="*/ 443820 w 443820"/>
                  <a:gd name="connsiteY1" fmla="*/ 0 h 4902200"/>
                  <a:gd name="connsiteX2" fmla="*/ 443820 w 443820"/>
                  <a:gd name="connsiteY2" fmla="*/ 4902200 h 4902200"/>
                  <a:gd name="connsiteX3" fmla="*/ 0 w 443820"/>
                  <a:gd name="connsiteY3" fmla="*/ 4902200 h 4902200"/>
                  <a:gd name="connsiteX4" fmla="*/ 0 w 443820"/>
                  <a:gd name="connsiteY4" fmla="*/ 0 h 4902200"/>
                  <a:gd name="connsiteX0" fmla="*/ 0 w 469220"/>
                  <a:gd name="connsiteY0" fmla="*/ 0 h 4927600"/>
                  <a:gd name="connsiteX1" fmla="*/ 469220 w 469220"/>
                  <a:gd name="connsiteY1" fmla="*/ 25400 h 4927600"/>
                  <a:gd name="connsiteX2" fmla="*/ 469220 w 469220"/>
                  <a:gd name="connsiteY2" fmla="*/ 4927600 h 4927600"/>
                  <a:gd name="connsiteX3" fmla="*/ 25400 w 469220"/>
                  <a:gd name="connsiteY3" fmla="*/ 4927600 h 4927600"/>
                  <a:gd name="connsiteX4" fmla="*/ 0 w 469220"/>
                  <a:gd name="connsiteY4" fmla="*/ 0 h 4927600"/>
                  <a:gd name="connsiteX0" fmla="*/ 0 w 469220"/>
                  <a:gd name="connsiteY0" fmla="*/ 0 h 4927600"/>
                  <a:gd name="connsiteX1" fmla="*/ 227920 w 469220"/>
                  <a:gd name="connsiteY1" fmla="*/ 0 h 4927600"/>
                  <a:gd name="connsiteX2" fmla="*/ 469220 w 469220"/>
                  <a:gd name="connsiteY2" fmla="*/ 4927600 h 4927600"/>
                  <a:gd name="connsiteX3" fmla="*/ 25400 w 469220"/>
                  <a:gd name="connsiteY3" fmla="*/ 4927600 h 4927600"/>
                  <a:gd name="connsiteX4" fmla="*/ 0 w 469220"/>
                  <a:gd name="connsiteY4" fmla="*/ 0 h 4927600"/>
                  <a:gd name="connsiteX0" fmla="*/ 0 w 2292087"/>
                  <a:gd name="connsiteY0" fmla="*/ 0 h 4927600"/>
                  <a:gd name="connsiteX1" fmla="*/ 227920 w 2292087"/>
                  <a:gd name="connsiteY1" fmla="*/ 0 h 4927600"/>
                  <a:gd name="connsiteX2" fmla="*/ 469220 w 2292087"/>
                  <a:gd name="connsiteY2" fmla="*/ 4927600 h 4927600"/>
                  <a:gd name="connsiteX3" fmla="*/ 25400 w 2292087"/>
                  <a:gd name="connsiteY3" fmla="*/ 4927600 h 4927600"/>
                  <a:gd name="connsiteX4" fmla="*/ 0 w 2292087"/>
                  <a:gd name="connsiteY4" fmla="*/ 0 h 4927600"/>
                  <a:gd name="connsiteX0" fmla="*/ 0 w 2432116"/>
                  <a:gd name="connsiteY0" fmla="*/ 0 h 4927600"/>
                  <a:gd name="connsiteX1" fmla="*/ 227920 w 2432116"/>
                  <a:gd name="connsiteY1" fmla="*/ 0 h 4927600"/>
                  <a:gd name="connsiteX2" fmla="*/ 469220 w 2432116"/>
                  <a:gd name="connsiteY2" fmla="*/ 4927600 h 4927600"/>
                  <a:gd name="connsiteX3" fmla="*/ 25400 w 2432116"/>
                  <a:gd name="connsiteY3" fmla="*/ 4927600 h 4927600"/>
                  <a:gd name="connsiteX4" fmla="*/ 0 w 2432116"/>
                  <a:gd name="connsiteY4" fmla="*/ 0 h 4927600"/>
                  <a:gd name="connsiteX0" fmla="*/ 0 w 2432116"/>
                  <a:gd name="connsiteY0" fmla="*/ 0 h 4927600"/>
                  <a:gd name="connsiteX1" fmla="*/ 227920 w 2432116"/>
                  <a:gd name="connsiteY1" fmla="*/ 0 h 4927600"/>
                  <a:gd name="connsiteX2" fmla="*/ 469220 w 2432116"/>
                  <a:gd name="connsiteY2" fmla="*/ 4927600 h 4927600"/>
                  <a:gd name="connsiteX3" fmla="*/ 0 w 2432116"/>
                  <a:gd name="connsiteY3" fmla="*/ 0 h 4927600"/>
                  <a:gd name="connsiteX0" fmla="*/ 0 w 2242764"/>
                  <a:gd name="connsiteY0" fmla="*/ 0 h 4991100"/>
                  <a:gd name="connsiteX1" fmla="*/ 227920 w 2242764"/>
                  <a:gd name="connsiteY1" fmla="*/ 0 h 4991100"/>
                  <a:gd name="connsiteX2" fmla="*/ 202520 w 2242764"/>
                  <a:gd name="connsiteY2" fmla="*/ 4991100 h 4991100"/>
                  <a:gd name="connsiteX3" fmla="*/ 0 w 2242764"/>
                  <a:gd name="connsiteY3" fmla="*/ 0 h 4991100"/>
                  <a:gd name="connsiteX0" fmla="*/ 0 w 2377465"/>
                  <a:gd name="connsiteY0" fmla="*/ 0 h 4991100"/>
                  <a:gd name="connsiteX1" fmla="*/ 227920 w 2377465"/>
                  <a:gd name="connsiteY1" fmla="*/ 0 h 4991100"/>
                  <a:gd name="connsiteX2" fmla="*/ 202520 w 2377465"/>
                  <a:gd name="connsiteY2" fmla="*/ 4991100 h 4991100"/>
                  <a:gd name="connsiteX3" fmla="*/ 0 w 2377465"/>
                  <a:gd name="connsiteY3" fmla="*/ 0 h 4991100"/>
                  <a:gd name="connsiteX0" fmla="*/ 0 w 2183866"/>
                  <a:gd name="connsiteY0" fmla="*/ 0 h 4991100"/>
                  <a:gd name="connsiteX1" fmla="*/ 227920 w 2183866"/>
                  <a:gd name="connsiteY1" fmla="*/ 0 h 4991100"/>
                  <a:gd name="connsiteX2" fmla="*/ 202520 w 2183866"/>
                  <a:gd name="connsiteY2" fmla="*/ 4991100 h 4991100"/>
                  <a:gd name="connsiteX3" fmla="*/ 0 w 2183866"/>
                  <a:gd name="connsiteY3" fmla="*/ 0 h 4991100"/>
                  <a:gd name="connsiteX0" fmla="*/ 0 w 2415273"/>
                  <a:gd name="connsiteY0" fmla="*/ 0 h 4991100"/>
                  <a:gd name="connsiteX1" fmla="*/ 227920 w 2415273"/>
                  <a:gd name="connsiteY1" fmla="*/ 0 h 4991100"/>
                  <a:gd name="connsiteX2" fmla="*/ 202520 w 2415273"/>
                  <a:gd name="connsiteY2" fmla="*/ 4991100 h 4991100"/>
                  <a:gd name="connsiteX3" fmla="*/ 0 w 2415273"/>
                  <a:gd name="connsiteY3" fmla="*/ 0 h 4991100"/>
                  <a:gd name="connsiteX0" fmla="*/ 0 w 2393163"/>
                  <a:gd name="connsiteY0" fmla="*/ 0 h 4991100"/>
                  <a:gd name="connsiteX1" fmla="*/ 227920 w 2393163"/>
                  <a:gd name="connsiteY1" fmla="*/ 0 h 4991100"/>
                  <a:gd name="connsiteX2" fmla="*/ 202520 w 2393163"/>
                  <a:gd name="connsiteY2" fmla="*/ 4991100 h 4991100"/>
                  <a:gd name="connsiteX3" fmla="*/ 0 w 2393163"/>
                  <a:gd name="connsiteY3" fmla="*/ 0 h 4991100"/>
                  <a:gd name="connsiteX0" fmla="*/ 0 w 2376234"/>
                  <a:gd name="connsiteY0" fmla="*/ 0 h 4991100"/>
                  <a:gd name="connsiteX1" fmla="*/ 227920 w 2376234"/>
                  <a:gd name="connsiteY1" fmla="*/ 0 h 4991100"/>
                  <a:gd name="connsiteX2" fmla="*/ 202520 w 2376234"/>
                  <a:gd name="connsiteY2" fmla="*/ 4991100 h 4991100"/>
                  <a:gd name="connsiteX3" fmla="*/ 0 w 2376234"/>
                  <a:gd name="connsiteY3" fmla="*/ 0 h 4991100"/>
                  <a:gd name="connsiteX0" fmla="*/ 0 w 2336126"/>
                  <a:gd name="connsiteY0" fmla="*/ 0 h 5032845"/>
                  <a:gd name="connsiteX1" fmla="*/ 227920 w 2336126"/>
                  <a:gd name="connsiteY1" fmla="*/ 0 h 5032845"/>
                  <a:gd name="connsiteX2" fmla="*/ 2336119 w 2336126"/>
                  <a:gd name="connsiteY2" fmla="*/ 2667000 h 5032845"/>
                  <a:gd name="connsiteX3" fmla="*/ 202520 w 2336126"/>
                  <a:gd name="connsiteY3" fmla="*/ 4991100 h 5032845"/>
                  <a:gd name="connsiteX4" fmla="*/ 0 w 2336126"/>
                  <a:gd name="connsiteY4" fmla="*/ 0 h 5032845"/>
                  <a:gd name="connsiteX0" fmla="*/ 0 w 2362479"/>
                  <a:gd name="connsiteY0" fmla="*/ 0 h 5062002"/>
                  <a:gd name="connsiteX1" fmla="*/ 227920 w 2362479"/>
                  <a:gd name="connsiteY1" fmla="*/ 0 h 5062002"/>
                  <a:gd name="connsiteX2" fmla="*/ 2336119 w 2362479"/>
                  <a:gd name="connsiteY2" fmla="*/ 2667000 h 5062002"/>
                  <a:gd name="connsiteX3" fmla="*/ 202520 w 2362479"/>
                  <a:gd name="connsiteY3" fmla="*/ 4991100 h 5062002"/>
                  <a:gd name="connsiteX4" fmla="*/ 0 w 2362479"/>
                  <a:gd name="connsiteY4" fmla="*/ 0 h 5062002"/>
                  <a:gd name="connsiteX0" fmla="*/ 0 w 2336295"/>
                  <a:gd name="connsiteY0" fmla="*/ 0 h 5023497"/>
                  <a:gd name="connsiteX1" fmla="*/ 227920 w 2336295"/>
                  <a:gd name="connsiteY1" fmla="*/ 0 h 5023497"/>
                  <a:gd name="connsiteX2" fmla="*/ 2336119 w 2336295"/>
                  <a:gd name="connsiteY2" fmla="*/ 2667000 h 5023497"/>
                  <a:gd name="connsiteX3" fmla="*/ 202520 w 2336295"/>
                  <a:gd name="connsiteY3" fmla="*/ 4991100 h 5023497"/>
                  <a:gd name="connsiteX4" fmla="*/ 0 w 2336295"/>
                  <a:gd name="connsiteY4" fmla="*/ 0 h 5023497"/>
                  <a:gd name="connsiteX0" fmla="*/ 0 w 2364904"/>
                  <a:gd name="connsiteY0" fmla="*/ 0 h 4991100"/>
                  <a:gd name="connsiteX1" fmla="*/ 227920 w 2364904"/>
                  <a:gd name="connsiteY1" fmla="*/ 0 h 4991100"/>
                  <a:gd name="connsiteX2" fmla="*/ 2336119 w 2364904"/>
                  <a:gd name="connsiteY2" fmla="*/ 2667000 h 4991100"/>
                  <a:gd name="connsiteX3" fmla="*/ 202520 w 2364904"/>
                  <a:gd name="connsiteY3" fmla="*/ 4991100 h 4991100"/>
                  <a:gd name="connsiteX4" fmla="*/ 0 w 2364904"/>
                  <a:gd name="connsiteY4" fmla="*/ 0 h 4991100"/>
                  <a:gd name="connsiteX0" fmla="*/ 0 w 2364904"/>
                  <a:gd name="connsiteY0" fmla="*/ 0 h 4991100"/>
                  <a:gd name="connsiteX1" fmla="*/ 227920 w 2364904"/>
                  <a:gd name="connsiteY1" fmla="*/ 0 h 4991100"/>
                  <a:gd name="connsiteX2" fmla="*/ 2336119 w 2364904"/>
                  <a:gd name="connsiteY2" fmla="*/ 2667000 h 4991100"/>
                  <a:gd name="connsiteX3" fmla="*/ 202520 w 2364904"/>
                  <a:gd name="connsiteY3" fmla="*/ 4991100 h 4991100"/>
                  <a:gd name="connsiteX4" fmla="*/ 0 w 2364904"/>
                  <a:gd name="connsiteY4" fmla="*/ 0 h 4991100"/>
                  <a:gd name="connsiteX0" fmla="*/ 0 w 2364904"/>
                  <a:gd name="connsiteY0" fmla="*/ 0 h 4991100"/>
                  <a:gd name="connsiteX1" fmla="*/ 227920 w 2364904"/>
                  <a:gd name="connsiteY1" fmla="*/ 0 h 4991100"/>
                  <a:gd name="connsiteX2" fmla="*/ 2336119 w 2364904"/>
                  <a:gd name="connsiteY2" fmla="*/ 2667000 h 4991100"/>
                  <a:gd name="connsiteX3" fmla="*/ 202520 w 2364904"/>
                  <a:gd name="connsiteY3" fmla="*/ 4991100 h 4991100"/>
                  <a:gd name="connsiteX4" fmla="*/ 0 w 2364904"/>
                  <a:gd name="connsiteY4" fmla="*/ 0 h 4991100"/>
                  <a:gd name="connsiteX0" fmla="*/ 0 w 2364904"/>
                  <a:gd name="connsiteY0" fmla="*/ 0 h 4991100"/>
                  <a:gd name="connsiteX1" fmla="*/ 227920 w 2364904"/>
                  <a:gd name="connsiteY1" fmla="*/ 0 h 4991100"/>
                  <a:gd name="connsiteX2" fmla="*/ 2336119 w 2364904"/>
                  <a:gd name="connsiteY2" fmla="*/ 2667000 h 4991100"/>
                  <a:gd name="connsiteX3" fmla="*/ 202520 w 2364904"/>
                  <a:gd name="connsiteY3" fmla="*/ 4991100 h 4991100"/>
                  <a:gd name="connsiteX4" fmla="*/ 0 w 2364904"/>
                  <a:gd name="connsiteY4" fmla="*/ 0 h 4991100"/>
                  <a:gd name="connsiteX0" fmla="*/ 0 w 2364904"/>
                  <a:gd name="connsiteY0" fmla="*/ 0 h 4991100"/>
                  <a:gd name="connsiteX1" fmla="*/ 227920 w 2364904"/>
                  <a:gd name="connsiteY1" fmla="*/ 0 h 4991100"/>
                  <a:gd name="connsiteX2" fmla="*/ 2336119 w 2364904"/>
                  <a:gd name="connsiteY2" fmla="*/ 2667000 h 4991100"/>
                  <a:gd name="connsiteX3" fmla="*/ 202520 w 2364904"/>
                  <a:gd name="connsiteY3" fmla="*/ 4991100 h 4991100"/>
                  <a:gd name="connsiteX4" fmla="*/ 0 w 2364904"/>
                  <a:gd name="connsiteY4" fmla="*/ 0 h 4991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64904" h="4991100">
                    <a:moveTo>
                      <a:pt x="0" y="0"/>
                    </a:moveTo>
                    <a:lnTo>
                      <a:pt x="227920" y="0"/>
                    </a:lnTo>
                    <a:cubicBezTo>
                      <a:pt x="345130" y="1559982"/>
                      <a:pt x="1982938" y="1523093"/>
                      <a:pt x="2336119" y="2667000"/>
                    </a:cubicBezTo>
                    <a:cubicBezTo>
                      <a:pt x="2357286" y="2876550"/>
                      <a:pt x="2712773" y="4671483"/>
                      <a:pt x="202520" y="499110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1B450562-8EB6-A45A-B942-6F01D84795C9}"/>
                  </a:ext>
                </a:extLst>
              </p:cNvPr>
              <p:cNvSpPr/>
              <p:nvPr/>
            </p:nvSpPr>
            <p:spPr>
              <a:xfrm>
                <a:off x="1034369" y="1266824"/>
                <a:ext cx="1663353" cy="4991099"/>
              </a:xfrm>
              <a:custGeom>
                <a:avLst/>
                <a:gdLst>
                  <a:gd name="connsiteX0" fmla="*/ 0 w 443820"/>
                  <a:gd name="connsiteY0" fmla="*/ 0 h 4902200"/>
                  <a:gd name="connsiteX1" fmla="*/ 443820 w 443820"/>
                  <a:gd name="connsiteY1" fmla="*/ 0 h 4902200"/>
                  <a:gd name="connsiteX2" fmla="*/ 443820 w 443820"/>
                  <a:gd name="connsiteY2" fmla="*/ 4902200 h 4902200"/>
                  <a:gd name="connsiteX3" fmla="*/ 0 w 443820"/>
                  <a:gd name="connsiteY3" fmla="*/ 4902200 h 4902200"/>
                  <a:gd name="connsiteX4" fmla="*/ 0 w 443820"/>
                  <a:gd name="connsiteY4" fmla="*/ 0 h 4902200"/>
                  <a:gd name="connsiteX0" fmla="*/ 0 w 469220"/>
                  <a:gd name="connsiteY0" fmla="*/ 0 h 4927600"/>
                  <a:gd name="connsiteX1" fmla="*/ 469220 w 469220"/>
                  <a:gd name="connsiteY1" fmla="*/ 25400 h 4927600"/>
                  <a:gd name="connsiteX2" fmla="*/ 469220 w 469220"/>
                  <a:gd name="connsiteY2" fmla="*/ 4927600 h 4927600"/>
                  <a:gd name="connsiteX3" fmla="*/ 25400 w 469220"/>
                  <a:gd name="connsiteY3" fmla="*/ 4927600 h 4927600"/>
                  <a:gd name="connsiteX4" fmla="*/ 0 w 469220"/>
                  <a:gd name="connsiteY4" fmla="*/ 0 h 4927600"/>
                  <a:gd name="connsiteX0" fmla="*/ 0 w 469220"/>
                  <a:gd name="connsiteY0" fmla="*/ 0 h 4927600"/>
                  <a:gd name="connsiteX1" fmla="*/ 227920 w 469220"/>
                  <a:gd name="connsiteY1" fmla="*/ 0 h 4927600"/>
                  <a:gd name="connsiteX2" fmla="*/ 469220 w 469220"/>
                  <a:gd name="connsiteY2" fmla="*/ 4927600 h 4927600"/>
                  <a:gd name="connsiteX3" fmla="*/ 25400 w 469220"/>
                  <a:gd name="connsiteY3" fmla="*/ 4927600 h 4927600"/>
                  <a:gd name="connsiteX4" fmla="*/ 0 w 469220"/>
                  <a:gd name="connsiteY4" fmla="*/ 0 h 4927600"/>
                  <a:gd name="connsiteX0" fmla="*/ 0 w 2292087"/>
                  <a:gd name="connsiteY0" fmla="*/ 0 h 4927600"/>
                  <a:gd name="connsiteX1" fmla="*/ 227920 w 2292087"/>
                  <a:gd name="connsiteY1" fmla="*/ 0 h 4927600"/>
                  <a:gd name="connsiteX2" fmla="*/ 469220 w 2292087"/>
                  <a:gd name="connsiteY2" fmla="*/ 4927600 h 4927600"/>
                  <a:gd name="connsiteX3" fmla="*/ 25400 w 2292087"/>
                  <a:gd name="connsiteY3" fmla="*/ 4927600 h 4927600"/>
                  <a:gd name="connsiteX4" fmla="*/ 0 w 2292087"/>
                  <a:gd name="connsiteY4" fmla="*/ 0 h 4927600"/>
                  <a:gd name="connsiteX0" fmla="*/ 0 w 2432116"/>
                  <a:gd name="connsiteY0" fmla="*/ 0 h 4927600"/>
                  <a:gd name="connsiteX1" fmla="*/ 227920 w 2432116"/>
                  <a:gd name="connsiteY1" fmla="*/ 0 h 4927600"/>
                  <a:gd name="connsiteX2" fmla="*/ 469220 w 2432116"/>
                  <a:gd name="connsiteY2" fmla="*/ 4927600 h 4927600"/>
                  <a:gd name="connsiteX3" fmla="*/ 25400 w 2432116"/>
                  <a:gd name="connsiteY3" fmla="*/ 4927600 h 4927600"/>
                  <a:gd name="connsiteX4" fmla="*/ 0 w 2432116"/>
                  <a:gd name="connsiteY4" fmla="*/ 0 h 4927600"/>
                  <a:gd name="connsiteX0" fmla="*/ 0 w 2432116"/>
                  <a:gd name="connsiteY0" fmla="*/ 0 h 4927600"/>
                  <a:gd name="connsiteX1" fmla="*/ 227920 w 2432116"/>
                  <a:gd name="connsiteY1" fmla="*/ 0 h 4927600"/>
                  <a:gd name="connsiteX2" fmla="*/ 469220 w 2432116"/>
                  <a:gd name="connsiteY2" fmla="*/ 4927600 h 4927600"/>
                  <a:gd name="connsiteX3" fmla="*/ 0 w 2432116"/>
                  <a:gd name="connsiteY3" fmla="*/ 0 h 4927600"/>
                  <a:gd name="connsiteX0" fmla="*/ 0 w 2242764"/>
                  <a:gd name="connsiteY0" fmla="*/ 0 h 4991100"/>
                  <a:gd name="connsiteX1" fmla="*/ 227920 w 2242764"/>
                  <a:gd name="connsiteY1" fmla="*/ 0 h 4991100"/>
                  <a:gd name="connsiteX2" fmla="*/ 202520 w 2242764"/>
                  <a:gd name="connsiteY2" fmla="*/ 4991100 h 4991100"/>
                  <a:gd name="connsiteX3" fmla="*/ 0 w 2242764"/>
                  <a:gd name="connsiteY3" fmla="*/ 0 h 4991100"/>
                  <a:gd name="connsiteX0" fmla="*/ 0 w 2377465"/>
                  <a:gd name="connsiteY0" fmla="*/ 0 h 4991100"/>
                  <a:gd name="connsiteX1" fmla="*/ 227920 w 2377465"/>
                  <a:gd name="connsiteY1" fmla="*/ 0 h 4991100"/>
                  <a:gd name="connsiteX2" fmla="*/ 202520 w 2377465"/>
                  <a:gd name="connsiteY2" fmla="*/ 4991100 h 4991100"/>
                  <a:gd name="connsiteX3" fmla="*/ 0 w 2377465"/>
                  <a:gd name="connsiteY3" fmla="*/ 0 h 4991100"/>
                  <a:gd name="connsiteX0" fmla="*/ 0 w 2183866"/>
                  <a:gd name="connsiteY0" fmla="*/ 0 h 4991100"/>
                  <a:gd name="connsiteX1" fmla="*/ 227920 w 2183866"/>
                  <a:gd name="connsiteY1" fmla="*/ 0 h 4991100"/>
                  <a:gd name="connsiteX2" fmla="*/ 202520 w 2183866"/>
                  <a:gd name="connsiteY2" fmla="*/ 4991100 h 4991100"/>
                  <a:gd name="connsiteX3" fmla="*/ 0 w 2183866"/>
                  <a:gd name="connsiteY3" fmla="*/ 0 h 4991100"/>
                  <a:gd name="connsiteX0" fmla="*/ 0 w 2415273"/>
                  <a:gd name="connsiteY0" fmla="*/ 0 h 4991100"/>
                  <a:gd name="connsiteX1" fmla="*/ 227920 w 2415273"/>
                  <a:gd name="connsiteY1" fmla="*/ 0 h 4991100"/>
                  <a:gd name="connsiteX2" fmla="*/ 202520 w 2415273"/>
                  <a:gd name="connsiteY2" fmla="*/ 4991100 h 4991100"/>
                  <a:gd name="connsiteX3" fmla="*/ 0 w 2415273"/>
                  <a:gd name="connsiteY3" fmla="*/ 0 h 4991100"/>
                  <a:gd name="connsiteX0" fmla="*/ 0 w 2393163"/>
                  <a:gd name="connsiteY0" fmla="*/ 0 h 4991100"/>
                  <a:gd name="connsiteX1" fmla="*/ 227920 w 2393163"/>
                  <a:gd name="connsiteY1" fmla="*/ 0 h 4991100"/>
                  <a:gd name="connsiteX2" fmla="*/ 202520 w 2393163"/>
                  <a:gd name="connsiteY2" fmla="*/ 4991100 h 4991100"/>
                  <a:gd name="connsiteX3" fmla="*/ 0 w 2393163"/>
                  <a:gd name="connsiteY3" fmla="*/ 0 h 4991100"/>
                  <a:gd name="connsiteX0" fmla="*/ 0 w 2376234"/>
                  <a:gd name="connsiteY0" fmla="*/ 0 h 4991100"/>
                  <a:gd name="connsiteX1" fmla="*/ 227920 w 2376234"/>
                  <a:gd name="connsiteY1" fmla="*/ 0 h 4991100"/>
                  <a:gd name="connsiteX2" fmla="*/ 202520 w 2376234"/>
                  <a:gd name="connsiteY2" fmla="*/ 4991100 h 4991100"/>
                  <a:gd name="connsiteX3" fmla="*/ 0 w 2376234"/>
                  <a:gd name="connsiteY3" fmla="*/ 0 h 4991100"/>
                  <a:gd name="connsiteX0" fmla="*/ 0 w 2336126"/>
                  <a:gd name="connsiteY0" fmla="*/ 0 h 5032845"/>
                  <a:gd name="connsiteX1" fmla="*/ 227920 w 2336126"/>
                  <a:gd name="connsiteY1" fmla="*/ 0 h 5032845"/>
                  <a:gd name="connsiteX2" fmla="*/ 2336119 w 2336126"/>
                  <a:gd name="connsiteY2" fmla="*/ 2667000 h 5032845"/>
                  <a:gd name="connsiteX3" fmla="*/ 202520 w 2336126"/>
                  <a:gd name="connsiteY3" fmla="*/ 4991100 h 5032845"/>
                  <a:gd name="connsiteX4" fmla="*/ 0 w 2336126"/>
                  <a:gd name="connsiteY4" fmla="*/ 0 h 5032845"/>
                  <a:gd name="connsiteX0" fmla="*/ 0 w 2362479"/>
                  <a:gd name="connsiteY0" fmla="*/ 0 h 5062002"/>
                  <a:gd name="connsiteX1" fmla="*/ 227920 w 2362479"/>
                  <a:gd name="connsiteY1" fmla="*/ 0 h 5062002"/>
                  <a:gd name="connsiteX2" fmla="*/ 2336119 w 2362479"/>
                  <a:gd name="connsiteY2" fmla="*/ 2667000 h 5062002"/>
                  <a:gd name="connsiteX3" fmla="*/ 202520 w 2362479"/>
                  <a:gd name="connsiteY3" fmla="*/ 4991100 h 5062002"/>
                  <a:gd name="connsiteX4" fmla="*/ 0 w 2362479"/>
                  <a:gd name="connsiteY4" fmla="*/ 0 h 5062002"/>
                  <a:gd name="connsiteX0" fmla="*/ 0 w 2336295"/>
                  <a:gd name="connsiteY0" fmla="*/ 0 h 5023497"/>
                  <a:gd name="connsiteX1" fmla="*/ 227920 w 2336295"/>
                  <a:gd name="connsiteY1" fmla="*/ 0 h 5023497"/>
                  <a:gd name="connsiteX2" fmla="*/ 2336119 w 2336295"/>
                  <a:gd name="connsiteY2" fmla="*/ 2667000 h 5023497"/>
                  <a:gd name="connsiteX3" fmla="*/ 202520 w 2336295"/>
                  <a:gd name="connsiteY3" fmla="*/ 4991100 h 5023497"/>
                  <a:gd name="connsiteX4" fmla="*/ 0 w 2336295"/>
                  <a:gd name="connsiteY4" fmla="*/ 0 h 5023497"/>
                  <a:gd name="connsiteX0" fmla="*/ 0 w 2364904"/>
                  <a:gd name="connsiteY0" fmla="*/ 0 h 4991100"/>
                  <a:gd name="connsiteX1" fmla="*/ 227920 w 2364904"/>
                  <a:gd name="connsiteY1" fmla="*/ 0 h 4991100"/>
                  <a:gd name="connsiteX2" fmla="*/ 2336119 w 2364904"/>
                  <a:gd name="connsiteY2" fmla="*/ 2667000 h 4991100"/>
                  <a:gd name="connsiteX3" fmla="*/ 202520 w 2364904"/>
                  <a:gd name="connsiteY3" fmla="*/ 4991100 h 4991100"/>
                  <a:gd name="connsiteX4" fmla="*/ 0 w 2364904"/>
                  <a:gd name="connsiteY4" fmla="*/ 0 h 4991100"/>
                  <a:gd name="connsiteX0" fmla="*/ 0 w 2364904"/>
                  <a:gd name="connsiteY0" fmla="*/ 0 h 4991100"/>
                  <a:gd name="connsiteX1" fmla="*/ 227920 w 2364904"/>
                  <a:gd name="connsiteY1" fmla="*/ 0 h 4991100"/>
                  <a:gd name="connsiteX2" fmla="*/ 2336119 w 2364904"/>
                  <a:gd name="connsiteY2" fmla="*/ 2667000 h 4991100"/>
                  <a:gd name="connsiteX3" fmla="*/ 202520 w 2364904"/>
                  <a:gd name="connsiteY3" fmla="*/ 4991100 h 4991100"/>
                  <a:gd name="connsiteX4" fmla="*/ 0 w 2364904"/>
                  <a:gd name="connsiteY4" fmla="*/ 0 h 4991100"/>
                  <a:gd name="connsiteX0" fmla="*/ 0 w 2364904"/>
                  <a:gd name="connsiteY0" fmla="*/ 0 h 4991100"/>
                  <a:gd name="connsiteX1" fmla="*/ 227920 w 2364904"/>
                  <a:gd name="connsiteY1" fmla="*/ 0 h 4991100"/>
                  <a:gd name="connsiteX2" fmla="*/ 2336119 w 2364904"/>
                  <a:gd name="connsiteY2" fmla="*/ 2667000 h 4991100"/>
                  <a:gd name="connsiteX3" fmla="*/ 202520 w 2364904"/>
                  <a:gd name="connsiteY3" fmla="*/ 4991100 h 4991100"/>
                  <a:gd name="connsiteX4" fmla="*/ 0 w 2364904"/>
                  <a:gd name="connsiteY4" fmla="*/ 0 h 4991100"/>
                  <a:gd name="connsiteX0" fmla="*/ 0 w 2364904"/>
                  <a:gd name="connsiteY0" fmla="*/ 0 h 4991100"/>
                  <a:gd name="connsiteX1" fmla="*/ 227920 w 2364904"/>
                  <a:gd name="connsiteY1" fmla="*/ 0 h 4991100"/>
                  <a:gd name="connsiteX2" fmla="*/ 2336119 w 2364904"/>
                  <a:gd name="connsiteY2" fmla="*/ 2667000 h 4991100"/>
                  <a:gd name="connsiteX3" fmla="*/ 202520 w 2364904"/>
                  <a:gd name="connsiteY3" fmla="*/ 4991100 h 4991100"/>
                  <a:gd name="connsiteX4" fmla="*/ 0 w 2364904"/>
                  <a:gd name="connsiteY4" fmla="*/ 0 h 4991100"/>
                  <a:gd name="connsiteX0" fmla="*/ 0 w 2364904"/>
                  <a:gd name="connsiteY0" fmla="*/ 0 h 4991100"/>
                  <a:gd name="connsiteX1" fmla="*/ 227920 w 2364904"/>
                  <a:gd name="connsiteY1" fmla="*/ 0 h 4991100"/>
                  <a:gd name="connsiteX2" fmla="*/ 2336119 w 2364904"/>
                  <a:gd name="connsiteY2" fmla="*/ 2667000 h 4991100"/>
                  <a:gd name="connsiteX3" fmla="*/ 202520 w 2364904"/>
                  <a:gd name="connsiteY3" fmla="*/ 4991100 h 4991100"/>
                  <a:gd name="connsiteX4" fmla="*/ 0 w 2364904"/>
                  <a:gd name="connsiteY4" fmla="*/ 0 h 4991100"/>
                  <a:gd name="connsiteX0" fmla="*/ 0 w 2364904"/>
                  <a:gd name="connsiteY0" fmla="*/ 76200 h 5067300"/>
                  <a:gd name="connsiteX1" fmla="*/ 812120 w 2364904"/>
                  <a:gd name="connsiteY1" fmla="*/ 0 h 5067300"/>
                  <a:gd name="connsiteX2" fmla="*/ 2336119 w 2364904"/>
                  <a:gd name="connsiteY2" fmla="*/ 2743200 h 5067300"/>
                  <a:gd name="connsiteX3" fmla="*/ 202520 w 2364904"/>
                  <a:gd name="connsiteY3" fmla="*/ 5067300 h 5067300"/>
                  <a:gd name="connsiteX4" fmla="*/ 0 w 2364904"/>
                  <a:gd name="connsiteY4" fmla="*/ 76200 h 5067300"/>
                  <a:gd name="connsiteX0" fmla="*/ 0 w 2290454"/>
                  <a:gd name="connsiteY0" fmla="*/ 76200 h 5067300"/>
                  <a:gd name="connsiteX1" fmla="*/ 812120 w 2290454"/>
                  <a:gd name="connsiteY1" fmla="*/ 0 h 5067300"/>
                  <a:gd name="connsiteX2" fmla="*/ 2247219 w 2290454"/>
                  <a:gd name="connsiteY2" fmla="*/ 2641600 h 5067300"/>
                  <a:gd name="connsiteX3" fmla="*/ 202520 w 2290454"/>
                  <a:gd name="connsiteY3" fmla="*/ 5067300 h 5067300"/>
                  <a:gd name="connsiteX4" fmla="*/ 0 w 2290454"/>
                  <a:gd name="connsiteY4" fmla="*/ 76200 h 5067300"/>
                  <a:gd name="connsiteX0" fmla="*/ 0 w 2426718"/>
                  <a:gd name="connsiteY0" fmla="*/ 76200 h 4927600"/>
                  <a:gd name="connsiteX1" fmla="*/ 812120 w 2426718"/>
                  <a:gd name="connsiteY1" fmla="*/ 0 h 4927600"/>
                  <a:gd name="connsiteX2" fmla="*/ 2247219 w 2426718"/>
                  <a:gd name="connsiteY2" fmla="*/ 2641600 h 4927600"/>
                  <a:gd name="connsiteX3" fmla="*/ 672420 w 2426718"/>
                  <a:gd name="connsiteY3" fmla="*/ 4927600 h 4927600"/>
                  <a:gd name="connsiteX4" fmla="*/ 0 w 2426718"/>
                  <a:gd name="connsiteY4" fmla="*/ 76200 h 4927600"/>
                  <a:gd name="connsiteX0" fmla="*/ 0 w 2285653"/>
                  <a:gd name="connsiteY0" fmla="*/ 76200 h 4927600"/>
                  <a:gd name="connsiteX1" fmla="*/ 812120 w 2285653"/>
                  <a:gd name="connsiteY1" fmla="*/ 0 h 4927600"/>
                  <a:gd name="connsiteX2" fmla="*/ 2247219 w 2285653"/>
                  <a:gd name="connsiteY2" fmla="*/ 2641600 h 4927600"/>
                  <a:gd name="connsiteX3" fmla="*/ 672420 w 2285653"/>
                  <a:gd name="connsiteY3" fmla="*/ 4927600 h 4927600"/>
                  <a:gd name="connsiteX4" fmla="*/ 0 w 2285653"/>
                  <a:gd name="connsiteY4" fmla="*/ 76200 h 4927600"/>
                  <a:gd name="connsiteX0" fmla="*/ 0 w 1663353"/>
                  <a:gd name="connsiteY0" fmla="*/ 0 h 4927600"/>
                  <a:gd name="connsiteX1" fmla="*/ 189820 w 1663353"/>
                  <a:gd name="connsiteY1" fmla="*/ 0 h 4927600"/>
                  <a:gd name="connsiteX2" fmla="*/ 1624919 w 1663353"/>
                  <a:gd name="connsiteY2" fmla="*/ 2641600 h 4927600"/>
                  <a:gd name="connsiteX3" fmla="*/ 50120 w 1663353"/>
                  <a:gd name="connsiteY3" fmla="*/ 4927600 h 4927600"/>
                  <a:gd name="connsiteX4" fmla="*/ 0 w 1663353"/>
                  <a:gd name="connsiteY4" fmla="*/ 0 h 4927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63353" h="4927600">
                    <a:moveTo>
                      <a:pt x="0" y="0"/>
                    </a:moveTo>
                    <a:lnTo>
                      <a:pt x="189820" y="0"/>
                    </a:lnTo>
                    <a:cubicBezTo>
                      <a:pt x="307030" y="1559982"/>
                      <a:pt x="1271738" y="1497693"/>
                      <a:pt x="1624919" y="2641600"/>
                    </a:cubicBezTo>
                    <a:cubicBezTo>
                      <a:pt x="1646086" y="2851150"/>
                      <a:pt x="2001573" y="4747683"/>
                      <a:pt x="50120" y="492760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ectangle 3">
                <a:extLst>
                  <a:ext uri="{FF2B5EF4-FFF2-40B4-BE49-F238E27FC236}">
                    <a16:creationId xmlns:a16="http://schemas.microsoft.com/office/drawing/2014/main" id="{2A629C06-7FC4-37E2-192B-57A9ED858DF8}"/>
                  </a:ext>
                </a:extLst>
              </p:cNvPr>
              <p:cNvSpPr/>
              <p:nvPr/>
            </p:nvSpPr>
            <p:spPr>
              <a:xfrm flipH="1">
                <a:off x="-426669" y="1320800"/>
                <a:ext cx="1663353" cy="4927600"/>
              </a:xfrm>
              <a:custGeom>
                <a:avLst/>
                <a:gdLst>
                  <a:gd name="connsiteX0" fmla="*/ 0 w 443820"/>
                  <a:gd name="connsiteY0" fmla="*/ 0 h 4902200"/>
                  <a:gd name="connsiteX1" fmla="*/ 443820 w 443820"/>
                  <a:gd name="connsiteY1" fmla="*/ 0 h 4902200"/>
                  <a:gd name="connsiteX2" fmla="*/ 443820 w 443820"/>
                  <a:gd name="connsiteY2" fmla="*/ 4902200 h 4902200"/>
                  <a:gd name="connsiteX3" fmla="*/ 0 w 443820"/>
                  <a:gd name="connsiteY3" fmla="*/ 4902200 h 4902200"/>
                  <a:gd name="connsiteX4" fmla="*/ 0 w 443820"/>
                  <a:gd name="connsiteY4" fmla="*/ 0 h 4902200"/>
                  <a:gd name="connsiteX0" fmla="*/ 0 w 469220"/>
                  <a:gd name="connsiteY0" fmla="*/ 0 h 4927600"/>
                  <a:gd name="connsiteX1" fmla="*/ 469220 w 469220"/>
                  <a:gd name="connsiteY1" fmla="*/ 25400 h 4927600"/>
                  <a:gd name="connsiteX2" fmla="*/ 469220 w 469220"/>
                  <a:gd name="connsiteY2" fmla="*/ 4927600 h 4927600"/>
                  <a:gd name="connsiteX3" fmla="*/ 25400 w 469220"/>
                  <a:gd name="connsiteY3" fmla="*/ 4927600 h 4927600"/>
                  <a:gd name="connsiteX4" fmla="*/ 0 w 469220"/>
                  <a:gd name="connsiteY4" fmla="*/ 0 h 4927600"/>
                  <a:gd name="connsiteX0" fmla="*/ 0 w 469220"/>
                  <a:gd name="connsiteY0" fmla="*/ 0 h 4927600"/>
                  <a:gd name="connsiteX1" fmla="*/ 227920 w 469220"/>
                  <a:gd name="connsiteY1" fmla="*/ 0 h 4927600"/>
                  <a:gd name="connsiteX2" fmla="*/ 469220 w 469220"/>
                  <a:gd name="connsiteY2" fmla="*/ 4927600 h 4927600"/>
                  <a:gd name="connsiteX3" fmla="*/ 25400 w 469220"/>
                  <a:gd name="connsiteY3" fmla="*/ 4927600 h 4927600"/>
                  <a:gd name="connsiteX4" fmla="*/ 0 w 469220"/>
                  <a:gd name="connsiteY4" fmla="*/ 0 h 4927600"/>
                  <a:gd name="connsiteX0" fmla="*/ 0 w 2292087"/>
                  <a:gd name="connsiteY0" fmla="*/ 0 h 4927600"/>
                  <a:gd name="connsiteX1" fmla="*/ 227920 w 2292087"/>
                  <a:gd name="connsiteY1" fmla="*/ 0 h 4927600"/>
                  <a:gd name="connsiteX2" fmla="*/ 469220 w 2292087"/>
                  <a:gd name="connsiteY2" fmla="*/ 4927600 h 4927600"/>
                  <a:gd name="connsiteX3" fmla="*/ 25400 w 2292087"/>
                  <a:gd name="connsiteY3" fmla="*/ 4927600 h 4927600"/>
                  <a:gd name="connsiteX4" fmla="*/ 0 w 2292087"/>
                  <a:gd name="connsiteY4" fmla="*/ 0 h 4927600"/>
                  <a:gd name="connsiteX0" fmla="*/ 0 w 2432116"/>
                  <a:gd name="connsiteY0" fmla="*/ 0 h 4927600"/>
                  <a:gd name="connsiteX1" fmla="*/ 227920 w 2432116"/>
                  <a:gd name="connsiteY1" fmla="*/ 0 h 4927600"/>
                  <a:gd name="connsiteX2" fmla="*/ 469220 w 2432116"/>
                  <a:gd name="connsiteY2" fmla="*/ 4927600 h 4927600"/>
                  <a:gd name="connsiteX3" fmla="*/ 25400 w 2432116"/>
                  <a:gd name="connsiteY3" fmla="*/ 4927600 h 4927600"/>
                  <a:gd name="connsiteX4" fmla="*/ 0 w 2432116"/>
                  <a:gd name="connsiteY4" fmla="*/ 0 h 4927600"/>
                  <a:gd name="connsiteX0" fmla="*/ 0 w 2432116"/>
                  <a:gd name="connsiteY0" fmla="*/ 0 h 4927600"/>
                  <a:gd name="connsiteX1" fmla="*/ 227920 w 2432116"/>
                  <a:gd name="connsiteY1" fmla="*/ 0 h 4927600"/>
                  <a:gd name="connsiteX2" fmla="*/ 469220 w 2432116"/>
                  <a:gd name="connsiteY2" fmla="*/ 4927600 h 4927600"/>
                  <a:gd name="connsiteX3" fmla="*/ 0 w 2432116"/>
                  <a:gd name="connsiteY3" fmla="*/ 0 h 4927600"/>
                  <a:gd name="connsiteX0" fmla="*/ 0 w 2242764"/>
                  <a:gd name="connsiteY0" fmla="*/ 0 h 4991100"/>
                  <a:gd name="connsiteX1" fmla="*/ 227920 w 2242764"/>
                  <a:gd name="connsiteY1" fmla="*/ 0 h 4991100"/>
                  <a:gd name="connsiteX2" fmla="*/ 202520 w 2242764"/>
                  <a:gd name="connsiteY2" fmla="*/ 4991100 h 4991100"/>
                  <a:gd name="connsiteX3" fmla="*/ 0 w 2242764"/>
                  <a:gd name="connsiteY3" fmla="*/ 0 h 4991100"/>
                  <a:gd name="connsiteX0" fmla="*/ 0 w 2377465"/>
                  <a:gd name="connsiteY0" fmla="*/ 0 h 4991100"/>
                  <a:gd name="connsiteX1" fmla="*/ 227920 w 2377465"/>
                  <a:gd name="connsiteY1" fmla="*/ 0 h 4991100"/>
                  <a:gd name="connsiteX2" fmla="*/ 202520 w 2377465"/>
                  <a:gd name="connsiteY2" fmla="*/ 4991100 h 4991100"/>
                  <a:gd name="connsiteX3" fmla="*/ 0 w 2377465"/>
                  <a:gd name="connsiteY3" fmla="*/ 0 h 4991100"/>
                  <a:gd name="connsiteX0" fmla="*/ 0 w 2183866"/>
                  <a:gd name="connsiteY0" fmla="*/ 0 h 4991100"/>
                  <a:gd name="connsiteX1" fmla="*/ 227920 w 2183866"/>
                  <a:gd name="connsiteY1" fmla="*/ 0 h 4991100"/>
                  <a:gd name="connsiteX2" fmla="*/ 202520 w 2183866"/>
                  <a:gd name="connsiteY2" fmla="*/ 4991100 h 4991100"/>
                  <a:gd name="connsiteX3" fmla="*/ 0 w 2183866"/>
                  <a:gd name="connsiteY3" fmla="*/ 0 h 4991100"/>
                  <a:gd name="connsiteX0" fmla="*/ 0 w 2415273"/>
                  <a:gd name="connsiteY0" fmla="*/ 0 h 4991100"/>
                  <a:gd name="connsiteX1" fmla="*/ 227920 w 2415273"/>
                  <a:gd name="connsiteY1" fmla="*/ 0 h 4991100"/>
                  <a:gd name="connsiteX2" fmla="*/ 202520 w 2415273"/>
                  <a:gd name="connsiteY2" fmla="*/ 4991100 h 4991100"/>
                  <a:gd name="connsiteX3" fmla="*/ 0 w 2415273"/>
                  <a:gd name="connsiteY3" fmla="*/ 0 h 4991100"/>
                  <a:gd name="connsiteX0" fmla="*/ 0 w 2393163"/>
                  <a:gd name="connsiteY0" fmla="*/ 0 h 4991100"/>
                  <a:gd name="connsiteX1" fmla="*/ 227920 w 2393163"/>
                  <a:gd name="connsiteY1" fmla="*/ 0 h 4991100"/>
                  <a:gd name="connsiteX2" fmla="*/ 202520 w 2393163"/>
                  <a:gd name="connsiteY2" fmla="*/ 4991100 h 4991100"/>
                  <a:gd name="connsiteX3" fmla="*/ 0 w 2393163"/>
                  <a:gd name="connsiteY3" fmla="*/ 0 h 4991100"/>
                  <a:gd name="connsiteX0" fmla="*/ 0 w 2376234"/>
                  <a:gd name="connsiteY0" fmla="*/ 0 h 4991100"/>
                  <a:gd name="connsiteX1" fmla="*/ 227920 w 2376234"/>
                  <a:gd name="connsiteY1" fmla="*/ 0 h 4991100"/>
                  <a:gd name="connsiteX2" fmla="*/ 202520 w 2376234"/>
                  <a:gd name="connsiteY2" fmla="*/ 4991100 h 4991100"/>
                  <a:gd name="connsiteX3" fmla="*/ 0 w 2376234"/>
                  <a:gd name="connsiteY3" fmla="*/ 0 h 4991100"/>
                  <a:gd name="connsiteX0" fmla="*/ 0 w 2336126"/>
                  <a:gd name="connsiteY0" fmla="*/ 0 h 5032845"/>
                  <a:gd name="connsiteX1" fmla="*/ 227920 w 2336126"/>
                  <a:gd name="connsiteY1" fmla="*/ 0 h 5032845"/>
                  <a:gd name="connsiteX2" fmla="*/ 2336119 w 2336126"/>
                  <a:gd name="connsiteY2" fmla="*/ 2667000 h 5032845"/>
                  <a:gd name="connsiteX3" fmla="*/ 202520 w 2336126"/>
                  <a:gd name="connsiteY3" fmla="*/ 4991100 h 5032845"/>
                  <a:gd name="connsiteX4" fmla="*/ 0 w 2336126"/>
                  <a:gd name="connsiteY4" fmla="*/ 0 h 5032845"/>
                  <a:gd name="connsiteX0" fmla="*/ 0 w 2362479"/>
                  <a:gd name="connsiteY0" fmla="*/ 0 h 5062002"/>
                  <a:gd name="connsiteX1" fmla="*/ 227920 w 2362479"/>
                  <a:gd name="connsiteY1" fmla="*/ 0 h 5062002"/>
                  <a:gd name="connsiteX2" fmla="*/ 2336119 w 2362479"/>
                  <a:gd name="connsiteY2" fmla="*/ 2667000 h 5062002"/>
                  <a:gd name="connsiteX3" fmla="*/ 202520 w 2362479"/>
                  <a:gd name="connsiteY3" fmla="*/ 4991100 h 5062002"/>
                  <a:gd name="connsiteX4" fmla="*/ 0 w 2362479"/>
                  <a:gd name="connsiteY4" fmla="*/ 0 h 5062002"/>
                  <a:gd name="connsiteX0" fmla="*/ 0 w 2336295"/>
                  <a:gd name="connsiteY0" fmla="*/ 0 h 5023497"/>
                  <a:gd name="connsiteX1" fmla="*/ 227920 w 2336295"/>
                  <a:gd name="connsiteY1" fmla="*/ 0 h 5023497"/>
                  <a:gd name="connsiteX2" fmla="*/ 2336119 w 2336295"/>
                  <a:gd name="connsiteY2" fmla="*/ 2667000 h 5023497"/>
                  <a:gd name="connsiteX3" fmla="*/ 202520 w 2336295"/>
                  <a:gd name="connsiteY3" fmla="*/ 4991100 h 5023497"/>
                  <a:gd name="connsiteX4" fmla="*/ 0 w 2336295"/>
                  <a:gd name="connsiteY4" fmla="*/ 0 h 5023497"/>
                  <a:gd name="connsiteX0" fmla="*/ 0 w 2364904"/>
                  <a:gd name="connsiteY0" fmla="*/ 0 h 4991100"/>
                  <a:gd name="connsiteX1" fmla="*/ 227920 w 2364904"/>
                  <a:gd name="connsiteY1" fmla="*/ 0 h 4991100"/>
                  <a:gd name="connsiteX2" fmla="*/ 2336119 w 2364904"/>
                  <a:gd name="connsiteY2" fmla="*/ 2667000 h 4991100"/>
                  <a:gd name="connsiteX3" fmla="*/ 202520 w 2364904"/>
                  <a:gd name="connsiteY3" fmla="*/ 4991100 h 4991100"/>
                  <a:gd name="connsiteX4" fmla="*/ 0 w 2364904"/>
                  <a:gd name="connsiteY4" fmla="*/ 0 h 4991100"/>
                  <a:gd name="connsiteX0" fmla="*/ 0 w 2364904"/>
                  <a:gd name="connsiteY0" fmla="*/ 0 h 4991100"/>
                  <a:gd name="connsiteX1" fmla="*/ 227920 w 2364904"/>
                  <a:gd name="connsiteY1" fmla="*/ 0 h 4991100"/>
                  <a:gd name="connsiteX2" fmla="*/ 2336119 w 2364904"/>
                  <a:gd name="connsiteY2" fmla="*/ 2667000 h 4991100"/>
                  <a:gd name="connsiteX3" fmla="*/ 202520 w 2364904"/>
                  <a:gd name="connsiteY3" fmla="*/ 4991100 h 4991100"/>
                  <a:gd name="connsiteX4" fmla="*/ 0 w 2364904"/>
                  <a:gd name="connsiteY4" fmla="*/ 0 h 4991100"/>
                  <a:gd name="connsiteX0" fmla="*/ 0 w 2364904"/>
                  <a:gd name="connsiteY0" fmla="*/ 0 h 4991100"/>
                  <a:gd name="connsiteX1" fmla="*/ 227920 w 2364904"/>
                  <a:gd name="connsiteY1" fmla="*/ 0 h 4991100"/>
                  <a:gd name="connsiteX2" fmla="*/ 2336119 w 2364904"/>
                  <a:gd name="connsiteY2" fmla="*/ 2667000 h 4991100"/>
                  <a:gd name="connsiteX3" fmla="*/ 202520 w 2364904"/>
                  <a:gd name="connsiteY3" fmla="*/ 4991100 h 4991100"/>
                  <a:gd name="connsiteX4" fmla="*/ 0 w 2364904"/>
                  <a:gd name="connsiteY4" fmla="*/ 0 h 4991100"/>
                  <a:gd name="connsiteX0" fmla="*/ 0 w 2364904"/>
                  <a:gd name="connsiteY0" fmla="*/ 0 h 4991100"/>
                  <a:gd name="connsiteX1" fmla="*/ 227920 w 2364904"/>
                  <a:gd name="connsiteY1" fmla="*/ 0 h 4991100"/>
                  <a:gd name="connsiteX2" fmla="*/ 2336119 w 2364904"/>
                  <a:gd name="connsiteY2" fmla="*/ 2667000 h 4991100"/>
                  <a:gd name="connsiteX3" fmla="*/ 202520 w 2364904"/>
                  <a:gd name="connsiteY3" fmla="*/ 4991100 h 4991100"/>
                  <a:gd name="connsiteX4" fmla="*/ 0 w 2364904"/>
                  <a:gd name="connsiteY4" fmla="*/ 0 h 4991100"/>
                  <a:gd name="connsiteX0" fmla="*/ 0 w 2364904"/>
                  <a:gd name="connsiteY0" fmla="*/ 0 h 4991100"/>
                  <a:gd name="connsiteX1" fmla="*/ 227920 w 2364904"/>
                  <a:gd name="connsiteY1" fmla="*/ 0 h 4991100"/>
                  <a:gd name="connsiteX2" fmla="*/ 2336119 w 2364904"/>
                  <a:gd name="connsiteY2" fmla="*/ 2667000 h 4991100"/>
                  <a:gd name="connsiteX3" fmla="*/ 202520 w 2364904"/>
                  <a:gd name="connsiteY3" fmla="*/ 4991100 h 4991100"/>
                  <a:gd name="connsiteX4" fmla="*/ 0 w 2364904"/>
                  <a:gd name="connsiteY4" fmla="*/ 0 h 4991100"/>
                  <a:gd name="connsiteX0" fmla="*/ 0 w 2364904"/>
                  <a:gd name="connsiteY0" fmla="*/ 76200 h 5067300"/>
                  <a:gd name="connsiteX1" fmla="*/ 812120 w 2364904"/>
                  <a:gd name="connsiteY1" fmla="*/ 0 h 5067300"/>
                  <a:gd name="connsiteX2" fmla="*/ 2336119 w 2364904"/>
                  <a:gd name="connsiteY2" fmla="*/ 2743200 h 5067300"/>
                  <a:gd name="connsiteX3" fmla="*/ 202520 w 2364904"/>
                  <a:gd name="connsiteY3" fmla="*/ 5067300 h 5067300"/>
                  <a:gd name="connsiteX4" fmla="*/ 0 w 2364904"/>
                  <a:gd name="connsiteY4" fmla="*/ 76200 h 5067300"/>
                  <a:gd name="connsiteX0" fmla="*/ 0 w 2290454"/>
                  <a:gd name="connsiteY0" fmla="*/ 76200 h 5067300"/>
                  <a:gd name="connsiteX1" fmla="*/ 812120 w 2290454"/>
                  <a:gd name="connsiteY1" fmla="*/ 0 h 5067300"/>
                  <a:gd name="connsiteX2" fmla="*/ 2247219 w 2290454"/>
                  <a:gd name="connsiteY2" fmla="*/ 2641600 h 5067300"/>
                  <a:gd name="connsiteX3" fmla="*/ 202520 w 2290454"/>
                  <a:gd name="connsiteY3" fmla="*/ 5067300 h 5067300"/>
                  <a:gd name="connsiteX4" fmla="*/ 0 w 2290454"/>
                  <a:gd name="connsiteY4" fmla="*/ 76200 h 5067300"/>
                  <a:gd name="connsiteX0" fmla="*/ 0 w 2426718"/>
                  <a:gd name="connsiteY0" fmla="*/ 76200 h 4927600"/>
                  <a:gd name="connsiteX1" fmla="*/ 812120 w 2426718"/>
                  <a:gd name="connsiteY1" fmla="*/ 0 h 4927600"/>
                  <a:gd name="connsiteX2" fmla="*/ 2247219 w 2426718"/>
                  <a:gd name="connsiteY2" fmla="*/ 2641600 h 4927600"/>
                  <a:gd name="connsiteX3" fmla="*/ 672420 w 2426718"/>
                  <a:gd name="connsiteY3" fmla="*/ 4927600 h 4927600"/>
                  <a:gd name="connsiteX4" fmla="*/ 0 w 2426718"/>
                  <a:gd name="connsiteY4" fmla="*/ 76200 h 4927600"/>
                  <a:gd name="connsiteX0" fmla="*/ 0 w 2285653"/>
                  <a:gd name="connsiteY0" fmla="*/ 76200 h 4927600"/>
                  <a:gd name="connsiteX1" fmla="*/ 812120 w 2285653"/>
                  <a:gd name="connsiteY1" fmla="*/ 0 h 4927600"/>
                  <a:gd name="connsiteX2" fmla="*/ 2247219 w 2285653"/>
                  <a:gd name="connsiteY2" fmla="*/ 2641600 h 4927600"/>
                  <a:gd name="connsiteX3" fmla="*/ 672420 w 2285653"/>
                  <a:gd name="connsiteY3" fmla="*/ 4927600 h 4927600"/>
                  <a:gd name="connsiteX4" fmla="*/ 0 w 2285653"/>
                  <a:gd name="connsiteY4" fmla="*/ 76200 h 4927600"/>
                  <a:gd name="connsiteX0" fmla="*/ 0 w 1663353"/>
                  <a:gd name="connsiteY0" fmla="*/ 0 h 4927600"/>
                  <a:gd name="connsiteX1" fmla="*/ 189820 w 1663353"/>
                  <a:gd name="connsiteY1" fmla="*/ 0 h 4927600"/>
                  <a:gd name="connsiteX2" fmla="*/ 1624919 w 1663353"/>
                  <a:gd name="connsiteY2" fmla="*/ 2641600 h 4927600"/>
                  <a:gd name="connsiteX3" fmla="*/ 50120 w 1663353"/>
                  <a:gd name="connsiteY3" fmla="*/ 4927600 h 4927600"/>
                  <a:gd name="connsiteX4" fmla="*/ 0 w 1663353"/>
                  <a:gd name="connsiteY4" fmla="*/ 0 h 4927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63353" h="4927600">
                    <a:moveTo>
                      <a:pt x="0" y="0"/>
                    </a:moveTo>
                    <a:lnTo>
                      <a:pt x="189820" y="0"/>
                    </a:lnTo>
                    <a:cubicBezTo>
                      <a:pt x="307030" y="1559982"/>
                      <a:pt x="1271738" y="1497693"/>
                      <a:pt x="1624919" y="2641600"/>
                    </a:cubicBezTo>
                    <a:cubicBezTo>
                      <a:pt x="1646086" y="2851150"/>
                      <a:pt x="2001573" y="4747683"/>
                      <a:pt x="50120" y="492760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27F9EAC-72C4-30D0-05F2-65039259E05A}"/>
                </a:ext>
              </a:extLst>
            </p:cNvPr>
            <p:cNvSpPr/>
            <p:nvPr/>
          </p:nvSpPr>
          <p:spPr>
            <a:xfrm>
              <a:off x="-2211723" y="1165594"/>
              <a:ext cx="1398901" cy="4927229"/>
            </a:xfrm>
            <a:custGeom>
              <a:avLst/>
              <a:gdLst>
                <a:gd name="connsiteX0" fmla="*/ 0 w 45719"/>
                <a:gd name="connsiteY0" fmla="*/ 0 h 4533900"/>
                <a:gd name="connsiteX1" fmla="*/ 45719 w 45719"/>
                <a:gd name="connsiteY1" fmla="*/ 0 h 4533900"/>
                <a:gd name="connsiteX2" fmla="*/ 45719 w 45719"/>
                <a:gd name="connsiteY2" fmla="*/ 4533900 h 4533900"/>
                <a:gd name="connsiteX3" fmla="*/ 0 w 45719"/>
                <a:gd name="connsiteY3" fmla="*/ 4533900 h 4533900"/>
                <a:gd name="connsiteX4" fmla="*/ 0 w 45719"/>
                <a:gd name="connsiteY4" fmla="*/ 0 h 4533900"/>
                <a:gd name="connsiteX0" fmla="*/ 0 w 58419"/>
                <a:gd name="connsiteY0" fmla="*/ 0 h 4762500"/>
                <a:gd name="connsiteX1" fmla="*/ 58419 w 58419"/>
                <a:gd name="connsiteY1" fmla="*/ 228600 h 4762500"/>
                <a:gd name="connsiteX2" fmla="*/ 58419 w 58419"/>
                <a:gd name="connsiteY2" fmla="*/ 4762500 h 4762500"/>
                <a:gd name="connsiteX3" fmla="*/ 12700 w 58419"/>
                <a:gd name="connsiteY3" fmla="*/ 4762500 h 4762500"/>
                <a:gd name="connsiteX4" fmla="*/ 0 w 58419"/>
                <a:gd name="connsiteY4" fmla="*/ 0 h 4762500"/>
                <a:gd name="connsiteX0" fmla="*/ 0 w 58419"/>
                <a:gd name="connsiteY0" fmla="*/ 0 h 4762500"/>
                <a:gd name="connsiteX1" fmla="*/ 58419 w 58419"/>
                <a:gd name="connsiteY1" fmla="*/ 4762500 h 4762500"/>
                <a:gd name="connsiteX2" fmla="*/ 12700 w 58419"/>
                <a:gd name="connsiteY2" fmla="*/ 4762500 h 4762500"/>
                <a:gd name="connsiteX3" fmla="*/ 0 w 58419"/>
                <a:gd name="connsiteY3" fmla="*/ 0 h 4762500"/>
                <a:gd name="connsiteX0" fmla="*/ 499545 w 557964"/>
                <a:gd name="connsiteY0" fmla="*/ 0 h 4762500"/>
                <a:gd name="connsiteX1" fmla="*/ 557964 w 557964"/>
                <a:gd name="connsiteY1" fmla="*/ 4762500 h 4762500"/>
                <a:gd name="connsiteX2" fmla="*/ 512245 w 557964"/>
                <a:gd name="connsiteY2" fmla="*/ 4762500 h 4762500"/>
                <a:gd name="connsiteX3" fmla="*/ 499545 w 557964"/>
                <a:gd name="connsiteY3" fmla="*/ 0 h 4762500"/>
                <a:gd name="connsiteX0" fmla="*/ 499545 w 1199081"/>
                <a:gd name="connsiteY0" fmla="*/ 0 h 4762500"/>
                <a:gd name="connsiteX1" fmla="*/ 557964 w 1199081"/>
                <a:gd name="connsiteY1" fmla="*/ 4762500 h 4762500"/>
                <a:gd name="connsiteX2" fmla="*/ 512245 w 1199081"/>
                <a:gd name="connsiteY2" fmla="*/ 4762500 h 4762500"/>
                <a:gd name="connsiteX3" fmla="*/ 499545 w 1199081"/>
                <a:gd name="connsiteY3" fmla="*/ 0 h 4762500"/>
                <a:gd name="connsiteX0" fmla="*/ 606857 w 1306393"/>
                <a:gd name="connsiteY0" fmla="*/ 0 h 4762500"/>
                <a:gd name="connsiteX1" fmla="*/ 665276 w 1306393"/>
                <a:gd name="connsiteY1" fmla="*/ 4762500 h 4762500"/>
                <a:gd name="connsiteX2" fmla="*/ 619557 w 1306393"/>
                <a:gd name="connsiteY2" fmla="*/ 4762500 h 4762500"/>
                <a:gd name="connsiteX3" fmla="*/ 606857 w 1306393"/>
                <a:gd name="connsiteY3" fmla="*/ 0 h 4762500"/>
                <a:gd name="connsiteX0" fmla="*/ 538581 w 1238117"/>
                <a:gd name="connsiteY0" fmla="*/ 0 h 4762500"/>
                <a:gd name="connsiteX1" fmla="*/ 597000 w 1238117"/>
                <a:gd name="connsiteY1" fmla="*/ 4762500 h 4762500"/>
                <a:gd name="connsiteX2" fmla="*/ 551281 w 1238117"/>
                <a:gd name="connsiteY2" fmla="*/ 4762500 h 4762500"/>
                <a:gd name="connsiteX3" fmla="*/ 538581 w 1238117"/>
                <a:gd name="connsiteY3" fmla="*/ 0 h 4762500"/>
                <a:gd name="connsiteX0" fmla="*/ 538581 w 1325306"/>
                <a:gd name="connsiteY0" fmla="*/ 0 h 4762500"/>
                <a:gd name="connsiteX1" fmla="*/ 597000 w 1325306"/>
                <a:gd name="connsiteY1" fmla="*/ 4762500 h 4762500"/>
                <a:gd name="connsiteX2" fmla="*/ 551281 w 1325306"/>
                <a:gd name="connsiteY2" fmla="*/ 4762500 h 4762500"/>
                <a:gd name="connsiteX3" fmla="*/ 538581 w 1325306"/>
                <a:gd name="connsiteY3" fmla="*/ 0 h 4762500"/>
                <a:gd name="connsiteX0" fmla="*/ 520791 w 1307516"/>
                <a:gd name="connsiteY0" fmla="*/ 0 h 4800600"/>
                <a:gd name="connsiteX1" fmla="*/ 579210 w 1307516"/>
                <a:gd name="connsiteY1" fmla="*/ 4762500 h 4800600"/>
                <a:gd name="connsiteX2" fmla="*/ 558891 w 1307516"/>
                <a:gd name="connsiteY2" fmla="*/ 4800600 h 4800600"/>
                <a:gd name="connsiteX3" fmla="*/ 520791 w 1307516"/>
                <a:gd name="connsiteY3" fmla="*/ 0 h 4800600"/>
                <a:gd name="connsiteX0" fmla="*/ 0 w 786725"/>
                <a:gd name="connsiteY0" fmla="*/ 0 h 4762500"/>
                <a:gd name="connsiteX1" fmla="*/ 58419 w 786725"/>
                <a:gd name="connsiteY1" fmla="*/ 4762500 h 4762500"/>
                <a:gd name="connsiteX2" fmla="*/ 0 w 786725"/>
                <a:gd name="connsiteY2" fmla="*/ 0 h 4762500"/>
                <a:gd name="connsiteX0" fmla="*/ 425786 w 1212511"/>
                <a:gd name="connsiteY0" fmla="*/ 0 h 4762500"/>
                <a:gd name="connsiteX1" fmla="*/ 484205 w 1212511"/>
                <a:gd name="connsiteY1" fmla="*/ 4762500 h 4762500"/>
                <a:gd name="connsiteX2" fmla="*/ 425786 w 1212511"/>
                <a:gd name="connsiteY2" fmla="*/ 0 h 4762500"/>
                <a:gd name="connsiteX0" fmla="*/ 425786 w 1142232"/>
                <a:gd name="connsiteY0" fmla="*/ 0 h 4762500"/>
                <a:gd name="connsiteX1" fmla="*/ 484205 w 1142232"/>
                <a:gd name="connsiteY1" fmla="*/ 4762500 h 4762500"/>
                <a:gd name="connsiteX2" fmla="*/ 425786 w 1142232"/>
                <a:gd name="connsiteY2" fmla="*/ 0 h 4762500"/>
                <a:gd name="connsiteX0" fmla="*/ 404780 w 1141222"/>
                <a:gd name="connsiteY0" fmla="*/ 0 h 4806043"/>
                <a:gd name="connsiteX1" fmla="*/ 492228 w 1141222"/>
                <a:gd name="connsiteY1" fmla="*/ 4806043 h 4806043"/>
                <a:gd name="connsiteX2" fmla="*/ 404780 w 1141222"/>
                <a:gd name="connsiteY2" fmla="*/ 0 h 4806043"/>
                <a:gd name="connsiteX0" fmla="*/ 436982 w 1173424"/>
                <a:gd name="connsiteY0" fmla="*/ 0 h 4806043"/>
                <a:gd name="connsiteX1" fmla="*/ 524430 w 1173424"/>
                <a:gd name="connsiteY1" fmla="*/ 4806043 h 4806043"/>
                <a:gd name="connsiteX2" fmla="*/ 436982 w 1173424"/>
                <a:gd name="connsiteY2" fmla="*/ 0 h 4806043"/>
                <a:gd name="connsiteX0" fmla="*/ 645769 w 1382211"/>
                <a:gd name="connsiteY0" fmla="*/ 0 h 4806043"/>
                <a:gd name="connsiteX1" fmla="*/ 733217 w 1382211"/>
                <a:gd name="connsiteY1" fmla="*/ 4806043 h 4806043"/>
                <a:gd name="connsiteX2" fmla="*/ 645769 w 1382211"/>
                <a:gd name="connsiteY2" fmla="*/ 0 h 4806043"/>
                <a:gd name="connsiteX0" fmla="*/ 645769 w 1475426"/>
                <a:gd name="connsiteY0" fmla="*/ 0 h 4806043"/>
                <a:gd name="connsiteX1" fmla="*/ 733217 w 1475426"/>
                <a:gd name="connsiteY1" fmla="*/ 4806043 h 4806043"/>
                <a:gd name="connsiteX2" fmla="*/ 645769 w 1475426"/>
                <a:gd name="connsiteY2" fmla="*/ 0 h 4806043"/>
                <a:gd name="connsiteX0" fmla="*/ 645769 w 1401535"/>
                <a:gd name="connsiteY0" fmla="*/ 0 h 4806043"/>
                <a:gd name="connsiteX1" fmla="*/ 733217 w 1401535"/>
                <a:gd name="connsiteY1" fmla="*/ 4806043 h 4806043"/>
                <a:gd name="connsiteX2" fmla="*/ 645769 w 1401535"/>
                <a:gd name="connsiteY2" fmla="*/ 0 h 4806043"/>
                <a:gd name="connsiteX0" fmla="*/ 181139 w 936905"/>
                <a:gd name="connsiteY0" fmla="*/ 238583 h 5050216"/>
                <a:gd name="connsiteX1" fmla="*/ 268587 w 936905"/>
                <a:gd name="connsiteY1" fmla="*/ 5044626 h 5050216"/>
                <a:gd name="connsiteX2" fmla="*/ 1207 w 936905"/>
                <a:gd name="connsiteY2" fmla="*/ 1171126 h 5050216"/>
                <a:gd name="connsiteX3" fmla="*/ 181139 w 936905"/>
                <a:gd name="connsiteY3" fmla="*/ 238583 h 5050216"/>
                <a:gd name="connsiteX0" fmla="*/ 568912 w 1324678"/>
                <a:gd name="connsiteY0" fmla="*/ 238583 h 5053464"/>
                <a:gd name="connsiteX1" fmla="*/ 656360 w 1324678"/>
                <a:gd name="connsiteY1" fmla="*/ 5044626 h 5053464"/>
                <a:gd name="connsiteX2" fmla="*/ 388980 w 1324678"/>
                <a:gd name="connsiteY2" fmla="*/ 1171126 h 5053464"/>
                <a:gd name="connsiteX3" fmla="*/ 568912 w 1324678"/>
                <a:gd name="connsiteY3" fmla="*/ 238583 h 5053464"/>
                <a:gd name="connsiteX0" fmla="*/ 646712 w 1402478"/>
                <a:gd name="connsiteY0" fmla="*/ 238583 h 5044626"/>
                <a:gd name="connsiteX1" fmla="*/ 734160 w 1402478"/>
                <a:gd name="connsiteY1" fmla="*/ 5044626 h 5044626"/>
                <a:gd name="connsiteX2" fmla="*/ 466780 w 1402478"/>
                <a:gd name="connsiteY2" fmla="*/ 1171126 h 5044626"/>
                <a:gd name="connsiteX3" fmla="*/ 646712 w 1402478"/>
                <a:gd name="connsiteY3" fmla="*/ 238583 h 5044626"/>
                <a:gd name="connsiteX0" fmla="*/ 646712 w 932472"/>
                <a:gd name="connsiteY0" fmla="*/ 238583 h 5044626"/>
                <a:gd name="connsiteX1" fmla="*/ 931237 w 932472"/>
                <a:gd name="connsiteY1" fmla="*/ 1156612 h 5044626"/>
                <a:gd name="connsiteX2" fmla="*/ 734160 w 932472"/>
                <a:gd name="connsiteY2" fmla="*/ 5044626 h 5044626"/>
                <a:gd name="connsiteX3" fmla="*/ 466780 w 932472"/>
                <a:gd name="connsiteY3" fmla="*/ 1171126 h 5044626"/>
                <a:gd name="connsiteX4" fmla="*/ 646712 w 932472"/>
                <a:gd name="connsiteY4" fmla="*/ 238583 h 5044626"/>
                <a:gd name="connsiteX0" fmla="*/ 646712 w 1367670"/>
                <a:gd name="connsiteY0" fmla="*/ 238583 h 5044626"/>
                <a:gd name="connsiteX1" fmla="*/ 931237 w 1367670"/>
                <a:gd name="connsiteY1" fmla="*/ 1156612 h 5044626"/>
                <a:gd name="connsiteX2" fmla="*/ 734160 w 1367670"/>
                <a:gd name="connsiteY2" fmla="*/ 5044626 h 5044626"/>
                <a:gd name="connsiteX3" fmla="*/ 466780 w 1367670"/>
                <a:gd name="connsiteY3" fmla="*/ 1171126 h 5044626"/>
                <a:gd name="connsiteX4" fmla="*/ 646712 w 1367670"/>
                <a:gd name="connsiteY4" fmla="*/ 238583 h 5044626"/>
                <a:gd name="connsiteX0" fmla="*/ 646712 w 1445475"/>
                <a:gd name="connsiteY0" fmla="*/ 238583 h 5044626"/>
                <a:gd name="connsiteX1" fmla="*/ 931237 w 1445475"/>
                <a:gd name="connsiteY1" fmla="*/ 1156612 h 5044626"/>
                <a:gd name="connsiteX2" fmla="*/ 734160 w 1445475"/>
                <a:gd name="connsiteY2" fmla="*/ 5044626 h 5044626"/>
                <a:gd name="connsiteX3" fmla="*/ 466780 w 1445475"/>
                <a:gd name="connsiteY3" fmla="*/ 1171126 h 5044626"/>
                <a:gd name="connsiteX4" fmla="*/ 646712 w 1445475"/>
                <a:gd name="connsiteY4" fmla="*/ 238583 h 5044626"/>
                <a:gd name="connsiteX0" fmla="*/ 646712 w 1467834"/>
                <a:gd name="connsiteY0" fmla="*/ 238583 h 5044709"/>
                <a:gd name="connsiteX1" fmla="*/ 931237 w 1467834"/>
                <a:gd name="connsiteY1" fmla="*/ 1156612 h 5044709"/>
                <a:gd name="connsiteX2" fmla="*/ 734160 w 1467834"/>
                <a:gd name="connsiteY2" fmla="*/ 5044626 h 5044709"/>
                <a:gd name="connsiteX3" fmla="*/ 466780 w 1467834"/>
                <a:gd name="connsiteY3" fmla="*/ 1171126 h 5044709"/>
                <a:gd name="connsiteX4" fmla="*/ 646712 w 1467834"/>
                <a:gd name="connsiteY4" fmla="*/ 238583 h 5044709"/>
                <a:gd name="connsiteX0" fmla="*/ 646712 w 1467834"/>
                <a:gd name="connsiteY0" fmla="*/ 0 h 4806126"/>
                <a:gd name="connsiteX1" fmla="*/ 931237 w 1467834"/>
                <a:gd name="connsiteY1" fmla="*/ 918029 h 4806126"/>
                <a:gd name="connsiteX2" fmla="*/ 734160 w 1467834"/>
                <a:gd name="connsiteY2" fmla="*/ 4806043 h 4806126"/>
                <a:gd name="connsiteX3" fmla="*/ 466780 w 1467834"/>
                <a:gd name="connsiteY3" fmla="*/ 932543 h 4806126"/>
                <a:gd name="connsiteX4" fmla="*/ 646712 w 1467834"/>
                <a:gd name="connsiteY4" fmla="*/ 0 h 4806126"/>
                <a:gd name="connsiteX0" fmla="*/ 646712 w 1467834"/>
                <a:gd name="connsiteY0" fmla="*/ 0 h 4806126"/>
                <a:gd name="connsiteX1" fmla="*/ 931237 w 1467834"/>
                <a:gd name="connsiteY1" fmla="*/ 918029 h 4806126"/>
                <a:gd name="connsiteX2" fmla="*/ 734160 w 1467834"/>
                <a:gd name="connsiteY2" fmla="*/ 4806043 h 4806126"/>
                <a:gd name="connsiteX3" fmla="*/ 466780 w 1467834"/>
                <a:gd name="connsiteY3" fmla="*/ 932543 h 4806126"/>
                <a:gd name="connsiteX4" fmla="*/ 646712 w 1467834"/>
                <a:gd name="connsiteY4" fmla="*/ 0 h 4806126"/>
                <a:gd name="connsiteX0" fmla="*/ 646712 w 1467834"/>
                <a:gd name="connsiteY0" fmla="*/ 0 h 4806126"/>
                <a:gd name="connsiteX1" fmla="*/ 931237 w 1467834"/>
                <a:gd name="connsiteY1" fmla="*/ 918029 h 4806126"/>
                <a:gd name="connsiteX2" fmla="*/ 734160 w 1467834"/>
                <a:gd name="connsiteY2" fmla="*/ 4806043 h 4806126"/>
                <a:gd name="connsiteX3" fmla="*/ 466780 w 1467834"/>
                <a:gd name="connsiteY3" fmla="*/ 932543 h 4806126"/>
                <a:gd name="connsiteX4" fmla="*/ 646712 w 1467834"/>
                <a:gd name="connsiteY4" fmla="*/ 0 h 4806126"/>
                <a:gd name="connsiteX0" fmla="*/ 646712 w 1467834"/>
                <a:gd name="connsiteY0" fmla="*/ 0 h 4806126"/>
                <a:gd name="connsiteX1" fmla="*/ 931237 w 1467834"/>
                <a:gd name="connsiteY1" fmla="*/ 918029 h 4806126"/>
                <a:gd name="connsiteX2" fmla="*/ 734160 w 1467834"/>
                <a:gd name="connsiteY2" fmla="*/ 4806043 h 4806126"/>
                <a:gd name="connsiteX3" fmla="*/ 466780 w 1467834"/>
                <a:gd name="connsiteY3" fmla="*/ 932543 h 4806126"/>
                <a:gd name="connsiteX4" fmla="*/ 646712 w 1467834"/>
                <a:gd name="connsiteY4" fmla="*/ 0 h 4806126"/>
                <a:gd name="connsiteX0" fmla="*/ 822882 w 1467834"/>
                <a:gd name="connsiteY0" fmla="*/ 0 h 4618211"/>
                <a:gd name="connsiteX1" fmla="*/ 931237 w 1467834"/>
                <a:gd name="connsiteY1" fmla="*/ 730114 h 4618211"/>
                <a:gd name="connsiteX2" fmla="*/ 734160 w 1467834"/>
                <a:gd name="connsiteY2" fmla="*/ 4618128 h 4618211"/>
                <a:gd name="connsiteX3" fmla="*/ 466780 w 1467834"/>
                <a:gd name="connsiteY3" fmla="*/ 744628 h 4618211"/>
                <a:gd name="connsiteX4" fmla="*/ 822882 w 1467834"/>
                <a:gd name="connsiteY4" fmla="*/ 0 h 4618211"/>
                <a:gd name="connsiteX0" fmla="*/ 692481 w 1337433"/>
                <a:gd name="connsiteY0" fmla="*/ 0 h 4618211"/>
                <a:gd name="connsiteX1" fmla="*/ 800836 w 1337433"/>
                <a:gd name="connsiteY1" fmla="*/ 730114 h 4618211"/>
                <a:gd name="connsiteX2" fmla="*/ 603759 w 1337433"/>
                <a:gd name="connsiteY2" fmla="*/ 4618128 h 4618211"/>
                <a:gd name="connsiteX3" fmla="*/ 524294 w 1337433"/>
                <a:gd name="connsiteY3" fmla="*/ 756373 h 4618211"/>
                <a:gd name="connsiteX4" fmla="*/ 692481 w 1337433"/>
                <a:gd name="connsiteY4" fmla="*/ 0 h 4618211"/>
                <a:gd name="connsiteX0" fmla="*/ 646823 w 1291775"/>
                <a:gd name="connsiteY0" fmla="*/ 0 h 4618211"/>
                <a:gd name="connsiteX1" fmla="*/ 755178 w 1291775"/>
                <a:gd name="connsiteY1" fmla="*/ 730114 h 4618211"/>
                <a:gd name="connsiteX2" fmla="*/ 558101 w 1291775"/>
                <a:gd name="connsiteY2" fmla="*/ 4618128 h 4618211"/>
                <a:gd name="connsiteX3" fmla="*/ 549104 w 1291775"/>
                <a:gd name="connsiteY3" fmla="*/ 779863 h 4618211"/>
                <a:gd name="connsiteX4" fmla="*/ 646823 w 1291775"/>
                <a:gd name="connsiteY4" fmla="*/ 0 h 4618211"/>
                <a:gd name="connsiteX0" fmla="*/ 646823 w 1291775"/>
                <a:gd name="connsiteY0" fmla="*/ 0 h 4618214"/>
                <a:gd name="connsiteX1" fmla="*/ 755178 w 1291775"/>
                <a:gd name="connsiteY1" fmla="*/ 788838 h 4618214"/>
                <a:gd name="connsiteX2" fmla="*/ 558101 w 1291775"/>
                <a:gd name="connsiteY2" fmla="*/ 4618128 h 4618214"/>
                <a:gd name="connsiteX3" fmla="*/ 549104 w 1291775"/>
                <a:gd name="connsiteY3" fmla="*/ 779863 h 4618214"/>
                <a:gd name="connsiteX4" fmla="*/ 646823 w 1291775"/>
                <a:gd name="connsiteY4" fmla="*/ 0 h 4618214"/>
                <a:gd name="connsiteX0" fmla="*/ 622013 w 1290068"/>
                <a:gd name="connsiteY0" fmla="*/ 0 h 4618214"/>
                <a:gd name="connsiteX1" fmla="*/ 730368 w 1290068"/>
                <a:gd name="connsiteY1" fmla="*/ 788838 h 4618214"/>
                <a:gd name="connsiteX2" fmla="*/ 603759 w 1290068"/>
                <a:gd name="connsiteY2" fmla="*/ 4618128 h 4618214"/>
                <a:gd name="connsiteX3" fmla="*/ 524294 w 1290068"/>
                <a:gd name="connsiteY3" fmla="*/ 779863 h 4618214"/>
                <a:gd name="connsiteX4" fmla="*/ 622013 w 1290068"/>
                <a:gd name="connsiteY4" fmla="*/ 0 h 4618214"/>
                <a:gd name="connsiteX0" fmla="*/ 634175 w 1290472"/>
                <a:gd name="connsiteY0" fmla="*/ 0 h 4618214"/>
                <a:gd name="connsiteX1" fmla="*/ 742530 w 1290472"/>
                <a:gd name="connsiteY1" fmla="*/ 788838 h 4618214"/>
                <a:gd name="connsiteX2" fmla="*/ 580687 w 1290472"/>
                <a:gd name="connsiteY2" fmla="*/ 4618128 h 4618214"/>
                <a:gd name="connsiteX3" fmla="*/ 536456 w 1290472"/>
                <a:gd name="connsiteY3" fmla="*/ 779863 h 4618214"/>
                <a:gd name="connsiteX4" fmla="*/ 634175 w 1290472"/>
                <a:gd name="connsiteY4" fmla="*/ 0 h 4618214"/>
                <a:gd name="connsiteX0" fmla="*/ 634175 w 1290472"/>
                <a:gd name="connsiteY0" fmla="*/ 0 h 4618244"/>
                <a:gd name="connsiteX1" fmla="*/ 742530 w 1290472"/>
                <a:gd name="connsiteY1" fmla="*/ 788838 h 4618244"/>
                <a:gd name="connsiteX2" fmla="*/ 580687 w 1290472"/>
                <a:gd name="connsiteY2" fmla="*/ 4618128 h 4618244"/>
                <a:gd name="connsiteX3" fmla="*/ 536456 w 1290472"/>
                <a:gd name="connsiteY3" fmla="*/ 779863 h 4618244"/>
                <a:gd name="connsiteX4" fmla="*/ 634175 w 1290472"/>
                <a:gd name="connsiteY4" fmla="*/ 0 h 4618244"/>
                <a:gd name="connsiteX0" fmla="*/ 634175 w 1293672"/>
                <a:gd name="connsiteY0" fmla="*/ 0 h 4618244"/>
                <a:gd name="connsiteX1" fmla="*/ 742530 w 1293672"/>
                <a:gd name="connsiteY1" fmla="*/ 788838 h 4618244"/>
                <a:gd name="connsiteX2" fmla="*/ 580687 w 1293672"/>
                <a:gd name="connsiteY2" fmla="*/ 4618128 h 4618244"/>
                <a:gd name="connsiteX3" fmla="*/ 536456 w 1293672"/>
                <a:gd name="connsiteY3" fmla="*/ 779863 h 4618244"/>
                <a:gd name="connsiteX4" fmla="*/ 634175 w 1293672"/>
                <a:gd name="connsiteY4" fmla="*/ 0 h 4618244"/>
                <a:gd name="connsiteX0" fmla="*/ 634175 w 1293672"/>
                <a:gd name="connsiteY0" fmla="*/ 0 h 4618244"/>
                <a:gd name="connsiteX1" fmla="*/ 742530 w 1293672"/>
                <a:gd name="connsiteY1" fmla="*/ 788838 h 4618244"/>
                <a:gd name="connsiteX2" fmla="*/ 580687 w 1293672"/>
                <a:gd name="connsiteY2" fmla="*/ 4618128 h 4618244"/>
                <a:gd name="connsiteX3" fmla="*/ 536456 w 1293672"/>
                <a:gd name="connsiteY3" fmla="*/ 779863 h 4618244"/>
                <a:gd name="connsiteX4" fmla="*/ 634175 w 1293672"/>
                <a:gd name="connsiteY4" fmla="*/ 0 h 4618244"/>
                <a:gd name="connsiteX0" fmla="*/ 634175 w 1293672"/>
                <a:gd name="connsiteY0" fmla="*/ 0 h 4618244"/>
                <a:gd name="connsiteX1" fmla="*/ 742530 w 1293672"/>
                <a:gd name="connsiteY1" fmla="*/ 788838 h 4618244"/>
                <a:gd name="connsiteX2" fmla="*/ 580687 w 1293672"/>
                <a:gd name="connsiteY2" fmla="*/ 4618128 h 4618244"/>
                <a:gd name="connsiteX3" fmla="*/ 536456 w 1293672"/>
                <a:gd name="connsiteY3" fmla="*/ 779863 h 4618244"/>
                <a:gd name="connsiteX4" fmla="*/ 634175 w 1293672"/>
                <a:gd name="connsiteY4" fmla="*/ 0 h 4618244"/>
                <a:gd name="connsiteX0" fmla="*/ 634175 w 1293672"/>
                <a:gd name="connsiteY0" fmla="*/ 78289 h 4696533"/>
                <a:gd name="connsiteX1" fmla="*/ 742530 w 1293672"/>
                <a:gd name="connsiteY1" fmla="*/ 867127 h 4696533"/>
                <a:gd name="connsiteX2" fmla="*/ 580687 w 1293672"/>
                <a:gd name="connsiteY2" fmla="*/ 4696417 h 4696533"/>
                <a:gd name="connsiteX3" fmla="*/ 536456 w 1293672"/>
                <a:gd name="connsiteY3" fmla="*/ 858152 h 4696533"/>
                <a:gd name="connsiteX4" fmla="*/ 583140 w 1293672"/>
                <a:gd name="connsiteY4" fmla="*/ 105992 h 4696533"/>
                <a:gd name="connsiteX5" fmla="*/ 634175 w 1293672"/>
                <a:gd name="connsiteY5" fmla="*/ 78289 h 4696533"/>
                <a:gd name="connsiteX0" fmla="*/ 634175 w 1293672"/>
                <a:gd name="connsiteY0" fmla="*/ 80 h 4618324"/>
                <a:gd name="connsiteX1" fmla="*/ 742530 w 1293672"/>
                <a:gd name="connsiteY1" fmla="*/ 788918 h 4618324"/>
                <a:gd name="connsiteX2" fmla="*/ 580687 w 1293672"/>
                <a:gd name="connsiteY2" fmla="*/ 4618208 h 4618324"/>
                <a:gd name="connsiteX3" fmla="*/ 536456 w 1293672"/>
                <a:gd name="connsiteY3" fmla="*/ 779943 h 4618324"/>
                <a:gd name="connsiteX4" fmla="*/ 634175 w 1293672"/>
                <a:gd name="connsiteY4" fmla="*/ 80 h 4618324"/>
                <a:gd name="connsiteX0" fmla="*/ 536456 w 1293672"/>
                <a:gd name="connsiteY0" fmla="*/ 474755 h 4313136"/>
                <a:gd name="connsiteX1" fmla="*/ 742530 w 1293672"/>
                <a:gd name="connsiteY1" fmla="*/ 483730 h 4313136"/>
                <a:gd name="connsiteX2" fmla="*/ 580687 w 1293672"/>
                <a:gd name="connsiteY2" fmla="*/ 4313020 h 4313136"/>
                <a:gd name="connsiteX3" fmla="*/ 536456 w 1293672"/>
                <a:gd name="connsiteY3" fmla="*/ 474755 h 4313136"/>
                <a:gd name="connsiteX0" fmla="*/ 536456 w 1293672"/>
                <a:gd name="connsiteY0" fmla="*/ 687713 h 4526094"/>
                <a:gd name="connsiteX1" fmla="*/ 742530 w 1293672"/>
                <a:gd name="connsiteY1" fmla="*/ 696688 h 4526094"/>
                <a:gd name="connsiteX2" fmla="*/ 580687 w 1293672"/>
                <a:gd name="connsiteY2" fmla="*/ 4525978 h 4526094"/>
                <a:gd name="connsiteX3" fmla="*/ 536456 w 1293672"/>
                <a:gd name="connsiteY3" fmla="*/ 687713 h 4526094"/>
                <a:gd name="connsiteX0" fmla="*/ 536456 w 1293672"/>
                <a:gd name="connsiteY0" fmla="*/ 712179 h 4550560"/>
                <a:gd name="connsiteX1" fmla="*/ 742530 w 1293672"/>
                <a:gd name="connsiteY1" fmla="*/ 721154 h 4550560"/>
                <a:gd name="connsiteX2" fmla="*/ 580687 w 1293672"/>
                <a:gd name="connsiteY2" fmla="*/ 4550444 h 4550560"/>
                <a:gd name="connsiteX3" fmla="*/ 536456 w 1293672"/>
                <a:gd name="connsiteY3" fmla="*/ 712179 h 4550560"/>
                <a:gd name="connsiteX0" fmla="*/ 536456 w 1293672"/>
                <a:gd name="connsiteY0" fmla="*/ 716561 h 4554942"/>
                <a:gd name="connsiteX1" fmla="*/ 742530 w 1293672"/>
                <a:gd name="connsiteY1" fmla="*/ 725536 h 4554942"/>
                <a:gd name="connsiteX2" fmla="*/ 580687 w 1293672"/>
                <a:gd name="connsiteY2" fmla="*/ 4554826 h 4554942"/>
                <a:gd name="connsiteX3" fmla="*/ 536456 w 1293672"/>
                <a:gd name="connsiteY3" fmla="*/ 716561 h 4554942"/>
                <a:gd name="connsiteX0" fmla="*/ 536456 w 1293672"/>
                <a:gd name="connsiteY0" fmla="*/ 725394 h 4563775"/>
                <a:gd name="connsiteX1" fmla="*/ 742530 w 1293672"/>
                <a:gd name="connsiteY1" fmla="*/ 734369 h 4563775"/>
                <a:gd name="connsiteX2" fmla="*/ 580687 w 1293672"/>
                <a:gd name="connsiteY2" fmla="*/ 4563659 h 4563775"/>
                <a:gd name="connsiteX3" fmla="*/ 536456 w 1293672"/>
                <a:gd name="connsiteY3" fmla="*/ 725394 h 4563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93672" h="4563775">
                  <a:moveTo>
                    <a:pt x="536456" y="725394"/>
                  </a:moveTo>
                  <a:cubicBezTo>
                    <a:pt x="622153" y="-441331"/>
                    <a:pt x="626100" y="-21949"/>
                    <a:pt x="742530" y="734369"/>
                  </a:cubicBezTo>
                  <a:cubicBezTo>
                    <a:pt x="1787619" y="2754576"/>
                    <a:pt x="1122204" y="4531195"/>
                    <a:pt x="580687" y="4563659"/>
                  </a:cubicBezTo>
                  <a:cubicBezTo>
                    <a:pt x="144298" y="4580461"/>
                    <a:pt x="-450455" y="2774630"/>
                    <a:pt x="536456" y="725394"/>
                  </a:cubicBezTo>
                  <a:close/>
                </a:path>
              </a:pathLst>
            </a:cu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FF4FA052-657D-F323-AF5B-8C38EB8DB42D}"/>
              </a:ext>
            </a:extLst>
          </p:cNvPr>
          <p:cNvGrpSpPr/>
          <p:nvPr/>
        </p:nvGrpSpPr>
        <p:grpSpPr>
          <a:xfrm>
            <a:off x="5070286" y="362247"/>
            <a:ext cx="4695581" cy="5064123"/>
            <a:chOff x="-3899807" y="1028700"/>
            <a:chExt cx="4695581" cy="5064123"/>
          </a:xfrm>
          <a:solidFill>
            <a:srgbClr val="B42B9D"/>
          </a:solidFill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2CEBAA1E-2905-FF02-1EE3-569CA287D0B5}"/>
                </a:ext>
              </a:extLst>
            </p:cNvPr>
            <p:cNvGrpSpPr/>
            <p:nvPr/>
          </p:nvGrpSpPr>
          <p:grpSpPr>
            <a:xfrm>
              <a:off x="-3899807" y="1028700"/>
              <a:ext cx="4695581" cy="5000623"/>
              <a:chOff x="-1232807" y="1257300"/>
              <a:chExt cx="4695581" cy="5000623"/>
            </a:xfrm>
            <a:grpFill/>
          </p:grpSpPr>
          <p:sp>
            <p:nvSpPr>
              <p:cNvPr id="12" name="Rectangle 3">
                <a:extLst>
                  <a:ext uri="{FF2B5EF4-FFF2-40B4-BE49-F238E27FC236}">
                    <a16:creationId xmlns:a16="http://schemas.microsoft.com/office/drawing/2014/main" id="{769266C9-4686-A71E-FEC4-73D8E8D80EF0}"/>
                  </a:ext>
                </a:extLst>
              </p:cNvPr>
              <p:cNvSpPr/>
              <p:nvPr/>
            </p:nvSpPr>
            <p:spPr>
              <a:xfrm>
                <a:off x="1097870" y="1257300"/>
                <a:ext cx="2364904" cy="4991100"/>
              </a:xfrm>
              <a:custGeom>
                <a:avLst/>
                <a:gdLst>
                  <a:gd name="connsiteX0" fmla="*/ 0 w 443820"/>
                  <a:gd name="connsiteY0" fmla="*/ 0 h 4902200"/>
                  <a:gd name="connsiteX1" fmla="*/ 443820 w 443820"/>
                  <a:gd name="connsiteY1" fmla="*/ 0 h 4902200"/>
                  <a:gd name="connsiteX2" fmla="*/ 443820 w 443820"/>
                  <a:gd name="connsiteY2" fmla="*/ 4902200 h 4902200"/>
                  <a:gd name="connsiteX3" fmla="*/ 0 w 443820"/>
                  <a:gd name="connsiteY3" fmla="*/ 4902200 h 4902200"/>
                  <a:gd name="connsiteX4" fmla="*/ 0 w 443820"/>
                  <a:gd name="connsiteY4" fmla="*/ 0 h 4902200"/>
                  <a:gd name="connsiteX0" fmla="*/ 0 w 469220"/>
                  <a:gd name="connsiteY0" fmla="*/ 0 h 4927600"/>
                  <a:gd name="connsiteX1" fmla="*/ 469220 w 469220"/>
                  <a:gd name="connsiteY1" fmla="*/ 25400 h 4927600"/>
                  <a:gd name="connsiteX2" fmla="*/ 469220 w 469220"/>
                  <a:gd name="connsiteY2" fmla="*/ 4927600 h 4927600"/>
                  <a:gd name="connsiteX3" fmla="*/ 25400 w 469220"/>
                  <a:gd name="connsiteY3" fmla="*/ 4927600 h 4927600"/>
                  <a:gd name="connsiteX4" fmla="*/ 0 w 469220"/>
                  <a:gd name="connsiteY4" fmla="*/ 0 h 4927600"/>
                  <a:gd name="connsiteX0" fmla="*/ 0 w 469220"/>
                  <a:gd name="connsiteY0" fmla="*/ 0 h 4927600"/>
                  <a:gd name="connsiteX1" fmla="*/ 227920 w 469220"/>
                  <a:gd name="connsiteY1" fmla="*/ 0 h 4927600"/>
                  <a:gd name="connsiteX2" fmla="*/ 469220 w 469220"/>
                  <a:gd name="connsiteY2" fmla="*/ 4927600 h 4927600"/>
                  <a:gd name="connsiteX3" fmla="*/ 25400 w 469220"/>
                  <a:gd name="connsiteY3" fmla="*/ 4927600 h 4927600"/>
                  <a:gd name="connsiteX4" fmla="*/ 0 w 469220"/>
                  <a:gd name="connsiteY4" fmla="*/ 0 h 4927600"/>
                  <a:gd name="connsiteX0" fmla="*/ 0 w 2292087"/>
                  <a:gd name="connsiteY0" fmla="*/ 0 h 4927600"/>
                  <a:gd name="connsiteX1" fmla="*/ 227920 w 2292087"/>
                  <a:gd name="connsiteY1" fmla="*/ 0 h 4927600"/>
                  <a:gd name="connsiteX2" fmla="*/ 469220 w 2292087"/>
                  <a:gd name="connsiteY2" fmla="*/ 4927600 h 4927600"/>
                  <a:gd name="connsiteX3" fmla="*/ 25400 w 2292087"/>
                  <a:gd name="connsiteY3" fmla="*/ 4927600 h 4927600"/>
                  <a:gd name="connsiteX4" fmla="*/ 0 w 2292087"/>
                  <a:gd name="connsiteY4" fmla="*/ 0 h 4927600"/>
                  <a:gd name="connsiteX0" fmla="*/ 0 w 2432116"/>
                  <a:gd name="connsiteY0" fmla="*/ 0 h 4927600"/>
                  <a:gd name="connsiteX1" fmla="*/ 227920 w 2432116"/>
                  <a:gd name="connsiteY1" fmla="*/ 0 h 4927600"/>
                  <a:gd name="connsiteX2" fmla="*/ 469220 w 2432116"/>
                  <a:gd name="connsiteY2" fmla="*/ 4927600 h 4927600"/>
                  <a:gd name="connsiteX3" fmla="*/ 25400 w 2432116"/>
                  <a:gd name="connsiteY3" fmla="*/ 4927600 h 4927600"/>
                  <a:gd name="connsiteX4" fmla="*/ 0 w 2432116"/>
                  <a:gd name="connsiteY4" fmla="*/ 0 h 4927600"/>
                  <a:gd name="connsiteX0" fmla="*/ 0 w 2432116"/>
                  <a:gd name="connsiteY0" fmla="*/ 0 h 4927600"/>
                  <a:gd name="connsiteX1" fmla="*/ 227920 w 2432116"/>
                  <a:gd name="connsiteY1" fmla="*/ 0 h 4927600"/>
                  <a:gd name="connsiteX2" fmla="*/ 469220 w 2432116"/>
                  <a:gd name="connsiteY2" fmla="*/ 4927600 h 4927600"/>
                  <a:gd name="connsiteX3" fmla="*/ 0 w 2432116"/>
                  <a:gd name="connsiteY3" fmla="*/ 0 h 4927600"/>
                  <a:gd name="connsiteX0" fmla="*/ 0 w 2242764"/>
                  <a:gd name="connsiteY0" fmla="*/ 0 h 4991100"/>
                  <a:gd name="connsiteX1" fmla="*/ 227920 w 2242764"/>
                  <a:gd name="connsiteY1" fmla="*/ 0 h 4991100"/>
                  <a:gd name="connsiteX2" fmla="*/ 202520 w 2242764"/>
                  <a:gd name="connsiteY2" fmla="*/ 4991100 h 4991100"/>
                  <a:gd name="connsiteX3" fmla="*/ 0 w 2242764"/>
                  <a:gd name="connsiteY3" fmla="*/ 0 h 4991100"/>
                  <a:gd name="connsiteX0" fmla="*/ 0 w 2377465"/>
                  <a:gd name="connsiteY0" fmla="*/ 0 h 4991100"/>
                  <a:gd name="connsiteX1" fmla="*/ 227920 w 2377465"/>
                  <a:gd name="connsiteY1" fmla="*/ 0 h 4991100"/>
                  <a:gd name="connsiteX2" fmla="*/ 202520 w 2377465"/>
                  <a:gd name="connsiteY2" fmla="*/ 4991100 h 4991100"/>
                  <a:gd name="connsiteX3" fmla="*/ 0 w 2377465"/>
                  <a:gd name="connsiteY3" fmla="*/ 0 h 4991100"/>
                  <a:gd name="connsiteX0" fmla="*/ 0 w 2183866"/>
                  <a:gd name="connsiteY0" fmla="*/ 0 h 4991100"/>
                  <a:gd name="connsiteX1" fmla="*/ 227920 w 2183866"/>
                  <a:gd name="connsiteY1" fmla="*/ 0 h 4991100"/>
                  <a:gd name="connsiteX2" fmla="*/ 202520 w 2183866"/>
                  <a:gd name="connsiteY2" fmla="*/ 4991100 h 4991100"/>
                  <a:gd name="connsiteX3" fmla="*/ 0 w 2183866"/>
                  <a:gd name="connsiteY3" fmla="*/ 0 h 4991100"/>
                  <a:gd name="connsiteX0" fmla="*/ 0 w 2415273"/>
                  <a:gd name="connsiteY0" fmla="*/ 0 h 4991100"/>
                  <a:gd name="connsiteX1" fmla="*/ 227920 w 2415273"/>
                  <a:gd name="connsiteY1" fmla="*/ 0 h 4991100"/>
                  <a:gd name="connsiteX2" fmla="*/ 202520 w 2415273"/>
                  <a:gd name="connsiteY2" fmla="*/ 4991100 h 4991100"/>
                  <a:gd name="connsiteX3" fmla="*/ 0 w 2415273"/>
                  <a:gd name="connsiteY3" fmla="*/ 0 h 4991100"/>
                  <a:gd name="connsiteX0" fmla="*/ 0 w 2393163"/>
                  <a:gd name="connsiteY0" fmla="*/ 0 h 4991100"/>
                  <a:gd name="connsiteX1" fmla="*/ 227920 w 2393163"/>
                  <a:gd name="connsiteY1" fmla="*/ 0 h 4991100"/>
                  <a:gd name="connsiteX2" fmla="*/ 202520 w 2393163"/>
                  <a:gd name="connsiteY2" fmla="*/ 4991100 h 4991100"/>
                  <a:gd name="connsiteX3" fmla="*/ 0 w 2393163"/>
                  <a:gd name="connsiteY3" fmla="*/ 0 h 4991100"/>
                  <a:gd name="connsiteX0" fmla="*/ 0 w 2376234"/>
                  <a:gd name="connsiteY0" fmla="*/ 0 h 4991100"/>
                  <a:gd name="connsiteX1" fmla="*/ 227920 w 2376234"/>
                  <a:gd name="connsiteY1" fmla="*/ 0 h 4991100"/>
                  <a:gd name="connsiteX2" fmla="*/ 202520 w 2376234"/>
                  <a:gd name="connsiteY2" fmla="*/ 4991100 h 4991100"/>
                  <a:gd name="connsiteX3" fmla="*/ 0 w 2376234"/>
                  <a:gd name="connsiteY3" fmla="*/ 0 h 4991100"/>
                  <a:gd name="connsiteX0" fmla="*/ 0 w 2336126"/>
                  <a:gd name="connsiteY0" fmla="*/ 0 h 5032845"/>
                  <a:gd name="connsiteX1" fmla="*/ 227920 w 2336126"/>
                  <a:gd name="connsiteY1" fmla="*/ 0 h 5032845"/>
                  <a:gd name="connsiteX2" fmla="*/ 2336119 w 2336126"/>
                  <a:gd name="connsiteY2" fmla="*/ 2667000 h 5032845"/>
                  <a:gd name="connsiteX3" fmla="*/ 202520 w 2336126"/>
                  <a:gd name="connsiteY3" fmla="*/ 4991100 h 5032845"/>
                  <a:gd name="connsiteX4" fmla="*/ 0 w 2336126"/>
                  <a:gd name="connsiteY4" fmla="*/ 0 h 5032845"/>
                  <a:gd name="connsiteX0" fmla="*/ 0 w 2362479"/>
                  <a:gd name="connsiteY0" fmla="*/ 0 h 5062002"/>
                  <a:gd name="connsiteX1" fmla="*/ 227920 w 2362479"/>
                  <a:gd name="connsiteY1" fmla="*/ 0 h 5062002"/>
                  <a:gd name="connsiteX2" fmla="*/ 2336119 w 2362479"/>
                  <a:gd name="connsiteY2" fmla="*/ 2667000 h 5062002"/>
                  <a:gd name="connsiteX3" fmla="*/ 202520 w 2362479"/>
                  <a:gd name="connsiteY3" fmla="*/ 4991100 h 5062002"/>
                  <a:gd name="connsiteX4" fmla="*/ 0 w 2362479"/>
                  <a:gd name="connsiteY4" fmla="*/ 0 h 5062002"/>
                  <a:gd name="connsiteX0" fmla="*/ 0 w 2336295"/>
                  <a:gd name="connsiteY0" fmla="*/ 0 h 5023497"/>
                  <a:gd name="connsiteX1" fmla="*/ 227920 w 2336295"/>
                  <a:gd name="connsiteY1" fmla="*/ 0 h 5023497"/>
                  <a:gd name="connsiteX2" fmla="*/ 2336119 w 2336295"/>
                  <a:gd name="connsiteY2" fmla="*/ 2667000 h 5023497"/>
                  <a:gd name="connsiteX3" fmla="*/ 202520 w 2336295"/>
                  <a:gd name="connsiteY3" fmla="*/ 4991100 h 5023497"/>
                  <a:gd name="connsiteX4" fmla="*/ 0 w 2336295"/>
                  <a:gd name="connsiteY4" fmla="*/ 0 h 5023497"/>
                  <a:gd name="connsiteX0" fmla="*/ 0 w 2364904"/>
                  <a:gd name="connsiteY0" fmla="*/ 0 h 4991100"/>
                  <a:gd name="connsiteX1" fmla="*/ 227920 w 2364904"/>
                  <a:gd name="connsiteY1" fmla="*/ 0 h 4991100"/>
                  <a:gd name="connsiteX2" fmla="*/ 2336119 w 2364904"/>
                  <a:gd name="connsiteY2" fmla="*/ 2667000 h 4991100"/>
                  <a:gd name="connsiteX3" fmla="*/ 202520 w 2364904"/>
                  <a:gd name="connsiteY3" fmla="*/ 4991100 h 4991100"/>
                  <a:gd name="connsiteX4" fmla="*/ 0 w 2364904"/>
                  <a:gd name="connsiteY4" fmla="*/ 0 h 4991100"/>
                  <a:gd name="connsiteX0" fmla="*/ 0 w 2364904"/>
                  <a:gd name="connsiteY0" fmla="*/ 0 h 4991100"/>
                  <a:gd name="connsiteX1" fmla="*/ 227920 w 2364904"/>
                  <a:gd name="connsiteY1" fmla="*/ 0 h 4991100"/>
                  <a:gd name="connsiteX2" fmla="*/ 2336119 w 2364904"/>
                  <a:gd name="connsiteY2" fmla="*/ 2667000 h 4991100"/>
                  <a:gd name="connsiteX3" fmla="*/ 202520 w 2364904"/>
                  <a:gd name="connsiteY3" fmla="*/ 4991100 h 4991100"/>
                  <a:gd name="connsiteX4" fmla="*/ 0 w 2364904"/>
                  <a:gd name="connsiteY4" fmla="*/ 0 h 4991100"/>
                  <a:gd name="connsiteX0" fmla="*/ 0 w 2364904"/>
                  <a:gd name="connsiteY0" fmla="*/ 0 h 4991100"/>
                  <a:gd name="connsiteX1" fmla="*/ 227920 w 2364904"/>
                  <a:gd name="connsiteY1" fmla="*/ 0 h 4991100"/>
                  <a:gd name="connsiteX2" fmla="*/ 2336119 w 2364904"/>
                  <a:gd name="connsiteY2" fmla="*/ 2667000 h 4991100"/>
                  <a:gd name="connsiteX3" fmla="*/ 202520 w 2364904"/>
                  <a:gd name="connsiteY3" fmla="*/ 4991100 h 4991100"/>
                  <a:gd name="connsiteX4" fmla="*/ 0 w 2364904"/>
                  <a:gd name="connsiteY4" fmla="*/ 0 h 4991100"/>
                  <a:gd name="connsiteX0" fmla="*/ 0 w 2364904"/>
                  <a:gd name="connsiteY0" fmla="*/ 0 h 4991100"/>
                  <a:gd name="connsiteX1" fmla="*/ 227920 w 2364904"/>
                  <a:gd name="connsiteY1" fmla="*/ 0 h 4991100"/>
                  <a:gd name="connsiteX2" fmla="*/ 2336119 w 2364904"/>
                  <a:gd name="connsiteY2" fmla="*/ 2667000 h 4991100"/>
                  <a:gd name="connsiteX3" fmla="*/ 202520 w 2364904"/>
                  <a:gd name="connsiteY3" fmla="*/ 4991100 h 4991100"/>
                  <a:gd name="connsiteX4" fmla="*/ 0 w 2364904"/>
                  <a:gd name="connsiteY4" fmla="*/ 0 h 4991100"/>
                  <a:gd name="connsiteX0" fmla="*/ 0 w 2364904"/>
                  <a:gd name="connsiteY0" fmla="*/ 0 h 4991100"/>
                  <a:gd name="connsiteX1" fmla="*/ 227920 w 2364904"/>
                  <a:gd name="connsiteY1" fmla="*/ 0 h 4991100"/>
                  <a:gd name="connsiteX2" fmla="*/ 2336119 w 2364904"/>
                  <a:gd name="connsiteY2" fmla="*/ 2667000 h 4991100"/>
                  <a:gd name="connsiteX3" fmla="*/ 202520 w 2364904"/>
                  <a:gd name="connsiteY3" fmla="*/ 4991100 h 4991100"/>
                  <a:gd name="connsiteX4" fmla="*/ 0 w 2364904"/>
                  <a:gd name="connsiteY4" fmla="*/ 0 h 4991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64904" h="4991100">
                    <a:moveTo>
                      <a:pt x="0" y="0"/>
                    </a:moveTo>
                    <a:lnTo>
                      <a:pt x="227920" y="0"/>
                    </a:lnTo>
                    <a:cubicBezTo>
                      <a:pt x="345130" y="1559982"/>
                      <a:pt x="1982938" y="1523093"/>
                      <a:pt x="2336119" y="2667000"/>
                    </a:cubicBezTo>
                    <a:cubicBezTo>
                      <a:pt x="2357286" y="2876550"/>
                      <a:pt x="2712773" y="4671483"/>
                      <a:pt x="202520" y="499110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57150">
                <a:solidFill>
                  <a:srgbClr val="B42B9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3">
                <a:extLst>
                  <a:ext uri="{FF2B5EF4-FFF2-40B4-BE49-F238E27FC236}">
                    <a16:creationId xmlns:a16="http://schemas.microsoft.com/office/drawing/2014/main" id="{6E1C6694-EF15-218A-8004-863D2600B9DF}"/>
                  </a:ext>
                </a:extLst>
              </p:cNvPr>
              <p:cNvSpPr/>
              <p:nvPr/>
            </p:nvSpPr>
            <p:spPr>
              <a:xfrm flipH="1">
                <a:off x="-1232807" y="1257300"/>
                <a:ext cx="2364904" cy="4991100"/>
              </a:xfrm>
              <a:custGeom>
                <a:avLst/>
                <a:gdLst>
                  <a:gd name="connsiteX0" fmla="*/ 0 w 443820"/>
                  <a:gd name="connsiteY0" fmla="*/ 0 h 4902200"/>
                  <a:gd name="connsiteX1" fmla="*/ 443820 w 443820"/>
                  <a:gd name="connsiteY1" fmla="*/ 0 h 4902200"/>
                  <a:gd name="connsiteX2" fmla="*/ 443820 w 443820"/>
                  <a:gd name="connsiteY2" fmla="*/ 4902200 h 4902200"/>
                  <a:gd name="connsiteX3" fmla="*/ 0 w 443820"/>
                  <a:gd name="connsiteY3" fmla="*/ 4902200 h 4902200"/>
                  <a:gd name="connsiteX4" fmla="*/ 0 w 443820"/>
                  <a:gd name="connsiteY4" fmla="*/ 0 h 4902200"/>
                  <a:gd name="connsiteX0" fmla="*/ 0 w 469220"/>
                  <a:gd name="connsiteY0" fmla="*/ 0 h 4927600"/>
                  <a:gd name="connsiteX1" fmla="*/ 469220 w 469220"/>
                  <a:gd name="connsiteY1" fmla="*/ 25400 h 4927600"/>
                  <a:gd name="connsiteX2" fmla="*/ 469220 w 469220"/>
                  <a:gd name="connsiteY2" fmla="*/ 4927600 h 4927600"/>
                  <a:gd name="connsiteX3" fmla="*/ 25400 w 469220"/>
                  <a:gd name="connsiteY3" fmla="*/ 4927600 h 4927600"/>
                  <a:gd name="connsiteX4" fmla="*/ 0 w 469220"/>
                  <a:gd name="connsiteY4" fmla="*/ 0 h 4927600"/>
                  <a:gd name="connsiteX0" fmla="*/ 0 w 469220"/>
                  <a:gd name="connsiteY0" fmla="*/ 0 h 4927600"/>
                  <a:gd name="connsiteX1" fmla="*/ 227920 w 469220"/>
                  <a:gd name="connsiteY1" fmla="*/ 0 h 4927600"/>
                  <a:gd name="connsiteX2" fmla="*/ 469220 w 469220"/>
                  <a:gd name="connsiteY2" fmla="*/ 4927600 h 4927600"/>
                  <a:gd name="connsiteX3" fmla="*/ 25400 w 469220"/>
                  <a:gd name="connsiteY3" fmla="*/ 4927600 h 4927600"/>
                  <a:gd name="connsiteX4" fmla="*/ 0 w 469220"/>
                  <a:gd name="connsiteY4" fmla="*/ 0 h 4927600"/>
                  <a:gd name="connsiteX0" fmla="*/ 0 w 2292087"/>
                  <a:gd name="connsiteY0" fmla="*/ 0 h 4927600"/>
                  <a:gd name="connsiteX1" fmla="*/ 227920 w 2292087"/>
                  <a:gd name="connsiteY1" fmla="*/ 0 h 4927600"/>
                  <a:gd name="connsiteX2" fmla="*/ 469220 w 2292087"/>
                  <a:gd name="connsiteY2" fmla="*/ 4927600 h 4927600"/>
                  <a:gd name="connsiteX3" fmla="*/ 25400 w 2292087"/>
                  <a:gd name="connsiteY3" fmla="*/ 4927600 h 4927600"/>
                  <a:gd name="connsiteX4" fmla="*/ 0 w 2292087"/>
                  <a:gd name="connsiteY4" fmla="*/ 0 h 4927600"/>
                  <a:gd name="connsiteX0" fmla="*/ 0 w 2432116"/>
                  <a:gd name="connsiteY0" fmla="*/ 0 h 4927600"/>
                  <a:gd name="connsiteX1" fmla="*/ 227920 w 2432116"/>
                  <a:gd name="connsiteY1" fmla="*/ 0 h 4927600"/>
                  <a:gd name="connsiteX2" fmla="*/ 469220 w 2432116"/>
                  <a:gd name="connsiteY2" fmla="*/ 4927600 h 4927600"/>
                  <a:gd name="connsiteX3" fmla="*/ 25400 w 2432116"/>
                  <a:gd name="connsiteY3" fmla="*/ 4927600 h 4927600"/>
                  <a:gd name="connsiteX4" fmla="*/ 0 w 2432116"/>
                  <a:gd name="connsiteY4" fmla="*/ 0 h 4927600"/>
                  <a:gd name="connsiteX0" fmla="*/ 0 w 2432116"/>
                  <a:gd name="connsiteY0" fmla="*/ 0 h 4927600"/>
                  <a:gd name="connsiteX1" fmla="*/ 227920 w 2432116"/>
                  <a:gd name="connsiteY1" fmla="*/ 0 h 4927600"/>
                  <a:gd name="connsiteX2" fmla="*/ 469220 w 2432116"/>
                  <a:gd name="connsiteY2" fmla="*/ 4927600 h 4927600"/>
                  <a:gd name="connsiteX3" fmla="*/ 0 w 2432116"/>
                  <a:gd name="connsiteY3" fmla="*/ 0 h 4927600"/>
                  <a:gd name="connsiteX0" fmla="*/ 0 w 2242764"/>
                  <a:gd name="connsiteY0" fmla="*/ 0 h 4991100"/>
                  <a:gd name="connsiteX1" fmla="*/ 227920 w 2242764"/>
                  <a:gd name="connsiteY1" fmla="*/ 0 h 4991100"/>
                  <a:gd name="connsiteX2" fmla="*/ 202520 w 2242764"/>
                  <a:gd name="connsiteY2" fmla="*/ 4991100 h 4991100"/>
                  <a:gd name="connsiteX3" fmla="*/ 0 w 2242764"/>
                  <a:gd name="connsiteY3" fmla="*/ 0 h 4991100"/>
                  <a:gd name="connsiteX0" fmla="*/ 0 w 2377465"/>
                  <a:gd name="connsiteY0" fmla="*/ 0 h 4991100"/>
                  <a:gd name="connsiteX1" fmla="*/ 227920 w 2377465"/>
                  <a:gd name="connsiteY1" fmla="*/ 0 h 4991100"/>
                  <a:gd name="connsiteX2" fmla="*/ 202520 w 2377465"/>
                  <a:gd name="connsiteY2" fmla="*/ 4991100 h 4991100"/>
                  <a:gd name="connsiteX3" fmla="*/ 0 w 2377465"/>
                  <a:gd name="connsiteY3" fmla="*/ 0 h 4991100"/>
                  <a:gd name="connsiteX0" fmla="*/ 0 w 2183866"/>
                  <a:gd name="connsiteY0" fmla="*/ 0 h 4991100"/>
                  <a:gd name="connsiteX1" fmla="*/ 227920 w 2183866"/>
                  <a:gd name="connsiteY1" fmla="*/ 0 h 4991100"/>
                  <a:gd name="connsiteX2" fmla="*/ 202520 w 2183866"/>
                  <a:gd name="connsiteY2" fmla="*/ 4991100 h 4991100"/>
                  <a:gd name="connsiteX3" fmla="*/ 0 w 2183866"/>
                  <a:gd name="connsiteY3" fmla="*/ 0 h 4991100"/>
                  <a:gd name="connsiteX0" fmla="*/ 0 w 2415273"/>
                  <a:gd name="connsiteY0" fmla="*/ 0 h 4991100"/>
                  <a:gd name="connsiteX1" fmla="*/ 227920 w 2415273"/>
                  <a:gd name="connsiteY1" fmla="*/ 0 h 4991100"/>
                  <a:gd name="connsiteX2" fmla="*/ 202520 w 2415273"/>
                  <a:gd name="connsiteY2" fmla="*/ 4991100 h 4991100"/>
                  <a:gd name="connsiteX3" fmla="*/ 0 w 2415273"/>
                  <a:gd name="connsiteY3" fmla="*/ 0 h 4991100"/>
                  <a:gd name="connsiteX0" fmla="*/ 0 w 2393163"/>
                  <a:gd name="connsiteY0" fmla="*/ 0 h 4991100"/>
                  <a:gd name="connsiteX1" fmla="*/ 227920 w 2393163"/>
                  <a:gd name="connsiteY1" fmla="*/ 0 h 4991100"/>
                  <a:gd name="connsiteX2" fmla="*/ 202520 w 2393163"/>
                  <a:gd name="connsiteY2" fmla="*/ 4991100 h 4991100"/>
                  <a:gd name="connsiteX3" fmla="*/ 0 w 2393163"/>
                  <a:gd name="connsiteY3" fmla="*/ 0 h 4991100"/>
                  <a:gd name="connsiteX0" fmla="*/ 0 w 2376234"/>
                  <a:gd name="connsiteY0" fmla="*/ 0 h 4991100"/>
                  <a:gd name="connsiteX1" fmla="*/ 227920 w 2376234"/>
                  <a:gd name="connsiteY1" fmla="*/ 0 h 4991100"/>
                  <a:gd name="connsiteX2" fmla="*/ 202520 w 2376234"/>
                  <a:gd name="connsiteY2" fmla="*/ 4991100 h 4991100"/>
                  <a:gd name="connsiteX3" fmla="*/ 0 w 2376234"/>
                  <a:gd name="connsiteY3" fmla="*/ 0 h 4991100"/>
                  <a:gd name="connsiteX0" fmla="*/ 0 w 2336126"/>
                  <a:gd name="connsiteY0" fmla="*/ 0 h 5032845"/>
                  <a:gd name="connsiteX1" fmla="*/ 227920 w 2336126"/>
                  <a:gd name="connsiteY1" fmla="*/ 0 h 5032845"/>
                  <a:gd name="connsiteX2" fmla="*/ 2336119 w 2336126"/>
                  <a:gd name="connsiteY2" fmla="*/ 2667000 h 5032845"/>
                  <a:gd name="connsiteX3" fmla="*/ 202520 w 2336126"/>
                  <a:gd name="connsiteY3" fmla="*/ 4991100 h 5032845"/>
                  <a:gd name="connsiteX4" fmla="*/ 0 w 2336126"/>
                  <a:gd name="connsiteY4" fmla="*/ 0 h 5032845"/>
                  <a:gd name="connsiteX0" fmla="*/ 0 w 2362479"/>
                  <a:gd name="connsiteY0" fmla="*/ 0 h 5062002"/>
                  <a:gd name="connsiteX1" fmla="*/ 227920 w 2362479"/>
                  <a:gd name="connsiteY1" fmla="*/ 0 h 5062002"/>
                  <a:gd name="connsiteX2" fmla="*/ 2336119 w 2362479"/>
                  <a:gd name="connsiteY2" fmla="*/ 2667000 h 5062002"/>
                  <a:gd name="connsiteX3" fmla="*/ 202520 w 2362479"/>
                  <a:gd name="connsiteY3" fmla="*/ 4991100 h 5062002"/>
                  <a:gd name="connsiteX4" fmla="*/ 0 w 2362479"/>
                  <a:gd name="connsiteY4" fmla="*/ 0 h 5062002"/>
                  <a:gd name="connsiteX0" fmla="*/ 0 w 2336295"/>
                  <a:gd name="connsiteY0" fmla="*/ 0 h 5023497"/>
                  <a:gd name="connsiteX1" fmla="*/ 227920 w 2336295"/>
                  <a:gd name="connsiteY1" fmla="*/ 0 h 5023497"/>
                  <a:gd name="connsiteX2" fmla="*/ 2336119 w 2336295"/>
                  <a:gd name="connsiteY2" fmla="*/ 2667000 h 5023497"/>
                  <a:gd name="connsiteX3" fmla="*/ 202520 w 2336295"/>
                  <a:gd name="connsiteY3" fmla="*/ 4991100 h 5023497"/>
                  <a:gd name="connsiteX4" fmla="*/ 0 w 2336295"/>
                  <a:gd name="connsiteY4" fmla="*/ 0 h 5023497"/>
                  <a:gd name="connsiteX0" fmla="*/ 0 w 2364904"/>
                  <a:gd name="connsiteY0" fmla="*/ 0 h 4991100"/>
                  <a:gd name="connsiteX1" fmla="*/ 227920 w 2364904"/>
                  <a:gd name="connsiteY1" fmla="*/ 0 h 4991100"/>
                  <a:gd name="connsiteX2" fmla="*/ 2336119 w 2364904"/>
                  <a:gd name="connsiteY2" fmla="*/ 2667000 h 4991100"/>
                  <a:gd name="connsiteX3" fmla="*/ 202520 w 2364904"/>
                  <a:gd name="connsiteY3" fmla="*/ 4991100 h 4991100"/>
                  <a:gd name="connsiteX4" fmla="*/ 0 w 2364904"/>
                  <a:gd name="connsiteY4" fmla="*/ 0 h 4991100"/>
                  <a:gd name="connsiteX0" fmla="*/ 0 w 2364904"/>
                  <a:gd name="connsiteY0" fmla="*/ 0 h 4991100"/>
                  <a:gd name="connsiteX1" fmla="*/ 227920 w 2364904"/>
                  <a:gd name="connsiteY1" fmla="*/ 0 h 4991100"/>
                  <a:gd name="connsiteX2" fmla="*/ 2336119 w 2364904"/>
                  <a:gd name="connsiteY2" fmla="*/ 2667000 h 4991100"/>
                  <a:gd name="connsiteX3" fmla="*/ 202520 w 2364904"/>
                  <a:gd name="connsiteY3" fmla="*/ 4991100 h 4991100"/>
                  <a:gd name="connsiteX4" fmla="*/ 0 w 2364904"/>
                  <a:gd name="connsiteY4" fmla="*/ 0 h 4991100"/>
                  <a:gd name="connsiteX0" fmla="*/ 0 w 2364904"/>
                  <a:gd name="connsiteY0" fmla="*/ 0 h 4991100"/>
                  <a:gd name="connsiteX1" fmla="*/ 227920 w 2364904"/>
                  <a:gd name="connsiteY1" fmla="*/ 0 h 4991100"/>
                  <a:gd name="connsiteX2" fmla="*/ 2336119 w 2364904"/>
                  <a:gd name="connsiteY2" fmla="*/ 2667000 h 4991100"/>
                  <a:gd name="connsiteX3" fmla="*/ 202520 w 2364904"/>
                  <a:gd name="connsiteY3" fmla="*/ 4991100 h 4991100"/>
                  <a:gd name="connsiteX4" fmla="*/ 0 w 2364904"/>
                  <a:gd name="connsiteY4" fmla="*/ 0 h 4991100"/>
                  <a:gd name="connsiteX0" fmla="*/ 0 w 2364904"/>
                  <a:gd name="connsiteY0" fmla="*/ 0 h 4991100"/>
                  <a:gd name="connsiteX1" fmla="*/ 227920 w 2364904"/>
                  <a:gd name="connsiteY1" fmla="*/ 0 h 4991100"/>
                  <a:gd name="connsiteX2" fmla="*/ 2336119 w 2364904"/>
                  <a:gd name="connsiteY2" fmla="*/ 2667000 h 4991100"/>
                  <a:gd name="connsiteX3" fmla="*/ 202520 w 2364904"/>
                  <a:gd name="connsiteY3" fmla="*/ 4991100 h 4991100"/>
                  <a:gd name="connsiteX4" fmla="*/ 0 w 2364904"/>
                  <a:gd name="connsiteY4" fmla="*/ 0 h 4991100"/>
                  <a:gd name="connsiteX0" fmla="*/ 0 w 2364904"/>
                  <a:gd name="connsiteY0" fmla="*/ 0 h 4991100"/>
                  <a:gd name="connsiteX1" fmla="*/ 227920 w 2364904"/>
                  <a:gd name="connsiteY1" fmla="*/ 0 h 4991100"/>
                  <a:gd name="connsiteX2" fmla="*/ 2336119 w 2364904"/>
                  <a:gd name="connsiteY2" fmla="*/ 2667000 h 4991100"/>
                  <a:gd name="connsiteX3" fmla="*/ 202520 w 2364904"/>
                  <a:gd name="connsiteY3" fmla="*/ 4991100 h 4991100"/>
                  <a:gd name="connsiteX4" fmla="*/ 0 w 2364904"/>
                  <a:gd name="connsiteY4" fmla="*/ 0 h 4991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64904" h="4991100">
                    <a:moveTo>
                      <a:pt x="0" y="0"/>
                    </a:moveTo>
                    <a:lnTo>
                      <a:pt x="227920" y="0"/>
                    </a:lnTo>
                    <a:cubicBezTo>
                      <a:pt x="345130" y="1559982"/>
                      <a:pt x="1982938" y="1523093"/>
                      <a:pt x="2336119" y="2667000"/>
                    </a:cubicBezTo>
                    <a:cubicBezTo>
                      <a:pt x="2357286" y="2876550"/>
                      <a:pt x="2712773" y="4671483"/>
                      <a:pt x="202520" y="499110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57150">
                <a:solidFill>
                  <a:srgbClr val="B42B9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 3">
                <a:extLst>
                  <a:ext uri="{FF2B5EF4-FFF2-40B4-BE49-F238E27FC236}">
                    <a16:creationId xmlns:a16="http://schemas.microsoft.com/office/drawing/2014/main" id="{53C04207-FC2E-17BF-04FF-49F1FCE0AB6D}"/>
                  </a:ext>
                </a:extLst>
              </p:cNvPr>
              <p:cNvSpPr/>
              <p:nvPr/>
            </p:nvSpPr>
            <p:spPr>
              <a:xfrm>
                <a:off x="1034369" y="1266824"/>
                <a:ext cx="1663353" cy="4991099"/>
              </a:xfrm>
              <a:custGeom>
                <a:avLst/>
                <a:gdLst>
                  <a:gd name="connsiteX0" fmla="*/ 0 w 443820"/>
                  <a:gd name="connsiteY0" fmla="*/ 0 h 4902200"/>
                  <a:gd name="connsiteX1" fmla="*/ 443820 w 443820"/>
                  <a:gd name="connsiteY1" fmla="*/ 0 h 4902200"/>
                  <a:gd name="connsiteX2" fmla="*/ 443820 w 443820"/>
                  <a:gd name="connsiteY2" fmla="*/ 4902200 h 4902200"/>
                  <a:gd name="connsiteX3" fmla="*/ 0 w 443820"/>
                  <a:gd name="connsiteY3" fmla="*/ 4902200 h 4902200"/>
                  <a:gd name="connsiteX4" fmla="*/ 0 w 443820"/>
                  <a:gd name="connsiteY4" fmla="*/ 0 h 4902200"/>
                  <a:gd name="connsiteX0" fmla="*/ 0 w 469220"/>
                  <a:gd name="connsiteY0" fmla="*/ 0 h 4927600"/>
                  <a:gd name="connsiteX1" fmla="*/ 469220 w 469220"/>
                  <a:gd name="connsiteY1" fmla="*/ 25400 h 4927600"/>
                  <a:gd name="connsiteX2" fmla="*/ 469220 w 469220"/>
                  <a:gd name="connsiteY2" fmla="*/ 4927600 h 4927600"/>
                  <a:gd name="connsiteX3" fmla="*/ 25400 w 469220"/>
                  <a:gd name="connsiteY3" fmla="*/ 4927600 h 4927600"/>
                  <a:gd name="connsiteX4" fmla="*/ 0 w 469220"/>
                  <a:gd name="connsiteY4" fmla="*/ 0 h 4927600"/>
                  <a:gd name="connsiteX0" fmla="*/ 0 w 469220"/>
                  <a:gd name="connsiteY0" fmla="*/ 0 h 4927600"/>
                  <a:gd name="connsiteX1" fmla="*/ 227920 w 469220"/>
                  <a:gd name="connsiteY1" fmla="*/ 0 h 4927600"/>
                  <a:gd name="connsiteX2" fmla="*/ 469220 w 469220"/>
                  <a:gd name="connsiteY2" fmla="*/ 4927600 h 4927600"/>
                  <a:gd name="connsiteX3" fmla="*/ 25400 w 469220"/>
                  <a:gd name="connsiteY3" fmla="*/ 4927600 h 4927600"/>
                  <a:gd name="connsiteX4" fmla="*/ 0 w 469220"/>
                  <a:gd name="connsiteY4" fmla="*/ 0 h 4927600"/>
                  <a:gd name="connsiteX0" fmla="*/ 0 w 2292087"/>
                  <a:gd name="connsiteY0" fmla="*/ 0 h 4927600"/>
                  <a:gd name="connsiteX1" fmla="*/ 227920 w 2292087"/>
                  <a:gd name="connsiteY1" fmla="*/ 0 h 4927600"/>
                  <a:gd name="connsiteX2" fmla="*/ 469220 w 2292087"/>
                  <a:gd name="connsiteY2" fmla="*/ 4927600 h 4927600"/>
                  <a:gd name="connsiteX3" fmla="*/ 25400 w 2292087"/>
                  <a:gd name="connsiteY3" fmla="*/ 4927600 h 4927600"/>
                  <a:gd name="connsiteX4" fmla="*/ 0 w 2292087"/>
                  <a:gd name="connsiteY4" fmla="*/ 0 h 4927600"/>
                  <a:gd name="connsiteX0" fmla="*/ 0 w 2432116"/>
                  <a:gd name="connsiteY0" fmla="*/ 0 h 4927600"/>
                  <a:gd name="connsiteX1" fmla="*/ 227920 w 2432116"/>
                  <a:gd name="connsiteY1" fmla="*/ 0 h 4927600"/>
                  <a:gd name="connsiteX2" fmla="*/ 469220 w 2432116"/>
                  <a:gd name="connsiteY2" fmla="*/ 4927600 h 4927600"/>
                  <a:gd name="connsiteX3" fmla="*/ 25400 w 2432116"/>
                  <a:gd name="connsiteY3" fmla="*/ 4927600 h 4927600"/>
                  <a:gd name="connsiteX4" fmla="*/ 0 w 2432116"/>
                  <a:gd name="connsiteY4" fmla="*/ 0 h 4927600"/>
                  <a:gd name="connsiteX0" fmla="*/ 0 w 2432116"/>
                  <a:gd name="connsiteY0" fmla="*/ 0 h 4927600"/>
                  <a:gd name="connsiteX1" fmla="*/ 227920 w 2432116"/>
                  <a:gd name="connsiteY1" fmla="*/ 0 h 4927600"/>
                  <a:gd name="connsiteX2" fmla="*/ 469220 w 2432116"/>
                  <a:gd name="connsiteY2" fmla="*/ 4927600 h 4927600"/>
                  <a:gd name="connsiteX3" fmla="*/ 0 w 2432116"/>
                  <a:gd name="connsiteY3" fmla="*/ 0 h 4927600"/>
                  <a:gd name="connsiteX0" fmla="*/ 0 w 2242764"/>
                  <a:gd name="connsiteY0" fmla="*/ 0 h 4991100"/>
                  <a:gd name="connsiteX1" fmla="*/ 227920 w 2242764"/>
                  <a:gd name="connsiteY1" fmla="*/ 0 h 4991100"/>
                  <a:gd name="connsiteX2" fmla="*/ 202520 w 2242764"/>
                  <a:gd name="connsiteY2" fmla="*/ 4991100 h 4991100"/>
                  <a:gd name="connsiteX3" fmla="*/ 0 w 2242764"/>
                  <a:gd name="connsiteY3" fmla="*/ 0 h 4991100"/>
                  <a:gd name="connsiteX0" fmla="*/ 0 w 2377465"/>
                  <a:gd name="connsiteY0" fmla="*/ 0 h 4991100"/>
                  <a:gd name="connsiteX1" fmla="*/ 227920 w 2377465"/>
                  <a:gd name="connsiteY1" fmla="*/ 0 h 4991100"/>
                  <a:gd name="connsiteX2" fmla="*/ 202520 w 2377465"/>
                  <a:gd name="connsiteY2" fmla="*/ 4991100 h 4991100"/>
                  <a:gd name="connsiteX3" fmla="*/ 0 w 2377465"/>
                  <a:gd name="connsiteY3" fmla="*/ 0 h 4991100"/>
                  <a:gd name="connsiteX0" fmla="*/ 0 w 2183866"/>
                  <a:gd name="connsiteY0" fmla="*/ 0 h 4991100"/>
                  <a:gd name="connsiteX1" fmla="*/ 227920 w 2183866"/>
                  <a:gd name="connsiteY1" fmla="*/ 0 h 4991100"/>
                  <a:gd name="connsiteX2" fmla="*/ 202520 w 2183866"/>
                  <a:gd name="connsiteY2" fmla="*/ 4991100 h 4991100"/>
                  <a:gd name="connsiteX3" fmla="*/ 0 w 2183866"/>
                  <a:gd name="connsiteY3" fmla="*/ 0 h 4991100"/>
                  <a:gd name="connsiteX0" fmla="*/ 0 w 2415273"/>
                  <a:gd name="connsiteY0" fmla="*/ 0 h 4991100"/>
                  <a:gd name="connsiteX1" fmla="*/ 227920 w 2415273"/>
                  <a:gd name="connsiteY1" fmla="*/ 0 h 4991100"/>
                  <a:gd name="connsiteX2" fmla="*/ 202520 w 2415273"/>
                  <a:gd name="connsiteY2" fmla="*/ 4991100 h 4991100"/>
                  <a:gd name="connsiteX3" fmla="*/ 0 w 2415273"/>
                  <a:gd name="connsiteY3" fmla="*/ 0 h 4991100"/>
                  <a:gd name="connsiteX0" fmla="*/ 0 w 2393163"/>
                  <a:gd name="connsiteY0" fmla="*/ 0 h 4991100"/>
                  <a:gd name="connsiteX1" fmla="*/ 227920 w 2393163"/>
                  <a:gd name="connsiteY1" fmla="*/ 0 h 4991100"/>
                  <a:gd name="connsiteX2" fmla="*/ 202520 w 2393163"/>
                  <a:gd name="connsiteY2" fmla="*/ 4991100 h 4991100"/>
                  <a:gd name="connsiteX3" fmla="*/ 0 w 2393163"/>
                  <a:gd name="connsiteY3" fmla="*/ 0 h 4991100"/>
                  <a:gd name="connsiteX0" fmla="*/ 0 w 2376234"/>
                  <a:gd name="connsiteY0" fmla="*/ 0 h 4991100"/>
                  <a:gd name="connsiteX1" fmla="*/ 227920 w 2376234"/>
                  <a:gd name="connsiteY1" fmla="*/ 0 h 4991100"/>
                  <a:gd name="connsiteX2" fmla="*/ 202520 w 2376234"/>
                  <a:gd name="connsiteY2" fmla="*/ 4991100 h 4991100"/>
                  <a:gd name="connsiteX3" fmla="*/ 0 w 2376234"/>
                  <a:gd name="connsiteY3" fmla="*/ 0 h 4991100"/>
                  <a:gd name="connsiteX0" fmla="*/ 0 w 2336126"/>
                  <a:gd name="connsiteY0" fmla="*/ 0 h 5032845"/>
                  <a:gd name="connsiteX1" fmla="*/ 227920 w 2336126"/>
                  <a:gd name="connsiteY1" fmla="*/ 0 h 5032845"/>
                  <a:gd name="connsiteX2" fmla="*/ 2336119 w 2336126"/>
                  <a:gd name="connsiteY2" fmla="*/ 2667000 h 5032845"/>
                  <a:gd name="connsiteX3" fmla="*/ 202520 w 2336126"/>
                  <a:gd name="connsiteY3" fmla="*/ 4991100 h 5032845"/>
                  <a:gd name="connsiteX4" fmla="*/ 0 w 2336126"/>
                  <a:gd name="connsiteY4" fmla="*/ 0 h 5032845"/>
                  <a:gd name="connsiteX0" fmla="*/ 0 w 2362479"/>
                  <a:gd name="connsiteY0" fmla="*/ 0 h 5062002"/>
                  <a:gd name="connsiteX1" fmla="*/ 227920 w 2362479"/>
                  <a:gd name="connsiteY1" fmla="*/ 0 h 5062002"/>
                  <a:gd name="connsiteX2" fmla="*/ 2336119 w 2362479"/>
                  <a:gd name="connsiteY2" fmla="*/ 2667000 h 5062002"/>
                  <a:gd name="connsiteX3" fmla="*/ 202520 w 2362479"/>
                  <a:gd name="connsiteY3" fmla="*/ 4991100 h 5062002"/>
                  <a:gd name="connsiteX4" fmla="*/ 0 w 2362479"/>
                  <a:gd name="connsiteY4" fmla="*/ 0 h 5062002"/>
                  <a:gd name="connsiteX0" fmla="*/ 0 w 2336295"/>
                  <a:gd name="connsiteY0" fmla="*/ 0 h 5023497"/>
                  <a:gd name="connsiteX1" fmla="*/ 227920 w 2336295"/>
                  <a:gd name="connsiteY1" fmla="*/ 0 h 5023497"/>
                  <a:gd name="connsiteX2" fmla="*/ 2336119 w 2336295"/>
                  <a:gd name="connsiteY2" fmla="*/ 2667000 h 5023497"/>
                  <a:gd name="connsiteX3" fmla="*/ 202520 w 2336295"/>
                  <a:gd name="connsiteY3" fmla="*/ 4991100 h 5023497"/>
                  <a:gd name="connsiteX4" fmla="*/ 0 w 2336295"/>
                  <a:gd name="connsiteY4" fmla="*/ 0 h 5023497"/>
                  <a:gd name="connsiteX0" fmla="*/ 0 w 2364904"/>
                  <a:gd name="connsiteY0" fmla="*/ 0 h 4991100"/>
                  <a:gd name="connsiteX1" fmla="*/ 227920 w 2364904"/>
                  <a:gd name="connsiteY1" fmla="*/ 0 h 4991100"/>
                  <a:gd name="connsiteX2" fmla="*/ 2336119 w 2364904"/>
                  <a:gd name="connsiteY2" fmla="*/ 2667000 h 4991100"/>
                  <a:gd name="connsiteX3" fmla="*/ 202520 w 2364904"/>
                  <a:gd name="connsiteY3" fmla="*/ 4991100 h 4991100"/>
                  <a:gd name="connsiteX4" fmla="*/ 0 w 2364904"/>
                  <a:gd name="connsiteY4" fmla="*/ 0 h 4991100"/>
                  <a:gd name="connsiteX0" fmla="*/ 0 w 2364904"/>
                  <a:gd name="connsiteY0" fmla="*/ 0 h 4991100"/>
                  <a:gd name="connsiteX1" fmla="*/ 227920 w 2364904"/>
                  <a:gd name="connsiteY1" fmla="*/ 0 h 4991100"/>
                  <a:gd name="connsiteX2" fmla="*/ 2336119 w 2364904"/>
                  <a:gd name="connsiteY2" fmla="*/ 2667000 h 4991100"/>
                  <a:gd name="connsiteX3" fmla="*/ 202520 w 2364904"/>
                  <a:gd name="connsiteY3" fmla="*/ 4991100 h 4991100"/>
                  <a:gd name="connsiteX4" fmla="*/ 0 w 2364904"/>
                  <a:gd name="connsiteY4" fmla="*/ 0 h 4991100"/>
                  <a:gd name="connsiteX0" fmla="*/ 0 w 2364904"/>
                  <a:gd name="connsiteY0" fmla="*/ 0 h 4991100"/>
                  <a:gd name="connsiteX1" fmla="*/ 227920 w 2364904"/>
                  <a:gd name="connsiteY1" fmla="*/ 0 h 4991100"/>
                  <a:gd name="connsiteX2" fmla="*/ 2336119 w 2364904"/>
                  <a:gd name="connsiteY2" fmla="*/ 2667000 h 4991100"/>
                  <a:gd name="connsiteX3" fmla="*/ 202520 w 2364904"/>
                  <a:gd name="connsiteY3" fmla="*/ 4991100 h 4991100"/>
                  <a:gd name="connsiteX4" fmla="*/ 0 w 2364904"/>
                  <a:gd name="connsiteY4" fmla="*/ 0 h 4991100"/>
                  <a:gd name="connsiteX0" fmla="*/ 0 w 2364904"/>
                  <a:gd name="connsiteY0" fmla="*/ 0 h 4991100"/>
                  <a:gd name="connsiteX1" fmla="*/ 227920 w 2364904"/>
                  <a:gd name="connsiteY1" fmla="*/ 0 h 4991100"/>
                  <a:gd name="connsiteX2" fmla="*/ 2336119 w 2364904"/>
                  <a:gd name="connsiteY2" fmla="*/ 2667000 h 4991100"/>
                  <a:gd name="connsiteX3" fmla="*/ 202520 w 2364904"/>
                  <a:gd name="connsiteY3" fmla="*/ 4991100 h 4991100"/>
                  <a:gd name="connsiteX4" fmla="*/ 0 w 2364904"/>
                  <a:gd name="connsiteY4" fmla="*/ 0 h 4991100"/>
                  <a:gd name="connsiteX0" fmla="*/ 0 w 2364904"/>
                  <a:gd name="connsiteY0" fmla="*/ 0 h 4991100"/>
                  <a:gd name="connsiteX1" fmla="*/ 227920 w 2364904"/>
                  <a:gd name="connsiteY1" fmla="*/ 0 h 4991100"/>
                  <a:gd name="connsiteX2" fmla="*/ 2336119 w 2364904"/>
                  <a:gd name="connsiteY2" fmla="*/ 2667000 h 4991100"/>
                  <a:gd name="connsiteX3" fmla="*/ 202520 w 2364904"/>
                  <a:gd name="connsiteY3" fmla="*/ 4991100 h 4991100"/>
                  <a:gd name="connsiteX4" fmla="*/ 0 w 2364904"/>
                  <a:gd name="connsiteY4" fmla="*/ 0 h 4991100"/>
                  <a:gd name="connsiteX0" fmla="*/ 0 w 2364904"/>
                  <a:gd name="connsiteY0" fmla="*/ 76200 h 5067300"/>
                  <a:gd name="connsiteX1" fmla="*/ 812120 w 2364904"/>
                  <a:gd name="connsiteY1" fmla="*/ 0 h 5067300"/>
                  <a:gd name="connsiteX2" fmla="*/ 2336119 w 2364904"/>
                  <a:gd name="connsiteY2" fmla="*/ 2743200 h 5067300"/>
                  <a:gd name="connsiteX3" fmla="*/ 202520 w 2364904"/>
                  <a:gd name="connsiteY3" fmla="*/ 5067300 h 5067300"/>
                  <a:gd name="connsiteX4" fmla="*/ 0 w 2364904"/>
                  <a:gd name="connsiteY4" fmla="*/ 76200 h 5067300"/>
                  <a:gd name="connsiteX0" fmla="*/ 0 w 2290454"/>
                  <a:gd name="connsiteY0" fmla="*/ 76200 h 5067300"/>
                  <a:gd name="connsiteX1" fmla="*/ 812120 w 2290454"/>
                  <a:gd name="connsiteY1" fmla="*/ 0 h 5067300"/>
                  <a:gd name="connsiteX2" fmla="*/ 2247219 w 2290454"/>
                  <a:gd name="connsiteY2" fmla="*/ 2641600 h 5067300"/>
                  <a:gd name="connsiteX3" fmla="*/ 202520 w 2290454"/>
                  <a:gd name="connsiteY3" fmla="*/ 5067300 h 5067300"/>
                  <a:gd name="connsiteX4" fmla="*/ 0 w 2290454"/>
                  <a:gd name="connsiteY4" fmla="*/ 76200 h 5067300"/>
                  <a:gd name="connsiteX0" fmla="*/ 0 w 2426718"/>
                  <a:gd name="connsiteY0" fmla="*/ 76200 h 4927600"/>
                  <a:gd name="connsiteX1" fmla="*/ 812120 w 2426718"/>
                  <a:gd name="connsiteY1" fmla="*/ 0 h 4927600"/>
                  <a:gd name="connsiteX2" fmla="*/ 2247219 w 2426718"/>
                  <a:gd name="connsiteY2" fmla="*/ 2641600 h 4927600"/>
                  <a:gd name="connsiteX3" fmla="*/ 672420 w 2426718"/>
                  <a:gd name="connsiteY3" fmla="*/ 4927600 h 4927600"/>
                  <a:gd name="connsiteX4" fmla="*/ 0 w 2426718"/>
                  <a:gd name="connsiteY4" fmla="*/ 76200 h 4927600"/>
                  <a:gd name="connsiteX0" fmla="*/ 0 w 2285653"/>
                  <a:gd name="connsiteY0" fmla="*/ 76200 h 4927600"/>
                  <a:gd name="connsiteX1" fmla="*/ 812120 w 2285653"/>
                  <a:gd name="connsiteY1" fmla="*/ 0 h 4927600"/>
                  <a:gd name="connsiteX2" fmla="*/ 2247219 w 2285653"/>
                  <a:gd name="connsiteY2" fmla="*/ 2641600 h 4927600"/>
                  <a:gd name="connsiteX3" fmla="*/ 672420 w 2285653"/>
                  <a:gd name="connsiteY3" fmla="*/ 4927600 h 4927600"/>
                  <a:gd name="connsiteX4" fmla="*/ 0 w 2285653"/>
                  <a:gd name="connsiteY4" fmla="*/ 76200 h 4927600"/>
                  <a:gd name="connsiteX0" fmla="*/ 0 w 1663353"/>
                  <a:gd name="connsiteY0" fmla="*/ 0 h 4927600"/>
                  <a:gd name="connsiteX1" fmla="*/ 189820 w 1663353"/>
                  <a:gd name="connsiteY1" fmla="*/ 0 h 4927600"/>
                  <a:gd name="connsiteX2" fmla="*/ 1624919 w 1663353"/>
                  <a:gd name="connsiteY2" fmla="*/ 2641600 h 4927600"/>
                  <a:gd name="connsiteX3" fmla="*/ 50120 w 1663353"/>
                  <a:gd name="connsiteY3" fmla="*/ 4927600 h 4927600"/>
                  <a:gd name="connsiteX4" fmla="*/ 0 w 1663353"/>
                  <a:gd name="connsiteY4" fmla="*/ 0 h 4927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63353" h="4927600">
                    <a:moveTo>
                      <a:pt x="0" y="0"/>
                    </a:moveTo>
                    <a:lnTo>
                      <a:pt x="189820" y="0"/>
                    </a:lnTo>
                    <a:cubicBezTo>
                      <a:pt x="307030" y="1559982"/>
                      <a:pt x="1271738" y="1497693"/>
                      <a:pt x="1624919" y="2641600"/>
                    </a:cubicBezTo>
                    <a:cubicBezTo>
                      <a:pt x="1646086" y="2851150"/>
                      <a:pt x="2001573" y="4747683"/>
                      <a:pt x="50120" y="492760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57150">
                <a:solidFill>
                  <a:srgbClr val="AA289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3">
                <a:extLst>
                  <a:ext uri="{FF2B5EF4-FFF2-40B4-BE49-F238E27FC236}">
                    <a16:creationId xmlns:a16="http://schemas.microsoft.com/office/drawing/2014/main" id="{1BE4BAD2-414D-2763-E015-6904B313F255}"/>
                  </a:ext>
                </a:extLst>
              </p:cNvPr>
              <p:cNvSpPr/>
              <p:nvPr/>
            </p:nvSpPr>
            <p:spPr>
              <a:xfrm flipH="1">
                <a:off x="-426669" y="1320800"/>
                <a:ext cx="1663353" cy="4927600"/>
              </a:xfrm>
              <a:custGeom>
                <a:avLst/>
                <a:gdLst>
                  <a:gd name="connsiteX0" fmla="*/ 0 w 443820"/>
                  <a:gd name="connsiteY0" fmla="*/ 0 h 4902200"/>
                  <a:gd name="connsiteX1" fmla="*/ 443820 w 443820"/>
                  <a:gd name="connsiteY1" fmla="*/ 0 h 4902200"/>
                  <a:gd name="connsiteX2" fmla="*/ 443820 w 443820"/>
                  <a:gd name="connsiteY2" fmla="*/ 4902200 h 4902200"/>
                  <a:gd name="connsiteX3" fmla="*/ 0 w 443820"/>
                  <a:gd name="connsiteY3" fmla="*/ 4902200 h 4902200"/>
                  <a:gd name="connsiteX4" fmla="*/ 0 w 443820"/>
                  <a:gd name="connsiteY4" fmla="*/ 0 h 4902200"/>
                  <a:gd name="connsiteX0" fmla="*/ 0 w 469220"/>
                  <a:gd name="connsiteY0" fmla="*/ 0 h 4927600"/>
                  <a:gd name="connsiteX1" fmla="*/ 469220 w 469220"/>
                  <a:gd name="connsiteY1" fmla="*/ 25400 h 4927600"/>
                  <a:gd name="connsiteX2" fmla="*/ 469220 w 469220"/>
                  <a:gd name="connsiteY2" fmla="*/ 4927600 h 4927600"/>
                  <a:gd name="connsiteX3" fmla="*/ 25400 w 469220"/>
                  <a:gd name="connsiteY3" fmla="*/ 4927600 h 4927600"/>
                  <a:gd name="connsiteX4" fmla="*/ 0 w 469220"/>
                  <a:gd name="connsiteY4" fmla="*/ 0 h 4927600"/>
                  <a:gd name="connsiteX0" fmla="*/ 0 w 469220"/>
                  <a:gd name="connsiteY0" fmla="*/ 0 h 4927600"/>
                  <a:gd name="connsiteX1" fmla="*/ 227920 w 469220"/>
                  <a:gd name="connsiteY1" fmla="*/ 0 h 4927600"/>
                  <a:gd name="connsiteX2" fmla="*/ 469220 w 469220"/>
                  <a:gd name="connsiteY2" fmla="*/ 4927600 h 4927600"/>
                  <a:gd name="connsiteX3" fmla="*/ 25400 w 469220"/>
                  <a:gd name="connsiteY3" fmla="*/ 4927600 h 4927600"/>
                  <a:gd name="connsiteX4" fmla="*/ 0 w 469220"/>
                  <a:gd name="connsiteY4" fmla="*/ 0 h 4927600"/>
                  <a:gd name="connsiteX0" fmla="*/ 0 w 2292087"/>
                  <a:gd name="connsiteY0" fmla="*/ 0 h 4927600"/>
                  <a:gd name="connsiteX1" fmla="*/ 227920 w 2292087"/>
                  <a:gd name="connsiteY1" fmla="*/ 0 h 4927600"/>
                  <a:gd name="connsiteX2" fmla="*/ 469220 w 2292087"/>
                  <a:gd name="connsiteY2" fmla="*/ 4927600 h 4927600"/>
                  <a:gd name="connsiteX3" fmla="*/ 25400 w 2292087"/>
                  <a:gd name="connsiteY3" fmla="*/ 4927600 h 4927600"/>
                  <a:gd name="connsiteX4" fmla="*/ 0 w 2292087"/>
                  <a:gd name="connsiteY4" fmla="*/ 0 h 4927600"/>
                  <a:gd name="connsiteX0" fmla="*/ 0 w 2432116"/>
                  <a:gd name="connsiteY0" fmla="*/ 0 h 4927600"/>
                  <a:gd name="connsiteX1" fmla="*/ 227920 w 2432116"/>
                  <a:gd name="connsiteY1" fmla="*/ 0 h 4927600"/>
                  <a:gd name="connsiteX2" fmla="*/ 469220 w 2432116"/>
                  <a:gd name="connsiteY2" fmla="*/ 4927600 h 4927600"/>
                  <a:gd name="connsiteX3" fmla="*/ 25400 w 2432116"/>
                  <a:gd name="connsiteY3" fmla="*/ 4927600 h 4927600"/>
                  <a:gd name="connsiteX4" fmla="*/ 0 w 2432116"/>
                  <a:gd name="connsiteY4" fmla="*/ 0 h 4927600"/>
                  <a:gd name="connsiteX0" fmla="*/ 0 w 2432116"/>
                  <a:gd name="connsiteY0" fmla="*/ 0 h 4927600"/>
                  <a:gd name="connsiteX1" fmla="*/ 227920 w 2432116"/>
                  <a:gd name="connsiteY1" fmla="*/ 0 h 4927600"/>
                  <a:gd name="connsiteX2" fmla="*/ 469220 w 2432116"/>
                  <a:gd name="connsiteY2" fmla="*/ 4927600 h 4927600"/>
                  <a:gd name="connsiteX3" fmla="*/ 0 w 2432116"/>
                  <a:gd name="connsiteY3" fmla="*/ 0 h 4927600"/>
                  <a:gd name="connsiteX0" fmla="*/ 0 w 2242764"/>
                  <a:gd name="connsiteY0" fmla="*/ 0 h 4991100"/>
                  <a:gd name="connsiteX1" fmla="*/ 227920 w 2242764"/>
                  <a:gd name="connsiteY1" fmla="*/ 0 h 4991100"/>
                  <a:gd name="connsiteX2" fmla="*/ 202520 w 2242764"/>
                  <a:gd name="connsiteY2" fmla="*/ 4991100 h 4991100"/>
                  <a:gd name="connsiteX3" fmla="*/ 0 w 2242764"/>
                  <a:gd name="connsiteY3" fmla="*/ 0 h 4991100"/>
                  <a:gd name="connsiteX0" fmla="*/ 0 w 2377465"/>
                  <a:gd name="connsiteY0" fmla="*/ 0 h 4991100"/>
                  <a:gd name="connsiteX1" fmla="*/ 227920 w 2377465"/>
                  <a:gd name="connsiteY1" fmla="*/ 0 h 4991100"/>
                  <a:gd name="connsiteX2" fmla="*/ 202520 w 2377465"/>
                  <a:gd name="connsiteY2" fmla="*/ 4991100 h 4991100"/>
                  <a:gd name="connsiteX3" fmla="*/ 0 w 2377465"/>
                  <a:gd name="connsiteY3" fmla="*/ 0 h 4991100"/>
                  <a:gd name="connsiteX0" fmla="*/ 0 w 2183866"/>
                  <a:gd name="connsiteY0" fmla="*/ 0 h 4991100"/>
                  <a:gd name="connsiteX1" fmla="*/ 227920 w 2183866"/>
                  <a:gd name="connsiteY1" fmla="*/ 0 h 4991100"/>
                  <a:gd name="connsiteX2" fmla="*/ 202520 w 2183866"/>
                  <a:gd name="connsiteY2" fmla="*/ 4991100 h 4991100"/>
                  <a:gd name="connsiteX3" fmla="*/ 0 w 2183866"/>
                  <a:gd name="connsiteY3" fmla="*/ 0 h 4991100"/>
                  <a:gd name="connsiteX0" fmla="*/ 0 w 2415273"/>
                  <a:gd name="connsiteY0" fmla="*/ 0 h 4991100"/>
                  <a:gd name="connsiteX1" fmla="*/ 227920 w 2415273"/>
                  <a:gd name="connsiteY1" fmla="*/ 0 h 4991100"/>
                  <a:gd name="connsiteX2" fmla="*/ 202520 w 2415273"/>
                  <a:gd name="connsiteY2" fmla="*/ 4991100 h 4991100"/>
                  <a:gd name="connsiteX3" fmla="*/ 0 w 2415273"/>
                  <a:gd name="connsiteY3" fmla="*/ 0 h 4991100"/>
                  <a:gd name="connsiteX0" fmla="*/ 0 w 2393163"/>
                  <a:gd name="connsiteY0" fmla="*/ 0 h 4991100"/>
                  <a:gd name="connsiteX1" fmla="*/ 227920 w 2393163"/>
                  <a:gd name="connsiteY1" fmla="*/ 0 h 4991100"/>
                  <a:gd name="connsiteX2" fmla="*/ 202520 w 2393163"/>
                  <a:gd name="connsiteY2" fmla="*/ 4991100 h 4991100"/>
                  <a:gd name="connsiteX3" fmla="*/ 0 w 2393163"/>
                  <a:gd name="connsiteY3" fmla="*/ 0 h 4991100"/>
                  <a:gd name="connsiteX0" fmla="*/ 0 w 2376234"/>
                  <a:gd name="connsiteY0" fmla="*/ 0 h 4991100"/>
                  <a:gd name="connsiteX1" fmla="*/ 227920 w 2376234"/>
                  <a:gd name="connsiteY1" fmla="*/ 0 h 4991100"/>
                  <a:gd name="connsiteX2" fmla="*/ 202520 w 2376234"/>
                  <a:gd name="connsiteY2" fmla="*/ 4991100 h 4991100"/>
                  <a:gd name="connsiteX3" fmla="*/ 0 w 2376234"/>
                  <a:gd name="connsiteY3" fmla="*/ 0 h 4991100"/>
                  <a:gd name="connsiteX0" fmla="*/ 0 w 2336126"/>
                  <a:gd name="connsiteY0" fmla="*/ 0 h 5032845"/>
                  <a:gd name="connsiteX1" fmla="*/ 227920 w 2336126"/>
                  <a:gd name="connsiteY1" fmla="*/ 0 h 5032845"/>
                  <a:gd name="connsiteX2" fmla="*/ 2336119 w 2336126"/>
                  <a:gd name="connsiteY2" fmla="*/ 2667000 h 5032845"/>
                  <a:gd name="connsiteX3" fmla="*/ 202520 w 2336126"/>
                  <a:gd name="connsiteY3" fmla="*/ 4991100 h 5032845"/>
                  <a:gd name="connsiteX4" fmla="*/ 0 w 2336126"/>
                  <a:gd name="connsiteY4" fmla="*/ 0 h 5032845"/>
                  <a:gd name="connsiteX0" fmla="*/ 0 w 2362479"/>
                  <a:gd name="connsiteY0" fmla="*/ 0 h 5062002"/>
                  <a:gd name="connsiteX1" fmla="*/ 227920 w 2362479"/>
                  <a:gd name="connsiteY1" fmla="*/ 0 h 5062002"/>
                  <a:gd name="connsiteX2" fmla="*/ 2336119 w 2362479"/>
                  <a:gd name="connsiteY2" fmla="*/ 2667000 h 5062002"/>
                  <a:gd name="connsiteX3" fmla="*/ 202520 w 2362479"/>
                  <a:gd name="connsiteY3" fmla="*/ 4991100 h 5062002"/>
                  <a:gd name="connsiteX4" fmla="*/ 0 w 2362479"/>
                  <a:gd name="connsiteY4" fmla="*/ 0 h 5062002"/>
                  <a:gd name="connsiteX0" fmla="*/ 0 w 2336295"/>
                  <a:gd name="connsiteY0" fmla="*/ 0 h 5023497"/>
                  <a:gd name="connsiteX1" fmla="*/ 227920 w 2336295"/>
                  <a:gd name="connsiteY1" fmla="*/ 0 h 5023497"/>
                  <a:gd name="connsiteX2" fmla="*/ 2336119 w 2336295"/>
                  <a:gd name="connsiteY2" fmla="*/ 2667000 h 5023497"/>
                  <a:gd name="connsiteX3" fmla="*/ 202520 w 2336295"/>
                  <a:gd name="connsiteY3" fmla="*/ 4991100 h 5023497"/>
                  <a:gd name="connsiteX4" fmla="*/ 0 w 2336295"/>
                  <a:gd name="connsiteY4" fmla="*/ 0 h 5023497"/>
                  <a:gd name="connsiteX0" fmla="*/ 0 w 2364904"/>
                  <a:gd name="connsiteY0" fmla="*/ 0 h 4991100"/>
                  <a:gd name="connsiteX1" fmla="*/ 227920 w 2364904"/>
                  <a:gd name="connsiteY1" fmla="*/ 0 h 4991100"/>
                  <a:gd name="connsiteX2" fmla="*/ 2336119 w 2364904"/>
                  <a:gd name="connsiteY2" fmla="*/ 2667000 h 4991100"/>
                  <a:gd name="connsiteX3" fmla="*/ 202520 w 2364904"/>
                  <a:gd name="connsiteY3" fmla="*/ 4991100 h 4991100"/>
                  <a:gd name="connsiteX4" fmla="*/ 0 w 2364904"/>
                  <a:gd name="connsiteY4" fmla="*/ 0 h 4991100"/>
                  <a:gd name="connsiteX0" fmla="*/ 0 w 2364904"/>
                  <a:gd name="connsiteY0" fmla="*/ 0 h 4991100"/>
                  <a:gd name="connsiteX1" fmla="*/ 227920 w 2364904"/>
                  <a:gd name="connsiteY1" fmla="*/ 0 h 4991100"/>
                  <a:gd name="connsiteX2" fmla="*/ 2336119 w 2364904"/>
                  <a:gd name="connsiteY2" fmla="*/ 2667000 h 4991100"/>
                  <a:gd name="connsiteX3" fmla="*/ 202520 w 2364904"/>
                  <a:gd name="connsiteY3" fmla="*/ 4991100 h 4991100"/>
                  <a:gd name="connsiteX4" fmla="*/ 0 w 2364904"/>
                  <a:gd name="connsiteY4" fmla="*/ 0 h 4991100"/>
                  <a:gd name="connsiteX0" fmla="*/ 0 w 2364904"/>
                  <a:gd name="connsiteY0" fmla="*/ 0 h 4991100"/>
                  <a:gd name="connsiteX1" fmla="*/ 227920 w 2364904"/>
                  <a:gd name="connsiteY1" fmla="*/ 0 h 4991100"/>
                  <a:gd name="connsiteX2" fmla="*/ 2336119 w 2364904"/>
                  <a:gd name="connsiteY2" fmla="*/ 2667000 h 4991100"/>
                  <a:gd name="connsiteX3" fmla="*/ 202520 w 2364904"/>
                  <a:gd name="connsiteY3" fmla="*/ 4991100 h 4991100"/>
                  <a:gd name="connsiteX4" fmla="*/ 0 w 2364904"/>
                  <a:gd name="connsiteY4" fmla="*/ 0 h 4991100"/>
                  <a:gd name="connsiteX0" fmla="*/ 0 w 2364904"/>
                  <a:gd name="connsiteY0" fmla="*/ 0 h 4991100"/>
                  <a:gd name="connsiteX1" fmla="*/ 227920 w 2364904"/>
                  <a:gd name="connsiteY1" fmla="*/ 0 h 4991100"/>
                  <a:gd name="connsiteX2" fmla="*/ 2336119 w 2364904"/>
                  <a:gd name="connsiteY2" fmla="*/ 2667000 h 4991100"/>
                  <a:gd name="connsiteX3" fmla="*/ 202520 w 2364904"/>
                  <a:gd name="connsiteY3" fmla="*/ 4991100 h 4991100"/>
                  <a:gd name="connsiteX4" fmla="*/ 0 w 2364904"/>
                  <a:gd name="connsiteY4" fmla="*/ 0 h 4991100"/>
                  <a:gd name="connsiteX0" fmla="*/ 0 w 2364904"/>
                  <a:gd name="connsiteY0" fmla="*/ 0 h 4991100"/>
                  <a:gd name="connsiteX1" fmla="*/ 227920 w 2364904"/>
                  <a:gd name="connsiteY1" fmla="*/ 0 h 4991100"/>
                  <a:gd name="connsiteX2" fmla="*/ 2336119 w 2364904"/>
                  <a:gd name="connsiteY2" fmla="*/ 2667000 h 4991100"/>
                  <a:gd name="connsiteX3" fmla="*/ 202520 w 2364904"/>
                  <a:gd name="connsiteY3" fmla="*/ 4991100 h 4991100"/>
                  <a:gd name="connsiteX4" fmla="*/ 0 w 2364904"/>
                  <a:gd name="connsiteY4" fmla="*/ 0 h 4991100"/>
                  <a:gd name="connsiteX0" fmla="*/ 0 w 2364904"/>
                  <a:gd name="connsiteY0" fmla="*/ 76200 h 5067300"/>
                  <a:gd name="connsiteX1" fmla="*/ 812120 w 2364904"/>
                  <a:gd name="connsiteY1" fmla="*/ 0 h 5067300"/>
                  <a:gd name="connsiteX2" fmla="*/ 2336119 w 2364904"/>
                  <a:gd name="connsiteY2" fmla="*/ 2743200 h 5067300"/>
                  <a:gd name="connsiteX3" fmla="*/ 202520 w 2364904"/>
                  <a:gd name="connsiteY3" fmla="*/ 5067300 h 5067300"/>
                  <a:gd name="connsiteX4" fmla="*/ 0 w 2364904"/>
                  <a:gd name="connsiteY4" fmla="*/ 76200 h 5067300"/>
                  <a:gd name="connsiteX0" fmla="*/ 0 w 2290454"/>
                  <a:gd name="connsiteY0" fmla="*/ 76200 h 5067300"/>
                  <a:gd name="connsiteX1" fmla="*/ 812120 w 2290454"/>
                  <a:gd name="connsiteY1" fmla="*/ 0 h 5067300"/>
                  <a:gd name="connsiteX2" fmla="*/ 2247219 w 2290454"/>
                  <a:gd name="connsiteY2" fmla="*/ 2641600 h 5067300"/>
                  <a:gd name="connsiteX3" fmla="*/ 202520 w 2290454"/>
                  <a:gd name="connsiteY3" fmla="*/ 5067300 h 5067300"/>
                  <a:gd name="connsiteX4" fmla="*/ 0 w 2290454"/>
                  <a:gd name="connsiteY4" fmla="*/ 76200 h 5067300"/>
                  <a:gd name="connsiteX0" fmla="*/ 0 w 2426718"/>
                  <a:gd name="connsiteY0" fmla="*/ 76200 h 4927600"/>
                  <a:gd name="connsiteX1" fmla="*/ 812120 w 2426718"/>
                  <a:gd name="connsiteY1" fmla="*/ 0 h 4927600"/>
                  <a:gd name="connsiteX2" fmla="*/ 2247219 w 2426718"/>
                  <a:gd name="connsiteY2" fmla="*/ 2641600 h 4927600"/>
                  <a:gd name="connsiteX3" fmla="*/ 672420 w 2426718"/>
                  <a:gd name="connsiteY3" fmla="*/ 4927600 h 4927600"/>
                  <a:gd name="connsiteX4" fmla="*/ 0 w 2426718"/>
                  <a:gd name="connsiteY4" fmla="*/ 76200 h 4927600"/>
                  <a:gd name="connsiteX0" fmla="*/ 0 w 2285653"/>
                  <a:gd name="connsiteY0" fmla="*/ 76200 h 4927600"/>
                  <a:gd name="connsiteX1" fmla="*/ 812120 w 2285653"/>
                  <a:gd name="connsiteY1" fmla="*/ 0 h 4927600"/>
                  <a:gd name="connsiteX2" fmla="*/ 2247219 w 2285653"/>
                  <a:gd name="connsiteY2" fmla="*/ 2641600 h 4927600"/>
                  <a:gd name="connsiteX3" fmla="*/ 672420 w 2285653"/>
                  <a:gd name="connsiteY3" fmla="*/ 4927600 h 4927600"/>
                  <a:gd name="connsiteX4" fmla="*/ 0 w 2285653"/>
                  <a:gd name="connsiteY4" fmla="*/ 76200 h 4927600"/>
                  <a:gd name="connsiteX0" fmla="*/ 0 w 1663353"/>
                  <a:gd name="connsiteY0" fmla="*/ 0 h 4927600"/>
                  <a:gd name="connsiteX1" fmla="*/ 189820 w 1663353"/>
                  <a:gd name="connsiteY1" fmla="*/ 0 h 4927600"/>
                  <a:gd name="connsiteX2" fmla="*/ 1624919 w 1663353"/>
                  <a:gd name="connsiteY2" fmla="*/ 2641600 h 4927600"/>
                  <a:gd name="connsiteX3" fmla="*/ 50120 w 1663353"/>
                  <a:gd name="connsiteY3" fmla="*/ 4927600 h 4927600"/>
                  <a:gd name="connsiteX4" fmla="*/ 0 w 1663353"/>
                  <a:gd name="connsiteY4" fmla="*/ 0 h 4927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63353" h="4927600">
                    <a:moveTo>
                      <a:pt x="0" y="0"/>
                    </a:moveTo>
                    <a:lnTo>
                      <a:pt x="189820" y="0"/>
                    </a:lnTo>
                    <a:cubicBezTo>
                      <a:pt x="307030" y="1559982"/>
                      <a:pt x="1271738" y="1497693"/>
                      <a:pt x="1624919" y="2641600"/>
                    </a:cubicBezTo>
                    <a:cubicBezTo>
                      <a:pt x="1646086" y="2851150"/>
                      <a:pt x="2001573" y="4747683"/>
                      <a:pt x="50120" y="492760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57150">
                <a:solidFill>
                  <a:srgbClr val="AA289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" name="Rectangle 8">
              <a:extLst>
                <a:ext uri="{FF2B5EF4-FFF2-40B4-BE49-F238E27FC236}">
                  <a16:creationId xmlns:a16="http://schemas.microsoft.com/office/drawing/2014/main" id="{E436C88B-AB82-A7A0-EF3F-9DE903101E17}"/>
                </a:ext>
              </a:extLst>
            </p:cNvPr>
            <p:cNvSpPr/>
            <p:nvPr/>
          </p:nvSpPr>
          <p:spPr>
            <a:xfrm>
              <a:off x="-2211723" y="1165594"/>
              <a:ext cx="1398901" cy="4927229"/>
            </a:xfrm>
            <a:custGeom>
              <a:avLst/>
              <a:gdLst>
                <a:gd name="connsiteX0" fmla="*/ 0 w 45719"/>
                <a:gd name="connsiteY0" fmla="*/ 0 h 4533900"/>
                <a:gd name="connsiteX1" fmla="*/ 45719 w 45719"/>
                <a:gd name="connsiteY1" fmla="*/ 0 h 4533900"/>
                <a:gd name="connsiteX2" fmla="*/ 45719 w 45719"/>
                <a:gd name="connsiteY2" fmla="*/ 4533900 h 4533900"/>
                <a:gd name="connsiteX3" fmla="*/ 0 w 45719"/>
                <a:gd name="connsiteY3" fmla="*/ 4533900 h 4533900"/>
                <a:gd name="connsiteX4" fmla="*/ 0 w 45719"/>
                <a:gd name="connsiteY4" fmla="*/ 0 h 4533900"/>
                <a:gd name="connsiteX0" fmla="*/ 0 w 58419"/>
                <a:gd name="connsiteY0" fmla="*/ 0 h 4762500"/>
                <a:gd name="connsiteX1" fmla="*/ 58419 w 58419"/>
                <a:gd name="connsiteY1" fmla="*/ 228600 h 4762500"/>
                <a:gd name="connsiteX2" fmla="*/ 58419 w 58419"/>
                <a:gd name="connsiteY2" fmla="*/ 4762500 h 4762500"/>
                <a:gd name="connsiteX3" fmla="*/ 12700 w 58419"/>
                <a:gd name="connsiteY3" fmla="*/ 4762500 h 4762500"/>
                <a:gd name="connsiteX4" fmla="*/ 0 w 58419"/>
                <a:gd name="connsiteY4" fmla="*/ 0 h 4762500"/>
                <a:gd name="connsiteX0" fmla="*/ 0 w 58419"/>
                <a:gd name="connsiteY0" fmla="*/ 0 h 4762500"/>
                <a:gd name="connsiteX1" fmla="*/ 58419 w 58419"/>
                <a:gd name="connsiteY1" fmla="*/ 4762500 h 4762500"/>
                <a:gd name="connsiteX2" fmla="*/ 12700 w 58419"/>
                <a:gd name="connsiteY2" fmla="*/ 4762500 h 4762500"/>
                <a:gd name="connsiteX3" fmla="*/ 0 w 58419"/>
                <a:gd name="connsiteY3" fmla="*/ 0 h 4762500"/>
                <a:gd name="connsiteX0" fmla="*/ 499545 w 557964"/>
                <a:gd name="connsiteY0" fmla="*/ 0 h 4762500"/>
                <a:gd name="connsiteX1" fmla="*/ 557964 w 557964"/>
                <a:gd name="connsiteY1" fmla="*/ 4762500 h 4762500"/>
                <a:gd name="connsiteX2" fmla="*/ 512245 w 557964"/>
                <a:gd name="connsiteY2" fmla="*/ 4762500 h 4762500"/>
                <a:gd name="connsiteX3" fmla="*/ 499545 w 557964"/>
                <a:gd name="connsiteY3" fmla="*/ 0 h 4762500"/>
                <a:gd name="connsiteX0" fmla="*/ 499545 w 1199081"/>
                <a:gd name="connsiteY0" fmla="*/ 0 h 4762500"/>
                <a:gd name="connsiteX1" fmla="*/ 557964 w 1199081"/>
                <a:gd name="connsiteY1" fmla="*/ 4762500 h 4762500"/>
                <a:gd name="connsiteX2" fmla="*/ 512245 w 1199081"/>
                <a:gd name="connsiteY2" fmla="*/ 4762500 h 4762500"/>
                <a:gd name="connsiteX3" fmla="*/ 499545 w 1199081"/>
                <a:gd name="connsiteY3" fmla="*/ 0 h 4762500"/>
                <a:gd name="connsiteX0" fmla="*/ 606857 w 1306393"/>
                <a:gd name="connsiteY0" fmla="*/ 0 h 4762500"/>
                <a:gd name="connsiteX1" fmla="*/ 665276 w 1306393"/>
                <a:gd name="connsiteY1" fmla="*/ 4762500 h 4762500"/>
                <a:gd name="connsiteX2" fmla="*/ 619557 w 1306393"/>
                <a:gd name="connsiteY2" fmla="*/ 4762500 h 4762500"/>
                <a:gd name="connsiteX3" fmla="*/ 606857 w 1306393"/>
                <a:gd name="connsiteY3" fmla="*/ 0 h 4762500"/>
                <a:gd name="connsiteX0" fmla="*/ 538581 w 1238117"/>
                <a:gd name="connsiteY0" fmla="*/ 0 h 4762500"/>
                <a:gd name="connsiteX1" fmla="*/ 597000 w 1238117"/>
                <a:gd name="connsiteY1" fmla="*/ 4762500 h 4762500"/>
                <a:gd name="connsiteX2" fmla="*/ 551281 w 1238117"/>
                <a:gd name="connsiteY2" fmla="*/ 4762500 h 4762500"/>
                <a:gd name="connsiteX3" fmla="*/ 538581 w 1238117"/>
                <a:gd name="connsiteY3" fmla="*/ 0 h 4762500"/>
                <a:gd name="connsiteX0" fmla="*/ 538581 w 1325306"/>
                <a:gd name="connsiteY0" fmla="*/ 0 h 4762500"/>
                <a:gd name="connsiteX1" fmla="*/ 597000 w 1325306"/>
                <a:gd name="connsiteY1" fmla="*/ 4762500 h 4762500"/>
                <a:gd name="connsiteX2" fmla="*/ 551281 w 1325306"/>
                <a:gd name="connsiteY2" fmla="*/ 4762500 h 4762500"/>
                <a:gd name="connsiteX3" fmla="*/ 538581 w 1325306"/>
                <a:gd name="connsiteY3" fmla="*/ 0 h 4762500"/>
                <a:gd name="connsiteX0" fmla="*/ 520791 w 1307516"/>
                <a:gd name="connsiteY0" fmla="*/ 0 h 4800600"/>
                <a:gd name="connsiteX1" fmla="*/ 579210 w 1307516"/>
                <a:gd name="connsiteY1" fmla="*/ 4762500 h 4800600"/>
                <a:gd name="connsiteX2" fmla="*/ 558891 w 1307516"/>
                <a:gd name="connsiteY2" fmla="*/ 4800600 h 4800600"/>
                <a:gd name="connsiteX3" fmla="*/ 520791 w 1307516"/>
                <a:gd name="connsiteY3" fmla="*/ 0 h 4800600"/>
                <a:gd name="connsiteX0" fmla="*/ 0 w 786725"/>
                <a:gd name="connsiteY0" fmla="*/ 0 h 4762500"/>
                <a:gd name="connsiteX1" fmla="*/ 58419 w 786725"/>
                <a:gd name="connsiteY1" fmla="*/ 4762500 h 4762500"/>
                <a:gd name="connsiteX2" fmla="*/ 0 w 786725"/>
                <a:gd name="connsiteY2" fmla="*/ 0 h 4762500"/>
                <a:gd name="connsiteX0" fmla="*/ 425786 w 1212511"/>
                <a:gd name="connsiteY0" fmla="*/ 0 h 4762500"/>
                <a:gd name="connsiteX1" fmla="*/ 484205 w 1212511"/>
                <a:gd name="connsiteY1" fmla="*/ 4762500 h 4762500"/>
                <a:gd name="connsiteX2" fmla="*/ 425786 w 1212511"/>
                <a:gd name="connsiteY2" fmla="*/ 0 h 4762500"/>
                <a:gd name="connsiteX0" fmla="*/ 425786 w 1142232"/>
                <a:gd name="connsiteY0" fmla="*/ 0 h 4762500"/>
                <a:gd name="connsiteX1" fmla="*/ 484205 w 1142232"/>
                <a:gd name="connsiteY1" fmla="*/ 4762500 h 4762500"/>
                <a:gd name="connsiteX2" fmla="*/ 425786 w 1142232"/>
                <a:gd name="connsiteY2" fmla="*/ 0 h 4762500"/>
                <a:gd name="connsiteX0" fmla="*/ 404780 w 1141222"/>
                <a:gd name="connsiteY0" fmla="*/ 0 h 4806043"/>
                <a:gd name="connsiteX1" fmla="*/ 492228 w 1141222"/>
                <a:gd name="connsiteY1" fmla="*/ 4806043 h 4806043"/>
                <a:gd name="connsiteX2" fmla="*/ 404780 w 1141222"/>
                <a:gd name="connsiteY2" fmla="*/ 0 h 4806043"/>
                <a:gd name="connsiteX0" fmla="*/ 436982 w 1173424"/>
                <a:gd name="connsiteY0" fmla="*/ 0 h 4806043"/>
                <a:gd name="connsiteX1" fmla="*/ 524430 w 1173424"/>
                <a:gd name="connsiteY1" fmla="*/ 4806043 h 4806043"/>
                <a:gd name="connsiteX2" fmla="*/ 436982 w 1173424"/>
                <a:gd name="connsiteY2" fmla="*/ 0 h 4806043"/>
                <a:gd name="connsiteX0" fmla="*/ 645769 w 1382211"/>
                <a:gd name="connsiteY0" fmla="*/ 0 h 4806043"/>
                <a:gd name="connsiteX1" fmla="*/ 733217 w 1382211"/>
                <a:gd name="connsiteY1" fmla="*/ 4806043 h 4806043"/>
                <a:gd name="connsiteX2" fmla="*/ 645769 w 1382211"/>
                <a:gd name="connsiteY2" fmla="*/ 0 h 4806043"/>
                <a:gd name="connsiteX0" fmla="*/ 645769 w 1475426"/>
                <a:gd name="connsiteY0" fmla="*/ 0 h 4806043"/>
                <a:gd name="connsiteX1" fmla="*/ 733217 w 1475426"/>
                <a:gd name="connsiteY1" fmla="*/ 4806043 h 4806043"/>
                <a:gd name="connsiteX2" fmla="*/ 645769 w 1475426"/>
                <a:gd name="connsiteY2" fmla="*/ 0 h 4806043"/>
                <a:gd name="connsiteX0" fmla="*/ 645769 w 1401535"/>
                <a:gd name="connsiteY0" fmla="*/ 0 h 4806043"/>
                <a:gd name="connsiteX1" fmla="*/ 733217 w 1401535"/>
                <a:gd name="connsiteY1" fmla="*/ 4806043 h 4806043"/>
                <a:gd name="connsiteX2" fmla="*/ 645769 w 1401535"/>
                <a:gd name="connsiteY2" fmla="*/ 0 h 4806043"/>
                <a:gd name="connsiteX0" fmla="*/ 181139 w 936905"/>
                <a:gd name="connsiteY0" fmla="*/ 238583 h 5050216"/>
                <a:gd name="connsiteX1" fmla="*/ 268587 w 936905"/>
                <a:gd name="connsiteY1" fmla="*/ 5044626 h 5050216"/>
                <a:gd name="connsiteX2" fmla="*/ 1207 w 936905"/>
                <a:gd name="connsiteY2" fmla="*/ 1171126 h 5050216"/>
                <a:gd name="connsiteX3" fmla="*/ 181139 w 936905"/>
                <a:gd name="connsiteY3" fmla="*/ 238583 h 5050216"/>
                <a:gd name="connsiteX0" fmla="*/ 568912 w 1324678"/>
                <a:gd name="connsiteY0" fmla="*/ 238583 h 5053464"/>
                <a:gd name="connsiteX1" fmla="*/ 656360 w 1324678"/>
                <a:gd name="connsiteY1" fmla="*/ 5044626 h 5053464"/>
                <a:gd name="connsiteX2" fmla="*/ 388980 w 1324678"/>
                <a:gd name="connsiteY2" fmla="*/ 1171126 h 5053464"/>
                <a:gd name="connsiteX3" fmla="*/ 568912 w 1324678"/>
                <a:gd name="connsiteY3" fmla="*/ 238583 h 5053464"/>
                <a:gd name="connsiteX0" fmla="*/ 646712 w 1402478"/>
                <a:gd name="connsiteY0" fmla="*/ 238583 h 5044626"/>
                <a:gd name="connsiteX1" fmla="*/ 734160 w 1402478"/>
                <a:gd name="connsiteY1" fmla="*/ 5044626 h 5044626"/>
                <a:gd name="connsiteX2" fmla="*/ 466780 w 1402478"/>
                <a:gd name="connsiteY2" fmla="*/ 1171126 h 5044626"/>
                <a:gd name="connsiteX3" fmla="*/ 646712 w 1402478"/>
                <a:gd name="connsiteY3" fmla="*/ 238583 h 5044626"/>
                <a:gd name="connsiteX0" fmla="*/ 646712 w 932472"/>
                <a:gd name="connsiteY0" fmla="*/ 238583 h 5044626"/>
                <a:gd name="connsiteX1" fmla="*/ 931237 w 932472"/>
                <a:gd name="connsiteY1" fmla="*/ 1156612 h 5044626"/>
                <a:gd name="connsiteX2" fmla="*/ 734160 w 932472"/>
                <a:gd name="connsiteY2" fmla="*/ 5044626 h 5044626"/>
                <a:gd name="connsiteX3" fmla="*/ 466780 w 932472"/>
                <a:gd name="connsiteY3" fmla="*/ 1171126 h 5044626"/>
                <a:gd name="connsiteX4" fmla="*/ 646712 w 932472"/>
                <a:gd name="connsiteY4" fmla="*/ 238583 h 5044626"/>
                <a:gd name="connsiteX0" fmla="*/ 646712 w 1367670"/>
                <a:gd name="connsiteY0" fmla="*/ 238583 h 5044626"/>
                <a:gd name="connsiteX1" fmla="*/ 931237 w 1367670"/>
                <a:gd name="connsiteY1" fmla="*/ 1156612 h 5044626"/>
                <a:gd name="connsiteX2" fmla="*/ 734160 w 1367670"/>
                <a:gd name="connsiteY2" fmla="*/ 5044626 h 5044626"/>
                <a:gd name="connsiteX3" fmla="*/ 466780 w 1367670"/>
                <a:gd name="connsiteY3" fmla="*/ 1171126 h 5044626"/>
                <a:gd name="connsiteX4" fmla="*/ 646712 w 1367670"/>
                <a:gd name="connsiteY4" fmla="*/ 238583 h 5044626"/>
                <a:gd name="connsiteX0" fmla="*/ 646712 w 1445475"/>
                <a:gd name="connsiteY0" fmla="*/ 238583 h 5044626"/>
                <a:gd name="connsiteX1" fmla="*/ 931237 w 1445475"/>
                <a:gd name="connsiteY1" fmla="*/ 1156612 h 5044626"/>
                <a:gd name="connsiteX2" fmla="*/ 734160 w 1445475"/>
                <a:gd name="connsiteY2" fmla="*/ 5044626 h 5044626"/>
                <a:gd name="connsiteX3" fmla="*/ 466780 w 1445475"/>
                <a:gd name="connsiteY3" fmla="*/ 1171126 h 5044626"/>
                <a:gd name="connsiteX4" fmla="*/ 646712 w 1445475"/>
                <a:gd name="connsiteY4" fmla="*/ 238583 h 5044626"/>
                <a:gd name="connsiteX0" fmla="*/ 646712 w 1467834"/>
                <a:gd name="connsiteY0" fmla="*/ 238583 h 5044709"/>
                <a:gd name="connsiteX1" fmla="*/ 931237 w 1467834"/>
                <a:gd name="connsiteY1" fmla="*/ 1156612 h 5044709"/>
                <a:gd name="connsiteX2" fmla="*/ 734160 w 1467834"/>
                <a:gd name="connsiteY2" fmla="*/ 5044626 h 5044709"/>
                <a:gd name="connsiteX3" fmla="*/ 466780 w 1467834"/>
                <a:gd name="connsiteY3" fmla="*/ 1171126 h 5044709"/>
                <a:gd name="connsiteX4" fmla="*/ 646712 w 1467834"/>
                <a:gd name="connsiteY4" fmla="*/ 238583 h 5044709"/>
                <a:gd name="connsiteX0" fmla="*/ 646712 w 1467834"/>
                <a:gd name="connsiteY0" fmla="*/ 0 h 4806126"/>
                <a:gd name="connsiteX1" fmla="*/ 931237 w 1467834"/>
                <a:gd name="connsiteY1" fmla="*/ 918029 h 4806126"/>
                <a:gd name="connsiteX2" fmla="*/ 734160 w 1467834"/>
                <a:gd name="connsiteY2" fmla="*/ 4806043 h 4806126"/>
                <a:gd name="connsiteX3" fmla="*/ 466780 w 1467834"/>
                <a:gd name="connsiteY3" fmla="*/ 932543 h 4806126"/>
                <a:gd name="connsiteX4" fmla="*/ 646712 w 1467834"/>
                <a:gd name="connsiteY4" fmla="*/ 0 h 4806126"/>
                <a:gd name="connsiteX0" fmla="*/ 646712 w 1467834"/>
                <a:gd name="connsiteY0" fmla="*/ 0 h 4806126"/>
                <a:gd name="connsiteX1" fmla="*/ 931237 w 1467834"/>
                <a:gd name="connsiteY1" fmla="*/ 918029 h 4806126"/>
                <a:gd name="connsiteX2" fmla="*/ 734160 w 1467834"/>
                <a:gd name="connsiteY2" fmla="*/ 4806043 h 4806126"/>
                <a:gd name="connsiteX3" fmla="*/ 466780 w 1467834"/>
                <a:gd name="connsiteY3" fmla="*/ 932543 h 4806126"/>
                <a:gd name="connsiteX4" fmla="*/ 646712 w 1467834"/>
                <a:gd name="connsiteY4" fmla="*/ 0 h 4806126"/>
                <a:gd name="connsiteX0" fmla="*/ 646712 w 1467834"/>
                <a:gd name="connsiteY0" fmla="*/ 0 h 4806126"/>
                <a:gd name="connsiteX1" fmla="*/ 931237 w 1467834"/>
                <a:gd name="connsiteY1" fmla="*/ 918029 h 4806126"/>
                <a:gd name="connsiteX2" fmla="*/ 734160 w 1467834"/>
                <a:gd name="connsiteY2" fmla="*/ 4806043 h 4806126"/>
                <a:gd name="connsiteX3" fmla="*/ 466780 w 1467834"/>
                <a:gd name="connsiteY3" fmla="*/ 932543 h 4806126"/>
                <a:gd name="connsiteX4" fmla="*/ 646712 w 1467834"/>
                <a:gd name="connsiteY4" fmla="*/ 0 h 4806126"/>
                <a:gd name="connsiteX0" fmla="*/ 646712 w 1467834"/>
                <a:gd name="connsiteY0" fmla="*/ 0 h 4806126"/>
                <a:gd name="connsiteX1" fmla="*/ 931237 w 1467834"/>
                <a:gd name="connsiteY1" fmla="*/ 918029 h 4806126"/>
                <a:gd name="connsiteX2" fmla="*/ 734160 w 1467834"/>
                <a:gd name="connsiteY2" fmla="*/ 4806043 h 4806126"/>
                <a:gd name="connsiteX3" fmla="*/ 466780 w 1467834"/>
                <a:gd name="connsiteY3" fmla="*/ 932543 h 4806126"/>
                <a:gd name="connsiteX4" fmla="*/ 646712 w 1467834"/>
                <a:gd name="connsiteY4" fmla="*/ 0 h 4806126"/>
                <a:gd name="connsiteX0" fmla="*/ 822882 w 1467834"/>
                <a:gd name="connsiteY0" fmla="*/ 0 h 4618211"/>
                <a:gd name="connsiteX1" fmla="*/ 931237 w 1467834"/>
                <a:gd name="connsiteY1" fmla="*/ 730114 h 4618211"/>
                <a:gd name="connsiteX2" fmla="*/ 734160 w 1467834"/>
                <a:gd name="connsiteY2" fmla="*/ 4618128 h 4618211"/>
                <a:gd name="connsiteX3" fmla="*/ 466780 w 1467834"/>
                <a:gd name="connsiteY3" fmla="*/ 744628 h 4618211"/>
                <a:gd name="connsiteX4" fmla="*/ 822882 w 1467834"/>
                <a:gd name="connsiteY4" fmla="*/ 0 h 4618211"/>
                <a:gd name="connsiteX0" fmla="*/ 692481 w 1337433"/>
                <a:gd name="connsiteY0" fmla="*/ 0 h 4618211"/>
                <a:gd name="connsiteX1" fmla="*/ 800836 w 1337433"/>
                <a:gd name="connsiteY1" fmla="*/ 730114 h 4618211"/>
                <a:gd name="connsiteX2" fmla="*/ 603759 w 1337433"/>
                <a:gd name="connsiteY2" fmla="*/ 4618128 h 4618211"/>
                <a:gd name="connsiteX3" fmla="*/ 524294 w 1337433"/>
                <a:gd name="connsiteY3" fmla="*/ 756373 h 4618211"/>
                <a:gd name="connsiteX4" fmla="*/ 692481 w 1337433"/>
                <a:gd name="connsiteY4" fmla="*/ 0 h 4618211"/>
                <a:gd name="connsiteX0" fmla="*/ 646823 w 1291775"/>
                <a:gd name="connsiteY0" fmla="*/ 0 h 4618211"/>
                <a:gd name="connsiteX1" fmla="*/ 755178 w 1291775"/>
                <a:gd name="connsiteY1" fmla="*/ 730114 h 4618211"/>
                <a:gd name="connsiteX2" fmla="*/ 558101 w 1291775"/>
                <a:gd name="connsiteY2" fmla="*/ 4618128 h 4618211"/>
                <a:gd name="connsiteX3" fmla="*/ 549104 w 1291775"/>
                <a:gd name="connsiteY3" fmla="*/ 779863 h 4618211"/>
                <a:gd name="connsiteX4" fmla="*/ 646823 w 1291775"/>
                <a:gd name="connsiteY4" fmla="*/ 0 h 4618211"/>
                <a:gd name="connsiteX0" fmla="*/ 646823 w 1291775"/>
                <a:gd name="connsiteY0" fmla="*/ 0 h 4618214"/>
                <a:gd name="connsiteX1" fmla="*/ 755178 w 1291775"/>
                <a:gd name="connsiteY1" fmla="*/ 788838 h 4618214"/>
                <a:gd name="connsiteX2" fmla="*/ 558101 w 1291775"/>
                <a:gd name="connsiteY2" fmla="*/ 4618128 h 4618214"/>
                <a:gd name="connsiteX3" fmla="*/ 549104 w 1291775"/>
                <a:gd name="connsiteY3" fmla="*/ 779863 h 4618214"/>
                <a:gd name="connsiteX4" fmla="*/ 646823 w 1291775"/>
                <a:gd name="connsiteY4" fmla="*/ 0 h 4618214"/>
                <a:gd name="connsiteX0" fmla="*/ 622013 w 1290068"/>
                <a:gd name="connsiteY0" fmla="*/ 0 h 4618214"/>
                <a:gd name="connsiteX1" fmla="*/ 730368 w 1290068"/>
                <a:gd name="connsiteY1" fmla="*/ 788838 h 4618214"/>
                <a:gd name="connsiteX2" fmla="*/ 603759 w 1290068"/>
                <a:gd name="connsiteY2" fmla="*/ 4618128 h 4618214"/>
                <a:gd name="connsiteX3" fmla="*/ 524294 w 1290068"/>
                <a:gd name="connsiteY3" fmla="*/ 779863 h 4618214"/>
                <a:gd name="connsiteX4" fmla="*/ 622013 w 1290068"/>
                <a:gd name="connsiteY4" fmla="*/ 0 h 4618214"/>
                <a:gd name="connsiteX0" fmla="*/ 634175 w 1290472"/>
                <a:gd name="connsiteY0" fmla="*/ 0 h 4618214"/>
                <a:gd name="connsiteX1" fmla="*/ 742530 w 1290472"/>
                <a:gd name="connsiteY1" fmla="*/ 788838 h 4618214"/>
                <a:gd name="connsiteX2" fmla="*/ 580687 w 1290472"/>
                <a:gd name="connsiteY2" fmla="*/ 4618128 h 4618214"/>
                <a:gd name="connsiteX3" fmla="*/ 536456 w 1290472"/>
                <a:gd name="connsiteY3" fmla="*/ 779863 h 4618214"/>
                <a:gd name="connsiteX4" fmla="*/ 634175 w 1290472"/>
                <a:gd name="connsiteY4" fmla="*/ 0 h 4618214"/>
                <a:gd name="connsiteX0" fmla="*/ 634175 w 1290472"/>
                <a:gd name="connsiteY0" fmla="*/ 0 h 4618244"/>
                <a:gd name="connsiteX1" fmla="*/ 742530 w 1290472"/>
                <a:gd name="connsiteY1" fmla="*/ 788838 h 4618244"/>
                <a:gd name="connsiteX2" fmla="*/ 580687 w 1290472"/>
                <a:gd name="connsiteY2" fmla="*/ 4618128 h 4618244"/>
                <a:gd name="connsiteX3" fmla="*/ 536456 w 1290472"/>
                <a:gd name="connsiteY3" fmla="*/ 779863 h 4618244"/>
                <a:gd name="connsiteX4" fmla="*/ 634175 w 1290472"/>
                <a:gd name="connsiteY4" fmla="*/ 0 h 4618244"/>
                <a:gd name="connsiteX0" fmla="*/ 634175 w 1293672"/>
                <a:gd name="connsiteY0" fmla="*/ 0 h 4618244"/>
                <a:gd name="connsiteX1" fmla="*/ 742530 w 1293672"/>
                <a:gd name="connsiteY1" fmla="*/ 788838 h 4618244"/>
                <a:gd name="connsiteX2" fmla="*/ 580687 w 1293672"/>
                <a:gd name="connsiteY2" fmla="*/ 4618128 h 4618244"/>
                <a:gd name="connsiteX3" fmla="*/ 536456 w 1293672"/>
                <a:gd name="connsiteY3" fmla="*/ 779863 h 4618244"/>
                <a:gd name="connsiteX4" fmla="*/ 634175 w 1293672"/>
                <a:gd name="connsiteY4" fmla="*/ 0 h 4618244"/>
                <a:gd name="connsiteX0" fmla="*/ 634175 w 1293672"/>
                <a:gd name="connsiteY0" fmla="*/ 0 h 4618244"/>
                <a:gd name="connsiteX1" fmla="*/ 742530 w 1293672"/>
                <a:gd name="connsiteY1" fmla="*/ 788838 h 4618244"/>
                <a:gd name="connsiteX2" fmla="*/ 580687 w 1293672"/>
                <a:gd name="connsiteY2" fmla="*/ 4618128 h 4618244"/>
                <a:gd name="connsiteX3" fmla="*/ 536456 w 1293672"/>
                <a:gd name="connsiteY3" fmla="*/ 779863 h 4618244"/>
                <a:gd name="connsiteX4" fmla="*/ 634175 w 1293672"/>
                <a:gd name="connsiteY4" fmla="*/ 0 h 4618244"/>
                <a:gd name="connsiteX0" fmla="*/ 634175 w 1293672"/>
                <a:gd name="connsiteY0" fmla="*/ 0 h 4618244"/>
                <a:gd name="connsiteX1" fmla="*/ 742530 w 1293672"/>
                <a:gd name="connsiteY1" fmla="*/ 788838 h 4618244"/>
                <a:gd name="connsiteX2" fmla="*/ 580687 w 1293672"/>
                <a:gd name="connsiteY2" fmla="*/ 4618128 h 4618244"/>
                <a:gd name="connsiteX3" fmla="*/ 536456 w 1293672"/>
                <a:gd name="connsiteY3" fmla="*/ 779863 h 4618244"/>
                <a:gd name="connsiteX4" fmla="*/ 634175 w 1293672"/>
                <a:gd name="connsiteY4" fmla="*/ 0 h 4618244"/>
                <a:gd name="connsiteX0" fmla="*/ 634175 w 1293672"/>
                <a:gd name="connsiteY0" fmla="*/ 78289 h 4696533"/>
                <a:gd name="connsiteX1" fmla="*/ 742530 w 1293672"/>
                <a:gd name="connsiteY1" fmla="*/ 867127 h 4696533"/>
                <a:gd name="connsiteX2" fmla="*/ 580687 w 1293672"/>
                <a:gd name="connsiteY2" fmla="*/ 4696417 h 4696533"/>
                <a:gd name="connsiteX3" fmla="*/ 536456 w 1293672"/>
                <a:gd name="connsiteY3" fmla="*/ 858152 h 4696533"/>
                <a:gd name="connsiteX4" fmla="*/ 583140 w 1293672"/>
                <a:gd name="connsiteY4" fmla="*/ 105992 h 4696533"/>
                <a:gd name="connsiteX5" fmla="*/ 634175 w 1293672"/>
                <a:gd name="connsiteY5" fmla="*/ 78289 h 4696533"/>
                <a:gd name="connsiteX0" fmla="*/ 634175 w 1293672"/>
                <a:gd name="connsiteY0" fmla="*/ 80 h 4618324"/>
                <a:gd name="connsiteX1" fmla="*/ 742530 w 1293672"/>
                <a:gd name="connsiteY1" fmla="*/ 788918 h 4618324"/>
                <a:gd name="connsiteX2" fmla="*/ 580687 w 1293672"/>
                <a:gd name="connsiteY2" fmla="*/ 4618208 h 4618324"/>
                <a:gd name="connsiteX3" fmla="*/ 536456 w 1293672"/>
                <a:gd name="connsiteY3" fmla="*/ 779943 h 4618324"/>
                <a:gd name="connsiteX4" fmla="*/ 634175 w 1293672"/>
                <a:gd name="connsiteY4" fmla="*/ 80 h 4618324"/>
                <a:gd name="connsiteX0" fmla="*/ 536456 w 1293672"/>
                <a:gd name="connsiteY0" fmla="*/ 474755 h 4313136"/>
                <a:gd name="connsiteX1" fmla="*/ 742530 w 1293672"/>
                <a:gd name="connsiteY1" fmla="*/ 483730 h 4313136"/>
                <a:gd name="connsiteX2" fmla="*/ 580687 w 1293672"/>
                <a:gd name="connsiteY2" fmla="*/ 4313020 h 4313136"/>
                <a:gd name="connsiteX3" fmla="*/ 536456 w 1293672"/>
                <a:gd name="connsiteY3" fmla="*/ 474755 h 4313136"/>
                <a:gd name="connsiteX0" fmla="*/ 536456 w 1293672"/>
                <a:gd name="connsiteY0" fmla="*/ 687713 h 4526094"/>
                <a:gd name="connsiteX1" fmla="*/ 742530 w 1293672"/>
                <a:gd name="connsiteY1" fmla="*/ 696688 h 4526094"/>
                <a:gd name="connsiteX2" fmla="*/ 580687 w 1293672"/>
                <a:gd name="connsiteY2" fmla="*/ 4525978 h 4526094"/>
                <a:gd name="connsiteX3" fmla="*/ 536456 w 1293672"/>
                <a:gd name="connsiteY3" fmla="*/ 687713 h 4526094"/>
                <a:gd name="connsiteX0" fmla="*/ 536456 w 1293672"/>
                <a:gd name="connsiteY0" fmla="*/ 712179 h 4550560"/>
                <a:gd name="connsiteX1" fmla="*/ 742530 w 1293672"/>
                <a:gd name="connsiteY1" fmla="*/ 721154 h 4550560"/>
                <a:gd name="connsiteX2" fmla="*/ 580687 w 1293672"/>
                <a:gd name="connsiteY2" fmla="*/ 4550444 h 4550560"/>
                <a:gd name="connsiteX3" fmla="*/ 536456 w 1293672"/>
                <a:gd name="connsiteY3" fmla="*/ 712179 h 4550560"/>
                <a:gd name="connsiteX0" fmla="*/ 536456 w 1293672"/>
                <a:gd name="connsiteY0" fmla="*/ 716561 h 4554942"/>
                <a:gd name="connsiteX1" fmla="*/ 742530 w 1293672"/>
                <a:gd name="connsiteY1" fmla="*/ 725536 h 4554942"/>
                <a:gd name="connsiteX2" fmla="*/ 580687 w 1293672"/>
                <a:gd name="connsiteY2" fmla="*/ 4554826 h 4554942"/>
                <a:gd name="connsiteX3" fmla="*/ 536456 w 1293672"/>
                <a:gd name="connsiteY3" fmla="*/ 716561 h 4554942"/>
                <a:gd name="connsiteX0" fmla="*/ 536456 w 1293672"/>
                <a:gd name="connsiteY0" fmla="*/ 725394 h 4563775"/>
                <a:gd name="connsiteX1" fmla="*/ 742530 w 1293672"/>
                <a:gd name="connsiteY1" fmla="*/ 734369 h 4563775"/>
                <a:gd name="connsiteX2" fmla="*/ 580687 w 1293672"/>
                <a:gd name="connsiteY2" fmla="*/ 4563659 h 4563775"/>
                <a:gd name="connsiteX3" fmla="*/ 536456 w 1293672"/>
                <a:gd name="connsiteY3" fmla="*/ 725394 h 4563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93672" h="4563775">
                  <a:moveTo>
                    <a:pt x="536456" y="725394"/>
                  </a:moveTo>
                  <a:cubicBezTo>
                    <a:pt x="622153" y="-441331"/>
                    <a:pt x="626100" y="-21949"/>
                    <a:pt x="742530" y="734369"/>
                  </a:cubicBezTo>
                  <a:cubicBezTo>
                    <a:pt x="1787619" y="2754576"/>
                    <a:pt x="1122204" y="4531195"/>
                    <a:pt x="580687" y="4563659"/>
                  </a:cubicBezTo>
                  <a:cubicBezTo>
                    <a:pt x="144298" y="4580461"/>
                    <a:pt x="-450455" y="2774630"/>
                    <a:pt x="536456" y="725394"/>
                  </a:cubicBezTo>
                  <a:close/>
                </a:path>
              </a:pathLst>
            </a:custGeom>
            <a:grpFill/>
            <a:ln w="57150">
              <a:solidFill>
                <a:srgbClr val="AA289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AA154A4-C9BF-746B-1FB7-D238A908D6EF}"/>
              </a:ext>
            </a:extLst>
          </p:cNvPr>
          <p:cNvGrpSpPr/>
          <p:nvPr/>
        </p:nvGrpSpPr>
        <p:grpSpPr>
          <a:xfrm>
            <a:off x="-1456493" y="1493622"/>
            <a:ext cx="4695581" cy="5064123"/>
            <a:chOff x="-3899807" y="1028700"/>
            <a:chExt cx="4695581" cy="5064123"/>
          </a:xfrm>
          <a:solidFill>
            <a:schemeClr val="bg1"/>
          </a:solidFill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B08F6E1-0C59-DAF0-B4A7-D05B29AA8B15}"/>
                </a:ext>
              </a:extLst>
            </p:cNvPr>
            <p:cNvGrpSpPr/>
            <p:nvPr/>
          </p:nvGrpSpPr>
          <p:grpSpPr>
            <a:xfrm>
              <a:off x="-3899807" y="1028700"/>
              <a:ext cx="4695581" cy="5000623"/>
              <a:chOff x="-1232807" y="1257300"/>
              <a:chExt cx="4695581" cy="5000623"/>
            </a:xfrm>
            <a:grpFill/>
          </p:grpSpPr>
          <p:sp>
            <p:nvSpPr>
              <p:cNvPr id="19" name="Rectangle 3">
                <a:extLst>
                  <a:ext uri="{FF2B5EF4-FFF2-40B4-BE49-F238E27FC236}">
                    <a16:creationId xmlns:a16="http://schemas.microsoft.com/office/drawing/2014/main" id="{E57DFF97-0279-1882-09AC-5095BF90CEC2}"/>
                  </a:ext>
                </a:extLst>
              </p:cNvPr>
              <p:cNvSpPr/>
              <p:nvPr/>
            </p:nvSpPr>
            <p:spPr>
              <a:xfrm>
                <a:off x="1097870" y="1257300"/>
                <a:ext cx="2364904" cy="4991100"/>
              </a:xfrm>
              <a:custGeom>
                <a:avLst/>
                <a:gdLst>
                  <a:gd name="connsiteX0" fmla="*/ 0 w 443820"/>
                  <a:gd name="connsiteY0" fmla="*/ 0 h 4902200"/>
                  <a:gd name="connsiteX1" fmla="*/ 443820 w 443820"/>
                  <a:gd name="connsiteY1" fmla="*/ 0 h 4902200"/>
                  <a:gd name="connsiteX2" fmla="*/ 443820 w 443820"/>
                  <a:gd name="connsiteY2" fmla="*/ 4902200 h 4902200"/>
                  <a:gd name="connsiteX3" fmla="*/ 0 w 443820"/>
                  <a:gd name="connsiteY3" fmla="*/ 4902200 h 4902200"/>
                  <a:gd name="connsiteX4" fmla="*/ 0 w 443820"/>
                  <a:gd name="connsiteY4" fmla="*/ 0 h 4902200"/>
                  <a:gd name="connsiteX0" fmla="*/ 0 w 469220"/>
                  <a:gd name="connsiteY0" fmla="*/ 0 h 4927600"/>
                  <a:gd name="connsiteX1" fmla="*/ 469220 w 469220"/>
                  <a:gd name="connsiteY1" fmla="*/ 25400 h 4927600"/>
                  <a:gd name="connsiteX2" fmla="*/ 469220 w 469220"/>
                  <a:gd name="connsiteY2" fmla="*/ 4927600 h 4927600"/>
                  <a:gd name="connsiteX3" fmla="*/ 25400 w 469220"/>
                  <a:gd name="connsiteY3" fmla="*/ 4927600 h 4927600"/>
                  <a:gd name="connsiteX4" fmla="*/ 0 w 469220"/>
                  <a:gd name="connsiteY4" fmla="*/ 0 h 4927600"/>
                  <a:gd name="connsiteX0" fmla="*/ 0 w 469220"/>
                  <a:gd name="connsiteY0" fmla="*/ 0 h 4927600"/>
                  <a:gd name="connsiteX1" fmla="*/ 227920 w 469220"/>
                  <a:gd name="connsiteY1" fmla="*/ 0 h 4927600"/>
                  <a:gd name="connsiteX2" fmla="*/ 469220 w 469220"/>
                  <a:gd name="connsiteY2" fmla="*/ 4927600 h 4927600"/>
                  <a:gd name="connsiteX3" fmla="*/ 25400 w 469220"/>
                  <a:gd name="connsiteY3" fmla="*/ 4927600 h 4927600"/>
                  <a:gd name="connsiteX4" fmla="*/ 0 w 469220"/>
                  <a:gd name="connsiteY4" fmla="*/ 0 h 4927600"/>
                  <a:gd name="connsiteX0" fmla="*/ 0 w 2292087"/>
                  <a:gd name="connsiteY0" fmla="*/ 0 h 4927600"/>
                  <a:gd name="connsiteX1" fmla="*/ 227920 w 2292087"/>
                  <a:gd name="connsiteY1" fmla="*/ 0 h 4927600"/>
                  <a:gd name="connsiteX2" fmla="*/ 469220 w 2292087"/>
                  <a:gd name="connsiteY2" fmla="*/ 4927600 h 4927600"/>
                  <a:gd name="connsiteX3" fmla="*/ 25400 w 2292087"/>
                  <a:gd name="connsiteY3" fmla="*/ 4927600 h 4927600"/>
                  <a:gd name="connsiteX4" fmla="*/ 0 w 2292087"/>
                  <a:gd name="connsiteY4" fmla="*/ 0 h 4927600"/>
                  <a:gd name="connsiteX0" fmla="*/ 0 w 2432116"/>
                  <a:gd name="connsiteY0" fmla="*/ 0 h 4927600"/>
                  <a:gd name="connsiteX1" fmla="*/ 227920 w 2432116"/>
                  <a:gd name="connsiteY1" fmla="*/ 0 h 4927600"/>
                  <a:gd name="connsiteX2" fmla="*/ 469220 w 2432116"/>
                  <a:gd name="connsiteY2" fmla="*/ 4927600 h 4927600"/>
                  <a:gd name="connsiteX3" fmla="*/ 25400 w 2432116"/>
                  <a:gd name="connsiteY3" fmla="*/ 4927600 h 4927600"/>
                  <a:gd name="connsiteX4" fmla="*/ 0 w 2432116"/>
                  <a:gd name="connsiteY4" fmla="*/ 0 h 4927600"/>
                  <a:gd name="connsiteX0" fmla="*/ 0 w 2432116"/>
                  <a:gd name="connsiteY0" fmla="*/ 0 h 4927600"/>
                  <a:gd name="connsiteX1" fmla="*/ 227920 w 2432116"/>
                  <a:gd name="connsiteY1" fmla="*/ 0 h 4927600"/>
                  <a:gd name="connsiteX2" fmla="*/ 469220 w 2432116"/>
                  <a:gd name="connsiteY2" fmla="*/ 4927600 h 4927600"/>
                  <a:gd name="connsiteX3" fmla="*/ 0 w 2432116"/>
                  <a:gd name="connsiteY3" fmla="*/ 0 h 4927600"/>
                  <a:gd name="connsiteX0" fmla="*/ 0 w 2242764"/>
                  <a:gd name="connsiteY0" fmla="*/ 0 h 4991100"/>
                  <a:gd name="connsiteX1" fmla="*/ 227920 w 2242764"/>
                  <a:gd name="connsiteY1" fmla="*/ 0 h 4991100"/>
                  <a:gd name="connsiteX2" fmla="*/ 202520 w 2242764"/>
                  <a:gd name="connsiteY2" fmla="*/ 4991100 h 4991100"/>
                  <a:gd name="connsiteX3" fmla="*/ 0 w 2242764"/>
                  <a:gd name="connsiteY3" fmla="*/ 0 h 4991100"/>
                  <a:gd name="connsiteX0" fmla="*/ 0 w 2377465"/>
                  <a:gd name="connsiteY0" fmla="*/ 0 h 4991100"/>
                  <a:gd name="connsiteX1" fmla="*/ 227920 w 2377465"/>
                  <a:gd name="connsiteY1" fmla="*/ 0 h 4991100"/>
                  <a:gd name="connsiteX2" fmla="*/ 202520 w 2377465"/>
                  <a:gd name="connsiteY2" fmla="*/ 4991100 h 4991100"/>
                  <a:gd name="connsiteX3" fmla="*/ 0 w 2377465"/>
                  <a:gd name="connsiteY3" fmla="*/ 0 h 4991100"/>
                  <a:gd name="connsiteX0" fmla="*/ 0 w 2183866"/>
                  <a:gd name="connsiteY0" fmla="*/ 0 h 4991100"/>
                  <a:gd name="connsiteX1" fmla="*/ 227920 w 2183866"/>
                  <a:gd name="connsiteY1" fmla="*/ 0 h 4991100"/>
                  <a:gd name="connsiteX2" fmla="*/ 202520 w 2183866"/>
                  <a:gd name="connsiteY2" fmla="*/ 4991100 h 4991100"/>
                  <a:gd name="connsiteX3" fmla="*/ 0 w 2183866"/>
                  <a:gd name="connsiteY3" fmla="*/ 0 h 4991100"/>
                  <a:gd name="connsiteX0" fmla="*/ 0 w 2415273"/>
                  <a:gd name="connsiteY0" fmla="*/ 0 h 4991100"/>
                  <a:gd name="connsiteX1" fmla="*/ 227920 w 2415273"/>
                  <a:gd name="connsiteY1" fmla="*/ 0 h 4991100"/>
                  <a:gd name="connsiteX2" fmla="*/ 202520 w 2415273"/>
                  <a:gd name="connsiteY2" fmla="*/ 4991100 h 4991100"/>
                  <a:gd name="connsiteX3" fmla="*/ 0 w 2415273"/>
                  <a:gd name="connsiteY3" fmla="*/ 0 h 4991100"/>
                  <a:gd name="connsiteX0" fmla="*/ 0 w 2393163"/>
                  <a:gd name="connsiteY0" fmla="*/ 0 h 4991100"/>
                  <a:gd name="connsiteX1" fmla="*/ 227920 w 2393163"/>
                  <a:gd name="connsiteY1" fmla="*/ 0 h 4991100"/>
                  <a:gd name="connsiteX2" fmla="*/ 202520 w 2393163"/>
                  <a:gd name="connsiteY2" fmla="*/ 4991100 h 4991100"/>
                  <a:gd name="connsiteX3" fmla="*/ 0 w 2393163"/>
                  <a:gd name="connsiteY3" fmla="*/ 0 h 4991100"/>
                  <a:gd name="connsiteX0" fmla="*/ 0 w 2376234"/>
                  <a:gd name="connsiteY0" fmla="*/ 0 h 4991100"/>
                  <a:gd name="connsiteX1" fmla="*/ 227920 w 2376234"/>
                  <a:gd name="connsiteY1" fmla="*/ 0 h 4991100"/>
                  <a:gd name="connsiteX2" fmla="*/ 202520 w 2376234"/>
                  <a:gd name="connsiteY2" fmla="*/ 4991100 h 4991100"/>
                  <a:gd name="connsiteX3" fmla="*/ 0 w 2376234"/>
                  <a:gd name="connsiteY3" fmla="*/ 0 h 4991100"/>
                  <a:gd name="connsiteX0" fmla="*/ 0 w 2336126"/>
                  <a:gd name="connsiteY0" fmla="*/ 0 h 5032845"/>
                  <a:gd name="connsiteX1" fmla="*/ 227920 w 2336126"/>
                  <a:gd name="connsiteY1" fmla="*/ 0 h 5032845"/>
                  <a:gd name="connsiteX2" fmla="*/ 2336119 w 2336126"/>
                  <a:gd name="connsiteY2" fmla="*/ 2667000 h 5032845"/>
                  <a:gd name="connsiteX3" fmla="*/ 202520 w 2336126"/>
                  <a:gd name="connsiteY3" fmla="*/ 4991100 h 5032845"/>
                  <a:gd name="connsiteX4" fmla="*/ 0 w 2336126"/>
                  <a:gd name="connsiteY4" fmla="*/ 0 h 5032845"/>
                  <a:gd name="connsiteX0" fmla="*/ 0 w 2362479"/>
                  <a:gd name="connsiteY0" fmla="*/ 0 h 5062002"/>
                  <a:gd name="connsiteX1" fmla="*/ 227920 w 2362479"/>
                  <a:gd name="connsiteY1" fmla="*/ 0 h 5062002"/>
                  <a:gd name="connsiteX2" fmla="*/ 2336119 w 2362479"/>
                  <a:gd name="connsiteY2" fmla="*/ 2667000 h 5062002"/>
                  <a:gd name="connsiteX3" fmla="*/ 202520 w 2362479"/>
                  <a:gd name="connsiteY3" fmla="*/ 4991100 h 5062002"/>
                  <a:gd name="connsiteX4" fmla="*/ 0 w 2362479"/>
                  <a:gd name="connsiteY4" fmla="*/ 0 h 5062002"/>
                  <a:gd name="connsiteX0" fmla="*/ 0 w 2336295"/>
                  <a:gd name="connsiteY0" fmla="*/ 0 h 5023497"/>
                  <a:gd name="connsiteX1" fmla="*/ 227920 w 2336295"/>
                  <a:gd name="connsiteY1" fmla="*/ 0 h 5023497"/>
                  <a:gd name="connsiteX2" fmla="*/ 2336119 w 2336295"/>
                  <a:gd name="connsiteY2" fmla="*/ 2667000 h 5023497"/>
                  <a:gd name="connsiteX3" fmla="*/ 202520 w 2336295"/>
                  <a:gd name="connsiteY3" fmla="*/ 4991100 h 5023497"/>
                  <a:gd name="connsiteX4" fmla="*/ 0 w 2336295"/>
                  <a:gd name="connsiteY4" fmla="*/ 0 h 5023497"/>
                  <a:gd name="connsiteX0" fmla="*/ 0 w 2364904"/>
                  <a:gd name="connsiteY0" fmla="*/ 0 h 4991100"/>
                  <a:gd name="connsiteX1" fmla="*/ 227920 w 2364904"/>
                  <a:gd name="connsiteY1" fmla="*/ 0 h 4991100"/>
                  <a:gd name="connsiteX2" fmla="*/ 2336119 w 2364904"/>
                  <a:gd name="connsiteY2" fmla="*/ 2667000 h 4991100"/>
                  <a:gd name="connsiteX3" fmla="*/ 202520 w 2364904"/>
                  <a:gd name="connsiteY3" fmla="*/ 4991100 h 4991100"/>
                  <a:gd name="connsiteX4" fmla="*/ 0 w 2364904"/>
                  <a:gd name="connsiteY4" fmla="*/ 0 h 4991100"/>
                  <a:gd name="connsiteX0" fmla="*/ 0 w 2364904"/>
                  <a:gd name="connsiteY0" fmla="*/ 0 h 4991100"/>
                  <a:gd name="connsiteX1" fmla="*/ 227920 w 2364904"/>
                  <a:gd name="connsiteY1" fmla="*/ 0 h 4991100"/>
                  <a:gd name="connsiteX2" fmla="*/ 2336119 w 2364904"/>
                  <a:gd name="connsiteY2" fmla="*/ 2667000 h 4991100"/>
                  <a:gd name="connsiteX3" fmla="*/ 202520 w 2364904"/>
                  <a:gd name="connsiteY3" fmla="*/ 4991100 h 4991100"/>
                  <a:gd name="connsiteX4" fmla="*/ 0 w 2364904"/>
                  <a:gd name="connsiteY4" fmla="*/ 0 h 4991100"/>
                  <a:gd name="connsiteX0" fmla="*/ 0 w 2364904"/>
                  <a:gd name="connsiteY0" fmla="*/ 0 h 4991100"/>
                  <a:gd name="connsiteX1" fmla="*/ 227920 w 2364904"/>
                  <a:gd name="connsiteY1" fmla="*/ 0 h 4991100"/>
                  <a:gd name="connsiteX2" fmla="*/ 2336119 w 2364904"/>
                  <a:gd name="connsiteY2" fmla="*/ 2667000 h 4991100"/>
                  <a:gd name="connsiteX3" fmla="*/ 202520 w 2364904"/>
                  <a:gd name="connsiteY3" fmla="*/ 4991100 h 4991100"/>
                  <a:gd name="connsiteX4" fmla="*/ 0 w 2364904"/>
                  <a:gd name="connsiteY4" fmla="*/ 0 h 4991100"/>
                  <a:gd name="connsiteX0" fmla="*/ 0 w 2364904"/>
                  <a:gd name="connsiteY0" fmla="*/ 0 h 4991100"/>
                  <a:gd name="connsiteX1" fmla="*/ 227920 w 2364904"/>
                  <a:gd name="connsiteY1" fmla="*/ 0 h 4991100"/>
                  <a:gd name="connsiteX2" fmla="*/ 2336119 w 2364904"/>
                  <a:gd name="connsiteY2" fmla="*/ 2667000 h 4991100"/>
                  <a:gd name="connsiteX3" fmla="*/ 202520 w 2364904"/>
                  <a:gd name="connsiteY3" fmla="*/ 4991100 h 4991100"/>
                  <a:gd name="connsiteX4" fmla="*/ 0 w 2364904"/>
                  <a:gd name="connsiteY4" fmla="*/ 0 h 4991100"/>
                  <a:gd name="connsiteX0" fmla="*/ 0 w 2364904"/>
                  <a:gd name="connsiteY0" fmla="*/ 0 h 4991100"/>
                  <a:gd name="connsiteX1" fmla="*/ 227920 w 2364904"/>
                  <a:gd name="connsiteY1" fmla="*/ 0 h 4991100"/>
                  <a:gd name="connsiteX2" fmla="*/ 2336119 w 2364904"/>
                  <a:gd name="connsiteY2" fmla="*/ 2667000 h 4991100"/>
                  <a:gd name="connsiteX3" fmla="*/ 202520 w 2364904"/>
                  <a:gd name="connsiteY3" fmla="*/ 4991100 h 4991100"/>
                  <a:gd name="connsiteX4" fmla="*/ 0 w 2364904"/>
                  <a:gd name="connsiteY4" fmla="*/ 0 h 4991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64904" h="4991100">
                    <a:moveTo>
                      <a:pt x="0" y="0"/>
                    </a:moveTo>
                    <a:lnTo>
                      <a:pt x="227920" y="0"/>
                    </a:lnTo>
                    <a:cubicBezTo>
                      <a:pt x="345130" y="1559982"/>
                      <a:pt x="1982938" y="1523093"/>
                      <a:pt x="2336119" y="2667000"/>
                    </a:cubicBezTo>
                    <a:cubicBezTo>
                      <a:pt x="2357286" y="2876550"/>
                      <a:pt x="2712773" y="4671483"/>
                      <a:pt x="202520" y="499110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3">
                <a:extLst>
                  <a:ext uri="{FF2B5EF4-FFF2-40B4-BE49-F238E27FC236}">
                    <a16:creationId xmlns:a16="http://schemas.microsoft.com/office/drawing/2014/main" id="{2F03DDCB-65E8-5607-23A0-3DD999234195}"/>
                  </a:ext>
                </a:extLst>
              </p:cNvPr>
              <p:cNvSpPr/>
              <p:nvPr/>
            </p:nvSpPr>
            <p:spPr>
              <a:xfrm flipH="1">
                <a:off x="-1232807" y="1257300"/>
                <a:ext cx="2364904" cy="4991100"/>
              </a:xfrm>
              <a:custGeom>
                <a:avLst/>
                <a:gdLst>
                  <a:gd name="connsiteX0" fmla="*/ 0 w 443820"/>
                  <a:gd name="connsiteY0" fmla="*/ 0 h 4902200"/>
                  <a:gd name="connsiteX1" fmla="*/ 443820 w 443820"/>
                  <a:gd name="connsiteY1" fmla="*/ 0 h 4902200"/>
                  <a:gd name="connsiteX2" fmla="*/ 443820 w 443820"/>
                  <a:gd name="connsiteY2" fmla="*/ 4902200 h 4902200"/>
                  <a:gd name="connsiteX3" fmla="*/ 0 w 443820"/>
                  <a:gd name="connsiteY3" fmla="*/ 4902200 h 4902200"/>
                  <a:gd name="connsiteX4" fmla="*/ 0 w 443820"/>
                  <a:gd name="connsiteY4" fmla="*/ 0 h 4902200"/>
                  <a:gd name="connsiteX0" fmla="*/ 0 w 469220"/>
                  <a:gd name="connsiteY0" fmla="*/ 0 h 4927600"/>
                  <a:gd name="connsiteX1" fmla="*/ 469220 w 469220"/>
                  <a:gd name="connsiteY1" fmla="*/ 25400 h 4927600"/>
                  <a:gd name="connsiteX2" fmla="*/ 469220 w 469220"/>
                  <a:gd name="connsiteY2" fmla="*/ 4927600 h 4927600"/>
                  <a:gd name="connsiteX3" fmla="*/ 25400 w 469220"/>
                  <a:gd name="connsiteY3" fmla="*/ 4927600 h 4927600"/>
                  <a:gd name="connsiteX4" fmla="*/ 0 w 469220"/>
                  <a:gd name="connsiteY4" fmla="*/ 0 h 4927600"/>
                  <a:gd name="connsiteX0" fmla="*/ 0 w 469220"/>
                  <a:gd name="connsiteY0" fmla="*/ 0 h 4927600"/>
                  <a:gd name="connsiteX1" fmla="*/ 227920 w 469220"/>
                  <a:gd name="connsiteY1" fmla="*/ 0 h 4927600"/>
                  <a:gd name="connsiteX2" fmla="*/ 469220 w 469220"/>
                  <a:gd name="connsiteY2" fmla="*/ 4927600 h 4927600"/>
                  <a:gd name="connsiteX3" fmla="*/ 25400 w 469220"/>
                  <a:gd name="connsiteY3" fmla="*/ 4927600 h 4927600"/>
                  <a:gd name="connsiteX4" fmla="*/ 0 w 469220"/>
                  <a:gd name="connsiteY4" fmla="*/ 0 h 4927600"/>
                  <a:gd name="connsiteX0" fmla="*/ 0 w 2292087"/>
                  <a:gd name="connsiteY0" fmla="*/ 0 h 4927600"/>
                  <a:gd name="connsiteX1" fmla="*/ 227920 w 2292087"/>
                  <a:gd name="connsiteY1" fmla="*/ 0 h 4927600"/>
                  <a:gd name="connsiteX2" fmla="*/ 469220 w 2292087"/>
                  <a:gd name="connsiteY2" fmla="*/ 4927600 h 4927600"/>
                  <a:gd name="connsiteX3" fmla="*/ 25400 w 2292087"/>
                  <a:gd name="connsiteY3" fmla="*/ 4927600 h 4927600"/>
                  <a:gd name="connsiteX4" fmla="*/ 0 w 2292087"/>
                  <a:gd name="connsiteY4" fmla="*/ 0 h 4927600"/>
                  <a:gd name="connsiteX0" fmla="*/ 0 w 2432116"/>
                  <a:gd name="connsiteY0" fmla="*/ 0 h 4927600"/>
                  <a:gd name="connsiteX1" fmla="*/ 227920 w 2432116"/>
                  <a:gd name="connsiteY1" fmla="*/ 0 h 4927600"/>
                  <a:gd name="connsiteX2" fmla="*/ 469220 w 2432116"/>
                  <a:gd name="connsiteY2" fmla="*/ 4927600 h 4927600"/>
                  <a:gd name="connsiteX3" fmla="*/ 25400 w 2432116"/>
                  <a:gd name="connsiteY3" fmla="*/ 4927600 h 4927600"/>
                  <a:gd name="connsiteX4" fmla="*/ 0 w 2432116"/>
                  <a:gd name="connsiteY4" fmla="*/ 0 h 4927600"/>
                  <a:gd name="connsiteX0" fmla="*/ 0 w 2432116"/>
                  <a:gd name="connsiteY0" fmla="*/ 0 h 4927600"/>
                  <a:gd name="connsiteX1" fmla="*/ 227920 w 2432116"/>
                  <a:gd name="connsiteY1" fmla="*/ 0 h 4927600"/>
                  <a:gd name="connsiteX2" fmla="*/ 469220 w 2432116"/>
                  <a:gd name="connsiteY2" fmla="*/ 4927600 h 4927600"/>
                  <a:gd name="connsiteX3" fmla="*/ 0 w 2432116"/>
                  <a:gd name="connsiteY3" fmla="*/ 0 h 4927600"/>
                  <a:gd name="connsiteX0" fmla="*/ 0 w 2242764"/>
                  <a:gd name="connsiteY0" fmla="*/ 0 h 4991100"/>
                  <a:gd name="connsiteX1" fmla="*/ 227920 w 2242764"/>
                  <a:gd name="connsiteY1" fmla="*/ 0 h 4991100"/>
                  <a:gd name="connsiteX2" fmla="*/ 202520 w 2242764"/>
                  <a:gd name="connsiteY2" fmla="*/ 4991100 h 4991100"/>
                  <a:gd name="connsiteX3" fmla="*/ 0 w 2242764"/>
                  <a:gd name="connsiteY3" fmla="*/ 0 h 4991100"/>
                  <a:gd name="connsiteX0" fmla="*/ 0 w 2377465"/>
                  <a:gd name="connsiteY0" fmla="*/ 0 h 4991100"/>
                  <a:gd name="connsiteX1" fmla="*/ 227920 w 2377465"/>
                  <a:gd name="connsiteY1" fmla="*/ 0 h 4991100"/>
                  <a:gd name="connsiteX2" fmla="*/ 202520 w 2377465"/>
                  <a:gd name="connsiteY2" fmla="*/ 4991100 h 4991100"/>
                  <a:gd name="connsiteX3" fmla="*/ 0 w 2377465"/>
                  <a:gd name="connsiteY3" fmla="*/ 0 h 4991100"/>
                  <a:gd name="connsiteX0" fmla="*/ 0 w 2183866"/>
                  <a:gd name="connsiteY0" fmla="*/ 0 h 4991100"/>
                  <a:gd name="connsiteX1" fmla="*/ 227920 w 2183866"/>
                  <a:gd name="connsiteY1" fmla="*/ 0 h 4991100"/>
                  <a:gd name="connsiteX2" fmla="*/ 202520 w 2183866"/>
                  <a:gd name="connsiteY2" fmla="*/ 4991100 h 4991100"/>
                  <a:gd name="connsiteX3" fmla="*/ 0 w 2183866"/>
                  <a:gd name="connsiteY3" fmla="*/ 0 h 4991100"/>
                  <a:gd name="connsiteX0" fmla="*/ 0 w 2415273"/>
                  <a:gd name="connsiteY0" fmla="*/ 0 h 4991100"/>
                  <a:gd name="connsiteX1" fmla="*/ 227920 w 2415273"/>
                  <a:gd name="connsiteY1" fmla="*/ 0 h 4991100"/>
                  <a:gd name="connsiteX2" fmla="*/ 202520 w 2415273"/>
                  <a:gd name="connsiteY2" fmla="*/ 4991100 h 4991100"/>
                  <a:gd name="connsiteX3" fmla="*/ 0 w 2415273"/>
                  <a:gd name="connsiteY3" fmla="*/ 0 h 4991100"/>
                  <a:gd name="connsiteX0" fmla="*/ 0 w 2393163"/>
                  <a:gd name="connsiteY0" fmla="*/ 0 h 4991100"/>
                  <a:gd name="connsiteX1" fmla="*/ 227920 w 2393163"/>
                  <a:gd name="connsiteY1" fmla="*/ 0 h 4991100"/>
                  <a:gd name="connsiteX2" fmla="*/ 202520 w 2393163"/>
                  <a:gd name="connsiteY2" fmla="*/ 4991100 h 4991100"/>
                  <a:gd name="connsiteX3" fmla="*/ 0 w 2393163"/>
                  <a:gd name="connsiteY3" fmla="*/ 0 h 4991100"/>
                  <a:gd name="connsiteX0" fmla="*/ 0 w 2376234"/>
                  <a:gd name="connsiteY0" fmla="*/ 0 h 4991100"/>
                  <a:gd name="connsiteX1" fmla="*/ 227920 w 2376234"/>
                  <a:gd name="connsiteY1" fmla="*/ 0 h 4991100"/>
                  <a:gd name="connsiteX2" fmla="*/ 202520 w 2376234"/>
                  <a:gd name="connsiteY2" fmla="*/ 4991100 h 4991100"/>
                  <a:gd name="connsiteX3" fmla="*/ 0 w 2376234"/>
                  <a:gd name="connsiteY3" fmla="*/ 0 h 4991100"/>
                  <a:gd name="connsiteX0" fmla="*/ 0 w 2336126"/>
                  <a:gd name="connsiteY0" fmla="*/ 0 h 5032845"/>
                  <a:gd name="connsiteX1" fmla="*/ 227920 w 2336126"/>
                  <a:gd name="connsiteY1" fmla="*/ 0 h 5032845"/>
                  <a:gd name="connsiteX2" fmla="*/ 2336119 w 2336126"/>
                  <a:gd name="connsiteY2" fmla="*/ 2667000 h 5032845"/>
                  <a:gd name="connsiteX3" fmla="*/ 202520 w 2336126"/>
                  <a:gd name="connsiteY3" fmla="*/ 4991100 h 5032845"/>
                  <a:gd name="connsiteX4" fmla="*/ 0 w 2336126"/>
                  <a:gd name="connsiteY4" fmla="*/ 0 h 5032845"/>
                  <a:gd name="connsiteX0" fmla="*/ 0 w 2362479"/>
                  <a:gd name="connsiteY0" fmla="*/ 0 h 5062002"/>
                  <a:gd name="connsiteX1" fmla="*/ 227920 w 2362479"/>
                  <a:gd name="connsiteY1" fmla="*/ 0 h 5062002"/>
                  <a:gd name="connsiteX2" fmla="*/ 2336119 w 2362479"/>
                  <a:gd name="connsiteY2" fmla="*/ 2667000 h 5062002"/>
                  <a:gd name="connsiteX3" fmla="*/ 202520 w 2362479"/>
                  <a:gd name="connsiteY3" fmla="*/ 4991100 h 5062002"/>
                  <a:gd name="connsiteX4" fmla="*/ 0 w 2362479"/>
                  <a:gd name="connsiteY4" fmla="*/ 0 h 5062002"/>
                  <a:gd name="connsiteX0" fmla="*/ 0 w 2336295"/>
                  <a:gd name="connsiteY0" fmla="*/ 0 h 5023497"/>
                  <a:gd name="connsiteX1" fmla="*/ 227920 w 2336295"/>
                  <a:gd name="connsiteY1" fmla="*/ 0 h 5023497"/>
                  <a:gd name="connsiteX2" fmla="*/ 2336119 w 2336295"/>
                  <a:gd name="connsiteY2" fmla="*/ 2667000 h 5023497"/>
                  <a:gd name="connsiteX3" fmla="*/ 202520 w 2336295"/>
                  <a:gd name="connsiteY3" fmla="*/ 4991100 h 5023497"/>
                  <a:gd name="connsiteX4" fmla="*/ 0 w 2336295"/>
                  <a:gd name="connsiteY4" fmla="*/ 0 h 5023497"/>
                  <a:gd name="connsiteX0" fmla="*/ 0 w 2364904"/>
                  <a:gd name="connsiteY0" fmla="*/ 0 h 4991100"/>
                  <a:gd name="connsiteX1" fmla="*/ 227920 w 2364904"/>
                  <a:gd name="connsiteY1" fmla="*/ 0 h 4991100"/>
                  <a:gd name="connsiteX2" fmla="*/ 2336119 w 2364904"/>
                  <a:gd name="connsiteY2" fmla="*/ 2667000 h 4991100"/>
                  <a:gd name="connsiteX3" fmla="*/ 202520 w 2364904"/>
                  <a:gd name="connsiteY3" fmla="*/ 4991100 h 4991100"/>
                  <a:gd name="connsiteX4" fmla="*/ 0 w 2364904"/>
                  <a:gd name="connsiteY4" fmla="*/ 0 h 4991100"/>
                  <a:gd name="connsiteX0" fmla="*/ 0 w 2364904"/>
                  <a:gd name="connsiteY0" fmla="*/ 0 h 4991100"/>
                  <a:gd name="connsiteX1" fmla="*/ 227920 w 2364904"/>
                  <a:gd name="connsiteY1" fmla="*/ 0 h 4991100"/>
                  <a:gd name="connsiteX2" fmla="*/ 2336119 w 2364904"/>
                  <a:gd name="connsiteY2" fmla="*/ 2667000 h 4991100"/>
                  <a:gd name="connsiteX3" fmla="*/ 202520 w 2364904"/>
                  <a:gd name="connsiteY3" fmla="*/ 4991100 h 4991100"/>
                  <a:gd name="connsiteX4" fmla="*/ 0 w 2364904"/>
                  <a:gd name="connsiteY4" fmla="*/ 0 h 4991100"/>
                  <a:gd name="connsiteX0" fmla="*/ 0 w 2364904"/>
                  <a:gd name="connsiteY0" fmla="*/ 0 h 4991100"/>
                  <a:gd name="connsiteX1" fmla="*/ 227920 w 2364904"/>
                  <a:gd name="connsiteY1" fmla="*/ 0 h 4991100"/>
                  <a:gd name="connsiteX2" fmla="*/ 2336119 w 2364904"/>
                  <a:gd name="connsiteY2" fmla="*/ 2667000 h 4991100"/>
                  <a:gd name="connsiteX3" fmla="*/ 202520 w 2364904"/>
                  <a:gd name="connsiteY3" fmla="*/ 4991100 h 4991100"/>
                  <a:gd name="connsiteX4" fmla="*/ 0 w 2364904"/>
                  <a:gd name="connsiteY4" fmla="*/ 0 h 4991100"/>
                  <a:gd name="connsiteX0" fmla="*/ 0 w 2364904"/>
                  <a:gd name="connsiteY0" fmla="*/ 0 h 4991100"/>
                  <a:gd name="connsiteX1" fmla="*/ 227920 w 2364904"/>
                  <a:gd name="connsiteY1" fmla="*/ 0 h 4991100"/>
                  <a:gd name="connsiteX2" fmla="*/ 2336119 w 2364904"/>
                  <a:gd name="connsiteY2" fmla="*/ 2667000 h 4991100"/>
                  <a:gd name="connsiteX3" fmla="*/ 202520 w 2364904"/>
                  <a:gd name="connsiteY3" fmla="*/ 4991100 h 4991100"/>
                  <a:gd name="connsiteX4" fmla="*/ 0 w 2364904"/>
                  <a:gd name="connsiteY4" fmla="*/ 0 h 4991100"/>
                  <a:gd name="connsiteX0" fmla="*/ 0 w 2364904"/>
                  <a:gd name="connsiteY0" fmla="*/ 0 h 4991100"/>
                  <a:gd name="connsiteX1" fmla="*/ 227920 w 2364904"/>
                  <a:gd name="connsiteY1" fmla="*/ 0 h 4991100"/>
                  <a:gd name="connsiteX2" fmla="*/ 2336119 w 2364904"/>
                  <a:gd name="connsiteY2" fmla="*/ 2667000 h 4991100"/>
                  <a:gd name="connsiteX3" fmla="*/ 202520 w 2364904"/>
                  <a:gd name="connsiteY3" fmla="*/ 4991100 h 4991100"/>
                  <a:gd name="connsiteX4" fmla="*/ 0 w 2364904"/>
                  <a:gd name="connsiteY4" fmla="*/ 0 h 4991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64904" h="4991100">
                    <a:moveTo>
                      <a:pt x="0" y="0"/>
                    </a:moveTo>
                    <a:lnTo>
                      <a:pt x="227920" y="0"/>
                    </a:lnTo>
                    <a:cubicBezTo>
                      <a:pt x="345130" y="1559982"/>
                      <a:pt x="1982938" y="1523093"/>
                      <a:pt x="2336119" y="2667000"/>
                    </a:cubicBezTo>
                    <a:cubicBezTo>
                      <a:pt x="2357286" y="2876550"/>
                      <a:pt x="2712773" y="4671483"/>
                      <a:pt x="202520" y="499110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3">
                <a:extLst>
                  <a:ext uri="{FF2B5EF4-FFF2-40B4-BE49-F238E27FC236}">
                    <a16:creationId xmlns:a16="http://schemas.microsoft.com/office/drawing/2014/main" id="{ABC07360-36BE-CBCB-B8B6-107D1C143A74}"/>
                  </a:ext>
                </a:extLst>
              </p:cNvPr>
              <p:cNvSpPr/>
              <p:nvPr/>
            </p:nvSpPr>
            <p:spPr>
              <a:xfrm>
                <a:off x="1034369" y="1266824"/>
                <a:ext cx="1663353" cy="4991099"/>
              </a:xfrm>
              <a:custGeom>
                <a:avLst/>
                <a:gdLst>
                  <a:gd name="connsiteX0" fmla="*/ 0 w 443820"/>
                  <a:gd name="connsiteY0" fmla="*/ 0 h 4902200"/>
                  <a:gd name="connsiteX1" fmla="*/ 443820 w 443820"/>
                  <a:gd name="connsiteY1" fmla="*/ 0 h 4902200"/>
                  <a:gd name="connsiteX2" fmla="*/ 443820 w 443820"/>
                  <a:gd name="connsiteY2" fmla="*/ 4902200 h 4902200"/>
                  <a:gd name="connsiteX3" fmla="*/ 0 w 443820"/>
                  <a:gd name="connsiteY3" fmla="*/ 4902200 h 4902200"/>
                  <a:gd name="connsiteX4" fmla="*/ 0 w 443820"/>
                  <a:gd name="connsiteY4" fmla="*/ 0 h 4902200"/>
                  <a:gd name="connsiteX0" fmla="*/ 0 w 469220"/>
                  <a:gd name="connsiteY0" fmla="*/ 0 h 4927600"/>
                  <a:gd name="connsiteX1" fmla="*/ 469220 w 469220"/>
                  <a:gd name="connsiteY1" fmla="*/ 25400 h 4927600"/>
                  <a:gd name="connsiteX2" fmla="*/ 469220 w 469220"/>
                  <a:gd name="connsiteY2" fmla="*/ 4927600 h 4927600"/>
                  <a:gd name="connsiteX3" fmla="*/ 25400 w 469220"/>
                  <a:gd name="connsiteY3" fmla="*/ 4927600 h 4927600"/>
                  <a:gd name="connsiteX4" fmla="*/ 0 w 469220"/>
                  <a:gd name="connsiteY4" fmla="*/ 0 h 4927600"/>
                  <a:gd name="connsiteX0" fmla="*/ 0 w 469220"/>
                  <a:gd name="connsiteY0" fmla="*/ 0 h 4927600"/>
                  <a:gd name="connsiteX1" fmla="*/ 227920 w 469220"/>
                  <a:gd name="connsiteY1" fmla="*/ 0 h 4927600"/>
                  <a:gd name="connsiteX2" fmla="*/ 469220 w 469220"/>
                  <a:gd name="connsiteY2" fmla="*/ 4927600 h 4927600"/>
                  <a:gd name="connsiteX3" fmla="*/ 25400 w 469220"/>
                  <a:gd name="connsiteY3" fmla="*/ 4927600 h 4927600"/>
                  <a:gd name="connsiteX4" fmla="*/ 0 w 469220"/>
                  <a:gd name="connsiteY4" fmla="*/ 0 h 4927600"/>
                  <a:gd name="connsiteX0" fmla="*/ 0 w 2292087"/>
                  <a:gd name="connsiteY0" fmla="*/ 0 h 4927600"/>
                  <a:gd name="connsiteX1" fmla="*/ 227920 w 2292087"/>
                  <a:gd name="connsiteY1" fmla="*/ 0 h 4927600"/>
                  <a:gd name="connsiteX2" fmla="*/ 469220 w 2292087"/>
                  <a:gd name="connsiteY2" fmla="*/ 4927600 h 4927600"/>
                  <a:gd name="connsiteX3" fmla="*/ 25400 w 2292087"/>
                  <a:gd name="connsiteY3" fmla="*/ 4927600 h 4927600"/>
                  <a:gd name="connsiteX4" fmla="*/ 0 w 2292087"/>
                  <a:gd name="connsiteY4" fmla="*/ 0 h 4927600"/>
                  <a:gd name="connsiteX0" fmla="*/ 0 w 2432116"/>
                  <a:gd name="connsiteY0" fmla="*/ 0 h 4927600"/>
                  <a:gd name="connsiteX1" fmla="*/ 227920 w 2432116"/>
                  <a:gd name="connsiteY1" fmla="*/ 0 h 4927600"/>
                  <a:gd name="connsiteX2" fmla="*/ 469220 w 2432116"/>
                  <a:gd name="connsiteY2" fmla="*/ 4927600 h 4927600"/>
                  <a:gd name="connsiteX3" fmla="*/ 25400 w 2432116"/>
                  <a:gd name="connsiteY3" fmla="*/ 4927600 h 4927600"/>
                  <a:gd name="connsiteX4" fmla="*/ 0 w 2432116"/>
                  <a:gd name="connsiteY4" fmla="*/ 0 h 4927600"/>
                  <a:gd name="connsiteX0" fmla="*/ 0 w 2432116"/>
                  <a:gd name="connsiteY0" fmla="*/ 0 h 4927600"/>
                  <a:gd name="connsiteX1" fmla="*/ 227920 w 2432116"/>
                  <a:gd name="connsiteY1" fmla="*/ 0 h 4927600"/>
                  <a:gd name="connsiteX2" fmla="*/ 469220 w 2432116"/>
                  <a:gd name="connsiteY2" fmla="*/ 4927600 h 4927600"/>
                  <a:gd name="connsiteX3" fmla="*/ 0 w 2432116"/>
                  <a:gd name="connsiteY3" fmla="*/ 0 h 4927600"/>
                  <a:gd name="connsiteX0" fmla="*/ 0 w 2242764"/>
                  <a:gd name="connsiteY0" fmla="*/ 0 h 4991100"/>
                  <a:gd name="connsiteX1" fmla="*/ 227920 w 2242764"/>
                  <a:gd name="connsiteY1" fmla="*/ 0 h 4991100"/>
                  <a:gd name="connsiteX2" fmla="*/ 202520 w 2242764"/>
                  <a:gd name="connsiteY2" fmla="*/ 4991100 h 4991100"/>
                  <a:gd name="connsiteX3" fmla="*/ 0 w 2242764"/>
                  <a:gd name="connsiteY3" fmla="*/ 0 h 4991100"/>
                  <a:gd name="connsiteX0" fmla="*/ 0 w 2377465"/>
                  <a:gd name="connsiteY0" fmla="*/ 0 h 4991100"/>
                  <a:gd name="connsiteX1" fmla="*/ 227920 w 2377465"/>
                  <a:gd name="connsiteY1" fmla="*/ 0 h 4991100"/>
                  <a:gd name="connsiteX2" fmla="*/ 202520 w 2377465"/>
                  <a:gd name="connsiteY2" fmla="*/ 4991100 h 4991100"/>
                  <a:gd name="connsiteX3" fmla="*/ 0 w 2377465"/>
                  <a:gd name="connsiteY3" fmla="*/ 0 h 4991100"/>
                  <a:gd name="connsiteX0" fmla="*/ 0 w 2183866"/>
                  <a:gd name="connsiteY0" fmla="*/ 0 h 4991100"/>
                  <a:gd name="connsiteX1" fmla="*/ 227920 w 2183866"/>
                  <a:gd name="connsiteY1" fmla="*/ 0 h 4991100"/>
                  <a:gd name="connsiteX2" fmla="*/ 202520 w 2183866"/>
                  <a:gd name="connsiteY2" fmla="*/ 4991100 h 4991100"/>
                  <a:gd name="connsiteX3" fmla="*/ 0 w 2183866"/>
                  <a:gd name="connsiteY3" fmla="*/ 0 h 4991100"/>
                  <a:gd name="connsiteX0" fmla="*/ 0 w 2415273"/>
                  <a:gd name="connsiteY0" fmla="*/ 0 h 4991100"/>
                  <a:gd name="connsiteX1" fmla="*/ 227920 w 2415273"/>
                  <a:gd name="connsiteY1" fmla="*/ 0 h 4991100"/>
                  <a:gd name="connsiteX2" fmla="*/ 202520 w 2415273"/>
                  <a:gd name="connsiteY2" fmla="*/ 4991100 h 4991100"/>
                  <a:gd name="connsiteX3" fmla="*/ 0 w 2415273"/>
                  <a:gd name="connsiteY3" fmla="*/ 0 h 4991100"/>
                  <a:gd name="connsiteX0" fmla="*/ 0 w 2393163"/>
                  <a:gd name="connsiteY0" fmla="*/ 0 h 4991100"/>
                  <a:gd name="connsiteX1" fmla="*/ 227920 w 2393163"/>
                  <a:gd name="connsiteY1" fmla="*/ 0 h 4991100"/>
                  <a:gd name="connsiteX2" fmla="*/ 202520 w 2393163"/>
                  <a:gd name="connsiteY2" fmla="*/ 4991100 h 4991100"/>
                  <a:gd name="connsiteX3" fmla="*/ 0 w 2393163"/>
                  <a:gd name="connsiteY3" fmla="*/ 0 h 4991100"/>
                  <a:gd name="connsiteX0" fmla="*/ 0 w 2376234"/>
                  <a:gd name="connsiteY0" fmla="*/ 0 h 4991100"/>
                  <a:gd name="connsiteX1" fmla="*/ 227920 w 2376234"/>
                  <a:gd name="connsiteY1" fmla="*/ 0 h 4991100"/>
                  <a:gd name="connsiteX2" fmla="*/ 202520 w 2376234"/>
                  <a:gd name="connsiteY2" fmla="*/ 4991100 h 4991100"/>
                  <a:gd name="connsiteX3" fmla="*/ 0 w 2376234"/>
                  <a:gd name="connsiteY3" fmla="*/ 0 h 4991100"/>
                  <a:gd name="connsiteX0" fmla="*/ 0 w 2336126"/>
                  <a:gd name="connsiteY0" fmla="*/ 0 h 5032845"/>
                  <a:gd name="connsiteX1" fmla="*/ 227920 w 2336126"/>
                  <a:gd name="connsiteY1" fmla="*/ 0 h 5032845"/>
                  <a:gd name="connsiteX2" fmla="*/ 2336119 w 2336126"/>
                  <a:gd name="connsiteY2" fmla="*/ 2667000 h 5032845"/>
                  <a:gd name="connsiteX3" fmla="*/ 202520 w 2336126"/>
                  <a:gd name="connsiteY3" fmla="*/ 4991100 h 5032845"/>
                  <a:gd name="connsiteX4" fmla="*/ 0 w 2336126"/>
                  <a:gd name="connsiteY4" fmla="*/ 0 h 5032845"/>
                  <a:gd name="connsiteX0" fmla="*/ 0 w 2362479"/>
                  <a:gd name="connsiteY0" fmla="*/ 0 h 5062002"/>
                  <a:gd name="connsiteX1" fmla="*/ 227920 w 2362479"/>
                  <a:gd name="connsiteY1" fmla="*/ 0 h 5062002"/>
                  <a:gd name="connsiteX2" fmla="*/ 2336119 w 2362479"/>
                  <a:gd name="connsiteY2" fmla="*/ 2667000 h 5062002"/>
                  <a:gd name="connsiteX3" fmla="*/ 202520 w 2362479"/>
                  <a:gd name="connsiteY3" fmla="*/ 4991100 h 5062002"/>
                  <a:gd name="connsiteX4" fmla="*/ 0 w 2362479"/>
                  <a:gd name="connsiteY4" fmla="*/ 0 h 5062002"/>
                  <a:gd name="connsiteX0" fmla="*/ 0 w 2336295"/>
                  <a:gd name="connsiteY0" fmla="*/ 0 h 5023497"/>
                  <a:gd name="connsiteX1" fmla="*/ 227920 w 2336295"/>
                  <a:gd name="connsiteY1" fmla="*/ 0 h 5023497"/>
                  <a:gd name="connsiteX2" fmla="*/ 2336119 w 2336295"/>
                  <a:gd name="connsiteY2" fmla="*/ 2667000 h 5023497"/>
                  <a:gd name="connsiteX3" fmla="*/ 202520 w 2336295"/>
                  <a:gd name="connsiteY3" fmla="*/ 4991100 h 5023497"/>
                  <a:gd name="connsiteX4" fmla="*/ 0 w 2336295"/>
                  <a:gd name="connsiteY4" fmla="*/ 0 h 5023497"/>
                  <a:gd name="connsiteX0" fmla="*/ 0 w 2364904"/>
                  <a:gd name="connsiteY0" fmla="*/ 0 h 4991100"/>
                  <a:gd name="connsiteX1" fmla="*/ 227920 w 2364904"/>
                  <a:gd name="connsiteY1" fmla="*/ 0 h 4991100"/>
                  <a:gd name="connsiteX2" fmla="*/ 2336119 w 2364904"/>
                  <a:gd name="connsiteY2" fmla="*/ 2667000 h 4991100"/>
                  <a:gd name="connsiteX3" fmla="*/ 202520 w 2364904"/>
                  <a:gd name="connsiteY3" fmla="*/ 4991100 h 4991100"/>
                  <a:gd name="connsiteX4" fmla="*/ 0 w 2364904"/>
                  <a:gd name="connsiteY4" fmla="*/ 0 h 4991100"/>
                  <a:gd name="connsiteX0" fmla="*/ 0 w 2364904"/>
                  <a:gd name="connsiteY0" fmla="*/ 0 h 4991100"/>
                  <a:gd name="connsiteX1" fmla="*/ 227920 w 2364904"/>
                  <a:gd name="connsiteY1" fmla="*/ 0 h 4991100"/>
                  <a:gd name="connsiteX2" fmla="*/ 2336119 w 2364904"/>
                  <a:gd name="connsiteY2" fmla="*/ 2667000 h 4991100"/>
                  <a:gd name="connsiteX3" fmla="*/ 202520 w 2364904"/>
                  <a:gd name="connsiteY3" fmla="*/ 4991100 h 4991100"/>
                  <a:gd name="connsiteX4" fmla="*/ 0 w 2364904"/>
                  <a:gd name="connsiteY4" fmla="*/ 0 h 4991100"/>
                  <a:gd name="connsiteX0" fmla="*/ 0 w 2364904"/>
                  <a:gd name="connsiteY0" fmla="*/ 0 h 4991100"/>
                  <a:gd name="connsiteX1" fmla="*/ 227920 w 2364904"/>
                  <a:gd name="connsiteY1" fmla="*/ 0 h 4991100"/>
                  <a:gd name="connsiteX2" fmla="*/ 2336119 w 2364904"/>
                  <a:gd name="connsiteY2" fmla="*/ 2667000 h 4991100"/>
                  <a:gd name="connsiteX3" fmla="*/ 202520 w 2364904"/>
                  <a:gd name="connsiteY3" fmla="*/ 4991100 h 4991100"/>
                  <a:gd name="connsiteX4" fmla="*/ 0 w 2364904"/>
                  <a:gd name="connsiteY4" fmla="*/ 0 h 4991100"/>
                  <a:gd name="connsiteX0" fmla="*/ 0 w 2364904"/>
                  <a:gd name="connsiteY0" fmla="*/ 0 h 4991100"/>
                  <a:gd name="connsiteX1" fmla="*/ 227920 w 2364904"/>
                  <a:gd name="connsiteY1" fmla="*/ 0 h 4991100"/>
                  <a:gd name="connsiteX2" fmla="*/ 2336119 w 2364904"/>
                  <a:gd name="connsiteY2" fmla="*/ 2667000 h 4991100"/>
                  <a:gd name="connsiteX3" fmla="*/ 202520 w 2364904"/>
                  <a:gd name="connsiteY3" fmla="*/ 4991100 h 4991100"/>
                  <a:gd name="connsiteX4" fmla="*/ 0 w 2364904"/>
                  <a:gd name="connsiteY4" fmla="*/ 0 h 4991100"/>
                  <a:gd name="connsiteX0" fmla="*/ 0 w 2364904"/>
                  <a:gd name="connsiteY0" fmla="*/ 0 h 4991100"/>
                  <a:gd name="connsiteX1" fmla="*/ 227920 w 2364904"/>
                  <a:gd name="connsiteY1" fmla="*/ 0 h 4991100"/>
                  <a:gd name="connsiteX2" fmla="*/ 2336119 w 2364904"/>
                  <a:gd name="connsiteY2" fmla="*/ 2667000 h 4991100"/>
                  <a:gd name="connsiteX3" fmla="*/ 202520 w 2364904"/>
                  <a:gd name="connsiteY3" fmla="*/ 4991100 h 4991100"/>
                  <a:gd name="connsiteX4" fmla="*/ 0 w 2364904"/>
                  <a:gd name="connsiteY4" fmla="*/ 0 h 4991100"/>
                  <a:gd name="connsiteX0" fmla="*/ 0 w 2364904"/>
                  <a:gd name="connsiteY0" fmla="*/ 76200 h 5067300"/>
                  <a:gd name="connsiteX1" fmla="*/ 812120 w 2364904"/>
                  <a:gd name="connsiteY1" fmla="*/ 0 h 5067300"/>
                  <a:gd name="connsiteX2" fmla="*/ 2336119 w 2364904"/>
                  <a:gd name="connsiteY2" fmla="*/ 2743200 h 5067300"/>
                  <a:gd name="connsiteX3" fmla="*/ 202520 w 2364904"/>
                  <a:gd name="connsiteY3" fmla="*/ 5067300 h 5067300"/>
                  <a:gd name="connsiteX4" fmla="*/ 0 w 2364904"/>
                  <a:gd name="connsiteY4" fmla="*/ 76200 h 5067300"/>
                  <a:gd name="connsiteX0" fmla="*/ 0 w 2290454"/>
                  <a:gd name="connsiteY0" fmla="*/ 76200 h 5067300"/>
                  <a:gd name="connsiteX1" fmla="*/ 812120 w 2290454"/>
                  <a:gd name="connsiteY1" fmla="*/ 0 h 5067300"/>
                  <a:gd name="connsiteX2" fmla="*/ 2247219 w 2290454"/>
                  <a:gd name="connsiteY2" fmla="*/ 2641600 h 5067300"/>
                  <a:gd name="connsiteX3" fmla="*/ 202520 w 2290454"/>
                  <a:gd name="connsiteY3" fmla="*/ 5067300 h 5067300"/>
                  <a:gd name="connsiteX4" fmla="*/ 0 w 2290454"/>
                  <a:gd name="connsiteY4" fmla="*/ 76200 h 5067300"/>
                  <a:gd name="connsiteX0" fmla="*/ 0 w 2426718"/>
                  <a:gd name="connsiteY0" fmla="*/ 76200 h 4927600"/>
                  <a:gd name="connsiteX1" fmla="*/ 812120 w 2426718"/>
                  <a:gd name="connsiteY1" fmla="*/ 0 h 4927600"/>
                  <a:gd name="connsiteX2" fmla="*/ 2247219 w 2426718"/>
                  <a:gd name="connsiteY2" fmla="*/ 2641600 h 4927600"/>
                  <a:gd name="connsiteX3" fmla="*/ 672420 w 2426718"/>
                  <a:gd name="connsiteY3" fmla="*/ 4927600 h 4927600"/>
                  <a:gd name="connsiteX4" fmla="*/ 0 w 2426718"/>
                  <a:gd name="connsiteY4" fmla="*/ 76200 h 4927600"/>
                  <a:gd name="connsiteX0" fmla="*/ 0 w 2285653"/>
                  <a:gd name="connsiteY0" fmla="*/ 76200 h 4927600"/>
                  <a:gd name="connsiteX1" fmla="*/ 812120 w 2285653"/>
                  <a:gd name="connsiteY1" fmla="*/ 0 h 4927600"/>
                  <a:gd name="connsiteX2" fmla="*/ 2247219 w 2285653"/>
                  <a:gd name="connsiteY2" fmla="*/ 2641600 h 4927600"/>
                  <a:gd name="connsiteX3" fmla="*/ 672420 w 2285653"/>
                  <a:gd name="connsiteY3" fmla="*/ 4927600 h 4927600"/>
                  <a:gd name="connsiteX4" fmla="*/ 0 w 2285653"/>
                  <a:gd name="connsiteY4" fmla="*/ 76200 h 4927600"/>
                  <a:gd name="connsiteX0" fmla="*/ 0 w 1663353"/>
                  <a:gd name="connsiteY0" fmla="*/ 0 h 4927600"/>
                  <a:gd name="connsiteX1" fmla="*/ 189820 w 1663353"/>
                  <a:gd name="connsiteY1" fmla="*/ 0 h 4927600"/>
                  <a:gd name="connsiteX2" fmla="*/ 1624919 w 1663353"/>
                  <a:gd name="connsiteY2" fmla="*/ 2641600 h 4927600"/>
                  <a:gd name="connsiteX3" fmla="*/ 50120 w 1663353"/>
                  <a:gd name="connsiteY3" fmla="*/ 4927600 h 4927600"/>
                  <a:gd name="connsiteX4" fmla="*/ 0 w 1663353"/>
                  <a:gd name="connsiteY4" fmla="*/ 0 h 4927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63353" h="4927600">
                    <a:moveTo>
                      <a:pt x="0" y="0"/>
                    </a:moveTo>
                    <a:lnTo>
                      <a:pt x="189820" y="0"/>
                    </a:lnTo>
                    <a:cubicBezTo>
                      <a:pt x="307030" y="1559982"/>
                      <a:pt x="1271738" y="1497693"/>
                      <a:pt x="1624919" y="2641600"/>
                    </a:cubicBezTo>
                    <a:cubicBezTo>
                      <a:pt x="1646086" y="2851150"/>
                      <a:pt x="2001573" y="4747683"/>
                      <a:pt x="50120" y="492760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 3">
                <a:extLst>
                  <a:ext uri="{FF2B5EF4-FFF2-40B4-BE49-F238E27FC236}">
                    <a16:creationId xmlns:a16="http://schemas.microsoft.com/office/drawing/2014/main" id="{45B1D1DE-8CFD-A3FF-E305-F67F8A6B8E78}"/>
                  </a:ext>
                </a:extLst>
              </p:cNvPr>
              <p:cNvSpPr/>
              <p:nvPr/>
            </p:nvSpPr>
            <p:spPr>
              <a:xfrm flipH="1">
                <a:off x="-426669" y="1320800"/>
                <a:ext cx="1663353" cy="4927600"/>
              </a:xfrm>
              <a:custGeom>
                <a:avLst/>
                <a:gdLst>
                  <a:gd name="connsiteX0" fmla="*/ 0 w 443820"/>
                  <a:gd name="connsiteY0" fmla="*/ 0 h 4902200"/>
                  <a:gd name="connsiteX1" fmla="*/ 443820 w 443820"/>
                  <a:gd name="connsiteY1" fmla="*/ 0 h 4902200"/>
                  <a:gd name="connsiteX2" fmla="*/ 443820 w 443820"/>
                  <a:gd name="connsiteY2" fmla="*/ 4902200 h 4902200"/>
                  <a:gd name="connsiteX3" fmla="*/ 0 w 443820"/>
                  <a:gd name="connsiteY3" fmla="*/ 4902200 h 4902200"/>
                  <a:gd name="connsiteX4" fmla="*/ 0 w 443820"/>
                  <a:gd name="connsiteY4" fmla="*/ 0 h 4902200"/>
                  <a:gd name="connsiteX0" fmla="*/ 0 w 469220"/>
                  <a:gd name="connsiteY0" fmla="*/ 0 h 4927600"/>
                  <a:gd name="connsiteX1" fmla="*/ 469220 w 469220"/>
                  <a:gd name="connsiteY1" fmla="*/ 25400 h 4927600"/>
                  <a:gd name="connsiteX2" fmla="*/ 469220 w 469220"/>
                  <a:gd name="connsiteY2" fmla="*/ 4927600 h 4927600"/>
                  <a:gd name="connsiteX3" fmla="*/ 25400 w 469220"/>
                  <a:gd name="connsiteY3" fmla="*/ 4927600 h 4927600"/>
                  <a:gd name="connsiteX4" fmla="*/ 0 w 469220"/>
                  <a:gd name="connsiteY4" fmla="*/ 0 h 4927600"/>
                  <a:gd name="connsiteX0" fmla="*/ 0 w 469220"/>
                  <a:gd name="connsiteY0" fmla="*/ 0 h 4927600"/>
                  <a:gd name="connsiteX1" fmla="*/ 227920 w 469220"/>
                  <a:gd name="connsiteY1" fmla="*/ 0 h 4927600"/>
                  <a:gd name="connsiteX2" fmla="*/ 469220 w 469220"/>
                  <a:gd name="connsiteY2" fmla="*/ 4927600 h 4927600"/>
                  <a:gd name="connsiteX3" fmla="*/ 25400 w 469220"/>
                  <a:gd name="connsiteY3" fmla="*/ 4927600 h 4927600"/>
                  <a:gd name="connsiteX4" fmla="*/ 0 w 469220"/>
                  <a:gd name="connsiteY4" fmla="*/ 0 h 4927600"/>
                  <a:gd name="connsiteX0" fmla="*/ 0 w 2292087"/>
                  <a:gd name="connsiteY0" fmla="*/ 0 h 4927600"/>
                  <a:gd name="connsiteX1" fmla="*/ 227920 w 2292087"/>
                  <a:gd name="connsiteY1" fmla="*/ 0 h 4927600"/>
                  <a:gd name="connsiteX2" fmla="*/ 469220 w 2292087"/>
                  <a:gd name="connsiteY2" fmla="*/ 4927600 h 4927600"/>
                  <a:gd name="connsiteX3" fmla="*/ 25400 w 2292087"/>
                  <a:gd name="connsiteY3" fmla="*/ 4927600 h 4927600"/>
                  <a:gd name="connsiteX4" fmla="*/ 0 w 2292087"/>
                  <a:gd name="connsiteY4" fmla="*/ 0 h 4927600"/>
                  <a:gd name="connsiteX0" fmla="*/ 0 w 2432116"/>
                  <a:gd name="connsiteY0" fmla="*/ 0 h 4927600"/>
                  <a:gd name="connsiteX1" fmla="*/ 227920 w 2432116"/>
                  <a:gd name="connsiteY1" fmla="*/ 0 h 4927600"/>
                  <a:gd name="connsiteX2" fmla="*/ 469220 w 2432116"/>
                  <a:gd name="connsiteY2" fmla="*/ 4927600 h 4927600"/>
                  <a:gd name="connsiteX3" fmla="*/ 25400 w 2432116"/>
                  <a:gd name="connsiteY3" fmla="*/ 4927600 h 4927600"/>
                  <a:gd name="connsiteX4" fmla="*/ 0 w 2432116"/>
                  <a:gd name="connsiteY4" fmla="*/ 0 h 4927600"/>
                  <a:gd name="connsiteX0" fmla="*/ 0 w 2432116"/>
                  <a:gd name="connsiteY0" fmla="*/ 0 h 4927600"/>
                  <a:gd name="connsiteX1" fmla="*/ 227920 w 2432116"/>
                  <a:gd name="connsiteY1" fmla="*/ 0 h 4927600"/>
                  <a:gd name="connsiteX2" fmla="*/ 469220 w 2432116"/>
                  <a:gd name="connsiteY2" fmla="*/ 4927600 h 4927600"/>
                  <a:gd name="connsiteX3" fmla="*/ 0 w 2432116"/>
                  <a:gd name="connsiteY3" fmla="*/ 0 h 4927600"/>
                  <a:gd name="connsiteX0" fmla="*/ 0 w 2242764"/>
                  <a:gd name="connsiteY0" fmla="*/ 0 h 4991100"/>
                  <a:gd name="connsiteX1" fmla="*/ 227920 w 2242764"/>
                  <a:gd name="connsiteY1" fmla="*/ 0 h 4991100"/>
                  <a:gd name="connsiteX2" fmla="*/ 202520 w 2242764"/>
                  <a:gd name="connsiteY2" fmla="*/ 4991100 h 4991100"/>
                  <a:gd name="connsiteX3" fmla="*/ 0 w 2242764"/>
                  <a:gd name="connsiteY3" fmla="*/ 0 h 4991100"/>
                  <a:gd name="connsiteX0" fmla="*/ 0 w 2377465"/>
                  <a:gd name="connsiteY0" fmla="*/ 0 h 4991100"/>
                  <a:gd name="connsiteX1" fmla="*/ 227920 w 2377465"/>
                  <a:gd name="connsiteY1" fmla="*/ 0 h 4991100"/>
                  <a:gd name="connsiteX2" fmla="*/ 202520 w 2377465"/>
                  <a:gd name="connsiteY2" fmla="*/ 4991100 h 4991100"/>
                  <a:gd name="connsiteX3" fmla="*/ 0 w 2377465"/>
                  <a:gd name="connsiteY3" fmla="*/ 0 h 4991100"/>
                  <a:gd name="connsiteX0" fmla="*/ 0 w 2183866"/>
                  <a:gd name="connsiteY0" fmla="*/ 0 h 4991100"/>
                  <a:gd name="connsiteX1" fmla="*/ 227920 w 2183866"/>
                  <a:gd name="connsiteY1" fmla="*/ 0 h 4991100"/>
                  <a:gd name="connsiteX2" fmla="*/ 202520 w 2183866"/>
                  <a:gd name="connsiteY2" fmla="*/ 4991100 h 4991100"/>
                  <a:gd name="connsiteX3" fmla="*/ 0 w 2183866"/>
                  <a:gd name="connsiteY3" fmla="*/ 0 h 4991100"/>
                  <a:gd name="connsiteX0" fmla="*/ 0 w 2415273"/>
                  <a:gd name="connsiteY0" fmla="*/ 0 h 4991100"/>
                  <a:gd name="connsiteX1" fmla="*/ 227920 w 2415273"/>
                  <a:gd name="connsiteY1" fmla="*/ 0 h 4991100"/>
                  <a:gd name="connsiteX2" fmla="*/ 202520 w 2415273"/>
                  <a:gd name="connsiteY2" fmla="*/ 4991100 h 4991100"/>
                  <a:gd name="connsiteX3" fmla="*/ 0 w 2415273"/>
                  <a:gd name="connsiteY3" fmla="*/ 0 h 4991100"/>
                  <a:gd name="connsiteX0" fmla="*/ 0 w 2393163"/>
                  <a:gd name="connsiteY0" fmla="*/ 0 h 4991100"/>
                  <a:gd name="connsiteX1" fmla="*/ 227920 w 2393163"/>
                  <a:gd name="connsiteY1" fmla="*/ 0 h 4991100"/>
                  <a:gd name="connsiteX2" fmla="*/ 202520 w 2393163"/>
                  <a:gd name="connsiteY2" fmla="*/ 4991100 h 4991100"/>
                  <a:gd name="connsiteX3" fmla="*/ 0 w 2393163"/>
                  <a:gd name="connsiteY3" fmla="*/ 0 h 4991100"/>
                  <a:gd name="connsiteX0" fmla="*/ 0 w 2376234"/>
                  <a:gd name="connsiteY0" fmla="*/ 0 h 4991100"/>
                  <a:gd name="connsiteX1" fmla="*/ 227920 w 2376234"/>
                  <a:gd name="connsiteY1" fmla="*/ 0 h 4991100"/>
                  <a:gd name="connsiteX2" fmla="*/ 202520 w 2376234"/>
                  <a:gd name="connsiteY2" fmla="*/ 4991100 h 4991100"/>
                  <a:gd name="connsiteX3" fmla="*/ 0 w 2376234"/>
                  <a:gd name="connsiteY3" fmla="*/ 0 h 4991100"/>
                  <a:gd name="connsiteX0" fmla="*/ 0 w 2336126"/>
                  <a:gd name="connsiteY0" fmla="*/ 0 h 5032845"/>
                  <a:gd name="connsiteX1" fmla="*/ 227920 w 2336126"/>
                  <a:gd name="connsiteY1" fmla="*/ 0 h 5032845"/>
                  <a:gd name="connsiteX2" fmla="*/ 2336119 w 2336126"/>
                  <a:gd name="connsiteY2" fmla="*/ 2667000 h 5032845"/>
                  <a:gd name="connsiteX3" fmla="*/ 202520 w 2336126"/>
                  <a:gd name="connsiteY3" fmla="*/ 4991100 h 5032845"/>
                  <a:gd name="connsiteX4" fmla="*/ 0 w 2336126"/>
                  <a:gd name="connsiteY4" fmla="*/ 0 h 5032845"/>
                  <a:gd name="connsiteX0" fmla="*/ 0 w 2362479"/>
                  <a:gd name="connsiteY0" fmla="*/ 0 h 5062002"/>
                  <a:gd name="connsiteX1" fmla="*/ 227920 w 2362479"/>
                  <a:gd name="connsiteY1" fmla="*/ 0 h 5062002"/>
                  <a:gd name="connsiteX2" fmla="*/ 2336119 w 2362479"/>
                  <a:gd name="connsiteY2" fmla="*/ 2667000 h 5062002"/>
                  <a:gd name="connsiteX3" fmla="*/ 202520 w 2362479"/>
                  <a:gd name="connsiteY3" fmla="*/ 4991100 h 5062002"/>
                  <a:gd name="connsiteX4" fmla="*/ 0 w 2362479"/>
                  <a:gd name="connsiteY4" fmla="*/ 0 h 5062002"/>
                  <a:gd name="connsiteX0" fmla="*/ 0 w 2336295"/>
                  <a:gd name="connsiteY0" fmla="*/ 0 h 5023497"/>
                  <a:gd name="connsiteX1" fmla="*/ 227920 w 2336295"/>
                  <a:gd name="connsiteY1" fmla="*/ 0 h 5023497"/>
                  <a:gd name="connsiteX2" fmla="*/ 2336119 w 2336295"/>
                  <a:gd name="connsiteY2" fmla="*/ 2667000 h 5023497"/>
                  <a:gd name="connsiteX3" fmla="*/ 202520 w 2336295"/>
                  <a:gd name="connsiteY3" fmla="*/ 4991100 h 5023497"/>
                  <a:gd name="connsiteX4" fmla="*/ 0 w 2336295"/>
                  <a:gd name="connsiteY4" fmla="*/ 0 h 5023497"/>
                  <a:gd name="connsiteX0" fmla="*/ 0 w 2364904"/>
                  <a:gd name="connsiteY0" fmla="*/ 0 h 4991100"/>
                  <a:gd name="connsiteX1" fmla="*/ 227920 w 2364904"/>
                  <a:gd name="connsiteY1" fmla="*/ 0 h 4991100"/>
                  <a:gd name="connsiteX2" fmla="*/ 2336119 w 2364904"/>
                  <a:gd name="connsiteY2" fmla="*/ 2667000 h 4991100"/>
                  <a:gd name="connsiteX3" fmla="*/ 202520 w 2364904"/>
                  <a:gd name="connsiteY3" fmla="*/ 4991100 h 4991100"/>
                  <a:gd name="connsiteX4" fmla="*/ 0 w 2364904"/>
                  <a:gd name="connsiteY4" fmla="*/ 0 h 4991100"/>
                  <a:gd name="connsiteX0" fmla="*/ 0 w 2364904"/>
                  <a:gd name="connsiteY0" fmla="*/ 0 h 4991100"/>
                  <a:gd name="connsiteX1" fmla="*/ 227920 w 2364904"/>
                  <a:gd name="connsiteY1" fmla="*/ 0 h 4991100"/>
                  <a:gd name="connsiteX2" fmla="*/ 2336119 w 2364904"/>
                  <a:gd name="connsiteY2" fmla="*/ 2667000 h 4991100"/>
                  <a:gd name="connsiteX3" fmla="*/ 202520 w 2364904"/>
                  <a:gd name="connsiteY3" fmla="*/ 4991100 h 4991100"/>
                  <a:gd name="connsiteX4" fmla="*/ 0 w 2364904"/>
                  <a:gd name="connsiteY4" fmla="*/ 0 h 4991100"/>
                  <a:gd name="connsiteX0" fmla="*/ 0 w 2364904"/>
                  <a:gd name="connsiteY0" fmla="*/ 0 h 4991100"/>
                  <a:gd name="connsiteX1" fmla="*/ 227920 w 2364904"/>
                  <a:gd name="connsiteY1" fmla="*/ 0 h 4991100"/>
                  <a:gd name="connsiteX2" fmla="*/ 2336119 w 2364904"/>
                  <a:gd name="connsiteY2" fmla="*/ 2667000 h 4991100"/>
                  <a:gd name="connsiteX3" fmla="*/ 202520 w 2364904"/>
                  <a:gd name="connsiteY3" fmla="*/ 4991100 h 4991100"/>
                  <a:gd name="connsiteX4" fmla="*/ 0 w 2364904"/>
                  <a:gd name="connsiteY4" fmla="*/ 0 h 4991100"/>
                  <a:gd name="connsiteX0" fmla="*/ 0 w 2364904"/>
                  <a:gd name="connsiteY0" fmla="*/ 0 h 4991100"/>
                  <a:gd name="connsiteX1" fmla="*/ 227920 w 2364904"/>
                  <a:gd name="connsiteY1" fmla="*/ 0 h 4991100"/>
                  <a:gd name="connsiteX2" fmla="*/ 2336119 w 2364904"/>
                  <a:gd name="connsiteY2" fmla="*/ 2667000 h 4991100"/>
                  <a:gd name="connsiteX3" fmla="*/ 202520 w 2364904"/>
                  <a:gd name="connsiteY3" fmla="*/ 4991100 h 4991100"/>
                  <a:gd name="connsiteX4" fmla="*/ 0 w 2364904"/>
                  <a:gd name="connsiteY4" fmla="*/ 0 h 4991100"/>
                  <a:gd name="connsiteX0" fmla="*/ 0 w 2364904"/>
                  <a:gd name="connsiteY0" fmla="*/ 0 h 4991100"/>
                  <a:gd name="connsiteX1" fmla="*/ 227920 w 2364904"/>
                  <a:gd name="connsiteY1" fmla="*/ 0 h 4991100"/>
                  <a:gd name="connsiteX2" fmla="*/ 2336119 w 2364904"/>
                  <a:gd name="connsiteY2" fmla="*/ 2667000 h 4991100"/>
                  <a:gd name="connsiteX3" fmla="*/ 202520 w 2364904"/>
                  <a:gd name="connsiteY3" fmla="*/ 4991100 h 4991100"/>
                  <a:gd name="connsiteX4" fmla="*/ 0 w 2364904"/>
                  <a:gd name="connsiteY4" fmla="*/ 0 h 4991100"/>
                  <a:gd name="connsiteX0" fmla="*/ 0 w 2364904"/>
                  <a:gd name="connsiteY0" fmla="*/ 76200 h 5067300"/>
                  <a:gd name="connsiteX1" fmla="*/ 812120 w 2364904"/>
                  <a:gd name="connsiteY1" fmla="*/ 0 h 5067300"/>
                  <a:gd name="connsiteX2" fmla="*/ 2336119 w 2364904"/>
                  <a:gd name="connsiteY2" fmla="*/ 2743200 h 5067300"/>
                  <a:gd name="connsiteX3" fmla="*/ 202520 w 2364904"/>
                  <a:gd name="connsiteY3" fmla="*/ 5067300 h 5067300"/>
                  <a:gd name="connsiteX4" fmla="*/ 0 w 2364904"/>
                  <a:gd name="connsiteY4" fmla="*/ 76200 h 5067300"/>
                  <a:gd name="connsiteX0" fmla="*/ 0 w 2290454"/>
                  <a:gd name="connsiteY0" fmla="*/ 76200 h 5067300"/>
                  <a:gd name="connsiteX1" fmla="*/ 812120 w 2290454"/>
                  <a:gd name="connsiteY1" fmla="*/ 0 h 5067300"/>
                  <a:gd name="connsiteX2" fmla="*/ 2247219 w 2290454"/>
                  <a:gd name="connsiteY2" fmla="*/ 2641600 h 5067300"/>
                  <a:gd name="connsiteX3" fmla="*/ 202520 w 2290454"/>
                  <a:gd name="connsiteY3" fmla="*/ 5067300 h 5067300"/>
                  <a:gd name="connsiteX4" fmla="*/ 0 w 2290454"/>
                  <a:gd name="connsiteY4" fmla="*/ 76200 h 5067300"/>
                  <a:gd name="connsiteX0" fmla="*/ 0 w 2426718"/>
                  <a:gd name="connsiteY0" fmla="*/ 76200 h 4927600"/>
                  <a:gd name="connsiteX1" fmla="*/ 812120 w 2426718"/>
                  <a:gd name="connsiteY1" fmla="*/ 0 h 4927600"/>
                  <a:gd name="connsiteX2" fmla="*/ 2247219 w 2426718"/>
                  <a:gd name="connsiteY2" fmla="*/ 2641600 h 4927600"/>
                  <a:gd name="connsiteX3" fmla="*/ 672420 w 2426718"/>
                  <a:gd name="connsiteY3" fmla="*/ 4927600 h 4927600"/>
                  <a:gd name="connsiteX4" fmla="*/ 0 w 2426718"/>
                  <a:gd name="connsiteY4" fmla="*/ 76200 h 4927600"/>
                  <a:gd name="connsiteX0" fmla="*/ 0 w 2285653"/>
                  <a:gd name="connsiteY0" fmla="*/ 76200 h 4927600"/>
                  <a:gd name="connsiteX1" fmla="*/ 812120 w 2285653"/>
                  <a:gd name="connsiteY1" fmla="*/ 0 h 4927600"/>
                  <a:gd name="connsiteX2" fmla="*/ 2247219 w 2285653"/>
                  <a:gd name="connsiteY2" fmla="*/ 2641600 h 4927600"/>
                  <a:gd name="connsiteX3" fmla="*/ 672420 w 2285653"/>
                  <a:gd name="connsiteY3" fmla="*/ 4927600 h 4927600"/>
                  <a:gd name="connsiteX4" fmla="*/ 0 w 2285653"/>
                  <a:gd name="connsiteY4" fmla="*/ 76200 h 4927600"/>
                  <a:gd name="connsiteX0" fmla="*/ 0 w 1663353"/>
                  <a:gd name="connsiteY0" fmla="*/ 0 h 4927600"/>
                  <a:gd name="connsiteX1" fmla="*/ 189820 w 1663353"/>
                  <a:gd name="connsiteY1" fmla="*/ 0 h 4927600"/>
                  <a:gd name="connsiteX2" fmla="*/ 1624919 w 1663353"/>
                  <a:gd name="connsiteY2" fmla="*/ 2641600 h 4927600"/>
                  <a:gd name="connsiteX3" fmla="*/ 50120 w 1663353"/>
                  <a:gd name="connsiteY3" fmla="*/ 4927600 h 4927600"/>
                  <a:gd name="connsiteX4" fmla="*/ 0 w 1663353"/>
                  <a:gd name="connsiteY4" fmla="*/ 0 h 4927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63353" h="4927600">
                    <a:moveTo>
                      <a:pt x="0" y="0"/>
                    </a:moveTo>
                    <a:lnTo>
                      <a:pt x="189820" y="0"/>
                    </a:lnTo>
                    <a:cubicBezTo>
                      <a:pt x="307030" y="1559982"/>
                      <a:pt x="1271738" y="1497693"/>
                      <a:pt x="1624919" y="2641600"/>
                    </a:cubicBezTo>
                    <a:cubicBezTo>
                      <a:pt x="1646086" y="2851150"/>
                      <a:pt x="2001573" y="4747683"/>
                      <a:pt x="50120" y="492760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8" name="Rectangle 8">
              <a:extLst>
                <a:ext uri="{FF2B5EF4-FFF2-40B4-BE49-F238E27FC236}">
                  <a16:creationId xmlns:a16="http://schemas.microsoft.com/office/drawing/2014/main" id="{0A8F6D83-F278-076B-1E51-000A7D1F5C1F}"/>
                </a:ext>
              </a:extLst>
            </p:cNvPr>
            <p:cNvSpPr/>
            <p:nvPr/>
          </p:nvSpPr>
          <p:spPr>
            <a:xfrm>
              <a:off x="-2211723" y="1165594"/>
              <a:ext cx="1398901" cy="4927229"/>
            </a:xfrm>
            <a:custGeom>
              <a:avLst/>
              <a:gdLst>
                <a:gd name="connsiteX0" fmla="*/ 0 w 45719"/>
                <a:gd name="connsiteY0" fmla="*/ 0 h 4533900"/>
                <a:gd name="connsiteX1" fmla="*/ 45719 w 45719"/>
                <a:gd name="connsiteY1" fmla="*/ 0 h 4533900"/>
                <a:gd name="connsiteX2" fmla="*/ 45719 w 45719"/>
                <a:gd name="connsiteY2" fmla="*/ 4533900 h 4533900"/>
                <a:gd name="connsiteX3" fmla="*/ 0 w 45719"/>
                <a:gd name="connsiteY3" fmla="*/ 4533900 h 4533900"/>
                <a:gd name="connsiteX4" fmla="*/ 0 w 45719"/>
                <a:gd name="connsiteY4" fmla="*/ 0 h 4533900"/>
                <a:gd name="connsiteX0" fmla="*/ 0 w 58419"/>
                <a:gd name="connsiteY0" fmla="*/ 0 h 4762500"/>
                <a:gd name="connsiteX1" fmla="*/ 58419 w 58419"/>
                <a:gd name="connsiteY1" fmla="*/ 228600 h 4762500"/>
                <a:gd name="connsiteX2" fmla="*/ 58419 w 58419"/>
                <a:gd name="connsiteY2" fmla="*/ 4762500 h 4762500"/>
                <a:gd name="connsiteX3" fmla="*/ 12700 w 58419"/>
                <a:gd name="connsiteY3" fmla="*/ 4762500 h 4762500"/>
                <a:gd name="connsiteX4" fmla="*/ 0 w 58419"/>
                <a:gd name="connsiteY4" fmla="*/ 0 h 4762500"/>
                <a:gd name="connsiteX0" fmla="*/ 0 w 58419"/>
                <a:gd name="connsiteY0" fmla="*/ 0 h 4762500"/>
                <a:gd name="connsiteX1" fmla="*/ 58419 w 58419"/>
                <a:gd name="connsiteY1" fmla="*/ 4762500 h 4762500"/>
                <a:gd name="connsiteX2" fmla="*/ 12700 w 58419"/>
                <a:gd name="connsiteY2" fmla="*/ 4762500 h 4762500"/>
                <a:gd name="connsiteX3" fmla="*/ 0 w 58419"/>
                <a:gd name="connsiteY3" fmla="*/ 0 h 4762500"/>
                <a:gd name="connsiteX0" fmla="*/ 499545 w 557964"/>
                <a:gd name="connsiteY0" fmla="*/ 0 h 4762500"/>
                <a:gd name="connsiteX1" fmla="*/ 557964 w 557964"/>
                <a:gd name="connsiteY1" fmla="*/ 4762500 h 4762500"/>
                <a:gd name="connsiteX2" fmla="*/ 512245 w 557964"/>
                <a:gd name="connsiteY2" fmla="*/ 4762500 h 4762500"/>
                <a:gd name="connsiteX3" fmla="*/ 499545 w 557964"/>
                <a:gd name="connsiteY3" fmla="*/ 0 h 4762500"/>
                <a:gd name="connsiteX0" fmla="*/ 499545 w 1199081"/>
                <a:gd name="connsiteY0" fmla="*/ 0 h 4762500"/>
                <a:gd name="connsiteX1" fmla="*/ 557964 w 1199081"/>
                <a:gd name="connsiteY1" fmla="*/ 4762500 h 4762500"/>
                <a:gd name="connsiteX2" fmla="*/ 512245 w 1199081"/>
                <a:gd name="connsiteY2" fmla="*/ 4762500 h 4762500"/>
                <a:gd name="connsiteX3" fmla="*/ 499545 w 1199081"/>
                <a:gd name="connsiteY3" fmla="*/ 0 h 4762500"/>
                <a:gd name="connsiteX0" fmla="*/ 606857 w 1306393"/>
                <a:gd name="connsiteY0" fmla="*/ 0 h 4762500"/>
                <a:gd name="connsiteX1" fmla="*/ 665276 w 1306393"/>
                <a:gd name="connsiteY1" fmla="*/ 4762500 h 4762500"/>
                <a:gd name="connsiteX2" fmla="*/ 619557 w 1306393"/>
                <a:gd name="connsiteY2" fmla="*/ 4762500 h 4762500"/>
                <a:gd name="connsiteX3" fmla="*/ 606857 w 1306393"/>
                <a:gd name="connsiteY3" fmla="*/ 0 h 4762500"/>
                <a:gd name="connsiteX0" fmla="*/ 538581 w 1238117"/>
                <a:gd name="connsiteY0" fmla="*/ 0 h 4762500"/>
                <a:gd name="connsiteX1" fmla="*/ 597000 w 1238117"/>
                <a:gd name="connsiteY1" fmla="*/ 4762500 h 4762500"/>
                <a:gd name="connsiteX2" fmla="*/ 551281 w 1238117"/>
                <a:gd name="connsiteY2" fmla="*/ 4762500 h 4762500"/>
                <a:gd name="connsiteX3" fmla="*/ 538581 w 1238117"/>
                <a:gd name="connsiteY3" fmla="*/ 0 h 4762500"/>
                <a:gd name="connsiteX0" fmla="*/ 538581 w 1325306"/>
                <a:gd name="connsiteY0" fmla="*/ 0 h 4762500"/>
                <a:gd name="connsiteX1" fmla="*/ 597000 w 1325306"/>
                <a:gd name="connsiteY1" fmla="*/ 4762500 h 4762500"/>
                <a:gd name="connsiteX2" fmla="*/ 551281 w 1325306"/>
                <a:gd name="connsiteY2" fmla="*/ 4762500 h 4762500"/>
                <a:gd name="connsiteX3" fmla="*/ 538581 w 1325306"/>
                <a:gd name="connsiteY3" fmla="*/ 0 h 4762500"/>
                <a:gd name="connsiteX0" fmla="*/ 520791 w 1307516"/>
                <a:gd name="connsiteY0" fmla="*/ 0 h 4800600"/>
                <a:gd name="connsiteX1" fmla="*/ 579210 w 1307516"/>
                <a:gd name="connsiteY1" fmla="*/ 4762500 h 4800600"/>
                <a:gd name="connsiteX2" fmla="*/ 558891 w 1307516"/>
                <a:gd name="connsiteY2" fmla="*/ 4800600 h 4800600"/>
                <a:gd name="connsiteX3" fmla="*/ 520791 w 1307516"/>
                <a:gd name="connsiteY3" fmla="*/ 0 h 4800600"/>
                <a:gd name="connsiteX0" fmla="*/ 0 w 786725"/>
                <a:gd name="connsiteY0" fmla="*/ 0 h 4762500"/>
                <a:gd name="connsiteX1" fmla="*/ 58419 w 786725"/>
                <a:gd name="connsiteY1" fmla="*/ 4762500 h 4762500"/>
                <a:gd name="connsiteX2" fmla="*/ 0 w 786725"/>
                <a:gd name="connsiteY2" fmla="*/ 0 h 4762500"/>
                <a:gd name="connsiteX0" fmla="*/ 425786 w 1212511"/>
                <a:gd name="connsiteY0" fmla="*/ 0 h 4762500"/>
                <a:gd name="connsiteX1" fmla="*/ 484205 w 1212511"/>
                <a:gd name="connsiteY1" fmla="*/ 4762500 h 4762500"/>
                <a:gd name="connsiteX2" fmla="*/ 425786 w 1212511"/>
                <a:gd name="connsiteY2" fmla="*/ 0 h 4762500"/>
                <a:gd name="connsiteX0" fmla="*/ 425786 w 1142232"/>
                <a:gd name="connsiteY0" fmla="*/ 0 h 4762500"/>
                <a:gd name="connsiteX1" fmla="*/ 484205 w 1142232"/>
                <a:gd name="connsiteY1" fmla="*/ 4762500 h 4762500"/>
                <a:gd name="connsiteX2" fmla="*/ 425786 w 1142232"/>
                <a:gd name="connsiteY2" fmla="*/ 0 h 4762500"/>
                <a:gd name="connsiteX0" fmla="*/ 404780 w 1141222"/>
                <a:gd name="connsiteY0" fmla="*/ 0 h 4806043"/>
                <a:gd name="connsiteX1" fmla="*/ 492228 w 1141222"/>
                <a:gd name="connsiteY1" fmla="*/ 4806043 h 4806043"/>
                <a:gd name="connsiteX2" fmla="*/ 404780 w 1141222"/>
                <a:gd name="connsiteY2" fmla="*/ 0 h 4806043"/>
                <a:gd name="connsiteX0" fmla="*/ 436982 w 1173424"/>
                <a:gd name="connsiteY0" fmla="*/ 0 h 4806043"/>
                <a:gd name="connsiteX1" fmla="*/ 524430 w 1173424"/>
                <a:gd name="connsiteY1" fmla="*/ 4806043 h 4806043"/>
                <a:gd name="connsiteX2" fmla="*/ 436982 w 1173424"/>
                <a:gd name="connsiteY2" fmla="*/ 0 h 4806043"/>
                <a:gd name="connsiteX0" fmla="*/ 645769 w 1382211"/>
                <a:gd name="connsiteY0" fmla="*/ 0 h 4806043"/>
                <a:gd name="connsiteX1" fmla="*/ 733217 w 1382211"/>
                <a:gd name="connsiteY1" fmla="*/ 4806043 h 4806043"/>
                <a:gd name="connsiteX2" fmla="*/ 645769 w 1382211"/>
                <a:gd name="connsiteY2" fmla="*/ 0 h 4806043"/>
                <a:gd name="connsiteX0" fmla="*/ 645769 w 1475426"/>
                <a:gd name="connsiteY0" fmla="*/ 0 h 4806043"/>
                <a:gd name="connsiteX1" fmla="*/ 733217 w 1475426"/>
                <a:gd name="connsiteY1" fmla="*/ 4806043 h 4806043"/>
                <a:gd name="connsiteX2" fmla="*/ 645769 w 1475426"/>
                <a:gd name="connsiteY2" fmla="*/ 0 h 4806043"/>
                <a:gd name="connsiteX0" fmla="*/ 645769 w 1401535"/>
                <a:gd name="connsiteY0" fmla="*/ 0 h 4806043"/>
                <a:gd name="connsiteX1" fmla="*/ 733217 w 1401535"/>
                <a:gd name="connsiteY1" fmla="*/ 4806043 h 4806043"/>
                <a:gd name="connsiteX2" fmla="*/ 645769 w 1401535"/>
                <a:gd name="connsiteY2" fmla="*/ 0 h 4806043"/>
                <a:gd name="connsiteX0" fmla="*/ 181139 w 936905"/>
                <a:gd name="connsiteY0" fmla="*/ 238583 h 5050216"/>
                <a:gd name="connsiteX1" fmla="*/ 268587 w 936905"/>
                <a:gd name="connsiteY1" fmla="*/ 5044626 h 5050216"/>
                <a:gd name="connsiteX2" fmla="*/ 1207 w 936905"/>
                <a:gd name="connsiteY2" fmla="*/ 1171126 h 5050216"/>
                <a:gd name="connsiteX3" fmla="*/ 181139 w 936905"/>
                <a:gd name="connsiteY3" fmla="*/ 238583 h 5050216"/>
                <a:gd name="connsiteX0" fmla="*/ 568912 w 1324678"/>
                <a:gd name="connsiteY0" fmla="*/ 238583 h 5053464"/>
                <a:gd name="connsiteX1" fmla="*/ 656360 w 1324678"/>
                <a:gd name="connsiteY1" fmla="*/ 5044626 h 5053464"/>
                <a:gd name="connsiteX2" fmla="*/ 388980 w 1324678"/>
                <a:gd name="connsiteY2" fmla="*/ 1171126 h 5053464"/>
                <a:gd name="connsiteX3" fmla="*/ 568912 w 1324678"/>
                <a:gd name="connsiteY3" fmla="*/ 238583 h 5053464"/>
                <a:gd name="connsiteX0" fmla="*/ 646712 w 1402478"/>
                <a:gd name="connsiteY0" fmla="*/ 238583 h 5044626"/>
                <a:gd name="connsiteX1" fmla="*/ 734160 w 1402478"/>
                <a:gd name="connsiteY1" fmla="*/ 5044626 h 5044626"/>
                <a:gd name="connsiteX2" fmla="*/ 466780 w 1402478"/>
                <a:gd name="connsiteY2" fmla="*/ 1171126 h 5044626"/>
                <a:gd name="connsiteX3" fmla="*/ 646712 w 1402478"/>
                <a:gd name="connsiteY3" fmla="*/ 238583 h 5044626"/>
                <a:gd name="connsiteX0" fmla="*/ 646712 w 932472"/>
                <a:gd name="connsiteY0" fmla="*/ 238583 h 5044626"/>
                <a:gd name="connsiteX1" fmla="*/ 931237 w 932472"/>
                <a:gd name="connsiteY1" fmla="*/ 1156612 h 5044626"/>
                <a:gd name="connsiteX2" fmla="*/ 734160 w 932472"/>
                <a:gd name="connsiteY2" fmla="*/ 5044626 h 5044626"/>
                <a:gd name="connsiteX3" fmla="*/ 466780 w 932472"/>
                <a:gd name="connsiteY3" fmla="*/ 1171126 h 5044626"/>
                <a:gd name="connsiteX4" fmla="*/ 646712 w 932472"/>
                <a:gd name="connsiteY4" fmla="*/ 238583 h 5044626"/>
                <a:gd name="connsiteX0" fmla="*/ 646712 w 1367670"/>
                <a:gd name="connsiteY0" fmla="*/ 238583 h 5044626"/>
                <a:gd name="connsiteX1" fmla="*/ 931237 w 1367670"/>
                <a:gd name="connsiteY1" fmla="*/ 1156612 h 5044626"/>
                <a:gd name="connsiteX2" fmla="*/ 734160 w 1367670"/>
                <a:gd name="connsiteY2" fmla="*/ 5044626 h 5044626"/>
                <a:gd name="connsiteX3" fmla="*/ 466780 w 1367670"/>
                <a:gd name="connsiteY3" fmla="*/ 1171126 h 5044626"/>
                <a:gd name="connsiteX4" fmla="*/ 646712 w 1367670"/>
                <a:gd name="connsiteY4" fmla="*/ 238583 h 5044626"/>
                <a:gd name="connsiteX0" fmla="*/ 646712 w 1445475"/>
                <a:gd name="connsiteY0" fmla="*/ 238583 h 5044626"/>
                <a:gd name="connsiteX1" fmla="*/ 931237 w 1445475"/>
                <a:gd name="connsiteY1" fmla="*/ 1156612 h 5044626"/>
                <a:gd name="connsiteX2" fmla="*/ 734160 w 1445475"/>
                <a:gd name="connsiteY2" fmla="*/ 5044626 h 5044626"/>
                <a:gd name="connsiteX3" fmla="*/ 466780 w 1445475"/>
                <a:gd name="connsiteY3" fmla="*/ 1171126 h 5044626"/>
                <a:gd name="connsiteX4" fmla="*/ 646712 w 1445475"/>
                <a:gd name="connsiteY4" fmla="*/ 238583 h 5044626"/>
                <a:gd name="connsiteX0" fmla="*/ 646712 w 1467834"/>
                <a:gd name="connsiteY0" fmla="*/ 238583 h 5044709"/>
                <a:gd name="connsiteX1" fmla="*/ 931237 w 1467834"/>
                <a:gd name="connsiteY1" fmla="*/ 1156612 h 5044709"/>
                <a:gd name="connsiteX2" fmla="*/ 734160 w 1467834"/>
                <a:gd name="connsiteY2" fmla="*/ 5044626 h 5044709"/>
                <a:gd name="connsiteX3" fmla="*/ 466780 w 1467834"/>
                <a:gd name="connsiteY3" fmla="*/ 1171126 h 5044709"/>
                <a:gd name="connsiteX4" fmla="*/ 646712 w 1467834"/>
                <a:gd name="connsiteY4" fmla="*/ 238583 h 5044709"/>
                <a:gd name="connsiteX0" fmla="*/ 646712 w 1467834"/>
                <a:gd name="connsiteY0" fmla="*/ 0 h 4806126"/>
                <a:gd name="connsiteX1" fmla="*/ 931237 w 1467834"/>
                <a:gd name="connsiteY1" fmla="*/ 918029 h 4806126"/>
                <a:gd name="connsiteX2" fmla="*/ 734160 w 1467834"/>
                <a:gd name="connsiteY2" fmla="*/ 4806043 h 4806126"/>
                <a:gd name="connsiteX3" fmla="*/ 466780 w 1467834"/>
                <a:gd name="connsiteY3" fmla="*/ 932543 h 4806126"/>
                <a:gd name="connsiteX4" fmla="*/ 646712 w 1467834"/>
                <a:gd name="connsiteY4" fmla="*/ 0 h 4806126"/>
                <a:gd name="connsiteX0" fmla="*/ 646712 w 1467834"/>
                <a:gd name="connsiteY0" fmla="*/ 0 h 4806126"/>
                <a:gd name="connsiteX1" fmla="*/ 931237 w 1467834"/>
                <a:gd name="connsiteY1" fmla="*/ 918029 h 4806126"/>
                <a:gd name="connsiteX2" fmla="*/ 734160 w 1467834"/>
                <a:gd name="connsiteY2" fmla="*/ 4806043 h 4806126"/>
                <a:gd name="connsiteX3" fmla="*/ 466780 w 1467834"/>
                <a:gd name="connsiteY3" fmla="*/ 932543 h 4806126"/>
                <a:gd name="connsiteX4" fmla="*/ 646712 w 1467834"/>
                <a:gd name="connsiteY4" fmla="*/ 0 h 4806126"/>
                <a:gd name="connsiteX0" fmla="*/ 646712 w 1467834"/>
                <a:gd name="connsiteY0" fmla="*/ 0 h 4806126"/>
                <a:gd name="connsiteX1" fmla="*/ 931237 w 1467834"/>
                <a:gd name="connsiteY1" fmla="*/ 918029 h 4806126"/>
                <a:gd name="connsiteX2" fmla="*/ 734160 w 1467834"/>
                <a:gd name="connsiteY2" fmla="*/ 4806043 h 4806126"/>
                <a:gd name="connsiteX3" fmla="*/ 466780 w 1467834"/>
                <a:gd name="connsiteY3" fmla="*/ 932543 h 4806126"/>
                <a:gd name="connsiteX4" fmla="*/ 646712 w 1467834"/>
                <a:gd name="connsiteY4" fmla="*/ 0 h 4806126"/>
                <a:gd name="connsiteX0" fmla="*/ 646712 w 1467834"/>
                <a:gd name="connsiteY0" fmla="*/ 0 h 4806126"/>
                <a:gd name="connsiteX1" fmla="*/ 931237 w 1467834"/>
                <a:gd name="connsiteY1" fmla="*/ 918029 h 4806126"/>
                <a:gd name="connsiteX2" fmla="*/ 734160 w 1467834"/>
                <a:gd name="connsiteY2" fmla="*/ 4806043 h 4806126"/>
                <a:gd name="connsiteX3" fmla="*/ 466780 w 1467834"/>
                <a:gd name="connsiteY3" fmla="*/ 932543 h 4806126"/>
                <a:gd name="connsiteX4" fmla="*/ 646712 w 1467834"/>
                <a:gd name="connsiteY4" fmla="*/ 0 h 4806126"/>
                <a:gd name="connsiteX0" fmla="*/ 822882 w 1467834"/>
                <a:gd name="connsiteY0" fmla="*/ 0 h 4618211"/>
                <a:gd name="connsiteX1" fmla="*/ 931237 w 1467834"/>
                <a:gd name="connsiteY1" fmla="*/ 730114 h 4618211"/>
                <a:gd name="connsiteX2" fmla="*/ 734160 w 1467834"/>
                <a:gd name="connsiteY2" fmla="*/ 4618128 h 4618211"/>
                <a:gd name="connsiteX3" fmla="*/ 466780 w 1467834"/>
                <a:gd name="connsiteY3" fmla="*/ 744628 h 4618211"/>
                <a:gd name="connsiteX4" fmla="*/ 822882 w 1467834"/>
                <a:gd name="connsiteY4" fmla="*/ 0 h 4618211"/>
                <a:gd name="connsiteX0" fmla="*/ 692481 w 1337433"/>
                <a:gd name="connsiteY0" fmla="*/ 0 h 4618211"/>
                <a:gd name="connsiteX1" fmla="*/ 800836 w 1337433"/>
                <a:gd name="connsiteY1" fmla="*/ 730114 h 4618211"/>
                <a:gd name="connsiteX2" fmla="*/ 603759 w 1337433"/>
                <a:gd name="connsiteY2" fmla="*/ 4618128 h 4618211"/>
                <a:gd name="connsiteX3" fmla="*/ 524294 w 1337433"/>
                <a:gd name="connsiteY3" fmla="*/ 756373 h 4618211"/>
                <a:gd name="connsiteX4" fmla="*/ 692481 w 1337433"/>
                <a:gd name="connsiteY4" fmla="*/ 0 h 4618211"/>
                <a:gd name="connsiteX0" fmla="*/ 646823 w 1291775"/>
                <a:gd name="connsiteY0" fmla="*/ 0 h 4618211"/>
                <a:gd name="connsiteX1" fmla="*/ 755178 w 1291775"/>
                <a:gd name="connsiteY1" fmla="*/ 730114 h 4618211"/>
                <a:gd name="connsiteX2" fmla="*/ 558101 w 1291775"/>
                <a:gd name="connsiteY2" fmla="*/ 4618128 h 4618211"/>
                <a:gd name="connsiteX3" fmla="*/ 549104 w 1291775"/>
                <a:gd name="connsiteY3" fmla="*/ 779863 h 4618211"/>
                <a:gd name="connsiteX4" fmla="*/ 646823 w 1291775"/>
                <a:gd name="connsiteY4" fmla="*/ 0 h 4618211"/>
                <a:gd name="connsiteX0" fmla="*/ 646823 w 1291775"/>
                <a:gd name="connsiteY0" fmla="*/ 0 h 4618214"/>
                <a:gd name="connsiteX1" fmla="*/ 755178 w 1291775"/>
                <a:gd name="connsiteY1" fmla="*/ 788838 h 4618214"/>
                <a:gd name="connsiteX2" fmla="*/ 558101 w 1291775"/>
                <a:gd name="connsiteY2" fmla="*/ 4618128 h 4618214"/>
                <a:gd name="connsiteX3" fmla="*/ 549104 w 1291775"/>
                <a:gd name="connsiteY3" fmla="*/ 779863 h 4618214"/>
                <a:gd name="connsiteX4" fmla="*/ 646823 w 1291775"/>
                <a:gd name="connsiteY4" fmla="*/ 0 h 4618214"/>
                <a:gd name="connsiteX0" fmla="*/ 622013 w 1290068"/>
                <a:gd name="connsiteY0" fmla="*/ 0 h 4618214"/>
                <a:gd name="connsiteX1" fmla="*/ 730368 w 1290068"/>
                <a:gd name="connsiteY1" fmla="*/ 788838 h 4618214"/>
                <a:gd name="connsiteX2" fmla="*/ 603759 w 1290068"/>
                <a:gd name="connsiteY2" fmla="*/ 4618128 h 4618214"/>
                <a:gd name="connsiteX3" fmla="*/ 524294 w 1290068"/>
                <a:gd name="connsiteY3" fmla="*/ 779863 h 4618214"/>
                <a:gd name="connsiteX4" fmla="*/ 622013 w 1290068"/>
                <a:gd name="connsiteY4" fmla="*/ 0 h 4618214"/>
                <a:gd name="connsiteX0" fmla="*/ 634175 w 1290472"/>
                <a:gd name="connsiteY0" fmla="*/ 0 h 4618214"/>
                <a:gd name="connsiteX1" fmla="*/ 742530 w 1290472"/>
                <a:gd name="connsiteY1" fmla="*/ 788838 h 4618214"/>
                <a:gd name="connsiteX2" fmla="*/ 580687 w 1290472"/>
                <a:gd name="connsiteY2" fmla="*/ 4618128 h 4618214"/>
                <a:gd name="connsiteX3" fmla="*/ 536456 w 1290472"/>
                <a:gd name="connsiteY3" fmla="*/ 779863 h 4618214"/>
                <a:gd name="connsiteX4" fmla="*/ 634175 w 1290472"/>
                <a:gd name="connsiteY4" fmla="*/ 0 h 4618214"/>
                <a:gd name="connsiteX0" fmla="*/ 634175 w 1290472"/>
                <a:gd name="connsiteY0" fmla="*/ 0 h 4618244"/>
                <a:gd name="connsiteX1" fmla="*/ 742530 w 1290472"/>
                <a:gd name="connsiteY1" fmla="*/ 788838 h 4618244"/>
                <a:gd name="connsiteX2" fmla="*/ 580687 w 1290472"/>
                <a:gd name="connsiteY2" fmla="*/ 4618128 h 4618244"/>
                <a:gd name="connsiteX3" fmla="*/ 536456 w 1290472"/>
                <a:gd name="connsiteY3" fmla="*/ 779863 h 4618244"/>
                <a:gd name="connsiteX4" fmla="*/ 634175 w 1290472"/>
                <a:gd name="connsiteY4" fmla="*/ 0 h 4618244"/>
                <a:gd name="connsiteX0" fmla="*/ 634175 w 1293672"/>
                <a:gd name="connsiteY0" fmla="*/ 0 h 4618244"/>
                <a:gd name="connsiteX1" fmla="*/ 742530 w 1293672"/>
                <a:gd name="connsiteY1" fmla="*/ 788838 h 4618244"/>
                <a:gd name="connsiteX2" fmla="*/ 580687 w 1293672"/>
                <a:gd name="connsiteY2" fmla="*/ 4618128 h 4618244"/>
                <a:gd name="connsiteX3" fmla="*/ 536456 w 1293672"/>
                <a:gd name="connsiteY3" fmla="*/ 779863 h 4618244"/>
                <a:gd name="connsiteX4" fmla="*/ 634175 w 1293672"/>
                <a:gd name="connsiteY4" fmla="*/ 0 h 4618244"/>
                <a:gd name="connsiteX0" fmla="*/ 634175 w 1293672"/>
                <a:gd name="connsiteY0" fmla="*/ 0 h 4618244"/>
                <a:gd name="connsiteX1" fmla="*/ 742530 w 1293672"/>
                <a:gd name="connsiteY1" fmla="*/ 788838 h 4618244"/>
                <a:gd name="connsiteX2" fmla="*/ 580687 w 1293672"/>
                <a:gd name="connsiteY2" fmla="*/ 4618128 h 4618244"/>
                <a:gd name="connsiteX3" fmla="*/ 536456 w 1293672"/>
                <a:gd name="connsiteY3" fmla="*/ 779863 h 4618244"/>
                <a:gd name="connsiteX4" fmla="*/ 634175 w 1293672"/>
                <a:gd name="connsiteY4" fmla="*/ 0 h 4618244"/>
                <a:gd name="connsiteX0" fmla="*/ 634175 w 1293672"/>
                <a:gd name="connsiteY0" fmla="*/ 0 h 4618244"/>
                <a:gd name="connsiteX1" fmla="*/ 742530 w 1293672"/>
                <a:gd name="connsiteY1" fmla="*/ 788838 h 4618244"/>
                <a:gd name="connsiteX2" fmla="*/ 580687 w 1293672"/>
                <a:gd name="connsiteY2" fmla="*/ 4618128 h 4618244"/>
                <a:gd name="connsiteX3" fmla="*/ 536456 w 1293672"/>
                <a:gd name="connsiteY3" fmla="*/ 779863 h 4618244"/>
                <a:gd name="connsiteX4" fmla="*/ 634175 w 1293672"/>
                <a:gd name="connsiteY4" fmla="*/ 0 h 4618244"/>
                <a:gd name="connsiteX0" fmla="*/ 634175 w 1293672"/>
                <a:gd name="connsiteY0" fmla="*/ 78289 h 4696533"/>
                <a:gd name="connsiteX1" fmla="*/ 742530 w 1293672"/>
                <a:gd name="connsiteY1" fmla="*/ 867127 h 4696533"/>
                <a:gd name="connsiteX2" fmla="*/ 580687 w 1293672"/>
                <a:gd name="connsiteY2" fmla="*/ 4696417 h 4696533"/>
                <a:gd name="connsiteX3" fmla="*/ 536456 w 1293672"/>
                <a:gd name="connsiteY3" fmla="*/ 858152 h 4696533"/>
                <a:gd name="connsiteX4" fmla="*/ 583140 w 1293672"/>
                <a:gd name="connsiteY4" fmla="*/ 105992 h 4696533"/>
                <a:gd name="connsiteX5" fmla="*/ 634175 w 1293672"/>
                <a:gd name="connsiteY5" fmla="*/ 78289 h 4696533"/>
                <a:gd name="connsiteX0" fmla="*/ 634175 w 1293672"/>
                <a:gd name="connsiteY0" fmla="*/ 80 h 4618324"/>
                <a:gd name="connsiteX1" fmla="*/ 742530 w 1293672"/>
                <a:gd name="connsiteY1" fmla="*/ 788918 h 4618324"/>
                <a:gd name="connsiteX2" fmla="*/ 580687 w 1293672"/>
                <a:gd name="connsiteY2" fmla="*/ 4618208 h 4618324"/>
                <a:gd name="connsiteX3" fmla="*/ 536456 w 1293672"/>
                <a:gd name="connsiteY3" fmla="*/ 779943 h 4618324"/>
                <a:gd name="connsiteX4" fmla="*/ 634175 w 1293672"/>
                <a:gd name="connsiteY4" fmla="*/ 80 h 4618324"/>
                <a:gd name="connsiteX0" fmla="*/ 536456 w 1293672"/>
                <a:gd name="connsiteY0" fmla="*/ 474755 h 4313136"/>
                <a:gd name="connsiteX1" fmla="*/ 742530 w 1293672"/>
                <a:gd name="connsiteY1" fmla="*/ 483730 h 4313136"/>
                <a:gd name="connsiteX2" fmla="*/ 580687 w 1293672"/>
                <a:gd name="connsiteY2" fmla="*/ 4313020 h 4313136"/>
                <a:gd name="connsiteX3" fmla="*/ 536456 w 1293672"/>
                <a:gd name="connsiteY3" fmla="*/ 474755 h 4313136"/>
                <a:gd name="connsiteX0" fmla="*/ 536456 w 1293672"/>
                <a:gd name="connsiteY0" fmla="*/ 687713 h 4526094"/>
                <a:gd name="connsiteX1" fmla="*/ 742530 w 1293672"/>
                <a:gd name="connsiteY1" fmla="*/ 696688 h 4526094"/>
                <a:gd name="connsiteX2" fmla="*/ 580687 w 1293672"/>
                <a:gd name="connsiteY2" fmla="*/ 4525978 h 4526094"/>
                <a:gd name="connsiteX3" fmla="*/ 536456 w 1293672"/>
                <a:gd name="connsiteY3" fmla="*/ 687713 h 4526094"/>
                <a:gd name="connsiteX0" fmla="*/ 536456 w 1293672"/>
                <a:gd name="connsiteY0" fmla="*/ 712179 h 4550560"/>
                <a:gd name="connsiteX1" fmla="*/ 742530 w 1293672"/>
                <a:gd name="connsiteY1" fmla="*/ 721154 h 4550560"/>
                <a:gd name="connsiteX2" fmla="*/ 580687 w 1293672"/>
                <a:gd name="connsiteY2" fmla="*/ 4550444 h 4550560"/>
                <a:gd name="connsiteX3" fmla="*/ 536456 w 1293672"/>
                <a:gd name="connsiteY3" fmla="*/ 712179 h 4550560"/>
                <a:gd name="connsiteX0" fmla="*/ 536456 w 1293672"/>
                <a:gd name="connsiteY0" fmla="*/ 716561 h 4554942"/>
                <a:gd name="connsiteX1" fmla="*/ 742530 w 1293672"/>
                <a:gd name="connsiteY1" fmla="*/ 725536 h 4554942"/>
                <a:gd name="connsiteX2" fmla="*/ 580687 w 1293672"/>
                <a:gd name="connsiteY2" fmla="*/ 4554826 h 4554942"/>
                <a:gd name="connsiteX3" fmla="*/ 536456 w 1293672"/>
                <a:gd name="connsiteY3" fmla="*/ 716561 h 4554942"/>
                <a:gd name="connsiteX0" fmla="*/ 536456 w 1293672"/>
                <a:gd name="connsiteY0" fmla="*/ 725394 h 4563775"/>
                <a:gd name="connsiteX1" fmla="*/ 742530 w 1293672"/>
                <a:gd name="connsiteY1" fmla="*/ 734369 h 4563775"/>
                <a:gd name="connsiteX2" fmla="*/ 580687 w 1293672"/>
                <a:gd name="connsiteY2" fmla="*/ 4563659 h 4563775"/>
                <a:gd name="connsiteX3" fmla="*/ 536456 w 1293672"/>
                <a:gd name="connsiteY3" fmla="*/ 725394 h 4563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93672" h="4563775">
                  <a:moveTo>
                    <a:pt x="536456" y="725394"/>
                  </a:moveTo>
                  <a:cubicBezTo>
                    <a:pt x="622153" y="-441331"/>
                    <a:pt x="626100" y="-21949"/>
                    <a:pt x="742530" y="734369"/>
                  </a:cubicBezTo>
                  <a:cubicBezTo>
                    <a:pt x="1787619" y="2754576"/>
                    <a:pt x="1122204" y="4531195"/>
                    <a:pt x="580687" y="4563659"/>
                  </a:cubicBezTo>
                  <a:cubicBezTo>
                    <a:pt x="144298" y="4580461"/>
                    <a:pt x="-450455" y="2774630"/>
                    <a:pt x="536456" y="725394"/>
                  </a:cubicBezTo>
                  <a:close/>
                </a:path>
              </a:pathLst>
            </a:cu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71261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7BB230AC-C257-126F-1150-EC346E2458D4}"/>
              </a:ext>
            </a:extLst>
          </p:cNvPr>
          <p:cNvGrpSpPr/>
          <p:nvPr/>
        </p:nvGrpSpPr>
        <p:grpSpPr>
          <a:xfrm>
            <a:off x="-653650" y="661472"/>
            <a:ext cx="6361025" cy="5652909"/>
            <a:chOff x="1888072" y="1064428"/>
            <a:chExt cx="6361025" cy="5652909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695093B2-CA5B-5A8D-BB6C-FEC2765AC427}"/>
                </a:ext>
              </a:extLst>
            </p:cNvPr>
            <p:cNvSpPr/>
            <p:nvPr/>
          </p:nvSpPr>
          <p:spPr>
            <a:xfrm rot="20451981">
              <a:off x="1888072" y="5668920"/>
              <a:ext cx="472092" cy="699605"/>
            </a:xfrm>
            <a:prstGeom prst="roundRect">
              <a:avLst>
                <a:gd name="adj" fmla="val 44337"/>
              </a:avLst>
            </a:prstGeom>
            <a:solidFill>
              <a:srgbClr val="D4E39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6">
              <a:extLst>
                <a:ext uri="{FF2B5EF4-FFF2-40B4-BE49-F238E27FC236}">
                  <a16:creationId xmlns:a16="http://schemas.microsoft.com/office/drawing/2014/main" id="{254ECF05-A663-8342-DF3C-F5D419327C7B}"/>
                </a:ext>
              </a:extLst>
            </p:cNvPr>
            <p:cNvSpPr/>
            <p:nvPr/>
          </p:nvSpPr>
          <p:spPr>
            <a:xfrm rot="9635174">
              <a:off x="6109919" y="2454165"/>
              <a:ext cx="898289" cy="1068294"/>
            </a:xfrm>
            <a:custGeom>
              <a:avLst/>
              <a:gdLst>
                <a:gd name="connsiteX0" fmla="*/ 0 w 970643"/>
                <a:gd name="connsiteY0" fmla="*/ 0 h 981075"/>
                <a:gd name="connsiteX1" fmla="*/ 970643 w 970643"/>
                <a:gd name="connsiteY1" fmla="*/ 0 h 981075"/>
                <a:gd name="connsiteX2" fmla="*/ 970643 w 970643"/>
                <a:gd name="connsiteY2" fmla="*/ 981075 h 981075"/>
                <a:gd name="connsiteX3" fmla="*/ 0 w 970643"/>
                <a:gd name="connsiteY3" fmla="*/ 981075 h 981075"/>
                <a:gd name="connsiteX4" fmla="*/ 0 w 970643"/>
                <a:gd name="connsiteY4" fmla="*/ 0 h 981075"/>
                <a:gd name="connsiteX0" fmla="*/ 0 w 1075418"/>
                <a:gd name="connsiteY0" fmla="*/ 0 h 981075"/>
                <a:gd name="connsiteX1" fmla="*/ 1075418 w 1075418"/>
                <a:gd name="connsiteY1" fmla="*/ 95250 h 981075"/>
                <a:gd name="connsiteX2" fmla="*/ 970643 w 1075418"/>
                <a:gd name="connsiteY2" fmla="*/ 981075 h 981075"/>
                <a:gd name="connsiteX3" fmla="*/ 0 w 1075418"/>
                <a:gd name="connsiteY3" fmla="*/ 981075 h 981075"/>
                <a:gd name="connsiteX4" fmla="*/ 0 w 1075418"/>
                <a:gd name="connsiteY4" fmla="*/ 0 h 981075"/>
                <a:gd name="connsiteX0" fmla="*/ 847725 w 1075418"/>
                <a:gd name="connsiteY0" fmla="*/ 0 h 1219200"/>
                <a:gd name="connsiteX1" fmla="*/ 1075418 w 1075418"/>
                <a:gd name="connsiteY1" fmla="*/ 333375 h 1219200"/>
                <a:gd name="connsiteX2" fmla="*/ 970643 w 1075418"/>
                <a:gd name="connsiteY2" fmla="*/ 1219200 h 1219200"/>
                <a:gd name="connsiteX3" fmla="*/ 0 w 1075418"/>
                <a:gd name="connsiteY3" fmla="*/ 1219200 h 1219200"/>
                <a:gd name="connsiteX4" fmla="*/ 847725 w 1075418"/>
                <a:gd name="connsiteY4" fmla="*/ 0 h 1219200"/>
                <a:gd name="connsiteX0" fmla="*/ 590550 w 818243"/>
                <a:gd name="connsiteY0" fmla="*/ 0 h 1219200"/>
                <a:gd name="connsiteX1" fmla="*/ 818243 w 818243"/>
                <a:gd name="connsiteY1" fmla="*/ 333375 h 1219200"/>
                <a:gd name="connsiteX2" fmla="*/ 713468 w 818243"/>
                <a:gd name="connsiteY2" fmla="*/ 1219200 h 1219200"/>
                <a:gd name="connsiteX3" fmla="*/ 0 w 818243"/>
                <a:gd name="connsiteY3" fmla="*/ 561975 h 1219200"/>
                <a:gd name="connsiteX4" fmla="*/ 590550 w 818243"/>
                <a:gd name="connsiteY4" fmla="*/ 0 h 1219200"/>
                <a:gd name="connsiteX0" fmla="*/ 590550 w 818243"/>
                <a:gd name="connsiteY0" fmla="*/ 0 h 1219200"/>
                <a:gd name="connsiteX1" fmla="*/ 818243 w 818243"/>
                <a:gd name="connsiteY1" fmla="*/ 333375 h 1219200"/>
                <a:gd name="connsiteX2" fmla="*/ 713468 w 818243"/>
                <a:gd name="connsiteY2" fmla="*/ 1219200 h 1219200"/>
                <a:gd name="connsiteX3" fmla="*/ 294367 w 818243"/>
                <a:gd name="connsiteY3" fmla="*/ 647700 h 1219200"/>
                <a:gd name="connsiteX4" fmla="*/ 0 w 818243"/>
                <a:gd name="connsiteY4" fmla="*/ 561975 h 1219200"/>
                <a:gd name="connsiteX5" fmla="*/ 590550 w 818243"/>
                <a:gd name="connsiteY5" fmla="*/ 0 h 1219200"/>
                <a:gd name="connsiteX0" fmla="*/ 590550 w 818243"/>
                <a:gd name="connsiteY0" fmla="*/ 0 h 672803"/>
                <a:gd name="connsiteX1" fmla="*/ 818243 w 818243"/>
                <a:gd name="connsiteY1" fmla="*/ 333375 h 672803"/>
                <a:gd name="connsiteX2" fmla="*/ 722993 w 818243"/>
                <a:gd name="connsiteY2" fmla="*/ 514350 h 672803"/>
                <a:gd name="connsiteX3" fmla="*/ 294367 w 818243"/>
                <a:gd name="connsiteY3" fmla="*/ 647700 h 672803"/>
                <a:gd name="connsiteX4" fmla="*/ 0 w 818243"/>
                <a:gd name="connsiteY4" fmla="*/ 561975 h 672803"/>
                <a:gd name="connsiteX5" fmla="*/ 590550 w 818243"/>
                <a:gd name="connsiteY5" fmla="*/ 0 h 672803"/>
                <a:gd name="connsiteX0" fmla="*/ 590550 w 818243"/>
                <a:gd name="connsiteY0" fmla="*/ 0 h 647700"/>
                <a:gd name="connsiteX1" fmla="*/ 818243 w 818243"/>
                <a:gd name="connsiteY1" fmla="*/ 333375 h 647700"/>
                <a:gd name="connsiteX2" fmla="*/ 294367 w 818243"/>
                <a:gd name="connsiteY2" fmla="*/ 647700 h 647700"/>
                <a:gd name="connsiteX3" fmla="*/ 0 w 818243"/>
                <a:gd name="connsiteY3" fmla="*/ 561975 h 647700"/>
                <a:gd name="connsiteX4" fmla="*/ 590550 w 818243"/>
                <a:gd name="connsiteY4" fmla="*/ 0 h 647700"/>
                <a:gd name="connsiteX0" fmla="*/ 590550 w 818243"/>
                <a:gd name="connsiteY0" fmla="*/ 0 h 750764"/>
                <a:gd name="connsiteX1" fmla="*/ 818243 w 818243"/>
                <a:gd name="connsiteY1" fmla="*/ 333375 h 750764"/>
                <a:gd name="connsiteX2" fmla="*/ 294367 w 818243"/>
                <a:gd name="connsiteY2" fmla="*/ 647700 h 750764"/>
                <a:gd name="connsiteX3" fmla="*/ 0 w 818243"/>
                <a:gd name="connsiteY3" fmla="*/ 561975 h 750764"/>
                <a:gd name="connsiteX4" fmla="*/ 590550 w 818243"/>
                <a:gd name="connsiteY4" fmla="*/ 0 h 750764"/>
                <a:gd name="connsiteX0" fmla="*/ 600502 w 828195"/>
                <a:gd name="connsiteY0" fmla="*/ 0 h 750764"/>
                <a:gd name="connsiteX1" fmla="*/ 828195 w 828195"/>
                <a:gd name="connsiteY1" fmla="*/ 333375 h 750764"/>
                <a:gd name="connsiteX2" fmla="*/ 304319 w 828195"/>
                <a:gd name="connsiteY2" fmla="*/ 647700 h 750764"/>
                <a:gd name="connsiteX3" fmla="*/ 9952 w 828195"/>
                <a:gd name="connsiteY3" fmla="*/ 561975 h 750764"/>
                <a:gd name="connsiteX4" fmla="*/ 600502 w 828195"/>
                <a:gd name="connsiteY4" fmla="*/ 0 h 750764"/>
                <a:gd name="connsiteX0" fmla="*/ 600502 w 929221"/>
                <a:gd name="connsiteY0" fmla="*/ 0 h 752286"/>
                <a:gd name="connsiteX1" fmla="*/ 929221 w 929221"/>
                <a:gd name="connsiteY1" fmla="*/ 344741 h 752286"/>
                <a:gd name="connsiteX2" fmla="*/ 304319 w 929221"/>
                <a:gd name="connsiteY2" fmla="*/ 647700 h 752286"/>
                <a:gd name="connsiteX3" fmla="*/ 9952 w 929221"/>
                <a:gd name="connsiteY3" fmla="*/ 561975 h 752286"/>
                <a:gd name="connsiteX4" fmla="*/ 600502 w 929221"/>
                <a:gd name="connsiteY4" fmla="*/ 0 h 752286"/>
                <a:gd name="connsiteX0" fmla="*/ 600502 w 929221"/>
                <a:gd name="connsiteY0" fmla="*/ 0 h 792356"/>
                <a:gd name="connsiteX1" fmla="*/ 929221 w 929221"/>
                <a:gd name="connsiteY1" fmla="*/ 344741 h 792356"/>
                <a:gd name="connsiteX2" fmla="*/ 304319 w 929221"/>
                <a:gd name="connsiteY2" fmla="*/ 647700 h 792356"/>
                <a:gd name="connsiteX3" fmla="*/ 9952 w 929221"/>
                <a:gd name="connsiteY3" fmla="*/ 561975 h 792356"/>
                <a:gd name="connsiteX4" fmla="*/ 600502 w 929221"/>
                <a:gd name="connsiteY4" fmla="*/ 0 h 792356"/>
                <a:gd name="connsiteX0" fmla="*/ 601649 w 930368"/>
                <a:gd name="connsiteY0" fmla="*/ 0 h 609183"/>
                <a:gd name="connsiteX1" fmla="*/ 930368 w 930368"/>
                <a:gd name="connsiteY1" fmla="*/ 344741 h 609183"/>
                <a:gd name="connsiteX2" fmla="*/ 273237 w 930368"/>
                <a:gd name="connsiteY2" fmla="*/ 418199 h 609183"/>
                <a:gd name="connsiteX3" fmla="*/ 11099 w 930368"/>
                <a:gd name="connsiteY3" fmla="*/ 561975 h 609183"/>
                <a:gd name="connsiteX4" fmla="*/ 601649 w 930368"/>
                <a:gd name="connsiteY4" fmla="*/ 0 h 609183"/>
                <a:gd name="connsiteX0" fmla="*/ 599855 w 928574"/>
                <a:gd name="connsiteY0" fmla="*/ 0 h 609183"/>
                <a:gd name="connsiteX1" fmla="*/ 928574 w 928574"/>
                <a:gd name="connsiteY1" fmla="*/ 344741 h 609183"/>
                <a:gd name="connsiteX2" fmla="*/ 271443 w 928574"/>
                <a:gd name="connsiteY2" fmla="*/ 418199 h 609183"/>
                <a:gd name="connsiteX3" fmla="*/ 11174 w 928574"/>
                <a:gd name="connsiteY3" fmla="*/ 29395 h 609183"/>
                <a:gd name="connsiteX4" fmla="*/ 599855 w 928574"/>
                <a:gd name="connsiteY4" fmla="*/ 0 h 609183"/>
                <a:gd name="connsiteX0" fmla="*/ 355086 w 928574"/>
                <a:gd name="connsiteY0" fmla="*/ 0 h 917628"/>
                <a:gd name="connsiteX1" fmla="*/ 928574 w 928574"/>
                <a:gd name="connsiteY1" fmla="*/ 653186 h 917628"/>
                <a:gd name="connsiteX2" fmla="*/ 271443 w 928574"/>
                <a:gd name="connsiteY2" fmla="*/ 726644 h 917628"/>
                <a:gd name="connsiteX3" fmla="*/ 11174 w 928574"/>
                <a:gd name="connsiteY3" fmla="*/ 337840 h 917628"/>
                <a:gd name="connsiteX4" fmla="*/ 355086 w 928574"/>
                <a:gd name="connsiteY4" fmla="*/ 0 h 917628"/>
                <a:gd name="connsiteX0" fmla="*/ 324666 w 898154"/>
                <a:gd name="connsiteY0" fmla="*/ 0 h 917628"/>
                <a:gd name="connsiteX1" fmla="*/ 898154 w 898154"/>
                <a:gd name="connsiteY1" fmla="*/ 653186 h 917628"/>
                <a:gd name="connsiteX2" fmla="*/ 241023 w 898154"/>
                <a:gd name="connsiteY2" fmla="*/ 726644 h 917628"/>
                <a:gd name="connsiteX3" fmla="*/ 12612 w 898154"/>
                <a:gd name="connsiteY3" fmla="*/ 295205 h 917628"/>
                <a:gd name="connsiteX4" fmla="*/ 324666 w 898154"/>
                <a:gd name="connsiteY4" fmla="*/ 0 h 917628"/>
                <a:gd name="connsiteX0" fmla="*/ 324666 w 898154"/>
                <a:gd name="connsiteY0" fmla="*/ 0 h 1043068"/>
                <a:gd name="connsiteX1" fmla="*/ 898154 w 898154"/>
                <a:gd name="connsiteY1" fmla="*/ 653186 h 1043068"/>
                <a:gd name="connsiteX2" fmla="*/ 241023 w 898154"/>
                <a:gd name="connsiteY2" fmla="*/ 726644 h 1043068"/>
                <a:gd name="connsiteX3" fmla="*/ 12612 w 898154"/>
                <a:gd name="connsiteY3" fmla="*/ 295205 h 1043068"/>
                <a:gd name="connsiteX4" fmla="*/ 324666 w 898154"/>
                <a:gd name="connsiteY4" fmla="*/ 0 h 1043068"/>
                <a:gd name="connsiteX0" fmla="*/ 324666 w 898154"/>
                <a:gd name="connsiteY0" fmla="*/ 0 h 897356"/>
                <a:gd name="connsiteX1" fmla="*/ 898154 w 898154"/>
                <a:gd name="connsiteY1" fmla="*/ 653186 h 897356"/>
                <a:gd name="connsiteX2" fmla="*/ 213213 w 898154"/>
                <a:gd name="connsiteY2" fmla="*/ 896086 h 897356"/>
                <a:gd name="connsiteX3" fmla="*/ 241023 w 898154"/>
                <a:gd name="connsiteY3" fmla="*/ 726644 h 897356"/>
                <a:gd name="connsiteX4" fmla="*/ 12612 w 898154"/>
                <a:gd name="connsiteY4" fmla="*/ 295205 h 897356"/>
                <a:gd name="connsiteX5" fmla="*/ 324666 w 898154"/>
                <a:gd name="connsiteY5" fmla="*/ 0 h 897356"/>
                <a:gd name="connsiteX0" fmla="*/ 324666 w 898154"/>
                <a:gd name="connsiteY0" fmla="*/ 0 h 1068294"/>
                <a:gd name="connsiteX1" fmla="*/ 898154 w 898154"/>
                <a:gd name="connsiteY1" fmla="*/ 653186 h 1068294"/>
                <a:gd name="connsiteX2" fmla="*/ 213213 w 898154"/>
                <a:gd name="connsiteY2" fmla="*/ 896086 h 1068294"/>
                <a:gd name="connsiteX3" fmla="*/ 241023 w 898154"/>
                <a:gd name="connsiteY3" fmla="*/ 726644 h 1068294"/>
                <a:gd name="connsiteX4" fmla="*/ 12612 w 898154"/>
                <a:gd name="connsiteY4" fmla="*/ 295205 h 1068294"/>
                <a:gd name="connsiteX5" fmla="*/ 324666 w 898154"/>
                <a:gd name="connsiteY5" fmla="*/ 0 h 1068294"/>
                <a:gd name="connsiteX0" fmla="*/ 324666 w 898154"/>
                <a:gd name="connsiteY0" fmla="*/ 0 h 1068294"/>
                <a:gd name="connsiteX1" fmla="*/ 898154 w 898154"/>
                <a:gd name="connsiteY1" fmla="*/ 653186 h 1068294"/>
                <a:gd name="connsiteX2" fmla="*/ 213213 w 898154"/>
                <a:gd name="connsiteY2" fmla="*/ 896086 h 1068294"/>
                <a:gd name="connsiteX3" fmla="*/ 241023 w 898154"/>
                <a:gd name="connsiteY3" fmla="*/ 726644 h 1068294"/>
                <a:gd name="connsiteX4" fmla="*/ 12612 w 898154"/>
                <a:gd name="connsiteY4" fmla="*/ 295205 h 1068294"/>
                <a:gd name="connsiteX5" fmla="*/ 324666 w 898154"/>
                <a:gd name="connsiteY5" fmla="*/ 0 h 1068294"/>
                <a:gd name="connsiteX0" fmla="*/ 324666 w 898154"/>
                <a:gd name="connsiteY0" fmla="*/ 0 h 1068294"/>
                <a:gd name="connsiteX1" fmla="*/ 898154 w 898154"/>
                <a:gd name="connsiteY1" fmla="*/ 653186 h 1068294"/>
                <a:gd name="connsiteX2" fmla="*/ 213213 w 898154"/>
                <a:gd name="connsiteY2" fmla="*/ 896086 h 1068294"/>
                <a:gd name="connsiteX3" fmla="*/ 241023 w 898154"/>
                <a:gd name="connsiteY3" fmla="*/ 726644 h 1068294"/>
                <a:gd name="connsiteX4" fmla="*/ 12612 w 898154"/>
                <a:gd name="connsiteY4" fmla="*/ 295205 h 1068294"/>
                <a:gd name="connsiteX5" fmla="*/ 324666 w 898154"/>
                <a:gd name="connsiteY5" fmla="*/ 0 h 1068294"/>
                <a:gd name="connsiteX0" fmla="*/ 324801 w 898289"/>
                <a:gd name="connsiteY0" fmla="*/ 0 h 1068294"/>
                <a:gd name="connsiteX1" fmla="*/ 898289 w 898289"/>
                <a:gd name="connsiteY1" fmla="*/ 653186 h 1068294"/>
                <a:gd name="connsiteX2" fmla="*/ 213348 w 898289"/>
                <a:gd name="connsiteY2" fmla="*/ 896086 h 1068294"/>
                <a:gd name="connsiteX3" fmla="*/ 238507 w 898289"/>
                <a:gd name="connsiteY3" fmla="*/ 705510 h 1068294"/>
                <a:gd name="connsiteX4" fmla="*/ 12747 w 898289"/>
                <a:gd name="connsiteY4" fmla="*/ 295205 h 1068294"/>
                <a:gd name="connsiteX5" fmla="*/ 324801 w 898289"/>
                <a:gd name="connsiteY5" fmla="*/ 0 h 1068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98289" h="1068294">
                  <a:moveTo>
                    <a:pt x="324801" y="0"/>
                  </a:moveTo>
                  <a:lnTo>
                    <a:pt x="898289" y="653186"/>
                  </a:lnTo>
                  <a:cubicBezTo>
                    <a:pt x="887347" y="806346"/>
                    <a:pt x="495850" y="1338675"/>
                    <a:pt x="213348" y="896086"/>
                  </a:cubicBezTo>
                  <a:cubicBezTo>
                    <a:pt x="168399" y="772865"/>
                    <a:pt x="246780" y="730584"/>
                    <a:pt x="238507" y="705510"/>
                  </a:cubicBezTo>
                  <a:cubicBezTo>
                    <a:pt x="140385" y="676935"/>
                    <a:pt x="-51056" y="380930"/>
                    <a:pt x="12747" y="295205"/>
                  </a:cubicBezTo>
                  <a:lnTo>
                    <a:pt x="324801" y="0"/>
                  </a:lnTo>
                  <a:close/>
                </a:path>
              </a:pathLst>
            </a:custGeom>
            <a:solidFill>
              <a:srgbClr val="41A81D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6">
              <a:extLst>
                <a:ext uri="{FF2B5EF4-FFF2-40B4-BE49-F238E27FC236}">
                  <a16:creationId xmlns:a16="http://schemas.microsoft.com/office/drawing/2014/main" id="{68A131D6-C2BA-FDE5-21FC-33FEB6FAF95B}"/>
                </a:ext>
              </a:extLst>
            </p:cNvPr>
            <p:cNvSpPr/>
            <p:nvPr/>
          </p:nvSpPr>
          <p:spPr>
            <a:xfrm rot="13336309">
              <a:off x="6751839" y="4886513"/>
              <a:ext cx="1474348" cy="1803632"/>
            </a:xfrm>
            <a:custGeom>
              <a:avLst/>
              <a:gdLst>
                <a:gd name="connsiteX0" fmla="*/ 0 w 970643"/>
                <a:gd name="connsiteY0" fmla="*/ 0 h 981075"/>
                <a:gd name="connsiteX1" fmla="*/ 970643 w 970643"/>
                <a:gd name="connsiteY1" fmla="*/ 0 h 981075"/>
                <a:gd name="connsiteX2" fmla="*/ 970643 w 970643"/>
                <a:gd name="connsiteY2" fmla="*/ 981075 h 981075"/>
                <a:gd name="connsiteX3" fmla="*/ 0 w 970643"/>
                <a:gd name="connsiteY3" fmla="*/ 981075 h 981075"/>
                <a:gd name="connsiteX4" fmla="*/ 0 w 970643"/>
                <a:gd name="connsiteY4" fmla="*/ 0 h 981075"/>
                <a:gd name="connsiteX0" fmla="*/ 0 w 1075418"/>
                <a:gd name="connsiteY0" fmla="*/ 0 h 981075"/>
                <a:gd name="connsiteX1" fmla="*/ 1075418 w 1075418"/>
                <a:gd name="connsiteY1" fmla="*/ 95250 h 981075"/>
                <a:gd name="connsiteX2" fmla="*/ 970643 w 1075418"/>
                <a:gd name="connsiteY2" fmla="*/ 981075 h 981075"/>
                <a:gd name="connsiteX3" fmla="*/ 0 w 1075418"/>
                <a:gd name="connsiteY3" fmla="*/ 981075 h 981075"/>
                <a:gd name="connsiteX4" fmla="*/ 0 w 1075418"/>
                <a:gd name="connsiteY4" fmla="*/ 0 h 981075"/>
                <a:gd name="connsiteX0" fmla="*/ 847725 w 1075418"/>
                <a:gd name="connsiteY0" fmla="*/ 0 h 1219200"/>
                <a:gd name="connsiteX1" fmla="*/ 1075418 w 1075418"/>
                <a:gd name="connsiteY1" fmla="*/ 333375 h 1219200"/>
                <a:gd name="connsiteX2" fmla="*/ 970643 w 1075418"/>
                <a:gd name="connsiteY2" fmla="*/ 1219200 h 1219200"/>
                <a:gd name="connsiteX3" fmla="*/ 0 w 1075418"/>
                <a:gd name="connsiteY3" fmla="*/ 1219200 h 1219200"/>
                <a:gd name="connsiteX4" fmla="*/ 847725 w 1075418"/>
                <a:gd name="connsiteY4" fmla="*/ 0 h 1219200"/>
                <a:gd name="connsiteX0" fmla="*/ 590550 w 818243"/>
                <a:gd name="connsiteY0" fmla="*/ 0 h 1219200"/>
                <a:gd name="connsiteX1" fmla="*/ 818243 w 818243"/>
                <a:gd name="connsiteY1" fmla="*/ 333375 h 1219200"/>
                <a:gd name="connsiteX2" fmla="*/ 713468 w 818243"/>
                <a:gd name="connsiteY2" fmla="*/ 1219200 h 1219200"/>
                <a:gd name="connsiteX3" fmla="*/ 0 w 818243"/>
                <a:gd name="connsiteY3" fmla="*/ 561975 h 1219200"/>
                <a:gd name="connsiteX4" fmla="*/ 590550 w 818243"/>
                <a:gd name="connsiteY4" fmla="*/ 0 h 1219200"/>
                <a:gd name="connsiteX0" fmla="*/ 590550 w 818243"/>
                <a:gd name="connsiteY0" fmla="*/ 0 h 1219200"/>
                <a:gd name="connsiteX1" fmla="*/ 818243 w 818243"/>
                <a:gd name="connsiteY1" fmla="*/ 333375 h 1219200"/>
                <a:gd name="connsiteX2" fmla="*/ 713468 w 818243"/>
                <a:gd name="connsiteY2" fmla="*/ 1219200 h 1219200"/>
                <a:gd name="connsiteX3" fmla="*/ 294367 w 818243"/>
                <a:gd name="connsiteY3" fmla="*/ 647700 h 1219200"/>
                <a:gd name="connsiteX4" fmla="*/ 0 w 818243"/>
                <a:gd name="connsiteY4" fmla="*/ 561975 h 1219200"/>
                <a:gd name="connsiteX5" fmla="*/ 590550 w 818243"/>
                <a:gd name="connsiteY5" fmla="*/ 0 h 1219200"/>
                <a:gd name="connsiteX0" fmla="*/ 590550 w 818243"/>
                <a:gd name="connsiteY0" fmla="*/ 0 h 672803"/>
                <a:gd name="connsiteX1" fmla="*/ 818243 w 818243"/>
                <a:gd name="connsiteY1" fmla="*/ 333375 h 672803"/>
                <a:gd name="connsiteX2" fmla="*/ 722993 w 818243"/>
                <a:gd name="connsiteY2" fmla="*/ 514350 h 672803"/>
                <a:gd name="connsiteX3" fmla="*/ 294367 w 818243"/>
                <a:gd name="connsiteY3" fmla="*/ 647700 h 672803"/>
                <a:gd name="connsiteX4" fmla="*/ 0 w 818243"/>
                <a:gd name="connsiteY4" fmla="*/ 561975 h 672803"/>
                <a:gd name="connsiteX5" fmla="*/ 590550 w 818243"/>
                <a:gd name="connsiteY5" fmla="*/ 0 h 672803"/>
                <a:gd name="connsiteX0" fmla="*/ 590550 w 818243"/>
                <a:gd name="connsiteY0" fmla="*/ 0 h 647700"/>
                <a:gd name="connsiteX1" fmla="*/ 818243 w 818243"/>
                <a:gd name="connsiteY1" fmla="*/ 333375 h 647700"/>
                <a:gd name="connsiteX2" fmla="*/ 294367 w 818243"/>
                <a:gd name="connsiteY2" fmla="*/ 647700 h 647700"/>
                <a:gd name="connsiteX3" fmla="*/ 0 w 818243"/>
                <a:gd name="connsiteY3" fmla="*/ 561975 h 647700"/>
                <a:gd name="connsiteX4" fmla="*/ 590550 w 818243"/>
                <a:gd name="connsiteY4" fmla="*/ 0 h 647700"/>
                <a:gd name="connsiteX0" fmla="*/ 590550 w 818243"/>
                <a:gd name="connsiteY0" fmla="*/ 0 h 750764"/>
                <a:gd name="connsiteX1" fmla="*/ 818243 w 818243"/>
                <a:gd name="connsiteY1" fmla="*/ 333375 h 750764"/>
                <a:gd name="connsiteX2" fmla="*/ 294367 w 818243"/>
                <a:gd name="connsiteY2" fmla="*/ 647700 h 750764"/>
                <a:gd name="connsiteX3" fmla="*/ 0 w 818243"/>
                <a:gd name="connsiteY3" fmla="*/ 561975 h 750764"/>
                <a:gd name="connsiteX4" fmla="*/ 590550 w 818243"/>
                <a:gd name="connsiteY4" fmla="*/ 0 h 750764"/>
                <a:gd name="connsiteX0" fmla="*/ 600502 w 828195"/>
                <a:gd name="connsiteY0" fmla="*/ 0 h 750764"/>
                <a:gd name="connsiteX1" fmla="*/ 828195 w 828195"/>
                <a:gd name="connsiteY1" fmla="*/ 333375 h 750764"/>
                <a:gd name="connsiteX2" fmla="*/ 304319 w 828195"/>
                <a:gd name="connsiteY2" fmla="*/ 647700 h 750764"/>
                <a:gd name="connsiteX3" fmla="*/ 9952 w 828195"/>
                <a:gd name="connsiteY3" fmla="*/ 561975 h 750764"/>
                <a:gd name="connsiteX4" fmla="*/ 600502 w 828195"/>
                <a:gd name="connsiteY4" fmla="*/ 0 h 750764"/>
                <a:gd name="connsiteX0" fmla="*/ 600502 w 929221"/>
                <a:gd name="connsiteY0" fmla="*/ 0 h 752286"/>
                <a:gd name="connsiteX1" fmla="*/ 929221 w 929221"/>
                <a:gd name="connsiteY1" fmla="*/ 344741 h 752286"/>
                <a:gd name="connsiteX2" fmla="*/ 304319 w 929221"/>
                <a:gd name="connsiteY2" fmla="*/ 647700 h 752286"/>
                <a:gd name="connsiteX3" fmla="*/ 9952 w 929221"/>
                <a:gd name="connsiteY3" fmla="*/ 561975 h 752286"/>
                <a:gd name="connsiteX4" fmla="*/ 600502 w 929221"/>
                <a:gd name="connsiteY4" fmla="*/ 0 h 752286"/>
                <a:gd name="connsiteX0" fmla="*/ 600502 w 929221"/>
                <a:gd name="connsiteY0" fmla="*/ 0 h 792356"/>
                <a:gd name="connsiteX1" fmla="*/ 929221 w 929221"/>
                <a:gd name="connsiteY1" fmla="*/ 344741 h 792356"/>
                <a:gd name="connsiteX2" fmla="*/ 304319 w 929221"/>
                <a:gd name="connsiteY2" fmla="*/ 647700 h 792356"/>
                <a:gd name="connsiteX3" fmla="*/ 9952 w 929221"/>
                <a:gd name="connsiteY3" fmla="*/ 561975 h 792356"/>
                <a:gd name="connsiteX4" fmla="*/ 600502 w 929221"/>
                <a:gd name="connsiteY4" fmla="*/ 0 h 792356"/>
                <a:gd name="connsiteX0" fmla="*/ 601649 w 930368"/>
                <a:gd name="connsiteY0" fmla="*/ 0 h 609183"/>
                <a:gd name="connsiteX1" fmla="*/ 930368 w 930368"/>
                <a:gd name="connsiteY1" fmla="*/ 344741 h 609183"/>
                <a:gd name="connsiteX2" fmla="*/ 273237 w 930368"/>
                <a:gd name="connsiteY2" fmla="*/ 418199 h 609183"/>
                <a:gd name="connsiteX3" fmla="*/ 11099 w 930368"/>
                <a:gd name="connsiteY3" fmla="*/ 561975 h 609183"/>
                <a:gd name="connsiteX4" fmla="*/ 601649 w 930368"/>
                <a:gd name="connsiteY4" fmla="*/ 0 h 609183"/>
                <a:gd name="connsiteX0" fmla="*/ 599855 w 928574"/>
                <a:gd name="connsiteY0" fmla="*/ 0 h 609183"/>
                <a:gd name="connsiteX1" fmla="*/ 928574 w 928574"/>
                <a:gd name="connsiteY1" fmla="*/ 344741 h 609183"/>
                <a:gd name="connsiteX2" fmla="*/ 271443 w 928574"/>
                <a:gd name="connsiteY2" fmla="*/ 418199 h 609183"/>
                <a:gd name="connsiteX3" fmla="*/ 11174 w 928574"/>
                <a:gd name="connsiteY3" fmla="*/ 29395 h 609183"/>
                <a:gd name="connsiteX4" fmla="*/ 599855 w 928574"/>
                <a:gd name="connsiteY4" fmla="*/ 0 h 609183"/>
                <a:gd name="connsiteX0" fmla="*/ 355086 w 928574"/>
                <a:gd name="connsiteY0" fmla="*/ 0 h 917628"/>
                <a:gd name="connsiteX1" fmla="*/ 928574 w 928574"/>
                <a:gd name="connsiteY1" fmla="*/ 653186 h 917628"/>
                <a:gd name="connsiteX2" fmla="*/ 271443 w 928574"/>
                <a:gd name="connsiteY2" fmla="*/ 726644 h 917628"/>
                <a:gd name="connsiteX3" fmla="*/ 11174 w 928574"/>
                <a:gd name="connsiteY3" fmla="*/ 337840 h 917628"/>
                <a:gd name="connsiteX4" fmla="*/ 355086 w 928574"/>
                <a:gd name="connsiteY4" fmla="*/ 0 h 917628"/>
                <a:gd name="connsiteX0" fmla="*/ 324666 w 898154"/>
                <a:gd name="connsiteY0" fmla="*/ 0 h 917628"/>
                <a:gd name="connsiteX1" fmla="*/ 898154 w 898154"/>
                <a:gd name="connsiteY1" fmla="*/ 653186 h 917628"/>
                <a:gd name="connsiteX2" fmla="*/ 241023 w 898154"/>
                <a:gd name="connsiteY2" fmla="*/ 726644 h 917628"/>
                <a:gd name="connsiteX3" fmla="*/ 12612 w 898154"/>
                <a:gd name="connsiteY3" fmla="*/ 295205 h 917628"/>
                <a:gd name="connsiteX4" fmla="*/ 324666 w 898154"/>
                <a:gd name="connsiteY4" fmla="*/ 0 h 917628"/>
                <a:gd name="connsiteX0" fmla="*/ 324666 w 898154"/>
                <a:gd name="connsiteY0" fmla="*/ 0 h 1043068"/>
                <a:gd name="connsiteX1" fmla="*/ 898154 w 898154"/>
                <a:gd name="connsiteY1" fmla="*/ 653186 h 1043068"/>
                <a:gd name="connsiteX2" fmla="*/ 241023 w 898154"/>
                <a:gd name="connsiteY2" fmla="*/ 726644 h 1043068"/>
                <a:gd name="connsiteX3" fmla="*/ 12612 w 898154"/>
                <a:gd name="connsiteY3" fmla="*/ 295205 h 1043068"/>
                <a:gd name="connsiteX4" fmla="*/ 324666 w 898154"/>
                <a:gd name="connsiteY4" fmla="*/ 0 h 1043068"/>
                <a:gd name="connsiteX0" fmla="*/ 324666 w 898154"/>
                <a:gd name="connsiteY0" fmla="*/ 0 h 897356"/>
                <a:gd name="connsiteX1" fmla="*/ 898154 w 898154"/>
                <a:gd name="connsiteY1" fmla="*/ 653186 h 897356"/>
                <a:gd name="connsiteX2" fmla="*/ 213213 w 898154"/>
                <a:gd name="connsiteY2" fmla="*/ 896086 h 897356"/>
                <a:gd name="connsiteX3" fmla="*/ 241023 w 898154"/>
                <a:gd name="connsiteY3" fmla="*/ 726644 h 897356"/>
                <a:gd name="connsiteX4" fmla="*/ 12612 w 898154"/>
                <a:gd name="connsiteY4" fmla="*/ 295205 h 897356"/>
                <a:gd name="connsiteX5" fmla="*/ 324666 w 898154"/>
                <a:gd name="connsiteY5" fmla="*/ 0 h 897356"/>
                <a:gd name="connsiteX0" fmla="*/ 324666 w 898154"/>
                <a:gd name="connsiteY0" fmla="*/ 0 h 1068294"/>
                <a:gd name="connsiteX1" fmla="*/ 898154 w 898154"/>
                <a:gd name="connsiteY1" fmla="*/ 653186 h 1068294"/>
                <a:gd name="connsiteX2" fmla="*/ 213213 w 898154"/>
                <a:gd name="connsiteY2" fmla="*/ 896086 h 1068294"/>
                <a:gd name="connsiteX3" fmla="*/ 241023 w 898154"/>
                <a:gd name="connsiteY3" fmla="*/ 726644 h 1068294"/>
                <a:gd name="connsiteX4" fmla="*/ 12612 w 898154"/>
                <a:gd name="connsiteY4" fmla="*/ 295205 h 1068294"/>
                <a:gd name="connsiteX5" fmla="*/ 324666 w 898154"/>
                <a:gd name="connsiteY5" fmla="*/ 0 h 1068294"/>
                <a:gd name="connsiteX0" fmla="*/ 324666 w 898154"/>
                <a:gd name="connsiteY0" fmla="*/ 0 h 1068294"/>
                <a:gd name="connsiteX1" fmla="*/ 898154 w 898154"/>
                <a:gd name="connsiteY1" fmla="*/ 653186 h 1068294"/>
                <a:gd name="connsiteX2" fmla="*/ 213213 w 898154"/>
                <a:gd name="connsiteY2" fmla="*/ 896086 h 1068294"/>
                <a:gd name="connsiteX3" fmla="*/ 241023 w 898154"/>
                <a:gd name="connsiteY3" fmla="*/ 726644 h 1068294"/>
                <a:gd name="connsiteX4" fmla="*/ 12612 w 898154"/>
                <a:gd name="connsiteY4" fmla="*/ 295205 h 1068294"/>
                <a:gd name="connsiteX5" fmla="*/ 324666 w 898154"/>
                <a:gd name="connsiteY5" fmla="*/ 0 h 1068294"/>
                <a:gd name="connsiteX0" fmla="*/ 324666 w 898154"/>
                <a:gd name="connsiteY0" fmla="*/ 0 h 1068294"/>
                <a:gd name="connsiteX1" fmla="*/ 898154 w 898154"/>
                <a:gd name="connsiteY1" fmla="*/ 653186 h 1068294"/>
                <a:gd name="connsiteX2" fmla="*/ 213213 w 898154"/>
                <a:gd name="connsiteY2" fmla="*/ 896086 h 1068294"/>
                <a:gd name="connsiteX3" fmla="*/ 241023 w 898154"/>
                <a:gd name="connsiteY3" fmla="*/ 726644 h 1068294"/>
                <a:gd name="connsiteX4" fmla="*/ 12612 w 898154"/>
                <a:gd name="connsiteY4" fmla="*/ 295205 h 1068294"/>
                <a:gd name="connsiteX5" fmla="*/ 324666 w 898154"/>
                <a:gd name="connsiteY5" fmla="*/ 0 h 1068294"/>
                <a:gd name="connsiteX0" fmla="*/ 324801 w 898289"/>
                <a:gd name="connsiteY0" fmla="*/ 0 h 1068294"/>
                <a:gd name="connsiteX1" fmla="*/ 898289 w 898289"/>
                <a:gd name="connsiteY1" fmla="*/ 653186 h 1068294"/>
                <a:gd name="connsiteX2" fmla="*/ 213348 w 898289"/>
                <a:gd name="connsiteY2" fmla="*/ 896086 h 1068294"/>
                <a:gd name="connsiteX3" fmla="*/ 238507 w 898289"/>
                <a:gd name="connsiteY3" fmla="*/ 705510 h 1068294"/>
                <a:gd name="connsiteX4" fmla="*/ 12747 w 898289"/>
                <a:gd name="connsiteY4" fmla="*/ 295205 h 1068294"/>
                <a:gd name="connsiteX5" fmla="*/ 324801 w 898289"/>
                <a:gd name="connsiteY5" fmla="*/ 0 h 1068294"/>
                <a:gd name="connsiteX0" fmla="*/ 824457 w 1397945"/>
                <a:gd name="connsiteY0" fmla="*/ 0 h 1068294"/>
                <a:gd name="connsiteX1" fmla="*/ 1397945 w 1397945"/>
                <a:gd name="connsiteY1" fmla="*/ 653186 h 1068294"/>
                <a:gd name="connsiteX2" fmla="*/ 713004 w 1397945"/>
                <a:gd name="connsiteY2" fmla="*/ 896086 h 1068294"/>
                <a:gd name="connsiteX3" fmla="*/ 738163 w 1397945"/>
                <a:gd name="connsiteY3" fmla="*/ 705510 h 1068294"/>
                <a:gd name="connsiteX4" fmla="*/ 4104 w 1397945"/>
                <a:gd name="connsiteY4" fmla="*/ 113651 h 1068294"/>
                <a:gd name="connsiteX5" fmla="*/ 824457 w 1397945"/>
                <a:gd name="connsiteY5" fmla="*/ 0 h 1068294"/>
                <a:gd name="connsiteX0" fmla="*/ 833465 w 1406953"/>
                <a:gd name="connsiteY0" fmla="*/ 0 h 1068294"/>
                <a:gd name="connsiteX1" fmla="*/ 1406953 w 1406953"/>
                <a:gd name="connsiteY1" fmla="*/ 653186 h 1068294"/>
                <a:gd name="connsiteX2" fmla="*/ 722012 w 1406953"/>
                <a:gd name="connsiteY2" fmla="*/ 896086 h 1068294"/>
                <a:gd name="connsiteX3" fmla="*/ 232036 w 1406953"/>
                <a:gd name="connsiteY3" fmla="*/ 573078 h 1068294"/>
                <a:gd name="connsiteX4" fmla="*/ 13112 w 1406953"/>
                <a:gd name="connsiteY4" fmla="*/ 113651 h 1068294"/>
                <a:gd name="connsiteX5" fmla="*/ 833465 w 1406953"/>
                <a:gd name="connsiteY5" fmla="*/ 0 h 1068294"/>
                <a:gd name="connsiteX0" fmla="*/ 833465 w 1406953"/>
                <a:gd name="connsiteY0" fmla="*/ 0 h 695042"/>
                <a:gd name="connsiteX1" fmla="*/ 1406953 w 1406953"/>
                <a:gd name="connsiteY1" fmla="*/ 653186 h 695042"/>
                <a:gd name="connsiteX2" fmla="*/ 232036 w 1406953"/>
                <a:gd name="connsiteY2" fmla="*/ 573078 h 695042"/>
                <a:gd name="connsiteX3" fmla="*/ 13112 w 1406953"/>
                <a:gd name="connsiteY3" fmla="*/ 113651 h 695042"/>
                <a:gd name="connsiteX4" fmla="*/ 833465 w 1406953"/>
                <a:gd name="connsiteY4" fmla="*/ 0 h 695042"/>
                <a:gd name="connsiteX0" fmla="*/ 833465 w 1406953"/>
                <a:gd name="connsiteY0" fmla="*/ 0 h 1085244"/>
                <a:gd name="connsiteX1" fmla="*/ 1406953 w 1406953"/>
                <a:gd name="connsiteY1" fmla="*/ 653186 h 1085244"/>
                <a:gd name="connsiteX2" fmla="*/ 232036 w 1406953"/>
                <a:gd name="connsiteY2" fmla="*/ 573078 h 1085244"/>
                <a:gd name="connsiteX3" fmla="*/ 13112 w 1406953"/>
                <a:gd name="connsiteY3" fmla="*/ 113651 h 1085244"/>
                <a:gd name="connsiteX4" fmla="*/ 833465 w 1406953"/>
                <a:gd name="connsiteY4" fmla="*/ 0 h 1085244"/>
                <a:gd name="connsiteX0" fmla="*/ 872309 w 1445797"/>
                <a:gd name="connsiteY0" fmla="*/ 0 h 1085244"/>
                <a:gd name="connsiteX1" fmla="*/ 1445797 w 1445797"/>
                <a:gd name="connsiteY1" fmla="*/ 653186 h 1085244"/>
                <a:gd name="connsiteX2" fmla="*/ 270880 w 1445797"/>
                <a:gd name="connsiteY2" fmla="*/ 573078 h 1085244"/>
                <a:gd name="connsiteX3" fmla="*/ 51956 w 1445797"/>
                <a:gd name="connsiteY3" fmla="*/ 113651 h 1085244"/>
                <a:gd name="connsiteX4" fmla="*/ 872309 w 1445797"/>
                <a:gd name="connsiteY4" fmla="*/ 0 h 1085244"/>
                <a:gd name="connsiteX0" fmla="*/ 801853 w 1445797"/>
                <a:gd name="connsiteY0" fmla="*/ 0 h 1776371"/>
                <a:gd name="connsiteX1" fmla="*/ 1445797 w 1445797"/>
                <a:gd name="connsiteY1" fmla="*/ 1344313 h 1776371"/>
                <a:gd name="connsiteX2" fmla="*/ 270880 w 1445797"/>
                <a:gd name="connsiteY2" fmla="*/ 1264205 h 1776371"/>
                <a:gd name="connsiteX3" fmla="*/ 51956 w 1445797"/>
                <a:gd name="connsiteY3" fmla="*/ 804778 h 1776371"/>
                <a:gd name="connsiteX4" fmla="*/ 801853 w 1445797"/>
                <a:gd name="connsiteY4" fmla="*/ 0 h 1776371"/>
                <a:gd name="connsiteX0" fmla="*/ 833297 w 1477241"/>
                <a:gd name="connsiteY0" fmla="*/ 0 h 1776371"/>
                <a:gd name="connsiteX1" fmla="*/ 1477241 w 1477241"/>
                <a:gd name="connsiteY1" fmla="*/ 1344313 h 1776371"/>
                <a:gd name="connsiteX2" fmla="*/ 302324 w 1477241"/>
                <a:gd name="connsiteY2" fmla="*/ 1264205 h 1776371"/>
                <a:gd name="connsiteX3" fmla="*/ 83400 w 1477241"/>
                <a:gd name="connsiteY3" fmla="*/ 804778 h 1776371"/>
                <a:gd name="connsiteX4" fmla="*/ 833297 w 1477241"/>
                <a:gd name="connsiteY4" fmla="*/ 0 h 1776371"/>
                <a:gd name="connsiteX0" fmla="*/ 801737 w 1479851"/>
                <a:gd name="connsiteY0" fmla="*/ 0 h 1813962"/>
                <a:gd name="connsiteX1" fmla="*/ 1479851 w 1479851"/>
                <a:gd name="connsiteY1" fmla="*/ 1381904 h 1813962"/>
                <a:gd name="connsiteX2" fmla="*/ 304934 w 1479851"/>
                <a:gd name="connsiteY2" fmla="*/ 1301796 h 1813962"/>
                <a:gd name="connsiteX3" fmla="*/ 86010 w 1479851"/>
                <a:gd name="connsiteY3" fmla="*/ 842369 h 1813962"/>
                <a:gd name="connsiteX4" fmla="*/ 801737 w 1479851"/>
                <a:gd name="connsiteY4" fmla="*/ 0 h 1813962"/>
                <a:gd name="connsiteX0" fmla="*/ 801737 w 1479851"/>
                <a:gd name="connsiteY0" fmla="*/ 0 h 1813962"/>
                <a:gd name="connsiteX1" fmla="*/ 1479851 w 1479851"/>
                <a:gd name="connsiteY1" fmla="*/ 1381904 h 1813962"/>
                <a:gd name="connsiteX2" fmla="*/ 304934 w 1479851"/>
                <a:gd name="connsiteY2" fmla="*/ 1301796 h 1813962"/>
                <a:gd name="connsiteX3" fmla="*/ 86010 w 1479851"/>
                <a:gd name="connsiteY3" fmla="*/ 842369 h 1813962"/>
                <a:gd name="connsiteX4" fmla="*/ 801737 w 1479851"/>
                <a:gd name="connsiteY4" fmla="*/ 0 h 1813962"/>
                <a:gd name="connsiteX0" fmla="*/ 803707 w 1481821"/>
                <a:gd name="connsiteY0" fmla="*/ 0 h 1813962"/>
                <a:gd name="connsiteX1" fmla="*/ 1481821 w 1481821"/>
                <a:gd name="connsiteY1" fmla="*/ 1381904 h 1813962"/>
                <a:gd name="connsiteX2" fmla="*/ 306904 w 1481821"/>
                <a:gd name="connsiteY2" fmla="*/ 1301796 h 1813962"/>
                <a:gd name="connsiteX3" fmla="*/ 85842 w 1481821"/>
                <a:gd name="connsiteY3" fmla="*/ 887218 h 1813962"/>
                <a:gd name="connsiteX4" fmla="*/ 803707 w 1481821"/>
                <a:gd name="connsiteY4" fmla="*/ 0 h 1813962"/>
                <a:gd name="connsiteX0" fmla="*/ 803707 w 1481821"/>
                <a:gd name="connsiteY0" fmla="*/ 0 h 1803632"/>
                <a:gd name="connsiteX1" fmla="*/ 1481821 w 1481821"/>
                <a:gd name="connsiteY1" fmla="*/ 1381904 h 1803632"/>
                <a:gd name="connsiteX2" fmla="*/ 276149 w 1481821"/>
                <a:gd name="connsiteY2" fmla="*/ 1286845 h 1803632"/>
                <a:gd name="connsiteX3" fmla="*/ 85842 w 1481821"/>
                <a:gd name="connsiteY3" fmla="*/ 887218 h 1803632"/>
                <a:gd name="connsiteX4" fmla="*/ 803707 w 1481821"/>
                <a:gd name="connsiteY4" fmla="*/ 0 h 1803632"/>
                <a:gd name="connsiteX0" fmla="*/ 796234 w 1474348"/>
                <a:gd name="connsiteY0" fmla="*/ 0 h 1803632"/>
                <a:gd name="connsiteX1" fmla="*/ 1474348 w 1474348"/>
                <a:gd name="connsiteY1" fmla="*/ 1381904 h 1803632"/>
                <a:gd name="connsiteX2" fmla="*/ 268676 w 1474348"/>
                <a:gd name="connsiteY2" fmla="*/ 1286845 h 1803632"/>
                <a:gd name="connsiteX3" fmla="*/ 86484 w 1474348"/>
                <a:gd name="connsiteY3" fmla="*/ 905586 h 1803632"/>
                <a:gd name="connsiteX4" fmla="*/ 796234 w 1474348"/>
                <a:gd name="connsiteY4" fmla="*/ 0 h 1803632"/>
                <a:gd name="connsiteX0" fmla="*/ 796234 w 1474348"/>
                <a:gd name="connsiteY0" fmla="*/ 0 h 1803632"/>
                <a:gd name="connsiteX1" fmla="*/ 1474348 w 1474348"/>
                <a:gd name="connsiteY1" fmla="*/ 1381904 h 1803632"/>
                <a:gd name="connsiteX2" fmla="*/ 268676 w 1474348"/>
                <a:gd name="connsiteY2" fmla="*/ 1286845 h 1803632"/>
                <a:gd name="connsiteX3" fmla="*/ 86484 w 1474348"/>
                <a:gd name="connsiteY3" fmla="*/ 905586 h 1803632"/>
                <a:gd name="connsiteX4" fmla="*/ 796234 w 1474348"/>
                <a:gd name="connsiteY4" fmla="*/ 0 h 1803632"/>
                <a:gd name="connsiteX0" fmla="*/ 796234 w 1474348"/>
                <a:gd name="connsiteY0" fmla="*/ 0 h 1803632"/>
                <a:gd name="connsiteX1" fmla="*/ 1474348 w 1474348"/>
                <a:gd name="connsiteY1" fmla="*/ 1381904 h 1803632"/>
                <a:gd name="connsiteX2" fmla="*/ 268676 w 1474348"/>
                <a:gd name="connsiteY2" fmla="*/ 1286845 h 1803632"/>
                <a:gd name="connsiteX3" fmla="*/ 86484 w 1474348"/>
                <a:gd name="connsiteY3" fmla="*/ 905586 h 1803632"/>
                <a:gd name="connsiteX4" fmla="*/ 796234 w 1474348"/>
                <a:gd name="connsiteY4" fmla="*/ 0 h 1803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4348" h="1803632">
                  <a:moveTo>
                    <a:pt x="796234" y="0"/>
                  </a:moveTo>
                  <a:lnTo>
                    <a:pt x="1474348" y="1381904"/>
                  </a:lnTo>
                  <a:cubicBezTo>
                    <a:pt x="1374110" y="1477417"/>
                    <a:pt x="747416" y="2337002"/>
                    <a:pt x="268676" y="1286845"/>
                  </a:cubicBezTo>
                  <a:cubicBezTo>
                    <a:pt x="-77188" y="1174542"/>
                    <a:pt x="55572" y="961412"/>
                    <a:pt x="86484" y="905586"/>
                  </a:cubicBezTo>
                  <a:cubicBezTo>
                    <a:pt x="-263694" y="685148"/>
                    <a:pt x="546268" y="268259"/>
                    <a:pt x="796234" y="0"/>
                  </a:cubicBezTo>
                  <a:close/>
                </a:path>
              </a:pathLst>
            </a:custGeom>
            <a:solidFill>
              <a:srgbClr val="41A81D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B87459B9-BC21-391D-7DD1-2DF6B289064F}"/>
                </a:ext>
              </a:extLst>
            </p:cNvPr>
            <p:cNvSpPr/>
            <p:nvPr/>
          </p:nvSpPr>
          <p:spPr>
            <a:xfrm>
              <a:off x="2782297" y="1586395"/>
              <a:ext cx="2278896" cy="2693932"/>
            </a:xfrm>
            <a:custGeom>
              <a:avLst/>
              <a:gdLst>
                <a:gd name="connsiteX0" fmla="*/ 0 w 1611086"/>
                <a:gd name="connsiteY0" fmla="*/ 0 h 1596571"/>
                <a:gd name="connsiteX1" fmla="*/ 1611086 w 1611086"/>
                <a:gd name="connsiteY1" fmla="*/ 0 h 1596571"/>
                <a:gd name="connsiteX2" fmla="*/ 1611086 w 1611086"/>
                <a:gd name="connsiteY2" fmla="*/ 1596571 h 1596571"/>
                <a:gd name="connsiteX3" fmla="*/ 0 w 1611086"/>
                <a:gd name="connsiteY3" fmla="*/ 1596571 h 1596571"/>
                <a:gd name="connsiteX4" fmla="*/ 0 w 1611086"/>
                <a:gd name="connsiteY4" fmla="*/ 0 h 1596571"/>
                <a:gd name="connsiteX0" fmla="*/ 711200 w 2322286"/>
                <a:gd name="connsiteY0" fmla="*/ 0 h 1944914"/>
                <a:gd name="connsiteX1" fmla="*/ 2322286 w 2322286"/>
                <a:gd name="connsiteY1" fmla="*/ 0 h 1944914"/>
                <a:gd name="connsiteX2" fmla="*/ 2322286 w 2322286"/>
                <a:gd name="connsiteY2" fmla="*/ 1596571 h 1944914"/>
                <a:gd name="connsiteX3" fmla="*/ 0 w 2322286"/>
                <a:gd name="connsiteY3" fmla="*/ 1944914 h 1944914"/>
                <a:gd name="connsiteX4" fmla="*/ 711200 w 2322286"/>
                <a:gd name="connsiteY4" fmla="*/ 0 h 1944914"/>
                <a:gd name="connsiteX0" fmla="*/ 711200 w 2322286"/>
                <a:gd name="connsiteY0" fmla="*/ 0 h 1944914"/>
                <a:gd name="connsiteX1" fmla="*/ 2322286 w 2322286"/>
                <a:gd name="connsiteY1" fmla="*/ 0 h 1944914"/>
                <a:gd name="connsiteX2" fmla="*/ 2322286 w 2322286"/>
                <a:gd name="connsiteY2" fmla="*/ 1596571 h 1944914"/>
                <a:gd name="connsiteX3" fmla="*/ 0 w 2322286"/>
                <a:gd name="connsiteY3" fmla="*/ 1944914 h 1944914"/>
                <a:gd name="connsiteX4" fmla="*/ 406400 w 2322286"/>
                <a:gd name="connsiteY4" fmla="*/ 507999 h 1944914"/>
                <a:gd name="connsiteX5" fmla="*/ 711200 w 2322286"/>
                <a:gd name="connsiteY5" fmla="*/ 0 h 1944914"/>
                <a:gd name="connsiteX0" fmla="*/ 464457 w 2322286"/>
                <a:gd name="connsiteY0" fmla="*/ 0 h 2786742"/>
                <a:gd name="connsiteX1" fmla="*/ 2322286 w 2322286"/>
                <a:gd name="connsiteY1" fmla="*/ 841828 h 2786742"/>
                <a:gd name="connsiteX2" fmla="*/ 2322286 w 2322286"/>
                <a:gd name="connsiteY2" fmla="*/ 2438399 h 2786742"/>
                <a:gd name="connsiteX3" fmla="*/ 0 w 2322286"/>
                <a:gd name="connsiteY3" fmla="*/ 2786742 h 2786742"/>
                <a:gd name="connsiteX4" fmla="*/ 406400 w 2322286"/>
                <a:gd name="connsiteY4" fmla="*/ 1349827 h 2786742"/>
                <a:gd name="connsiteX5" fmla="*/ 464457 w 2322286"/>
                <a:gd name="connsiteY5" fmla="*/ 0 h 2786742"/>
                <a:gd name="connsiteX0" fmla="*/ 464457 w 2322286"/>
                <a:gd name="connsiteY0" fmla="*/ 0 h 2786742"/>
                <a:gd name="connsiteX1" fmla="*/ 1103086 w 2322286"/>
                <a:gd name="connsiteY1" fmla="*/ 740227 h 2786742"/>
                <a:gd name="connsiteX2" fmla="*/ 2322286 w 2322286"/>
                <a:gd name="connsiteY2" fmla="*/ 841828 h 2786742"/>
                <a:gd name="connsiteX3" fmla="*/ 2322286 w 2322286"/>
                <a:gd name="connsiteY3" fmla="*/ 2438399 h 2786742"/>
                <a:gd name="connsiteX4" fmla="*/ 0 w 2322286"/>
                <a:gd name="connsiteY4" fmla="*/ 2786742 h 2786742"/>
                <a:gd name="connsiteX5" fmla="*/ 406400 w 2322286"/>
                <a:gd name="connsiteY5" fmla="*/ 1349827 h 2786742"/>
                <a:gd name="connsiteX6" fmla="*/ 464457 w 2322286"/>
                <a:gd name="connsiteY6" fmla="*/ 0 h 2786742"/>
                <a:gd name="connsiteX0" fmla="*/ 464457 w 2322286"/>
                <a:gd name="connsiteY0" fmla="*/ 0 h 2786742"/>
                <a:gd name="connsiteX1" fmla="*/ 1103086 w 2322286"/>
                <a:gd name="connsiteY1" fmla="*/ 740227 h 2786742"/>
                <a:gd name="connsiteX2" fmla="*/ 1814286 w 2322286"/>
                <a:gd name="connsiteY2" fmla="*/ 1335314 h 2786742"/>
                <a:gd name="connsiteX3" fmla="*/ 2322286 w 2322286"/>
                <a:gd name="connsiteY3" fmla="*/ 2438399 h 2786742"/>
                <a:gd name="connsiteX4" fmla="*/ 0 w 2322286"/>
                <a:gd name="connsiteY4" fmla="*/ 2786742 h 2786742"/>
                <a:gd name="connsiteX5" fmla="*/ 406400 w 2322286"/>
                <a:gd name="connsiteY5" fmla="*/ 1349827 h 2786742"/>
                <a:gd name="connsiteX6" fmla="*/ 464457 w 2322286"/>
                <a:gd name="connsiteY6" fmla="*/ 0 h 2786742"/>
                <a:gd name="connsiteX0" fmla="*/ 464457 w 2322286"/>
                <a:gd name="connsiteY0" fmla="*/ 0 h 2786742"/>
                <a:gd name="connsiteX1" fmla="*/ 1103086 w 2322286"/>
                <a:gd name="connsiteY1" fmla="*/ 740227 h 2786742"/>
                <a:gd name="connsiteX2" fmla="*/ 1814286 w 2322286"/>
                <a:gd name="connsiteY2" fmla="*/ 1335314 h 2786742"/>
                <a:gd name="connsiteX3" fmla="*/ 2322286 w 2322286"/>
                <a:gd name="connsiteY3" fmla="*/ 2438399 h 2786742"/>
                <a:gd name="connsiteX4" fmla="*/ 0 w 2322286"/>
                <a:gd name="connsiteY4" fmla="*/ 2786742 h 2786742"/>
                <a:gd name="connsiteX5" fmla="*/ 406400 w 2322286"/>
                <a:gd name="connsiteY5" fmla="*/ 1349827 h 2786742"/>
                <a:gd name="connsiteX6" fmla="*/ 464457 w 2322286"/>
                <a:gd name="connsiteY6" fmla="*/ 0 h 2786742"/>
                <a:gd name="connsiteX0" fmla="*/ 464457 w 2322286"/>
                <a:gd name="connsiteY0" fmla="*/ 0 h 2786742"/>
                <a:gd name="connsiteX1" fmla="*/ 1103086 w 2322286"/>
                <a:gd name="connsiteY1" fmla="*/ 740227 h 2786742"/>
                <a:gd name="connsiteX2" fmla="*/ 1814286 w 2322286"/>
                <a:gd name="connsiteY2" fmla="*/ 1335314 h 2786742"/>
                <a:gd name="connsiteX3" fmla="*/ 2322286 w 2322286"/>
                <a:gd name="connsiteY3" fmla="*/ 2438399 h 2786742"/>
                <a:gd name="connsiteX4" fmla="*/ 0 w 2322286"/>
                <a:gd name="connsiteY4" fmla="*/ 2786742 h 2786742"/>
                <a:gd name="connsiteX5" fmla="*/ 406400 w 2322286"/>
                <a:gd name="connsiteY5" fmla="*/ 1349827 h 2786742"/>
                <a:gd name="connsiteX6" fmla="*/ 464457 w 2322286"/>
                <a:gd name="connsiteY6" fmla="*/ 0 h 2786742"/>
                <a:gd name="connsiteX0" fmla="*/ 464457 w 2322286"/>
                <a:gd name="connsiteY0" fmla="*/ 47620 h 2834362"/>
                <a:gd name="connsiteX1" fmla="*/ 978354 w 2322286"/>
                <a:gd name="connsiteY1" fmla="*/ 376004 h 2834362"/>
                <a:gd name="connsiteX2" fmla="*/ 1103086 w 2322286"/>
                <a:gd name="connsiteY2" fmla="*/ 787847 h 2834362"/>
                <a:gd name="connsiteX3" fmla="*/ 1814286 w 2322286"/>
                <a:gd name="connsiteY3" fmla="*/ 1382934 h 2834362"/>
                <a:gd name="connsiteX4" fmla="*/ 2322286 w 2322286"/>
                <a:gd name="connsiteY4" fmla="*/ 2486019 h 2834362"/>
                <a:gd name="connsiteX5" fmla="*/ 0 w 2322286"/>
                <a:gd name="connsiteY5" fmla="*/ 2834362 h 2834362"/>
                <a:gd name="connsiteX6" fmla="*/ 406400 w 2322286"/>
                <a:gd name="connsiteY6" fmla="*/ 1397447 h 2834362"/>
                <a:gd name="connsiteX7" fmla="*/ 464457 w 2322286"/>
                <a:gd name="connsiteY7" fmla="*/ 47620 h 2834362"/>
                <a:gd name="connsiteX0" fmla="*/ 464457 w 2322286"/>
                <a:gd name="connsiteY0" fmla="*/ 0 h 2786742"/>
                <a:gd name="connsiteX1" fmla="*/ 978354 w 2322286"/>
                <a:gd name="connsiteY1" fmla="*/ 328384 h 2786742"/>
                <a:gd name="connsiteX2" fmla="*/ 1103086 w 2322286"/>
                <a:gd name="connsiteY2" fmla="*/ 740227 h 2786742"/>
                <a:gd name="connsiteX3" fmla="*/ 1814286 w 2322286"/>
                <a:gd name="connsiteY3" fmla="*/ 1335314 h 2786742"/>
                <a:gd name="connsiteX4" fmla="*/ 2322286 w 2322286"/>
                <a:gd name="connsiteY4" fmla="*/ 2438399 h 2786742"/>
                <a:gd name="connsiteX5" fmla="*/ 0 w 2322286"/>
                <a:gd name="connsiteY5" fmla="*/ 2786742 h 2786742"/>
                <a:gd name="connsiteX6" fmla="*/ 406400 w 2322286"/>
                <a:gd name="connsiteY6" fmla="*/ 1349827 h 2786742"/>
                <a:gd name="connsiteX7" fmla="*/ 464457 w 2322286"/>
                <a:gd name="connsiteY7" fmla="*/ 0 h 2786742"/>
                <a:gd name="connsiteX0" fmla="*/ 464457 w 2322286"/>
                <a:gd name="connsiteY0" fmla="*/ 0 h 2786742"/>
                <a:gd name="connsiteX1" fmla="*/ 978354 w 2322286"/>
                <a:gd name="connsiteY1" fmla="*/ 328384 h 2786742"/>
                <a:gd name="connsiteX2" fmla="*/ 1103086 w 2322286"/>
                <a:gd name="connsiteY2" fmla="*/ 740227 h 2786742"/>
                <a:gd name="connsiteX3" fmla="*/ 1814286 w 2322286"/>
                <a:gd name="connsiteY3" fmla="*/ 1335314 h 2786742"/>
                <a:gd name="connsiteX4" fmla="*/ 2322286 w 2322286"/>
                <a:gd name="connsiteY4" fmla="*/ 2438399 h 2786742"/>
                <a:gd name="connsiteX5" fmla="*/ 0 w 2322286"/>
                <a:gd name="connsiteY5" fmla="*/ 2786742 h 2786742"/>
                <a:gd name="connsiteX6" fmla="*/ 406400 w 2322286"/>
                <a:gd name="connsiteY6" fmla="*/ 1349827 h 2786742"/>
                <a:gd name="connsiteX7" fmla="*/ 464457 w 2322286"/>
                <a:gd name="connsiteY7" fmla="*/ 0 h 2786742"/>
                <a:gd name="connsiteX0" fmla="*/ 464457 w 2322286"/>
                <a:gd name="connsiteY0" fmla="*/ 0 h 2786742"/>
                <a:gd name="connsiteX1" fmla="*/ 978354 w 2322286"/>
                <a:gd name="connsiteY1" fmla="*/ 328384 h 2786742"/>
                <a:gd name="connsiteX2" fmla="*/ 1103086 w 2322286"/>
                <a:gd name="connsiteY2" fmla="*/ 740227 h 2786742"/>
                <a:gd name="connsiteX3" fmla="*/ 1728561 w 2322286"/>
                <a:gd name="connsiteY3" fmla="*/ 1373414 h 2786742"/>
                <a:gd name="connsiteX4" fmla="*/ 2322286 w 2322286"/>
                <a:gd name="connsiteY4" fmla="*/ 2438399 h 2786742"/>
                <a:gd name="connsiteX5" fmla="*/ 0 w 2322286"/>
                <a:gd name="connsiteY5" fmla="*/ 2786742 h 2786742"/>
                <a:gd name="connsiteX6" fmla="*/ 406400 w 2322286"/>
                <a:gd name="connsiteY6" fmla="*/ 1349827 h 2786742"/>
                <a:gd name="connsiteX7" fmla="*/ 464457 w 2322286"/>
                <a:gd name="connsiteY7" fmla="*/ 0 h 2786742"/>
                <a:gd name="connsiteX0" fmla="*/ 464457 w 2322286"/>
                <a:gd name="connsiteY0" fmla="*/ 0 h 2786742"/>
                <a:gd name="connsiteX1" fmla="*/ 978354 w 2322286"/>
                <a:gd name="connsiteY1" fmla="*/ 328384 h 2786742"/>
                <a:gd name="connsiteX2" fmla="*/ 1103086 w 2322286"/>
                <a:gd name="connsiteY2" fmla="*/ 740227 h 2786742"/>
                <a:gd name="connsiteX3" fmla="*/ 1728561 w 2322286"/>
                <a:gd name="connsiteY3" fmla="*/ 1373414 h 2786742"/>
                <a:gd name="connsiteX4" fmla="*/ 2322286 w 2322286"/>
                <a:gd name="connsiteY4" fmla="*/ 2438399 h 2786742"/>
                <a:gd name="connsiteX5" fmla="*/ 0 w 2322286"/>
                <a:gd name="connsiteY5" fmla="*/ 2786742 h 2786742"/>
                <a:gd name="connsiteX6" fmla="*/ 406400 w 2322286"/>
                <a:gd name="connsiteY6" fmla="*/ 1349827 h 2786742"/>
                <a:gd name="connsiteX7" fmla="*/ 464457 w 2322286"/>
                <a:gd name="connsiteY7" fmla="*/ 0 h 2786742"/>
                <a:gd name="connsiteX0" fmla="*/ 464457 w 2322286"/>
                <a:gd name="connsiteY0" fmla="*/ 0 h 2786742"/>
                <a:gd name="connsiteX1" fmla="*/ 978354 w 2322286"/>
                <a:gd name="connsiteY1" fmla="*/ 328384 h 2786742"/>
                <a:gd name="connsiteX2" fmla="*/ 1103086 w 2322286"/>
                <a:gd name="connsiteY2" fmla="*/ 740227 h 2786742"/>
                <a:gd name="connsiteX3" fmla="*/ 1728561 w 2322286"/>
                <a:gd name="connsiteY3" fmla="*/ 1373414 h 2786742"/>
                <a:gd name="connsiteX4" fmla="*/ 2322286 w 2322286"/>
                <a:gd name="connsiteY4" fmla="*/ 2438399 h 2786742"/>
                <a:gd name="connsiteX5" fmla="*/ 0 w 2322286"/>
                <a:gd name="connsiteY5" fmla="*/ 2786742 h 2786742"/>
                <a:gd name="connsiteX6" fmla="*/ 406400 w 2322286"/>
                <a:gd name="connsiteY6" fmla="*/ 1349827 h 2786742"/>
                <a:gd name="connsiteX7" fmla="*/ 464457 w 2322286"/>
                <a:gd name="connsiteY7" fmla="*/ 0 h 2786742"/>
                <a:gd name="connsiteX0" fmla="*/ 464457 w 2322286"/>
                <a:gd name="connsiteY0" fmla="*/ 0 h 2786742"/>
                <a:gd name="connsiteX1" fmla="*/ 978354 w 2322286"/>
                <a:gd name="connsiteY1" fmla="*/ 328384 h 2786742"/>
                <a:gd name="connsiteX2" fmla="*/ 1103086 w 2322286"/>
                <a:gd name="connsiteY2" fmla="*/ 740227 h 2786742"/>
                <a:gd name="connsiteX3" fmla="*/ 1728561 w 2322286"/>
                <a:gd name="connsiteY3" fmla="*/ 1373414 h 2786742"/>
                <a:gd name="connsiteX4" fmla="*/ 2322286 w 2322286"/>
                <a:gd name="connsiteY4" fmla="*/ 2438399 h 2786742"/>
                <a:gd name="connsiteX5" fmla="*/ 0 w 2322286"/>
                <a:gd name="connsiteY5" fmla="*/ 2786742 h 2786742"/>
                <a:gd name="connsiteX6" fmla="*/ 406400 w 2322286"/>
                <a:gd name="connsiteY6" fmla="*/ 1349827 h 2786742"/>
                <a:gd name="connsiteX7" fmla="*/ 464457 w 2322286"/>
                <a:gd name="connsiteY7" fmla="*/ 0 h 2786742"/>
                <a:gd name="connsiteX0" fmla="*/ 488350 w 2346179"/>
                <a:gd name="connsiteY0" fmla="*/ 0 h 2786742"/>
                <a:gd name="connsiteX1" fmla="*/ 1002247 w 2346179"/>
                <a:gd name="connsiteY1" fmla="*/ 328384 h 2786742"/>
                <a:gd name="connsiteX2" fmla="*/ 1126979 w 2346179"/>
                <a:gd name="connsiteY2" fmla="*/ 740227 h 2786742"/>
                <a:gd name="connsiteX3" fmla="*/ 1752454 w 2346179"/>
                <a:gd name="connsiteY3" fmla="*/ 1373414 h 2786742"/>
                <a:gd name="connsiteX4" fmla="*/ 2346179 w 2346179"/>
                <a:gd name="connsiteY4" fmla="*/ 2438399 h 2786742"/>
                <a:gd name="connsiteX5" fmla="*/ 23893 w 2346179"/>
                <a:gd name="connsiteY5" fmla="*/ 2786742 h 2786742"/>
                <a:gd name="connsiteX6" fmla="*/ 430293 w 2346179"/>
                <a:gd name="connsiteY6" fmla="*/ 1349827 h 2786742"/>
                <a:gd name="connsiteX7" fmla="*/ 488350 w 2346179"/>
                <a:gd name="connsiteY7" fmla="*/ 0 h 2786742"/>
                <a:gd name="connsiteX0" fmla="*/ 407885 w 2265714"/>
                <a:gd name="connsiteY0" fmla="*/ 0 h 2786742"/>
                <a:gd name="connsiteX1" fmla="*/ 921782 w 2265714"/>
                <a:gd name="connsiteY1" fmla="*/ 328384 h 2786742"/>
                <a:gd name="connsiteX2" fmla="*/ 1046514 w 2265714"/>
                <a:gd name="connsiteY2" fmla="*/ 740227 h 2786742"/>
                <a:gd name="connsiteX3" fmla="*/ 1671989 w 2265714"/>
                <a:gd name="connsiteY3" fmla="*/ 1373414 h 2786742"/>
                <a:gd name="connsiteX4" fmla="*/ 2265714 w 2265714"/>
                <a:gd name="connsiteY4" fmla="*/ 2438399 h 2786742"/>
                <a:gd name="connsiteX5" fmla="*/ 29153 w 2265714"/>
                <a:gd name="connsiteY5" fmla="*/ 2786742 h 2786742"/>
                <a:gd name="connsiteX6" fmla="*/ 349828 w 2265714"/>
                <a:gd name="connsiteY6" fmla="*/ 1349827 h 2786742"/>
                <a:gd name="connsiteX7" fmla="*/ 407885 w 2265714"/>
                <a:gd name="connsiteY7" fmla="*/ 0 h 2786742"/>
                <a:gd name="connsiteX0" fmla="*/ 55460 w 2265714"/>
                <a:gd name="connsiteY0" fmla="*/ 233162 h 2476979"/>
                <a:gd name="connsiteX1" fmla="*/ 921782 w 2265714"/>
                <a:gd name="connsiteY1" fmla="*/ 18621 h 2476979"/>
                <a:gd name="connsiteX2" fmla="*/ 1046514 w 2265714"/>
                <a:gd name="connsiteY2" fmla="*/ 430464 h 2476979"/>
                <a:gd name="connsiteX3" fmla="*/ 1671989 w 2265714"/>
                <a:gd name="connsiteY3" fmla="*/ 1063651 h 2476979"/>
                <a:gd name="connsiteX4" fmla="*/ 2265714 w 2265714"/>
                <a:gd name="connsiteY4" fmla="*/ 2128636 h 2476979"/>
                <a:gd name="connsiteX5" fmla="*/ 29153 w 2265714"/>
                <a:gd name="connsiteY5" fmla="*/ 2476979 h 2476979"/>
                <a:gd name="connsiteX6" fmla="*/ 349828 w 2265714"/>
                <a:gd name="connsiteY6" fmla="*/ 1040064 h 2476979"/>
                <a:gd name="connsiteX7" fmla="*/ 55460 w 2265714"/>
                <a:gd name="connsiteY7" fmla="*/ 233162 h 2476979"/>
                <a:gd name="connsiteX0" fmla="*/ 55460 w 2265714"/>
                <a:gd name="connsiteY0" fmla="*/ 239390 h 2483207"/>
                <a:gd name="connsiteX1" fmla="*/ 471596 w 2265714"/>
                <a:gd name="connsiteY1" fmla="*/ 41205 h 2483207"/>
                <a:gd name="connsiteX2" fmla="*/ 921782 w 2265714"/>
                <a:gd name="connsiteY2" fmla="*/ 24849 h 2483207"/>
                <a:gd name="connsiteX3" fmla="*/ 1046514 w 2265714"/>
                <a:gd name="connsiteY3" fmla="*/ 436692 h 2483207"/>
                <a:gd name="connsiteX4" fmla="*/ 1671989 w 2265714"/>
                <a:gd name="connsiteY4" fmla="*/ 1069879 h 2483207"/>
                <a:gd name="connsiteX5" fmla="*/ 2265714 w 2265714"/>
                <a:gd name="connsiteY5" fmla="*/ 2134864 h 2483207"/>
                <a:gd name="connsiteX6" fmla="*/ 29153 w 2265714"/>
                <a:gd name="connsiteY6" fmla="*/ 2483207 h 2483207"/>
                <a:gd name="connsiteX7" fmla="*/ 349828 w 2265714"/>
                <a:gd name="connsiteY7" fmla="*/ 1046292 h 2483207"/>
                <a:gd name="connsiteX8" fmla="*/ 55460 w 2265714"/>
                <a:gd name="connsiteY8" fmla="*/ 239390 h 2483207"/>
                <a:gd name="connsiteX0" fmla="*/ 55460 w 2265714"/>
                <a:gd name="connsiteY0" fmla="*/ 311459 h 2555276"/>
                <a:gd name="connsiteX1" fmla="*/ 471596 w 2265714"/>
                <a:gd name="connsiteY1" fmla="*/ 113274 h 2555276"/>
                <a:gd name="connsiteX2" fmla="*/ 1064657 w 2265714"/>
                <a:gd name="connsiteY2" fmla="*/ 11193 h 2555276"/>
                <a:gd name="connsiteX3" fmla="*/ 1046514 w 2265714"/>
                <a:gd name="connsiteY3" fmla="*/ 508761 h 2555276"/>
                <a:gd name="connsiteX4" fmla="*/ 1671989 w 2265714"/>
                <a:gd name="connsiteY4" fmla="*/ 1141948 h 2555276"/>
                <a:gd name="connsiteX5" fmla="*/ 2265714 w 2265714"/>
                <a:gd name="connsiteY5" fmla="*/ 2206933 h 2555276"/>
                <a:gd name="connsiteX6" fmla="*/ 29153 w 2265714"/>
                <a:gd name="connsiteY6" fmla="*/ 2555276 h 2555276"/>
                <a:gd name="connsiteX7" fmla="*/ 349828 w 2265714"/>
                <a:gd name="connsiteY7" fmla="*/ 1118361 h 2555276"/>
                <a:gd name="connsiteX8" fmla="*/ 55460 w 2265714"/>
                <a:gd name="connsiteY8" fmla="*/ 311459 h 2555276"/>
                <a:gd name="connsiteX0" fmla="*/ 55460 w 2265714"/>
                <a:gd name="connsiteY0" fmla="*/ 311459 h 2555276"/>
                <a:gd name="connsiteX1" fmla="*/ 471596 w 2265714"/>
                <a:gd name="connsiteY1" fmla="*/ 113274 h 2555276"/>
                <a:gd name="connsiteX2" fmla="*/ 1064657 w 2265714"/>
                <a:gd name="connsiteY2" fmla="*/ 11193 h 2555276"/>
                <a:gd name="connsiteX3" fmla="*/ 1322739 w 2265714"/>
                <a:gd name="connsiteY3" fmla="*/ 194436 h 2555276"/>
                <a:gd name="connsiteX4" fmla="*/ 1671989 w 2265714"/>
                <a:gd name="connsiteY4" fmla="*/ 1141948 h 2555276"/>
                <a:gd name="connsiteX5" fmla="*/ 2265714 w 2265714"/>
                <a:gd name="connsiteY5" fmla="*/ 2206933 h 2555276"/>
                <a:gd name="connsiteX6" fmla="*/ 29153 w 2265714"/>
                <a:gd name="connsiteY6" fmla="*/ 2555276 h 2555276"/>
                <a:gd name="connsiteX7" fmla="*/ 349828 w 2265714"/>
                <a:gd name="connsiteY7" fmla="*/ 1118361 h 2555276"/>
                <a:gd name="connsiteX8" fmla="*/ 55460 w 2265714"/>
                <a:gd name="connsiteY8" fmla="*/ 311459 h 2555276"/>
                <a:gd name="connsiteX0" fmla="*/ 55460 w 2265714"/>
                <a:gd name="connsiteY0" fmla="*/ 311459 h 2555276"/>
                <a:gd name="connsiteX1" fmla="*/ 471596 w 2265714"/>
                <a:gd name="connsiteY1" fmla="*/ 113274 h 2555276"/>
                <a:gd name="connsiteX2" fmla="*/ 1064657 w 2265714"/>
                <a:gd name="connsiteY2" fmla="*/ 11193 h 2555276"/>
                <a:gd name="connsiteX3" fmla="*/ 1322739 w 2265714"/>
                <a:gd name="connsiteY3" fmla="*/ 194436 h 2555276"/>
                <a:gd name="connsiteX4" fmla="*/ 1462196 w 2265714"/>
                <a:gd name="connsiteY4" fmla="*/ 475224 h 2555276"/>
                <a:gd name="connsiteX5" fmla="*/ 1671989 w 2265714"/>
                <a:gd name="connsiteY5" fmla="*/ 1141948 h 2555276"/>
                <a:gd name="connsiteX6" fmla="*/ 2265714 w 2265714"/>
                <a:gd name="connsiteY6" fmla="*/ 2206933 h 2555276"/>
                <a:gd name="connsiteX7" fmla="*/ 29153 w 2265714"/>
                <a:gd name="connsiteY7" fmla="*/ 2555276 h 2555276"/>
                <a:gd name="connsiteX8" fmla="*/ 349828 w 2265714"/>
                <a:gd name="connsiteY8" fmla="*/ 1118361 h 2555276"/>
                <a:gd name="connsiteX9" fmla="*/ 55460 w 2265714"/>
                <a:gd name="connsiteY9" fmla="*/ 311459 h 2555276"/>
                <a:gd name="connsiteX0" fmla="*/ 55460 w 2265714"/>
                <a:gd name="connsiteY0" fmla="*/ 318349 h 2562166"/>
                <a:gd name="connsiteX1" fmla="*/ 471596 w 2265714"/>
                <a:gd name="connsiteY1" fmla="*/ 120164 h 2562166"/>
                <a:gd name="connsiteX2" fmla="*/ 1064657 w 2265714"/>
                <a:gd name="connsiteY2" fmla="*/ 18083 h 2562166"/>
                <a:gd name="connsiteX3" fmla="*/ 1322739 w 2265714"/>
                <a:gd name="connsiteY3" fmla="*/ 201326 h 2562166"/>
                <a:gd name="connsiteX4" fmla="*/ 1462196 w 2265714"/>
                <a:gd name="connsiteY4" fmla="*/ 482114 h 2562166"/>
                <a:gd name="connsiteX5" fmla="*/ 1671989 w 2265714"/>
                <a:gd name="connsiteY5" fmla="*/ 1148838 h 2562166"/>
                <a:gd name="connsiteX6" fmla="*/ 2265714 w 2265714"/>
                <a:gd name="connsiteY6" fmla="*/ 2213823 h 2562166"/>
                <a:gd name="connsiteX7" fmla="*/ 29153 w 2265714"/>
                <a:gd name="connsiteY7" fmla="*/ 2562166 h 2562166"/>
                <a:gd name="connsiteX8" fmla="*/ 349828 w 2265714"/>
                <a:gd name="connsiteY8" fmla="*/ 1125251 h 2562166"/>
                <a:gd name="connsiteX9" fmla="*/ 55460 w 2265714"/>
                <a:gd name="connsiteY9" fmla="*/ 318349 h 2562166"/>
                <a:gd name="connsiteX0" fmla="*/ 55460 w 2265714"/>
                <a:gd name="connsiteY0" fmla="*/ 318349 h 2562166"/>
                <a:gd name="connsiteX1" fmla="*/ 471596 w 2265714"/>
                <a:gd name="connsiteY1" fmla="*/ 120164 h 2562166"/>
                <a:gd name="connsiteX2" fmla="*/ 1064657 w 2265714"/>
                <a:gd name="connsiteY2" fmla="*/ 18083 h 2562166"/>
                <a:gd name="connsiteX3" fmla="*/ 1322739 w 2265714"/>
                <a:gd name="connsiteY3" fmla="*/ 201326 h 2562166"/>
                <a:gd name="connsiteX4" fmla="*/ 1462196 w 2265714"/>
                <a:gd name="connsiteY4" fmla="*/ 482114 h 2562166"/>
                <a:gd name="connsiteX5" fmla="*/ 1671989 w 2265714"/>
                <a:gd name="connsiteY5" fmla="*/ 1148838 h 2562166"/>
                <a:gd name="connsiteX6" fmla="*/ 2265714 w 2265714"/>
                <a:gd name="connsiteY6" fmla="*/ 2213823 h 2562166"/>
                <a:gd name="connsiteX7" fmla="*/ 29153 w 2265714"/>
                <a:gd name="connsiteY7" fmla="*/ 2562166 h 2562166"/>
                <a:gd name="connsiteX8" fmla="*/ 349828 w 2265714"/>
                <a:gd name="connsiteY8" fmla="*/ 1125251 h 2562166"/>
                <a:gd name="connsiteX9" fmla="*/ 55460 w 2265714"/>
                <a:gd name="connsiteY9" fmla="*/ 318349 h 2562166"/>
                <a:gd name="connsiteX0" fmla="*/ 55460 w 2265714"/>
                <a:gd name="connsiteY0" fmla="*/ 444303 h 2688120"/>
                <a:gd name="connsiteX1" fmla="*/ 471596 w 2265714"/>
                <a:gd name="connsiteY1" fmla="*/ 246118 h 2688120"/>
                <a:gd name="connsiteX2" fmla="*/ 1064657 w 2265714"/>
                <a:gd name="connsiteY2" fmla="*/ 144037 h 2688120"/>
                <a:gd name="connsiteX3" fmla="*/ 1322739 w 2265714"/>
                <a:gd name="connsiteY3" fmla="*/ 327280 h 2688120"/>
                <a:gd name="connsiteX4" fmla="*/ 1462196 w 2265714"/>
                <a:gd name="connsiteY4" fmla="*/ 608068 h 2688120"/>
                <a:gd name="connsiteX5" fmla="*/ 1671989 w 2265714"/>
                <a:gd name="connsiteY5" fmla="*/ 1274792 h 2688120"/>
                <a:gd name="connsiteX6" fmla="*/ 2265714 w 2265714"/>
                <a:gd name="connsiteY6" fmla="*/ 2339777 h 2688120"/>
                <a:gd name="connsiteX7" fmla="*/ 29153 w 2265714"/>
                <a:gd name="connsiteY7" fmla="*/ 2688120 h 2688120"/>
                <a:gd name="connsiteX8" fmla="*/ 349828 w 2265714"/>
                <a:gd name="connsiteY8" fmla="*/ 1251205 h 2688120"/>
                <a:gd name="connsiteX9" fmla="*/ 55460 w 2265714"/>
                <a:gd name="connsiteY9" fmla="*/ 444303 h 2688120"/>
                <a:gd name="connsiteX0" fmla="*/ 55460 w 2265714"/>
                <a:gd name="connsiteY0" fmla="*/ 450115 h 2693932"/>
                <a:gd name="connsiteX1" fmla="*/ 471596 w 2265714"/>
                <a:gd name="connsiteY1" fmla="*/ 251930 h 2693932"/>
                <a:gd name="connsiteX2" fmla="*/ 1064657 w 2265714"/>
                <a:gd name="connsiteY2" fmla="*/ 149849 h 2693932"/>
                <a:gd name="connsiteX3" fmla="*/ 1322739 w 2265714"/>
                <a:gd name="connsiteY3" fmla="*/ 333092 h 2693932"/>
                <a:gd name="connsiteX4" fmla="*/ 1462196 w 2265714"/>
                <a:gd name="connsiteY4" fmla="*/ 613880 h 2693932"/>
                <a:gd name="connsiteX5" fmla="*/ 1671989 w 2265714"/>
                <a:gd name="connsiteY5" fmla="*/ 1280604 h 2693932"/>
                <a:gd name="connsiteX6" fmla="*/ 2265714 w 2265714"/>
                <a:gd name="connsiteY6" fmla="*/ 2345589 h 2693932"/>
                <a:gd name="connsiteX7" fmla="*/ 29153 w 2265714"/>
                <a:gd name="connsiteY7" fmla="*/ 2693932 h 2693932"/>
                <a:gd name="connsiteX8" fmla="*/ 349828 w 2265714"/>
                <a:gd name="connsiteY8" fmla="*/ 1257017 h 2693932"/>
                <a:gd name="connsiteX9" fmla="*/ 55460 w 2265714"/>
                <a:gd name="connsiteY9" fmla="*/ 450115 h 2693932"/>
                <a:gd name="connsiteX0" fmla="*/ 86120 w 2296374"/>
                <a:gd name="connsiteY0" fmla="*/ 450115 h 2693932"/>
                <a:gd name="connsiteX1" fmla="*/ 502256 w 2296374"/>
                <a:gd name="connsiteY1" fmla="*/ 251930 h 2693932"/>
                <a:gd name="connsiteX2" fmla="*/ 1095317 w 2296374"/>
                <a:gd name="connsiteY2" fmla="*/ 149849 h 2693932"/>
                <a:gd name="connsiteX3" fmla="*/ 1353399 w 2296374"/>
                <a:gd name="connsiteY3" fmla="*/ 333092 h 2693932"/>
                <a:gd name="connsiteX4" fmla="*/ 1492856 w 2296374"/>
                <a:gd name="connsiteY4" fmla="*/ 613880 h 2693932"/>
                <a:gd name="connsiteX5" fmla="*/ 1702649 w 2296374"/>
                <a:gd name="connsiteY5" fmla="*/ 1280604 h 2693932"/>
                <a:gd name="connsiteX6" fmla="*/ 2296374 w 2296374"/>
                <a:gd name="connsiteY6" fmla="*/ 2345589 h 2693932"/>
                <a:gd name="connsiteX7" fmla="*/ 59813 w 2296374"/>
                <a:gd name="connsiteY7" fmla="*/ 2693932 h 2693932"/>
                <a:gd name="connsiteX8" fmla="*/ 380488 w 2296374"/>
                <a:gd name="connsiteY8" fmla="*/ 1257017 h 2693932"/>
                <a:gd name="connsiteX9" fmla="*/ 86120 w 2296374"/>
                <a:gd name="connsiteY9" fmla="*/ 450115 h 2693932"/>
                <a:gd name="connsiteX0" fmla="*/ 55460 w 2265714"/>
                <a:gd name="connsiteY0" fmla="*/ 450115 h 2693932"/>
                <a:gd name="connsiteX1" fmla="*/ 471596 w 2265714"/>
                <a:gd name="connsiteY1" fmla="*/ 251930 h 2693932"/>
                <a:gd name="connsiteX2" fmla="*/ 1064657 w 2265714"/>
                <a:gd name="connsiteY2" fmla="*/ 149849 h 2693932"/>
                <a:gd name="connsiteX3" fmla="*/ 1322739 w 2265714"/>
                <a:gd name="connsiteY3" fmla="*/ 333092 h 2693932"/>
                <a:gd name="connsiteX4" fmla="*/ 1462196 w 2265714"/>
                <a:gd name="connsiteY4" fmla="*/ 613880 h 2693932"/>
                <a:gd name="connsiteX5" fmla="*/ 1671989 w 2265714"/>
                <a:gd name="connsiteY5" fmla="*/ 1280604 h 2693932"/>
                <a:gd name="connsiteX6" fmla="*/ 2265714 w 2265714"/>
                <a:gd name="connsiteY6" fmla="*/ 2345589 h 2693932"/>
                <a:gd name="connsiteX7" fmla="*/ 29153 w 2265714"/>
                <a:gd name="connsiteY7" fmla="*/ 2693932 h 2693932"/>
                <a:gd name="connsiteX8" fmla="*/ 349828 w 2265714"/>
                <a:gd name="connsiteY8" fmla="*/ 1257017 h 2693932"/>
                <a:gd name="connsiteX9" fmla="*/ 55460 w 2265714"/>
                <a:gd name="connsiteY9" fmla="*/ 450115 h 2693932"/>
                <a:gd name="connsiteX0" fmla="*/ 68642 w 2278896"/>
                <a:gd name="connsiteY0" fmla="*/ 450115 h 2693932"/>
                <a:gd name="connsiteX1" fmla="*/ 484778 w 2278896"/>
                <a:gd name="connsiteY1" fmla="*/ 251930 h 2693932"/>
                <a:gd name="connsiteX2" fmla="*/ 1077839 w 2278896"/>
                <a:gd name="connsiteY2" fmla="*/ 149849 h 2693932"/>
                <a:gd name="connsiteX3" fmla="*/ 1335921 w 2278896"/>
                <a:gd name="connsiteY3" fmla="*/ 333092 h 2693932"/>
                <a:gd name="connsiteX4" fmla="*/ 1475378 w 2278896"/>
                <a:gd name="connsiteY4" fmla="*/ 613880 h 2693932"/>
                <a:gd name="connsiteX5" fmla="*/ 1685171 w 2278896"/>
                <a:gd name="connsiteY5" fmla="*/ 1280604 h 2693932"/>
                <a:gd name="connsiteX6" fmla="*/ 2278896 w 2278896"/>
                <a:gd name="connsiteY6" fmla="*/ 2345589 h 2693932"/>
                <a:gd name="connsiteX7" fmla="*/ 42335 w 2278896"/>
                <a:gd name="connsiteY7" fmla="*/ 2693932 h 2693932"/>
                <a:gd name="connsiteX8" fmla="*/ 363010 w 2278896"/>
                <a:gd name="connsiteY8" fmla="*/ 1257017 h 2693932"/>
                <a:gd name="connsiteX9" fmla="*/ 68642 w 2278896"/>
                <a:gd name="connsiteY9" fmla="*/ 450115 h 2693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78896" h="2693932">
                  <a:moveTo>
                    <a:pt x="68642" y="450115"/>
                  </a:moveTo>
                  <a:cubicBezTo>
                    <a:pt x="-114263" y="215926"/>
                    <a:pt x="83216" y="-45688"/>
                    <a:pt x="484778" y="251930"/>
                  </a:cubicBezTo>
                  <a:cubicBezTo>
                    <a:pt x="848240" y="-202927"/>
                    <a:pt x="1055044" y="83935"/>
                    <a:pt x="1077839" y="149849"/>
                  </a:cubicBezTo>
                  <a:cubicBezTo>
                    <a:pt x="1367334" y="72888"/>
                    <a:pt x="1253789" y="262103"/>
                    <a:pt x="1335921" y="333092"/>
                  </a:cubicBezTo>
                  <a:cubicBezTo>
                    <a:pt x="1541878" y="394556"/>
                    <a:pt x="1417170" y="455961"/>
                    <a:pt x="1475378" y="613880"/>
                  </a:cubicBezTo>
                  <a:cubicBezTo>
                    <a:pt x="1533586" y="771799"/>
                    <a:pt x="1567126" y="985636"/>
                    <a:pt x="1685171" y="1280604"/>
                  </a:cubicBezTo>
                  <a:lnTo>
                    <a:pt x="2278896" y="2345589"/>
                  </a:lnTo>
                  <a:lnTo>
                    <a:pt x="42335" y="2693932"/>
                  </a:lnTo>
                  <a:cubicBezTo>
                    <a:pt x="-79071" y="2277856"/>
                    <a:pt x="208191" y="1673093"/>
                    <a:pt x="363010" y="1257017"/>
                  </a:cubicBezTo>
                  <a:cubicBezTo>
                    <a:pt x="115662" y="759450"/>
                    <a:pt x="268365" y="852432"/>
                    <a:pt x="68642" y="450115"/>
                  </a:cubicBezTo>
                  <a:close/>
                </a:path>
              </a:pathLst>
            </a:custGeom>
            <a:solidFill>
              <a:srgbClr val="41A81D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1EF5C9C-CD70-1069-3B32-D9838AB62AD3}"/>
                </a:ext>
              </a:extLst>
            </p:cNvPr>
            <p:cNvSpPr/>
            <p:nvPr/>
          </p:nvSpPr>
          <p:spPr>
            <a:xfrm>
              <a:off x="2364343" y="1843316"/>
              <a:ext cx="2265714" cy="2786742"/>
            </a:xfrm>
            <a:custGeom>
              <a:avLst/>
              <a:gdLst>
                <a:gd name="connsiteX0" fmla="*/ 0 w 1611086"/>
                <a:gd name="connsiteY0" fmla="*/ 0 h 1596571"/>
                <a:gd name="connsiteX1" fmla="*/ 1611086 w 1611086"/>
                <a:gd name="connsiteY1" fmla="*/ 0 h 1596571"/>
                <a:gd name="connsiteX2" fmla="*/ 1611086 w 1611086"/>
                <a:gd name="connsiteY2" fmla="*/ 1596571 h 1596571"/>
                <a:gd name="connsiteX3" fmla="*/ 0 w 1611086"/>
                <a:gd name="connsiteY3" fmla="*/ 1596571 h 1596571"/>
                <a:gd name="connsiteX4" fmla="*/ 0 w 1611086"/>
                <a:gd name="connsiteY4" fmla="*/ 0 h 1596571"/>
                <a:gd name="connsiteX0" fmla="*/ 711200 w 2322286"/>
                <a:gd name="connsiteY0" fmla="*/ 0 h 1944914"/>
                <a:gd name="connsiteX1" fmla="*/ 2322286 w 2322286"/>
                <a:gd name="connsiteY1" fmla="*/ 0 h 1944914"/>
                <a:gd name="connsiteX2" fmla="*/ 2322286 w 2322286"/>
                <a:gd name="connsiteY2" fmla="*/ 1596571 h 1944914"/>
                <a:gd name="connsiteX3" fmla="*/ 0 w 2322286"/>
                <a:gd name="connsiteY3" fmla="*/ 1944914 h 1944914"/>
                <a:gd name="connsiteX4" fmla="*/ 711200 w 2322286"/>
                <a:gd name="connsiteY4" fmla="*/ 0 h 1944914"/>
                <a:gd name="connsiteX0" fmla="*/ 711200 w 2322286"/>
                <a:gd name="connsiteY0" fmla="*/ 0 h 1944914"/>
                <a:gd name="connsiteX1" fmla="*/ 2322286 w 2322286"/>
                <a:gd name="connsiteY1" fmla="*/ 0 h 1944914"/>
                <a:gd name="connsiteX2" fmla="*/ 2322286 w 2322286"/>
                <a:gd name="connsiteY2" fmla="*/ 1596571 h 1944914"/>
                <a:gd name="connsiteX3" fmla="*/ 0 w 2322286"/>
                <a:gd name="connsiteY3" fmla="*/ 1944914 h 1944914"/>
                <a:gd name="connsiteX4" fmla="*/ 406400 w 2322286"/>
                <a:gd name="connsiteY4" fmla="*/ 507999 h 1944914"/>
                <a:gd name="connsiteX5" fmla="*/ 711200 w 2322286"/>
                <a:gd name="connsiteY5" fmla="*/ 0 h 1944914"/>
                <a:gd name="connsiteX0" fmla="*/ 464457 w 2322286"/>
                <a:gd name="connsiteY0" fmla="*/ 0 h 2786742"/>
                <a:gd name="connsiteX1" fmla="*/ 2322286 w 2322286"/>
                <a:gd name="connsiteY1" fmla="*/ 841828 h 2786742"/>
                <a:gd name="connsiteX2" fmla="*/ 2322286 w 2322286"/>
                <a:gd name="connsiteY2" fmla="*/ 2438399 h 2786742"/>
                <a:gd name="connsiteX3" fmla="*/ 0 w 2322286"/>
                <a:gd name="connsiteY3" fmla="*/ 2786742 h 2786742"/>
                <a:gd name="connsiteX4" fmla="*/ 406400 w 2322286"/>
                <a:gd name="connsiteY4" fmla="*/ 1349827 h 2786742"/>
                <a:gd name="connsiteX5" fmla="*/ 464457 w 2322286"/>
                <a:gd name="connsiteY5" fmla="*/ 0 h 2786742"/>
                <a:gd name="connsiteX0" fmla="*/ 464457 w 2322286"/>
                <a:gd name="connsiteY0" fmla="*/ 0 h 2786742"/>
                <a:gd name="connsiteX1" fmla="*/ 1103086 w 2322286"/>
                <a:gd name="connsiteY1" fmla="*/ 740227 h 2786742"/>
                <a:gd name="connsiteX2" fmla="*/ 2322286 w 2322286"/>
                <a:gd name="connsiteY2" fmla="*/ 841828 h 2786742"/>
                <a:gd name="connsiteX3" fmla="*/ 2322286 w 2322286"/>
                <a:gd name="connsiteY3" fmla="*/ 2438399 h 2786742"/>
                <a:gd name="connsiteX4" fmla="*/ 0 w 2322286"/>
                <a:gd name="connsiteY4" fmla="*/ 2786742 h 2786742"/>
                <a:gd name="connsiteX5" fmla="*/ 406400 w 2322286"/>
                <a:gd name="connsiteY5" fmla="*/ 1349827 h 2786742"/>
                <a:gd name="connsiteX6" fmla="*/ 464457 w 2322286"/>
                <a:gd name="connsiteY6" fmla="*/ 0 h 2786742"/>
                <a:gd name="connsiteX0" fmla="*/ 464457 w 2322286"/>
                <a:gd name="connsiteY0" fmla="*/ 0 h 2786742"/>
                <a:gd name="connsiteX1" fmla="*/ 1103086 w 2322286"/>
                <a:gd name="connsiteY1" fmla="*/ 740227 h 2786742"/>
                <a:gd name="connsiteX2" fmla="*/ 1814286 w 2322286"/>
                <a:gd name="connsiteY2" fmla="*/ 1335314 h 2786742"/>
                <a:gd name="connsiteX3" fmla="*/ 2322286 w 2322286"/>
                <a:gd name="connsiteY3" fmla="*/ 2438399 h 2786742"/>
                <a:gd name="connsiteX4" fmla="*/ 0 w 2322286"/>
                <a:gd name="connsiteY4" fmla="*/ 2786742 h 2786742"/>
                <a:gd name="connsiteX5" fmla="*/ 406400 w 2322286"/>
                <a:gd name="connsiteY5" fmla="*/ 1349827 h 2786742"/>
                <a:gd name="connsiteX6" fmla="*/ 464457 w 2322286"/>
                <a:gd name="connsiteY6" fmla="*/ 0 h 2786742"/>
                <a:gd name="connsiteX0" fmla="*/ 464457 w 2322286"/>
                <a:gd name="connsiteY0" fmla="*/ 0 h 2786742"/>
                <a:gd name="connsiteX1" fmla="*/ 1103086 w 2322286"/>
                <a:gd name="connsiteY1" fmla="*/ 740227 h 2786742"/>
                <a:gd name="connsiteX2" fmla="*/ 1814286 w 2322286"/>
                <a:gd name="connsiteY2" fmla="*/ 1335314 h 2786742"/>
                <a:gd name="connsiteX3" fmla="*/ 2322286 w 2322286"/>
                <a:gd name="connsiteY3" fmla="*/ 2438399 h 2786742"/>
                <a:gd name="connsiteX4" fmla="*/ 0 w 2322286"/>
                <a:gd name="connsiteY4" fmla="*/ 2786742 h 2786742"/>
                <a:gd name="connsiteX5" fmla="*/ 406400 w 2322286"/>
                <a:gd name="connsiteY5" fmla="*/ 1349827 h 2786742"/>
                <a:gd name="connsiteX6" fmla="*/ 464457 w 2322286"/>
                <a:gd name="connsiteY6" fmla="*/ 0 h 2786742"/>
                <a:gd name="connsiteX0" fmla="*/ 464457 w 2322286"/>
                <a:gd name="connsiteY0" fmla="*/ 0 h 2786742"/>
                <a:gd name="connsiteX1" fmla="*/ 1103086 w 2322286"/>
                <a:gd name="connsiteY1" fmla="*/ 740227 h 2786742"/>
                <a:gd name="connsiteX2" fmla="*/ 1814286 w 2322286"/>
                <a:gd name="connsiteY2" fmla="*/ 1335314 h 2786742"/>
                <a:gd name="connsiteX3" fmla="*/ 2322286 w 2322286"/>
                <a:gd name="connsiteY3" fmla="*/ 2438399 h 2786742"/>
                <a:gd name="connsiteX4" fmla="*/ 0 w 2322286"/>
                <a:gd name="connsiteY4" fmla="*/ 2786742 h 2786742"/>
                <a:gd name="connsiteX5" fmla="*/ 406400 w 2322286"/>
                <a:gd name="connsiteY5" fmla="*/ 1349827 h 2786742"/>
                <a:gd name="connsiteX6" fmla="*/ 464457 w 2322286"/>
                <a:gd name="connsiteY6" fmla="*/ 0 h 2786742"/>
                <a:gd name="connsiteX0" fmla="*/ 464457 w 2322286"/>
                <a:gd name="connsiteY0" fmla="*/ 47620 h 2834362"/>
                <a:gd name="connsiteX1" fmla="*/ 978354 w 2322286"/>
                <a:gd name="connsiteY1" fmla="*/ 376004 h 2834362"/>
                <a:gd name="connsiteX2" fmla="*/ 1103086 w 2322286"/>
                <a:gd name="connsiteY2" fmla="*/ 787847 h 2834362"/>
                <a:gd name="connsiteX3" fmla="*/ 1814286 w 2322286"/>
                <a:gd name="connsiteY3" fmla="*/ 1382934 h 2834362"/>
                <a:gd name="connsiteX4" fmla="*/ 2322286 w 2322286"/>
                <a:gd name="connsiteY4" fmla="*/ 2486019 h 2834362"/>
                <a:gd name="connsiteX5" fmla="*/ 0 w 2322286"/>
                <a:gd name="connsiteY5" fmla="*/ 2834362 h 2834362"/>
                <a:gd name="connsiteX6" fmla="*/ 406400 w 2322286"/>
                <a:gd name="connsiteY6" fmla="*/ 1397447 h 2834362"/>
                <a:gd name="connsiteX7" fmla="*/ 464457 w 2322286"/>
                <a:gd name="connsiteY7" fmla="*/ 47620 h 2834362"/>
                <a:gd name="connsiteX0" fmla="*/ 464457 w 2322286"/>
                <a:gd name="connsiteY0" fmla="*/ 0 h 2786742"/>
                <a:gd name="connsiteX1" fmla="*/ 978354 w 2322286"/>
                <a:gd name="connsiteY1" fmla="*/ 328384 h 2786742"/>
                <a:gd name="connsiteX2" fmla="*/ 1103086 w 2322286"/>
                <a:gd name="connsiteY2" fmla="*/ 740227 h 2786742"/>
                <a:gd name="connsiteX3" fmla="*/ 1814286 w 2322286"/>
                <a:gd name="connsiteY3" fmla="*/ 1335314 h 2786742"/>
                <a:gd name="connsiteX4" fmla="*/ 2322286 w 2322286"/>
                <a:gd name="connsiteY4" fmla="*/ 2438399 h 2786742"/>
                <a:gd name="connsiteX5" fmla="*/ 0 w 2322286"/>
                <a:gd name="connsiteY5" fmla="*/ 2786742 h 2786742"/>
                <a:gd name="connsiteX6" fmla="*/ 406400 w 2322286"/>
                <a:gd name="connsiteY6" fmla="*/ 1349827 h 2786742"/>
                <a:gd name="connsiteX7" fmla="*/ 464457 w 2322286"/>
                <a:gd name="connsiteY7" fmla="*/ 0 h 2786742"/>
                <a:gd name="connsiteX0" fmla="*/ 464457 w 2322286"/>
                <a:gd name="connsiteY0" fmla="*/ 0 h 2786742"/>
                <a:gd name="connsiteX1" fmla="*/ 978354 w 2322286"/>
                <a:gd name="connsiteY1" fmla="*/ 328384 h 2786742"/>
                <a:gd name="connsiteX2" fmla="*/ 1103086 w 2322286"/>
                <a:gd name="connsiteY2" fmla="*/ 740227 h 2786742"/>
                <a:gd name="connsiteX3" fmla="*/ 1814286 w 2322286"/>
                <a:gd name="connsiteY3" fmla="*/ 1335314 h 2786742"/>
                <a:gd name="connsiteX4" fmla="*/ 2322286 w 2322286"/>
                <a:gd name="connsiteY4" fmla="*/ 2438399 h 2786742"/>
                <a:gd name="connsiteX5" fmla="*/ 0 w 2322286"/>
                <a:gd name="connsiteY5" fmla="*/ 2786742 h 2786742"/>
                <a:gd name="connsiteX6" fmla="*/ 406400 w 2322286"/>
                <a:gd name="connsiteY6" fmla="*/ 1349827 h 2786742"/>
                <a:gd name="connsiteX7" fmla="*/ 464457 w 2322286"/>
                <a:gd name="connsiteY7" fmla="*/ 0 h 2786742"/>
                <a:gd name="connsiteX0" fmla="*/ 464457 w 2322286"/>
                <a:gd name="connsiteY0" fmla="*/ 0 h 2786742"/>
                <a:gd name="connsiteX1" fmla="*/ 978354 w 2322286"/>
                <a:gd name="connsiteY1" fmla="*/ 328384 h 2786742"/>
                <a:gd name="connsiteX2" fmla="*/ 1103086 w 2322286"/>
                <a:gd name="connsiteY2" fmla="*/ 740227 h 2786742"/>
                <a:gd name="connsiteX3" fmla="*/ 1728561 w 2322286"/>
                <a:gd name="connsiteY3" fmla="*/ 1373414 h 2786742"/>
                <a:gd name="connsiteX4" fmla="*/ 2322286 w 2322286"/>
                <a:gd name="connsiteY4" fmla="*/ 2438399 h 2786742"/>
                <a:gd name="connsiteX5" fmla="*/ 0 w 2322286"/>
                <a:gd name="connsiteY5" fmla="*/ 2786742 h 2786742"/>
                <a:gd name="connsiteX6" fmla="*/ 406400 w 2322286"/>
                <a:gd name="connsiteY6" fmla="*/ 1349827 h 2786742"/>
                <a:gd name="connsiteX7" fmla="*/ 464457 w 2322286"/>
                <a:gd name="connsiteY7" fmla="*/ 0 h 2786742"/>
                <a:gd name="connsiteX0" fmla="*/ 464457 w 2322286"/>
                <a:gd name="connsiteY0" fmla="*/ 0 h 2786742"/>
                <a:gd name="connsiteX1" fmla="*/ 978354 w 2322286"/>
                <a:gd name="connsiteY1" fmla="*/ 328384 h 2786742"/>
                <a:gd name="connsiteX2" fmla="*/ 1103086 w 2322286"/>
                <a:gd name="connsiteY2" fmla="*/ 740227 h 2786742"/>
                <a:gd name="connsiteX3" fmla="*/ 1728561 w 2322286"/>
                <a:gd name="connsiteY3" fmla="*/ 1373414 h 2786742"/>
                <a:gd name="connsiteX4" fmla="*/ 2322286 w 2322286"/>
                <a:gd name="connsiteY4" fmla="*/ 2438399 h 2786742"/>
                <a:gd name="connsiteX5" fmla="*/ 0 w 2322286"/>
                <a:gd name="connsiteY5" fmla="*/ 2786742 h 2786742"/>
                <a:gd name="connsiteX6" fmla="*/ 406400 w 2322286"/>
                <a:gd name="connsiteY6" fmla="*/ 1349827 h 2786742"/>
                <a:gd name="connsiteX7" fmla="*/ 464457 w 2322286"/>
                <a:gd name="connsiteY7" fmla="*/ 0 h 2786742"/>
                <a:gd name="connsiteX0" fmla="*/ 464457 w 2322286"/>
                <a:gd name="connsiteY0" fmla="*/ 0 h 2786742"/>
                <a:gd name="connsiteX1" fmla="*/ 978354 w 2322286"/>
                <a:gd name="connsiteY1" fmla="*/ 328384 h 2786742"/>
                <a:gd name="connsiteX2" fmla="*/ 1103086 w 2322286"/>
                <a:gd name="connsiteY2" fmla="*/ 740227 h 2786742"/>
                <a:gd name="connsiteX3" fmla="*/ 1728561 w 2322286"/>
                <a:gd name="connsiteY3" fmla="*/ 1373414 h 2786742"/>
                <a:gd name="connsiteX4" fmla="*/ 2322286 w 2322286"/>
                <a:gd name="connsiteY4" fmla="*/ 2438399 h 2786742"/>
                <a:gd name="connsiteX5" fmla="*/ 0 w 2322286"/>
                <a:gd name="connsiteY5" fmla="*/ 2786742 h 2786742"/>
                <a:gd name="connsiteX6" fmla="*/ 406400 w 2322286"/>
                <a:gd name="connsiteY6" fmla="*/ 1349827 h 2786742"/>
                <a:gd name="connsiteX7" fmla="*/ 464457 w 2322286"/>
                <a:gd name="connsiteY7" fmla="*/ 0 h 2786742"/>
                <a:gd name="connsiteX0" fmla="*/ 464457 w 2322286"/>
                <a:gd name="connsiteY0" fmla="*/ 0 h 2786742"/>
                <a:gd name="connsiteX1" fmla="*/ 978354 w 2322286"/>
                <a:gd name="connsiteY1" fmla="*/ 328384 h 2786742"/>
                <a:gd name="connsiteX2" fmla="*/ 1103086 w 2322286"/>
                <a:gd name="connsiteY2" fmla="*/ 740227 h 2786742"/>
                <a:gd name="connsiteX3" fmla="*/ 1728561 w 2322286"/>
                <a:gd name="connsiteY3" fmla="*/ 1373414 h 2786742"/>
                <a:gd name="connsiteX4" fmla="*/ 2322286 w 2322286"/>
                <a:gd name="connsiteY4" fmla="*/ 2438399 h 2786742"/>
                <a:gd name="connsiteX5" fmla="*/ 0 w 2322286"/>
                <a:gd name="connsiteY5" fmla="*/ 2786742 h 2786742"/>
                <a:gd name="connsiteX6" fmla="*/ 406400 w 2322286"/>
                <a:gd name="connsiteY6" fmla="*/ 1349827 h 2786742"/>
                <a:gd name="connsiteX7" fmla="*/ 464457 w 2322286"/>
                <a:gd name="connsiteY7" fmla="*/ 0 h 2786742"/>
                <a:gd name="connsiteX0" fmla="*/ 488350 w 2346179"/>
                <a:gd name="connsiteY0" fmla="*/ 0 h 2786742"/>
                <a:gd name="connsiteX1" fmla="*/ 1002247 w 2346179"/>
                <a:gd name="connsiteY1" fmla="*/ 328384 h 2786742"/>
                <a:gd name="connsiteX2" fmla="*/ 1126979 w 2346179"/>
                <a:gd name="connsiteY2" fmla="*/ 740227 h 2786742"/>
                <a:gd name="connsiteX3" fmla="*/ 1752454 w 2346179"/>
                <a:gd name="connsiteY3" fmla="*/ 1373414 h 2786742"/>
                <a:gd name="connsiteX4" fmla="*/ 2346179 w 2346179"/>
                <a:gd name="connsiteY4" fmla="*/ 2438399 h 2786742"/>
                <a:gd name="connsiteX5" fmla="*/ 23893 w 2346179"/>
                <a:gd name="connsiteY5" fmla="*/ 2786742 h 2786742"/>
                <a:gd name="connsiteX6" fmla="*/ 430293 w 2346179"/>
                <a:gd name="connsiteY6" fmla="*/ 1349827 h 2786742"/>
                <a:gd name="connsiteX7" fmla="*/ 488350 w 2346179"/>
                <a:gd name="connsiteY7" fmla="*/ 0 h 2786742"/>
                <a:gd name="connsiteX0" fmla="*/ 407885 w 2265714"/>
                <a:gd name="connsiteY0" fmla="*/ 0 h 2786742"/>
                <a:gd name="connsiteX1" fmla="*/ 921782 w 2265714"/>
                <a:gd name="connsiteY1" fmla="*/ 328384 h 2786742"/>
                <a:gd name="connsiteX2" fmla="*/ 1046514 w 2265714"/>
                <a:gd name="connsiteY2" fmla="*/ 740227 h 2786742"/>
                <a:gd name="connsiteX3" fmla="*/ 1671989 w 2265714"/>
                <a:gd name="connsiteY3" fmla="*/ 1373414 h 2786742"/>
                <a:gd name="connsiteX4" fmla="*/ 2265714 w 2265714"/>
                <a:gd name="connsiteY4" fmla="*/ 2438399 h 2786742"/>
                <a:gd name="connsiteX5" fmla="*/ 29153 w 2265714"/>
                <a:gd name="connsiteY5" fmla="*/ 2786742 h 2786742"/>
                <a:gd name="connsiteX6" fmla="*/ 349828 w 2265714"/>
                <a:gd name="connsiteY6" fmla="*/ 1349827 h 2786742"/>
                <a:gd name="connsiteX7" fmla="*/ 407885 w 2265714"/>
                <a:gd name="connsiteY7" fmla="*/ 0 h 278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65714" h="2786742">
                  <a:moveTo>
                    <a:pt x="407885" y="0"/>
                  </a:moveTo>
                  <a:cubicBezTo>
                    <a:pt x="604811" y="199647"/>
                    <a:pt x="815344" y="205013"/>
                    <a:pt x="921782" y="328384"/>
                  </a:cubicBezTo>
                  <a:cubicBezTo>
                    <a:pt x="1028220" y="451755"/>
                    <a:pt x="894492" y="561293"/>
                    <a:pt x="1046514" y="740227"/>
                  </a:cubicBezTo>
                  <a:cubicBezTo>
                    <a:pt x="1331206" y="814764"/>
                    <a:pt x="1609093" y="841223"/>
                    <a:pt x="1671989" y="1373414"/>
                  </a:cubicBezTo>
                  <a:lnTo>
                    <a:pt x="2265714" y="2438399"/>
                  </a:lnTo>
                  <a:lnTo>
                    <a:pt x="29153" y="2786742"/>
                  </a:lnTo>
                  <a:cubicBezTo>
                    <a:pt x="-92253" y="2370666"/>
                    <a:pt x="195009" y="1765903"/>
                    <a:pt x="349828" y="1349827"/>
                  </a:cubicBezTo>
                  <a:cubicBezTo>
                    <a:pt x="102480" y="852260"/>
                    <a:pt x="607608" y="402317"/>
                    <a:pt x="407885" y="0"/>
                  </a:cubicBezTo>
                  <a:close/>
                </a:path>
              </a:pathLst>
            </a:custGeom>
            <a:solidFill>
              <a:srgbClr val="82ED5C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4E87B3C-5005-2DEC-BE3B-C01AEBE93928}"/>
                </a:ext>
              </a:extLst>
            </p:cNvPr>
            <p:cNvSpPr/>
            <p:nvPr/>
          </p:nvSpPr>
          <p:spPr>
            <a:xfrm>
              <a:off x="1933207" y="1064428"/>
              <a:ext cx="6277176" cy="5652909"/>
            </a:xfrm>
            <a:custGeom>
              <a:avLst/>
              <a:gdLst>
                <a:gd name="connsiteX0" fmla="*/ 0 w 991891"/>
                <a:gd name="connsiteY0" fmla="*/ 0 h 1104254"/>
                <a:gd name="connsiteX1" fmla="*/ 991891 w 991891"/>
                <a:gd name="connsiteY1" fmla="*/ 0 h 1104254"/>
                <a:gd name="connsiteX2" fmla="*/ 991891 w 991891"/>
                <a:gd name="connsiteY2" fmla="*/ 1104254 h 1104254"/>
                <a:gd name="connsiteX3" fmla="*/ 0 w 991891"/>
                <a:gd name="connsiteY3" fmla="*/ 1104254 h 1104254"/>
                <a:gd name="connsiteX4" fmla="*/ 0 w 991891"/>
                <a:gd name="connsiteY4" fmla="*/ 0 h 1104254"/>
                <a:gd name="connsiteX0" fmla="*/ 1587500 w 2579391"/>
                <a:gd name="connsiteY0" fmla="*/ 0 h 2412354"/>
                <a:gd name="connsiteX1" fmla="*/ 2579391 w 2579391"/>
                <a:gd name="connsiteY1" fmla="*/ 0 h 2412354"/>
                <a:gd name="connsiteX2" fmla="*/ 2579391 w 2579391"/>
                <a:gd name="connsiteY2" fmla="*/ 1104254 h 2412354"/>
                <a:gd name="connsiteX3" fmla="*/ 0 w 2579391"/>
                <a:gd name="connsiteY3" fmla="*/ 2412354 h 2412354"/>
                <a:gd name="connsiteX4" fmla="*/ 1587500 w 2579391"/>
                <a:gd name="connsiteY4" fmla="*/ 0 h 2412354"/>
                <a:gd name="connsiteX0" fmla="*/ 0 w 2731791"/>
                <a:gd name="connsiteY0" fmla="*/ 2006600 h 2412354"/>
                <a:gd name="connsiteX1" fmla="*/ 2731791 w 2731791"/>
                <a:gd name="connsiteY1" fmla="*/ 0 h 2412354"/>
                <a:gd name="connsiteX2" fmla="*/ 2731791 w 2731791"/>
                <a:gd name="connsiteY2" fmla="*/ 1104254 h 2412354"/>
                <a:gd name="connsiteX3" fmla="*/ 152400 w 2731791"/>
                <a:gd name="connsiteY3" fmla="*/ 2412354 h 2412354"/>
                <a:gd name="connsiteX4" fmla="*/ 0 w 2731791"/>
                <a:gd name="connsiteY4" fmla="*/ 2006600 h 2412354"/>
                <a:gd name="connsiteX0" fmla="*/ 0 w 2731791"/>
                <a:gd name="connsiteY0" fmla="*/ 4432300 h 4838054"/>
                <a:gd name="connsiteX1" fmla="*/ 2490491 w 2731791"/>
                <a:gd name="connsiteY1" fmla="*/ 0 h 4838054"/>
                <a:gd name="connsiteX2" fmla="*/ 2731791 w 2731791"/>
                <a:gd name="connsiteY2" fmla="*/ 3529954 h 4838054"/>
                <a:gd name="connsiteX3" fmla="*/ 152400 w 2731791"/>
                <a:gd name="connsiteY3" fmla="*/ 4838054 h 4838054"/>
                <a:gd name="connsiteX4" fmla="*/ 0 w 2731791"/>
                <a:gd name="connsiteY4" fmla="*/ 4432300 h 4838054"/>
                <a:gd name="connsiteX0" fmla="*/ 0 w 2731791"/>
                <a:gd name="connsiteY0" fmla="*/ 4751614 h 5157368"/>
                <a:gd name="connsiteX1" fmla="*/ 2374376 w 2731791"/>
                <a:gd name="connsiteY1" fmla="*/ 0 h 5157368"/>
                <a:gd name="connsiteX2" fmla="*/ 2731791 w 2731791"/>
                <a:gd name="connsiteY2" fmla="*/ 3849268 h 5157368"/>
                <a:gd name="connsiteX3" fmla="*/ 152400 w 2731791"/>
                <a:gd name="connsiteY3" fmla="*/ 5157368 h 5157368"/>
                <a:gd name="connsiteX4" fmla="*/ 0 w 2731791"/>
                <a:gd name="connsiteY4" fmla="*/ 4751614 h 5157368"/>
                <a:gd name="connsiteX0" fmla="*/ 0 w 2854548"/>
                <a:gd name="connsiteY0" fmla="*/ 4751614 h 5157368"/>
                <a:gd name="connsiteX1" fmla="*/ 2374376 w 2854548"/>
                <a:gd name="connsiteY1" fmla="*/ 0 h 5157368"/>
                <a:gd name="connsiteX2" fmla="*/ 2854548 w 2854548"/>
                <a:gd name="connsiteY2" fmla="*/ 179614 h 5157368"/>
                <a:gd name="connsiteX3" fmla="*/ 2731791 w 2854548"/>
                <a:gd name="connsiteY3" fmla="*/ 3849268 h 5157368"/>
                <a:gd name="connsiteX4" fmla="*/ 152400 w 2854548"/>
                <a:gd name="connsiteY4" fmla="*/ 5157368 h 5157368"/>
                <a:gd name="connsiteX5" fmla="*/ 0 w 2854548"/>
                <a:gd name="connsiteY5" fmla="*/ 4751614 h 5157368"/>
                <a:gd name="connsiteX0" fmla="*/ 0 w 2999801"/>
                <a:gd name="connsiteY0" fmla="*/ 4751614 h 5157368"/>
                <a:gd name="connsiteX1" fmla="*/ 2374376 w 2999801"/>
                <a:gd name="connsiteY1" fmla="*/ 0 h 5157368"/>
                <a:gd name="connsiteX2" fmla="*/ 2854548 w 2999801"/>
                <a:gd name="connsiteY2" fmla="*/ 179614 h 5157368"/>
                <a:gd name="connsiteX3" fmla="*/ 2999690 w 2999801"/>
                <a:gd name="connsiteY3" fmla="*/ 78014 h 5157368"/>
                <a:gd name="connsiteX4" fmla="*/ 2731791 w 2999801"/>
                <a:gd name="connsiteY4" fmla="*/ 3849268 h 5157368"/>
                <a:gd name="connsiteX5" fmla="*/ 152400 w 2999801"/>
                <a:gd name="connsiteY5" fmla="*/ 5157368 h 5157368"/>
                <a:gd name="connsiteX6" fmla="*/ 0 w 2999801"/>
                <a:gd name="connsiteY6" fmla="*/ 4751614 h 5157368"/>
                <a:gd name="connsiteX0" fmla="*/ 0 w 3116825"/>
                <a:gd name="connsiteY0" fmla="*/ 4751614 h 5157368"/>
                <a:gd name="connsiteX1" fmla="*/ 2374376 w 3116825"/>
                <a:gd name="connsiteY1" fmla="*/ 0 h 5157368"/>
                <a:gd name="connsiteX2" fmla="*/ 2854548 w 3116825"/>
                <a:gd name="connsiteY2" fmla="*/ 179614 h 5157368"/>
                <a:gd name="connsiteX3" fmla="*/ 2999690 w 3116825"/>
                <a:gd name="connsiteY3" fmla="*/ 78014 h 5157368"/>
                <a:gd name="connsiteX4" fmla="*/ 3115804 w 3116825"/>
                <a:gd name="connsiteY4" fmla="*/ 281214 h 5157368"/>
                <a:gd name="connsiteX5" fmla="*/ 2731791 w 3116825"/>
                <a:gd name="connsiteY5" fmla="*/ 3849268 h 5157368"/>
                <a:gd name="connsiteX6" fmla="*/ 152400 w 3116825"/>
                <a:gd name="connsiteY6" fmla="*/ 5157368 h 5157368"/>
                <a:gd name="connsiteX7" fmla="*/ 0 w 3116825"/>
                <a:gd name="connsiteY7" fmla="*/ 4751614 h 5157368"/>
                <a:gd name="connsiteX0" fmla="*/ 0 w 3159658"/>
                <a:gd name="connsiteY0" fmla="*/ 4753735 h 5159489"/>
                <a:gd name="connsiteX1" fmla="*/ 2374376 w 3159658"/>
                <a:gd name="connsiteY1" fmla="*/ 2121 h 5159489"/>
                <a:gd name="connsiteX2" fmla="*/ 2854548 w 3159658"/>
                <a:gd name="connsiteY2" fmla="*/ 181735 h 5159489"/>
                <a:gd name="connsiteX3" fmla="*/ 2999690 w 3159658"/>
                <a:gd name="connsiteY3" fmla="*/ 80135 h 5159489"/>
                <a:gd name="connsiteX4" fmla="*/ 3115804 w 3159658"/>
                <a:gd name="connsiteY4" fmla="*/ 283335 h 5159489"/>
                <a:gd name="connsiteX5" fmla="*/ 3159347 w 3159658"/>
                <a:gd name="connsiteY5" fmla="*/ 7564 h 5159489"/>
                <a:gd name="connsiteX6" fmla="*/ 2731791 w 3159658"/>
                <a:gd name="connsiteY6" fmla="*/ 3851389 h 5159489"/>
                <a:gd name="connsiteX7" fmla="*/ 152400 w 3159658"/>
                <a:gd name="connsiteY7" fmla="*/ 5159489 h 5159489"/>
                <a:gd name="connsiteX8" fmla="*/ 0 w 3159658"/>
                <a:gd name="connsiteY8" fmla="*/ 4753735 h 5159489"/>
                <a:gd name="connsiteX0" fmla="*/ 0 w 3421501"/>
                <a:gd name="connsiteY0" fmla="*/ 4753735 h 5159489"/>
                <a:gd name="connsiteX1" fmla="*/ 2374376 w 3421501"/>
                <a:gd name="connsiteY1" fmla="*/ 2121 h 5159489"/>
                <a:gd name="connsiteX2" fmla="*/ 2854548 w 3421501"/>
                <a:gd name="connsiteY2" fmla="*/ 181735 h 5159489"/>
                <a:gd name="connsiteX3" fmla="*/ 2999690 w 3421501"/>
                <a:gd name="connsiteY3" fmla="*/ 80135 h 5159489"/>
                <a:gd name="connsiteX4" fmla="*/ 3115804 w 3421501"/>
                <a:gd name="connsiteY4" fmla="*/ 283335 h 5159489"/>
                <a:gd name="connsiteX5" fmla="*/ 3159347 w 3421501"/>
                <a:gd name="connsiteY5" fmla="*/ 7564 h 5159489"/>
                <a:gd name="connsiteX6" fmla="*/ 3420603 w 3421501"/>
                <a:gd name="connsiteY6" fmla="*/ 399450 h 5159489"/>
                <a:gd name="connsiteX7" fmla="*/ 2731791 w 3421501"/>
                <a:gd name="connsiteY7" fmla="*/ 3851389 h 5159489"/>
                <a:gd name="connsiteX8" fmla="*/ 152400 w 3421501"/>
                <a:gd name="connsiteY8" fmla="*/ 5159489 h 5159489"/>
                <a:gd name="connsiteX9" fmla="*/ 0 w 3421501"/>
                <a:gd name="connsiteY9" fmla="*/ 4753735 h 5159489"/>
                <a:gd name="connsiteX0" fmla="*/ 0 w 3683208"/>
                <a:gd name="connsiteY0" fmla="*/ 4753735 h 5159489"/>
                <a:gd name="connsiteX1" fmla="*/ 2374376 w 3683208"/>
                <a:gd name="connsiteY1" fmla="*/ 2121 h 5159489"/>
                <a:gd name="connsiteX2" fmla="*/ 2854548 w 3683208"/>
                <a:gd name="connsiteY2" fmla="*/ 181735 h 5159489"/>
                <a:gd name="connsiteX3" fmla="*/ 2999690 w 3683208"/>
                <a:gd name="connsiteY3" fmla="*/ 80135 h 5159489"/>
                <a:gd name="connsiteX4" fmla="*/ 3115804 w 3683208"/>
                <a:gd name="connsiteY4" fmla="*/ 283335 h 5159489"/>
                <a:gd name="connsiteX5" fmla="*/ 3159347 w 3683208"/>
                <a:gd name="connsiteY5" fmla="*/ 7564 h 5159489"/>
                <a:gd name="connsiteX6" fmla="*/ 3420603 w 3683208"/>
                <a:gd name="connsiteY6" fmla="*/ 399450 h 5159489"/>
                <a:gd name="connsiteX7" fmla="*/ 3681860 w 3683208"/>
                <a:gd name="connsiteY7" fmla="*/ 747793 h 5159489"/>
                <a:gd name="connsiteX8" fmla="*/ 2731791 w 3683208"/>
                <a:gd name="connsiteY8" fmla="*/ 3851389 h 5159489"/>
                <a:gd name="connsiteX9" fmla="*/ 152400 w 3683208"/>
                <a:gd name="connsiteY9" fmla="*/ 5159489 h 5159489"/>
                <a:gd name="connsiteX10" fmla="*/ 0 w 3683208"/>
                <a:gd name="connsiteY10" fmla="*/ 4753735 h 5159489"/>
                <a:gd name="connsiteX0" fmla="*/ 0 w 3871240"/>
                <a:gd name="connsiteY0" fmla="*/ 4753735 h 5159489"/>
                <a:gd name="connsiteX1" fmla="*/ 2374376 w 3871240"/>
                <a:gd name="connsiteY1" fmla="*/ 2121 h 5159489"/>
                <a:gd name="connsiteX2" fmla="*/ 2854548 w 3871240"/>
                <a:gd name="connsiteY2" fmla="*/ 181735 h 5159489"/>
                <a:gd name="connsiteX3" fmla="*/ 2999690 w 3871240"/>
                <a:gd name="connsiteY3" fmla="*/ 80135 h 5159489"/>
                <a:gd name="connsiteX4" fmla="*/ 3115804 w 3871240"/>
                <a:gd name="connsiteY4" fmla="*/ 283335 h 5159489"/>
                <a:gd name="connsiteX5" fmla="*/ 3159347 w 3871240"/>
                <a:gd name="connsiteY5" fmla="*/ 7564 h 5159489"/>
                <a:gd name="connsiteX6" fmla="*/ 3420603 w 3871240"/>
                <a:gd name="connsiteY6" fmla="*/ 399450 h 5159489"/>
                <a:gd name="connsiteX7" fmla="*/ 3681860 w 3871240"/>
                <a:gd name="connsiteY7" fmla="*/ 747793 h 5159489"/>
                <a:gd name="connsiteX8" fmla="*/ 3870545 w 3871240"/>
                <a:gd name="connsiteY8" fmla="*/ 472022 h 5159489"/>
                <a:gd name="connsiteX9" fmla="*/ 2731791 w 3871240"/>
                <a:gd name="connsiteY9" fmla="*/ 3851389 h 5159489"/>
                <a:gd name="connsiteX10" fmla="*/ 152400 w 3871240"/>
                <a:gd name="connsiteY10" fmla="*/ 5159489 h 5159489"/>
                <a:gd name="connsiteX11" fmla="*/ 0 w 3871240"/>
                <a:gd name="connsiteY11" fmla="*/ 4753735 h 5159489"/>
                <a:gd name="connsiteX0" fmla="*/ 0 w 4010087"/>
                <a:gd name="connsiteY0" fmla="*/ 4753735 h 5159489"/>
                <a:gd name="connsiteX1" fmla="*/ 2374376 w 4010087"/>
                <a:gd name="connsiteY1" fmla="*/ 2121 h 5159489"/>
                <a:gd name="connsiteX2" fmla="*/ 2854548 w 4010087"/>
                <a:gd name="connsiteY2" fmla="*/ 181735 h 5159489"/>
                <a:gd name="connsiteX3" fmla="*/ 2999690 w 4010087"/>
                <a:gd name="connsiteY3" fmla="*/ 80135 h 5159489"/>
                <a:gd name="connsiteX4" fmla="*/ 3115804 w 4010087"/>
                <a:gd name="connsiteY4" fmla="*/ 283335 h 5159489"/>
                <a:gd name="connsiteX5" fmla="*/ 3159347 w 4010087"/>
                <a:gd name="connsiteY5" fmla="*/ 7564 h 5159489"/>
                <a:gd name="connsiteX6" fmla="*/ 3420603 w 4010087"/>
                <a:gd name="connsiteY6" fmla="*/ 399450 h 5159489"/>
                <a:gd name="connsiteX7" fmla="*/ 3681860 w 4010087"/>
                <a:gd name="connsiteY7" fmla="*/ 747793 h 5159489"/>
                <a:gd name="connsiteX8" fmla="*/ 3870545 w 4010087"/>
                <a:gd name="connsiteY8" fmla="*/ 472022 h 5159489"/>
                <a:gd name="connsiteX9" fmla="*/ 4001173 w 4010087"/>
                <a:gd name="connsiteY9" fmla="*/ 762307 h 5159489"/>
                <a:gd name="connsiteX10" fmla="*/ 2731791 w 4010087"/>
                <a:gd name="connsiteY10" fmla="*/ 3851389 h 5159489"/>
                <a:gd name="connsiteX11" fmla="*/ 152400 w 4010087"/>
                <a:gd name="connsiteY11" fmla="*/ 5159489 h 5159489"/>
                <a:gd name="connsiteX12" fmla="*/ 0 w 4010087"/>
                <a:gd name="connsiteY12" fmla="*/ 4753735 h 5159489"/>
                <a:gd name="connsiteX0" fmla="*/ 0 w 4322590"/>
                <a:gd name="connsiteY0" fmla="*/ 4753735 h 5159489"/>
                <a:gd name="connsiteX1" fmla="*/ 2374376 w 4322590"/>
                <a:gd name="connsiteY1" fmla="*/ 2121 h 5159489"/>
                <a:gd name="connsiteX2" fmla="*/ 2854548 w 4322590"/>
                <a:gd name="connsiteY2" fmla="*/ 181735 h 5159489"/>
                <a:gd name="connsiteX3" fmla="*/ 2999690 w 4322590"/>
                <a:gd name="connsiteY3" fmla="*/ 80135 h 5159489"/>
                <a:gd name="connsiteX4" fmla="*/ 3115804 w 4322590"/>
                <a:gd name="connsiteY4" fmla="*/ 283335 h 5159489"/>
                <a:gd name="connsiteX5" fmla="*/ 3159347 w 4322590"/>
                <a:gd name="connsiteY5" fmla="*/ 7564 h 5159489"/>
                <a:gd name="connsiteX6" fmla="*/ 3420603 w 4322590"/>
                <a:gd name="connsiteY6" fmla="*/ 399450 h 5159489"/>
                <a:gd name="connsiteX7" fmla="*/ 3681860 w 4322590"/>
                <a:gd name="connsiteY7" fmla="*/ 747793 h 5159489"/>
                <a:gd name="connsiteX8" fmla="*/ 3870545 w 4322590"/>
                <a:gd name="connsiteY8" fmla="*/ 472022 h 5159489"/>
                <a:gd name="connsiteX9" fmla="*/ 4001173 w 4322590"/>
                <a:gd name="connsiteY9" fmla="*/ 762307 h 5159489"/>
                <a:gd name="connsiteX10" fmla="*/ 4320488 w 4322590"/>
                <a:gd name="connsiteY10" fmla="*/ 921965 h 5159489"/>
                <a:gd name="connsiteX11" fmla="*/ 2731791 w 4322590"/>
                <a:gd name="connsiteY11" fmla="*/ 3851389 h 5159489"/>
                <a:gd name="connsiteX12" fmla="*/ 152400 w 4322590"/>
                <a:gd name="connsiteY12" fmla="*/ 5159489 h 5159489"/>
                <a:gd name="connsiteX13" fmla="*/ 0 w 4322590"/>
                <a:gd name="connsiteY13" fmla="*/ 4753735 h 5159489"/>
                <a:gd name="connsiteX0" fmla="*/ 0 w 4322750"/>
                <a:gd name="connsiteY0" fmla="*/ 4753735 h 5159489"/>
                <a:gd name="connsiteX1" fmla="*/ 2374376 w 4322750"/>
                <a:gd name="connsiteY1" fmla="*/ 2121 h 5159489"/>
                <a:gd name="connsiteX2" fmla="*/ 2854548 w 4322750"/>
                <a:gd name="connsiteY2" fmla="*/ 181735 h 5159489"/>
                <a:gd name="connsiteX3" fmla="*/ 2999690 w 4322750"/>
                <a:gd name="connsiteY3" fmla="*/ 80135 h 5159489"/>
                <a:gd name="connsiteX4" fmla="*/ 3115804 w 4322750"/>
                <a:gd name="connsiteY4" fmla="*/ 283335 h 5159489"/>
                <a:gd name="connsiteX5" fmla="*/ 3159347 w 4322750"/>
                <a:gd name="connsiteY5" fmla="*/ 7564 h 5159489"/>
                <a:gd name="connsiteX6" fmla="*/ 3420603 w 4322750"/>
                <a:gd name="connsiteY6" fmla="*/ 399450 h 5159489"/>
                <a:gd name="connsiteX7" fmla="*/ 3681860 w 4322750"/>
                <a:gd name="connsiteY7" fmla="*/ 747793 h 5159489"/>
                <a:gd name="connsiteX8" fmla="*/ 3870545 w 4322750"/>
                <a:gd name="connsiteY8" fmla="*/ 472022 h 5159489"/>
                <a:gd name="connsiteX9" fmla="*/ 4030201 w 4322750"/>
                <a:gd name="connsiteY9" fmla="*/ 631679 h 5159489"/>
                <a:gd name="connsiteX10" fmla="*/ 4320488 w 4322750"/>
                <a:gd name="connsiteY10" fmla="*/ 921965 h 5159489"/>
                <a:gd name="connsiteX11" fmla="*/ 2731791 w 4322750"/>
                <a:gd name="connsiteY11" fmla="*/ 3851389 h 5159489"/>
                <a:gd name="connsiteX12" fmla="*/ 152400 w 4322750"/>
                <a:gd name="connsiteY12" fmla="*/ 5159489 h 5159489"/>
                <a:gd name="connsiteX13" fmla="*/ 0 w 4322750"/>
                <a:gd name="connsiteY13" fmla="*/ 4753735 h 5159489"/>
                <a:gd name="connsiteX0" fmla="*/ 0 w 4471096"/>
                <a:gd name="connsiteY0" fmla="*/ 4753735 h 5159489"/>
                <a:gd name="connsiteX1" fmla="*/ 2374376 w 4471096"/>
                <a:gd name="connsiteY1" fmla="*/ 2121 h 5159489"/>
                <a:gd name="connsiteX2" fmla="*/ 2854548 w 4471096"/>
                <a:gd name="connsiteY2" fmla="*/ 181735 h 5159489"/>
                <a:gd name="connsiteX3" fmla="*/ 2999690 w 4471096"/>
                <a:gd name="connsiteY3" fmla="*/ 80135 h 5159489"/>
                <a:gd name="connsiteX4" fmla="*/ 3115804 w 4471096"/>
                <a:gd name="connsiteY4" fmla="*/ 283335 h 5159489"/>
                <a:gd name="connsiteX5" fmla="*/ 3159347 w 4471096"/>
                <a:gd name="connsiteY5" fmla="*/ 7564 h 5159489"/>
                <a:gd name="connsiteX6" fmla="*/ 3420603 w 4471096"/>
                <a:gd name="connsiteY6" fmla="*/ 399450 h 5159489"/>
                <a:gd name="connsiteX7" fmla="*/ 3681860 w 4471096"/>
                <a:gd name="connsiteY7" fmla="*/ 747793 h 5159489"/>
                <a:gd name="connsiteX8" fmla="*/ 3870545 w 4471096"/>
                <a:gd name="connsiteY8" fmla="*/ 472022 h 5159489"/>
                <a:gd name="connsiteX9" fmla="*/ 4030201 w 4471096"/>
                <a:gd name="connsiteY9" fmla="*/ 631679 h 5159489"/>
                <a:gd name="connsiteX10" fmla="*/ 4320488 w 4471096"/>
                <a:gd name="connsiteY10" fmla="*/ 921965 h 5159489"/>
                <a:gd name="connsiteX11" fmla="*/ 4465630 w 4471096"/>
                <a:gd name="connsiteY11" fmla="*/ 1429965 h 5159489"/>
                <a:gd name="connsiteX12" fmla="*/ 2731791 w 4471096"/>
                <a:gd name="connsiteY12" fmla="*/ 3851389 h 5159489"/>
                <a:gd name="connsiteX13" fmla="*/ 152400 w 4471096"/>
                <a:gd name="connsiteY13" fmla="*/ 5159489 h 5159489"/>
                <a:gd name="connsiteX14" fmla="*/ 0 w 4471096"/>
                <a:gd name="connsiteY14" fmla="*/ 4753735 h 5159489"/>
                <a:gd name="connsiteX0" fmla="*/ 0 w 4570751"/>
                <a:gd name="connsiteY0" fmla="*/ 4753735 h 5159489"/>
                <a:gd name="connsiteX1" fmla="*/ 2374376 w 4570751"/>
                <a:gd name="connsiteY1" fmla="*/ 2121 h 5159489"/>
                <a:gd name="connsiteX2" fmla="*/ 2854548 w 4570751"/>
                <a:gd name="connsiteY2" fmla="*/ 181735 h 5159489"/>
                <a:gd name="connsiteX3" fmla="*/ 2999690 w 4570751"/>
                <a:gd name="connsiteY3" fmla="*/ 80135 h 5159489"/>
                <a:gd name="connsiteX4" fmla="*/ 3115804 w 4570751"/>
                <a:gd name="connsiteY4" fmla="*/ 283335 h 5159489"/>
                <a:gd name="connsiteX5" fmla="*/ 3159347 w 4570751"/>
                <a:gd name="connsiteY5" fmla="*/ 7564 h 5159489"/>
                <a:gd name="connsiteX6" fmla="*/ 3420603 w 4570751"/>
                <a:gd name="connsiteY6" fmla="*/ 399450 h 5159489"/>
                <a:gd name="connsiteX7" fmla="*/ 3681860 w 4570751"/>
                <a:gd name="connsiteY7" fmla="*/ 747793 h 5159489"/>
                <a:gd name="connsiteX8" fmla="*/ 3870545 w 4570751"/>
                <a:gd name="connsiteY8" fmla="*/ 472022 h 5159489"/>
                <a:gd name="connsiteX9" fmla="*/ 4030201 w 4570751"/>
                <a:gd name="connsiteY9" fmla="*/ 631679 h 5159489"/>
                <a:gd name="connsiteX10" fmla="*/ 4320488 w 4570751"/>
                <a:gd name="connsiteY10" fmla="*/ 921965 h 5159489"/>
                <a:gd name="connsiteX11" fmla="*/ 4465630 w 4570751"/>
                <a:gd name="connsiteY11" fmla="*/ 1429965 h 5159489"/>
                <a:gd name="connsiteX12" fmla="*/ 4552715 w 4570751"/>
                <a:gd name="connsiteY12" fmla="*/ 1850879 h 5159489"/>
                <a:gd name="connsiteX13" fmla="*/ 2731791 w 4570751"/>
                <a:gd name="connsiteY13" fmla="*/ 3851389 h 5159489"/>
                <a:gd name="connsiteX14" fmla="*/ 152400 w 4570751"/>
                <a:gd name="connsiteY14" fmla="*/ 5159489 h 5159489"/>
                <a:gd name="connsiteX15" fmla="*/ 0 w 4570751"/>
                <a:gd name="connsiteY15" fmla="*/ 4753735 h 5159489"/>
                <a:gd name="connsiteX0" fmla="*/ 0 w 4775508"/>
                <a:gd name="connsiteY0" fmla="*/ 4753735 h 5159489"/>
                <a:gd name="connsiteX1" fmla="*/ 2374376 w 4775508"/>
                <a:gd name="connsiteY1" fmla="*/ 2121 h 5159489"/>
                <a:gd name="connsiteX2" fmla="*/ 2854548 w 4775508"/>
                <a:gd name="connsiteY2" fmla="*/ 181735 h 5159489"/>
                <a:gd name="connsiteX3" fmla="*/ 2999690 w 4775508"/>
                <a:gd name="connsiteY3" fmla="*/ 80135 h 5159489"/>
                <a:gd name="connsiteX4" fmla="*/ 3115804 w 4775508"/>
                <a:gd name="connsiteY4" fmla="*/ 283335 h 5159489"/>
                <a:gd name="connsiteX5" fmla="*/ 3159347 w 4775508"/>
                <a:gd name="connsiteY5" fmla="*/ 7564 h 5159489"/>
                <a:gd name="connsiteX6" fmla="*/ 3420603 w 4775508"/>
                <a:gd name="connsiteY6" fmla="*/ 399450 h 5159489"/>
                <a:gd name="connsiteX7" fmla="*/ 3681860 w 4775508"/>
                <a:gd name="connsiteY7" fmla="*/ 747793 h 5159489"/>
                <a:gd name="connsiteX8" fmla="*/ 3870545 w 4775508"/>
                <a:gd name="connsiteY8" fmla="*/ 472022 h 5159489"/>
                <a:gd name="connsiteX9" fmla="*/ 4030201 w 4775508"/>
                <a:gd name="connsiteY9" fmla="*/ 631679 h 5159489"/>
                <a:gd name="connsiteX10" fmla="*/ 4320488 w 4775508"/>
                <a:gd name="connsiteY10" fmla="*/ 921965 h 5159489"/>
                <a:gd name="connsiteX11" fmla="*/ 4465630 w 4775508"/>
                <a:gd name="connsiteY11" fmla="*/ 1429965 h 5159489"/>
                <a:gd name="connsiteX12" fmla="*/ 4552715 w 4775508"/>
                <a:gd name="connsiteY12" fmla="*/ 1850879 h 5159489"/>
                <a:gd name="connsiteX13" fmla="*/ 4770430 w 4775508"/>
                <a:gd name="connsiteY13" fmla="*/ 1996022 h 5159489"/>
                <a:gd name="connsiteX14" fmla="*/ 2731791 w 4775508"/>
                <a:gd name="connsiteY14" fmla="*/ 3851389 h 5159489"/>
                <a:gd name="connsiteX15" fmla="*/ 152400 w 4775508"/>
                <a:gd name="connsiteY15" fmla="*/ 5159489 h 5159489"/>
                <a:gd name="connsiteX16" fmla="*/ 0 w 4775508"/>
                <a:gd name="connsiteY16" fmla="*/ 4753735 h 5159489"/>
                <a:gd name="connsiteX0" fmla="*/ 0 w 5296679"/>
                <a:gd name="connsiteY0" fmla="*/ 4753735 h 5159489"/>
                <a:gd name="connsiteX1" fmla="*/ 2374376 w 5296679"/>
                <a:gd name="connsiteY1" fmla="*/ 2121 h 5159489"/>
                <a:gd name="connsiteX2" fmla="*/ 2854548 w 5296679"/>
                <a:gd name="connsiteY2" fmla="*/ 181735 h 5159489"/>
                <a:gd name="connsiteX3" fmla="*/ 2999690 w 5296679"/>
                <a:gd name="connsiteY3" fmla="*/ 80135 h 5159489"/>
                <a:gd name="connsiteX4" fmla="*/ 3115804 w 5296679"/>
                <a:gd name="connsiteY4" fmla="*/ 283335 h 5159489"/>
                <a:gd name="connsiteX5" fmla="*/ 3159347 w 5296679"/>
                <a:gd name="connsiteY5" fmla="*/ 7564 h 5159489"/>
                <a:gd name="connsiteX6" fmla="*/ 3420603 w 5296679"/>
                <a:gd name="connsiteY6" fmla="*/ 399450 h 5159489"/>
                <a:gd name="connsiteX7" fmla="*/ 3681860 w 5296679"/>
                <a:gd name="connsiteY7" fmla="*/ 747793 h 5159489"/>
                <a:gd name="connsiteX8" fmla="*/ 3870545 w 5296679"/>
                <a:gd name="connsiteY8" fmla="*/ 472022 h 5159489"/>
                <a:gd name="connsiteX9" fmla="*/ 4030201 w 5296679"/>
                <a:gd name="connsiteY9" fmla="*/ 631679 h 5159489"/>
                <a:gd name="connsiteX10" fmla="*/ 4320488 w 5296679"/>
                <a:gd name="connsiteY10" fmla="*/ 921965 h 5159489"/>
                <a:gd name="connsiteX11" fmla="*/ 4465630 w 5296679"/>
                <a:gd name="connsiteY11" fmla="*/ 1429965 h 5159489"/>
                <a:gd name="connsiteX12" fmla="*/ 4552715 w 5296679"/>
                <a:gd name="connsiteY12" fmla="*/ 1850879 h 5159489"/>
                <a:gd name="connsiteX13" fmla="*/ 4770430 w 5296679"/>
                <a:gd name="connsiteY13" fmla="*/ 1996022 h 5159489"/>
                <a:gd name="connsiteX14" fmla="*/ 5292943 w 5296679"/>
                <a:gd name="connsiteY14" fmla="*/ 1647679 h 5159489"/>
                <a:gd name="connsiteX15" fmla="*/ 2731791 w 5296679"/>
                <a:gd name="connsiteY15" fmla="*/ 3851389 h 5159489"/>
                <a:gd name="connsiteX16" fmla="*/ 152400 w 5296679"/>
                <a:gd name="connsiteY16" fmla="*/ 5159489 h 5159489"/>
                <a:gd name="connsiteX17" fmla="*/ 0 w 5296679"/>
                <a:gd name="connsiteY17" fmla="*/ 4753735 h 5159489"/>
                <a:gd name="connsiteX0" fmla="*/ 0 w 5344175"/>
                <a:gd name="connsiteY0" fmla="*/ 4753735 h 5159489"/>
                <a:gd name="connsiteX1" fmla="*/ 2374376 w 5344175"/>
                <a:gd name="connsiteY1" fmla="*/ 2121 h 5159489"/>
                <a:gd name="connsiteX2" fmla="*/ 2854548 w 5344175"/>
                <a:gd name="connsiteY2" fmla="*/ 181735 h 5159489"/>
                <a:gd name="connsiteX3" fmla="*/ 2999690 w 5344175"/>
                <a:gd name="connsiteY3" fmla="*/ 80135 h 5159489"/>
                <a:gd name="connsiteX4" fmla="*/ 3115804 w 5344175"/>
                <a:gd name="connsiteY4" fmla="*/ 283335 h 5159489"/>
                <a:gd name="connsiteX5" fmla="*/ 3159347 w 5344175"/>
                <a:gd name="connsiteY5" fmla="*/ 7564 h 5159489"/>
                <a:gd name="connsiteX6" fmla="*/ 3420603 w 5344175"/>
                <a:gd name="connsiteY6" fmla="*/ 399450 h 5159489"/>
                <a:gd name="connsiteX7" fmla="*/ 3681860 w 5344175"/>
                <a:gd name="connsiteY7" fmla="*/ 747793 h 5159489"/>
                <a:gd name="connsiteX8" fmla="*/ 3870545 w 5344175"/>
                <a:gd name="connsiteY8" fmla="*/ 472022 h 5159489"/>
                <a:gd name="connsiteX9" fmla="*/ 4030201 w 5344175"/>
                <a:gd name="connsiteY9" fmla="*/ 631679 h 5159489"/>
                <a:gd name="connsiteX10" fmla="*/ 4320488 w 5344175"/>
                <a:gd name="connsiteY10" fmla="*/ 921965 h 5159489"/>
                <a:gd name="connsiteX11" fmla="*/ 4465630 w 5344175"/>
                <a:gd name="connsiteY11" fmla="*/ 1429965 h 5159489"/>
                <a:gd name="connsiteX12" fmla="*/ 4552715 w 5344175"/>
                <a:gd name="connsiteY12" fmla="*/ 1850879 h 5159489"/>
                <a:gd name="connsiteX13" fmla="*/ 4770430 w 5344175"/>
                <a:gd name="connsiteY13" fmla="*/ 1996022 h 5159489"/>
                <a:gd name="connsiteX14" fmla="*/ 5292943 w 5344175"/>
                <a:gd name="connsiteY14" fmla="*/ 1647679 h 5159489"/>
                <a:gd name="connsiteX15" fmla="*/ 5321971 w 5344175"/>
                <a:gd name="connsiteY15" fmla="*/ 1836365 h 5159489"/>
                <a:gd name="connsiteX16" fmla="*/ 2731791 w 5344175"/>
                <a:gd name="connsiteY16" fmla="*/ 3851389 h 5159489"/>
                <a:gd name="connsiteX17" fmla="*/ 152400 w 5344175"/>
                <a:gd name="connsiteY17" fmla="*/ 5159489 h 5159489"/>
                <a:gd name="connsiteX18" fmla="*/ 0 w 5344175"/>
                <a:gd name="connsiteY18" fmla="*/ 4753735 h 5159489"/>
                <a:gd name="connsiteX0" fmla="*/ 0 w 5624147"/>
                <a:gd name="connsiteY0" fmla="*/ 4753735 h 5159489"/>
                <a:gd name="connsiteX1" fmla="*/ 2374376 w 5624147"/>
                <a:gd name="connsiteY1" fmla="*/ 2121 h 5159489"/>
                <a:gd name="connsiteX2" fmla="*/ 2854548 w 5624147"/>
                <a:gd name="connsiteY2" fmla="*/ 181735 h 5159489"/>
                <a:gd name="connsiteX3" fmla="*/ 2999690 w 5624147"/>
                <a:gd name="connsiteY3" fmla="*/ 80135 h 5159489"/>
                <a:gd name="connsiteX4" fmla="*/ 3115804 w 5624147"/>
                <a:gd name="connsiteY4" fmla="*/ 283335 h 5159489"/>
                <a:gd name="connsiteX5" fmla="*/ 3159347 w 5624147"/>
                <a:gd name="connsiteY5" fmla="*/ 7564 h 5159489"/>
                <a:gd name="connsiteX6" fmla="*/ 3420603 w 5624147"/>
                <a:gd name="connsiteY6" fmla="*/ 399450 h 5159489"/>
                <a:gd name="connsiteX7" fmla="*/ 3681860 w 5624147"/>
                <a:gd name="connsiteY7" fmla="*/ 747793 h 5159489"/>
                <a:gd name="connsiteX8" fmla="*/ 3870545 w 5624147"/>
                <a:gd name="connsiteY8" fmla="*/ 472022 h 5159489"/>
                <a:gd name="connsiteX9" fmla="*/ 4030201 w 5624147"/>
                <a:gd name="connsiteY9" fmla="*/ 631679 h 5159489"/>
                <a:gd name="connsiteX10" fmla="*/ 4320488 w 5624147"/>
                <a:gd name="connsiteY10" fmla="*/ 921965 h 5159489"/>
                <a:gd name="connsiteX11" fmla="*/ 4465630 w 5624147"/>
                <a:gd name="connsiteY11" fmla="*/ 1429965 h 5159489"/>
                <a:gd name="connsiteX12" fmla="*/ 4552715 w 5624147"/>
                <a:gd name="connsiteY12" fmla="*/ 1850879 h 5159489"/>
                <a:gd name="connsiteX13" fmla="*/ 4770430 w 5624147"/>
                <a:gd name="connsiteY13" fmla="*/ 1996022 h 5159489"/>
                <a:gd name="connsiteX14" fmla="*/ 5292943 w 5624147"/>
                <a:gd name="connsiteY14" fmla="*/ 1647679 h 5159489"/>
                <a:gd name="connsiteX15" fmla="*/ 5321971 w 5624147"/>
                <a:gd name="connsiteY15" fmla="*/ 1836365 h 5159489"/>
                <a:gd name="connsiteX16" fmla="*/ 5612257 w 5624147"/>
                <a:gd name="connsiteY16" fmla="*/ 2068593 h 5159489"/>
                <a:gd name="connsiteX17" fmla="*/ 2731791 w 5624147"/>
                <a:gd name="connsiteY17" fmla="*/ 3851389 h 5159489"/>
                <a:gd name="connsiteX18" fmla="*/ 152400 w 5624147"/>
                <a:gd name="connsiteY18" fmla="*/ 5159489 h 5159489"/>
                <a:gd name="connsiteX19" fmla="*/ 0 w 5624147"/>
                <a:gd name="connsiteY19" fmla="*/ 4753735 h 5159489"/>
                <a:gd name="connsiteX0" fmla="*/ 0 w 5796139"/>
                <a:gd name="connsiteY0" fmla="*/ 4753735 h 5159489"/>
                <a:gd name="connsiteX1" fmla="*/ 2374376 w 5796139"/>
                <a:gd name="connsiteY1" fmla="*/ 2121 h 5159489"/>
                <a:gd name="connsiteX2" fmla="*/ 2854548 w 5796139"/>
                <a:gd name="connsiteY2" fmla="*/ 181735 h 5159489"/>
                <a:gd name="connsiteX3" fmla="*/ 2999690 w 5796139"/>
                <a:gd name="connsiteY3" fmla="*/ 80135 h 5159489"/>
                <a:gd name="connsiteX4" fmla="*/ 3115804 w 5796139"/>
                <a:gd name="connsiteY4" fmla="*/ 283335 h 5159489"/>
                <a:gd name="connsiteX5" fmla="*/ 3159347 w 5796139"/>
                <a:gd name="connsiteY5" fmla="*/ 7564 h 5159489"/>
                <a:gd name="connsiteX6" fmla="*/ 3420603 w 5796139"/>
                <a:gd name="connsiteY6" fmla="*/ 399450 h 5159489"/>
                <a:gd name="connsiteX7" fmla="*/ 3681860 w 5796139"/>
                <a:gd name="connsiteY7" fmla="*/ 747793 h 5159489"/>
                <a:gd name="connsiteX8" fmla="*/ 3870545 w 5796139"/>
                <a:gd name="connsiteY8" fmla="*/ 472022 h 5159489"/>
                <a:gd name="connsiteX9" fmla="*/ 4030201 w 5796139"/>
                <a:gd name="connsiteY9" fmla="*/ 631679 h 5159489"/>
                <a:gd name="connsiteX10" fmla="*/ 4320488 w 5796139"/>
                <a:gd name="connsiteY10" fmla="*/ 921965 h 5159489"/>
                <a:gd name="connsiteX11" fmla="*/ 4465630 w 5796139"/>
                <a:gd name="connsiteY11" fmla="*/ 1429965 h 5159489"/>
                <a:gd name="connsiteX12" fmla="*/ 4552715 w 5796139"/>
                <a:gd name="connsiteY12" fmla="*/ 1850879 h 5159489"/>
                <a:gd name="connsiteX13" fmla="*/ 4770430 w 5796139"/>
                <a:gd name="connsiteY13" fmla="*/ 1996022 h 5159489"/>
                <a:gd name="connsiteX14" fmla="*/ 5292943 w 5796139"/>
                <a:gd name="connsiteY14" fmla="*/ 1647679 h 5159489"/>
                <a:gd name="connsiteX15" fmla="*/ 5321971 w 5796139"/>
                <a:gd name="connsiteY15" fmla="*/ 1836365 h 5159489"/>
                <a:gd name="connsiteX16" fmla="*/ 5612257 w 5796139"/>
                <a:gd name="connsiteY16" fmla="*/ 2068593 h 5159489"/>
                <a:gd name="connsiteX17" fmla="*/ 5771914 w 5796139"/>
                <a:gd name="connsiteY17" fmla="*/ 2562079 h 5159489"/>
                <a:gd name="connsiteX18" fmla="*/ 2731791 w 5796139"/>
                <a:gd name="connsiteY18" fmla="*/ 3851389 h 5159489"/>
                <a:gd name="connsiteX19" fmla="*/ 152400 w 5796139"/>
                <a:gd name="connsiteY19" fmla="*/ 5159489 h 5159489"/>
                <a:gd name="connsiteX20" fmla="*/ 0 w 5796139"/>
                <a:gd name="connsiteY20" fmla="*/ 4753735 h 5159489"/>
                <a:gd name="connsiteX0" fmla="*/ 0 w 6044972"/>
                <a:gd name="connsiteY0" fmla="*/ 4753735 h 5159489"/>
                <a:gd name="connsiteX1" fmla="*/ 2374376 w 6044972"/>
                <a:gd name="connsiteY1" fmla="*/ 2121 h 5159489"/>
                <a:gd name="connsiteX2" fmla="*/ 2854548 w 6044972"/>
                <a:gd name="connsiteY2" fmla="*/ 181735 h 5159489"/>
                <a:gd name="connsiteX3" fmla="*/ 2999690 w 6044972"/>
                <a:gd name="connsiteY3" fmla="*/ 80135 h 5159489"/>
                <a:gd name="connsiteX4" fmla="*/ 3115804 w 6044972"/>
                <a:gd name="connsiteY4" fmla="*/ 283335 h 5159489"/>
                <a:gd name="connsiteX5" fmla="*/ 3159347 w 6044972"/>
                <a:gd name="connsiteY5" fmla="*/ 7564 h 5159489"/>
                <a:gd name="connsiteX6" fmla="*/ 3420603 w 6044972"/>
                <a:gd name="connsiteY6" fmla="*/ 399450 h 5159489"/>
                <a:gd name="connsiteX7" fmla="*/ 3681860 w 6044972"/>
                <a:gd name="connsiteY7" fmla="*/ 747793 h 5159489"/>
                <a:gd name="connsiteX8" fmla="*/ 3870545 w 6044972"/>
                <a:gd name="connsiteY8" fmla="*/ 472022 h 5159489"/>
                <a:gd name="connsiteX9" fmla="*/ 4030201 w 6044972"/>
                <a:gd name="connsiteY9" fmla="*/ 631679 h 5159489"/>
                <a:gd name="connsiteX10" fmla="*/ 4320488 w 6044972"/>
                <a:gd name="connsiteY10" fmla="*/ 921965 h 5159489"/>
                <a:gd name="connsiteX11" fmla="*/ 4465630 w 6044972"/>
                <a:gd name="connsiteY11" fmla="*/ 1429965 h 5159489"/>
                <a:gd name="connsiteX12" fmla="*/ 4552715 w 6044972"/>
                <a:gd name="connsiteY12" fmla="*/ 1850879 h 5159489"/>
                <a:gd name="connsiteX13" fmla="*/ 4770430 w 6044972"/>
                <a:gd name="connsiteY13" fmla="*/ 1996022 h 5159489"/>
                <a:gd name="connsiteX14" fmla="*/ 5292943 w 6044972"/>
                <a:gd name="connsiteY14" fmla="*/ 1647679 h 5159489"/>
                <a:gd name="connsiteX15" fmla="*/ 5321971 w 6044972"/>
                <a:gd name="connsiteY15" fmla="*/ 1836365 h 5159489"/>
                <a:gd name="connsiteX16" fmla="*/ 5612257 w 6044972"/>
                <a:gd name="connsiteY16" fmla="*/ 2068593 h 5159489"/>
                <a:gd name="connsiteX17" fmla="*/ 5771914 w 6044972"/>
                <a:gd name="connsiteY17" fmla="*/ 2562079 h 5159489"/>
                <a:gd name="connsiteX18" fmla="*/ 6018657 w 6044972"/>
                <a:gd name="connsiteY18" fmla="*/ 2997507 h 5159489"/>
                <a:gd name="connsiteX19" fmla="*/ 2731791 w 6044972"/>
                <a:gd name="connsiteY19" fmla="*/ 3851389 h 5159489"/>
                <a:gd name="connsiteX20" fmla="*/ 152400 w 6044972"/>
                <a:gd name="connsiteY20" fmla="*/ 5159489 h 5159489"/>
                <a:gd name="connsiteX21" fmla="*/ 0 w 6044972"/>
                <a:gd name="connsiteY21" fmla="*/ 4753735 h 5159489"/>
                <a:gd name="connsiteX0" fmla="*/ 0 w 6201303"/>
                <a:gd name="connsiteY0" fmla="*/ 4753735 h 5159489"/>
                <a:gd name="connsiteX1" fmla="*/ 2374376 w 6201303"/>
                <a:gd name="connsiteY1" fmla="*/ 2121 h 5159489"/>
                <a:gd name="connsiteX2" fmla="*/ 2854548 w 6201303"/>
                <a:gd name="connsiteY2" fmla="*/ 181735 h 5159489"/>
                <a:gd name="connsiteX3" fmla="*/ 2999690 w 6201303"/>
                <a:gd name="connsiteY3" fmla="*/ 80135 h 5159489"/>
                <a:gd name="connsiteX4" fmla="*/ 3115804 w 6201303"/>
                <a:gd name="connsiteY4" fmla="*/ 283335 h 5159489"/>
                <a:gd name="connsiteX5" fmla="*/ 3159347 w 6201303"/>
                <a:gd name="connsiteY5" fmla="*/ 7564 h 5159489"/>
                <a:gd name="connsiteX6" fmla="*/ 3420603 w 6201303"/>
                <a:gd name="connsiteY6" fmla="*/ 399450 h 5159489"/>
                <a:gd name="connsiteX7" fmla="*/ 3681860 w 6201303"/>
                <a:gd name="connsiteY7" fmla="*/ 747793 h 5159489"/>
                <a:gd name="connsiteX8" fmla="*/ 3870545 w 6201303"/>
                <a:gd name="connsiteY8" fmla="*/ 472022 h 5159489"/>
                <a:gd name="connsiteX9" fmla="*/ 4030201 w 6201303"/>
                <a:gd name="connsiteY9" fmla="*/ 631679 h 5159489"/>
                <a:gd name="connsiteX10" fmla="*/ 4320488 w 6201303"/>
                <a:gd name="connsiteY10" fmla="*/ 921965 h 5159489"/>
                <a:gd name="connsiteX11" fmla="*/ 4465630 w 6201303"/>
                <a:gd name="connsiteY11" fmla="*/ 1429965 h 5159489"/>
                <a:gd name="connsiteX12" fmla="*/ 4552715 w 6201303"/>
                <a:gd name="connsiteY12" fmla="*/ 1850879 h 5159489"/>
                <a:gd name="connsiteX13" fmla="*/ 4770430 w 6201303"/>
                <a:gd name="connsiteY13" fmla="*/ 1996022 h 5159489"/>
                <a:gd name="connsiteX14" fmla="*/ 5292943 w 6201303"/>
                <a:gd name="connsiteY14" fmla="*/ 1647679 h 5159489"/>
                <a:gd name="connsiteX15" fmla="*/ 5321971 w 6201303"/>
                <a:gd name="connsiteY15" fmla="*/ 1836365 h 5159489"/>
                <a:gd name="connsiteX16" fmla="*/ 5612257 w 6201303"/>
                <a:gd name="connsiteY16" fmla="*/ 2068593 h 5159489"/>
                <a:gd name="connsiteX17" fmla="*/ 5771914 w 6201303"/>
                <a:gd name="connsiteY17" fmla="*/ 2562079 h 5159489"/>
                <a:gd name="connsiteX18" fmla="*/ 6018657 w 6201303"/>
                <a:gd name="connsiteY18" fmla="*/ 2997507 h 5159489"/>
                <a:gd name="connsiteX19" fmla="*/ 6178313 w 6201303"/>
                <a:gd name="connsiteY19" fmla="*/ 3432936 h 5159489"/>
                <a:gd name="connsiteX20" fmla="*/ 2731791 w 6201303"/>
                <a:gd name="connsiteY20" fmla="*/ 3851389 h 5159489"/>
                <a:gd name="connsiteX21" fmla="*/ 152400 w 6201303"/>
                <a:gd name="connsiteY21" fmla="*/ 5159489 h 5159489"/>
                <a:gd name="connsiteX22" fmla="*/ 0 w 6201303"/>
                <a:gd name="connsiteY22" fmla="*/ 4753735 h 5159489"/>
                <a:gd name="connsiteX0" fmla="*/ 0 w 6201303"/>
                <a:gd name="connsiteY0" fmla="*/ 4753735 h 5159489"/>
                <a:gd name="connsiteX1" fmla="*/ 2374376 w 6201303"/>
                <a:gd name="connsiteY1" fmla="*/ 2121 h 5159489"/>
                <a:gd name="connsiteX2" fmla="*/ 2854548 w 6201303"/>
                <a:gd name="connsiteY2" fmla="*/ 181735 h 5159489"/>
                <a:gd name="connsiteX3" fmla="*/ 2999690 w 6201303"/>
                <a:gd name="connsiteY3" fmla="*/ 80135 h 5159489"/>
                <a:gd name="connsiteX4" fmla="*/ 3115804 w 6201303"/>
                <a:gd name="connsiteY4" fmla="*/ 283335 h 5159489"/>
                <a:gd name="connsiteX5" fmla="*/ 3159347 w 6201303"/>
                <a:gd name="connsiteY5" fmla="*/ 7564 h 5159489"/>
                <a:gd name="connsiteX6" fmla="*/ 3420603 w 6201303"/>
                <a:gd name="connsiteY6" fmla="*/ 399450 h 5159489"/>
                <a:gd name="connsiteX7" fmla="*/ 3681860 w 6201303"/>
                <a:gd name="connsiteY7" fmla="*/ 747793 h 5159489"/>
                <a:gd name="connsiteX8" fmla="*/ 3870545 w 6201303"/>
                <a:gd name="connsiteY8" fmla="*/ 472022 h 5159489"/>
                <a:gd name="connsiteX9" fmla="*/ 4030201 w 6201303"/>
                <a:gd name="connsiteY9" fmla="*/ 631679 h 5159489"/>
                <a:gd name="connsiteX10" fmla="*/ 4320488 w 6201303"/>
                <a:gd name="connsiteY10" fmla="*/ 921965 h 5159489"/>
                <a:gd name="connsiteX11" fmla="*/ 4465630 w 6201303"/>
                <a:gd name="connsiteY11" fmla="*/ 1429965 h 5159489"/>
                <a:gd name="connsiteX12" fmla="*/ 4552715 w 6201303"/>
                <a:gd name="connsiteY12" fmla="*/ 1850879 h 5159489"/>
                <a:gd name="connsiteX13" fmla="*/ 4770430 w 6201303"/>
                <a:gd name="connsiteY13" fmla="*/ 1996022 h 5159489"/>
                <a:gd name="connsiteX14" fmla="*/ 5292943 w 6201303"/>
                <a:gd name="connsiteY14" fmla="*/ 1647679 h 5159489"/>
                <a:gd name="connsiteX15" fmla="*/ 5321971 w 6201303"/>
                <a:gd name="connsiteY15" fmla="*/ 1836365 h 5159489"/>
                <a:gd name="connsiteX16" fmla="*/ 5612257 w 6201303"/>
                <a:gd name="connsiteY16" fmla="*/ 2068593 h 5159489"/>
                <a:gd name="connsiteX17" fmla="*/ 5771914 w 6201303"/>
                <a:gd name="connsiteY17" fmla="*/ 2562079 h 5159489"/>
                <a:gd name="connsiteX18" fmla="*/ 6018657 w 6201303"/>
                <a:gd name="connsiteY18" fmla="*/ 2997507 h 5159489"/>
                <a:gd name="connsiteX19" fmla="*/ 6178313 w 6201303"/>
                <a:gd name="connsiteY19" fmla="*/ 3432936 h 5159489"/>
                <a:gd name="connsiteX20" fmla="*/ 5960599 w 6201303"/>
                <a:gd name="connsiteY20" fmla="*/ 3897393 h 5159489"/>
                <a:gd name="connsiteX21" fmla="*/ 2731791 w 6201303"/>
                <a:gd name="connsiteY21" fmla="*/ 3851389 h 5159489"/>
                <a:gd name="connsiteX22" fmla="*/ 152400 w 6201303"/>
                <a:gd name="connsiteY22" fmla="*/ 5159489 h 5159489"/>
                <a:gd name="connsiteX23" fmla="*/ 0 w 6201303"/>
                <a:gd name="connsiteY23" fmla="*/ 4753735 h 5159489"/>
                <a:gd name="connsiteX0" fmla="*/ 0 w 6201303"/>
                <a:gd name="connsiteY0" fmla="*/ 4753735 h 5159489"/>
                <a:gd name="connsiteX1" fmla="*/ 2374376 w 6201303"/>
                <a:gd name="connsiteY1" fmla="*/ 2121 h 5159489"/>
                <a:gd name="connsiteX2" fmla="*/ 2854548 w 6201303"/>
                <a:gd name="connsiteY2" fmla="*/ 181735 h 5159489"/>
                <a:gd name="connsiteX3" fmla="*/ 2999690 w 6201303"/>
                <a:gd name="connsiteY3" fmla="*/ 80135 h 5159489"/>
                <a:gd name="connsiteX4" fmla="*/ 3115804 w 6201303"/>
                <a:gd name="connsiteY4" fmla="*/ 283335 h 5159489"/>
                <a:gd name="connsiteX5" fmla="*/ 3159347 w 6201303"/>
                <a:gd name="connsiteY5" fmla="*/ 7564 h 5159489"/>
                <a:gd name="connsiteX6" fmla="*/ 3420603 w 6201303"/>
                <a:gd name="connsiteY6" fmla="*/ 399450 h 5159489"/>
                <a:gd name="connsiteX7" fmla="*/ 3681860 w 6201303"/>
                <a:gd name="connsiteY7" fmla="*/ 747793 h 5159489"/>
                <a:gd name="connsiteX8" fmla="*/ 3870545 w 6201303"/>
                <a:gd name="connsiteY8" fmla="*/ 472022 h 5159489"/>
                <a:gd name="connsiteX9" fmla="*/ 4030201 w 6201303"/>
                <a:gd name="connsiteY9" fmla="*/ 631679 h 5159489"/>
                <a:gd name="connsiteX10" fmla="*/ 4320488 w 6201303"/>
                <a:gd name="connsiteY10" fmla="*/ 921965 h 5159489"/>
                <a:gd name="connsiteX11" fmla="*/ 4465630 w 6201303"/>
                <a:gd name="connsiteY11" fmla="*/ 1429965 h 5159489"/>
                <a:gd name="connsiteX12" fmla="*/ 4552715 w 6201303"/>
                <a:gd name="connsiteY12" fmla="*/ 1850879 h 5159489"/>
                <a:gd name="connsiteX13" fmla="*/ 4770430 w 6201303"/>
                <a:gd name="connsiteY13" fmla="*/ 1996022 h 5159489"/>
                <a:gd name="connsiteX14" fmla="*/ 5292943 w 6201303"/>
                <a:gd name="connsiteY14" fmla="*/ 1647679 h 5159489"/>
                <a:gd name="connsiteX15" fmla="*/ 5321971 w 6201303"/>
                <a:gd name="connsiteY15" fmla="*/ 1836365 h 5159489"/>
                <a:gd name="connsiteX16" fmla="*/ 5612257 w 6201303"/>
                <a:gd name="connsiteY16" fmla="*/ 2068593 h 5159489"/>
                <a:gd name="connsiteX17" fmla="*/ 5771914 w 6201303"/>
                <a:gd name="connsiteY17" fmla="*/ 2562079 h 5159489"/>
                <a:gd name="connsiteX18" fmla="*/ 6018657 w 6201303"/>
                <a:gd name="connsiteY18" fmla="*/ 2997507 h 5159489"/>
                <a:gd name="connsiteX19" fmla="*/ 6178313 w 6201303"/>
                <a:gd name="connsiteY19" fmla="*/ 3432936 h 5159489"/>
                <a:gd name="connsiteX20" fmla="*/ 5960599 w 6201303"/>
                <a:gd name="connsiteY20" fmla="*/ 3897393 h 5159489"/>
                <a:gd name="connsiteX21" fmla="*/ 5931570 w 6201303"/>
                <a:gd name="connsiteY21" fmla="*/ 4144136 h 5159489"/>
                <a:gd name="connsiteX22" fmla="*/ 2731791 w 6201303"/>
                <a:gd name="connsiteY22" fmla="*/ 3851389 h 5159489"/>
                <a:gd name="connsiteX23" fmla="*/ 152400 w 6201303"/>
                <a:gd name="connsiteY23" fmla="*/ 5159489 h 5159489"/>
                <a:gd name="connsiteX24" fmla="*/ 0 w 6201303"/>
                <a:gd name="connsiteY24" fmla="*/ 4753735 h 5159489"/>
                <a:gd name="connsiteX0" fmla="*/ 0 w 6201303"/>
                <a:gd name="connsiteY0" fmla="*/ 4753735 h 5159489"/>
                <a:gd name="connsiteX1" fmla="*/ 2374376 w 6201303"/>
                <a:gd name="connsiteY1" fmla="*/ 2121 h 5159489"/>
                <a:gd name="connsiteX2" fmla="*/ 2854548 w 6201303"/>
                <a:gd name="connsiteY2" fmla="*/ 181735 h 5159489"/>
                <a:gd name="connsiteX3" fmla="*/ 2999690 w 6201303"/>
                <a:gd name="connsiteY3" fmla="*/ 80135 h 5159489"/>
                <a:gd name="connsiteX4" fmla="*/ 3115804 w 6201303"/>
                <a:gd name="connsiteY4" fmla="*/ 283335 h 5159489"/>
                <a:gd name="connsiteX5" fmla="*/ 3159347 w 6201303"/>
                <a:gd name="connsiteY5" fmla="*/ 7564 h 5159489"/>
                <a:gd name="connsiteX6" fmla="*/ 3420603 w 6201303"/>
                <a:gd name="connsiteY6" fmla="*/ 399450 h 5159489"/>
                <a:gd name="connsiteX7" fmla="*/ 3681860 w 6201303"/>
                <a:gd name="connsiteY7" fmla="*/ 747793 h 5159489"/>
                <a:gd name="connsiteX8" fmla="*/ 3870545 w 6201303"/>
                <a:gd name="connsiteY8" fmla="*/ 472022 h 5159489"/>
                <a:gd name="connsiteX9" fmla="*/ 4030201 w 6201303"/>
                <a:gd name="connsiteY9" fmla="*/ 631679 h 5159489"/>
                <a:gd name="connsiteX10" fmla="*/ 4320488 w 6201303"/>
                <a:gd name="connsiteY10" fmla="*/ 921965 h 5159489"/>
                <a:gd name="connsiteX11" fmla="*/ 4465630 w 6201303"/>
                <a:gd name="connsiteY11" fmla="*/ 1429965 h 5159489"/>
                <a:gd name="connsiteX12" fmla="*/ 4552715 w 6201303"/>
                <a:gd name="connsiteY12" fmla="*/ 1850879 h 5159489"/>
                <a:gd name="connsiteX13" fmla="*/ 4770430 w 6201303"/>
                <a:gd name="connsiteY13" fmla="*/ 1996022 h 5159489"/>
                <a:gd name="connsiteX14" fmla="*/ 5292943 w 6201303"/>
                <a:gd name="connsiteY14" fmla="*/ 1647679 h 5159489"/>
                <a:gd name="connsiteX15" fmla="*/ 5321971 w 6201303"/>
                <a:gd name="connsiteY15" fmla="*/ 1836365 h 5159489"/>
                <a:gd name="connsiteX16" fmla="*/ 5612257 w 6201303"/>
                <a:gd name="connsiteY16" fmla="*/ 2068593 h 5159489"/>
                <a:gd name="connsiteX17" fmla="*/ 5771914 w 6201303"/>
                <a:gd name="connsiteY17" fmla="*/ 2562079 h 5159489"/>
                <a:gd name="connsiteX18" fmla="*/ 6018657 w 6201303"/>
                <a:gd name="connsiteY18" fmla="*/ 2997507 h 5159489"/>
                <a:gd name="connsiteX19" fmla="*/ 6178313 w 6201303"/>
                <a:gd name="connsiteY19" fmla="*/ 3432936 h 5159489"/>
                <a:gd name="connsiteX20" fmla="*/ 5960599 w 6201303"/>
                <a:gd name="connsiteY20" fmla="*/ 3897393 h 5159489"/>
                <a:gd name="connsiteX21" fmla="*/ 5931570 w 6201303"/>
                <a:gd name="connsiteY21" fmla="*/ 4144136 h 5159489"/>
                <a:gd name="connsiteX22" fmla="*/ 5670313 w 6201303"/>
                <a:gd name="connsiteY22" fmla="*/ 4637622 h 5159489"/>
                <a:gd name="connsiteX23" fmla="*/ 2731791 w 6201303"/>
                <a:gd name="connsiteY23" fmla="*/ 3851389 h 5159489"/>
                <a:gd name="connsiteX24" fmla="*/ 152400 w 6201303"/>
                <a:gd name="connsiteY24" fmla="*/ 5159489 h 5159489"/>
                <a:gd name="connsiteX25" fmla="*/ 0 w 6201303"/>
                <a:gd name="connsiteY25" fmla="*/ 4753735 h 5159489"/>
                <a:gd name="connsiteX0" fmla="*/ 0 w 6201303"/>
                <a:gd name="connsiteY0" fmla="*/ 4753735 h 5159489"/>
                <a:gd name="connsiteX1" fmla="*/ 2374376 w 6201303"/>
                <a:gd name="connsiteY1" fmla="*/ 2121 h 5159489"/>
                <a:gd name="connsiteX2" fmla="*/ 2854548 w 6201303"/>
                <a:gd name="connsiteY2" fmla="*/ 181735 h 5159489"/>
                <a:gd name="connsiteX3" fmla="*/ 2999690 w 6201303"/>
                <a:gd name="connsiteY3" fmla="*/ 80135 h 5159489"/>
                <a:gd name="connsiteX4" fmla="*/ 3115804 w 6201303"/>
                <a:gd name="connsiteY4" fmla="*/ 283335 h 5159489"/>
                <a:gd name="connsiteX5" fmla="*/ 3159347 w 6201303"/>
                <a:gd name="connsiteY5" fmla="*/ 7564 h 5159489"/>
                <a:gd name="connsiteX6" fmla="*/ 3420603 w 6201303"/>
                <a:gd name="connsiteY6" fmla="*/ 399450 h 5159489"/>
                <a:gd name="connsiteX7" fmla="*/ 3681860 w 6201303"/>
                <a:gd name="connsiteY7" fmla="*/ 747793 h 5159489"/>
                <a:gd name="connsiteX8" fmla="*/ 3870545 w 6201303"/>
                <a:gd name="connsiteY8" fmla="*/ 472022 h 5159489"/>
                <a:gd name="connsiteX9" fmla="*/ 4030201 w 6201303"/>
                <a:gd name="connsiteY9" fmla="*/ 631679 h 5159489"/>
                <a:gd name="connsiteX10" fmla="*/ 4320488 w 6201303"/>
                <a:gd name="connsiteY10" fmla="*/ 921965 h 5159489"/>
                <a:gd name="connsiteX11" fmla="*/ 4465630 w 6201303"/>
                <a:gd name="connsiteY11" fmla="*/ 1429965 h 5159489"/>
                <a:gd name="connsiteX12" fmla="*/ 4552715 w 6201303"/>
                <a:gd name="connsiteY12" fmla="*/ 1850879 h 5159489"/>
                <a:gd name="connsiteX13" fmla="*/ 4770430 w 6201303"/>
                <a:gd name="connsiteY13" fmla="*/ 1996022 h 5159489"/>
                <a:gd name="connsiteX14" fmla="*/ 5292943 w 6201303"/>
                <a:gd name="connsiteY14" fmla="*/ 1647679 h 5159489"/>
                <a:gd name="connsiteX15" fmla="*/ 5321971 w 6201303"/>
                <a:gd name="connsiteY15" fmla="*/ 1836365 h 5159489"/>
                <a:gd name="connsiteX16" fmla="*/ 5612257 w 6201303"/>
                <a:gd name="connsiteY16" fmla="*/ 2068593 h 5159489"/>
                <a:gd name="connsiteX17" fmla="*/ 5771914 w 6201303"/>
                <a:gd name="connsiteY17" fmla="*/ 2562079 h 5159489"/>
                <a:gd name="connsiteX18" fmla="*/ 6018657 w 6201303"/>
                <a:gd name="connsiteY18" fmla="*/ 2997507 h 5159489"/>
                <a:gd name="connsiteX19" fmla="*/ 6178313 w 6201303"/>
                <a:gd name="connsiteY19" fmla="*/ 3432936 h 5159489"/>
                <a:gd name="connsiteX20" fmla="*/ 5960599 w 6201303"/>
                <a:gd name="connsiteY20" fmla="*/ 3897393 h 5159489"/>
                <a:gd name="connsiteX21" fmla="*/ 5931570 w 6201303"/>
                <a:gd name="connsiteY21" fmla="*/ 4144136 h 5159489"/>
                <a:gd name="connsiteX22" fmla="*/ 5670313 w 6201303"/>
                <a:gd name="connsiteY22" fmla="*/ 4637622 h 5159489"/>
                <a:gd name="connsiteX23" fmla="*/ 5380028 w 6201303"/>
                <a:gd name="connsiteY23" fmla="*/ 4942422 h 5159489"/>
                <a:gd name="connsiteX24" fmla="*/ 2731791 w 6201303"/>
                <a:gd name="connsiteY24" fmla="*/ 3851389 h 5159489"/>
                <a:gd name="connsiteX25" fmla="*/ 152400 w 6201303"/>
                <a:gd name="connsiteY25" fmla="*/ 5159489 h 5159489"/>
                <a:gd name="connsiteX26" fmla="*/ 0 w 6201303"/>
                <a:gd name="connsiteY26" fmla="*/ 4753735 h 5159489"/>
                <a:gd name="connsiteX0" fmla="*/ 0 w 6201303"/>
                <a:gd name="connsiteY0" fmla="*/ 4753735 h 5506017"/>
                <a:gd name="connsiteX1" fmla="*/ 2374376 w 6201303"/>
                <a:gd name="connsiteY1" fmla="*/ 2121 h 5506017"/>
                <a:gd name="connsiteX2" fmla="*/ 2854548 w 6201303"/>
                <a:gd name="connsiteY2" fmla="*/ 181735 h 5506017"/>
                <a:gd name="connsiteX3" fmla="*/ 2999690 w 6201303"/>
                <a:gd name="connsiteY3" fmla="*/ 80135 h 5506017"/>
                <a:gd name="connsiteX4" fmla="*/ 3115804 w 6201303"/>
                <a:gd name="connsiteY4" fmla="*/ 283335 h 5506017"/>
                <a:gd name="connsiteX5" fmla="*/ 3159347 w 6201303"/>
                <a:gd name="connsiteY5" fmla="*/ 7564 h 5506017"/>
                <a:gd name="connsiteX6" fmla="*/ 3420603 w 6201303"/>
                <a:gd name="connsiteY6" fmla="*/ 399450 h 5506017"/>
                <a:gd name="connsiteX7" fmla="*/ 3681860 w 6201303"/>
                <a:gd name="connsiteY7" fmla="*/ 747793 h 5506017"/>
                <a:gd name="connsiteX8" fmla="*/ 3870545 w 6201303"/>
                <a:gd name="connsiteY8" fmla="*/ 472022 h 5506017"/>
                <a:gd name="connsiteX9" fmla="*/ 4030201 w 6201303"/>
                <a:gd name="connsiteY9" fmla="*/ 631679 h 5506017"/>
                <a:gd name="connsiteX10" fmla="*/ 4320488 w 6201303"/>
                <a:gd name="connsiteY10" fmla="*/ 921965 h 5506017"/>
                <a:gd name="connsiteX11" fmla="*/ 4465630 w 6201303"/>
                <a:gd name="connsiteY11" fmla="*/ 1429965 h 5506017"/>
                <a:gd name="connsiteX12" fmla="*/ 4552715 w 6201303"/>
                <a:gd name="connsiteY12" fmla="*/ 1850879 h 5506017"/>
                <a:gd name="connsiteX13" fmla="*/ 4770430 w 6201303"/>
                <a:gd name="connsiteY13" fmla="*/ 1996022 h 5506017"/>
                <a:gd name="connsiteX14" fmla="*/ 5292943 w 6201303"/>
                <a:gd name="connsiteY14" fmla="*/ 1647679 h 5506017"/>
                <a:gd name="connsiteX15" fmla="*/ 5321971 w 6201303"/>
                <a:gd name="connsiteY15" fmla="*/ 1836365 h 5506017"/>
                <a:gd name="connsiteX16" fmla="*/ 5612257 w 6201303"/>
                <a:gd name="connsiteY16" fmla="*/ 2068593 h 5506017"/>
                <a:gd name="connsiteX17" fmla="*/ 5771914 w 6201303"/>
                <a:gd name="connsiteY17" fmla="*/ 2562079 h 5506017"/>
                <a:gd name="connsiteX18" fmla="*/ 6018657 w 6201303"/>
                <a:gd name="connsiteY18" fmla="*/ 2997507 h 5506017"/>
                <a:gd name="connsiteX19" fmla="*/ 6178313 w 6201303"/>
                <a:gd name="connsiteY19" fmla="*/ 3432936 h 5506017"/>
                <a:gd name="connsiteX20" fmla="*/ 5960599 w 6201303"/>
                <a:gd name="connsiteY20" fmla="*/ 3897393 h 5506017"/>
                <a:gd name="connsiteX21" fmla="*/ 5931570 w 6201303"/>
                <a:gd name="connsiteY21" fmla="*/ 4144136 h 5506017"/>
                <a:gd name="connsiteX22" fmla="*/ 5670313 w 6201303"/>
                <a:gd name="connsiteY22" fmla="*/ 4637622 h 5506017"/>
                <a:gd name="connsiteX23" fmla="*/ 5380028 w 6201303"/>
                <a:gd name="connsiteY23" fmla="*/ 4942422 h 5506017"/>
                <a:gd name="connsiteX24" fmla="*/ 4589619 w 6201303"/>
                <a:gd name="connsiteY24" fmla="*/ 5506017 h 5506017"/>
                <a:gd name="connsiteX25" fmla="*/ 152400 w 6201303"/>
                <a:gd name="connsiteY25" fmla="*/ 5159489 h 5506017"/>
                <a:gd name="connsiteX26" fmla="*/ 0 w 6201303"/>
                <a:gd name="connsiteY26" fmla="*/ 4753735 h 5506017"/>
                <a:gd name="connsiteX0" fmla="*/ 0 w 6201303"/>
                <a:gd name="connsiteY0" fmla="*/ 4753735 h 5506017"/>
                <a:gd name="connsiteX1" fmla="*/ 2374376 w 6201303"/>
                <a:gd name="connsiteY1" fmla="*/ 2121 h 5506017"/>
                <a:gd name="connsiteX2" fmla="*/ 2854548 w 6201303"/>
                <a:gd name="connsiteY2" fmla="*/ 181735 h 5506017"/>
                <a:gd name="connsiteX3" fmla="*/ 2999690 w 6201303"/>
                <a:gd name="connsiteY3" fmla="*/ 80135 h 5506017"/>
                <a:gd name="connsiteX4" fmla="*/ 3115804 w 6201303"/>
                <a:gd name="connsiteY4" fmla="*/ 283335 h 5506017"/>
                <a:gd name="connsiteX5" fmla="*/ 3159347 w 6201303"/>
                <a:gd name="connsiteY5" fmla="*/ 7564 h 5506017"/>
                <a:gd name="connsiteX6" fmla="*/ 3420603 w 6201303"/>
                <a:gd name="connsiteY6" fmla="*/ 399450 h 5506017"/>
                <a:gd name="connsiteX7" fmla="*/ 3681860 w 6201303"/>
                <a:gd name="connsiteY7" fmla="*/ 747793 h 5506017"/>
                <a:gd name="connsiteX8" fmla="*/ 3870545 w 6201303"/>
                <a:gd name="connsiteY8" fmla="*/ 472022 h 5506017"/>
                <a:gd name="connsiteX9" fmla="*/ 4030201 w 6201303"/>
                <a:gd name="connsiteY9" fmla="*/ 631679 h 5506017"/>
                <a:gd name="connsiteX10" fmla="*/ 4320488 w 6201303"/>
                <a:gd name="connsiteY10" fmla="*/ 921965 h 5506017"/>
                <a:gd name="connsiteX11" fmla="*/ 4465630 w 6201303"/>
                <a:gd name="connsiteY11" fmla="*/ 1429965 h 5506017"/>
                <a:gd name="connsiteX12" fmla="*/ 4552715 w 6201303"/>
                <a:gd name="connsiteY12" fmla="*/ 1850879 h 5506017"/>
                <a:gd name="connsiteX13" fmla="*/ 4770430 w 6201303"/>
                <a:gd name="connsiteY13" fmla="*/ 1996022 h 5506017"/>
                <a:gd name="connsiteX14" fmla="*/ 5292943 w 6201303"/>
                <a:gd name="connsiteY14" fmla="*/ 1647679 h 5506017"/>
                <a:gd name="connsiteX15" fmla="*/ 5321971 w 6201303"/>
                <a:gd name="connsiteY15" fmla="*/ 1836365 h 5506017"/>
                <a:gd name="connsiteX16" fmla="*/ 5612257 w 6201303"/>
                <a:gd name="connsiteY16" fmla="*/ 2068593 h 5506017"/>
                <a:gd name="connsiteX17" fmla="*/ 5771914 w 6201303"/>
                <a:gd name="connsiteY17" fmla="*/ 2562079 h 5506017"/>
                <a:gd name="connsiteX18" fmla="*/ 6018657 w 6201303"/>
                <a:gd name="connsiteY18" fmla="*/ 2997507 h 5506017"/>
                <a:gd name="connsiteX19" fmla="*/ 6178313 w 6201303"/>
                <a:gd name="connsiteY19" fmla="*/ 3432936 h 5506017"/>
                <a:gd name="connsiteX20" fmla="*/ 5960599 w 6201303"/>
                <a:gd name="connsiteY20" fmla="*/ 3897393 h 5506017"/>
                <a:gd name="connsiteX21" fmla="*/ 5931570 w 6201303"/>
                <a:gd name="connsiteY21" fmla="*/ 4144136 h 5506017"/>
                <a:gd name="connsiteX22" fmla="*/ 5670313 w 6201303"/>
                <a:gd name="connsiteY22" fmla="*/ 4637622 h 5506017"/>
                <a:gd name="connsiteX23" fmla="*/ 5380028 w 6201303"/>
                <a:gd name="connsiteY23" fmla="*/ 4942422 h 5506017"/>
                <a:gd name="connsiteX24" fmla="*/ 4589619 w 6201303"/>
                <a:gd name="connsiteY24" fmla="*/ 5506017 h 5506017"/>
                <a:gd name="connsiteX25" fmla="*/ 3449628 w 6201303"/>
                <a:gd name="connsiteY25" fmla="*/ 4898879 h 5506017"/>
                <a:gd name="connsiteX26" fmla="*/ 152400 w 6201303"/>
                <a:gd name="connsiteY26" fmla="*/ 5159489 h 5506017"/>
                <a:gd name="connsiteX27" fmla="*/ 0 w 6201303"/>
                <a:gd name="connsiteY27" fmla="*/ 4753735 h 5506017"/>
                <a:gd name="connsiteX0" fmla="*/ 0 w 6201303"/>
                <a:gd name="connsiteY0" fmla="*/ 4753735 h 5506017"/>
                <a:gd name="connsiteX1" fmla="*/ 2374376 w 6201303"/>
                <a:gd name="connsiteY1" fmla="*/ 2121 h 5506017"/>
                <a:gd name="connsiteX2" fmla="*/ 2854548 w 6201303"/>
                <a:gd name="connsiteY2" fmla="*/ 181735 h 5506017"/>
                <a:gd name="connsiteX3" fmla="*/ 2999690 w 6201303"/>
                <a:gd name="connsiteY3" fmla="*/ 80135 h 5506017"/>
                <a:gd name="connsiteX4" fmla="*/ 3115804 w 6201303"/>
                <a:gd name="connsiteY4" fmla="*/ 283335 h 5506017"/>
                <a:gd name="connsiteX5" fmla="*/ 3159347 w 6201303"/>
                <a:gd name="connsiteY5" fmla="*/ 7564 h 5506017"/>
                <a:gd name="connsiteX6" fmla="*/ 3420603 w 6201303"/>
                <a:gd name="connsiteY6" fmla="*/ 399450 h 5506017"/>
                <a:gd name="connsiteX7" fmla="*/ 3681860 w 6201303"/>
                <a:gd name="connsiteY7" fmla="*/ 747793 h 5506017"/>
                <a:gd name="connsiteX8" fmla="*/ 3870545 w 6201303"/>
                <a:gd name="connsiteY8" fmla="*/ 472022 h 5506017"/>
                <a:gd name="connsiteX9" fmla="*/ 4030201 w 6201303"/>
                <a:gd name="connsiteY9" fmla="*/ 631679 h 5506017"/>
                <a:gd name="connsiteX10" fmla="*/ 4320488 w 6201303"/>
                <a:gd name="connsiteY10" fmla="*/ 921965 h 5506017"/>
                <a:gd name="connsiteX11" fmla="*/ 4465630 w 6201303"/>
                <a:gd name="connsiteY11" fmla="*/ 1429965 h 5506017"/>
                <a:gd name="connsiteX12" fmla="*/ 4552715 w 6201303"/>
                <a:gd name="connsiteY12" fmla="*/ 1850879 h 5506017"/>
                <a:gd name="connsiteX13" fmla="*/ 4770430 w 6201303"/>
                <a:gd name="connsiteY13" fmla="*/ 1996022 h 5506017"/>
                <a:gd name="connsiteX14" fmla="*/ 5292943 w 6201303"/>
                <a:gd name="connsiteY14" fmla="*/ 1647679 h 5506017"/>
                <a:gd name="connsiteX15" fmla="*/ 5321971 w 6201303"/>
                <a:gd name="connsiteY15" fmla="*/ 1836365 h 5506017"/>
                <a:gd name="connsiteX16" fmla="*/ 5612257 w 6201303"/>
                <a:gd name="connsiteY16" fmla="*/ 2068593 h 5506017"/>
                <a:gd name="connsiteX17" fmla="*/ 5771914 w 6201303"/>
                <a:gd name="connsiteY17" fmla="*/ 2562079 h 5506017"/>
                <a:gd name="connsiteX18" fmla="*/ 6018657 w 6201303"/>
                <a:gd name="connsiteY18" fmla="*/ 2997507 h 5506017"/>
                <a:gd name="connsiteX19" fmla="*/ 6178313 w 6201303"/>
                <a:gd name="connsiteY19" fmla="*/ 3432936 h 5506017"/>
                <a:gd name="connsiteX20" fmla="*/ 5960599 w 6201303"/>
                <a:gd name="connsiteY20" fmla="*/ 3897393 h 5506017"/>
                <a:gd name="connsiteX21" fmla="*/ 5931570 w 6201303"/>
                <a:gd name="connsiteY21" fmla="*/ 4144136 h 5506017"/>
                <a:gd name="connsiteX22" fmla="*/ 5670313 w 6201303"/>
                <a:gd name="connsiteY22" fmla="*/ 4637622 h 5506017"/>
                <a:gd name="connsiteX23" fmla="*/ 5380028 w 6201303"/>
                <a:gd name="connsiteY23" fmla="*/ 4942422 h 5506017"/>
                <a:gd name="connsiteX24" fmla="*/ 4589619 w 6201303"/>
                <a:gd name="connsiteY24" fmla="*/ 5506017 h 5506017"/>
                <a:gd name="connsiteX25" fmla="*/ 4015685 w 6201303"/>
                <a:gd name="connsiteY25" fmla="*/ 5421393 h 5506017"/>
                <a:gd name="connsiteX26" fmla="*/ 152400 w 6201303"/>
                <a:gd name="connsiteY26" fmla="*/ 5159489 h 5506017"/>
                <a:gd name="connsiteX27" fmla="*/ 0 w 6201303"/>
                <a:gd name="connsiteY27" fmla="*/ 4753735 h 5506017"/>
                <a:gd name="connsiteX0" fmla="*/ 0 w 6201303"/>
                <a:gd name="connsiteY0" fmla="*/ 4753735 h 5506017"/>
                <a:gd name="connsiteX1" fmla="*/ 2374376 w 6201303"/>
                <a:gd name="connsiteY1" fmla="*/ 2121 h 5506017"/>
                <a:gd name="connsiteX2" fmla="*/ 2854548 w 6201303"/>
                <a:gd name="connsiteY2" fmla="*/ 181735 h 5506017"/>
                <a:gd name="connsiteX3" fmla="*/ 2999690 w 6201303"/>
                <a:gd name="connsiteY3" fmla="*/ 80135 h 5506017"/>
                <a:gd name="connsiteX4" fmla="*/ 3115804 w 6201303"/>
                <a:gd name="connsiteY4" fmla="*/ 283335 h 5506017"/>
                <a:gd name="connsiteX5" fmla="*/ 3159347 w 6201303"/>
                <a:gd name="connsiteY5" fmla="*/ 7564 h 5506017"/>
                <a:gd name="connsiteX6" fmla="*/ 3420603 w 6201303"/>
                <a:gd name="connsiteY6" fmla="*/ 399450 h 5506017"/>
                <a:gd name="connsiteX7" fmla="*/ 3681860 w 6201303"/>
                <a:gd name="connsiteY7" fmla="*/ 747793 h 5506017"/>
                <a:gd name="connsiteX8" fmla="*/ 3870545 w 6201303"/>
                <a:gd name="connsiteY8" fmla="*/ 472022 h 5506017"/>
                <a:gd name="connsiteX9" fmla="*/ 4030201 w 6201303"/>
                <a:gd name="connsiteY9" fmla="*/ 631679 h 5506017"/>
                <a:gd name="connsiteX10" fmla="*/ 4320488 w 6201303"/>
                <a:gd name="connsiteY10" fmla="*/ 921965 h 5506017"/>
                <a:gd name="connsiteX11" fmla="*/ 4465630 w 6201303"/>
                <a:gd name="connsiteY11" fmla="*/ 1429965 h 5506017"/>
                <a:gd name="connsiteX12" fmla="*/ 4552715 w 6201303"/>
                <a:gd name="connsiteY12" fmla="*/ 1850879 h 5506017"/>
                <a:gd name="connsiteX13" fmla="*/ 4770430 w 6201303"/>
                <a:gd name="connsiteY13" fmla="*/ 1996022 h 5506017"/>
                <a:gd name="connsiteX14" fmla="*/ 5292943 w 6201303"/>
                <a:gd name="connsiteY14" fmla="*/ 1647679 h 5506017"/>
                <a:gd name="connsiteX15" fmla="*/ 5321971 w 6201303"/>
                <a:gd name="connsiteY15" fmla="*/ 1836365 h 5506017"/>
                <a:gd name="connsiteX16" fmla="*/ 5612257 w 6201303"/>
                <a:gd name="connsiteY16" fmla="*/ 2068593 h 5506017"/>
                <a:gd name="connsiteX17" fmla="*/ 5771914 w 6201303"/>
                <a:gd name="connsiteY17" fmla="*/ 2562079 h 5506017"/>
                <a:gd name="connsiteX18" fmla="*/ 6018657 w 6201303"/>
                <a:gd name="connsiteY18" fmla="*/ 2997507 h 5506017"/>
                <a:gd name="connsiteX19" fmla="*/ 6178313 w 6201303"/>
                <a:gd name="connsiteY19" fmla="*/ 3432936 h 5506017"/>
                <a:gd name="connsiteX20" fmla="*/ 5960599 w 6201303"/>
                <a:gd name="connsiteY20" fmla="*/ 3897393 h 5506017"/>
                <a:gd name="connsiteX21" fmla="*/ 5931570 w 6201303"/>
                <a:gd name="connsiteY21" fmla="*/ 4144136 h 5506017"/>
                <a:gd name="connsiteX22" fmla="*/ 5670313 w 6201303"/>
                <a:gd name="connsiteY22" fmla="*/ 4637622 h 5506017"/>
                <a:gd name="connsiteX23" fmla="*/ 5380028 w 6201303"/>
                <a:gd name="connsiteY23" fmla="*/ 4942422 h 5506017"/>
                <a:gd name="connsiteX24" fmla="*/ 4589619 w 6201303"/>
                <a:gd name="connsiteY24" fmla="*/ 5506017 h 5506017"/>
                <a:gd name="connsiteX25" fmla="*/ 4015685 w 6201303"/>
                <a:gd name="connsiteY25" fmla="*/ 5421393 h 5506017"/>
                <a:gd name="connsiteX26" fmla="*/ 3188370 w 6201303"/>
                <a:gd name="connsiteY26" fmla="*/ 5406879 h 5506017"/>
                <a:gd name="connsiteX27" fmla="*/ 152400 w 6201303"/>
                <a:gd name="connsiteY27" fmla="*/ 5159489 h 5506017"/>
                <a:gd name="connsiteX28" fmla="*/ 0 w 6201303"/>
                <a:gd name="connsiteY28" fmla="*/ 4753735 h 5506017"/>
                <a:gd name="connsiteX0" fmla="*/ 0 w 6201303"/>
                <a:gd name="connsiteY0" fmla="*/ 4753735 h 5578274"/>
                <a:gd name="connsiteX1" fmla="*/ 2374376 w 6201303"/>
                <a:gd name="connsiteY1" fmla="*/ 2121 h 5578274"/>
                <a:gd name="connsiteX2" fmla="*/ 2854548 w 6201303"/>
                <a:gd name="connsiteY2" fmla="*/ 181735 h 5578274"/>
                <a:gd name="connsiteX3" fmla="*/ 2999690 w 6201303"/>
                <a:gd name="connsiteY3" fmla="*/ 80135 h 5578274"/>
                <a:gd name="connsiteX4" fmla="*/ 3115804 w 6201303"/>
                <a:gd name="connsiteY4" fmla="*/ 283335 h 5578274"/>
                <a:gd name="connsiteX5" fmla="*/ 3159347 w 6201303"/>
                <a:gd name="connsiteY5" fmla="*/ 7564 h 5578274"/>
                <a:gd name="connsiteX6" fmla="*/ 3420603 w 6201303"/>
                <a:gd name="connsiteY6" fmla="*/ 399450 h 5578274"/>
                <a:gd name="connsiteX7" fmla="*/ 3681860 w 6201303"/>
                <a:gd name="connsiteY7" fmla="*/ 747793 h 5578274"/>
                <a:gd name="connsiteX8" fmla="*/ 3870545 w 6201303"/>
                <a:gd name="connsiteY8" fmla="*/ 472022 h 5578274"/>
                <a:gd name="connsiteX9" fmla="*/ 4030201 w 6201303"/>
                <a:gd name="connsiteY9" fmla="*/ 631679 h 5578274"/>
                <a:gd name="connsiteX10" fmla="*/ 4320488 w 6201303"/>
                <a:gd name="connsiteY10" fmla="*/ 921965 h 5578274"/>
                <a:gd name="connsiteX11" fmla="*/ 4465630 w 6201303"/>
                <a:gd name="connsiteY11" fmla="*/ 1429965 h 5578274"/>
                <a:gd name="connsiteX12" fmla="*/ 4552715 w 6201303"/>
                <a:gd name="connsiteY12" fmla="*/ 1850879 h 5578274"/>
                <a:gd name="connsiteX13" fmla="*/ 4770430 w 6201303"/>
                <a:gd name="connsiteY13" fmla="*/ 1996022 h 5578274"/>
                <a:gd name="connsiteX14" fmla="*/ 5292943 w 6201303"/>
                <a:gd name="connsiteY14" fmla="*/ 1647679 h 5578274"/>
                <a:gd name="connsiteX15" fmla="*/ 5321971 w 6201303"/>
                <a:gd name="connsiteY15" fmla="*/ 1836365 h 5578274"/>
                <a:gd name="connsiteX16" fmla="*/ 5612257 w 6201303"/>
                <a:gd name="connsiteY16" fmla="*/ 2068593 h 5578274"/>
                <a:gd name="connsiteX17" fmla="*/ 5771914 w 6201303"/>
                <a:gd name="connsiteY17" fmla="*/ 2562079 h 5578274"/>
                <a:gd name="connsiteX18" fmla="*/ 6018657 w 6201303"/>
                <a:gd name="connsiteY18" fmla="*/ 2997507 h 5578274"/>
                <a:gd name="connsiteX19" fmla="*/ 6178313 w 6201303"/>
                <a:gd name="connsiteY19" fmla="*/ 3432936 h 5578274"/>
                <a:gd name="connsiteX20" fmla="*/ 5960599 w 6201303"/>
                <a:gd name="connsiteY20" fmla="*/ 3897393 h 5578274"/>
                <a:gd name="connsiteX21" fmla="*/ 5931570 w 6201303"/>
                <a:gd name="connsiteY21" fmla="*/ 4144136 h 5578274"/>
                <a:gd name="connsiteX22" fmla="*/ 5670313 w 6201303"/>
                <a:gd name="connsiteY22" fmla="*/ 4637622 h 5578274"/>
                <a:gd name="connsiteX23" fmla="*/ 5380028 w 6201303"/>
                <a:gd name="connsiteY23" fmla="*/ 4942422 h 5578274"/>
                <a:gd name="connsiteX24" fmla="*/ 4589619 w 6201303"/>
                <a:gd name="connsiteY24" fmla="*/ 5506017 h 5578274"/>
                <a:gd name="connsiteX25" fmla="*/ 4015685 w 6201303"/>
                <a:gd name="connsiteY25" fmla="*/ 5421393 h 5578274"/>
                <a:gd name="connsiteX26" fmla="*/ 3188370 w 6201303"/>
                <a:gd name="connsiteY26" fmla="*/ 5406879 h 5578274"/>
                <a:gd name="connsiteX27" fmla="*/ 152400 w 6201303"/>
                <a:gd name="connsiteY27" fmla="*/ 5159489 h 5578274"/>
                <a:gd name="connsiteX28" fmla="*/ 0 w 6201303"/>
                <a:gd name="connsiteY28" fmla="*/ 4753735 h 5578274"/>
                <a:gd name="connsiteX0" fmla="*/ 0 w 6201303"/>
                <a:gd name="connsiteY0" fmla="*/ 4753735 h 5578274"/>
                <a:gd name="connsiteX1" fmla="*/ 2374376 w 6201303"/>
                <a:gd name="connsiteY1" fmla="*/ 2121 h 5578274"/>
                <a:gd name="connsiteX2" fmla="*/ 2854548 w 6201303"/>
                <a:gd name="connsiteY2" fmla="*/ 181735 h 5578274"/>
                <a:gd name="connsiteX3" fmla="*/ 2999690 w 6201303"/>
                <a:gd name="connsiteY3" fmla="*/ 80135 h 5578274"/>
                <a:gd name="connsiteX4" fmla="*/ 3115804 w 6201303"/>
                <a:gd name="connsiteY4" fmla="*/ 283335 h 5578274"/>
                <a:gd name="connsiteX5" fmla="*/ 3159347 w 6201303"/>
                <a:gd name="connsiteY5" fmla="*/ 7564 h 5578274"/>
                <a:gd name="connsiteX6" fmla="*/ 3420603 w 6201303"/>
                <a:gd name="connsiteY6" fmla="*/ 399450 h 5578274"/>
                <a:gd name="connsiteX7" fmla="*/ 3681860 w 6201303"/>
                <a:gd name="connsiteY7" fmla="*/ 747793 h 5578274"/>
                <a:gd name="connsiteX8" fmla="*/ 3870545 w 6201303"/>
                <a:gd name="connsiteY8" fmla="*/ 472022 h 5578274"/>
                <a:gd name="connsiteX9" fmla="*/ 4030201 w 6201303"/>
                <a:gd name="connsiteY9" fmla="*/ 631679 h 5578274"/>
                <a:gd name="connsiteX10" fmla="*/ 4320488 w 6201303"/>
                <a:gd name="connsiteY10" fmla="*/ 921965 h 5578274"/>
                <a:gd name="connsiteX11" fmla="*/ 4465630 w 6201303"/>
                <a:gd name="connsiteY11" fmla="*/ 1429965 h 5578274"/>
                <a:gd name="connsiteX12" fmla="*/ 4552715 w 6201303"/>
                <a:gd name="connsiteY12" fmla="*/ 1850879 h 5578274"/>
                <a:gd name="connsiteX13" fmla="*/ 4770430 w 6201303"/>
                <a:gd name="connsiteY13" fmla="*/ 1996022 h 5578274"/>
                <a:gd name="connsiteX14" fmla="*/ 5292943 w 6201303"/>
                <a:gd name="connsiteY14" fmla="*/ 1647679 h 5578274"/>
                <a:gd name="connsiteX15" fmla="*/ 5321971 w 6201303"/>
                <a:gd name="connsiteY15" fmla="*/ 1836365 h 5578274"/>
                <a:gd name="connsiteX16" fmla="*/ 5612257 w 6201303"/>
                <a:gd name="connsiteY16" fmla="*/ 2068593 h 5578274"/>
                <a:gd name="connsiteX17" fmla="*/ 5771914 w 6201303"/>
                <a:gd name="connsiteY17" fmla="*/ 2562079 h 5578274"/>
                <a:gd name="connsiteX18" fmla="*/ 6018657 w 6201303"/>
                <a:gd name="connsiteY18" fmla="*/ 2997507 h 5578274"/>
                <a:gd name="connsiteX19" fmla="*/ 6178313 w 6201303"/>
                <a:gd name="connsiteY19" fmla="*/ 3432936 h 5578274"/>
                <a:gd name="connsiteX20" fmla="*/ 5960599 w 6201303"/>
                <a:gd name="connsiteY20" fmla="*/ 3897393 h 5578274"/>
                <a:gd name="connsiteX21" fmla="*/ 5931570 w 6201303"/>
                <a:gd name="connsiteY21" fmla="*/ 4144136 h 5578274"/>
                <a:gd name="connsiteX22" fmla="*/ 5670313 w 6201303"/>
                <a:gd name="connsiteY22" fmla="*/ 4637622 h 5578274"/>
                <a:gd name="connsiteX23" fmla="*/ 5380028 w 6201303"/>
                <a:gd name="connsiteY23" fmla="*/ 4942422 h 5578274"/>
                <a:gd name="connsiteX24" fmla="*/ 4589619 w 6201303"/>
                <a:gd name="connsiteY24" fmla="*/ 5506017 h 5578274"/>
                <a:gd name="connsiteX25" fmla="*/ 4015685 w 6201303"/>
                <a:gd name="connsiteY25" fmla="*/ 5421393 h 5578274"/>
                <a:gd name="connsiteX26" fmla="*/ 3188370 w 6201303"/>
                <a:gd name="connsiteY26" fmla="*/ 5406879 h 5578274"/>
                <a:gd name="connsiteX27" fmla="*/ 152400 w 6201303"/>
                <a:gd name="connsiteY27" fmla="*/ 5159489 h 5578274"/>
                <a:gd name="connsiteX28" fmla="*/ 0 w 6201303"/>
                <a:gd name="connsiteY28" fmla="*/ 4753735 h 5578274"/>
                <a:gd name="connsiteX0" fmla="*/ 0 w 6201303"/>
                <a:gd name="connsiteY0" fmla="*/ 4753735 h 5578274"/>
                <a:gd name="connsiteX1" fmla="*/ 1248899 w 6201303"/>
                <a:gd name="connsiteY1" fmla="*/ 2213735 h 5578274"/>
                <a:gd name="connsiteX2" fmla="*/ 2374376 w 6201303"/>
                <a:gd name="connsiteY2" fmla="*/ 2121 h 5578274"/>
                <a:gd name="connsiteX3" fmla="*/ 2854548 w 6201303"/>
                <a:gd name="connsiteY3" fmla="*/ 181735 h 5578274"/>
                <a:gd name="connsiteX4" fmla="*/ 2999690 w 6201303"/>
                <a:gd name="connsiteY4" fmla="*/ 80135 h 5578274"/>
                <a:gd name="connsiteX5" fmla="*/ 3115804 w 6201303"/>
                <a:gd name="connsiteY5" fmla="*/ 283335 h 5578274"/>
                <a:gd name="connsiteX6" fmla="*/ 3159347 w 6201303"/>
                <a:gd name="connsiteY6" fmla="*/ 7564 h 5578274"/>
                <a:gd name="connsiteX7" fmla="*/ 3420603 w 6201303"/>
                <a:gd name="connsiteY7" fmla="*/ 399450 h 5578274"/>
                <a:gd name="connsiteX8" fmla="*/ 3681860 w 6201303"/>
                <a:gd name="connsiteY8" fmla="*/ 747793 h 5578274"/>
                <a:gd name="connsiteX9" fmla="*/ 3870545 w 6201303"/>
                <a:gd name="connsiteY9" fmla="*/ 472022 h 5578274"/>
                <a:gd name="connsiteX10" fmla="*/ 4030201 w 6201303"/>
                <a:gd name="connsiteY10" fmla="*/ 631679 h 5578274"/>
                <a:gd name="connsiteX11" fmla="*/ 4320488 w 6201303"/>
                <a:gd name="connsiteY11" fmla="*/ 921965 h 5578274"/>
                <a:gd name="connsiteX12" fmla="*/ 4465630 w 6201303"/>
                <a:gd name="connsiteY12" fmla="*/ 1429965 h 5578274"/>
                <a:gd name="connsiteX13" fmla="*/ 4552715 w 6201303"/>
                <a:gd name="connsiteY13" fmla="*/ 1850879 h 5578274"/>
                <a:gd name="connsiteX14" fmla="*/ 4770430 w 6201303"/>
                <a:gd name="connsiteY14" fmla="*/ 1996022 h 5578274"/>
                <a:gd name="connsiteX15" fmla="*/ 5292943 w 6201303"/>
                <a:gd name="connsiteY15" fmla="*/ 1647679 h 5578274"/>
                <a:gd name="connsiteX16" fmla="*/ 5321971 w 6201303"/>
                <a:gd name="connsiteY16" fmla="*/ 1836365 h 5578274"/>
                <a:gd name="connsiteX17" fmla="*/ 5612257 w 6201303"/>
                <a:gd name="connsiteY17" fmla="*/ 2068593 h 5578274"/>
                <a:gd name="connsiteX18" fmla="*/ 5771914 w 6201303"/>
                <a:gd name="connsiteY18" fmla="*/ 2562079 h 5578274"/>
                <a:gd name="connsiteX19" fmla="*/ 6018657 w 6201303"/>
                <a:gd name="connsiteY19" fmla="*/ 2997507 h 5578274"/>
                <a:gd name="connsiteX20" fmla="*/ 6178313 w 6201303"/>
                <a:gd name="connsiteY20" fmla="*/ 3432936 h 5578274"/>
                <a:gd name="connsiteX21" fmla="*/ 5960599 w 6201303"/>
                <a:gd name="connsiteY21" fmla="*/ 3897393 h 5578274"/>
                <a:gd name="connsiteX22" fmla="*/ 5931570 w 6201303"/>
                <a:gd name="connsiteY22" fmla="*/ 4144136 h 5578274"/>
                <a:gd name="connsiteX23" fmla="*/ 5670313 w 6201303"/>
                <a:gd name="connsiteY23" fmla="*/ 4637622 h 5578274"/>
                <a:gd name="connsiteX24" fmla="*/ 5380028 w 6201303"/>
                <a:gd name="connsiteY24" fmla="*/ 4942422 h 5578274"/>
                <a:gd name="connsiteX25" fmla="*/ 4589619 w 6201303"/>
                <a:gd name="connsiteY25" fmla="*/ 5506017 h 5578274"/>
                <a:gd name="connsiteX26" fmla="*/ 4015685 w 6201303"/>
                <a:gd name="connsiteY26" fmla="*/ 5421393 h 5578274"/>
                <a:gd name="connsiteX27" fmla="*/ 3188370 w 6201303"/>
                <a:gd name="connsiteY27" fmla="*/ 5406879 h 5578274"/>
                <a:gd name="connsiteX28" fmla="*/ 152400 w 6201303"/>
                <a:gd name="connsiteY28" fmla="*/ 5159489 h 5578274"/>
                <a:gd name="connsiteX29" fmla="*/ 0 w 6201303"/>
                <a:gd name="connsiteY29" fmla="*/ 4753735 h 5578274"/>
                <a:gd name="connsiteX0" fmla="*/ 23988 w 6225291"/>
                <a:gd name="connsiteY0" fmla="*/ 4753735 h 5578274"/>
                <a:gd name="connsiteX1" fmla="*/ 1272887 w 6225291"/>
                <a:gd name="connsiteY1" fmla="*/ 2213735 h 5578274"/>
                <a:gd name="connsiteX2" fmla="*/ 2398364 w 6225291"/>
                <a:gd name="connsiteY2" fmla="*/ 2121 h 5578274"/>
                <a:gd name="connsiteX3" fmla="*/ 2878536 w 6225291"/>
                <a:gd name="connsiteY3" fmla="*/ 181735 h 5578274"/>
                <a:gd name="connsiteX4" fmla="*/ 3023678 w 6225291"/>
                <a:gd name="connsiteY4" fmla="*/ 80135 h 5578274"/>
                <a:gd name="connsiteX5" fmla="*/ 3139792 w 6225291"/>
                <a:gd name="connsiteY5" fmla="*/ 283335 h 5578274"/>
                <a:gd name="connsiteX6" fmla="*/ 3183335 w 6225291"/>
                <a:gd name="connsiteY6" fmla="*/ 7564 h 5578274"/>
                <a:gd name="connsiteX7" fmla="*/ 3444591 w 6225291"/>
                <a:gd name="connsiteY7" fmla="*/ 399450 h 5578274"/>
                <a:gd name="connsiteX8" fmla="*/ 3705848 w 6225291"/>
                <a:gd name="connsiteY8" fmla="*/ 747793 h 5578274"/>
                <a:gd name="connsiteX9" fmla="*/ 3894533 w 6225291"/>
                <a:gd name="connsiteY9" fmla="*/ 472022 h 5578274"/>
                <a:gd name="connsiteX10" fmla="*/ 4054189 w 6225291"/>
                <a:gd name="connsiteY10" fmla="*/ 631679 h 5578274"/>
                <a:gd name="connsiteX11" fmla="*/ 4344476 w 6225291"/>
                <a:gd name="connsiteY11" fmla="*/ 921965 h 5578274"/>
                <a:gd name="connsiteX12" fmla="*/ 4489618 w 6225291"/>
                <a:gd name="connsiteY12" fmla="*/ 1429965 h 5578274"/>
                <a:gd name="connsiteX13" fmla="*/ 4576703 w 6225291"/>
                <a:gd name="connsiteY13" fmla="*/ 1850879 h 5578274"/>
                <a:gd name="connsiteX14" fmla="*/ 4794418 w 6225291"/>
                <a:gd name="connsiteY14" fmla="*/ 1996022 h 5578274"/>
                <a:gd name="connsiteX15" fmla="*/ 5316931 w 6225291"/>
                <a:gd name="connsiteY15" fmla="*/ 1647679 h 5578274"/>
                <a:gd name="connsiteX16" fmla="*/ 5345959 w 6225291"/>
                <a:gd name="connsiteY16" fmla="*/ 1836365 h 5578274"/>
                <a:gd name="connsiteX17" fmla="*/ 5636245 w 6225291"/>
                <a:gd name="connsiteY17" fmla="*/ 2068593 h 5578274"/>
                <a:gd name="connsiteX18" fmla="*/ 5795902 w 6225291"/>
                <a:gd name="connsiteY18" fmla="*/ 2562079 h 5578274"/>
                <a:gd name="connsiteX19" fmla="*/ 6042645 w 6225291"/>
                <a:gd name="connsiteY19" fmla="*/ 2997507 h 5578274"/>
                <a:gd name="connsiteX20" fmla="*/ 6202301 w 6225291"/>
                <a:gd name="connsiteY20" fmla="*/ 3432936 h 5578274"/>
                <a:gd name="connsiteX21" fmla="*/ 5984587 w 6225291"/>
                <a:gd name="connsiteY21" fmla="*/ 3897393 h 5578274"/>
                <a:gd name="connsiteX22" fmla="*/ 5955558 w 6225291"/>
                <a:gd name="connsiteY22" fmla="*/ 4144136 h 5578274"/>
                <a:gd name="connsiteX23" fmla="*/ 5694301 w 6225291"/>
                <a:gd name="connsiteY23" fmla="*/ 4637622 h 5578274"/>
                <a:gd name="connsiteX24" fmla="*/ 5404016 w 6225291"/>
                <a:gd name="connsiteY24" fmla="*/ 4942422 h 5578274"/>
                <a:gd name="connsiteX25" fmla="*/ 4613607 w 6225291"/>
                <a:gd name="connsiteY25" fmla="*/ 5506017 h 5578274"/>
                <a:gd name="connsiteX26" fmla="*/ 4039673 w 6225291"/>
                <a:gd name="connsiteY26" fmla="*/ 5421393 h 5578274"/>
                <a:gd name="connsiteX27" fmla="*/ 3212358 w 6225291"/>
                <a:gd name="connsiteY27" fmla="*/ 5406879 h 5578274"/>
                <a:gd name="connsiteX28" fmla="*/ 176388 w 6225291"/>
                <a:gd name="connsiteY28" fmla="*/ 5159489 h 5578274"/>
                <a:gd name="connsiteX29" fmla="*/ 23988 w 6225291"/>
                <a:gd name="connsiteY29" fmla="*/ 4753735 h 5578274"/>
                <a:gd name="connsiteX0" fmla="*/ 30994 w 6232297"/>
                <a:gd name="connsiteY0" fmla="*/ 4753735 h 5578274"/>
                <a:gd name="connsiteX1" fmla="*/ 1279893 w 6232297"/>
                <a:gd name="connsiteY1" fmla="*/ 2213735 h 5578274"/>
                <a:gd name="connsiteX2" fmla="*/ 2405370 w 6232297"/>
                <a:gd name="connsiteY2" fmla="*/ 2121 h 5578274"/>
                <a:gd name="connsiteX3" fmla="*/ 2885542 w 6232297"/>
                <a:gd name="connsiteY3" fmla="*/ 181735 h 5578274"/>
                <a:gd name="connsiteX4" fmla="*/ 3030684 w 6232297"/>
                <a:gd name="connsiteY4" fmla="*/ 80135 h 5578274"/>
                <a:gd name="connsiteX5" fmla="*/ 3146798 w 6232297"/>
                <a:gd name="connsiteY5" fmla="*/ 283335 h 5578274"/>
                <a:gd name="connsiteX6" fmla="*/ 3190341 w 6232297"/>
                <a:gd name="connsiteY6" fmla="*/ 7564 h 5578274"/>
                <a:gd name="connsiteX7" fmla="*/ 3451597 w 6232297"/>
                <a:gd name="connsiteY7" fmla="*/ 399450 h 5578274"/>
                <a:gd name="connsiteX8" fmla="*/ 3712854 w 6232297"/>
                <a:gd name="connsiteY8" fmla="*/ 747793 h 5578274"/>
                <a:gd name="connsiteX9" fmla="*/ 3901539 w 6232297"/>
                <a:gd name="connsiteY9" fmla="*/ 472022 h 5578274"/>
                <a:gd name="connsiteX10" fmla="*/ 4061195 w 6232297"/>
                <a:gd name="connsiteY10" fmla="*/ 631679 h 5578274"/>
                <a:gd name="connsiteX11" fmla="*/ 4351482 w 6232297"/>
                <a:gd name="connsiteY11" fmla="*/ 921965 h 5578274"/>
                <a:gd name="connsiteX12" fmla="*/ 4496624 w 6232297"/>
                <a:gd name="connsiteY12" fmla="*/ 1429965 h 5578274"/>
                <a:gd name="connsiteX13" fmla="*/ 4583709 w 6232297"/>
                <a:gd name="connsiteY13" fmla="*/ 1850879 h 5578274"/>
                <a:gd name="connsiteX14" fmla="*/ 4801424 w 6232297"/>
                <a:gd name="connsiteY14" fmla="*/ 1996022 h 5578274"/>
                <a:gd name="connsiteX15" fmla="*/ 5323937 w 6232297"/>
                <a:gd name="connsiteY15" fmla="*/ 1647679 h 5578274"/>
                <a:gd name="connsiteX16" fmla="*/ 5352965 w 6232297"/>
                <a:gd name="connsiteY16" fmla="*/ 1836365 h 5578274"/>
                <a:gd name="connsiteX17" fmla="*/ 5643251 w 6232297"/>
                <a:gd name="connsiteY17" fmla="*/ 2068593 h 5578274"/>
                <a:gd name="connsiteX18" fmla="*/ 5802908 w 6232297"/>
                <a:gd name="connsiteY18" fmla="*/ 2562079 h 5578274"/>
                <a:gd name="connsiteX19" fmla="*/ 6049651 w 6232297"/>
                <a:gd name="connsiteY19" fmla="*/ 2997507 h 5578274"/>
                <a:gd name="connsiteX20" fmla="*/ 6209307 w 6232297"/>
                <a:gd name="connsiteY20" fmla="*/ 3432936 h 5578274"/>
                <a:gd name="connsiteX21" fmla="*/ 5991593 w 6232297"/>
                <a:gd name="connsiteY21" fmla="*/ 3897393 h 5578274"/>
                <a:gd name="connsiteX22" fmla="*/ 5962564 w 6232297"/>
                <a:gd name="connsiteY22" fmla="*/ 4144136 h 5578274"/>
                <a:gd name="connsiteX23" fmla="*/ 5701307 w 6232297"/>
                <a:gd name="connsiteY23" fmla="*/ 4637622 h 5578274"/>
                <a:gd name="connsiteX24" fmla="*/ 5411022 w 6232297"/>
                <a:gd name="connsiteY24" fmla="*/ 4942422 h 5578274"/>
                <a:gd name="connsiteX25" fmla="*/ 4620613 w 6232297"/>
                <a:gd name="connsiteY25" fmla="*/ 5506017 h 5578274"/>
                <a:gd name="connsiteX26" fmla="*/ 4046679 w 6232297"/>
                <a:gd name="connsiteY26" fmla="*/ 5421393 h 5578274"/>
                <a:gd name="connsiteX27" fmla="*/ 3219364 w 6232297"/>
                <a:gd name="connsiteY27" fmla="*/ 5406879 h 5578274"/>
                <a:gd name="connsiteX28" fmla="*/ 183394 w 6232297"/>
                <a:gd name="connsiteY28" fmla="*/ 5159489 h 5578274"/>
                <a:gd name="connsiteX29" fmla="*/ 30994 w 6232297"/>
                <a:gd name="connsiteY29" fmla="*/ 4753735 h 5578274"/>
                <a:gd name="connsiteX0" fmla="*/ 30994 w 6232297"/>
                <a:gd name="connsiteY0" fmla="*/ 4753735 h 5578274"/>
                <a:gd name="connsiteX1" fmla="*/ 1279893 w 6232297"/>
                <a:gd name="connsiteY1" fmla="*/ 2213735 h 5578274"/>
                <a:gd name="connsiteX2" fmla="*/ 2405370 w 6232297"/>
                <a:gd name="connsiteY2" fmla="*/ 2121 h 5578274"/>
                <a:gd name="connsiteX3" fmla="*/ 2885542 w 6232297"/>
                <a:gd name="connsiteY3" fmla="*/ 181735 h 5578274"/>
                <a:gd name="connsiteX4" fmla="*/ 3030684 w 6232297"/>
                <a:gd name="connsiteY4" fmla="*/ 80135 h 5578274"/>
                <a:gd name="connsiteX5" fmla="*/ 3146798 w 6232297"/>
                <a:gd name="connsiteY5" fmla="*/ 283335 h 5578274"/>
                <a:gd name="connsiteX6" fmla="*/ 3190341 w 6232297"/>
                <a:gd name="connsiteY6" fmla="*/ 7564 h 5578274"/>
                <a:gd name="connsiteX7" fmla="*/ 3451597 w 6232297"/>
                <a:gd name="connsiteY7" fmla="*/ 399450 h 5578274"/>
                <a:gd name="connsiteX8" fmla="*/ 3712854 w 6232297"/>
                <a:gd name="connsiteY8" fmla="*/ 747793 h 5578274"/>
                <a:gd name="connsiteX9" fmla="*/ 3901539 w 6232297"/>
                <a:gd name="connsiteY9" fmla="*/ 472022 h 5578274"/>
                <a:gd name="connsiteX10" fmla="*/ 4061195 w 6232297"/>
                <a:gd name="connsiteY10" fmla="*/ 631679 h 5578274"/>
                <a:gd name="connsiteX11" fmla="*/ 4351482 w 6232297"/>
                <a:gd name="connsiteY11" fmla="*/ 921965 h 5578274"/>
                <a:gd name="connsiteX12" fmla="*/ 4496624 w 6232297"/>
                <a:gd name="connsiteY12" fmla="*/ 1429965 h 5578274"/>
                <a:gd name="connsiteX13" fmla="*/ 4583709 w 6232297"/>
                <a:gd name="connsiteY13" fmla="*/ 1850879 h 5578274"/>
                <a:gd name="connsiteX14" fmla="*/ 4801424 w 6232297"/>
                <a:gd name="connsiteY14" fmla="*/ 1996022 h 5578274"/>
                <a:gd name="connsiteX15" fmla="*/ 5323937 w 6232297"/>
                <a:gd name="connsiteY15" fmla="*/ 1647679 h 5578274"/>
                <a:gd name="connsiteX16" fmla="*/ 5352965 w 6232297"/>
                <a:gd name="connsiteY16" fmla="*/ 1836365 h 5578274"/>
                <a:gd name="connsiteX17" fmla="*/ 5643251 w 6232297"/>
                <a:gd name="connsiteY17" fmla="*/ 2068593 h 5578274"/>
                <a:gd name="connsiteX18" fmla="*/ 5802908 w 6232297"/>
                <a:gd name="connsiteY18" fmla="*/ 2562079 h 5578274"/>
                <a:gd name="connsiteX19" fmla="*/ 6049651 w 6232297"/>
                <a:gd name="connsiteY19" fmla="*/ 2997507 h 5578274"/>
                <a:gd name="connsiteX20" fmla="*/ 6209307 w 6232297"/>
                <a:gd name="connsiteY20" fmla="*/ 3432936 h 5578274"/>
                <a:gd name="connsiteX21" fmla="*/ 5991593 w 6232297"/>
                <a:gd name="connsiteY21" fmla="*/ 3897393 h 5578274"/>
                <a:gd name="connsiteX22" fmla="*/ 5962564 w 6232297"/>
                <a:gd name="connsiteY22" fmla="*/ 4144136 h 5578274"/>
                <a:gd name="connsiteX23" fmla="*/ 5701307 w 6232297"/>
                <a:gd name="connsiteY23" fmla="*/ 4637622 h 5578274"/>
                <a:gd name="connsiteX24" fmla="*/ 5411022 w 6232297"/>
                <a:gd name="connsiteY24" fmla="*/ 4942422 h 5578274"/>
                <a:gd name="connsiteX25" fmla="*/ 4620613 w 6232297"/>
                <a:gd name="connsiteY25" fmla="*/ 5506017 h 5578274"/>
                <a:gd name="connsiteX26" fmla="*/ 4046679 w 6232297"/>
                <a:gd name="connsiteY26" fmla="*/ 5421393 h 5578274"/>
                <a:gd name="connsiteX27" fmla="*/ 3219364 w 6232297"/>
                <a:gd name="connsiteY27" fmla="*/ 5406879 h 5578274"/>
                <a:gd name="connsiteX28" fmla="*/ 183394 w 6232297"/>
                <a:gd name="connsiteY28" fmla="*/ 5159489 h 5578274"/>
                <a:gd name="connsiteX29" fmla="*/ 30994 w 6232297"/>
                <a:gd name="connsiteY29" fmla="*/ 4753735 h 5578274"/>
                <a:gd name="connsiteX0" fmla="*/ 30994 w 6232297"/>
                <a:gd name="connsiteY0" fmla="*/ 4753735 h 5578274"/>
                <a:gd name="connsiteX1" fmla="*/ 1279893 w 6232297"/>
                <a:gd name="connsiteY1" fmla="*/ 2213735 h 5578274"/>
                <a:gd name="connsiteX2" fmla="*/ 2405370 w 6232297"/>
                <a:gd name="connsiteY2" fmla="*/ 2121 h 5578274"/>
                <a:gd name="connsiteX3" fmla="*/ 2885542 w 6232297"/>
                <a:gd name="connsiteY3" fmla="*/ 181735 h 5578274"/>
                <a:gd name="connsiteX4" fmla="*/ 3030684 w 6232297"/>
                <a:gd name="connsiteY4" fmla="*/ 80135 h 5578274"/>
                <a:gd name="connsiteX5" fmla="*/ 3146798 w 6232297"/>
                <a:gd name="connsiteY5" fmla="*/ 283335 h 5578274"/>
                <a:gd name="connsiteX6" fmla="*/ 3190341 w 6232297"/>
                <a:gd name="connsiteY6" fmla="*/ 7564 h 5578274"/>
                <a:gd name="connsiteX7" fmla="*/ 3451597 w 6232297"/>
                <a:gd name="connsiteY7" fmla="*/ 399450 h 5578274"/>
                <a:gd name="connsiteX8" fmla="*/ 3712854 w 6232297"/>
                <a:gd name="connsiteY8" fmla="*/ 747793 h 5578274"/>
                <a:gd name="connsiteX9" fmla="*/ 3901539 w 6232297"/>
                <a:gd name="connsiteY9" fmla="*/ 472022 h 5578274"/>
                <a:gd name="connsiteX10" fmla="*/ 4061195 w 6232297"/>
                <a:gd name="connsiteY10" fmla="*/ 631679 h 5578274"/>
                <a:gd name="connsiteX11" fmla="*/ 4351482 w 6232297"/>
                <a:gd name="connsiteY11" fmla="*/ 921965 h 5578274"/>
                <a:gd name="connsiteX12" fmla="*/ 4496624 w 6232297"/>
                <a:gd name="connsiteY12" fmla="*/ 1429965 h 5578274"/>
                <a:gd name="connsiteX13" fmla="*/ 4583709 w 6232297"/>
                <a:gd name="connsiteY13" fmla="*/ 1850879 h 5578274"/>
                <a:gd name="connsiteX14" fmla="*/ 4801424 w 6232297"/>
                <a:gd name="connsiteY14" fmla="*/ 1996022 h 5578274"/>
                <a:gd name="connsiteX15" fmla="*/ 5323937 w 6232297"/>
                <a:gd name="connsiteY15" fmla="*/ 1647679 h 5578274"/>
                <a:gd name="connsiteX16" fmla="*/ 5352965 w 6232297"/>
                <a:gd name="connsiteY16" fmla="*/ 1836365 h 5578274"/>
                <a:gd name="connsiteX17" fmla="*/ 5643251 w 6232297"/>
                <a:gd name="connsiteY17" fmla="*/ 2068593 h 5578274"/>
                <a:gd name="connsiteX18" fmla="*/ 5802908 w 6232297"/>
                <a:gd name="connsiteY18" fmla="*/ 2562079 h 5578274"/>
                <a:gd name="connsiteX19" fmla="*/ 6049651 w 6232297"/>
                <a:gd name="connsiteY19" fmla="*/ 2997507 h 5578274"/>
                <a:gd name="connsiteX20" fmla="*/ 6209307 w 6232297"/>
                <a:gd name="connsiteY20" fmla="*/ 3432936 h 5578274"/>
                <a:gd name="connsiteX21" fmla="*/ 5991593 w 6232297"/>
                <a:gd name="connsiteY21" fmla="*/ 3897393 h 5578274"/>
                <a:gd name="connsiteX22" fmla="*/ 5962564 w 6232297"/>
                <a:gd name="connsiteY22" fmla="*/ 4144136 h 5578274"/>
                <a:gd name="connsiteX23" fmla="*/ 5701307 w 6232297"/>
                <a:gd name="connsiteY23" fmla="*/ 4637622 h 5578274"/>
                <a:gd name="connsiteX24" fmla="*/ 5411022 w 6232297"/>
                <a:gd name="connsiteY24" fmla="*/ 4942422 h 5578274"/>
                <a:gd name="connsiteX25" fmla="*/ 4620613 w 6232297"/>
                <a:gd name="connsiteY25" fmla="*/ 5506017 h 5578274"/>
                <a:gd name="connsiteX26" fmla="*/ 4046679 w 6232297"/>
                <a:gd name="connsiteY26" fmla="*/ 5421393 h 5578274"/>
                <a:gd name="connsiteX27" fmla="*/ 3219364 w 6232297"/>
                <a:gd name="connsiteY27" fmla="*/ 5406879 h 5578274"/>
                <a:gd name="connsiteX28" fmla="*/ 183394 w 6232297"/>
                <a:gd name="connsiteY28" fmla="*/ 5159489 h 5578274"/>
                <a:gd name="connsiteX29" fmla="*/ 30994 w 6232297"/>
                <a:gd name="connsiteY29" fmla="*/ 4753735 h 5578274"/>
                <a:gd name="connsiteX0" fmla="*/ 30994 w 6232297"/>
                <a:gd name="connsiteY0" fmla="*/ 4753735 h 5578274"/>
                <a:gd name="connsiteX1" fmla="*/ 1279893 w 6232297"/>
                <a:gd name="connsiteY1" fmla="*/ 2213735 h 5578274"/>
                <a:gd name="connsiteX2" fmla="*/ 2405370 w 6232297"/>
                <a:gd name="connsiteY2" fmla="*/ 2121 h 5578274"/>
                <a:gd name="connsiteX3" fmla="*/ 2885542 w 6232297"/>
                <a:gd name="connsiteY3" fmla="*/ 181735 h 5578274"/>
                <a:gd name="connsiteX4" fmla="*/ 3030684 w 6232297"/>
                <a:gd name="connsiteY4" fmla="*/ 80135 h 5578274"/>
                <a:gd name="connsiteX5" fmla="*/ 3146798 w 6232297"/>
                <a:gd name="connsiteY5" fmla="*/ 283335 h 5578274"/>
                <a:gd name="connsiteX6" fmla="*/ 3190341 w 6232297"/>
                <a:gd name="connsiteY6" fmla="*/ 7564 h 5578274"/>
                <a:gd name="connsiteX7" fmla="*/ 3451597 w 6232297"/>
                <a:gd name="connsiteY7" fmla="*/ 399450 h 5578274"/>
                <a:gd name="connsiteX8" fmla="*/ 3712854 w 6232297"/>
                <a:gd name="connsiteY8" fmla="*/ 747793 h 5578274"/>
                <a:gd name="connsiteX9" fmla="*/ 3901539 w 6232297"/>
                <a:gd name="connsiteY9" fmla="*/ 472022 h 5578274"/>
                <a:gd name="connsiteX10" fmla="*/ 4061195 w 6232297"/>
                <a:gd name="connsiteY10" fmla="*/ 631679 h 5578274"/>
                <a:gd name="connsiteX11" fmla="*/ 4351482 w 6232297"/>
                <a:gd name="connsiteY11" fmla="*/ 921965 h 5578274"/>
                <a:gd name="connsiteX12" fmla="*/ 4496624 w 6232297"/>
                <a:gd name="connsiteY12" fmla="*/ 1429965 h 5578274"/>
                <a:gd name="connsiteX13" fmla="*/ 4583709 w 6232297"/>
                <a:gd name="connsiteY13" fmla="*/ 1850879 h 5578274"/>
                <a:gd name="connsiteX14" fmla="*/ 4801424 w 6232297"/>
                <a:gd name="connsiteY14" fmla="*/ 1996022 h 5578274"/>
                <a:gd name="connsiteX15" fmla="*/ 5323937 w 6232297"/>
                <a:gd name="connsiteY15" fmla="*/ 1647679 h 5578274"/>
                <a:gd name="connsiteX16" fmla="*/ 5352965 w 6232297"/>
                <a:gd name="connsiteY16" fmla="*/ 1836365 h 5578274"/>
                <a:gd name="connsiteX17" fmla="*/ 5643251 w 6232297"/>
                <a:gd name="connsiteY17" fmla="*/ 2068593 h 5578274"/>
                <a:gd name="connsiteX18" fmla="*/ 5802908 w 6232297"/>
                <a:gd name="connsiteY18" fmla="*/ 2562079 h 5578274"/>
                <a:gd name="connsiteX19" fmla="*/ 6049651 w 6232297"/>
                <a:gd name="connsiteY19" fmla="*/ 2997507 h 5578274"/>
                <a:gd name="connsiteX20" fmla="*/ 6209307 w 6232297"/>
                <a:gd name="connsiteY20" fmla="*/ 3432936 h 5578274"/>
                <a:gd name="connsiteX21" fmla="*/ 5991593 w 6232297"/>
                <a:gd name="connsiteY21" fmla="*/ 3897393 h 5578274"/>
                <a:gd name="connsiteX22" fmla="*/ 5962564 w 6232297"/>
                <a:gd name="connsiteY22" fmla="*/ 4144136 h 5578274"/>
                <a:gd name="connsiteX23" fmla="*/ 5701307 w 6232297"/>
                <a:gd name="connsiteY23" fmla="*/ 4637622 h 5578274"/>
                <a:gd name="connsiteX24" fmla="*/ 5411022 w 6232297"/>
                <a:gd name="connsiteY24" fmla="*/ 4942422 h 5578274"/>
                <a:gd name="connsiteX25" fmla="*/ 4620613 w 6232297"/>
                <a:gd name="connsiteY25" fmla="*/ 5506017 h 5578274"/>
                <a:gd name="connsiteX26" fmla="*/ 4046679 w 6232297"/>
                <a:gd name="connsiteY26" fmla="*/ 5421393 h 5578274"/>
                <a:gd name="connsiteX27" fmla="*/ 3219364 w 6232297"/>
                <a:gd name="connsiteY27" fmla="*/ 5406879 h 5578274"/>
                <a:gd name="connsiteX28" fmla="*/ 183394 w 6232297"/>
                <a:gd name="connsiteY28" fmla="*/ 5159489 h 5578274"/>
                <a:gd name="connsiteX29" fmla="*/ 30994 w 6232297"/>
                <a:gd name="connsiteY29" fmla="*/ 4753735 h 5578274"/>
                <a:gd name="connsiteX0" fmla="*/ 30994 w 6232297"/>
                <a:gd name="connsiteY0" fmla="*/ 4753968 h 5578507"/>
                <a:gd name="connsiteX1" fmla="*/ 1279893 w 6232297"/>
                <a:gd name="connsiteY1" fmla="*/ 2213968 h 5578507"/>
                <a:gd name="connsiteX2" fmla="*/ 2405370 w 6232297"/>
                <a:gd name="connsiteY2" fmla="*/ 2354 h 5578507"/>
                <a:gd name="connsiteX3" fmla="*/ 2885542 w 6232297"/>
                <a:gd name="connsiteY3" fmla="*/ 181968 h 5578507"/>
                <a:gd name="connsiteX4" fmla="*/ 3030684 w 6232297"/>
                <a:gd name="connsiteY4" fmla="*/ 80368 h 5578507"/>
                <a:gd name="connsiteX5" fmla="*/ 3146798 w 6232297"/>
                <a:gd name="connsiteY5" fmla="*/ 283568 h 5578507"/>
                <a:gd name="connsiteX6" fmla="*/ 3190341 w 6232297"/>
                <a:gd name="connsiteY6" fmla="*/ 7797 h 5578507"/>
                <a:gd name="connsiteX7" fmla="*/ 3451597 w 6232297"/>
                <a:gd name="connsiteY7" fmla="*/ 399683 h 5578507"/>
                <a:gd name="connsiteX8" fmla="*/ 3712854 w 6232297"/>
                <a:gd name="connsiteY8" fmla="*/ 748026 h 5578507"/>
                <a:gd name="connsiteX9" fmla="*/ 3901539 w 6232297"/>
                <a:gd name="connsiteY9" fmla="*/ 472255 h 5578507"/>
                <a:gd name="connsiteX10" fmla="*/ 4061195 w 6232297"/>
                <a:gd name="connsiteY10" fmla="*/ 631912 h 5578507"/>
                <a:gd name="connsiteX11" fmla="*/ 4351482 w 6232297"/>
                <a:gd name="connsiteY11" fmla="*/ 922198 h 5578507"/>
                <a:gd name="connsiteX12" fmla="*/ 4496624 w 6232297"/>
                <a:gd name="connsiteY12" fmla="*/ 1430198 h 5578507"/>
                <a:gd name="connsiteX13" fmla="*/ 4583709 w 6232297"/>
                <a:gd name="connsiteY13" fmla="*/ 1851112 h 5578507"/>
                <a:gd name="connsiteX14" fmla="*/ 4801424 w 6232297"/>
                <a:gd name="connsiteY14" fmla="*/ 1996255 h 5578507"/>
                <a:gd name="connsiteX15" fmla="*/ 5323937 w 6232297"/>
                <a:gd name="connsiteY15" fmla="*/ 1647912 h 5578507"/>
                <a:gd name="connsiteX16" fmla="*/ 5352965 w 6232297"/>
                <a:gd name="connsiteY16" fmla="*/ 1836598 h 5578507"/>
                <a:gd name="connsiteX17" fmla="*/ 5643251 w 6232297"/>
                <a:gd name="connsiteY17" fmla="*/ 2068826 h 5578507"/>
                <a:gd name="connsiteX18" fmla="*/ 5802908 w 6232297"/>
                <a:gd name="connsiteY18" fmla="*/ 2562312 h 5578507"/>
                <a:gd name="connsiteX19" fmla="*/ 6049651 w 6232297"/>
                <a:gd name="connsiteY19" fmla="*/ 2997740 h 5578507"/>
                <a:gd name="connsiteX20" fmla="*/ 6209307 w 6232297"/>
                <a:gd name="connsiteY20" fmla="*/ 3433169 h 5578507"/>
                <a:gd name="connsiteX21" fmla="*/ 5991593 w 6232297"/>
                <a:gd name="connsiteY21" fmla="*/ 3897626 h 5578507"/>
                <a:gd name="connsiteX22" fmla="*/ 5962564 w 6232297"/>
                <a:gd name="connsiteY22" fmla="*/ 4144369 h 5578507"/>
                <a:gd name="connsiteX23" fmla="*/ 5701307 w 6232297"/>
                <a:gd name="connsiteY23" fmla="*/ 4637855 h 5578507"/>
                <a:gd name="connsiteX24" fmla="*/ 5411022 w 6232297"/>
                <a:gd name="connsiteY24" fmla="*/ 4942655 h 5578507"/>
                <a:gd name="connsiteX25" fmla="*/ 4620613 w 6232297"/>
                <a:gd name="connsiteY25" fmla="*/ 5506250 h 5578507"/>
                <a:gd name="connsiteX26" fmla="*/ 4046679 w 6232297"/>
                <a:gd name="connsiteY26" fmla="*/ 5421626 h 5578507"/>
                <a:gd name="connsiteX27" fmla="*/ 3219364 w 6232297"/>
                <a:gd name="connsiteY27" fmla="*/ 5407112 h 5578507"/>
                <a:gd name="connsiteX28" fmla="*/ 183394 w 6232297"/>
                <a:gd name="connsiteY28" fmla="*/ 5159722 h 5578507"/>
                <a:gd name="connsiteX29" fmla="*/ 30994 w 6232297"/>
                <a:gd name="connsiteY29" fmla="*/ 4753968 h 5578507"/>
                <a:gd name="connsiteX0" fmla="*/ 30994 w 6232297"/>
                <a:gd name="connsiteY0" fmla="*/ 4753968 h 5578507"/>
                <a:gd name="connsiteX1" fmla="*/ 1279893 w 6232297"/>
                <a:gd name="connsiteY1" fmla="*/ 2213968 h 5578507"/>
                <a:gd name="connsiteX2" fmla="*/ 2405370 w 6232297"/>
                <a:gd name="connsiteY2" fmla="*/ 2354 h 5578507"/>
                <a:gd name="connsiteX3" fmla="*/ 2885542 w 6232297"/>
                <a:gd name="connsiteY3" fmla="*/ 181968 h 5578507"/>
                <a:gd name="connsiteX4" fmla="*/ 3030684 w 6232297"/>
                <a:gd name="connsiteY4" fmla="*/ 80368 h 5578507"/>
                <a:gd name="connsiteX5" fmla="*/ 3146798 w 6232297"/>
                <a:gd name="connsiteY5" fmla="*/ 283568 h 5578507"/>
                <a:gd name="connsiteX6" fmla="*/ 3190341 w 6232297"/>
                <a:gd name="connsiteY6" fmla="*/ 7797 h 5578507"/>
                <a:gd name="connsiteX7" fmla="*/ 3451597 w 6232297"/>
                <a:gd name="connsiteY7" fmla="*/ 399683 h 5578507"/>
                <a:gd name="connsiteX8" fmla="*/ 3712854 w 6232297"/>
                <a:gd name="connsiteY8" fmla="*/ 748026 h 5578507"/>
                <a:gd name="connsiteX9" fmla="*/ 3901539 w 6232297"/>
                <a:gd name="connsiteY9" fmla="*/ 472255 h 5578507"/>
                <a:gd name="connsiteX10" fmla="*/ 4061195 w 6232297"/>
                <a:gd name="connsiteY10" fmla="*/ 631912 h 5578507"/>
                <a:gd name="connsiteX11" fmla="*/ 4351482 w 6232297"/>
                <a:gd name="connsiteY11" fmla="*/ 922198 h 5578507"/>
                <a:gd name="connsiteX12" fmla="*/ 4496624 w 6232297"/>
                <a:gd name="connsiteY12" fmla="*/ 1430198 h 5578507"/>
                <a:gd name="connsiteX13" fmla="*/ 4583709 w 6232297"/>
                <a:gd name="connsiteY13" fmla="*/ 1851112 h 5578507"/>
                <a:gd name="connsiteX14" fmla="*/ 4801424 w 6232297"/>
                <a:gd name="connsiteY14" fmla="*/ 1996255 h 5578507"/>
                <a:gd name="connsiteX15" fmla="*/ 5323937 w 6232297"/>
                <a:gd name="connsiteY15" fmla="*/ 1647912 h 5578507"/>
                <a:gd name="connsiteX16" fmla="*/ 5352965 w 6232297"/>
                <a:gd name="connsiteY16" fmla="*/ 1836598 h 5578507"/>
                <a:gd name="connsiteX17" fmla="*/ 5643251 w 6232297"/>
                <a:gd name="connsiteY17" fmla="*/ 2068826 h 5578507"/>
                <a:gd name="connsiteX18" fmla="*/ 5802908 w 6232297"/>
                <a:gd name="connsiteY18" fmla="*/ 2562312 h 5578507"/>
                <a:gd name="connsiteX19" fmla="*/ 6049651 w 6232297"/>
                <a:gd name="connsiteY19" fmla="*/ 2997740 h 5578507"/>
                <a:gd name="connsiteX20" fmla="*/ 6209307 w 6232297"/>
                <a:gd name="connsiteY20" fmla="*/ 3433169 h 5578507"/>
                <a:gd name="connsiteX21" fmla="*/ 5991593 w 6232297"/>
                <a:gd name="connsiteY21" fmla="*/ 3897626 h 5578507"/>
                <a:gd name="connsiteX22" fmla="*/ 5962564 w 6232297"/>
                <a:gd name="connsiteY22" fmla="*/ 4144369 h 5578507"/>
                <a:gd name="connsiteX23" fmla="*/ 5701307 w 6232297"/>
                <a:gd name="connsiteY23" fmla="*/ 4637855 h 5578507"/>
                <a:gd name="connsiteX24" fmla="*/ 5411022 w 6232297"/>
                <a:gd name="connsiteY24" fmla="*/ 4942655 h 5578507"/>
                <a:gd name="connsiteX25" fmla="*/ 4620613 w 6232297"/>
                <a:gd name="connsiteY25" fmla="*/ 5506250 h 5578507"/>
                <a:gd name="connsiteX26" fmla="*/ 4046679 w 6232297"/>
                <a:gd name="connsiteY26" fmla="*/ 5421626 h 5578507"/>
                <a:gd name="connsiteX27" fmla="*/ 3219364 w 6232297"/>
                <a:gd name="connsiteY27" fmla="*/ 5407112 h 5578507"/>
                <a:gd name="connsiteX28" fmla="*/ 183394 w 6232297"/>
                <a:gd name="connsiteY28" fmla="*/ 5159722 h 5578507"/>
                <a:gd name="connsiteX29" fmla="*/ 30994 w 6232297"/>
                <a:gd name="connsiteY29" fmla="*/ 4753968 h 5578507"/>
                <a:gd name="connsiteX0" fmla="*/ 30994 w 6232297"/>
                <a:gd name="connsiteY0" fmla="*/ 4753968 h 5578507"/>
                <a:gd name="connsiteX1" fmla="*/ 1279893 w 6232297"/>
                <a:gd name="connsiteY1" fmla="*/ 2213968 h 5578507"/>
                <a:gd name="connsiteX2" fmla="*/ 2405370 w 6232297"/>
                <a:gd name="connsiteY2" fmla="*/ 2354 h 5578507"/>
                <a:gd name="connsiteX3" fmla="*/ 2885542 w 6232297"/>
                <a:gd name="connsiteY3" fmla="*/ 181968 h 5578507"/>
                <a:gd name="connsiteX4" fmla="*/ 3030684 w 6232297"/>
                <a:gd name="connsiteY4" fmla="*/ 80368 h 5578507"/>
                <a:gd name="connsiteX5" fmla="*/ 3146798 w 6232297"/>
                <a:gd name="connsiteY5" fmla="*/ 283568 h 5578507"/>
                <a:gd name="connsiteX6" fmla="*/ 3190341 w 6232297"/>
                <a:gd name="connsiteY6" fmla="*/ 7797 h 5578507"/>
                <a:gd name="connsiteX7" fmla="*/ 3451597 w 6232297"/>
                <a:gd name="connsiteY7" fmla="*/ 399683 h 5578507"/>
                <a:gd name="connsiteX8" fmla="*/ 3712854 w 6232297"/>
                <a:gd name="connsiteY8" fmla="*/ 748026 h 5578507"/>
                <a:gd name="connsiteX9" fmla="*/ 3901539 w 6232297"/>
                <a:gd name="connsiteY9" fmla="*/ 472255 h 5578507"/>
                <a:gd name="connsiteX10" fmla="*/ 4061195 w 6232297"/>
                <a:gd name="connsiteY10" fmla="*/ 631912 h 5578507"/>
                <a:gd name="connsiteX11" fmla="*/ 4351482 w 6232297"/>
                <a:gd name="connsiteY11" fmla="*/ 922198 h 5578507"/>
                <a:gd name="connsiteX12" fmla="*/ 4496624 w 6232297"/>
                <a:gd name="connsiteY12" fmla="*/ 1430198 h 5578507"/>
                <a:gd name="connsiteX13" fmla="*/ 4583709 w 6232297"/>
                <a:gd name="connsiteY13" fmla="*/ 1851112 h 5578507"/>
                <a:gd name="connsiteX14" fmla="*/ 4801424 w 6232297"/>
                <a:gd name="connsiteY14" fmla="*/ 1996255 h 5578507"/>
                <a:gd name="connsiteX15" fmla="*/ 5323937 w 6232297"/>
                <a:gd name="connsiteY15" fmla="*/ 1647912 h 5578507"/>
                <a:gd name="connsiteX16" fmla="*/ 5352965 w 6232297"/>
                <a:gd name="connsiteY16" fmla="*/ 1836598 h 5578507"/>
                <a:gd name="connsiteX17" fmla="*/ 5643251 w 6232297"/>
                <a:gd name="connsiteY17" fmla="*/ 2068826 h 5578507"/>
                <a:gd name="connsiteX18" fmla="*/ 5802908 w 6232297"/>
                <a:gd name="connsiteY18" fmla="*/ 2562312 h 5578507"/>
                <a:gd name="connsiteX19" fmla="*/ 6049651 w 6232297"/>
                <a:gd name="connsiteY19" fmla="*/ 2997740 h 5578507"/>
                <a:gd name="connsiteX20" fmla="*/ 6209307 w 6232297"/>
                <a:gd name="connsiteY20" fmla="*/ 3433169 h 5578507"/>
                <a:gd name="connsiteX21" fmla="*/ 5991593 w 6232297"/>
                <a:gd name="connsiteY21" fmla="*/ 3897626 h 5578507"/>
                <a:gd name="connsiteX22" fmla="*/ 5962564 w 6232297"/>
                <a:gd name="connsiteY22" fmla="*/ 4144369 h 5578507"/>
                <a:gd name="connsiteX23" fmla="*/ 5701307 w 6232297"/>
                <a:gd name="connsiteY23" fmla="*/ 4637855 h 5578507"/>
                <a:gd name="connsiteX24" fmla="*/ 5411022 w 6232297"/>
                <a:gd name="connsiteY24" fmla="*/ 4942655 h 5578507"/>
                <a:gd name="connsiteX25" fmla="*/ 4620613 w 6232297"/>
                <a:gd name="connsiteY25" fmla="*/ 5506250 h 5578507"/>
                <a:gd name="connsiteX26" fmla="*/ 4046679 w 6232297"/>
                <a:gd name="connsiteY26" fmla="*/ 5421626 h 5578507"/>
                <a:gd name="connsiteX27" fmla="*/ 3219364 w 6232297"/>
                <a:gd name="connsiteY27" fmla="*/ 5407112 h 5578507"/>
                <a:gd name="connsiteX28" fmla="*/ 183394 w 6232297"/>
                <a:gd name="connsiteY28" fmla="*/ 5159722 h 5578507"/>
                <a:gd name="connsiteX29" fmla="*/ 30994 w 6232297"/>
                <a:gd name="connsiteY29" fmla="*/ 4753968 h 5578507"/>
                <a:gd name="connsiteX0" fmla="*/ 30994 w 6232297"/>
                <a:gd name="connsiteY0" fmla="*/ 4753968 h 5578507"/>
                <a:gd name="connsiteX1" fmla="*/ 1279893 w 6232297"/>
                <a:gd name="connsiteY1" fmla="*/ 2213968 h 5578507"/>
                <a:gd name="connsiteX2" fmla="*/ 2405370 w 6232297"/>
                <a:gd name="connsiteY2" fmla="*/ 2354 h 5578507"/>
                <a:gd name="connsiteX3" fmla="*/ 2885542 w 6232297"/>
                <a:gd name="connsiteY3" fmla="*/ 181968 h 5578507"/>
                <a:gd name="connsiteX4" fmla="*/ 3030684 w 6232297"/>
                <a:gd name="connsiteY4" fmla="*/ 80368 h 5578507"/>
                <a:gd name="connsiteX5" fmla="*/ 3146798 w 6232297"/>
                <a:gd name="connsiteY5" fmla="*/ 283568 h 5578507"/>
                <a:gd name="connsiteX6" fmla="*/ 3190341 w 6232297"/>
                <a:gd name="connsiteY6" fmla="*/ 7797 h 5578507"/>
                <a:gd name="connsiteX7" fmla="*/ 3451597 w 6232297"/>
                <a:gd name="connsiteY7" fmla="*/ 399683 h 5578507"/>
                <a:gd name="connsiteX8" fmla="*/ 3712854 w 6232297"/>
                <a:gd name="connsiteY8" fmla="*/ 748026 h 5578507"/>
                <a:gd name="connsiteX9" fmla="*/ 3901539 w 6232297"/>
                <a:gd name="connsiteY9" fmla="*/ 472255 h 5578507"/>
                <a:gd name="connsiteX10" fmla="*/ 4061195 w 6232297"/>
                <a:gd name="connsiteY10" fmla="*/ 631912 h 5578507"/>
                <a:gd name="connsiteX11" fmla="*/ 4351482 w 6232297"/>
                <a:gd name="connsiteY11" fmla="*/ 922198 h 5578507"/>
                <a:gd name="connsiteX12" fmla="*/ 4496624 w 6232297"/>
                <a:gd name="connsiteY12" fmla="*/ 1430198 h 5578507"/>
                <a:gd name="connsiteX13" fmla="*/ 4583709 w 6232297"/>
                <a:gd name="connsiteY13" fmla="*/ 1851112 h 5578507"/>
                <a:gd name="connsiteX14" fmla="*/ 4801424 w 6232297"/>
                <a:gd name="connsiteY14" fmla="*/ 1996255 h 5578507"/>
                <a:gd name="connsiteX15" fmla="*/ 5323937 w 6232297"/>
                <a:gd name="connsiteY15" fmla="*/ 1647912 h 5578507"/>
                <a:gd name="connsiteX16" fmla="*/ 5352965 w 6232297"/>
                <a:gd name="connsiteY16" fmla="*/ 1836598 h 5578507"/>
                <a:gd name="connsiteX17" fmla="*/ 5643251 w 6232297"/>
                <a:gd name="connsiteY17" fmla="*/ 2068826 h 5578507"/>
                <a:gd name="connsiteX18" fmla="*/ 5802908 w 6232297"/>
                <a:gd name="connsiteY18" fmla="*/ 2562312 h 5578507"/>
                <a:gd name="connsiteX19" fmla="*/ 6049651 w 6232297"/>
                <a:gd name="connsiteY19" fmla="*/ 2997740 h 5578507"/>
                <a:gd name="connsiteX20" fmla="*/ 6209307 w 6232297"/>
                <a:gd name="connsiteY20" fmla="*/ 3433169 h 5578507"/>
                <a:gd name="connsiteX21" fmla="*/ 5991593 w 6232297"/>
                <a:gd name="connsiteY21" fmla="*/ 3897626 h 5578507"/>
                <a:gd name="connsiteX22" fmla="*/ 5962564 w 6232297"/>
                <a:gd name="connsiteY22" fmla="*/ 4144369 h 5578507"/>
                <a:gd name="connsiteX23" fmla="*/ 5701307 w 6232297"/>
                <a:gd name="connsiteY23" fmla="*/ 4637855 h 5578507"/>
                <a:gd name="connsiteX24" fmla="*/ 5411022 w 6232297"/>
                <a:gd name="connsiteY24" fmla="*/ 4942655 h 5578507"/>
                <a:gd name="connsiteX25" fmla="*/ 4985753 w 6232297"/>
                <a:gd name="connsiteY25" fmla="*/ 5391509 h 5578507"/>
                <a:gd name="connsiteX26" fmla="*/ 4620613 w 6232297"/>
                <a:gd name="connsiteY26" fmla="*/ 5506250 h 5578507"/>
                <a:gd name="connsiteX27" fmla="*/ 4046679 w 6232297"/>
                <a:gd name="connsiteY27" fmla="*/ 5421626 h 5578507"/>
                <a:gd name="connsiteX28" fmla="*/ 3219364 w 6232297"/>
                <a:gd name="connsiteY28" fmla="*/ 5407112 h 5578507"/>
                <a:gd name="connsiteX29" fmla="*/ 183394 w 6232297"/>
                <a:gd name="connsiteY29" fmla="*/ 5159722 h 5578507"/>
                <a:gd name="connsiteX30" fmla="*/ 30994 w 6232297"/>
                <a:gd name="connsiteY30" fmla="*/ 4753968 h 5578507"/>
                <a:gd name="connsiteX0" fmla="*/ 30994 w 6232297"/>
                <a:gd name="connsiteY0" fmla="*/ 4753968 h 5578507"/>
                <a:gd name="connsiteX1" fmla="*/ 1279893 w 6232297"/>
                <a:gd name="connsiteY1" fmla="*/ 2213968 h 5578507"/>
                <a:gd name="connsiteX2" fmla="*/ 2405370 w 6232297"/>
                <a:gd name="connsiteY2" fmla="*/ 2354 h 5578507"/>
                <a:gd name="connsiteX3" fmla="*/ 2885542 w 6232297"/>
                <a:gd name="connsiteY3" fmla="*/ 181968 h 5578507"/>
                <a:gd name="connsiteX4" fmla="*/ 3030684 w 6232297"/>
                <a:gd name="connsiteY4" fmla="*/ 80368 h 5578507"/>
                <a:gd name="connsiteX5" fmla="*/ 3146798 w 6232297"/>
                <a:gd name="connsiteY5" fmla="*/ 283568 h 5578507"/>
                <a:gd name="connsiteX6" fmla="*/ 3190341 w 6232297"/>
                <a:gd name="connsiteY6" fmla="*/ 7797 h 5578507"/>
                <a:gd name="connsiteX7" fmla="*/ 3451597 w 6232297"/>
                <a:gd name="connsiteY7" fmla="*/ 399683 h 5578507"/>
                <a:gd name="connsiteX8" fmla="*/ 3712854 w 6232297"/>
                <a:gd name="connsiteY8" fmla="*/ 748026 h 5578507"/>
                <a:gd name="connsiteX9" fmla="*/ 3901539 w 6232297"/>
                <a:gd name="connsiteY9" fmla="*/ 472255 h 5578507"/>
                <a:gd name="connsiteX10" fmla="*/ 4061195 w 6232297"/>
                <a:gd name="connsiteY10" fmla="*/ 631912 h 5578507"/>
                <a:gd name="connsiteX11" fmla="*/ 4351482 w 6232297"/>
                <a:gd name="connsiteY11" fmla="*/ 922198 h 5578507"/>
                <a:gd name="connsiteX12" fmla="*/ 4496624 w 6232297"/>
                <a:gd name="connsiteY12" fmla="*/ 1430198 h 5578507"/>
                <a:gd name="connsiteX13" fmla="*/ 4583709 w 6232297"/>
                <a:gd name="connsiteY13" fmla="*/ 1851112 h 5578507"/>
                <a:gd name="connsiteX14" fmla="*/ 4801424 w 6232297"/>
                <a:gd name="connsiteY14" fmla="*/ 1996255 h 5578507"/>
                <a:gd name="connsiteX15" fmla="*/ 5323937 w 6232297"/>
                <a:gd name="connsiteY15" fmla="*/ 1647912 h 5578507"/>
                <a:gd name="connsiteX16" fmla="*/ 5352965 w 6232297"/>
                <a:gd name="connsiteY16" fmla="*/ 1836598 h 5578507"/>
                <a:gd name="connsiteX17" fmla="*/ 5643251 w 6232297"/>
                <a:gd name="connsiteY17" fmla="*/ 2068826 h 5578507"/>
                <a:gd name="connsiteX18" fmla="*/ 5802908 w 6232297"/>
                <a:gd name="connsiteY18" fmla="*/ 2562312 h 5578507"/>
                <a:gd name="connsiteX19" fmla="*/ 6049651 w 6232297"/>
                <a:gd name="connsiteY19" fmla="*/ 2997740 h 5578507"/>
                <a:gd name="connsiteX20" fmla="*/ 6209307 w 6232297"/>
                <a:gd name="connsiteY20" fmla="*/ 3433169 h 5578507"/>
                <a:gd name="connsiteX21" fmla="*/ 5991593 w 6232297"/>
                <a:gd name="connsiteY21" fmla="*/ 3897626 h 5578507"/>
                <a:gd name="connsiteX22" fmla="*/ 5962564 w 6232297"/>
                <a:gd name="connsiteY22" fmla="*/ 4144369 h 5578507"/>
                <a:gd name="connsiteX23" fmla="*/ 5701307 w 6232297"/>
                <a:gd name="connsiteY23" fmla="*/ 4637855 h 5578507"/>
                <a:gd name="connsiteX24" fmla="*/ 5411022 w 6232297"/>
                <a:gd name="connsiteY24" fmla="*/ 4942655 h 5578507"/>
                <a:gd name="connsiteX25" fmla="*/ 4985753 w 6232297"/>
                <a:gd name="connsiteY25" fmla="*/ 5391509 h 5578507"/>
                <a:gd name="connsiteX26" fmla="*/ 4620613 w 6232297"/>
                <a:gd name="connsiteY26" fmla="*/ 5506250 h 5578507"/>
                <a:gd name="connsiteX27" fmla="*/ 4046679 w 6232297"/>
                <a:gd name="connsiteY27" fmla="*/ 5421626 h 5578507"/>
                <a:gd name="connsiteX28" fmla="*/ 3219364 w 6232297"/>
                <a:gd name="connsiteY28" fmla="*/ 5407112 h 5578507"/>
                <a:gd name="connsiteX29" fmla="*/ 183394 w 6232297"/>
                <a:gd name="connsiteY29" fmla="*/ 5159722 h 5578507"/>
                <a:gd name="connsiteX30" fmla="*/ 30994 w 6232297"/>
                <a:gd name="connsiteY30" fmla="*/ 4753968 h 5578507"/>
                <a:gd name="connsiteX0" fmla="*/ 30994 w 6232297"/>
                <a:gd name="connsiteY0" fmla="*/ 4753968 h 5578507"/>
                <a:gd name="connsiteX1" fmla="*/ 1279893 w 6232297"/>
                <a:gd name="connsiteY1" fmla="*/ 2213968 h 5578507"/>
                <a:gd name="connsiteX2" fmla="*/ 2405370 w 6232297"/>
                <a:gd name="connsiteY2" fmla="*/ 2354 h 5578507"/>
                <a:gd name="connsiteX3" fmla="*/ 2885542 w 6232297"/>
                <a:gd name="connsiteY3" fmla="*/ 181968 h 5578507"/>
                <a:gd name="connsiteX4" fmla="*/ 3030684 w 6232297"/>
                <a:gd name="connsiteY4" fmla="*/ 80368 h 5578507"/>
                <a:gd name="connsiteX5" fmla="*/ 3146798 w 6232297"/>
                <a:gd name="connsiteY5" fmla="*/ 283568 h 5578507"/>
                <a:gd name="connsiteX6" fmla="*/ 3190341 w 6232297"/>
                <a:gd name="connsiteY6" fmla="*/ 7797 h 5578507"/>
                <a:gd name="connsiteX7" fmla="*/ 3451597 w 6232297"/>
                <a:gd name="connsiteY7" fmla="*/ 399683 h 5578507"/>
                <a:gd name="connsiteX8" fmla="*/ 3712854 w 6232297"/>
                <a:gd name="connsiteY8" fmla="*/ 748026 h 5578507"/>
                <a:gd name="connsiteX9" fmla="*/ 3901539 w 6232297"/>
                <a:gd name="connsiteY9" fmla="*/ 472255 h 5578507"/>
                <a:gd name="connsiteX10" fmla="*/ 4061195 w 6232297"/>
                <a:gd name="connsiteY10" fmla="*/ 631912 h 5578507"/>
                <a:gd name="connsiteX11" fmla="*/ 4351482 w 6232297"/>
                <a:gd name="connsiteY11" fmla="*/ 922198 h 5578507"/>
                <a:gd name="connsiteX12" fmla="*/ 4496624 w 6232297"/>
                <a:gd name="connsiteY12" fmla="*/ 1430198 h 5578507"/>
                <a:gd name="connsiteX13" fmla="*/ 4583709 w 6232297"/>
                <a:gd name="connsiteY13" fmla="*/ 1851112 h 5578507"/>
                <a:gd name="connsiteX14" fmla="*/ 4801424 w 6232297"/>
                <a:gd name="connsiteY14" fmla="*/ 1996255 h 5578507"/>
                <a:gd name="connsiteX15" fmla="*/ 5323937 w 6232297"/>
                <a:gd name="connsiteY15" fmla="*/ 1647912 h 5578507"/>
                <a:gd name="connsiteX16" fmla="*/ 5352965 w 6232297"/>
                <a:gd name="connsiteY16" fmla="*/ 1836598 h 5578507"/>
                <a:gd name="connsiteX17" fmla="*/ 5643251 w 6232297"/>
                <a:gd name="connsiteY17" fmla="*/ 2068826 h 5578507"/>
                <a:gd name="connsiteX18" fmla="*/ 5802908 w 6232297"/>
                <a:gd name="connsiteY18" fmla="*/ 2562312 h 5578507"/>
                <a:gd name="connsiteX19" fmla="*/ 6049651 w 6232297"/>
                <a:gd name="connsiteY19" fmla="*/ 2997740 h 5578507"/>
                <a:gd name="connsiteX20" fmla="*/ 6209307 w 6232297"/>
                <a:gd name="connsiteY20" fmla="*/ 3433169 h 5578507"/>
                <a:gd name="connsiteX21" fmla="*/ 5991593 w 6232297"/>
                <a:gd name="connsiteY21" fmla="*/ 3897626 h 5578507"/>
                <a:gd name="connsiteX22" fmla="*/ 5962564 w 6232297"/>
                <a:gd name="connsiteY22" fmla="*/ 4144369 h 5578507"/>
                <a:gd name="connsiteX23" fmla="*/ 5701307 w 6232297"/>
                <a:gd name="connsiteY23" fmla="*/ 4637855 h 5578507"/>
                <a:gd name="connsiteX24" fmla="*/ 5411022 w 6232297"/>
                <a:gd name="connsiteY24" fmla="*/ 4942655 h 5578507"/>
                <a:gd name="connsiteX25" fmla="*/ 4985753 w 6232297"/>
                <a:gd name="connsiteY25" fmla="*/ 5391509 h 5578507"/>
                <a:gd name="connsiteX26" fmla="*/ 4620613 w 6232297"/>
                <a:gd name="connsiteY26" fmla="*/ 5506250 h 5578507"/>
                <a:gd name="connsiteX27" fmla="*/ 4046679 w 6232297"/>
                <a:gd name="connsiteY27" fmla="*/ 5421626 h 5578507"/>
                <a:gd name="connsiteX28" fmla="*/ 3219364 w 6232297"/>
                <a:gd name="connsiteY28" fmla="*/ 5407112 h 5578507"/>
                <a:gd name="connsiteX29" fmla="*/ 183394 w 6232297"/>
                <a:gd name="connsiteY29" fmla="*/ 5159722 h 5578507"/>
                <a:gd name="connsiteX30" fmla="*/ 30994 w 6232297"/>
                <a:gd name="connsiteY30" fmla="*/ 4753968 h 5578507"/>
                <a:gd name="connsiteX0" fmla="*/ 30994 w 6232297"/>
                <a:gd name="connsiteY0" fmla="*/ 4753968 h 5578507"/>
                <a:gd name="connsiteX1" fmla="*/ 1279893 w 6232297"/>
                <a:gd name="connsiteY1" fmla="*/ 2213968 h 5578507"/>
                <a:gd name="connsiteX2" fmla="*/ 2405370 w 6232297"/>
                <a:gd name="connsiteY2" fmla="*/ 2354 h 5578507"/>
                <a:gd name="connsiteX3" fmla="*/ 2885542 w 6232297"/>
                <a:gd name="connsiteY3" fmla="*/ 181968 h 5578507"/>
                <a:gd name="connsiteX4" fmla="*/ 3030684 w 6232297"/>
                <a:gd name="connsiteY4" fmla="*/ 80368 h 5578507"/>
                <a:gd name="connsiteX5" fmla="*/ 3146798 w 6232297"/>
                <a:gd name="connsiteY5" fmla="*/ 283568 h 5578507"/>
                <a:gd name="connsiteX6" fmla="*/ 3190341 w 6232297"/>
                <a:gd name="connsiteY6" fmla="*/ 7797 h 5578507"/>
                <a:gd name="connsiteX7" fmla="*/ 3451597 w 6232297"/>
                <a:gd name="connsiteY7" fmla="*/ 399683 h 5578507"/>
                <a:gd name="connsiteX8" fmla="*/ 3712854 w 6232297"/>
                <a:gd name="connsiteY8" fmla="*/ 748026 h 5578507"/>
                <a:gd name="connsiteX9" fmla="*/ 3901539 w 6232297"/>
                <a:gd name="connsiteY9" fmla="*/ 472255 h 5578507"/>
                <a:gd name="connsiteX10" fmla="*/ 4061195 w 6232297"/>
                <a:gd name="connsiteY10" fmla="*/ 631912 h 5578507"/>
                <a:gd name="connsiteX11" fmla="*/ 4351482 w 6232297"/>
                <a:gd name="connsiteY11" fmla="*/ 922198 h 5578507"/>
                <a:gd name="connsiteX12" fmla="*/ 4496624 w 6232297"/>
                <a:gd name="connsiteY12" fmla="*/ 1430198 h 5578507"/>
                <a:gd name="connsiteX13" fmla="*/ 4583709 w 6232297"/>
                <a:gd name="connsiteY13" fmla="*/ 1851112 h 5578507"/>
                <a:gd name="connsiteX14" fmla="*/ 4801424 w 6232297"/>
                <a:gd name="connsiteY14" fmla="*/ 1996255 h 5578507"/>
                <a:gd name="connsiteX15" fmla="*/ 5323937 w 6232297"/>
                <a:gd name="connsiteY15" fmla="*/ 1647912 h 5578507"/>
                <a:gd name="connsiteX16" fmla="*/ 5352965 w 6232297"/>
                <a:gd name="connsiteY16" fmla="*/ 1836598 h 5578507"/>
                <a:gd name="connsiteX17" fmla="*/ 5643251 w 6232297"/>
                <a:gd name="connsiteY17" fmla="*/ 2068826 h 5578507"/>
                <a:gd name="connsiteX18" fmla="*/ 5802908 w 6232297"/>
                <a:gd name="connsiteY18" fmla="*/ 2562312 h 5578507"/>
                <a:gd name="connsiteX19" fmla="*/ 6049651 w 6232297"/>
                <a:gd name="connsiteY19" fmla="*/ 2997740 h 5578507"/>
                <a:gd name="connsiteX20" fmla="*/ 6209307 w 6232297"/>
                <a:gd name="connsiteY20" fmla="*/ 3433169 h 5578507"/>
                <a:gd name="connsiteX21" fmla="*/ 5991593 w 6232297"/>
                <a:gd name="connsiteY21" fmla="*/ 3897626 h 5578507"/>
                <a:gd name="connsiteX22" fmla="*/ 5962564 w 6232297"/>
                <a:gd name="connsiteY22" fmla="*/ 4144369 h 5578507"/>
                <a:gd name="connsiteX23" fmla="*/ 5701307 w 6232297"/>
                <a:gd name="connsiteY23" fmla="*/ 4637855 h 5578507"/>
                <a:gd name="connsiteX24" fmla="*/ 5411022 w 6232297"/>
                <a:gd name="connsiteY24" fmla="*/ 4942655 h 5578507"/>
                <a:gd name="connsiteX25" fmla="*/ 4985753 w 6232297"/>
                <a:gd name="connsiteY25" fmla="*/ 5391509 h 5578507"/>
                <a:gd name="connsiteX26" fmla="*/ 4620613 w 6232297"/>
                <a:gd name="connsiteY26" fmla="*/ 5506250 h 5578507"/>
                <a:gd name="connsiteX27" fmla="*/ 4046679 w 6232297"/>
                <a:gd name="connsiteY27" fmla="*/ 5421626 h 5578507"/>
                <a:gd name="connsiteX28" fmla="*/ 3219364 w 6232297"/>
                <a:gd name="connsiteY28" fmla="*/ 5407112 h 5578507"/>
                <a:gd name="connsiteX29" fmla="*/ 183394 w 6232297"/>
                <a:gd name="connsiteY29" fmla="*/ 5159722 h 5578507"/>
                <a:gd name="connsiteX30" fmla="*/ 30994 w 6232297"/>
                <a:gd name="connsiteY30" fmla="*/ 4753968 h 5578507"/>
                <a:gd name="connsiteX0" fmla="*/ 30994 w 6232297"/>
                <a:gd name="connsiteY0" fmla="*/ 4753968 h 5578507"/>
                <a:gd name="connsiteX1" fmla="*/ 1279893 w 6232297"/>
                <a:gd name="connsiteY1" fmla="*/ 2213968 h 5578507"/>
                <a:gd name="connsiteX2" fmla="*/ 2405370 w 6232297"/>
                <a:gd name="connsiteY2" fmla="*/ 2354 h 5578507"/>
                <a:gd name="connsiteX3" fmla="*/ 2885542 w 6232297"/>
                <a:gd name="connsiteY3" fmla="*/ 181968 h 5578507"/>
                <a:gd name="connsiteX4" fmla="*/ 3030684 w 6232297"/>
                <a:gd name="connsiteY4" fmla="*/ 80368 h 5578507"/>
                <a:gd name="connsiteX5" fmla="*/ 3146798 w 6232297"/>
                <a:gd name="connsiteY5" fmla="*/ 283568 h 5578507"/>
                <a:gd name="connsiteX6" fmla="*/ 3190341 w 6232297"/>
                <a:gd name="connsiteY6" fmla="*/ 7797 h 5578507"/>
                <a:gd name="connsiteX7" fmla="*/ 3451597 w 6232297"/>
                <a:gd name="connsiteY7" fmla="*/ 399683 h 5578507"/>
                <a:gd name="connsiteX8" fmla="*/ 3712854 w 6232297"/>
                <a:gd name="connsiteY8" fmla="*/ 748026 h 5578507"/>
                <a:gd name="connsiteX9" fmla="*/ 3901539 w 6232297"/>
                <a:gd name="connsiteY9" fmla="*/ 472255 h 5578507"/>
                <a:gd name="connsiteX10" fmla="*/ 4061195 w 6232297"/>
                <a:gd name="connsiteY10" fmla="*/ 631912 h 5578507"/>
                <a:gd name="connsiteX11" fmla="*/ 4351482 w 6232297"/>
                <a:gd name="connsiteY11" fmla="*/ 922198 h 5578507"/>
                <a:gd name="connsiteX12" fmla="*/ 4496624 w 6232297"/>
                <a:gd name="connsiteY12" fmla="*/ 1430198 h 5578507"/>
                <a:gd name="connsiteX13" fmla="*/ 4583709 w 6232297"/>
                <a:gd name="connsiteY13" fmla="*/ 1851112 h 5578507"/>
                <a:gd name="connsiteX14" fmla="*/ 4801424 w 6232297"/>
                <a:gd name="connsiteY14" fmla="*/ 1996255 h 5578507"/>
                <a:gd name="connsiteX15" fmla="*/ 5323937 w 6232297"/>
                <a:gd name="connsiteY15" fmla="*/ 1647912 h 5578507"/>
                <a:gd name="connsiteX16" fmla="*/ 5352965 w 6232297"/>
                <a:gd name="connsiteY16" fmla="*/ 1836598 h 5578507"/>
                <a:gd name="connsiteX17" fmla="*/ 5643251 w 6232297"/>
                <a:gd name="connsiteY17" fmla="*/ 2068826 h 5578507"/>
                <a:gd name="connsiteX18" fmla="*/ 5802908 w 6232297"/>
                <a:gd name="connsiteY18" fmla="*/ 2562312 h 5578507"/>
                <a:gd name="connsiteX19" fmla="*/ 6049651 w 6232297"/>
                <a:gd name="connsiteY19" fmla="*/ 2997740 h 5578507"/>
                <a:gd name="connsiteX20" fmla="*/ 6209307 w 6232297"/>
                <a:gd name="connsiteY20" fmla="*/ 3433169 h 5578507"/>
                <a:gd name="connsiteX21" fmla="*/ 5991593 w 6232297"/>
                <a:gd name="connsiteY21" fmla="*/ 3897626 h 5578507"/>
                <a:gd name="connsiteX22" fmla="*/ 5962564 w 6232297"/>
                <a:gd name="connsiteY22" fmla="*/ 4144369 h 5578507"/>
                <a:gd name="connsiteX23" fmla="*/ 5701307 w 6232297"/>
                <a:gd name="connsiteY23" fmla="*/ 4637855 h 5578507"/>
                <a:gd name="connsiteX24" fmla="*/ 5411022 w 6232297"/>
                <a:gd name="connsiteY24" fmla="*/ 4942655 h 5578507"/>
                <a:gd name="connsiteX25" fmla="*/ 4985753 w 6232297"/>
                <a:gd name="connsiteY25" fmla="*/ 5391509 h 5578507"/>
                <a:gd name="connsiteX26" fmla="*/ 4620613 w 6232297"/>
                <a:gd name="connsiteY26" fmla="*/ 5506250 h 5578507"/>
                <a:gd name="connsiteX27" fmla="*/ 4046679 w 6232297"/>
                <a:gd name="connsiteY27" fmla="*/ 5421626 h 5578507"/>
                <a:gd name="connsiteX28" fmla="*/ 3219364 w 6232297"/>
                <a:gd name="connsiteY28" fmla="*/ 5407112 h 5578507"/>
                <a:gd name="connsiteX29" fmla="*/ 183394 w 6232297"/>
                <a:gd name="connsiteY29" fmla="*/ 5159722 h 5578507"/>
                <a:gd name="connsiteX30" fmla="*/ 30994 w 6232297"/>
                <a:gd name="connsiteY30" fmla="*/ 4753968 h 5578507"/>
                <a:gd name="connsiteX0" fmla="*/ 30994 w 6232297"/>
                <a:gd name="connsiteY0" fmla="*/ 4753968 h 5578507"/>
                <a:gd name="connsiteX1" fmla="*/ 1279893 w 6232297"/>
                <a:gd name="connsiteY1" fmla="*/ 2213968 h 5578507"/>
                <a:gd name="connsiteX2" fmla="*/ 2405370 w 6232297"/>
                <a:gd name="connsiteY2" fmla="*/ 2354 h 5578507"/>
                <a:gd name="connsiteX3" fmla="*/ 2885542 w 6232297"/>
                <a:gd name="connsiteY3" fmla="*/ 181968 h 5578507"/>
                <a:gd name="connsiteX4" fmla="*/ 3030684 w 6232297"/>
                <a:gd name="connsiteY4" fmla="*/ 80368 h 5578507"/>
                <a:gd name="connsiteX5" fmla="*/ 3146798 w 6232297"/>
                <a:gd name="connsiteY5" fmla="*/ 283568 h 5578507"/>
                <a:gd name="connsiteX6" fmla="*/ 3190341 w 6232297"/>
                <a:gd name="connsiteY6" fmla="*/ 7797 h 5578507"/>
                <a:gd name="connsiteX7" fmla="*/ 3451597 w 6232297"/>
                <a:gd name="connsiteY7" fmla="*/ 399683 h 5578507"/>
                <a:gd name="connsiteX8" fmla="*/ 3712854 w 6232297"/>
                <a:gd name="connsiteY8" fmla="*/ 748026 h 5578507"/>
                <a:gd name="connsiteX9" fmla="*/ 3901539 w 6232297"/>
                <a:gd name="connsiteY9" fmla="*/ 472255 h 5578507"/>
                <a:gd name="connsiteX10" fmla="*/ 4061195 w 6232297"/>
                <a:gd name="connsiteY10" fmla="*/ 631912 h 5578507"/>
                <a:gd name="connsiteX11" fmla="*/ 4351482 w 6232297"/>
                <a:gd name="connsiteY11" fmla="*/ 922198 h 5578507"/>
                <a:gd name="connsiteX12" fmla="*/ 4496624 w 6232297"/>
                <a:gd name="connsiteY12" fmla="*/ 1430198 h 5578507"/>
                <a:gd name="connsiteX13" fmla="*/ 4583709 w 6232297"/>
                <a:gd name="connsiteY13" fmla="*/ 1851112 h 5578507"/>
                <a:gd name="connsiteX14" fmla="*/ 4801424 w 6232297"/>
                <a:gd name="connsiteY14" fmla="*/ 1996255 h 5578507"/>
                <a:gd name="connsiteX15" fmla="*/ 5323937 w 6232297"/>
                <a:gd name="connsiteY15" fmla="*/ 1647912 h 5578507"/>
                <a:gd name="connsiteX16" fmla="*/ 5352965 w 6232297"/>
                <a:gd name="connsiteY16" fmla="*/ 1836598 h 5578507"/>
                <a:gd name="connsiteX17" fmla="*/ 5643251 w 6232297"/>
                <a:gd name="connsiteY17" fmla="*/ 2068826 h 5578507"/>
                <a:gd name="connsiteX18" fmla="*/ 5802908 w 6232297"/>
                <a:gd name="connsiteY18" fmla="*/ 2562312 h 5578507"/>
                <a:gd name="connsiteX19" fmla="*/ 6049651 w 6232297"/>
                <a:gd name="connsiteY19" fmla="*/ 2997740 h 5578507"/>
                <a:gd name="connsiteX20" fmla="*/ 6209307 w 6232297"/>
                <a:gd name="connsiteY20" fmla="*/ 3433169 h 5578507"/>
                <a:gd name="connsiteX21" fmla="*/ 5991593 w 6232297"/>
                <a:gd name="connsiteY21" fmla="*/ 3897626 h 5578507"/>
                <a:gd name="connsiteX22" fmla="*/ 5962564 w 6232297"/>
                <a:gd name="connsiteY22" fmla="*/ 4144369 h 5578507"/>
                <a:gd name="connsiteX23" fmla="*/ 5701307 w 6232297"/>
                <a:gd name="connsiteY23" fmla="*/ 4637855 h 5578507"/>
                <a:gd name="connsiteX24" fmla="*/ 5411022 w 6232297"/>
                <a:gd name="connsiteY24" fmla="*/ 4942655 h 5578507"/>
                <a:gd name="connsiteX25" fmla="*/ 4985753 w 6232297"/>
                <a:gd name="connsiteY25" fmla="*/ 5391509 h 5578507"/>
                <a:gd name="connsiteX26" fmla="*/ 4620613 w 6232297"/>
                <a:gd name="connsiteY26" fmla="*/ 5506250 h 5578507"/>
                <a:gd name="connsiteX27" fmla="*/ 4046679 w 6232297"/>
                <a:gd name="connsiteY27" fmla="*/ 5421626 h 5578507"/>
                <a:gd name="connsiteX28" fmla="*/ 3219364 w 6232297"/>
                <a:gd name="connsiteY28" fmla="*/ 5407112 h 5578507"/>
                <a:gd name="connsiteX29" fmla="*/ 183394 w 6232297"/>
                <a:gd name="connsiteY29" fmla="*/ 5159722 h 5578507"/>
                <a:gd name="connsiteX30" fmla="*/ 30994 w 6232297"/>
                <a:gd name="connsiteY30" fmla="*/ 4753968 h 5578507"/>
                <a:gd name="connsiteX0" fmla="*/ 30994 w 6232297"/>
                <a:gd name="connsiteY0" fmla="*/ 4753968 h 5578507"/>
                <a:gd name="connsiteX1" fmla="*/ 1279893 w 6232297"/>
                <a:gd name="connsiteY1" fmla="*/ 2213968 h 5578507"/>
                <a:gd name="connsiteX2" fmla="*/ 2405370 w 6232297"/>
                <a:gd name="connsiteY2" fmla="*/ 2354 h 5578507"/>
                <a:gd name="connsiteX3" fmla="*/ 2885542 w 6232297"/>
                <a:gd name="connsiteY3" fmla="*/ 181968 h 5578507"/>
                <a:gd name="connsiteX4" fmla="*/ 3030684 w 6232297"/>
                <a:gd name="connsiteY4" fmla="*/ 80368 h 5578507"/>
                <a:gd name="connsiteX5" fmla="*/ 3146798 w 6232297"/>
                <a:gd name="connsiteY5" fmla="*/ 283568 h 5578507"/>
                <a:gd name="connsiteX6" fmla="*/ 3190341 w 6232297"/>
                <a:gd name="connsiteY6" fmla="*/ 7797 h 5578507"/>
                <a:gd name="connsiteX7" fmla="*/ 3451597 w 6232297"/>
                <a:gd name="connsiteY7" fmla="*/ 399683 h 5578507"/>
                <a:gd name="connsiteX8" fmla="*/ 3712854 w 6232297"/>
                <a:gd name="connsiteY8" fmla="*/ 748026 h 5578507"/>
                <a:gd name="connsiteX9" fmla="*/ 3901539 w 6232297"/>
                <a:gd name="connsiteY9" fmla="*/ 472255 h 5578507"/>
                <a:gd name="connsiteX10" fmla="*/ 4061195 w 6232297"/>
                <a:gd name="connsiteY10" fmla="*/ 631912 h 5578507"/>
                <a:gd name="connsiteX11" fmla="*/ 4351482 w 6232297"/>
                <a:gd name="connsiteY11" fmla="*/ 922198 h 5578507"/>
                <a:gd name="connsiteX12" fmla="*/ 4496624 w 6232297"/>
                <a:gd name="connsiteY12" fmla="*/ 1430198 h 5578507"/>
                <a:gd name="connsiteX13" fmla="*/ 4583709 w 6232297"/>
                <a:gd name="connsiteY13" fmla="*/ 1851112 h 5578507"/>
                <a:gd name="connsiteX14" fmla="*/ 4801424 w 6232297"/>
                <a:gd name="connsiteY14" fmla="*/ 1996255 h 5578507"/>
                <a:gd name="connsiteX15" fmla="*/ 5323937 w 6232297"/>
                <a:gd name="connsiteY15" fmla="*/ 1647912 h 5578507"/>
                <a:gd name="connsiteX16" fmla="*/ 5352965 w 6232297"/>
                <a:gd name="connsiteY16" fmla="*/ 1836598 h 5578507"/>
                <a:gd name="connsiteX17" fmla="*/ 5643251 w 6232297"/>
                <a:gd name="connsiteY17" fmla="*/ 2068826 h 5578507"/>
                <a:gd name="connsiteX18" fmla="*/ 5802908 w 6232297"/>
                <a:gd name="connsiteY18" fmla="*/ 2562312 h 5578507"/>
                <a:gd name="connsiteX19" fmla="*/ 6049651 w 6232297"/>
                <a:gd name="connsiteY19" fmla="*/ 2997740 h 5578507"/>
                <a:gd name="connsiteX20" fmla="*/ 6209307 w 6232297"/>
                <a:gd name="connsiteY20" fmla="*/ 3433169 h 5578507"/>
                <a:gd name="connsiteX21" fmla="*/ 5991593 w 6232297"/>
                <a:gd name="connsiteY21" fmla="*/ 3897626 h 5578507"/>
                <a:gd name="connsiteX22" fmla="*/ 5962564 w 6232297"/>
                <a:gd name="connsiteY22" fmla="*/ 4144369 h 5578507"/>
                <a:gd name="connsiteX23" fmla="*/ 5411022 w 6232297"/>
                <a:gd name="connsiteY23" fmla="*/ 4942655 h 5578507"/>
                <a:gd name="connsiteX24" fmla="*/ 4985753 w 6232297"/>
                <a:gd name="connsiteY24" fmla="*/ 5391509 h 5578507"/>
                <a:gd name="connsiteX25" fmla="*/ 4620613 w 6232297"/>
                <a:gd name="connsiteY25" fmla="*/ 5506250 h 5578507"/>
                <a:gd name="connsiteX26" fmla="*/ 4046679 w 6232297"/>
                <a:gd name="connsiteY26" fmla="*/ 5421626 h 5578507"/>
                <a:gd name="connsiteX27" fmla="*/ 3219364 w 6232297"/>
                <a:gd name="connsiteY27" fmla="*/ 5407112 h 5578507"/>
                <a:gd name="connsiteX28" fmla="*/ 183394 w 6232297"/>
                <a:gd name="connsiteY28" fmla="*/ 5159722 h 5578507"/>
                <a:gd name="connsiteX29" fmla="*/ 30994 w 6232297"/>
                <a:gd name="connsiteY29" fmla="*/ 4753968 h 5578507"/>
                <a:gd name="connsiteX0" fmla="*/ 30994 w 6232297"/>
                <a:gd name="connsiteY0" fmla="*/ 4753968 h 5578507"/>
                <a:gd name="connsiteX1" fmla="*/ 1279893 w 6232297"/>
                <a:gd name="connsiteY1" fmla="*/ 2213968 h 5578507"/>
                <a:gd name="connsiteX2" fmla="*/ 2405370 w 6232297"/>
                <a:gd name="connsiteY2" fmla="*/ 2354 h 5578507"/>
                <a:gd name="connsiteX3" fmla="*/ 2885542 w 6232297"/>
                <a:gd name="connsiteY3" fmla="*/ 181968 h 5578507"/>
                <a:gd name="connsiteX4" fmla="*/ 3030684 w 6232297"/>
                <a:gd name="connsiteY4" fmla="*/ 80368 h 5578507"/>
                <a:gd name="connsiteX5" fmla="*/ 3146798 w 6232297"/>
                <a:gd name="connsiteY5" fmla="*/ 283568 h 5578507"/>
                <a:gd name="connsiteX6" fmla="*/ 3190341 w 6232297"/>
                <a:gd name="connsiteY6" fmla="*/ 7797 h 5578507"/>
                <a:gd name="connsiteX7" fmla="*/ 3451597 w 6232297"/>
                <a:gd name="connsiteY7" fmla="*/ 399683 h 5578507"/>
                <a:gd name="connsiteX8" fmla="*/ 3712854 w 6232297"/>
                <a:gd name="connsiteY8" fmla="*/ 748026 h 5578507"/>
                <a:gd name="connsiteX9" fmla="*/ 3901539 w 6232297"/>
                <a:gd name="connsiteY9" fmla="*/ 472255 h 5578507"/>
                <a:gd name="connsiteX10" fmla="*/ 4061195 w 6232297"/>
                <a:gd name="connsiteY10" fmla="*/ 631912 h 5578507"/>
                <a:gd name="connsiteX11" fmla="*/ 4351482 w 6232297"/>
                <a:gd name="connsiteY11" fmla="*/ 922198 h 5578507"/>
                <a:gd name="connsiteX12" fmla="*/ 4496624 w 6232297"/>
                <a:gd name="connsiteY12" fmla="*/ 1430198 h 5578507"/>
                <a:gd name="connsiteX13" fmla="*/ 4583709 w 6232297"/>
                <a:gd name="connsiteY13" fmla="*/ 1851112 h 5578507"/>
                <a:gd name="connsiteX14" fmla="*/ 4801424 w 6232297"/>
                <a:gd name="connsiteY14" fmla="*/ 1996255 h 5578507"/>
                <a:gd name="connsiteX15" fmla="*/ 5323937 w 6232297"/>
                <a:gd name="connsiteY15" fmla="*/ 1647912 h 5578507"/>
                <a:gd name="connsiteX16" fmla="*/ 5352965 w 6232297"/>
                <a:gd name="connsiteY16" fmla="*/ 1836598 h 5578507"/>
                <a:gd name="connsiteX17" fmla="*/ 5643251 w 6232297"/>
                <a:gd name="connsiteY17" fmla="*/ 2068826 h 5578507"/>
                <a:gd name="connsiteX18" fmla="*/ 5802908 w 6232297"/>
                <a:gd name="connsiteY18" fmla="*/ 2562312 h 5578507"/>
                <a:gd name="connsiteX19" fmla="*/ 6049651 w 6232297"/>
                <a:gd name="connsiteY19" fmla="*/ 2997740 h 5578507"/>
                <a:gd name="connsiteX20" fmla="*/ 6209307 w 6232297"/>
                <a:gd name="connsiteY20" fmla="*/ 3433169 h 5578507"/>
                <a:gd name="connsiteX21" fmla="*/ 5991593 w 6232297"/>
                <a:gd name="connsiteY21" fmla="*/ 3897626 h 5578507"/>
                <a:gd name="connsiteX22" fmla="*/ 5962564 w 6232297"/>
                <a:gd name="connsiteY22" fmla="*/ 4144369 h 5578507"/>
                <a:gd name="connsiteX23" fmla="*/ 5602973 w 6232297"/>
                <a:gd name="connsiteY23" fmla="*/ 4964789 h 5578507"/>
                <a:gd name="connsiteX24" fmla="*/ 5411022 w 6232297"/>
                <a:gd name="connsiteY24" fmla="*/ 4942655 h 5578507"/>
                <a:gd name="connsiteX25" fmla="*/ 4985753 w 6232297"/>
                <a:gd name="connsiteY25" fmla="*/ 5391509 h 5578507"/>
                <a:gd name="connsiteX26" fmla="*/ 4620613 w 6232297"/>
                <a:gd name="connsiteY26" fmla="*/ 5506250 h 5578507"/>
                <a:gd name="connsiteX27" fmla="*/ 4046679 w 6232297"/>
                <a:gd name="connsiteY27" fmla="*/ 5421626 h 5578507"/>
                <a:gd name="connsiteX28" fmla="*/ 3219364 w 6232297"/>
                <a:gd name="connsiteY28" fmla="*/ 5407112 h 5578507"/>
                <a:gd name="connsiteX29" fmla="*/ 183394 w 6232297"/>
                <a:gd name="connsiteY29" fmla="*/ 5159722 h 5578507"/>
                <a:gd name="connsiteX30" fmla="*/ 30994 w 6232297"/>
                <a:gd name="connsiteY30" fmla="*/ 4753968 h 5578507"/>
                <a:gd name="connsiteX0" fmla="*/ 30994 w 6232297"/>
                <a:gd name="connsiteY0" fmla="*/ 4753968 h 5578507"/>
                <a:gd name="connsiteX1" fmla="*/ 1279893 w 6232297"/>
                <a:gd name="connsiteY1" fmla="*/ 2213968 h 5578507"/>
                <a:gd name="connsiteX2" fmla="*/ 2405370 w 6232297"/>
                <a:gd name="connsiteY2" fmla="*/ 2354 h 5578507"/>
                <a:gd name="connsiteX3" fmla="*/ 2885542 w 6232297"/>
                <a:gd name="connsiteY3" fmla="*/ 181968 h 5578507"/>
                <a:gd name="connsiteX4" fmla="*/ 3030684 w 6232297"/>
                <a:gd name="connsiteY4" fmla="*/ 80368 h 5578507"/>
                <a:gd name="connsiteX5" fmla="*/ 3146798 w 6232297"/>
                <a:gd name="connsiteY5" fmla="*/ 283568 h 5578507"/>
                <a:gd name="connsiteX6" fmla="*/ 3190341 w 6232297"/>
                <a:gd name="connsiteY6" fmla="*/ 7797 h 5578507"/>
                <a:gd name="connsiteX7" fmla="*/ 3451597 w 6232297"/>
                <a:gd name="connsiteY7" fmla="*/ 399683 h 5578507"/>
                <a:gd name="connsiteX8" fmla="*/ 3712854 w 6232297"/>
                <a:gd name="connsiteY8" fmla="*/ 748026 h 5578507"/>
                <a:gd name="connsiteX9" fmla="*/ 3901539 w 6232297"/>
                <a:gd name="connsiteY9" fmla="*/ 472255 h 5578507"/>
                <a:gd name="connsiteX10" fmla="*/ 4061195 w 6232297"/>
                <a:gd name="connsiteY10" fmla="*/ 631912 h 5578507"/>
                <a:gd name="connsiteX11" fmla="*/ 4351482 w 6232297"/>
                <a:gd name="connsiteY11" fmla="*/ 922198 h 5578507"/>
                <a:gd name="connsiteX12" fmla="*/ 4496624 w 6232297"/>
                <a:gd name="connsiteY12" fmla="*/ 1430198 h 5578507"/>
                <a:gd name="connsiteX13" fmla="*/ 4583709 w 6232297"/>
                <a:gd name="connsiteY13" fmla="*/ 1851112 h 5578507"/>
                <a:gd name="connsiteX14" fmla="*/ 4801424 w 6232297"/>
                <a:gd name="connsiteY14" fmla="*/ 1996255 h 5578507"/>
                <a:gd name="connsiteX15" fmla="*/ 5323937 w 6232297"/>
                <a:gd name="connsiteY15" fmla="*/ 1647912 h 5578507"/>
                <a:gd name="connsiteX16" fmla="*/ 5352965 w 6232297"/>
                <a:gd name="connsiteY16" fmla="*/ 1836598 h 5578507"/>
                <a:gd name="connsiteX17" fmla="*/ 5643251 w 6232297"/>
                <a:gd name="connsiteY17" fmla="*/ 2068826 h 5578507"/>
                <a:gd name="connsiteX18" fmla="*/ 5802908 w 6232297"/>
                <a:gd name="connsiteY18" fmla="*/ 2562312 h 5578507"/>
                <a:gd name="connsiteX19" fmla="*/ 6049651 w 6232297"/>
                <a:gd name="connsiteY19" fmla="*/ 2997740 h 5578507"/>
                <a:gd name="connsiteX20" fmla="*/ 6209307 w 6232297"/>
                <a:gd name="connsiteY20" fmla="*/ 3433169 h 5578507"/>
                <a:gd name="connsiteX21" fmla="*/ 5991593 w 6232297"/>
                <a:gd name="connsiteY21" fmla="*/ 3897626 h 5578507"/>
                <a:gd name="connsiteX22" fmla="*/ 5962564 w 6232297"/>
                <a:gd name="connsiteY22" fmla="*/ 4144369 h 5578507"/>
                <a:gd name="connsiteX23" fmla="*/ 5602973 w 6232297"/>
                <a:gd name="connsiteY23" fmla="*/ 4964789 h 5578507"/>
                <a:gd name="connsiteX24" fmla="*/ 5411022 w 6232297"/>
                <a:gd name="connsiteY24" fmla="*/ 4942655 h 5578507"/>
                <a:gd name="connsiteX25" fmla="*/ 4985753 w 6232297"/>
                <a:gd name="connsiteY25" fmla="*/ 5391509 h 5578507"/>
                <a:gd name="connsiteX26" fmla="*/ 4620613 w 6232297"/>
                <a:gd name="connsiteY26" fmla="*/ 5506250 h 5578507"/>
                <a:gd name="connsiteX27" fmla="*/ 4046679 w 6232297"/>
                <a:gd name="connsiteY27" fmla="*/ 5421626 h 5578507"/>
                <a:gd name="connsiteX28" fmla="*/ 3219364 w 6232297"/>
                <a:gd name="connsiteY28" fmla="*/ 5407112 h 5578507"/>
                <a:gd name="connsiteX29" fmla="*/ 183394 w 6232297"/>
                <a:gd name="connsiteY29" fmla="*/ 5159722 h 5578507"/>
                <a:gd name="connsiteX30" fmla="*/ 30994 w 6232297"/>
                <a:gd name="connsiteY30" fmla="*/ 4753968 h 5578507"/>
                <a:gd name="connsiteX0" fmla="*/ 30994 w 6232297"/>
                <a:gd name="connsiteY0" fmla="*/ 4753968 h 5578507"/>
                <a:gd name="connsiteX1" fmla="*/ 1279893 w 6232297"/>
                <a:gd name="connsiteY1" fmla="*/ 2213968 h 5578507"/>
                <a:gd name="connsiteX2" fmla="*/ 2405370 w 6232297"/>
                <a:gd name="connsiteY2" fmla="*/ 2354 h 5578507"/>
                <a:gd name="connsiteX3" fmla="*/ 2885542 w 6232297"/>
                <a:gd name="connsiteY3" fmla="*/ 181968 h 5578507"/>
                <a:gd name="connsiteX4" fmla="*/ 3030684 w 6232297"/>
                <a:gd name="connsiteY4" fmla="*/ 80368 h 5578507"/>
                <a:gd name="connsiteX5" fmla="*/ 3146798 w 6232297"/>
                <a:gd name="connsiteY5" fmla="*/ 283568 h 5578507"/>
                <a:gd name="connsiteX6" fmla="*/ 3190341 w 6232297"/>
                <a:gd name="connsiteY6" fmla="*/ 7797 h 5578507"/>
                <a:gd name="connsiteX7" fmla="*/ 3451597 w 6232297"/>
                <a:gd name="connsiteY7" fmla="*/ 399683 h 5578507"/>
                <a:gd name="connsiteX8" fmla="*/ 3712854 w 6232297"/>
                <a:gd name="connsiteY8" fmla="*/ 748026 h 5578507"/>
                <a:gd name="connsiteX9" fmla="*/ 3901539 w 6232297"/>
                <a:gd name="connsiteY9" fmla="*/ 472255 h 5578507"/>
                <a:gd name="connsiteX10" fmla="*/ 4061195 w 6232297"/>
                <a:gd name="connsiteY10" fmla="*/ 631912 h 5578507"/>
                <a:gd name="connsiteX11" fmla="*/ 4351482 w 6232297"/>
                <a:gd name="connsiteY11" fmla="*/ 922198 h 5578507"/>
                <a:gd name="connsiteX12" fmla="*/ 4496624 w 6232297"/>
                <a:gd name="connsiteY12" fmla="*/ 1430198 h 5578507"/>
                <a:gd name="connsiteX13" fmla="*/ 4583709 w 6232297"/>
                <a:gd name="connsiteY13" fmla="*/ 1851112 h 5578507"/>
                <a:gd name="connsiteX14" fmla="*/ 4801424 w 6232297"/>
                <a:gd name="connsiteY14" fmla="*/ 1996255 h 5578507"/>
                <a:gd name="connsiteX15" fmla="*/ 5323937 w 6232297"/>
                <a:gd name="connsiteY15" fmla="*/ 1647912 h 5578507"/>
                <a:gd name="connsiteX16" fmla="*/ 5352965 w 6232297"/>
                <a:gd name="connsiteY16" fmla="*/ 1836598 h 5578507"/>
                <a:gd name="connsiteX17" fmla="*/ 5643251 w 6232297"/>
                <a:gd name="connsiteY17" fmla="*/ 2068826 h 5578507"/>
                <a:gd name="connsiteX18" fmla="*/ 5802908 w 6232297"/>
                <a:gd name="connsiteY18" fmla="*/ 2562312 h 5578507"/>
                <a:gd name="connsiteX19" fmla="*/ 6049651 w 6232297"/>
                <a:gd name="connsiteY19" fmla="*/ 2997740 h 5578507"/>
                <a:gd name="connsiteX20" fmla="*/ 6209307 w 6232297"/>
                <a:gd name="connsiteY20" fmla="*/ 3433169 h 5578507"/>
                <a:gd name="connsiteX21" fmla="*/ 5991593 w 6232297"/>
                <a:gd name="connsiteY21" fmla="*/ 3897626 h 5578507"/>
                <a:gd name="connsiteX22" fmla="*/ 5962564 w 6232297"/>
                <a:gd name="connsiteY22" fmla="*/ 4144369 h 5578507"/>
                <a:gd name="connsiteX23" fmla="*/ 5602973 w 6232297"/>
                <a:gd name="connsiteY23" fmla="*/ 4964789 h 5578507"/>
                <a:gd name="connsiteX24" fmla="*/ 5411022 w 6232297"/>
                <a:gd name="connsiteY24" fmla="*/ 4942655 h 5578507"/>
                <a:gd name="connsiteX25" fmla="*/ 4985753 w 6232297"/>
                <a:gd name="connsiteY25" fmla="*/ 5391509 h 5578507"/>
                <a:gd name="connsiteX26" fmla="*/ 4620613 w 6232297"/>
                <a:gd name="connsiteY26" fmla="*/ 5506250 h 5578507"/>
                <a:gd name="connsiteX27" fmla="*/ 4046679 w 6232297"/>
                <a:gd name="connsiteY27" fmla="*/ 5421626 h 5578507"/>
                <a:gd name="connsiteX28" fmla="*/ 3219364 w 6232297"/>
                <a:gd name="connsiteY28" fmla="*/ 5407112 h 5578507"/>
                <a:gd name="connsiteX29" fmla="*/ 183394 w 6232297"/>
                <a:gd name="connsiteY29" fmla="*/ 5159722 h 5578507"/>
                <a:gd name="connsiteX30" fmla="*/ 30994 w 6232297"/>
                <a:gd name="connsiteY30" fmla="*/ 4753968 h 5578507"/>
                <a:gd name="connsiteX0" fmla="*/ 30994 w 6232297"/>
                <a:gd name="connsiteY0" fmla="*/ 4753968 h 5578507"/>
                <a:gd name="connsiteX1" fmla="*/ 1279893 w 6232297"/>
                <a:gd name="connsiteY1" fmla="*/ 2213968 h 5578507"/>
                <a:gd name="connsiteX2" fmla="*/ 2405370 w 6232297"/>
                <a:gd name="connsiteY2" fmla="*/ 2354 h 5578507"/>
                <a:gd name="connsiteX3" fmla="*/ 2885542 w 6232297"/>
                <a:gd name="connsiteY3" fmla="*/ 181968 h 5578507"/>
                <a:gd name="connsiteX4" fmla="*/ 3030684 w 6232297"/>
                <a:gd name="connsiteY4" fmla="*/ 80368 h 5578507"/>
                <a:gd name="connsiteX5" fmla="*/ 3146798 w 6232297"/>
                <a:gd name="connsiteY5" fmla="*/ 283568 h 5578507"/>
                <a:gd name="connsiteX6" fmla="*/ 3190341 w 6232297"/>
                <a:gd name="connsiteY6" fmla="*/ 7797 h 5578507"/>
                <a:gd name="connsiteX7" fmla="*/ 3451597 w 6232297"/>
                <a:gd name="connsiteY7" fmla="*/ 399683 h 5578507"/>
                <a:gd name="connsiteX8" fmla="*/ 3712854 w 6232297"/>
                <a:gd name="connsiteY8" fmla="*/ 748026 h 5578507"/>
                <a:gd name="connsiteX9" fmla="*/ 3901539 w 6232297"/>
                <a:gd name="connsiteY9" fmla="*/ 472255 h 5578507"/>
                <a:gd name="connsiteX10" fmla="*/ 4061195 w 6232297"/>
                <a:gd name="connsiteY10" fmla="*/ 631912 h 5578507"/>
                <a:gd name="connsiteX11" fmla="*/ 4351482 w 6232297"/>
                <a:gd name="connsiteY11" fmla="*/ 922198 h 5578507"/>
                <a:gd name="connsiteX12" fmla="*/ 4496624 w 6232297"/>
                <a:gd name="connsiteY12" fmla="*/ 1430198 h 5578507"/>
                <a:gd name="connsiteX13" fmla="*/ 4583709 w 6232297"/>
                <a:gd name="connsiteY13" fmla="*/ 1851112 h 5578507"/>
                <a:gd name="connsiteX14" fmla="*/ 4801424 w 6232297"/>
                <a:gd name="connsiteY14" fmla="*/ 1996255 h 5578507"/>
                <a:gd name="connsiteX15" fmla="*/ 5323937 w 6232297"/>
                <a:gd name="connsiteY15" fmla="*/ 1647912 h 5578507"/>
                <a:gd name="connsiteX16" fmla="*/ 5352965 w 6232297"/>
                <a:gd name="connsiteY16" fmla="*/ 1836598 h 5578507"/>
                <a:gd name="connsiteX17" fmla="*/ 5643251 w 6232297"/>
                <a:gd name="connsiteY17" fmla="*/ 2068826 h 5578507"/>
                <a:gd name="connsiteX18" fmla="*/ 5802908 w 6232297"/>
                <a:gd name="connsiteY18" fmla="*/ 2562312 h 5578507"/>
                <a:gd name="connsiteX19" fmla="*/ 6049651 w 6232297"/>
                <a:gd name="connsiteY19" fmla="*/ 2997740 h 5578507"/>
                <a:gd name="connsiteX20" fmla="*/ 6209307 w 6232297"/>
                <a:gd name="connsiteY20" fmla="*/ 3433169 h 5578507"/>
                <a:gd name="connsiteX21" fmla="*/ 5991593 w 6232297"/>
                <a:gd name="connsiteY21" fmla="*/ 3897626 h 5578507"/>
                <a:gd name="connsiteX22" fmla="*/ 5962564 w 6232297"/>
                <a:gd name="connsiteY22" fmla="*/ 4144369 h 5578507"/>
                <a:gd name="connsiteX23" fmla="*/ 5602973 w 6232297"/>
                <a:gd name="connsiteY23" fmla="*/ 4964789 h 5578507"/>
                <a:gd name="connsiteX24" fmla="*/ 5411022 w 6232297"/>
                <a:gd name="connsiteY24" fmla="*/ 4942655 h 5578507"/>
                <a:gd name="connsiteX25" fmla="*/ 4985753 w 6232297"/>
                <a:gd name="connsiteY25" fmla="*/ 5391509 h 5578507"/>
                <a:gd name="connsiteX26" fmla="*/ 4620613 w 6232297"/>
                <a:gd name="connsiteY26" fmla="*/ 5506250 h 5578507"/>
                <a:gd name="connsiteX27" fmla="*/ 4046679 w 6232297"/>
                <a:gd name="connsiteY27" fmla="*/ 5421626 h 5578507"/>
                <a:gd name="connsiteX28" fmla="*/ 3219364 w 6232297"/>
                <a:gd name="connsiteY28" fmla="*/ 5407112 h 5578507"/>
                <a:gd name="connsiteX29" fmla="*/ 183394 w 6232297"/>
                <a:gd name="connsiteY29" fmla="*/ 5159722 h 5578507"/>
                <a:gd name="connsiteX30" fmla="*/ 30994 w 6232297"/>
                <a:gd name="connsiteY30" fmla="*/ 4753968 h 5578507"/>
                <a:gd name="connsiteX0" fmla="*/ 30994 w 6232297"/>
                <a:gd name="connsiteY0" fmla="*/ 4753968 h 5578507"/>
                <a:gd name="connsiteX1" fmla="*/ 1279893 w 6232297"/>
                <a:gd name="connsiteY1" fmla="*/ 2213968 h 5578507"/>
                <a:gd name="connsiteX2" fmla="*/ 2405370 w 6232297"/>
                <a:gd name="connsiteY2" fmla="*/ 2354 h 5578507"/>
                <a:gd name="connsiteX3" fmla="*/ 2885542 w 6232297"/>
                <a:gd name="connsiteY3" fmla="*/ 181968 h 5578507"/>
                <a:gd name="connsiteX4" fmla="*/ 3030684 w 6232297"/>
                <a:gd name="connsiteY4" fmla="*/ 80368 h 5578507"/>
                <a:gd name="connsiteX5" fmla="*/ 3146798 w 6232297"/>
                <a:gd name="connsiteY5" fmla="*/ 283568 h 5578507"/>
                <a:gd name="connsiteX6" fmla="*/ 3190341 w 6232297"/>
                <a:gd name="connsiteY6" fmla="*/ 7797 h 5578507"/>
                <a:gd name="connsiteX7" fmla="*/ 3451597 w 6232297"/>
                <a:gd name="connsiteY7" fmla="*/ 399683 h 5578507"/>
                <a:gd name="connsiteX8" fmla="*/ 3712854 w 6232297"/>
                <a:gd name="connsiteY8" fmla="*/ 748026 h 5578507"/>
                <a:gd name="connsiteX9" fmla="*/ 3901539 w 6232297"/>
                <a:gd name="connsiteY9" fmla="*/ 472255 h 5578507"/>
                <a:gd name="connsiteX10" fmla="*/ 4061195 w 6232297"/>
                <a:gd name="connsiteY10" fmla="*/ 631912 h 5578507"/>
                <a:gd name="connsiteX11" fmla="*/ 4351482 w 6232297"/>
                <a:gd name="connsiteY11" fmla="*/ 922198 h 5578507"/>
                <a:gd name="connsiteX12" fmla="*/ 4496624 w 6232297"/>
                <a:gd name="connsiteY12" fmla="*/ 1430198 h 5578507"/>
                <a:gd name="connsiteX13" fmla="*/ 4583709 w 6232297"/>
                <a:gd name="connsiteY13" fmla="*/ 1851112 h 5578507"/>
                <a:gd name="connsiteX14" fmla="*/ 4801424 w 6232297"/>
                <a:gd name="connsiteY14" fmla="*/ 1996255 h 5578507"/>
                <a:gd name="connsiteX15" fmla="*/ 5323937 w 6232297"/>
                <a:gd name="connsiteY15" fmla="*/ 1647912 h 5578507"/>
                <a:gd name="connsiteX16" fmla="*/ 5352965 w 6232297"/>
                <a:gd name="connsiteY16" fmla="*/ 1836598 h 5578507"/>
                <a:gd name="connsiteX17" fmla="*/ 5643251 w 6232297"/>
                <a:gd name="connsiteY17" fmla="*/ 2068826 h 5578507"/>
                <a:gd name="connsiteX18" fmla="*/ 5802908 w 6232297"/>
                <a:gd name="connsiteY18" fmla="*/ 2562312 h 5578507"/>
                <a:gd name="connsiteX19" fmla="*/ 6049651 w 6232297"/>
                <a:gd name="connsiteY19" fmla="*/ 2997740 h 5578507"/>
                <a:gd name="connsiteX20" fmla="*/ 6209307 w 6232297"/>
                <a:gd name="connsiteY20" fmla="*/ 3433169 h 5578507"/>
                <a:gd name="connsiteX21" fmla="*/ 5991593 w 6232297"/>
                <a:gd name="connsiteY21" fmla="*/ 3897626 h 5578507"/>
                <a:gd name="connsiteX22" fmla="*/ 5962564 w 6232297"/>
                <a:gd name="connsiteY22" fmla="*/ 4144369 h 5578507"/>
                <a:gd name="connsiteX23" fmla="*/ 5602973 w 6232297"/>
                <a:gd name="connsiteY23" fmla="*/ 4964789 h 5578507"/>
                <a:gd name="connsiteX24" fmla="*/ 5411022 w 6232297"/>
                <a:gd name="connsiteY24" fmla="*/ 4942655 h 5578507"/>
                <a:gd name="connsiteX25" fmla="*/ 4985753 w 6232297"/>
                <a:gd name="connsiteY25" fmla="*/ 5391509 h 5578507"/>
                <a:gd name="connsiteX26" fmla="*/ 4620613 w 6232297"/>
                <a:gd name="connsiteY26" fmla="*/ 5506250 h 5578507"/>
                <a:gd name="connsiteX27" fmla="*/ 4046679 w 6232297"/>
                <a:gd name="connsiteY27" fmla="*/ 5421626 h 5578507"/>
                <a:gd name="connsiteX28" fmla="*/ 3219364 w 6232297"/>
                <a:gd name="connsiteY28" fmla="*/ 5407112 h 5578507"/>
                <a:gd name="connsiteX29" fmla="*/ 183394 w 6232297"/>
                <a:gd name="connsiteY29" fmla="*/ 5159722 h 5578507"/>
                <a:gd name="connsiteX30" fmla="*/ 30994 w 6232297"/>
                <a:gd name="connsiteY30" fmla="*/ 4753968 h 5578507"/>
                <a:gd name="connsiteX0" fmla="*/ 30994 w 6278187"/>
                <a:gd name="connsiteY0" fmla="*/ 4753968 h 5578507"/>
                <a:gd name="connsiteX1" fmla="*/ 1279893 w 6278187"/>
                <a:gd name="connsiteY1" fmla="*/ 2213968 h 5578507"/>
                <a:gd name="connsiteX2" fmla="*/ 2405370 w 6278187"/>
                <a:gd name="connsiteY2" fmla="*/ 2354 h 5578507"/>
                <a:gd name="connsiteX3" fmla="*/ 2885542 w 6278187"/>
                <a:gd name="connsiteY3" fmla="*/ 181968 h 5578507"/>
                <a:gd name="connsiteX4" fmla="*/ 3030684 w 6278187"/>
                <a:gd name="connsiteY4" fmla="*/ 80368 h 5578507"/>
                <a:gd name="connsiteX5" fmla="*/ 3146798 w 6278187"/>
                <a:gd name="connsiteY5" fmla="*/ 283568 h 5578507"/>
                <a:gd name="connsiteX6" fmla="*/ 3190341 w 6278187"/>
                <a:gd name="connsiteY6" fmla="*/ 7797 h 5578507"/>
                <a:gd name="connsiteX7" fmla="*/ 3451597 w 6278187"/>
                <a:gd name="connsiteY7" fmla="*/ 399683 h 5578507"/>
                <a:gd name="connsiteX8" fmla="*/ 3712854 w 6278187"/>
                <a:gd name="connsiteY8" fmla="*/ 748026 h 5578507"/>
                <a:gd name="connsiteX9" fmla="*/ 3901539 w 6278187"/>
                <a:gd name="connsiteY9" fmla="*/ 472255 h 5578507"/>
                <a:gd name="connsiteX10" fmla="*/ 4061195 w 6278187"/>
                <a:gd name="connsiteY10" fmla="*/ 631912 h 5578507"/>
                <a:gd name="connsiteX11" fmla="*/ 4351482 w 6278187"/>
                <a:gd name="connsiteY11" fmla="*/ 922198 h 5578507"/>
                <a:gd name="connsiteX12" fmla="*/ 4496624 w 6278187"/>
                <a:gd name="connsiteY12" fmla="*/ 1430198 h 5578507"/>
                <a:gd name="connsiteX13" fmla="*/ 4583709 w 6278187"/>
                <a:gd name="connsiteY13" fmla="*/ 1851112 h 5578507"/>
                <a:gd name="connsiteX14" fmla="*/ 4801424 w 6278187"/>
                <a:gd name="connsiteY14" fmla="*/ 1996255 h 5578507"/>
                <a:gd name="connsiteX15" fmla="*/ 5323937 w 6278187"/>
                <a:gd name="connsiteY15" fmla="*/ 1647912 h 5578507"/>
                <a:gd name="connsiteX16" fmla="*/ 5352965 w 6278187"/>
                <a:gd name="connsiteY16" fmla="*/ 1836598 h 5578507"/>
                <a:gd name="connsiteX17" fmla="*/ 5643251 w 6278187"/>
                <a:gd name="connsiteY17" fmla="*/ 2068826 h 5578507"/>
                <a:gd name="connsiteX18" fmla="*/ 5802908 w 6278187"/>
                <a:gd name="connsiteY18" fmla="*/ 2562312 h 5578507"/>
                <a:gd name="connsiteX19" fmla="*/ 6049651 w 6278187"/>
                <a:gd name="connsiteY19" fmla="*/ 2997740 h 5578507"/>
                <a:gd name="connsiteX20" fmla="*/ 6209307 w 6278187"/>
                <a:gd name="connsiteY20" fmla="*/ 3433169 h 5578507"/>
                <a:gd name="connsiteX21" fmla="*/ 5991593 w 6278187"/>
                <a:gd name="connsiteY21" fmla="*/ 3897626 h 5578507"/>
                <a:gd name="connsiteX22" fmla="*/ 5962564 w 6278187"/>
                <a:gd name="connsiteY22" fmla="*/ 4144369 h 5578507"/>
                <a:gd name="connsiteX23" fmla="*/ 5602973 w 6278187"/>
                <a:gd name="connsiteY23" fmla="*/ 4964789 h 5578507"/>
                <a:gd name="connsiteX24" fmla="*/ 5411022 w 6278187"/>
                <a:gd name="connsiteY24" fmla="*/ 4942655 h 5578507"/>
                <a:gd name="connsiteX25" fmla="*/ 4985753 w 6278187"/>
                <a:gd name="connsiteY25" fmla="*/ 5391509 h 5578507"/>
                <a:gd name="connsiteX26" fmla="*/ 4620613 w 6278187"/>
                <a:gd name="connsiteY26" fmla="*/ 5506250 h 5578507"/>
                <a:gd name="connsiteX27" fmla="*/ 4046679 w 6278187"/>
                <a:gd name="connsiteY27" fmla="*/ 5421626 h 5578507"/>
                <a:gd name="connsiteX28" fmla="*/ 3219364 w 6278187"/>
                <a:gd name="connsiteY28" fmla="*/ 5407112 h 5578507"/>
                <a:gd name="connsiteX29" fmla="*/ 183394 w 6278187"/>
                <a:gd name="connsiteY29" fmla="*/ 5159722 h 5578507"/>
                <a:gd name="connsiteX30" fmla="*/ 30994 w 6278187"/>
                <a:gd name="connsiteY30" fmla="*/ 4753968 h 5578507"/>
                <a:gd name="connsiteX0" fmla="*/ 30994 w 6277176"/>
                <a:gd name="connsiteY0" fmla="*/ 4753968 h 5578507"/>
                <a:gd name="connsiteX1" fmla="*/ 1279893 w 6277176"/>
                <a:gd name="connsiteY1" fmla="*/ 2213968 h 5578507"/>
                <a:gd name="connsiteX2" fmla="*/ 2405370 w 6277176"/>
                <a:gd name="connsiteY2" fmla="*/ 2354 h 5578507"/>
                <a:gd name="connsiteX3" fmla="*/ 2885542 w 6277176"/>
                <a:gd name="connsiteY3" fmla="*/ 181968 h 5578507"/>
                <a:gd name="connsiteX4" fmla="*/ 3030684 w 6277176"/>
                <a:gd name="connsiteY4" fmla="*/ 80368 h 5578507"/>
                <a:gd name="connsiteX5" fmla="*/ 3146798 w 6277176"/>
                <a:gd name="connsiteY5" fmla="*/ 283568 h 5578507"/>
                <a:gd name="connsiteX6" fmla="*/ 3190341 w 6277176"/>
                <a:gd name="connsiteY6" fmla="*/ 7797 h 5578507"/>
                <a:gd name="connsiteX7" fmla="*/ 3451597 w 6277176"/>
                <a:gd name="connsiteY7" fmla="*/ 399683 h 5578507"/>
                <a:gd name="connsiteX8" fmla="*/ 3712854 w 6277176"/>
                <a:gd name="connsiteY8" fmla="*/ 748026 h 5578507"/>
                <a:gd name="connsiteX9" fmla="*/ 3901539 w 6277176"/>
                <a:gd name="connsiteY9" fmla="*/ 472255 h 5578507"/>
                <a:gd name="connsiteX10" fmla="*/ 4061195 w 6277176"/>
                <a:gd name="connsiteY10" fmla="*/ 631912 h 5578507"/>
                <a:gd name="connsiteX11" fmla="*/ 4351482 w 6277176"/>
                <a:gd name="connsiteY11" fmla="*/ 922198 h 5578507"/>
                <a:gd name="connsiteX12" fmla="*/ 4496624 w 6277176"/>
                <a:gd name="connsiteY12" fmla="*/ 1430198 h 5578507"/>
                <a:gd name="connsiteX13" fmla="*/ 4583709 w 6277176"/>
                <a:gd name="connsiteY13" fmla="*/ 1851112 h 5578507"/>
                <a:gd name="connsiteX14" fmla="*/ 4801424 w 6277176"/>
                <a:gd name="connsiteY14" fmla="*/ 1996255 h 5578507"/>
                <a:gd name="connsiteX15" fmla="*/ 5323937 w 6277176"/>
                <a:gd name="connsiteY15" fmla="*/ 1647912 h 5578507"/>
                <a:gd name="connsiteX16" fmla="*/ 5352965 w 6277176"/>
                <a:gd name="connsiteY16" fmla="*/ 1836598 h 5578507"/>
                <a:gd name="connsiteX17" fmla="*/ 5643251 w 6277176"/>
                <a:gd name="connsiteY17" fmla="*/ 2068826 h 5578507"/>
                <a:gd name="connsiteX18" fmla="*/ 5802908 w 6277176"/>
                <a:gd name="connsiteY18" fmla="*/ 2562312 h 5578507"/>
                <a:gd name="connsiteX19" fmla="*/ 6049651 w 6277176"/>
                <a:gd name="connsiteY19" fmla="*/ 2997740 h 5578507"/>
                <a:gd name="connsiteX20" fmla="*/ 6209307 w 6277176"/>
                <a:gd name="connsiteY20" fmla="*/ 3433169 h 5578507"/>
                <a:gd name="connsiteX21" fmla="*/ 5991593 w 6277176"/>
                <a:gd name="connsiteY21" fmla="*/ 3897626 h 5578507"/>
                <a:gd name="connsiteX22" fmla="*/ 5962564 w 6277176"/>
                <a:gd name="connsiteY22" fmla="*/ 4144369 h 5578507"/>
                <a:gd name="connsiteX23" fmla="*/ 5602973 w 6277176"/>
                <a:gd name="connsiteY23" fmla="*/ 4964789 h 5578507"/>
                <a:gd name="connsiteX24" fmla="*/ 5411022 w 6277176"/>
                <a:gd name="connsiteY24" fmla="*/ 4942655 h 5578507"/>
                <a:gd name="connsiteX25" fmla="*/ 4985753 w 6277176"/>
                <a:gd name="connsiteY25" fmla="*/ 5391509 h 5578507"/>
                <a:gd name="connsiteX26" fmla="*/ 4620613 w 6277176"/>
                <a:gd name="connsiteY26" fmla="*/ 5506250 h 5578507"/>
                <a:gd name="connsiteX27" fmla="*/ 4046679 w 6277176"/>
                <a:gd name="connsiteY27" fmla="*/ 5421626 h 5578507"/>
                <a:gd name="connsiteX28" fmla="*/ 3219364 w 6277176"/>
                <a:gd name="connsiteY28" fmla="*/ 5407112 h 5578507"/>
                <a:gd name="connsiteX29" fmla="*/ 183394 w 6277176"/>
                <a:gd name="connsiteY29" fmla="*/ 5159722 h 5578507"/>
                <a:gd name="connsiteX30" fmla="*/ 30994 w 6277176"/>
                <a:gd name="connsiteY30" fmla="*/ 4753968 h 5578507"/>
                <a:gd name="connsiteX0" fmla="*/ 30994 w 6277176"/>
                <a:gd name="connsiteY0" fmla="*/ 4753968 h 5578507"/>
                <a:gd name="connsiteX1" fmla="*/ 1279893 w 6277176"/>
                <a:gd name="connsiteY1" fmla="*/ 2213968 h 5578507"/>
                <a:gd name="connsiteX2" fmla="*/ 2405370 w 6277176"/>
                <a:gd name="connsiteY2" fmla="*/ 2354 h 5578507"/>
                <a:gd name="connsiteX3" fmla="*/ 2885542 w 6277176"/>
                <a:gd name="connsiteY3" fmla="*/ 181968 h 5578507"/>
                <a:gd name="connsiteX4" fmla="*/ 3030684 w 6277176"/>
                <a:gd name="connsiteY4" fmla="*/ 80368 h 5578507"/>
                <a:gd name="connsiteX5" fmla="*/ 3146798 w 6277176"/>
                <a:gd name="connsiteY5" fmla="*/ 283568 h 5578507"/>
                <a:gd name="connsiteX6" fmla="*/ 3190341 w 6277176"/>
                <a:gd name="connsiteY6" fmla="*/ 7797 h 5578507"/>
                <a:gd name="connsiteX7" fmla="*/ 3451597 w 6277176"/>
                <a:gd name="connsiteY7" fmla="*/ 399683 h 5578507"/>
                <a:gd name="connsiteX8" fmla="*/ 3712854 w 6277176"/>
                <a:gd name="connsiteY8" fmla="*/ 748026 h 5578507"/>
                <a:gd name="connsiteX9" fmla="*/ 3901539 w 6277176"/>
                <a:gd name="connsiteY9" fmla="*/ 472255 h 5578507"/>
                <a:gd name="connsiteX10" fmla="*/ 4061195 w 6277176"/>
                <a:gd name="connsiteY10" fmla="*/ 631912 h 5578507"/>
                <a:gd name="connsiteX11" fmla="*/ 4351482 w 6277176"/>
                <a:gd name="connsiteY11" fmla="*/ 922198 h 5578507"/>
                <a:gd name="connsiteX12" fmla="*/ 4496624 w 6277176"/>
                <a:gd name="connsiteY12" fmla="*/ 1430198 h 5578507"/>
                <a:gd name="connsiteX13" fmla="*/ 4583709 w 6277176"/>
                <a:gd name="connsiteY13" fmla="*/ 1851112 h 5578507"/>
                <a:gd name="connsiteX14" fmla="*/ 4801424 w 6277176"/>
                <a:gd name="connsiteY14" fmla="*/ 1996255 h 5578507"/>
                <a:gd name="connsiteX15" fmla="*/ 5323937 w 6277176"/>
                <a:gd name="connsiteY15" fmla="*/ 1647912 h 5578507"/>
                <a:gd name="connsiteX16" fmla="*/ 5352965 w 6277176"/>
                <a:gd name="connsiteY16" fmla="*/ 1836598 h 5578507"/>
                <a:gd name="connsiteX17" fmla="*/ 5643251 w 6277176"/>
                <a:gd name="connsiteY17" fmla="*/ 2068826 h 5578507"/>
                <a:gd name="connsiteX18" fmla="*/ 5802908 w 6277176"/>
                <a:gd name="connsiteY18" fmla="*/ 2562312 h 5578507"/>
                <a:gd name="connsiteX19" fmla="*/ 6049651 w 6277176"/>
                <a:gd name="connsiteY19" fmla="*/ 2997740 h 5578507"/>
                <a:gd name="connsiteX20" fmla="*/ 6209307 w 6277176"/>
                <a:gd name="connsiteY20" fmla="*/ 3433169 h 5578507"/>
                <a:gd name="connsiteX21" fmla="*/ 5991593 w 6277176"/>
                <a:gd name="connsiteY21" fmla="*/ 3897626 h 5578507"/>
                <a:gd name="connsiteX22" fmla="*/ 5962564 w 6277176"/>
                <a:gd name="connsiteY22" fmla="*/ 4144369 h 5578507"/>
                <a:gd name="connsiteX23" fmla="*/ 5602973 w 6277176"/>
                <a:gd name="connsiteY23" fmla="*/ 4964789 h 5578507"/>
                <a:gd name="connsiteX24" fmla="*/ 5411022 w 6277176"/>
                <a:gd name="connsiteY24" fmla="*/ 4942655 h 5578507"/>
                <a:gd name="connsiteX25" fmla="*/ 4985753 w 6277176"/>
                <a:gd name="connsiteY25" fmla="*/ 5391509 h 5578507"/>
                <a:gd name="connsiteX26" fmla="*/ 4620613 w 6277176"/>
                <a:gd name="connsiteY26" fmla="*/ 5506250 h 5578507"/>
                <a:gd name="connsiteX27" fmla="*/ 4046679 w 6277176"/>
                <a:gd name="connsiteY27" fmla="*/ 5421626 h 5578507"/>
                <a:gd name="connsiteX28" fmla="*/ 3219364 w 6277176"/>
                <a:gd name="connsiteY28" fmla="*/ 5407112 h 5578507"/>
                <a:gd name="connsiteX29" fmla="*/ 183394 w 6277176"/>
                <a:gd name="connsiteY29" fmla="*/ 5159722 h 5578507"/>
                <a:gd name="connsiteX30" fmla="*/ 30994 w 6277176"/>
                <a:gd name="connsiteY30" fmla="*/ 4753968 h 5578507"/>
                <a:gd name="connsiteX0" fmla="*/ 30994 w 6277176"/>
                <a:gd name="connsiteY0" fmla="*/ 4753968 h 5578507"/>
                <a:gd name="connsiteX1" fmla="*/ 1279893 w 6277176"/>
                <a:gd name="connsiteY1" fmla="*/ 2213968 h 5578507"/>
                <a:gd name="connsiteX2" fmla="*/ 2405370 w 6277176"/>
                <a:gd name="connsiteY2" fmla="*/ 2354 h 5578507"/>
                <a:gd name="connsiteX3" fmla="*/ 2885542 w 6277176"/>
                <a:gd name="connsiteY3" fmla="*/ 181968 h 5578507"/>
                <a:gd name="connsiteX4" fmla="*/ 3030684 w 6277176"/>
                <a:gd name="connsiteY4" fmla="*/ 80368 h 5578507"/>
                <a:gd name="connsiteX5" fmla="*/ 3146798 w 6277176"/>
                <a:gd name="connsiteY5" fmla="*/ 283568 h 5578507"/>
                <a:gd name="connsiteX6" fmla="*/ 3190341 w 6277176"/>
                <a:gd name="connsiteY6" fmla="*/ 7797 h 5578507"/>
                <a:gd name="connsiteX7" fmla="*/ 3451597 w 6277176"/>
                <a:gd name="connsiteY7" fmla="*/ 399683 h 5578507"/>
                <a:gd name="connsiteX8" fmla="*/ 3712854 w 6277176"/>
                <a:gd name="connsiteY8" fmla="*/ 748026 h 5578507"/>
                <a:gd name="connsiteX9" fmla="*/ 3901539 w 6277176"/>
                <a:gd name="connsiteY9" fmla="*/ 472255 h 5578507"/>
                <a:gd name="connsiteX10" fmla="*/ 4061195 w 6277176"/>
                <a:gd name="connsiteY10" fmla="*/ 631912 h 5578507"/>
                <a:gd name="connsiteX11" fmla="*/ 4351482 w 6277176"/>
                <a:gd name="connsiteY11" fmla="*/ 922198 h 5578507"/>
                <a:gd name="connsiteX12" fmla="*/ 4496624 w 6277176"/>
                <a:gd name="connsiteY12" fmla="*/ 1430198 h 5578507"/>
                <a:gd name="connsiteX13" fmla="*/ 4583709 w 6277176"/>
                <a:gd name="connsiteY13" fmla="*/ 1851112 h 5578507"/>
                <a:gd name="connsiteX14" fmla="*/ 4801424 w 6277176"/>
                <a:gd name="connsiteY14" fmla="*/ 1996255 h 5578507"/>
                <a:gd name="connsiteX15" fmla="*/ 5323937 w 6277176"/>
                <a:gd name="connsiteY15" fmla="*/ 1647912 h 5578507"/>
                <a:gd name="connsiteX16" fmla="*/ 5352965 w 6277176"/>
                <a:gd name="connsiteY16" fmla="*/ 1836598 h 5578507"/>
                <a:gd name="connsiteX17" fmla="*/ 5643251 w 6277176"/>
                <a:gd name="connsiteY17" fmla="*/ 2068826 h 5578507"/>
                <a:gd name="connsiteX18" fmla="*/ 5802908 w 6277176"/>
                <a:gd name="connsiteY18" fmla="*/ 2562312 h 5578507"/>
                <a:gd name="connsiteX19" fmla="*/ 6049651 w 6277176"/>
                <a:gd name="connsiteY19" fmla="*/ 2997740 h 5578507"/>
                <a:gd name="connsiteX20" fmla="*/ 6209307 w 6277176"/>
                <a:gd name="connsiteY20" fmla="*/ 3433169 h 5578507"/>
                <a:gd name="connsiteX21" fmla="*/ 5991593 w 6277176"/>
                <a:gd name="connsiteY21" fmla="*/ 3897626 h 5578507"/>
                <a:gd name="connsiteX22" fmla="*/ 5962564 w 6277176"/>
                <a:gd name="connsiteY22" fmla="*/ 4144369 h 5578507"/>
                <a:gd name="connsiteX23" fmla="*/ 5602973 w 6277176"/>
                <a:gd name="connsiteY23" fmla="*/ 4964789 h 5578507"/>
                <a:gd name="connsiteX24" fmla="*/ 5411022 w 6277176"/>
                <a:gd name="connsiteY24" fmla="*/ 4942655 h 5578507"/>
                <a:gd name="connsiteX25" fmla="*/ 4985753 w 6277176"/>
                <a:gd name="connsiteY25" fmla="*/ 5391509 h 5578507"/>
                <a:gd name="connsiteX26" fmla="*/ 4620613 w 6277176"/>
                <a:gd name="connsiteY26" fmla="*/ 5506250 h 5578507"/>
                <a:gd name="connsiteX27" fmla="*/ 4046679 w 6277176"/>
                <a:gd name="connsiteY27" fmla="*/ 5421626 h 5578507"/>
                <a:gd name="connsiteX28" fmla="*/ 3219364 w 6277176"/>
                <a:gd name="connsiteY28" fmla="*/ 5407112 h 5578507"/>
                <a:gd name="connsiteX29" fmla="*/ 183394 w 6277176"/>
                <a:gd name="connsiteY29" fmla="*/ 5159722 h 5578507"/>
                <a:gd name="connsiteX30" fmla="*/ 30994 w 6277176"/>
                <a:gd name="connsiteY30" fmla="*/ 4753968 h 5578507"/>
                <a:gd name="connsiteX0" fmla="*/ 30994 w 6277176"/>
                <a:gd name="connsiteY0" fmla="*/ 4753968 h 5578507"/>
                <a:gd name="connsiteX1" fmla="*/ 1279893 w 6277176"/>
                <a:gd name="connsiteY1" fmla="*/ 2213968 h 5578507"/>
                <a:gd name="connsiteX2" fmla="*/ 2405370 w 6277176"/>
                <a:gd name="connsiteY2" fmla="*/ 2354 h 5578507"/>
                <a:gd name="connsiteX3" fmla="*/ 2885542 w 6277176"/>
                <a:gd name="connsiteY3" fmla="*/ 181968 h 5578507"/>
                <a:gd name="connsiteX4" fmla="*/ 3030684 w 6277176"/>
                <a:gd name="connsiteY4" fmla="*/ 80368 h 5578507"/>
                <a:gd name="connsiteX5" fmla="*/ 3146798 w 6277176"/>
                <a:gd name="connsiteY5" fmla="*/ 283568 h 5578507"/>
                <a:gd name="connsiteX6" fmla="*/ 3190341 w 6277176"/>
                <a:gd name="connsiteY6" fmla="*/ 7797 h 5578507"/>
                <a:gd name="connsiteX7" fmla="*/ 3451597 w 6277176"/>
                <a:gd name="connsiteY7" fmla="*/ 399683 h 5578507"/>
                <a:gd name="connsiteX8" fmla="*/ 3712854 w 6277176"/>
                <a:gd name="connsiteY8" fmla="*/ 748026 h 5578507"/>
                <a:gd name="connsiteX9" fmla="*/ 3901539 w 6277176"/>
                <a:gd name="connsiteY9" fmla="*/ 472255 h 5578507"/>
                <a:gd name="connsiteX10" fmla="*/ 4061195 w 6277176"/>
                <a:gd name="connsiteY10" fmla="*/ 631912 h 5578507"/>
                <a:gd name="connsiteX11" fmla="*/ 4351482 w 6277176"/>
                <a:gd name="connsiteY11" fmla="*/ 922198 h 5578507"/>
                <a:gd name="connsiteX12" fmla="*/ 4496624 w 6277176"/>
                <a:gd name="connsiteY12" fmla="*/ 1430198 h 5578507"/>
                <a:gd name="connsiteX13" fmla="*/ 4583709 w 6277176"/>
                <a:gd name="connsiteY13" fmla="*/ 1851112 h 5578507"/>
                <a:gd name="connsiteX14" fmla="*/ 4801424 w 6277176"/>
                <a:gd name="connsiteY14" fmla="*/ 1996255 h 5578507"/>
                <a:gd name="connsiteX15" fmla="*/ 5323937 w 6277176"/>
                <a:gd name="connsiteY15" fmla="*/ 1647912 h 5578507"/>
                <a:gd name="connsiteX16" fmla="*/ 5352965 w 6277176"/>
                <a:gd name="connsiteY16" fmla="*/ 1836598 h 5578507"/>
                <a:gd name="connsiteX17" fmla="*/ 5643251 w 6277176"/>
                <a:gd name="connsiteY17" fmla="*/ 2068826 h 5578507"/>
                <a:gd name="connsiteX18" fmla="*/ 5802908 w 6277176"/>
                <a:gd name="connsiteY18" fmla="*/ 2562312 h 5578507"/>
                <a:gd name="connsiteX19" fmla="*/ 6030601 w 6277176"/>
                <a:gd name="connsiteY19" fmla="*/ 2969165 h 5578507"/>
                <a:gd name="connsiteX20" fmla="*/ 6209307 w 6277176"/>
                <a:gd name="connsiteY20" fmla="*/ 3433169 h 5578507"/>
                <a:gd name="connsiteX21" fmla="*/ 5991593 w 6277176"/>
                <a:gd name="connsiteY21" fmla="*/ 3897626 h 5578507"/>
                <a:gd name="connsiteX22" fmla="*/ 5962564 w 6277176"/>
                <a:gd name="connsiteY22" fmla="*/ 4144369 h 5578507"/>
                <a:gd name="connsiteX23" fmla="*/ 5602973 w 6277176"/>
                <a:gd name="connsiteY23" fmla="*/ 4964789 h 5578507"/>
                <a:gd name="connsiteX24" fmla="*/ 5411022 w 6277176"/>
                <a:gd name="connsiteY24" fmla="*/ 4942655 h 5578507"/>
                <a:gd name="connsiteX25" fmla="*/ 4985753 w 6277176"/>
                <a:gd name="connsiteY25" fmla="*/ 5391509 h 5578507"/>
                <a:gd name="connsiteX26" fmla="*/ 4620613 w 6277176"/>
                <a:gd name="connsiteY26" fmla="*/ 5506250 h 5578507"/>
                <a:gd name="connsiteX27" fmla="*/ 4046679 w 6277176"/>
                <a:gd name="connsiteY27" fmla="*/ 5421626 h 5578507"/>
                <a:gd name="connsiteX28" fmla="*/ 3219364 w 6277176"/>
                <a:gd name="connsiteY28" fmla="*/ 5407112 h 5578507"/>
                <a:gd name="connsiteX29" fmla="*/ 183394 w 6277176"/>
                <a:gd name="connsiteY29" fmla="*/ 5159722 h 5578507"/>
                <a:gd name="connsiteX30" fmla="*/ 30994 w 6277176"/>
                <a:gd name="connsiteY30" fmla="*/ 4753968 h 5578507"/>
                <a:gd name="connsiteX0" fmla="*/ 30994 w 6277176"/>
                <a:gd name="connsiteY0" fmla="*/ 4753968 h 5578507"/>
                <a:gd name="connsiteX1" fmla="*/ 1279893 w 6277176"/>
                <a:gd name="connsiteY1" fmla="*/ 2213968 h 5578507"/>
                <a:gd name="connsiteX2" fmla="*/ 2405370 w 6277176"/>
                <a:gd name="connsiteY2" fmla="*/ 2354 h 5578507"/>
                <a:gd name="connsiteX3" fmla="*/ 2885542 w 6277176"/>
                <a:gd name="connsiteY3" fmla="*/ 181968 h 5578507"/>
                <a:gd name="connsiteX4" fmla="*/ 3030684 w 6277176"/>
                <a:gd name="connsiteY4" fmla="*/ 80368 h 5578507"/>
                <a:gd name="connsiteX5" fmla="*/ 3146798 w 6277176"/>
                <a:gd name="connsiteY5" fmla="*/ 283568 h 5578507"/>
                <a:gd name="connsiteX6" fmla="*/ 3190341 w 6277176"/>
                <a:gd name="connsiteY6" fmla="*/ 7797 h 5578507"/>
                <a:gd name="connsiteX7" fmla="*/ 3451597 w 6277176"/>
                <a:gd name="connsiteY7" fmla="*/ 399683 h 5578507"/>
                <a:gd name="connsiteX8" fmla="*/ 3712854 w 6277176"/>
                <a:gd name="connsiteY8" fmla="*/ 748026 h 5578507"/>
                <a:gd name="connsiteX9" fmla="*/ 3901539 w 6277176"/>
                <a:gd name="connsiteY9" fmla="*/ 472255 h 5578507"/>
                <a:gd name="connsiteX10" fmla="*/ 4061195 w 6277176"/>
                <a:gd name="connsiteY10" fmla="*/ 631912 h 5578507"/>
                <a:gd name="connsiteX11" fmla="*/ 4351482 w 6277176"/>
                <a:gd name="connsiteY11" fmla="*/ 922198 h 5578507"/>
                <a:gd name="connsiteX12" fmla="*/ 4496624 w 6277176"/>
                <a:gd name="connsiteY12" fmla="*/ 1430198 h 5578507"/>
                <a:gd name="connsiteX13" fmla="*/ 4583709 w 6277176"/>
                <a:gd name="connsiteY13" fmla="*/ 1851112 h 5578507"/>
                <a:gd name="connsiteX14" fmla="*/ 4801424 w 6277176"/>
                <a:gd name="connsiteY14" fmla="*/ 1996255 h 5578507"/>
                <a:gd name="connsiteX15" fmla="*/ 5323937 w 6277176"/>
                <a:gd name="connsiteY15" fmla="*/ 1647912 h 5578507"/>
                <a:gd name="connsiteX16" fmla="*/ 5352965 w 6277176"/>
                <a:gd name="connsiteY16" fmla="*/ 1836598 h 5578507"/>
                <a:gd name="connsiteX17" fmla="*/ 5643251 w 6277176"/>
                <a:gd name="connsiteY17" fmla="*/ 2068826 h 5578507"/>
                <a:gd name="connsiteX18" fmla="*/ 5802908 w 6277176"/>
                <a:gd name="connsiteY18" fmla="*/ 2562312 h 5578507"/>
                <a:gd name="connsiteX19" fmla="*/ 6030601 w 6277176"/>
                <a:gd name="connsiteY19" fmla="*/ 2969165 h 5578507"/>
                <a:gd name="connsiteX20" fmla="*/ 6209307 w 6277176"/>
                <a:gd name="connsiteY20" fmla="*/ 3433169 h 5578507"/>
                <a:gd name="connsiteX21" fmla="*/ 5991593 w 6277176"/>
                <a:gd name="connsiteY21" fmla="*/ 3897626 h 5578507"/>
                <a:gd name="connsiteX22" fmla="*/ 5962564 w 6277176"/>
                <a:gd name="connsiteY22" fmla="*/ 4144369 h 5578507"/>
                <a:gd name="connsiteX23" fmla="*/ 5602973 w 6277176"/>
                <a:gd name="connsiteY23" fmla="*/ 4964789 h 5578507"/>
                <a:gd name="connsiteX24" fmla="*/ 5411022 w 6277176"/>
                <a:gd name="connsiteY24" fmla="*/ 4942655 h 5578507"/>
                <a:gd name="connsiteX25" fmla="*/ 4985753 w 6277176"/>
                <a:gd name="connsiteY25" fmla="*/ 5391509 h 5578507"/>
                <a:gd name="connsiteX26" fmla="*/ 4620613 w 6277176"/>
                <a:gd name="connsiteY26" fmla="*/ 5506250 h 5578507"/>
                <a:gd name="connsiteX27" fmla="*/ 4046679 w 6277176"/>
                <a:gd name="connsiteY27" fmla="*/ 5421626 h 5578507"/>
                <a:gd name="connsiteX28" fmla="*/ 3219364 w 6277176"/>
                <a:gd name="connsiteY28" fmla="*/ 5407112 h 5578507"/>
                <a:gd name="connsiteX29" fmla="*/ 183394 w 6277176"/>
                <a:gd name="connsiteY29" fmla="*/ 5159722 h 5578507"/>
                <a:gd name="connsiteX30" fmla="*/ 30994 w 6277176"/>
                <a:gd name="connsiteY30" fmla="*/ 4753968 h 5578507"/>
                <a:gd name="connsiteX0" fmla="*/ 30994 w 6277176"/>
                <a:gd name="connsiteY0" fmla="*/ 4753968 h 5578507"/>
                <a:gd name="connsiteX1" fmla="*/ 1279893 w 6277176"/>
                <a:gd name="connsiteY1" fmla="*/ 2213968 h 5578507"/>
                <a:gd name="connsiteX2" fmla="*/ 2405370 w 6277176"/>
                <a:gd name="connsiteY2" fmla="*/ 2354 h 5578507"/>
                <a:gd name="connsiteX3" fmla="*/ 2885542 w 6277176"/>
                <a:gd name="connsiteY3" fmla="*/ 181968 h 5578507"/>
                <a:gd name="connsiteX4" fmla="*/ 3030684 w 6277176"/>
                <a:gd name="connsiteY4" fmla="*/ 80368 h 5578507"/>
                <a:gd name="connsiteX5" fmla="*/ 3146798 w 6277176"/>
                <a:gd name="connsiteY5" fmla="*/ 283568 h 5578507"/>
                <a:gd name="connsiteX6" fmla="*/ 3190341 w 6277176"/>
                <a:gd name="connsiteY6" fmla="*/ 7797 h 5578507"/>
                <a:gd name="connsiteX7" fmla="*/ 3451597 w 6277176"/>
                <a:gd name="connsiteY7" fmla="*/ 399683 h 5578507"/>
                <a:gd name="connsiteX8" fmla="*/ 3712854 w 6277176"/>
                <a:gd name="connsiteY8" fmla="*/ 748026 h 5578507"/>
                <a:gd name="connsiteX9" fmla="*/ 3901539 w 6277176"/>
                <a:gd name="connsiteY9" fmla="*/ 472255 h 5578507"/>
                <a:gd name="connsiteX10" fmla="*/ 4061195 w 6277176"/>
                <a:gd name="connsiteY10" fmla="*/ 631912 h 5578507"/>
                <a:gd name="connsiteX11" fmla="*/ 4351482 w 6277176"/>
                <a:gd name="connsiteY11" fmla="*/ 922198 h 5578507"/>
                <a:gd name="connsiteX12" fmla="*/ 4496624 w 6277176"/>
                <a:gd name="connsiteY12" fmla="*/ 1430198 h 5578507"/>
                <a:gd name="connsiteX13" fmla="*/ 4583709 w 6277176"/>
                <a:gd name="connsiteY13" fmla="*/ 1851112 h 5578507"/>
                <a:gd name="connsiteX14" fmla="*/ 4801424 w 6277176"/>
                <a:gd name="connsiteY14" fmla="*/ 1996255 h 5578507"/>
                <a:gd name="connsiteX15" fmla="*/ 5323937 w 6277176"/>
                <a:gd name="connsiteY15" fmla="*/ 1647912 h 5578507"/>
                <a:gd name="connsiteX16" fmla="*/ 5352965 w 6277176"/>
                <a:gd name="connsiteY16" fmla="*/ 1836598 h 5578507"/>
                <a:gd name="connsiteX17" fmla="*/ 5643251 w 6277176"/>
                <a:gd name="connsiteY17" fmla="*/ 2068826 h 5578507"/>
                <a:gd name="connsiteX18" fmla="*/ 5802908 w 6277176"/>
                <a:gd name="connsiteY18" fmla="*/ 2562312 h 5578507"/>
                <a:gd name="connsiteX19" fmla="*/ 6030601 w 6277176"/>
                <a:gd name="connsiteY19" fmla="*/ 2969165 h 5578507"/>
                <a:gd name="connsiteX20" fmla="*/ 6209307 w 6277176"/>
                <a:gd name="connsiteY20" fmla="*/ 3433169 h 5578507"/>
                <a:gd name="connsiteX21" fmla="*/ 5991593 w 6277176"/>
                <a:gd name="connsiteY21" fmla="*/ 3897626 h 5578507"/>
                <a:gd name="connsiteX22" fmla="*/ 5962564 w 6277176"/>
                <a:gd name="connsiteY22" fmla="*/ 4144369 h 5578507"/>
                <a:gd name="connsiteX23" fmla="*/ 5602973 w 6277176"/>
                <a:gd name="connsiteY23" fmla="*/ 4964789 h 5578507"/>
                <a:gd name="connsiteX24" fmla="*/ 5411022 w 6277176"/>
                <a:gd name="connsiteY24" fmla="*/ 4942655 h 5578507"/>
                <a:gd name="connsiteX25" fmla="*/ 4985753 w 6277176"/>
                <a:gd name="connsiteY25" fmla="*/ 5391509 h 5578507"/>
                <a:gd name="connsiteX26" fmla="*/ 4620613 w 6277176"/>
                <a:gd name="connsiteY26" fmla="*/ 5506250 h 5578507"/>
                <a:gd name="connsiteX27" fmla="*/ 4046679 w 6277176"/>
                <a:gd name="connsiteY27" fmla="*/ 5421626 h 5578507"/>
                <a:gd name="connsiteX28" fmla="*/ 3219364 w 6277176"/>
                <a:gd name="connsiteY28" fmla="*/ 5407112 h 5578507"/>
                <a:gd name="connsiteX29" fmla="*/ 183394 w 6277176"/>
                <a:gd name="connsiteY29" fmla="*/ 5159722 h 5578507"/>
                <a:gd name="connsiteX30" fmla="*/ 30994 w 6277176"/>
                <a:gd name="connsiteY30" fmla="*/ 4753968 h 5578507"/>
                <a:gd name="connsiteX0" fmla="*/ 30994 w 6277176"/>
                <a:gd name="connsiteY0" fmla="*/ 4753968 h 5578507"/>
                <a:gd name="connsiteX1" fmla="*/ 1279893 w 6277176"/>
                <a:gd name="connsiteY1" fmla="*/ 2213968 h 5578507"/>
                <a:gd name="connsiteX2" fmla="*/ 2405370 w 6277176"/>
                <a:gd name="connsiteY2" fmla="*/ 2354 h 5578507"/>
                <a:gd name="connsiteX3" fmla="*/ 2885542 w 6277176"/>
                <a:gd name="connsiteY3" fmla="*/ 181968 h 5578507"/>
                <a:gd name="connsiteX4" fmla="*/ 3030684 w 6277176"/>
                <a:gd name="connsiteY4" fmla="*/ 80368 h 5578507"/>
                <a:gd name="connsiteX5" fmla="*/ 3146798 w 6277176"/>
                <a:gd name="connsiteY5" fmla="*/ 283568 h 5578507"/>
                <a:gd name="connsiteX6" fmla="*/ 3190341 w 6277176"/>
                <a:gd name="connsiteY6" fmla="*/ 7797 h 5578507"/>
                <a:gd name="connsiteX7" fmla="*/ 3451597 w 6277176"/>
                <a:gd name="connsiteY7" fmla="*/ 399683 h 5578507"/>
                <a:gd name="connsiteX8" fmla="*/ 3712854 w 6277176"/>
                <a:gd name="connsiteY8" fmla="*/ 748026 h 5578507"/>
                <a:gd name="connsiteX9" fmla="*/ 3901539 w 6277176"/>
                <a:gd name="connsiteY9" fmla="*/ 472255 h 5578507"/>
                <a:gd name="connsiteX10" fmla="*/ 4061195 w 6277176"/>
                <a:gd name="connsiteY10" fmla="*/ 631912 h 5578507"/>
                <a:gd name="connsiteX11" fmla="*/ 4351482 w 6277176"/>
                <a:gd name="connsiteY11" fmla="*/ 922198 h 5578507"/>
                <a:gd name="connsiteX12" fmla="*/ 4496624 w 6277176"/>
                <a:gd name="connsiteY12" fmla="*/ 1430198 h 5578507"/>
                <a:gd name="connsiteX13" fmla="*/ 4583709 w 6277176"/>
                <a:gd name="connsiteY13" fmla="*/ 1851112 h 5578507"/>
                <a:gd name="connsiteX14" fmla="*/ 4801424 w 6277176"/>
                <a:gd name="connsiteY14" fmla="*/ 1996255 h 5578507"/>
                <a:gd name="connsiteX15" fmla="*/ 5323937 w 6277176"/>
                <a:gd name="connsiteY15" fmla="*/ 1647912 h 5578507"/>
                <a:gd name="connsiteX16" fmla="*/ 5352965 w 6277176"/>
                <a:gd name="connsiteY16" fmla="*/ 1836598 h 5578507"/>
                <a:gd name="connsiteX17" fmla="*/ 5643251 w 6277176"/>
                <a:gd name="connsiteY17" fmla="*/ 2068826 h 5578507"/>
                <a:gd name="connsiteX18" fmla="*/ 5802908 w 6277176"/>
                <a:gd name="connsiteY18" fmla="*/ 2562312 h 5578507"/>
                <a:gd name="connsiteX19" fmla="*/ 6030601 w 6277176"/>
                <a:gd name="connsiteY19" fmla="*/ 2969165 h 5578507"/>
                <a:gd name="connsiteX20" fmla="*/ 6209307 w 6277176"/>
                <a:gd name="connsiteY20" fmla="*/ 3433169 h 5578507"/>
                <a:gd name="connsiteX21" fmla="*/ 5991593 w 6277176"/>
                <a:gd name="connsiteY21" fmla="*/ 3897626 h 5578507"/>
                <a:gd name="connsiteX22" fmla="*/ 5962564 w 6277176"/>
                <a:gd name="connsiteY22" fmla="*/ 4144369 h 5578507"/>
                <a:gd name="connsiteX23" fmla="*/ 5602973 w 6277176"/>
                <a:gd name="connsiteY23" fmla="*/ 4964789 h 5578507"/>
                <a:gd name="connsiteX24" fmla="*/ 5411022 w 6277176"/>
                <a:gd name="connsiteY24" fmla="*/ 4942655 h 5578507"/>
                <a:gd name="connsiteX25" fmla="*/ 4985753 w 6277176"/>
                <a:gd name="connsiteY25" fmla="*/ 5391509 h 5578507"/>
                <a:gd name="connsiteX26" fmla="*/ 4620613 w 6277176"/>
                <a:gd name="connsiteY26" fmla="*/ 5506250 h 5578507"/>
                <a:gd name="connsiteX27" fmla="*/ 4046679 w 6277176"/>
                <a:gd name="connsiteY27" fmla="*/ 5421626 h 5578507"/>
                <a:gd name="connsiteX28" fmla="*/ 3219364 w 6277176"/>
                <a:gd name="connsiteY28" fmla="*/ 5407112 h 5578507"/>
                <a:gd name="connsiteX29" fmla="*/ 183394 w 6277176"/>
                <a:gd name="connsiteY29" fmla="*/ 5159722 h 5578507"/>
                <a:gd name="connsiteX30" fmla="*/ 30994 w 6277176"/>
                <a:gd name="connsiteY30" fmla="*/ 4753968 h 5578507"/>
                <a:gd name="connsiteX0" fmla="*/ 30994 w 6277176"/>
                <a:gd name="connsiteY0" fmla="*/ 4753968 h 5578507"/>
                <a:gd name="connsiteX1" fmla="*/ 1279893 w 6277176"/>
                <a:gd name="connsiteY1" fmla="*/ 2213968 h 5578507"/>
                <a:gd name="connsiteX2" fmla="*/ 2405370 w 6277176"/>
                <a:gd name="connsiteY2" fmla="*/ 2354 h 5578507"/>
                <a:gd name="connsiteX3" fmla="*/ 2885542 w 6277176"/>
                <a:gd name="connsiteY3" fmla="*/ 181968 h 5578507"/>
                <a:gd name="connsiteX4" fmla="*/ 3030684 w 6277176"/>
                <a:gd name="connsiteY4" fmla="*/ 80368 h 5578507"/>
                <a:gd name="connsiteX5" fmla="*/ 3146798 w 6277176"/>
                <a:gd name="connsiteY5" fmla="*/ 283568 h 5578507"/>
                <a:gd name="connsiteX6" fmla="*/ 3190341 w 6277176"/>
                <a:gd name="connsiteY6" fmla="*/ 7797 h 5578507"/>
                <a:gd name="connsiteX7" fmla="*/ 3451597 w 6277176"/>
                <a:gd name="connsiteY7" fmla="*/ 399683 h 5578507"/>
                <a:gd name="connsiteX8" fmla="*/ 3712854 w 6277176"/>
                <a:gd name="connsiteY8" fmla="*/ 748026 h 5578507"/>
                <a:gd name="connsiteX9" fmla="*/ 3901539 w 6277176"/>
                <a:gd name="connsiteY9" fmla="*/ 472255 h 5578507"/>
                <a:gd name="connsiteX10" fmla="*/ 4061195 w 6277176"/>
                <a:gd name="connsiteY10" fmla="*/ 631912 h 5578507"/>
                <a:gd name="connsiteX11" fmla="*/ 4351482 w 6277176"/>
                <a:gd name="connsiteY11" fmla="*/ 922198 h 5578507"/>
                <a:gd name="connsiteX12" fmla="*/ 4496624 w 6277176"/>
                <a:gd name="connsiteY12" fmla="*/ 1430198 h 5578507"/>
                <a:gd name="connsiteX13" fmla="*/ 4583709 w 6277176"/>
                <a:gd name="connsiteY13" fmla="*/ 1851112 h 5578507"/>
                <a:gd name="connsiteX14" fmla="*/ 4801424 w 6277176"/>
                <a:gd name="connsiteY14" fmla="*/ 1996255 h 5578507"/>
                <a:gd name="connsiteX15" fmla="*/ 5323937 w 6277176"/>
                <a:gd name="connsiteY15" fmla="*/ 1647912 h 5578507"/>
                <a:gd name="connsiteX16" fmla="*/ 5352965 w 6277176"/>
                <a:gd name="connsiteY16" fmla="*/ 1836598 h 5578507"/>
                <a:gd name="connsiteX17" fmla="*/ 5643251 w 6277176"/>
                <a:gd name="connsiteY17" fmla="*/ 2068826 h 5578507"/>
                <a:gd name="connsiteX18" fmla="*/ 5802908 w 6277176"/>
                <a:gd name="connsiteY18" fmla="*/ 2562312 h 5578507"/>
                <a:gd name="connsiteX19" fmla="*/ 6030601 w 6277176"/>
                <a:gd name="connsiteY19" fmla="*/ 2969165 h 5578507"/>
                <a:gd name="connsiteX20" fmla="*/ 6209307 w 6277176"/>
                <a:gd name="connsiteY20" fmla="*/ 3433169 h 5578507"/>
                <a:gd name="connsiteX21" fmla="*/ 5991593 w 6277176"/>
                <a:gd name="connsiteY21" fmla="*/ 3897626 h 5578507"/>
                <a:gd name="connsiteX22" fmla="*/ 5962564 w 6277176"/>
                <a:gd name="connsiteY22" fmla="*/ 4144369 h 5578507"/>
                <a:gd name="connsiteX23" fmla="*/ 5602973 w 6277176"/>
                <a:gd name="connsiteY23" fmla="*/ 4964789 h 5578507"/>
                <a:gd name="connsiteX24" fmla="*/ 5411022 w 6277176"/>
                <a:gd name="connsiteY24" fmla="*/ 4942655 h 5578507"/>
                <a:gd name="connsiteX25" fmla="*/ 4985753 w 6277176"/>
                <a:gd name="connsiteY25" fmla="*/ 5391509 h 5578507"/>
                <a:gd name="connsiteX26" fmla="*/ 4620613 w 6277176"/>
                <a:gd name="connsiteY26" fmla="*/ 5506250 h 5578507"/>
                <a:gd name="connsiteX27" fmla="*/ 4046679 w 6277176"/>
                <a:gd name="connsiteY27" fmla="*/ 5421626 h 5578507"/>
                <a:gd name="connsiteX28" fmla="*/ 3219364 w 6277176"/>
                <a:gd name="connsiteY28" fmla="*/ 5407112 h 5578507"/>
                <a:gd name="connsiteX29" fmla="*/ 183394 w 6277176"/>
                <a:gd name="connsiteY29" fmla="*/ 5159722 h 5578507"/>
                <a:gd name="connsiteX30" fmla="*/ 30994 w 6277176"/>
                <a:gd name="connsiteY30" fmla="*/ 4753968 h 5578507"/>
                <a:gd name="connsiteX0" fmla="*/ 30994 w 6277176"/>
                <a:gd name="connsiteY0" fmla="*/ 4753968 h 5578507"/>
                <a:gd name="connsiteX1" fmla="*/ 1279893 w 6277176"/>
                <a:gd name="connsiteY1" fmla="*/ 2213968 h 5578507"/>
                <a:gd name="connsiteX2" fmla="*/ 2405370 w 6277176"/>
                <a:gd name="connsiteY2" fmla="*/ 2354 h 5578507"/>
                <a:gd name="connsiteX3" fmla="*/ 2885542 w 6277176"/>
                <a:gd name="connsiteY3" fmla="*/ 181968 h 5578507"/>
                <a:gd name="connsiteX4" fmla="*/ 3030684 w 6277176"/>
                <a:gd name="connsiteY4" fmla="*/ 80368 h 5578507"/>
                <a:gd name="connsiteX5" fmla="*/ 3146798 w 6277176"/>
                <a:gd name="connsiteY5" fmla="*/ 283568 h 5578507"/>
                <a:gd name="connsiteX6" fmla="*/ 3190341 w 6277176"/>
                <a:gd name="connsiteY6" fmla="*/ 7797 h 5578507"/>
                <a:gd name="connsiteX7" fmla="*/ 3451597 w 6277176"/>
                <a:gd name="connsiteY7" fmla="*/ 399683 h 5578507"/>
                <a:gd name="connsiteX8" fmla="*/ 3712854 w 6277176"/>
                <a:gd name="connsiteY8" fmla="*/ 748026 h 5578507"/>
                <a:gd name="connsiteX9" fmla="*/ 3901539 w 6277176"/>
                <a:gd name="connsiteY9" fmla="*/ 472255 h 5578507"/>
                <a:gd name="connsiteX10" fmla="*/ 4061195 w 6277176"/>
                <a:gd name="connsiteY10" fmla="*/ 631912 h 5578507"/>
                <a:gd name="connsiteX11" fmla="*/ 4351482 w 6277176"/>
                <a:gd name="connsiteY11" fmla="*/ 922198 h 5578507"/>
                <a:gd name="connsiteX12" fmla="*/ 4496624 w 6277176"/>
                <a:gd name="connsiteY12" fmla="*/ 1430198 h 5578507"/>
                <a:gd name="connsiteX13" fmla="*/ 4583709 w 6277176"/>
                <a:gd name="connsiteY13" fmla="*/ 1851112 h 5578507"/>
                <a:gd name="connsiteX14" fmla="*/ 4801424 w 6277176"/>
                <a:gd name="connsiteY14" fmla="*/ 1996255 h 5578507"/>
                <a:gd name="connsiteX15" fmla="*/ 5323937 w 6277176"/>
                <a:gd name="connsiteY15" fmla="*/ 1647912 h 5578507"/>
                <a:gd name="connsiteX16" fmla="*/ 5327565 w 6277176"/>
                <a:gd name="connsiteY16" fmla="*/ 1792148 h 5578507"/>
                <a:gd name="connsiteX17" fmla="*/ 5643251 w 6277176"/>
                <a:gd name="connsiteY17" fmla="*/ 2068826 h 5578507"/>
                <a:gd name="connsiteX18" fmla="*/ 5802908 w 6277176"/>
                <a:gd name="connsiteY18" fmla="*/ 2562312 h 5578507"/>
                <a:gd name="connsiteX19" fmla="*/ 6030601 w 6277176"/>
                <a:gd name="connsiteY19" fmla="*/ 2969165 h 5578507"/>
                <a:gd name="connsiteX20" fmla="*/ 6209307 w 6277176"/>
                <a:gd name="connsiteY20" fmla="*/ 3433169 h 5578507"/>
                <a:gd name="connsiteX21" fmla="*/ 5991593 w 6277176"/>
                <a:gd name="connsiteY21" fmla="*/ 3897626 h 5578507"/>
                <a:gd name="connsiteX22" fmla="*/ 5962564 w 6277176"/>
                <a:gd name="connsiteY22" fmla="*/ 4144369 h 5578507"/>
                <a:gd name="connsiteX23" fmla="*/ 5602973 w 6277176"/>
                <a:gd name="connsiteY23" fmla="*/ 4964789 h 5578507"/>
                <a:gd name="connsiteX24" fmla="*/ 5411022 w 6277176"/>
                <a:gd name="connsiteY24" fmla="*/ 4942655 h 5578507"/>
                <a:gd name="connsiteX25" fmla="*/ 4985753 w 6277176"/>
                <a:gd name="connsiteY25" fmla="*/ 5391509 h 5578507"/>
                <a:gd name="connsiteX26" fmla="*/ 4620613 w 6277176"/>
                <a:gd name="connsiteY26" fmla="*/ 5506250 h 5578507"/>
                <a:gd name="connsiteX27" fmla="*/ 4046679 w 6277176"/>
                <a:gd name="connsiteY27" fmla="*/ 5421626 h 5578507"/>
                <a:gd name="connsiteX28" fmla="*/ 3219364 w 6277176"/>
                <a:gd name="connsiteY28" fmla="*/ 5407112 h 5578507"/>
                <a:gd name="connsiteX29" fmla="*/ 183394 w 6277176"/>
                <a:gd name="connsiteY29" fmla="*/ 5159722 h 5578507"/>
                <a:gd name="connsiteX30" fmla="*/ 30994 w 6277176"/>
                <a:gd name="connsiteY30" fmla="*/ 4753968 h 5578507"/>
                <a:gd name="connsiteX0" fmla="*/ 30994 w 6277176"/>
                <a:gd name="connsiteY0" fmla="*/ 4753968 h 5578507"/>
                <a:gd name="connsiteX1" fmla="*/ 1279893 w 6277176"/>
                <a:gd name="connsiteY1" fmla="*/ 2213968 h 5578507"/>
                <a:gd name="connsiteX2" fmla="*/ 2405370 w 6277176"/>
                <a:gd name="connsiteY2" fmla="*/ 2354 h 5578507"/>
                <a:gd name="connsiteX3" fmla="*/ 2885542 w 6277176"/>
                <a:gd name="connsiteY3" fmla="*/ 181968 h 5578507"/>
                <a:gd name="connsiteX4" fmla="*/ 3030684 w 6277176"/>
                <a:gd name="connsiteY4" fmla="*/ 80368 h 5578507"/>
                <a:gd name="connsiteX5" fmla="*/ 3146798 w 6277176"/>
                <a:gd name="connsiteY5" fmla="*/ 283568 h 5578507"/>
                <a:gd name="connsiteX6" fmla="*/ 3190341 w 6277176"/>
                <a:gd name="connsiteY6" fmla="*/ 7797 h 5578507"/>
                <a:gd name="connsiteX7" fmla="*/ 3451597 w 6277176"/>
                <a:gd name="connsiteY7" fmla="*/ 399683 h 5578507"/>
                <a:gd name="connsiteX8" fmla="*/ 3712854 w 6277176"/>
                <a:gd name="connsiteY8" fmla="*/ 748026 h 5578507"/>
                <a:gd name="connsiteX9" fmla="*/ 3901539 w 6277176"/>
                <a:gd name="connsiteY9" fmla="*/ 472255 h 5578507"/>
                <a:gd name="connsiteX10" fmla="*/ 4061195 w 6277176"/>
                <a:gd name="connsiteY10" fmla="*/ 631912 h 5578507"/>
                <a:gd name="connsiteX11" fmla="*/ 4351482 w 6277176"/>
                <a:gd name="connsiteY11" fmla="*/ 922198 h 5578507"/>
                <a:gd name="connsiteX12" fmla="*/ 4496624 w 6277176"/>
                <a:gd name="connsiteY12" fmla="*/ 1430198 h 5578507"/>
                <a:gd name="connsiteX13" fmla="*/ 4583709 w 6277176"/>
                <a:gd name="connsiteY13" fmla="*/ 1851112 h 5578507"/>
                <a:gd name="connsiteX14" fmla="*/ 4801424 w 6277176"/>
                <a:gd name="connsiteY14" fmla="*/ 1996255 h 5578507"/>
                <a:gd name="connsiteX15" fmla="*/ 5323937 w 6277176"/>
                <a:gd name="connsiteY15" fmla="*/ 1647912 h 5578507"/>
                <a:gd name="connsiteX16" fmla="*/ 5327565 w 6277176"/>
                <a:gd name="connsiteY16" fmla="*/ 1792148 h 5578507"/>
                <a:gd name="connsiteX17" fmla="*/ 5643251 w 6277176"/>
                <a:gd name="connsiteY17" fmla="*/ 2068826 h 5578507"/>
                <a:gd name="connsiteX18" fmla="*/ 5802908 w 6277176"/>
                <a:gd name="connsiteY18" fmla="*/ 2562312 h 5578507"/>
                <a:gd name="connsiteX19" fmla="*/ 6030601 w 6277176"/>
                <a:gd name="connsiteY19" fmla="*/ 2969165 h 5578507"/>
                <a:gd name="connsiteX20" fmla="*/ 6209307 w 6277176"/>
                <a:gd name="connsiteY20" fmla="*/ 3433169 h 5578507"/>
                <a:gd name="connsiteX21" fmla="*/ 5991593 w 6277176"/>
                <a:gd name="connsiteY21" fmla="*/ 3897626 h 5578507"/>
                <a:gd name="connsiteX22" fmla="*/ 5962564 w 6277176"/>
                <a:gd name="connsiteY22" fmla="*/ 4144369 h 5578507"/>
                <a:gd name="connsiteX23" fmla="*/ 5602973 w 6277176"/>
                <a:gd name="connsiteY23" fmla="*/ 4964789 h 5578507"/>
                <a:gd name="connsiteX24" fmla="*/ 5411022 w 6277176"/>
                <a:gd name="connsiteY24" fmla="*/ 4942655 h 5578507"/>
                <a:gd name="connsiteX25" fmla="*/ 4985753 w 6277176"/>
                <a:gd name="connsiteY25" fmla="*/ 5391509 h 5578507"/>
                <a:gd name="connsiteX26" fmla="*/ 4620613 w 6277176"/>
                <a:gd name="connsiteY26" fmla="*/ 5506250 h 5578507"/>
                <a:gd name="connsiteX27" fmla="*/ 4046679 w 6277176"/>
                <a:gd name="connsiteY27" fmla="*/ 5421626 h 5578507"/>
                <a:gd name="connsiteX28" fmla="*/ 3219364 w 6277176"/>
                <a:gd name="connsiteY28" fmla="*/ 5407112 h 5578507"/>
                <a:gd name="connsiteX29" fmla="*/ 183394 w 6277176"/>
                <a:gd name="connsiteY29" fmla="*/ 5159722 h 5578507"/>
                <a:gd name="connsiteX30" fmla="*/ 30994 w 6277176"/>
                <a:gd name="connsiteY30" fmla="*/ 4753968 h 5578507"/>
                <a:gd name="connsiteX0" fmla="*/ 30994 w 6277176"/>
                <a:gd name="connsiteY0" fmla="*/ 4753968 h 5578507"/>
                <a:gd name="connsiteX1" fmla="*/ 1279893 w 6277176"/>
                <a:gd name="connsiteY1" fmla="*/ 2213968 h 5578507"/>
                <a:gd name="connsiteX2" fmla="*/ 2405370 w 6277176"/>
                <a:gd name="connsiteY2" fmla="*/ 2354 h 5578507"/>
                <a:gd name="connsiteX3" fmla="*/ 2885542 w 6277176"/>
                <a:gd name="connsiteY3" fmla="*/ 181968 h 5578507"/>
                <a:gd name="connsiteX4" fmla="*/ 3030684 w 6277176"/>
                <a:gd name="connsiteY4" fmla="*/ 80368 h 5578507"/>
                <a:gd name="connsiteX5" fmla="*/ 3146798 w 6277176"/>
                <a:gd name="connsiteY5" fmla="*/ 283568 h 5578507"/>
                <a:gd name="connsiteX6" fmla="*/ 3190341 w 6277176"/>
                <a:gd name="connsiteY6" fmla="*/ 7797 h 5578507"/>
                <a:gd name="connsiteX7" fmla="*/ 3451597 w 6277176"/>
                <a:gd name="connsiteY7" fmla="*/ 399683 h 5578507"/>
                <a:gd name="connsiteX8" fmla="*/ 3712854 w 6277176"/>
                <a:gd name="connsiteY8" fmla="*/ 748026 h 5578507"/>
                <a:gd name="connsiteX9" fmla="*/ 3901539 w 6277176"/>
                <a:gd name="connsiteY9" fmla="*/ 472255 h 5578507"/>
                <a:gd name="connsiteX10" fmla="*/ 4061195 w 6277176"/>
                <a:gd name="connsiteY10" fmla="*/ 631912 h 5578507"/>
                <a:gd name="connsiteX11" fmla="*/ 4351482 w 6277176"/>
                <a:gd name="connsiteY11" fmla="*/ 922198 h 5578507"/>
                <a:gd name="connsiteX12" fmla="*/ 4496624 w 6277176"/>
                <a:gd name="connsiteY12" fmla="*/ 1430198 h 5578507"/>
                <a:gd name="connsiteX13" fmla="*/ 4583709 w 6277176"/>
                <a:gd name="connsiteY13" fmla="*/ 1851112 h 5578507"/>
                <a:gd name="connsiteX14" fmla="*/ 4807774 w 6277176"/>
                <a:gd name="connsiteY14" fmla="*/ 2002605 h 5578507"/>
                <a:gd name="connsiteX15" fmla="*/ 5323937 w 6277176"/>
                <a:gd name="connsiteY15" fmla="*/ 1647912 h 5578507"/>
                <a:gd name="connsiteX16" fmla="*/ 5327565 w 6277176"/>
                <a:gd name="connsiteY16" fmla="*/ 1792148 h 5578507"/>
                <a:gd name="connsiteX17" fmla="*/ 5643251 w 6277176"/>
                <a:gd name="connsiteY17" fmla="*/ 2068826 h 5578507"/>
                <a:gd name="connsiteX18" fmla="*/ 5802908 w 6277176"/>
                <a:gd name="connsiteY18" fmla="*/ 2562312 h 5578507"/>
                <a:gd name="connsiteX19" fmla="*/ 6030601 w 6277176"/>
                <a:gd name="connsiteY19" fmla="*/ 2969165 h 5578507"/>
                <a:gd name="connsiteX20" fmla="*/ 6209307 w 6277176"/>
                <a:gd name="connsiteY20" fmla="*/ 3433169 h 5578507"/>
                <a:gd name="connsiteX21" fmla="*/ 5991593 w 6277176"/>
                <a:gd name="connsiteY21" fmla="*/ 3897626 h 5578507"/>
                <a:gd name="connsiteX22" fmla="*/ 5962564 w 6277176"/>
                <a:gd name="connsiteY22" fmla="*/ 4144369 h 5578507"/>
                <a:gd name="connsiteX23" fmla="*/ 5602973 w 6277176"/>
                <a:gd name="connsiteY23" fmla="*/ 4964789 h 5578507"/>
                <a:gd name="connsiteX24" fmla="*/ 5411022 w 6277176"/>
                <a:gd name="connsiteY24" fmla="*/ 4942655 h 5578507"/>
                <a:gd name="connsiteX25" fmla="*/ 4985753 w 6277176"/>
                <a:gd name="connsiteY25" fmla="*/ 5391509 h 5578507"/>
                <a:gd name="connsiteX26" fmla="*/ 4620613 w 6277176"/>
                <a:gd name="connsiteY26" fmla="*/ 5506250 h 5578507"/>
                <a:gd name="connsiteX27" fmla="*/ 4046679 w 6277176"/>
                <a:gd name="connsiteY27" fmla="*/ 5421626 h 5578507"/>
                <a:gd name="connsiteX28" fmla="*/ 3219364 w 6277176"/>
                <a:gd name="connsiteY28" fmla="*/ 5407112 h 5578507"/>
                <a:gd name="connsiteX29" fmla="*/ 183394 w 6277176"/>
                <a:gd name="connsiteY29" fmla="*/ 5159722 h 5578507"/>
                <a:gd name="connsiteX30" fmla="*/ 30994 w 6277176"/>
                <a:gd name="connsiteY30" fmla="*/ 4753968 h 5578507"/>
                <a:gd name="connsiteX0" fmla="*/ 30994 w 6277176"/>
                <a:gd name="connsiteY0" fmla="*/ 4753968 h 5578507"/>
                <a:gd name="connsiteX1" fmla="*/ 1279893 w 6277176"/>
                <a:gd name="connsiteY1" fmla="*/ 2213968 h 5578507"/>
                <a:gd name="connsiteX2" fmla="*/ 2405370 w 6277176"/>
                <a:gd name="connsiteY2" fmla="*/ 2354 h 5578507"/>
                <a:gd name="connsiteX3" fmla="*/ 2885542 w 6277176"/>
                <a:gd name="connsiteY3" fmla="*/ 181968 h 5578507"/>
                <a:gd name="connsiteX4" fmla="*/ 3030684 w 6277176"/>
                <a:gd name="connsiteY4" fmla="*/ 80368 h 5578507"/>
                <a:gd name="connsiteX5" fmla="*/ 3146798 w 6277176"/>
                <a:gd name="connsiteY5" fmla="*/ 283568 h 5578507"/>
                <a:gd name="connsiteX6" fmla="*/ 3190341 w 6277176"/>
                <a:gd name="connsiteY6" fmla="*/ 7797 h 5578507"/>
                <a:gd name="connsiteX7" fmla="*/ 3451597 w 6277176"/>
                <a:gd name="connsiteY7" fmla="*/ 399683 h 5578507"/>
                <a:gd name="connsiteX8" fmla="*/ 3712854 w 6277176"/>
                <a:gd name="connsiteY8" fmla="*/ 748026 h 5578507"/>
                <a:gd name="connsiteX9" fmla="*/ 3901539 w 6277176"/>
                <a:gd name="connsiteY9" fmla="*/ 472255 h 5578507"/>
                <a:gd name="connsiteX10" fmla="*/ 4061195 w 6277176"/>
                <a:gd name="connsiteY10" fmla="*/ 631912 h 5578507"/>
                <a:gd name="connsiteX11" fmla="*/ 4351482 w 6277176"/>
                <a:gd name="connsiteY11" fmla="*/ 922198 h 5578507"/>
                <a:gd name="connsiteX12" fmla="*/ 4496624 w 6277176"/>
                <a:gd name="connsiteY12" fmla="*/ 1430198 h 5578507"/>
                <a:gd name="connsiteX13" fmla="*/ 4583709 w 6277176"/>
                <a:gd name="connsiteY13" fmla="*/ 1851112 h 5578507"/>
                <a:gd name="connsiteX14" fmla="*/ 4807774 w 6277176"/>
                <a:gd name="connsiteY14" fmla="*/ 2002605 h 5578507"/>
                <a:gd name="connsiteX15" fmla="*/ 5323937 w 6277176"/>
                <a:gd name="connsiteY15" fmla="*/ 1647912 h 5578507"/>
                <a:gd name="connsiteX16" fmla="*/ 5327565 w 6277176"/>
                <a:gd name="connsiteY16" fmla="*/ 1792148 h 5578507"/>
                <a:gd name="connsiteX17" fmla="*/ 5643251 w 6277176"/>
                <a:gd name="connsiteY17" fmla="*/ 2068826 h 5578507"/>
                <a:gd name="connsiteX18" fmla="*/ 5802908 w 6277176"/>
                <a:gd name="connsiteY18" fmla="*/ 2562312 h 5578507"/>
                <a:gd name="connsiteX19" fmla="*/ 6030601 w 6277176"/>
                <a:gd name="connsiteY19" fmla="*/ 2969165 h 5578507"/>
                <a:gd name="connsiteX20" fmla="*/ 6209307 w 6277176"/>
                <a:gd name="connsiteY20" fmla="*/ 3433169 h 5578507"/>
                <a:gd name="connsiteX21" fmla="*/ 5991593 w 6277176"/>
                <a:gd name="connsiteY21" fmla="*/ 3897626 h 5578507"/>
                <a:gd name="connsiteX22" fmla="*/ 5962564 w 6277176"/>
                <a:gd name="connsiteY22" fmla="*/ 4144369 h 5578507"/>
                <a:gd name="connsiteX23" fmla="*/ 5602973 w 6277176"/>
                <a:gd name="connsiteY23" fmla="*/ 4964789 h 5578507"/>
                <a:gd name="connsiteX24" fmla="*/ 5411022 w 6277176"/>
                <a:gd name="connsiteY24" fmla="*/ 4942655 h 5578507"/>
                <a:gd name="connsiteX25" fmla="*/ 4985753 w 6277176"/>
                <a:gd name="connsiteY25" fmla="*/ 5391509 h 5578507"/>
                <a:gd name="connsiteX26" fmla="*/ 4620613 w 6277176"/>
                <a:gd name="connsiteY26" fmla="*/ 5506250 h 5578507"/>
                <a:gd name="connsiteX27" fmla="*/ 4046679 w 6277176"/>
                <a:gd name="connsiteY27" fmla="*/ 5421626 h 5578507"/>
                <a:gd name="connsiteX28" fmla="*/ 3219364 w 6277176"/>
                <a:gd name="connsiteY28" fmla="*/ 5407112 h 5578507"/>
                <a:gd name="connsiteX29" fmla="*/ 183394 w 6277176"/>
                <a:gd name="connsiteY29" fmla="*/ 5159722 h 5578507"/>
                <a:gd name="connsiteX30" fmla="*/ 30994 w 6277176"/>
                <a:gd name="connsiteY30" fmla="*/ 4753968 h 5578507"/>
                <a:gd name="connsiteX0" fmla="*/ 30994 w 6277176"/>
                <a:gd name="connsiteY0" fmla="*/ 4753968 h 5578507"/>
                <a:gd name="connsiteX1" fmla="*/ 1279893 w 6277176"/>
                <a:gd name="connsiteY1" fmla="*/ 2213968 h 5578507"/>
                <a:gd name="connsiteX2" fmla="*/ 2405370 w 6277176"/>
                <a:gd name="connsiteY2" fmla="*/ 2354 h 5578507"/>
                <a:gd name="connsiteX3" fmla="*/ 2885542 w 6277176"/>
                <a:gd name="connsiteY3" fmla="*/ 181968 h 5578507"/>
                <a:gd name="connsiteX4" fmla="*/ 3030684 w 6277176"/>
                <a:gd name="connsiteY4" fmla="*/ 80368 h 5578507"/>
                <a:gd name="connsiteX5" fmla="*/ 3146798 w 6277176"/>
                <a:gd name="connsiteY5" fmla="*/ 283568 h 5578507"/>
                <a:gd name="connsiteX6" fmla="*/ 3190341 w 6277176"/>
                <a:gd name="connsiteY6" fmla="*/ 7797 h 5578507"/>
                <a:gd name="connsiteX7" fmla="*/ 3451597 w 6277176"/>
                <a:gd name="connsiteY7" fmla="*/ 399683 h 5578507"/>
                <a:gd name="connsiteX8" fmla="*/ 3712854 w 6277176"/>
                <a:gd name="connsiteY8" fmla="*/ 748026 h 5578507"/>
                <a:gd name="connsiteX9" fmla="*/ 3901539 w 6277176"/>
                <a:gd name="connsiteY9" fmla="*/ 472255 h 5578507"/>
                <a:gd name="connsiteX10" fmla="*/ 4061195 w 6277176"/>
                <a:gd name="connsiteY10" fmla="*/ 631912 h 5578507"/>
                <a:gd name="connsiteX11" fmla="*/ 4351482 w 6277176"/>
                <a:gd name="connsiteY11" fmla="*/ 922198 h 5578507"/>
                <a:gd name="connsiteX12" fmla="*/ 4496624 w 6277176"/>
                <a:gd name="connsiteY12" fmla="*/ 1430198 h 5578507"/>
                <a:gd name="connsiteX13" fmla="*/ 4583709 w 6277176"/>
                <a:gd name="connsiteY13" fmla="*/ 1851112 h 5578507"/>
                <a:gd name="connsiteX14" fmla="*/ 4807774 w 6277176"/>
                <a:gd name="connsiteY14" fmla="*/ 2002605 h 5578507"/>
                <a:gd name="connsiteX15" fmla="*/ 5323937 w 6277176"/>
                <a:gd name="connsiteY15" fmla="*/ 1647912 h 5578507"/>
                <a:gd name="connsiteX16" fmla="*/ 5327565 w 6277176"/>
                <a:gd name="connsiteY16" fmla="*/ 1792148 h 5578507"/>
                <a:gd name="connsiteX17" fmla="*/ 5643251 w 6277176"/>
                <a:gd name="connsiteY17" fmla="*/ 2068826 h 5578507"/>
                <a:gd name="connsiteX18" fmla="*/ 5802908 w 6277176"/>
                <a:gd name="connsiteY18" fmla="*/ 2562312 h 5578507"/>
                <a:gd name="connsiteX19" fmla="*/ 6030601 w 6277176"/>
                <a:gd name="connsiteY19" fmla="*/ 2969165 h 5578507"/>
                <a:gd name="connsiteX20" fmla="*/ 6209307 w 6277176"/>
                <a:gd name="connsiteY20" fmla="*/ 3433169 h 5578507"/>
                <a:gd name="connsiteX21" fmla="*/ 5991593 w 6277176"/>
                <a:gd name="connsiteY21" fmla="*/ 3897626 h 5578507"/>
                <a:gd name="connsiteX22" fmla="*/ 5962564 w 6277176"/>
                <a:gd name="connsiteY22" fmla="*/ 4144369 h 5578507"/>
                <a:gd name="connsiteX23" fmla="*/ 5602973 w 6277176"/>
                <a:gd name="connsiteY23" fmla="*/ 4964789 h 5578507"/>
                <a:gd name="connsiteX24" fmla="*/ 5411022 w 6277176"/>
                <a:gd name="connsiteY24" fmla="*/ 4942655 h 5578507"/>
                <a:gd name="connsiteX25" fmla="*/ 4985753 w 6277176"/>
                <a:gd name="connsiteY25" fmla="*/ 5391509 h 5578507"/>
                <a:gd name="connsiteX26" fmla="*/ 4620613 w 6277176"/>
                <a:gd name="connsiteY26" fmla="*/ 5506250 h 5578507"/>
                <a:gd name="connsiteX27" fmla="*/ 4046679 w 6277176"/>
                <a:gd name="connsiteY27" fmla="*/ 5421626 h 5578507"/>
                <a:gd name="connsiteX28" fmla="*/ 3219364 w 6277176"/>
                <a:gd name="connsiteY28" fmla="*/ 5407112 h 5578507"/>
                <a:gd name="connsiteX29" fmla="*/ 183394 w 6277176"/>
                <a:gd name="connsiteY29" fmla="*/ 5159722 h 5578507"/>
                <a:gd name="connsiteX30" fmla="*/ 30994 w 6277176"/>
                <a:gd name="connsiteY30" fmla="*/ 4753968 h 5578507"/>
                <a:gd name="connsiteX0" fmla="*/ 30994 w 6277176"/>
                <a:gd name="connsiteY0" fmla="*/ 4753968 h 5578507"/>
                <a:gd name="connsiteX1" fmla="*/ 1279893 w 6277176"/>
                <a:gd name="connsiteY1" fmla="*/ 2213968 h 5578507"/>
                <a:gd name="connsiteX2" fmla="*/ 2405370 w 6277176"/>
                <a:gd name="connsiteY2" fmla="*/ 2354 h 5578507"/>
                <a:gd name="connsiteX3" fmla="*/ 2885542 w 6277176"/>
                <a:gd name="connsiteY3" fmla="*/ 181968 h 5578507"/>
                <a:gd name="connsiteX4" fmla="*/ 3030684 w 6277176"/>
                <a:gd name="connsiteY4" fmla="*/ 80368 h 5578507"/>
                <a:gd name="connsiteX5" fmla="*/ 3146798 w 6277176"/>
                <a:gd name="connsiteY5" fmla="*/ 283568 h 5578507"/>
                <a:gd name="connsiteX6" fmla="*/ 3190341 w 6277176"/>
                <a:gd name="connsiteY6" fmla="*/ 7797 h 5578507"/>
                <a:gd name="connsiteX7" fmla="*/ 3451597 w 6277176"/>
                <a:gd name="connsiteY7" fmla="*/ 399683 h 5578507"/>
                <a:gd name="connsiteX8" fmla="*/ 3712854 w 6277176"/>
                <a:gd name="connsiteY8" fmla="*/ 748026 h 5578507"/>
                <a:gd name="connsiteX9" fmla="*/ 3901539 w 6277176"/>
                <a:gd name="connsiteY9" fmla="*/ 472255 h 5578507"/>
                <a:gd name="connsiteX10" fmla="*/ 4061195 w 6277176"/>
                <a:gd name="connsiteY10" fmla="*/ 631912 h 5578507"/>
                <a:gd name="connsiteX11" fmla="*/ 4351482 w 6277176"/>
                <a:gd name="connsiteY11" fmla="*/ 922198 h 5578507"/>
                <a:gd name="connsiteX12" fmla="*/ 4496624 w 6277176"/>
                <a:gd name="connsiteY12" fmla="*/ 1430198 h 5578507"/>
                <a:gd name="connsiteX13" fmla="*/ 4583709 w 6277176"/>
                <a:gd name="connsiteY13" fmla="*/ 1851112 h 5578507"/>
                <a:gd name="connsiteX14" fmla="*/ 4852224 w 6277176"/>
                <a:gd name="connsiteY14" fmla="*/ 2002605 h 5578507"/>
                <a:gd name="connsiteX15" fmla="*/ 5323937 w 6277176"/>
                <a:gd name="connsiteY15" fmla="*/ 1647912 h 5578507"/>
                <a:gd name="connsiteX16" fmla="*/ 5327565 w 6277176"/>
                <a:gd name="connsiteY16" fmla="*/ 1792148 h 5578507"/>
                <a:gd name="connsiteX17" fmla="*/ 5643251 w 6277176"/>
                <a:gd name="connsiteY17" fmla="*/ 2068826 h 5578507"/>
                <a:gd name="connsiteX18" fmla="*/ 5802908 w 6277176"/>
                <a:gd name="connsiteY18" fmla="*/ 2562312 h 5578507"/>
                <a:gd name="connsiteX19" fmla="*/ 6030601 w 6277176"/>
                <a:gd name="connsiteY19" fmla="*/ 2969165 h 5578507"/>
                <a:gd name="connsiteX20" fmla="*/ 6209307 w 6277176"/>
                <a:gd name="connsiteY20" fmla="*/ 3433169 h 5578507"/>
                <a:gd name="connsiteX21" fmla="*/ 5991593 w 6277176"/>
                <a:gd name="connsiteY21" fmla="*/ 3897626 h 5578507"/>
                <a:gd name="connsiteX22" fmla="*/ 5962564 w 6277176"/>
                <a:gd name="connsiteY22" fmla="*/ 4144369 h 5578507"/>
                <a:gd name="connsiteX23" fmla="*/ 5602973 w 6277176"/>
                <a:gd name="connsiteY23" fmla="*/ 4964789 h 5578507"/>
                <a:gd name="connsiteX24" fmla="*/ 5411022 w 6277176"/>
                <a:gd name="connsiteY24" fmla="*/ 4942655 h 5578507"/>
                <a:gd name="connsiteX25" fmla="*/ 4985753 w 6277176"/>
                <a:gd name="connsiteY25" fmla="*/ 5391509 h 5578507"/>
                <a:gd name="connsiteX26" fmla="*/ 4620613 w 6277176"/>
                <a:gd name="connsiteY26" fmla="*/ 5506250 h 5578507"/>
                <a:gd name="connsiteX27" fmla="*/ 4046679 w 6277176"/>
                <a:gd name="connsiteY27" fmla="*/ 5421626 h 5578507"/>
                <a:gd name="connsiteX28" fmla="*/ 3219364 w 6277176"/>
                <a:gd name="connsiteY28" fmla="*/ 5407112 h 5578507"/>
                <a:gd name="connsiteX29" fmla="*/ 183394 w 6277176"/>
                <a:gd name="connsiteY29" fmla="*/ 5159722 h 5578507"/>
                <a:gd name="connsiteX30" fmla="*/ 30994 w 6277176"/>
                <a:gd name="connsiteY30" fmla="*/ 4753968 h 5578507"/>
                <a:gd name="connsiteX0" fmla="*/ 30994 w 6277176"/>
                <a:gd name="connsiteY0" fmla="*/ 4753968 h 5578507"/>
                <a:gd name="connsiteX1" fmla="*/ 1279893 w 6277176"/>
                <a:gd name="connsiteY1" fmla="*/ 2213968 h 5578507"/>
                <a:gd name="connsiteX2" fmla="*/ 2405370 w 6277176"/>
                <a:gd name="connsiteY2" fmla="*/ 2354 h 5578507"/>
                <a:gd name="connsiteX3" fmla="*/ 2885542 w 6277176"/>
                <a:gd name="connsiteY3" fmla="*/ 181968 h 5578507"/>
                <a:gd name="connsiteX4" fmla="*/ 3030684 w 6277176"/>
                <a:gd name="connsiteY4" fmla="*/ 80368 h 5578507"/>
                <a:gd name="connsiteX5" fmla="*/ 3146798 w 6277176"/>
                <a:gd name="connsiteY5" fmla="*/ 283568 h 5578507"/>
                <a:gd name="connsiteX6" fmla="*/ 3190341 w 6277176"/>
                <a:gd name="connsiteY6" fmla="*/ 7797 h 5578507"/>
                <a:gd name="connsiteX7" fmla="*/ 3451597 w 6277176"/>
                <a:gd name="connsiteY7" fmla="*/ 399683 h 5578507"/>
                <a:gd name="connsiteX8" fmla="*/ 3712854 w 6277176"/>
                <a:gd name="connsiteY8" fmla="*/ 748026 h 5578507"/>
                <a:gd name="connsiteX9" fmla="*/ 3901539 w 6277176"/>
                <a:gd name="connsiteY9" fmla="*/ 472255 h 5578507"/>
                <a:gd name="connsiteX10" fmla="*/ 4061195 w 6277176"/>
                <a:gd name="connsiteY10" fmla="*/ 631912 h 5578507"/>
                <a:gd name="connsiteX11" fmla="*/ 4351482 w 6277176"/>
                <a:gd name="connsiteY11" fmla="*/ 922198 h 5578507"/>
                <a:gd name="connsiteX12" fmla="*/ 4496624 w 6277176"/>
                <a:gd name="connsiteY12" fmla="*/ 1430198 h 5578507"/>
                <a:gd name="connsiteX13" fmla="*/ 4583709 w 6277176"/>
                <a:gd name="connsiteY13" fmla="*/ 1851112 h 5578507"/>
                <a:gd name="connsiteX14" fmla="*/ 4814124 w 6277176"/>
                <a:gd name="connsiteY14" fmla="*/ 2015305 h 5578507"/>
                <a:gd name="connsiteX15" fmla="*/ 5323937 w 6277176"/>
                <a:gd name="connsiteY15" fmla="*/ 1647912 h 5578507"/>
                <a:gd name="connsiteX16" fmla="*/ 5327565 w 6277176"/>
                <a:gd name="connsiteY16" fmla="*/ 1792148 h 5578507"/>
                <a:gd name="connsiteX17" fmla="*/ 5643251 w 6277176"/>
                <a:gd name="connsiteY17" fmla="*/ 2068826 h 5578507"/>
                <a:gd name="connsiteX18" fmla="*/ 5802908 w 6277176"/>
                <a:gd name="connsiteY18" fmla="*/ 2562312 h 5578507"/>
                <a:gd name="connsiteX19" fmla="*/ 6030601 w 6277176"/>
                <a:gd name="connsiteY19" fmla="*/ 2969165 h 5578507"/>
                <a:gd name="connsiteX20" fmla="*/ 6209307 w 6277176"/>
                <a:gd name="connsiteY20" fmla="*/ 3433169 h 5578507"/>
                <a:gd name="connsiteX21" fmla="*/ 5991593 w 6277176"/>
                <a:gd name="connsiteY21" fmla="*/ 3897626 h 5578507"/>
                <a:gd name="connsiteX22" fmla="*/ 5962564 w 6277176"/>
                <a:gd name="connsiteY22" fmla="*/ 4144369 h 5578507"/>
                <a:gd name="connsiteX23" fmla="*/ 5602973 w 6277176"/>
                <a:gd name="connsiteY23" fmla="*/ 4964789 h 5578507"/>
                <a:gd name="connsiteX24" fmla="*/ 5411022 w 6277176"/>
                <a:gd name="connsiteY24" fmla="*/ 4942655 h 5578507"/>
                <a:gd name="connsiteX25" fmla="*/ 4985753 w 6277176"/>
                <a:gd name="connsiteY25" fmla="*/ 5391509 h 5578507"/>
                <a:gd name="connsiteX26" fmla="*/ 4620613 w 6277176"/>
                <a:gd name="connsiteY26" fmla="*/ 5506250 h 5578507"/>
                <a:gd name="connsiteX27" fmla="*/ 4046679 w 6277176"/>
                <a:gd name="connsiteY27" fmla="*/ 5421626 h 5578507"/>
                <a:gd name="connsiteX28" fmla="*/ 3219364 w 6277176"/>
                <a:gd name="connsiteY28" fmla="*/ 5407112 h 5578507"/>
                <a:gd name="connsiteX29" fmla="*/ 183394 w 6277176"/>
                <a:gd name="connsiteY29" fmla="*/ 5159722 h 5578507"/>
                <a:gd name="connsiteX30" fmla="*/ 30994 w 6277176"/>
                <a:gd name="connsiteY30" fmla="*/ 4753968 h 5578507"/>
                <a:gd name="connsiteX0" fmla="*/ 30994 w 6277176"/>
                <a:gd name="connsiteY0" fmla="*/ 4753968 h 5578507"/>
                <a:gd name="connsiteX1" fmla="*/ 1279893 w 6277176"/>
                <a:gd name="connsiteY1" fmla="*/ 2213968 h 5578507"/>
                <a:gd name="connsiteX2" fmla="*/ 2405370 w 6277176"/>
                <a:gd name="connsiteY2" fmla="*/ 2354 h 5578507"/>
                <a:gd name="connsiteX3" fmla="*/ 2885542 w 6277176"/>
                <a:gd name="connsiteY3" fmla="*/ 181968 h 5578507"/>
                <a:gd name="connsiteX4" fmla="*/ 3030684 w 6277176"/>
                <a:gd name="connsiteY4" fmla="*/ 80368 h 5578507"/>
                <a:gd name="connsiteX5" fmla="*/ 3146798 w 6277176"/>
                <a:gd name="connsiteY5" fmla="*/ 283568 h 5578507"/>
                <a:gd name="connsiteX6" fmla="*/ 3190341 w 6277176"/>
                <a:gd name="connsiteY6" fmla="*/ 7797 h 5578507"/>
                <a:gd name="connsiteX7" fmla="*/ 3451597 w 6277176"/>
                <a:gd name="connsiteY7" fmla="*/ 399683 h 5578507"/>
                <a:gd name="connsiteX8" fmla="*/ 3712854 w 6277176"/>
                <a:gd name="connsiteY8" fmla="*/ 748026 h 5578507"/>
                <a:gd name="connsiteX9" fmla="*/ 3901539 w 6277176"/>
                <a:gd name="connsiteY9" fmla="*/ 472255 h 5578507"/>
                <a:gd name="connsiteX10" fmla="*/ 4061195 w 6277176"/>
                <a:gd name="connsiteY10" fmla="*/ 631912 h 5578507"/>
                <a:gd name="connsiteX11" fmla="*/ 4351482 w 6277176"/>
                <a:gd name="connsiteY11" fmla="*/ 922198 h 5578507"/>
                <a:gd name="connsiteX12" fmla="*/ 4496624 w 6277176"/>
                <a:gd name="connsiteY12" fmla="*/ 1430198 h 5578507"/>
                <a:gd name="connsiteX13" fmla="*/ 4583709 w 6277176"/>
                <a:gd name="connsiteY13" fmla="*/ 1851112 h 5578507"/>
                <a:gd name="connsiteX14" fmla="*/ 4814124 w 6277176"/>
                <a:gd name="connsiteY14" fmla="*/ 2015305 h 5578507"/>
                <a:gd name="connsiteX15" fmla="*/ 5323937 w 6277176"/>
                <a:gd name="connsiteY15" fmla="*/ 1647912 h 5578507"/>
                <a:gd name="connsiteX16" fmla="*/ 5327565 w 6277176"/>
                <a:gd name="connsiteY16" fmla="*/ 1792148 h 5578507"/>
                <a:gd name="connsiteX17" fmla="*/ 5643251 w 6277176"/>
                <a:gd name="connsiteY17" fmla="*/ 2068826 h 5578507"/>
                <a:gd name="connsiteX18" fmla="*/ 5802908 w 6277176"/>
                <a:gd name="connsiteY18" fmla="*/ 2562312 h 5578507"/>
                <a:gd name="connsiteX19" fmla="*/ 6030601 w 6277176"/>
                <a:gd name="connsiteY19" fmla="*/ 2969165 h 5578507"/>
                <a:gd name="connsiteX20" fmla="*/ 6209307 w 6277176"/>
                <a:gd name="connsiteY20" fmla="*/ 3433169 h 5578507"/>
                <a:gd name="connsiteX21" fmla="*/ 5991593 w 6277176"/>
                <a:gd name="connsiteY21" fmla="*/ 3897626 h 5578507"/>
                <a:gd name="connsiteX22" fmla="*/ 5962564 w 6277176"/>
                <a:gd name="connsiteY22" fmla="*/ 4144369 h 5578507"/>
                <a:gd name="connsiteX23" fmla="*/ 5602973 w 6277176"/>
                <a:gd name="connsiteY23" fmla="*/ 4964789 h 5578507"/>
                <a:gd name="connsiteX24" fmla="*/ 5411022 w 6277176"/>
                <a:gd name="connsiteY24" fmla="*/ 4942655 h 5578507"/>
                <a:gd name="connsiteX25" fmla="*/ 4985753 w 6277176"/>
                <a:gd name="connsiteY25" fmla="*/ 5391509 h 5578507"/>
                <a:gd name="connsiteX26" fmla="*/ 4620613 w 6277176"/>
                <a:gd name="connsiteY26" fmla="*/ 5506250 h 5578507"/>
                <a:gd name="connsiteX27" fmla="*/ 4046679 w 6277176"/>
                <a:gd name="connsiteY27" fmla="*/ 5421626 h 5578507"/>
                <a:gd name="connsiteX28" fmla="*/ 3219364 w 6277176"/>
                <a:gd name="connsiteY28" fmla="*/ 5407112 h 5578507"/>
                <a:gd name="connsiteX29" fmla="*/ 183394 w 6277176"/>
                <a:gd name="connsiteY29" fmla="*/ 5159722 h 5578507"/>
                <a:gd name="connsiteX30" fmla="*/ 30994 w 6277176"/>
                <a:gd name="connsiteY30" fmla="*/ 4753968 h 5578507"/>
                <a:gd name="connsiteX0" fmla="*/ 30994 w 6277176"/>
                <a:gd name="connsiteY0" fmla="*/ 4753968 h 5578507"/>
                <a:gd name="connsiteX1" fmla="*/ 1279893 w 6277176"/>
                <a:gd name="connsiteY1" fmla="*/ 2213968 h 5578507"/>
                <a:gd name="connsiteX2" fmla="*/ 2405370 w 6277176"/>
                <a:gd name="connsiteY2" fmla="*/ 2354 h 5578507"/>
                <a:gd name="connsiteX3" fmla="*/ 2885542 w 6277176"/>
                <a:gd name="connsiteY3" fmla="*/ 181968 h 5578507"/>
                <a:gd name="connsiteX4" fmla="*/ 3030684 w 6277176"/>
                <a:gd name="connsiteY4" fmla="*/ 80368 h 5578507"/>
                <a:gd name="connsiteX5" fmla="*/ 3146798 w 6277176"/>
                <a:gd name="connsiteY5" fmla="*/ 283568 h 5578507"/>
                <a:gd name="connsiteX6" fmla="*/ 3190341 w 6277176"/>
                <a:gd name="connsiteY6" fmla="*/ 7797 h 5578507"/>
                <a:gd name="connsiteX7" fmla="*/ 3451597 w 6277176"/>
                <a:gd name="connsiteY7" fmla="*/ 399683 h 5578507"/>
                <a:gd name="connsiteX8" fmla="*/ 3712854 w 6277176"/>
                <a:gd name="connsiteY8" fmla="*/ 748026 h 5578507"/>
                <a:gd name="connsiteX9" fmla="*/ 3901539 w 6277176"/>
                <a:gd name="connsiteY9" fmla="*/ 472255 h 5578507"/>
                <a:gd name="connsiteX10" fmla="*/ 4061195 w 6277176"/>
                <a:gd name="connsiteY10" fmla="*/ 631912 h 5578507"/>
                <a:gd name="connsiteX11" fmla="*/ 4351482 w 6277176"/>
                <a:gd name="connsiteY11" fmla="*/ 922198 h 5578507"/>
                <a:gd name="connsiteX12" fmla="*/ 4496624 w 6277176"/>
                <a:gd name="connsiteY12" fmla="*/ 1430198 h 5578507"/>
                <a:gd name="connsiteX13" fmla="*/ 4545609 w 6277176"/>
                <a:gd name="connsiteY13" fmla="*/ 1927312 h 5578507"/>
                <a:gd name="connsiteX14" fmla="*/ 4814124 w 6277176"/>
                <a:gd name="connsiteY14" fmla="*/ 2015305 h 5578507"/>
                <a:gd name="connsiteX15" fmla="*/ 5323937 w 6277176"/>
                <a:gd name="connsiteY15" fmla="*/ 1647912 h 5578507"/>
                <a:gd name="connsiteX16" fmla="*/ 5327565 w 6277176"/>
                <a:gd name="connsiteY16" fmla="*/ 1792148 h 5578507"/>
                <a:gd name="connsiteX17" fmla="*/ 5643251 w 6277176"/>
                <a:gd name="connsiteY17" fmla="*/ 2068826 h 5578507"/>
                <a:gd name="connsiteX18" fmla="*/ 5802908 w 6277176"/>
                <a:gd name="connsiteY18" fmla="*/ 2562312 h 5578507"/>
                <a:gd name="connsiteX19" fmla="*/ 6030601 w 6277176"/>
                <a:gd name="connsiteY19" fmla="*/ 2969165 h 5578507"/>
                <a:gd name="connsiteX20" fmla="*/ 6209307 w 6277176"/>
                <a:gd name="connsiteY20" fmla="*/ 3433169 h 5578507"/>
                <a:gd name="connsiteX21" fmla="*/ 5991593 w 6277176"/>
                <a:gd name="connsiteY21" fmla="*/ 3897626 h 5578507"/>
                <a:gd name="connsiteX22" fmla="*/ 5962564 w 6277176"/>
                <a:gd name="connsiteY22" fmla="*/ 4144369 h 5578507"/>
                <a:gd name="connsiteX23" fmla="*/ 5602973 w 6277176"/>
                <a:gd name="connsiteY23" fmla="*/ 4964789 h 5578507"/>
                <a:gd name="connsiteX24" fmla="*/ 5411022 w 6277176"/>
                <a:gd name="connsiteY24" fmla="*/ 4942655 h 5578507"/>
                <a:gd name="connsiteX25" fmla="*/ 4985753 w 6277176"/>
                <a:gd name="connsiteY25" fmla="*/ 5391509 h 5578507"/>
                <a:gd name="connsiteX26" fmla="*/ 4620613 w 6277176"/>
                <a:gd name="connsiteY26" fmla="*/ 5506250 h 5578507"/>
                <a:gd name="connsiteX27" fmla="*/ 4046679 w 6277176"/>
                <a:gd name="connsiteY27" fmla="*/ 5421626 h 5578507"/>
                <a:gd name="connsiteX28" fmla="*/ 3219364 w 6277176"/>
                <a:gd name="connsiteY28" fmla="*/ 5407112 h 5578507"/>
                <a:gd name="connsiteX29" fmla="*/ 183394 w 6277176"/>
                <a:gd name="connsiteY29" fmla="*/ 5159722 h 5578507"/>
                <a:gd name="connsiteX30" fmla="*/ 30994 w 6277176"/>
                <a:gd name="connsiteY30" fmla="*/ 4753968 h 5578507"/>
                <a:gd name="connsiteX0" fmla="*/ 30994 w 6277176"/>
                <a:gd name="connsiteY0" fmla="*/ 4753968 h 5578507"/>
                <a:gd name="connsiteX1" fmla="*/ 1279893 w 6277176"/>
                <a:gd name="connsiteY1" fmla="*/ 2213968 h 5578507"/>
                <a:gd name="connsiteX2" fmla="*/ 2405370 w 6277176"/>
                <a:gd name="connsiteY2" fmla="*/ 2354 h 5578507"/>
                <a:gd name="connsiteX3" fmla="*/ 2885542 w 6277176"/>
                <a:gd name="connsiteY3" fmla="*/ 181968 h 5578507"/>
                <a:gd name="connsiteX4" fmla="*/ 3030684 w 6277176"/>
                <a:gd name="connsiteY4" fmla="*/ 80368 h 5578507"/>
                <a:gd name="connsiteX5" fmla="*/ 3146798 w 6277176"/>
                <a:gd name="connsiteY5" fmla="*/ 283568 h 5578507"/>
                <a:gd name="connsiteX6" fmla="*/ 3190341 w 6277176"/>
                <a:gd name="connsiteY6" fmla="*/ 7797 h 5578507"/>
                <a:gd name="connsiteX7" fmla="*/ 3451597 w 6277176"/>
                <a:gd name="connsiteY7" fmla="*/ 399683 h 5578507"/>
                <a:gd name="connsiteX8" fmla="*/ 3712854 w 6277176"/>
                <a:gd name="connsiteY8" fmla="*/ 748026 h 5578507"/>
                <a:gd name="connsiteX9" fmla="*/ 3901539 w 6277176"/>
                <a:gd name="connsiteY9" fmla="*/ 472255 h 5578507"/>
                <a:gd name="connsiteX10" fmla="*/ 4061195 w 6277176"/>
                <a:gd name="connsiteY10" fmla="*/ 631912 h 5578507"/>
                <a:gd name="connsiteX11" fmla="*/ 4351482 w 6277176"/>
                <a:gd name="connsiteY11" fmla="*/ 922198 h 5578507"/>
                <a:gd name="connsiteX12" fmla="*/ 4496624 w 6277176"/>
                <a:gd name="connsiteY12" fmla="*/ 1430198 h 5578507"/>
                <a:gd name="connsiteX13" fmla="*/ 4545609 w 6277176"/>
                <a:gd name="connsiteY13" fmla="*/ 1927312 h 5578507"/>
                <a:gd name="connsiteX14" fmla="*/ 4814124 w 6277176"/>
                <a:gd name="connsiteY14" fmla="*/ 2015305 h 5578507"/>
                <a:gd name="connsiteX15" fmla="*/ 5323937 w 6277176"/>
                <a:gd name="connsiteY15" fmla="*/ 1647912 h 5578507"/>
                <a:gd name="connsiteX16" fmla="*/ 5327565 w 6277176"/>
                <a:gd name="connsiteY16" fmla="*/ 1792148 h 5578507"/>
                <a:gd name="connsiteX17" fmla="*/ 5643251 w 6277176"/>
                <a:gd name="connsiteY17" fmla="*/ 2068826 h 5578507"/>
                <a:gd name="connsiteX18" fmla="*/ 5802908 w 6277176"/>
                <a:gd name="connsiteY18" fmla="*/ 2562312 h 5578507"/>
                <a:gd name="connsiteX19" fmla="*/ 6030601 w 6277176"/>
                <a:gd name="connsiteY19" fmla="*/ 2969165 h 5578507"/>
                <a:gd name="connsiteX20" fmla="*/ 6209307 w 6277176"/>
                <a:gd name="connsiteY20" fmla="*/ 3433169 h 5578507"/>
                <a:gd name="connsiteX21" fmla="*/ 5991593 w 6277176"/>
                <a:gd name="connsiteY21" fmla="*/ 3897626 h 5578507"/>
                <a:gd name="connsiteX22" fmla="*/ 5962564 w 6277176"/>
                <a:gd name="connsiteY22" fmla="*/ 4144369 h 5578507"/>
                <a:gd name="connsiteX23" fmla="*/ 5602973 w 6277176"/>
                <a:gd name="connsiteY23" fmla="*/ 4964789 h 5578507"/>
                <a:gd name="connsiteX24" fmla="*/ 5411022 w 6277176"/>
                <a:gd name="connsiteY24" fmla="*/ 4942655 h 5578507"/>
                <a:gd name="connsiteX25" fmla="*/ 4985753 w 6277176"/>
                <a:gd name="connsiteY25" fmla="*/ 5391509 h 5578507"/>
                <a:gd name="connsiteX26" fmla="*/ 4620613 w 6277176"/>
                <a:gd name="connsiteY26" fmla="*/ 5506250 h 5578507"/>
                <a:gd name="connsiteX27" fmla="*/ 4046679 w 6277176"/>
                <a:gd name="connsiteY27" fmla="*/ 5421626 h 5578507"/>
                <a:gd name="connsiteX28" fmla="*/ 3219364 w 6277176"/>
                <a:gd name="connsiteY28" fmla="*/ 5407112 h 5578507"/>
                <a:gd name="connsiteX29" fmla="*/ 183394 w 6277176"/>
                <a:gd name="connsiteY29" fmla="*/ 5159722 h 5578507"/>
                <a:gd name="connsiteX30" fmla="*/ 30994 w 6277176"/>
                <a:gd name="connsiteY30" fmla="*/ 4753968 h 5578507"/>
                <a:gd name="connsiteX0" fmla="*/ 30994 w 6277176"/>
                <a:gd name="connsiteY0" fmla="*/ 4753968 h 5578507"/>
                <a:gd name="connsiteX1" fmla="*/ 1279893 w 6277176"/>
                <a:gd name="connsiteY1" fmla="*/ 2213968 h 5578507"/>
                <a:gd name="connsiteX2" fmla="*/ 2405370 w 6277176"/>
                <a:gd name="connsiteY2" fmla="*/ 2354 h 5578507"/>
                <a:gd name="connsiteX3" fmla="*/ 2885542 w 6277176"/>
                <a:gd name="connsiteY3" fmla="*/ 181968 h 5578507"/>
                <a:gd name="connsiteX4" fmla="*/ 3030684 w 6277176"/>
                <a:gd name="connsiteY4" fmla="*/ 80368 h 5578507"/>
                <a:gd name="connsiteX5" fmla="*/ 3146798 w 6277176"/>
                <a:gd name="connsiteY5" fmla="*/ 283568 h 5578507"/>
                <a:gd name="connsiteX6" fmla="*/ 3190341 w 6277176"/>
                <a:gd name="connsiteY6" fmla="*/ 7797 h 5578507"/>
                <a:gd name="connsiteX7" fmla="*/ 3451597 w 6277176"/>
                <a:gd name="connsiteY7" fmla="*/ 399683 h 5578507"/>
                <a:gd name="connsiteX8" fmla="*/ 3712854 w 6277176"/>
                <a:gd name="connsiteY8" fmla="*/ 748026 h 5578507"/>
                <a:gd name="connsiteX9" fmla="*/ 3901539 w 6277176"/>
                <a:gd name="connsiteY9" fmla="*/ 472255 h 5578507"/>
                <a:gd name="connsiteX10" fmla="*/ 4061195 w 6277176"/>
                <a:gd name="connsiteY10" fmla="*/ 631912 h 5578507"/>
                <a:gd name="connsiteX11" fmla="*/ 4351482 w 6277176"/>
                <a:gd name="connsiteY11" fmla="*/ 922198 h 5578507"/>
                <a:gd name="connsiteX12" fmla="*/ 4496624 w 6277176"/>
                <a:gd name="connsiteY12" fmla="*/ 1430198 h 5578507"/>
                <a:gd name="connsiteX13" fmla="*/ 4545609 w 6277176"/>
                <a:gd name="connsiteY13" fmla="*/ 1927312 h 5578507"/>
                <a:gd name="connsiteX14" fmla="*/ 4814124 w 6277176"/>
                <a:gd name="connsiteY14" fmla="*/ 2015305 h 5578507"/>
                <a:gd name="connsiteX15" fmla="*/ 5323937 w 6277176"/>
                <a:gd name="connsiteY15" fmla="*/ 1647912 h 5578507"/>
                <a:gd name="connsiteX16" fmla="*/ 5327565 w 6277176"/>
                <a:gd name="connsiteY16" fmla="*/ 1792148 h 5578507"/>
                <a:gd name="connsiteX17" fmla="*/ 5643251 w 6277176"/>
                <a:gd name="connsiteY17" fmla="*/ 2068826 h 5578507"/>
                <a:gd name="connsiteX18" fmla="*/ 5802908 w 6277176"/>
                <a:gd name="connsiteY18" fmla="*/ 2562312 h 5578507"/>
                <a:gd name="connsiteX19" fmla="*/ 6030601 w 6277176"/>
                <a:gd name="connsiteY19" fmla="*/ 2969165 h 5578507"/>
                <a:gd name="connsiteX20" fmla="*/ 6209307 w 6277176"/>
                <a:gd name="connsiteY20" fmla="*/ 3433169 h 5578507"/>
                <a:gd name="connsiteX21" fmla="*/ 5991593 w 6277176"/>
                <a:gd name="connsiteY21" fmla="*/ 3897626 h 5578507"/>
                <a:gd name="connsiteX22" fmla="*/ 5962564 w 6277176"/>
                <a:gd name="connsiteY22" fmla="*/ 4144369 h 5578507"/>
                <a:gd name="connsiteX23" fmla="*/ 5602973 w 6277176"/>
                <a:gd name="connsiteY23" fmla="*/ 4964789 h 5578507"/>
                <a:gd name="connsiteX24" fmla="*/ 5411022 w 6277176"/>
                <a:gd name="connsiteY24" fmla="*/ 4942655 h 5578507"/>
                <a:gd name="connsiteX25" fmla="*/ 4985753 w 6277176"/>
                <a:gd name="connsiteY25" fmla="*/ 5391509 h 5578507"/>
                <a:gd name="connsiteX26" fmla="*/ 4620613 w 6277176"/>
                <a:gd name="connsiteY26" fmla="*/ 5506250 h 5578507"/>
                <a:gd name="connsiteX27" fmla="*/ 4046679 w 6277176"/>
                <a:gd name="connsiteY27" fmla="*/ 5421626 h 5578507"/>
                <a:gd name="connsiteX28" fmla="*/ 3219364 w 6277176"/>
                <a:gd name="connsiteY28" fmla="*/ 5407112 h 5578507"/>
                <a:gd name="connsiteX29" fmla="*/ 183394 w 6277176"/>
                <a:gd name="connsiteY29" fmla="*/ 5159722 h 5578507"/>
                <a:gd name="connsiteX30" fmla="*/ 30994 w 6277176"/>
                <a:gd name="connsiteY30" fmla="*/ 4753968 h 5578507"/>
                <a:gd name="connsiteX0" fmla="*/ 30994 w 6277176"/>
                <a:gd name="connsiteY0" fmla="*/ 4753968 h 5578507"/>
                <a:gd name="connsiteX1" fmla="*/ 1279893 w 6277176"/>
                <a:gd name="connsiteY1" fmla="*/ 2213968 h 5578507"/>
                <a:gd name="connsiteX2" fmla="*/ 2405370 w 6277176"/>
                <a:gd name="connsiteY2" fmla="*/ 2354 h 5578507"/>
                <a:gd name="connsiteX3" fmla="*/ 2885542 w 6277176"/>
                <a:gd name="connsiteY3" fmla="*/ 181968 h 5578507"/>
                <a:gd name="connsiteX4" fmla="*/ 3030684 w 6277176"/>
                <a:gd name="connsiteY4" fmla="*/ 80368 h 5578507"/>
                <a:gd name="connsiteX5" fmla="*/ 3146798 w 6277176"/>
                <a:gd name="connsiteY5" fmla="*/ 283568 h 5578507"/>
                <a:gd name="connsiteX6" fmla="*/ 3190341 w 6277176"/>
                <a:gd name="connsiteY6" fmla="*/ 7797 h 5578507"/>
                <a:gd name="connsiteX7" fmla="*/ 3451597 w 6277176"/>
                <a:gd name="connsiteY7" fmla="*/ 399683 h 5578507"/>
                <a:gd name="connsiteX8" fmla="*/ 3712854 w 6277176"/>
                <a:gd name="connsiteY8" fmla="*/ 748026 h 5578507"/>
                <a:gd name="connsiteX9" fmla="*/ 3901539 w 6277176"/>
                <a:gd name="connsiteY9" fmla="*/ 472255 h 5578507"/>
                <a:gd name="connsiteX10" fmla="*/ 4061195 w 6277176"/>
                <a:gd name="connsiteY10" fmla="*/ 631912 h 5578507"/>
                <a:gd name="connsiteX11" fmla="*/ 4351482 w 6277176"/>
                <a:gd name="connsiteY11" fmla="*/ 922198 h 5578507"/>
                <a:gd name="connsiteX12" fmla="*/ 4496624 w 6277176"/>
                <a:gd name="connsiteY12" fmla="*/ 1430198 h 5578507"/>
                <a:gd name="connsiteX13" fmla="*/ 4545609 w 6277176"/>
                <a:gd name="connsiteY13" fmla="*/ 1927312 h 5578507"/>
                <a:gd name="connsiteX14" fmla="*/ 4814124 w 6277176"/>
                <a:gd name="connsiteY14" fmla="*/ 2015305 h 5578507"/>
                <a:gd name="connsiteX15" fmla="*/ 5323937 w 6277176"/>
                <a:gd name="connsiteY15" fmla="*/ 1647912 h 5578507"/>
                <a:gd name="connsiteX16" fmla="*/ 5327565 w 6277176"/>
                <a:gd name="connsiteY16" fmla="*/ 1792148 h 5578507"/>
                <a:gd name="connsiteX17" fmla="*/ 5643251 w 6277176"/>
                <a:gd name="connsiteY17" fmla="*/ 2068826 h 5578507"/>
                <a:gd name="connsiteX18" fmla="*/ 5802908 w 6277176"/>
                <a:gd name="connsiteY18" fmla="*/ 2562312 h 5578507"/>
                <a:gd name="connsiteX19" fmla="*/ 6030601 w 6277176"/>
                <a:gd name="connsiteY19" fmla="*/ 2969165 h 5578507"/>
                <a:gd name="connsiteX20" fmla="*/ 6209307 w 6277176"/>
                <a:gd name="connsiteY20" fmla="*/ 3433169 h 5578507"/>
                <a:gd name="connsiteX21" fmla="*/ 5991593 w 6277176"/>
                <a:gd name="connsiteY21" fmla="*/ 3897626 h 5578507"/>
                <a:gd name="connsiteX22" fmla="*/ 5962564 w 6277176"/>
                <a:gd name="connsiteY22" fmla="*/ 4144369 h 5578507"/>
                <a:gd name="connsiteX23" fmla="*/ 5602973 w 6277176"/>
                <a:gd name="connsiteY23" fmla="*/ 4964789 h 5578507"/>
                <a:gd name="connsiteX24" fmla="*/ 5411022 w 6277176"/>
                <a:gd name="connsiteY24" fmla="*/ 4942655 h 5578507"/>
                <a:gd name="connsiteX25" fmla="*/ 4985753 w 6277176"/>
                <a:gd name="connsiteY25" fmla="*/ 5391509 h 5578507"/>
                <a:gd name="connsiteX26" fmla="*/ 4620613 w 6277176"/>
                <a:gd name="connsiteY26" fmla="*/ 5506250 h 5578507"/>
                <a:gd name="connsiteX27" fmla="*/ 4046679 w 6277176"/>
                <a:gd name="connsiteY27" fmla="*/ 5421626 h 5578507"/>
                <a:gd name="connsiteX28" fmla="*/ 3219364 w 6277176"/>
                <a:gd name="connsiteY28" fmla="*/ 5407112 h 5578507"/>
                <a:gd name="connsiteX29" fmla="*/ 183394 w 6277176"/>
                <a:gd name="connsiteY29" fmla="*/ 5159722 h 5578507"/>
                <a:gd name="connsiteX30" fmla="*/ 30994 w 6277176"/>
                <a:gd name="connsiteY30" fmla="*/ 4753968 h 5578507"/>
                <a:gd name="connsiteX0" fmla="*/ 30994 w 6277176"/>
                <a:gd name="connsiteY0" fmla="*/ 4753968 h 5578507"/>
                <a:gd name="connsiteX1" fmla="*/ 1279893 w 6277176"/>
                <a:gd name="connsiteY1" fmla="*/ 2213968 h 5578507"/>
                <a:gd name="connsiteX2" fmla="*/ 2405370 w 6277176"/>
                <a:gd name="connsiteY2" fmla="*/ 2354 h 5578507"/>
                <a:gd name="connsiteX3" fmla="*/ 2885542 w 6277176"/>
                <a:gd name="connsiteY3" fmla="*/ 181968 h 5578507"/>
                <a:gd name="connsiteX4" fmla="*/ 3030684 w 6277176"/>
                <a:gd name="connsiteY4" fmla="*/ 80368 h 5578507"/>
                <a:gd name="connsiteX5" fmla="*/ 3146798 w 6277176"/>
                <a:gd name="connsiteY5" fmla="*/ 283568 h 5578507"/>
                <a:gd name="connsiteX6" fmla="*/ 3190341 w 6277176"/>
                <a:gd name="connsiteY6" fmla="*/ 7797 h 5578507"/>
                <a:gd name="connsiteX7" fmla="*/ 3451597 w 6277176"/>
                <a:gd name="connsiteY7" fmla="*/ 399683 h 5578507"/>
                <a:gd name="connsiteX8" fmla="*/ 3712854 w 6277176"/>
                <a:gd name="connsiteY8" fmla="*/ 748026 h 5578507"/>
                <a:gd name="connsiteX9" fmla="*/ 3901539 w 6277176"/>
                <a:gd name="connsiteY9" fmla="*/ 472255 h 5578507"/>
                <a:gd name="connsiteX10" fmla="*/ 4061195 w 6277176"/>
                <a:gd name="connsiteY10" fmla="*/ 631912 h 5578507"/>
                <a:gd name="connsiteX11" fmla="*/ 4351482 w 6277176"/>
                <a:gd name="connsiteY11" fmla="*/ 922198 h 5578507"/>
                <a:gd name="connsiteX12" fmla="*/ 4496624 w 6277176"/>
                <a:gd name="connsiteY12" fmla="*/ 1430198 h 5578507"/>
                <a:gd name="connsiteX13" fmla="*/ 4545609 w 6277176"/>
                <a:gd name="connsiteY13" fmla="*/ 1927312 h 5578507"/>
                <a:gd name="connsiteX14" fmla="*/ 4814124 w 6277176"/>
                <a:gd name="connsiteY14" fmla="*/ 2015305 h 5578507"/>
                <a:gd name="connsiteX15" fmla="*/ 5323937 w 6277176"/>
                <a:gd name="connsiteY15" fmla="*/ 1647912 h 5578507"/>
                <a:gd name="connsiteX16" fmla="*/ 5327565 w 6277176"/>
                <a:gd name="connsiteY16" fmla="*/ 1792148 h 5578507"/>
                <a:gd name="connsiteX17" fmla="*/ 5643251 w 6277176"/>
                <a:gd name="connsiteY17" fmla="*/ 2068826 h 5578507"/>
                <a:gd name="connsiteX18" fmla="*/ 5802908 w 6277176"/>
                <a:gd name="connsiteY18" fmla="*/ 2562312 h 5578507"/>
                <a:gd name="connsiteX19" fmla="*/ 6030601 w 6277176"/>
                <a:gd name="connsiteY19" fmla="*/ 2969165 h 5578507"/>
                <a:gd name="connsiteX20" fmla="*/ 6209307 w 6277176"/>
                <a:gd name="connsiteY20" fmla="*/ 3433169 h 5578507"/>
                <a:gd name="connsiteX21" fmla="*/ 5991593 w 6277176"/>
                <a:gd name="connsiteY21" fmla="*/ 3897626 h 5578507"/>
                <a:gd name="connsiteX22" fmla="*/ 5962564 w 6277176"/>
                <a:gd name="connsiteY22" fmla="*/ 4144369 h 5578507"/>
                <a:gd name="connsiteX23" fmla="*/ 5602973 w 6277176"/>
                <a:gd name="connsiteY23" fmla="*/ 4964789 h 5578507"/>
                <a:gd name="connsiteX24" fmla="*/ 5411022 w 6277176"/>
                <a:gd name="connsiteY24" fmla="*/ 4942655 h 5578507"/>
                <a:gd name="connsiteX25" fmla="*/ 4985753 w 6277176"/>
                <a:gd name="connsiteY25" fmla="*/ 5391509 h 5578507"/>
                <a:gd name="connsiteX26" fmla="*/ 4620613 w 6277176"/>
                <a:gd name="connsiteY26" fmla="*/ 5506250 h 5578507"/>
                <a:gd name="connsiteX27" fmla="*/ 4046679 w 6277176"/>
                <a:gd name="connsiteY27" fmla="*/ 5421626 h 5578507"/>
                <a:gd name="connsiteX28" fmla="*/ 3219364 w 6277176"/>
                <a:gd name="connsiteY28" fmla="*/ 5407112 h 5578507"/>
                <a:gd name="connsiteX29" fmla="*/ 183394 w 6277176"/>
                <a:gd name="connsiteY29" fmla="*/ 5159722 h 5578507"/>
                <a:gd name="connsiteX30" fmla="*/ 30994 w 6277176"/>
                <a:gd name="connsiteY30" fmla="*/ 4753968 h 5578507"/>
                <a:gd name="connsiteX0" fmla="*/ 30994 w 6277176"/>
                <a:gd name="connsiteY0" fmla="*/ 4753968 h 5578507"/>
                <a:gd name="connsiteX1" fmla="*/ 1279893 w 6277176"/>
                <a:gd name="connsiteY1" fmla="*/ 2213968 h 5578507"/>
                <a:gd name="connsiteX2" fmla="*/ 2405370 w 6277176"/>
                <a:gd name="connsiteY2" fmla="*/ 2354 h 5578507"/>
                <a:gd name="connsiteX3" fmla="*/ 2885542 w 6277176"/>
                <a:gd name="connsiteY3" fmla="*/ 181968 h 5578507"/>
                <a:gd name="connsiteX4" fmla="*/ 3030684 w 6277176"/>
                <a:gd name="connsiteY4" fmla="*/ 80368 h 5578507"/>
                <a:gd name="connsiteX5" fmla="*/ 3146798 w 6277176"/>
                <a:gd name="connsiteY5" fmla="*/ 283568 h 5578507"/>
                <a:gd name="connsiteX6" fmla="*/ 3190341 w 6277176"/>
                <a:gd name="connsiteY6" fmla="*/ 7797 h 5578507"/>
                <a:gd name="connsiteX7" fmla="*/ 3451597 w 6277176"/>
                <a:gd name="connsiteY7" fmla="*/ 399683 h 5578507"/>
                <a:gd name="connsiteX8" fmla="*/ 3712854 w 6277176"/>
                <a:gd name="connsiteY8" fmla="*/ 748026 h 5578507"/>
                <a:gd name="connsiteX9" fmla="*/ 3901539 w 6277176"/>
                <a:gd name="connsiteY9" fmla="*/ 472255 h 5578507"/>
                <a:gd name="connsiteX10" fmla="*/ 4061195 w 6277176"/>
                <a:gd name="connsiteY10" fmla="*/ 631912 h 5578507"/>
                <a:gd name="connsiteX11" fmla="*/ 4351482 w 6277176"/>
                <a:gd name="connsiteY11" fmla="*/ 922198 h 5578507"/>
                <a:gd name="connsiteX12" fmla="*/ 4496624 w 6277176"/>
                <a:gd name="connsiteY12" fmla="*/ 1430198 h 5578507"/>
                <a:gd name="connsiteX13" fmla="*/ 4545609 w 6277176"/>
                <a:gd name="connsiteY13" fmla="*/ 1927312 h 5578507"/>
                <a:gd name="connsiteX14" fmla="*/ 4814124 w 6277176"/>
                <a:gd name="connsiteY14" fmla="*/ 2015305 h 5578507"/>
                <a:gd name="connsiteX15" fmla="*/ 5323937 w 6277176"/>
                <a:gd name="connsiteY15" fmla="*/ 1647912 h 5578507"/>
                <a:gd name="connsiteX16" fmla="*/ 5327565 w 6277176"/>
                <a:gd name="connsiteY16" fmla="*/ 1792148 h 5578507"/>
                <a:gd name="connsiteX17" fmla="*/ 5643251 w 6277176"/>
                <a:gd name="connsiteY17" fmla="*/ 2068826 h 5578507"/>
                <a:gd name="connsiteX18" fmla="*/ 5802908 w 6277176"/>
                <a:gd name="connsiteY18" fmla="*/ 2562312 h 5578507"/>
                <a:gd name="connsiteX19" fmla="*/ 6030601 w 6277176"/>
                <a:gd name="connsiteY19" fmla="*/ 2969165 h 5578507"/>
                <a:gd name="connsiteX20" fmla="*/ 6209307 w 6277176"/>
                <a:gd name="connsiteY20" fmla="*/ 3433169 h 5578507"/>
                <a:gd name="connsiteX21" fmla="*/ 5991593 w 6277176"/>
                <a:gd name="connsiteY21" fmla="*/ 3897626 h 5578507"/>
                <a:gd name="connsiteX22" fmla="*/ 5962564 w 6277176"/>
                <a:gd name="connsiteY22" fmla="*/ 4144369 h 5578507"/>
                <a:gd name="connsiteX23" fmla="*/ 5602973 w 6277176"/>
                <a:gd name="connsiteY23" fmla="*/ 4964789 h 5578507"/>
                <a:gd name="connsiteX24" fmla="*/ 5411022 w 6277176"/>
                <a:gd name="connsiteY24" fmla="*/ 4942655 h 5578507"/>
                <a:gd name="connsiteX25" fmla="*/ 4985753 w 6277176"/>
                <a:gd name="connsiteY25" fmla="*/ 5391509 h 5578507"/>
                <a:gd name="connsiteX26" fmla="*/ 4620613 w 6277176"/>
                <a:gd name="connsiteY26" fmla="*/ 5506250 h 5578507"/>
                <a:gd name="connsiteX27" fmla="*/ 4046679 w 6277176"/>
                <a:gd name="connsiteY27" fmla="*/ 5421626 h 5578507"/>
                <a:gd name="connsiteX28" fmla="*/ 3219364 w 6277176"/>
                <a:gd name="connsiteY28" fmla="*/ 5407112 h 5578507"/>
                <a:gd name="connsiteX29" fmla="*/ 183394 w 6277176"/>
                <a:gd name="connsiteY29" fmla="*/ 5159722 h 5578507"/>
                <a:gd name="connsiteX30" fmla="*/ 30994 w 6277176"/>
                <a:gd name="connsiteY30" fmla="*/ 4753968 h 5578507"/>
                <a:gd name="connsiteX0" fmla="*/ 30994 w 6277176"/>
                <a:gd name="connsiteY0" fmla="*/ 4753968 h 5578507"/>
                <a:gd name="connsiteX1" fmla="*/ 1279893 w 6277176"/>
                <a:gd name="connsiteY1" fmla="*/ 2213968 h 5578507"/>
                <a:gd name="connsiteX2" fmla="*/ 2405370 w 6277176"/>
                <a:gd name="connsiteY2" fmla="*/ 2354 h 5578507"/>
                <a:gd name="connsiteX3" fmla="*/ 2885542 w 6277176"/>
                <a:gd name="connsiteY3" fmla="*/ 181968 h 5578507"/>
                <a:gd name="connsiteX4" fmla="*/ 3030684 w 6277176"/>
                <a:gd name="connsiteY4" fmla="*/ 80368 h 5578507"/>
                <a:gd name="connsiteX5" fmla="*/ 3146798 w 6277176"/>
                <a:gd name="connsiteY5" fmla="*/ 283568 h 5578507"/>
                <a:gd name="connsiteX6" fmla="*/ 3190341 w 6277176"/>
                <a:gd name="connsiteY6" fmla="*/ 7797 h 5578507"/>
                <a:gd name="connsiteX7" fmla="*/ 3451597 w 6277176"/>
                <a:gd name="connsiteY7" fmla="*/ 399683 h 5578507"/>
                <a:gd name="connsiteX8" fmla="*/ 3712854 w 6277176"/>
                <a:gd name="connsiteY8" fmla="*/ 748026 h 5578507"/>
                <a:gd name="connsiteX9" fmla="*/ 3901539 w 6277176"/>
                <a:gd name="connsiteY9" fmla="*/ 472255 h 5578507"/>
                <a:gd name="connsiteX10" fmla="*/ 4061195 w 6277176"/>
                <a:gd name="connsiteY10" fmla="*/ 631912 h 5578507"/>
                <a:gd name="connsiteX11" fmla="*/ 4351482 w 6277176"/>
                <a:gd name="connsiteY11" fmla="*/ 922198 h 5578507"/>
                <a:gd name="connsiteX12" fmla="*/ 4496624 w 6277176"/>
                <a:gd name="connsiteY12" fmla="*/ 1430198 h 5578507"/>
                <a:gd name="connsiteX13" fmla="*/ 4545609 w 6277176"/>
                <a:gd name="connsiteY13" fmla="*/ 1927312 h 5578507"/>
                <a:gd name="connsiteX14" fmla="*/ 4814124 w 6277176"/>
                <a:gd name="connsiteY14" fmla="*/ 2015305 h 5578507"/>
                <a:gd name="connsiteX15" fmla="*/ 5323937 w 6277176"/>
                <a:gd name="connsiteY15" fmla="*/ 1647912 h 5578507"/>
                <a:gd name="connsiteX16" fmla="*/ 5327565 w 6277176"/>
                <a:gd name="connsiteY16" fmla="*/ 1792148 h 5578507"/>
                <a:gd name="connsiteX17" fmla="*/ 5643251 w 6277176"/>
                <a:gd name="connsiteY17" fmla="*/ 2068826 h 5578507"/>
                <a:gd name="connsiteX18" fmla="*/ 5802908 w 6277176"/>
                <a:gd name="connsiteY18" fmla="*/ 2562312 h 5578507"/>
                <a:gd name="connsiteX19" fmla="*/ 6030601 w 6277176"/>
                <a:gd name="connsiteY19" fmla="*/ 2969165 h 5578507"/>
                <a:gd name="connsiteX20" fmla="*/ 6209307 w 6277176"/>
                <a:gd name="connsiteY20" fmla="*/ 3433169 h 5578507"/>
                <a:gd name="connsiteX21" fmla="*/ 5991593 w 6277176"/>
                <a:gd name="connsiteY21" fmla="*/ 3897626 h 5578507"/>
                <a:gd name="connsiteX22" fmla="*/ 5962564 w 6277176"/>
                <a:gd name="connsiteY22" fmla="*/ 4144369 h 5578507"/>
                <a:gd name="connsiteX23" fmla="*/ 5602973 w 6277176"/>
                <a:gd name="connsiteY23" fmla="*/ 4964789 h 5578507"/>
                <a:gd name="connsiteX24" fmla="*/ 5411022 w 6277176"/>
                <a:gd name="connsiteY24" fmla="*/ 4942655 h 5578507"/>
                <a:gd name="connsiteX25" fmla="*/ 4985753 w 6277176"/>
                <a:gd name="connsiteY25" fmla="*/ 5391509 h 5578507"/>
                <a:gd name="connsiteX26" fmla="*/ 4620613 w 6277176"/>
                <a:gd name="connsiteY26" fmla="*/ 5506250 h 5578507"/>
                <a:gd name="connsiteX27" fmla="*/ 4046679 w 6277176"/>
                <a:gd name="connsiteY27" fmla="*/ 5421626 h 5578507"/>
                <a:gd name="connsiteX28" fmla="*/ 3219364 w 6277176"/>
                <a:gd name="connsiteY28" fmla="*/ 5407112 h 5578507"/>
                <a:gd name="connsiteX29" fmla="*/ 183394 w 6277176"/>
                <a:gd name="connsiteY29" fmla="*/ 5159722 h 5578507"/>
                <a:gd name="connsiteX30" fmla="*/ 30994 w 6277176"/>
                <a:gd name="connsiteY30" fmla="*/ 4753968 h 5578507"/>
                <a:gd name="connsiteX0" fmla="*/ 30994 w 6277176"/>
                <a:gd name="connsiteY0" fmla="*/ 4810615 h 5635154"/>
                <a:gd name="connsiteX1" fmla="*/ 1279893 w 6277176"/>
                <a:gd name="connsiteY1" fmla="*/ 2270615 h 5635154"/>
                <a:gd name="connsiteX2" fmla="*/ 2405370 w 6277176"/>
                <a:gd name="connsiteY2" fmla="*/ 59001 h 5635154"/>
                <a:gd name="connsiteX3" fmla="*/ 2885542 w 6277176"/>
                <a:gd name="connsiteY3" fmla="*/ 238615 h 5635154"/>
                <a:gd name="connsiteX4" fmla="*/ 3030684 w 6277176"/>
                <a:gd name="connsiteY4" fmla="*/ 137015 h 5635154"/>
                <a:gd name="connsiteX5" fmla="*/ 3146798 w 6277176"/>
                <a:gd name="connsiteY5" fmla="*/ 340215 h 5635154"/>
                <a:gd name="connsiteX6" fmla="*/ 3190341 w 6277176"/>
                <a:gd name="connsiteY6" fmla="*/ 64444 h 5635154"/>
                <a:gd name="connsiteX7" fmla="*/ 3451597 w 6277176"/>
                <a:gd name="connsiteY7" fmla="*/ 456330 h 5635154"/>
                <a:gd name="connsiteX8" fmla="*/ 3712854 w 6277176"/>
                <a:gd name="connsiteY8" fmla="*/ 804673 h 5635154"/>
                <a:gd name="connsiteX9" fmla="*/ 3901539 w 6277176"/>
                <a:gd name="connsiteY9" fmla="*/ 528902 h 5635154"/>
                <a:gd name="connsiteX10" fmla="*/ 4061195 w 6277176"/>
                <a:gd name="connsiteY10" fmla="*/ 688559 h 5635154"/>
                <a:gd name="connsiteX11" fmla="*/ 4351482 w 6277176"/>
                <a:gd name="connsiteY11" fmla="*/ 978845 h 5635154"/>
                <a:gd name="connsiteX12" fmla="*/ 4496624 w 6277176"/>
                <a:gd name="connsiteY12" fmla="*/ 1486845 h 5635154"/>
                <a:gd name="connsiteX13" fmla="*/ 4545609 w 6277176"/>
                <a:gd name="connsiteY13" fmla="*/ 1983959 h 5635154"/>
                <a:gd name="connsiteX14" fmla="*/ 4814124 w 6277176"/>
                <a:gd name="connsiteY14" fmla="*/ 2071952 h 5635154"/>
                <a:gd name="connsiteX15" fmla="*/ 5323937 w 6277176"/>
                <a:gd name="connsiteY15" fmla="*/ 1704559 h 5635154"/>
                <a:gd name="connsiteX16" fmla="*/ 5327565 w 6277176"/>
                <a:gd name="connsiteY16" fmla="*/ 1848795 h 5635154"/>
                <a:gd name="connsiteX17" fmla="*/ 5643251 w 6277176"/>
                <a:gd name="connsiteY17" fmla="*/ 2125473 h 5635154"/>
                <a:gd name="connsiteX18" fmla="*/ 5802908 w 6277176"/>
                <a:gd name="connsiteY18" fmla="*/ 2618959 h 5635154"/>
                <a:gd name="connsiteX19" fmla="*/ 6030601 w 6277176"/>
                <a:gd name="connsiteY19" fmla="*/ 3025812 h 5635154"/>
                <a:gd name="connsiteX20" fmla="*/ 6209307 w 6277176"/>
                <a:gd name="connsiteY20" fmla="*/ 3489816 h 5635154"/>
                <a:gd name="connsiteX21" fmla="*/ 5991593 w 6277176"/>
                <a:gd name="connsiteY21" fmla="*/ 3954273 h 5635154"/>
                <a:gd name="connsiteX22" fmla="*/ 5962564 w 6277176"/>
                <a:gd name="connsiteY22" fmla="*/ 4201016 h 5635154"/>
                <a:gd name="connsiteX23" fmla="*/ 5602973 w 6277176"/>
                <a:gd name="connsiteY23" fmla="*/ 5021436 h 5635154"/>
                <a:gd name="connsiteX24" fmla="*/ 5411022 w 6277176"/>
                <a:gd name="connsiteY24" fmla="*/ 4999302 h 5635154"/>
                <a:gd name="connsiteX25" fmla="*/ 4985753 w 6277176"/>
                <a:gd name="connsiteY25" fmla="*/ 5448156 h 5635154"/>
                <a:gd name="connsiteX26" fmla="*/ 4620613 w 6277176"/>
                <a:gd name="connsiteY26" fmla="*/ 5562897 h 5635154"/>
                <a:gd name="connsiteX27" fmla="*/ 4046679 w 6277176"/>
                <a:gd name="connsiteY27" fmla="*/ 5478273 h 5635154"/>
                <a:gd name="connsiteX28" fmla="*/ 3219364 w 6277176"/>
                <a:gd name="connsiteY28" fmla="*/ 5463759 h 5635154"/>
                <a:gd name="connsiteX29" fmla="*/ 183394 w 6277176"/>
                <a:gd name="connsiteY29" fmla="*/ 5216369 h 5635154"/>
                <a:gd name="connsiteX30" fmla="*/ 30994 w 6277176"/>
                <a:gd name="connsiteY30" fmla="*/ 4810615 h 5635154"/>
                <a:gd name="connsiteX0" fmla="*/ 30994 w 6277176"/>
                <a:gd name="connsiteY0" fmla="*/ 4840626 h 5665165"/>
                <a:gd name="connsiteX1" fmla="*/ 1279893 w 6277176"/>
                <a:gd name="connsiteY1" fmla="*/ 2300626 h 5665165"/>
                <a:gd name="connsiteX2" fmla="*/ 2405370 w 6277176"/>
                <a:gd name="connsiteY2" fmla="*/ 89012 h 5665165"/>
                <a:gd name="connsiteX3" fmla="*/ 2885542 w 6277176"/>
                <a:gd name="connsiteY3" fmla="*/ 268626 h 5665165"/>
                <a:gd name="connsiteX4" fmla="*/ 3030684 w 6277176"/>
                <a:gd name="connsiteY4" fmla="*/ 167026 h 5665165"/>
                <a:gd name="connsiteX5" fmla="*/ 3146798 w 6277176"/>
                <a:gd name="connsiteY5" fmla="*/ 370226 h 5665165"/>
                <a:gd name="connsiteX6" fmla="*/ 3157003 w 6277176"/>
                <a:gd name="connsiteY6" fmla="*/ 61118 h 5665165"/>
                <a:gd name="connsiteX7" fmla="*/ 3451597 w 6277176"/>
                <a:gd name="connsiteY7" fmla="*/ 486341 h 5665165"/>
                <a:gd name="connsiteX8" fmla="*/ 3712854 w 6277176"/>
                <a:gd name="connsiteY8" fmla="*/ 834684 h 5665165"/>
                <a:gd name="connsiteX9" fmla="*/ 3901539 w 6277176"/>
                <a:gd name="connsiteY9" fmla="*/ 558913 h 5665165"/>
                <a:gd name="connsiteX10" fmla="*/ 4061195 w 6277176"/>
                <a:gd name="connsiteY10" fmla="*/ 718570 h 5665165"/>
                <a:gd name="connsiteX11" fmla="*/ 4351482 w 6277176"/>
                <a:gd name="connsiteY11" fmla="*/ 1008856 h 5665165"/>
                <a:gd name="connsiteX12" fmla="*/ 4496624 w 6277176"/>
                <a:gd name="connsiteY12" fmla="*/ 1516856 h 5665165"/>
                <a:gd name="connsiteX13" fmla="*/ 4545609 w 6277176"/>
                <a:gd name="connsiteY13" fmla="*/ 2013970 h 5665165"/>
                <a:gd name="connsiteX14" fmla="*/ 4814124 w 6277176"/>
                <a:gd name="connsiteY14" fmla="*/ 2101963 h 5665165"/>
                <a:gd name="connsiteX15" fmla="*/ 5323937 w 6277176"/>
                <a:gd name="connsiteY15" fmla="*/ 1734570 h 5665165"/>
                <a:gd name="connsiteX16" fmla="*/ 5327565 w 6277176"/>
                <a:gd name="connsiteY16" fmla="*/ 1878806 h 5665165"/>
                <a:gd name="connsiteX17" fmla="*/ 5643251 w 6277176"/>
                <a:gd name="connsiteY17" fmla="*/ 2155484 h 5665165"/>
                <a:gd name="connsiteX18" fmla="*/ 5802908 w 6277176"/>
                <a:gd name="connsiteY18" fmla="*/ 2648970 h 5665165"/>
                <a:gd name="connsiteX19" fmla="*/ 6030601 w 6277176"/>
                <a:gd name="connsiteY19" fmla="*/ 3055823 h 5665165"/>
                <a:gd name="connsiteX20" fmla="*/ 6209307 w 6277176"/>
                <a:gd name="connsiteY20" fmla="*/ 3519827 h 5665165"/>
                <a:gd name="connsiteX21" fmla="*/ 5991593 w 6277176"/>
                <a:gd name="connsiteY21" fmla="*/ 3984284 h 5665165"/>
                <a:gd name="connsiteX22" fmla="*/ 5962564 w 6277176"/>
                <a:gd name="connsiteY22" fmla="*/ 4231027 h 5665165"/>
                <a:gd name="connsiteX23" fmla="*/ 5602973 w 6277176"/>
                <a:gd name="connsiteY23" fmla="*/ 5051447 h 5665165"/>
                <a:gd name="connsiteX24" fmla="*/ 5411022 w 6277176"/>
                <a:gd name="connsiteY24" fmla="*/ 5029313 h 5665165"/>
                <a:gd name="connsiteX25" fmla="*/ 4985753 w 6277176"/>
                <a:gd name="connsiteY25" fmla="*/ 5478167 h 5665165"/>
                <a:gd name="connsiteX26" fmla="*/ 4620613 w 6277176"/>
                <a:gd name="connsiteY26" fmla="*/ 5592908 h 5665165"/>
                <a:gd name="connsiteX27" fmla="*/ 4046679 w 6277176"/>
                <a:gd name="connsiteY27" fmla="*/ 5508284 h 5665165"/>
                <a:gd name="connsiteX28" fmla="*/ 3219364 w 6277176"/>
                <a:gd name="connsiteY28" fmla="*/ 5493770 h 5665165"/>
                <a:gd name="connsiteX29" fmla="*/ 183394 w 6277176"/>
                <a:gd name="connsiteY29" fmla="*/ 5246380 h 5665165"/>
                <a:gd name="connsiteX30" fmla="*/ 30994 w 6277176"/>
                <a:gd name="connsiteY30" fmla="*/ 4840626 h 5665165"/>
                <a:gd name="connsiteX0" fmla="*/ 30994 w 6277176"/>
                <a:gd name="connsiteY0" fmla="*/ 4828370 h 5652909"/>
                <a:gd name="connsiteX1" fmla="*/ 1279893 w 6277176"/>
                <a:gd name="connsiteY1" fmla="*/ 2288370 h 5652909"/>
                <a:gd name="connsiteX2" fmla="*/ 2405370 w 6277176"/>
                <a:gd name="connsiteY2" fmla="*/ 76756 h 5652909"/>
                <a:gd name="connsiteX3" fmla="*/ 2885542 w 6277176"/>
                <a:gd name="connsiteY3" fmla="*/ 256370 h 5652909"/>
                <a:gd name="connsiteX4" fmla="*/ 3030684 w 6277176"/>
                <a:gd name="connsiteY4" fmla="*/ 154770 h 5652909"/>
                <a:gd name="connsiteX5" fmla="*/ 3146798 w 6277176"/>
                <a:gd name="connsiteY5" fmla="*/ 357970 h 5652909"/>
                <a:gd name="connsiteX6" fmla="*/ 3157003 w 6277176"/>
                <a:gd name="connsiteY6" fmla="*/ 48862 h 5652909"/>
                <a:gd name="connsiteX7" fmla="*/ 3451597 w 6277176"/>
                <a:gd name="connsiteY7" fmla="*/ 474085 h 5652909"/>
                <a:gd name="connsiteX8" fmla="*/ 3712854 w 6277176"/>
                <a:gd name="connsiteY8" fmla="*/ 822428 h 5652909"/>
                <a:gd name="connsiteX9" fmla="*/ 3901539 w 6277176"/>
                <a:gd name="connsiteY9" fmla="*/ 546657 h 5652909"/>
                <a:gd name="connsiteX10" fmla="*/ 4061195 w 6277176"/>
                <a:gd name="connsiteY10" fmla="*/ 706314 h 5652909"/>
                <a:gd name="connsiteX11" fmla="*/ 4351482 w 6277176"/>
                <a:gd name="connsiteY11" fmla="*/ 996600 h 5652909"/>
                <a:gd name="connsiteX12" fmla="*/ 4496624 w 6277176"/>
                <a:gd name="connsiteY12" fmla="*/ 1504600 h 5652909"/>
                <a:gd name="connsiteX13" fmla="*/ 4545609 w 6277176"/>
                <a:gd name="connsiteY13" fmla="*/ 2001714 h 5652909"/>
                <a:gd name="connsiteX14" fmla="*/ 4814124 w 6277176"/>
                <a:gd name="connsiteY14" fmla="*/ 2089707 h 5652909"/>
                <a:gd name="connsiteX15" fmla="*/ 5323937 w 6277176"/>
                <a:gd name="connsiteY15" fmla="*/ 1722314 h 5652909"/>
                <a:gd name="connsiteX16" fmla="*/ 5327565 w 6277176"/>
                <a:gd name="connsiteY16" fmla="*/ 1866550 h 5652909"/>
                <a:gd name="connsiteX17" fmla="*/ 5643251 w 6277176"/>
                <a:gd name="connsiteY17" fmla="*/ 2143228 h 5652909"/>
                <a:gd name="connsiteX18" fmla="*/ 5802908 w 6277176"/>
                <a:gd name="connsiteY18" fmla="*/ 2636714 h 5652909"/>
                <a:gd name="connsiteX19" fmla="*/ 6030601 w 6277176"/>
                <a:gd name="connsiteY19" fmla="*/ 3043567 h 5652909"/>
                <a:gd name="connsiteX20" fmla="*/ 6209307 w 6277176"/>
                <a:gd name="connsiteY20" fmla="*/ 3507571 h 5652909"/>
                <a:gd name="connsiteX21" fmla="*/ 5991593 w 6277176"/>
                <a:gd name="connsiteY21" fmla="*/ 3972028 h 5652909"/>
                <a:gd name="connsiteX22" fmla="*/ 5962564 w 6277176"/>
                <a:gd name="connsiteY22" fmla="*/ 4218771 h 5652909"/>
                <a:gd name="connsiteX23" fmla="*/ 5602973 w 6277176"/>
                <a:gd name="connsiteY23" fmla="*/ 5039191 h 5652909"/>
                <a:gd name="connsiteX24" fmla="*/ 5411022 w 6277176"/>
                <a:gd name="connsiteY24" fmla="*/ 5017057 h 5652909"/>
                <a:gd name="connsiteX25" fmla="*/ 4985753 w 6277176"/>
                <a:gd name="connsiteY25" fmla="*/ 5465911 h 5652909"/>
                <a:gd name="connsiteX26" fmla="*/ 4620613 w 6277176"/>
                <a:gd name="connsiteY26" fmla="*/ 5580652 h 5652909"/>
                <a:gd name="connsiteX27" fmla="*/ 4046679 w 6277176"/>
                <a:gd name="connsiteY27" fmla="*/ 5496028 h 5652909"/>
                <a:gd name="connsiteX28" fmla="*/ 3219364 w 6277176"/>
                <a:gd name="connsiteY28" fmla="*/ 5481514 h 5652909"/>
                <a:gd name="connsiteX29" fmla="*/ 183394 w 6277176"/>
                <a:gd name="connsiteY29" fmla="*/ 5234124 h 5652909"/>
                <a:gd name="connsiteX30" fmla="*/ 30994 w 6277176"/>
                <a:gd name="connsiteY30" fmla="*/ 4828370 h 5652909"/>
                <a:gd name="connsiteX0" fmla="*/ 30994 w 6277176"/>
                <a:gd name="connsiteY0" fmla="*/ 4828370 h 5652909"/>
                <a:gd name="connsiteX1" fmla="*/ 1279893 w 6277176"/>
                <a:gd name="connsiteY1" fmla="*/ 2288370 h 5652909"/>
                <a:gd name="connsiteX2" fmla="*/ 2405370 w 6277176"/>
                <a:gd name="connsiteY2" fmla="*/ 76756 h 5652909"/>
                <a:gd name="connsiteX3" fmla="*/ 2885542 w 6277176"/>
                <a:gd name="connsiteY3" fmla="*/ 256370 h 5652909"/>
                <a:gd name="connsiteX4" fmla="*/ 3030684 w 6277176"/>
                <a:gd name="connsiteY4" fmla="*/ 154770 h 5652909"/>
                <a:gd name="connsiteX5" fmla="*/ 3146798 w 6277176"/>
                <a:gd name="connsiteY5" fmla="*/ 357970 h 5652909"/>
                <a:gd name="connsiteX6" fmla="*/ 3157003 w 6277176"/>
                <a:gd name="connsiteY6" fmla="*/ 48862 h 5652909"/>
                <a:gd name="connsiteX7" fmla="*/ 3451597 w 6277176"/>
                <a:gd name="connsiteY7" fmla="*/ 474085 h 5652909"/>
                <a:gd name="connsiteX8" fmla="*/ 3712854 w 6277176"/>
                <a:gd name="connsiteY8" fmla="*/ 822428 h 5652909"/>
                <a:gd name="connsiteX9" fmla="*/ 3901539 w 6277176"/>
                <a:gd name="connsiteY9" fmla="*/ 546657 h 5652909"/>
                <a:gd name="connsiteX10" fmla="*/ 4061195 w 6277176"/>
                <a:gd name="connsiteY10" fmla="*/ 706314 h 5652909"/>
                <a:gd name="connsiteX11" fmla="*/ 4351482 w 6277176"/>
                <a:gd name="connsiteY11" fmla="*/ 996600 h 5652909"/>
                <a:gd name="connsiteX12" fmla="*/ 4496624 w 6277176"/>
                <a:gd name="connsiteY12" fmla="*/ 1504600 h 5652909"/>
                <a:gd name="connsiteX13" fmla="*/ 4545609 w 6277176"/>
                <a:gd name="connsiteY13" fmla="*/ 2001714 h 5652909"/>
                <a:gd name="connsiteX14" fmla="*/ 4814124 w 6277176"/>
                <a:gd name="connsiteY14" fmla="*/ 2089707 h 5652909"/>
                <a:gd name="connsiteX15" fmla="*/ 5323937 w 6277176"/>
                <a:gd name="connsiteY15" fmla="*/ 1722314 h 5652909"/>
                <a:gd name="connsiteX16" fmla="*/ 5327565 w 6277176"/>
                <a:gd name="connsiteY16" fmla="*/ 1866550 h 5652909"/>
                <a:gd name="connsiteX17" fmla="*/ 5643251 w 6277176"/>
                <a:gd name="connsiteY17" fmla="*/ 2143228 h 5652909"/>
                <a:gd name="connsiteX18" fmla="*/ 5802908 w 6277176"/>
                <a:gd name="connsiteY18" fmla="*/ 2636714 h 5652909"/>
                <a:gd name="connsiteX19" fmla="*/ 6030601 w 6277176"/>
                <a:gd name="connsiteY19" fmla="*/ 3043567 h 5652909"/>
                <a:gd name="connsiteX20" fmla="*/ 6209307 w 6277176"/>
                <a:gd name="connsiteY20" fmla="*/ 3507571 h 5652909"/>
                <a:gd name="connsiteX21" fmla="*/ 5991593 w 6277176"/>
                <a:gd name="connsiteY21" fmla="*/ 3972028 h 5652909"/>
                <a:gd name="connsiteX22" fmla="*/ 5962564 w 6277176"/>
                <a:gd name="connsiteY22" fmla="*/ 4218771 h 5652909"/>
                <a:gd name="connsiteX23" fmla="*/ 5602973 w 6277176"/>
                <a:gd name="connsiteY23" fmla="*/ 5039191 h 5652909"/>
                <a:gd name="connsiteX24" fmla="*/ 5411022 w 6277176"/>
                <a:gd name="connsiteY24" fmla="*/ 5017057 h 5652909"/>
                <a:gd name="connsiteX25" fmla="*/ 4985753 w 6277176"/>
                <a:gd name="connsiteY25" fmla="*/ 5465911 h 5652909"/>
                <a:gd name="connsiteX26" fmla="*/ 4620613 w 6277176"/>
                <a:gd name="connsiteY26" fmla="*/ 5580652 h 5652909"/>
                <a:gd name="connsiteX27" fmla="*/ 4046679 w 6277176"/>
                <a:gd name="connsiteY27" fmla="*/ 5496028 h 5652909"/>
                <a:gd name="connsiteX28" fmla="*/ 3219364 w 6277176"/>
                <a:gd name="connsiteY28" fmla="*/ 5481514 h 5652909"/>
                <a:gd name="connsiteX29" fmla="*/ 183394 w 6277176"/>
                <a:gd name="connsiteY29" fmla="*/ 5234124 h 5652909"/>
                <a:gd name="connsiteX30" fmla="*/ 30994 w 6277176"/>
                <a:gd name="connsiteY30" fmla="*/ 4828370 h 5652909"/>
                <a:gd name="connsiteX0" fmla="*/ 30994 w 6277176"/>
                <a:gd name="connsiteY0" fmla="*/ 4828370 h 5652909"/>
                <a:gd name="connsiteX1" fmla="*/ 1279893 w 6277176"/>
                <a:gd name="connsiteY1" fmla="*/ 2288370 h 5652909"/>
                <a:gd name="connsiteX2" fmla="*/ 2405370 w 6277176"/>
                <a:gd name="connsiteY2" fmla="*/ 76756 h 5652909"/>
                <a:gd name="connsiteX3" fmla="*/ 2885542 w 6277176"/>
                <a:gd name="connsiteY3" fmla="*/ 256370 h 5652909"/>
                <a:gd name="connsiteX4" fmla="*/ 3030684 w 6277176"/>
                <a:gd name="connsiteY4" fmla="*/ 154770 h 5652909"/>
                <a:gd name="connsiteX5" fmla="*/ 3146798 w 6277176"/>
                <a:gd name="connsiteY5" fmla="*/ 357970 h 5652909"/>
                <a:gd name="connsiteX6" fmla="*/ 3157003 w 6277176"/>
                <a:gd name="connsiteY6" fmla="*/ 48862 h 5652909"/>
                <a:gd name="connsiteX7" fmla="*/ 3451597 w 6277176"/>
                <a:gd name="connsiteY7" fmla="*/ 474085 h 5652909"/>
                <a:gd name="connsiteX8" fmla="*/ 3712854 w 6277176"/>
                <a:gd name="connsiteY8" fmla="*/ 822428 h 5652909"/>
                <a:gd name="connsiteX9" fmla="*/ 3901539 w 6277176"/>
                <a:gd name="connsiteY9" fmla="*/ 546657 h 5652909"/>
                <a:gd name="connsiteX10" fmla="*/ 4061195 w 6277176"/>
                <a:gd name="connsiteY10" fmla="*/ 706314 h 5652909"/>
                <a:gd name="connsiteX11" fmla="*/ 4351482 w 6277176"/>
                <a:gd name="connsiteY11" fmla="*/ 996600 h 5652909"/>
                <a:gd name="connsiteX12" fmla="*/ 4496624 w 6277176"/>
                <a:gd name="connsiteY12" fmla="*/ 1504600 h 5652909"/>
                <a:gd name="connsiteX13" fmla="*/ 4545609 w 6277176"/>
                <a:gd name="connsiteY13" fmla="*/ 2001714 h 5652909"/>
                <a:gd name="connsiteX14" fmla="*/ 4814124 w 6277176"/>
                <a:gd name="connsiteY14" fmla="*/ 2089707 h 5652909"/>
                <a:gd name="connsiteX15" fmla="*/ 5323937 w 6277176"/>
                <a:gd name="connsiteY15" fmla="*/ 1722314 h 5652909"/>
                <a:gd name="connsiteX16" fmla="*/ 5327565 w 6277176"/>
                <a:gd name="connsiteY16" fmla="*/ 1866550 h 5652909"/>
                <a:gd name="connsiteX17" fmla="*/ 5643251 w 6277176"/>
                <a:gd name="connsiteY17" fmla="*/ 2143228 h 5652909"/>
                <a:gd name="connsiteX18" fmla="*/ 5802908 w 6277176"/>
                <a:gd name="connsiteY18" fmla="*/ 2636714 h 5652909"/>
                <a:gd name="connsiteX19" fmla="*/ 6030601 w 6277176"/>
                <a:gd name="connsiteY19" fmla="*/ 3043567 h 5652909"/>
                <a:gd name="connsiteX20" fmla="*/ 6209307 w 6277176"/>
                <a:gd name="connsiteY20" fmla="*/ 3507571 h 5652909"/>
                <a:gd name="connsiteX21" fmla="*/ 5991593 w 6277176"/>
                <a:gd name="connsiteY21" fmla="*/ 3972028 h 5652909"/>
                <a:gd name="connsiteX22" fmla="*/ 5962564 w 6277176"/>
                <a:gd name="connsiteY22" fmla="*/ 4218771 h 5652909"/>
                <a:gd name="connsiteX23" fmla="*/ 5602973 w 6277176"/>
                <a:gd name="connsiteY23" fmla="*/ 5039191 h 5652909"/>
                <a:gd name="connsiteX24" fmla="*/ 5411022 w 6277176"/>
                <a:gd name="connsiteY24" fmla="*/ 5017057 h 5652909"/>
                <a:gd name="connsiteX25" fmla="*/ 4985753 w 6277176"/>
                <a:gd name="connsiteY25" fmla="*/ 5465911 h 5652909"/>
                <a:gd name="connsiteX26" fmla="*/ 4620613 w 6277176"/>
                <a:gd name="connsiteY26" fmla="*/ 5580652 h 5652909"/>
                <a:gd name="connsiteX27" fmla="*/ 4046679 w 6277176"/>
                <a:gd name="connsiteY27" fmla="*/ 5496028 h 5652909"/>
                <a:gd name="connsiteX28" fmla="*/ 3219364 w 6277176"/>
                <a:gd name="connsiteY28" fmla="*/ 5481514 h 5652909"/>
                <a:gd name="connsiteX29" fmla="*/ 183394 w 6277176"/>
                <a:gd name="connsiteY29" fmla="*/ 5234124 h 5652909"/>
                <a:gd name="connsiteX30" fmla="*/ 30994 w 6277176"/>
                <a:gd name="connsiteY30" fmla="*/ 4828370 h 5652909"/>
                <a:gd name="connsiteX0" fmla="*/ 30994 w 6277176"/>
                <a:gd name="connsiteY0" fmla="*/ 4828370 h 5652909"/>
                <a:gd name="connsiteX1" fmla="*/ 1279893 w 6277176"/>
                <a:gd name="connsiteY1" fmla="*/ 2288370 h 5652909"/>
                <a:gd name="connsiteX2" fmla="*/ 2405370 w 6277176"/>
                <a:gd name="connsiteY2" fmla="*/ 76756 h 5652909"/>
                <a:gd name="connsiteX3" fmla="*/ 2885542 w 6277176"/>
                <a:gd name="connsiteY3" fmla="*/ 256370 h 5652909"/>
                <a:gd name="connsiteX4" fmla="*/ 3030684 w 6277176"/>
                <a:gd name="connsiteY4" fmla="*/ 154770 h 5652909"/>
                <a:gd name="connsiteX5" fmla="*/ 3146798 w 6277176"/>
                <a:gd name="connsiteY5" fmla="*/ 357970 h 5652909"/>
                <a:gd name="connsiteX6" fmla="*/ 3157003 w 6277176"/>
                <a:gd name="connsiteY6" fmla="*/ 48862 h 5652909"/>
                <a:gd name="connsiteX7" fmla="*/ 3451597 w 6277176"/>
                <a:gd name="connsiteY7" fmla="*/ 474085 h 5652909"/>
                <a:gd name="connsiteX8" fmla="*/ 3712854 w 6277176"/>
                <a:gd name="connsiteY8" fmla="*/ 822428 h 5652909"/>
                <a:gd name="connsiteX9" fmla="*/ 3901539 w 6277176"/>
                <a:gd name="connsiteY9" fmla="*/ 546657 h 5652909"/>
                <a:gd name="connsiteX10" fmla="*/ 4061195 w 6277176"/>
                <a:gd name="connsiteY10" fmla="*/ 706314 h 5652909"/>
                <a:gd name="connsiteX11" fmla="*/ 4351482 w 6277176"/>
                <a:gd name="connsiteY11" fmla="*/ 996600 h 5652909"/>
                <a:gd name="connsiteX12" fmla="*/ 4496624 w 6277176"/>
                <a:gd name="connsiteY12" fmla="*/ 1504600 h 5652909"/>
                <a:gd name="connsiteX13" fmla="*/ 4545609 w 6277176"/>
                <a:gd name="connsiteY13" fmla="*/ 2001714 h 5652909"/>
                <a:gd name="connsiteX14" fmla="*/ 4814124 w 6277176"/>
                <a:gd name="connsiteY14" fmla="*/ 2089707 h 5652909"/>
                <a:gd name="connsiteX15" fmla="*/ 5323937 w 6277176"/>
                <a:gd name="connsiteY15" fmla="*/ 1722314 h 5652909"/>
                <a:gd name="connsiteX16" fmla="*/ 5327565 w 6277176"/>
                <a:gd name="connsiteY16" fmla="*/ 1866550 h 5652909"/>
                <a:gd name="connsiteX17" fmla="*/ 5643251 w 6277176"/>
                <a:gd name="connsiteY17" fmla="*/ 2143228 h 5652909"/>
                <a:gd name="connsiteX18" fmla="*/ 5802908 w 6277176"/>
                <a:gd name="connsiteY18" fmla="*/ 2636714 h 5652909"/>
                <a:gd name="connsiteX19" fmla="*/ 6030601 w 6277176"/>
                <a:gd name="connsiteY19" fmla="*/ 3043567 h 5652909"/>
                <a:gd name="connsiteX20" fmla="*/ 6209307 w 6277176"/>
                <a:gd name="connsiteY20" fmla="*/ 3507571 h 5652909"/>
                <a:gd name="connsiteX21" fmla="*/ 5991593 w 6277176"/>
                <a:gd name="connsiteY21" fmla="*/ 3972028 h 5652909"/>
                <a:gd name="connsiteX22" fmla="*/ 5962564 w 6277176"/>
                <a:gd name="connsiteY22" fmla="*/ 4218771 h 5652909"/>
                <a:gd name="connsiteX23" fmla="*/ 5602973 w 6277176"/>
                <a:gd name="connsiteY23" fmla="*/ 5039191 h 5652909"/>
                <a:gd name="connsiteX24" fmla="*/ 5411022 w 6277176"/>
                <a:gd name="connsiteY24" fmla="*/ 5017057 h 5652909"/>
                <a:gd name="connsiteX25" fmla="*/ 4985753 w 6277176"/>
                <a:gd name="connsiteY25" fmla="*/ 5465911 h 5652909"/>
                <a:gd name="connsiteX26" fmla="*/ 4620613 w 6277176"/>
                <a:gd name="connsiteY26" fmla="*/ 5580652 h 5652909"/>
                <a:gd name="connsiteX27" fmla="*/ 4046679 w 6277176"/>
                <a:gd name="connsiteY27" fmla="*/ 5496028 h 5652909"/>
                <a:gd name="connsiteX28" fmla="*/ 3219364 w 6277176"/>
                <a:gd name="connsiteY28" fmla="*/ 5481514 h 5652909"/>
                <a:gd name="connsiteX29" fmla="*/ 183394 w 6277176"/>
                <a:gd name="connsiteY29" fmla="*/ 5234124 h 5652909"/>
                <a:gd name="connsiteX30" fmla="*/ 30994 w 6277176"/>
                <a:gd name="connsiteY30" fmla="*/ 4828370 h 5652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277176" h="5652909">
                  <a:moveTo>
                    <a:pt x="30994" y="4828370"/>
                  </a:moveTo>
                  <a:cubicBezTo>
                    <a:pt x="-162306" y="3511803"/>
                    <a:pt x="584193" y="3058837"/>
                    <a:pt x="1279893" y="2288370"/>
                  </a:cubicBezTo>
                  <a:cubicBezTo>
                    <a:pt x="2988552" y="1081265"/>
                    <a:pt x="2436611" y="458361"/>
                    <a:pt x="2405370" y="76756"/>
                  </a:cubicBezTo>
                  <a:cubicBezTo>
                    <a:pt x="2529746" y="61637"/>
                    <a:pt x="2875466" y="119089"/>
                    <a:pt x="2885542" y="256370"/>
                  </a:cubicBezTo>
                  <a:cubicBezTo>
                    <a:pt x="2880704" y="333780"/>
                    <a:pt x="3035522" y="77360"/>
                    <a:pt x="3030684" y="154770"/>
                  </a:cubicBezTo>
                  <a:cubicBezTo>
                    <a:pt x="3016170" y="246694"/>
                    <a:pt x="3094637" y="275571"/>
                    <a:pt x="3146798" y="357970"/>
                  </a:cubicBezTo>
                  <a:cubicBezTo>
                    <a:pt x="3237210" y="225678"/>
                    <a:pt x="3104691" y="104954"/>
                    <a:pt x="3157003" y="48862"/>
                  </a:cubicBezTo>
                  <a:cubicBezTo>
                    <a:pt x="3490075" y="-143377"/>
                    <a:pt x="3470950" y="280561"/>
                    <a:pt x="3451597" y="474085"/>
                  </a:cubicBezTo>
                  <a:cubicBezTo>
                    <a:pt x="3551232" y="480737"/>
                    <a:pt x="3670369" y="634801"/>
                    <a:pt x="3712854" y="822428"/>
                  </a:cubicBezTo>
                  <a:cubicBezTo>
                    <a:pt x="3698339" y="875647"/>
                    <a:pt x="3916054" y="493438"/>
                    <a:pt x="3901539" y="546657"/>
                  </a:cubicBezTo>
                  <a:cubicBezTo>
                    <a:pt x="3843482" y="691800"/>
                    <a:pt x="4119252" y="561171"/>
                    <a:pt x="4061195" y="706314"/>
                  </a:cubicBezTo>
                  <a:cubicBezTo>
                    <a:pt x="4027328" y="769209"/>
                    <a:pt x="4280574" y="476505"/>
                    <a:pt x="4351482" y="996600"/>
                  </a:cubicBezTo>
                  <a:cubicBezTo>
                    <a:pt x="4307939" y="1064333"/>
                    <a:pt x="4837347" y="888227"/>
                    <a:pt x="4496624" y="1504600"/>
                  </a:cubicBezTo>
                  <a:cubicBezTo>
                    <a:pt x="4409538" y="1611038"/>
                    <a:pt x="4721595" y="1800026"/>
                    <a:pt x="4545609" y="2001714"/>
                  </a:cubicBezTo>
                  <a:cubicBezTo>
                    <a:pt x="4782978" y="1969057"/>
                    <a:pt x="4824405" y="2090614"/>
                    <a:pt x="4814124" y="2089707"/>
                  </a:cubicBezTo>
                  <a:cubicBezTo>
                    <a:pt x="4749716" y="1971476"/>
                    <a:pt x="5032745" y="1650045"/>
                    <a:pt x="5323937" y="1722314"/>
                  </a:cubicBezTo>
                  <a:cubicBezTo>
                    <a:pt x="5255901" y="1699635"/>
                    <a:pt x="5414651" y="1793979"/>
                    <a:pt x="5327565" y="1866550"/>
                  </a:cubicBezTo>
                  <a:cubicBezTo>
                    <a:pt x="5235641" y="1948797"/>
                    <a:pt x="5690725" y="1794281"/>
                    <a:pt x="5643251" y="2143228"/>
                  </a:cubicBezTo>
                  <a:cubicBezTo>
                    <a:pt x="5787336" y="2285649"/>
                    <a:pt x="5992198" y="2462543"/>
                    <a:pt x="5802908" y="2636714"/>
                  </a:cubicBezTo>
                  <a:cubicBezTo>
                    <a:pt x="5919627" y="2680559"/>
                    <a:pt x="6180582" y="2980672"/>
                    <a:pt x="6030601" y="3043567"/>
                  </a:cubicBezTo>
                  <a:cubicBezTo>
                    <a:pt x="6168728" y="3156416"/>
                    <a:pt x="6330260" y="3478542"/>
                    <a:pt x="6209307" y="3507571"/>
                  </a:cubicBezTo>
                  <a:cubicBezTo>
                    <a:pt x="6411177" y="3781165"/>
                    <a:pt x="6109763" y="3873694"/>
                    <a:pt x="5991593" y="3972028"/>
                  </a:cubicBezTo>
                  <a:cubicBezTo>
                    <a:pt x="5856126" y="3967190"/>
                    <a:pt x="6098031" y="4223609"/>
                    <a:pt x="5962564" y="4218771"/>
                  </a:cubicBezTo>
                  <a:cubicBezTo>
                    <a:pt x="6092104" y="4507121"/>
                    <a:pt x="5595837" y="4517523"/>
                    <a:pt x="5602973" y="5039191"/>
                  </a:cubicBezTo>
                  <a:cubicBezTo>
                    <a:pt x="5488189" y="5172239"/>
                    <a:pt x="5510082" y="4904027"/>
                    <a:pt x="5411022" y="5017057"/>
                  </a:cubicBezTo>
                  <a:cubicBezTo>
                    <a:pt x="5276886" y="5105715"/>
                    <a:pt x="5363729" y="5461073"/>
                    <a:pt x="4985753" y="5465911"/>
                  </a:cubicBezTo>
                  <a:cubicBezTo>
                    <a:pt x="4810700" y="5694658"/>
                    <a:pt x="4742326" y="5542405"/>
                    <a:pt x="4620613" y="5580652"/>
                  </a:cubicBezTo>
                  <a:cubicBezTo>
                    <a:pt x="4356730" y="5562120"/>
                    <a:pt x="4371522" y="5773640"/>
                    <a:pt x="4046679" y="5496028"/>
                  </a:cubicBezTo>
                  <a:cubicBezTo>
                    <a:pt x="3770907" y="5626656"/>
                    <a:pt x="3466107" y="5510543"/>
                    <a:pt x="3219364" y="5481514"/>
                  </a:cubicBezTo>
                  <a:cubicBezTo>
                    <a:pt x="2207374" y="5399051"/>
                    <a:pt x="876070" y="6056815"/>
                    <a:pt x="183394" y="5234124"/>
                  </a:cubicBezTo>
                  <a:lnTo>
                    <a:pt x="30994" y="4828370"/>
                  </a:lnTo>
                  <a:close/>
                </a:path>
              </a:pathLst>
            </a:custGeom>
            <a:solidFill>
              <a:srgbClr val="82ED5C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9E005FB-5FA6-DDF6-5116-FAD11EE770CA}"/>
                </a:ext>
              </a:extLst>
            </p:cNvPr>
            <p:cNvSpPr/>
            <p:nvPr/>
          </p:nvSpPr>
          <p:spPr>
            <a:xfrm>
              <a:off x="2099742" y="2788770"/>
              <a:ext cx="6149355" cy="3928567"/>
            </a:xfrm>
            <a:custGeom>
              <a:avLst/>
              <a:gdLst>
                <a:gd name="connsiteX0" fmla="*/ 5087964 w 6149355"/>
                <a:gd name="connsiteY0" fmla="*/ 656 h 3928567"/>
                <a:gd name="connsiteX1" fmla="*/ 5141696 w 6149355"/>
                <a:gd name="connsiteY1" fmla="*/ 1386 h 3928567"/>
                <a:gd name="connsiteX2" fmla="*/ 5180301 w 6149355"/>
                <a:gd name="connsiteY2" fmla="*/ 7829 h 3928567"/>
                <a:gd name="connsiteX3" fmla="*/ 5180227 w 6149355"/>
                <a:gd name="connsiteY3" fmla="*/ 13232 h 3928567"/>
                <a:gd name="connsiteX4" fmla="*/ 5199744 w 6149355"/>
                <a:gd name="connsiteY4" fmla="*/ 154704 h 3928567"/>
                <a:gd name="connsiteX5" fmla="*/ 5515430 w 6149355"/>
                <a:gd name="connsiteY5" fmla="*/ 431382 h 3928567"/>
                <a:gd name="connsiteX6" fmla="*/ 5675087 w 6149355"/>
                <a:gd name="connsiteY6" fmla="*/ 924868 h 3928567"/>
                <a:gd name="connsiteX7" fmla="*/ 5902780 w 6149355"/>
                <a:gd name="connsiteY7" fmla="*/ 1331721 h 3928567"/>
                <a:gd name="connsiteX8" fmla="*/ 6081486 w 6149355"/>
                <a:gd name="connsiteY8" fmla="*/ 1795725 h 3928567"/>
                <a:gd name="connsiteX9" fmla="*/ 5863772 w 6149355"/>
                <a:gd name="connsiteY9" fmla="*/ 2260182 h 3928567"/>
                <a:gd name="connsiteX10" fmla="*/ 5834743 w 6149355"/>
                <a:gd name="connsiteY10" fmla="*/ 2506925 h 3928567"/>
                <a:gd name="connsiteX11" fmla="*/ 5475152 w 6149355"/>
                <a:gd name="connsiteY11" fmla="*/ 3327345 h 3928567"/>
                <a:gd name="connsiteX12" fmla="*/ 5283201 w 6149355"/>
                <a:gd name="connsiteY12" fmla="*/ 3305211 h 3928567"/>
                <a:gd name="connsiteX13" fmla="*/ 4857932 w 6149355"/>
                <a:gd name="connsiteY13" fmla="*/ 3754065 h 3928567"/>
                <a:gd name="connsiteX14" fmla="*/ 4492792 w 6149355"/>
                <a:gd name="connsiteY14" fmla="*/ 3868806 h 3928567"/>
                <a:gd name="connsiteX15" fmla="*/ 3918858 w 6149355"/>
                <a:gd name="connsiteY15" fmla="*/ 3784182 h 3928567"/>
                <a:gd name="connsiteX16" fmla="*/ 3910251 w 6149355"/>
                <a:gd name="connsiteY16" fmla="*/ 3787315 h 3928567"/>
                <a:gd name="connsiteX17" fmla="*/ 3908879 w 6149355"/>
                <a:gd name="connsiteY17" fmla="*/ 3785423 h 3928567"/>
                <a:gd name="connsiteX18" fmla="*/ 3280229 w 6149355"/>
                <a:gd name="connsiteY18" fmla="*/ 3232640 h 3928567"/>
                <a:gd name="connsiteX19" fmla="*/ 319315 w 6149355"/>
                <a:gd name="connsiteY19" fmla="*/ 3377783 h 3928567"/>
                <a:gd name="connsiteX20" fmla="*/ 0 w 6149355"/>
                <a:gd name="connsiteY20" fmla="*/ 3013220 h 3928567"/>
                <a:gd name="connsiteX21" fmla="*/ 2786743 w 6149355"/>
                <a:gd name="connsiteY21" fmla="*/ 1781212 h 3928567"/>
                <a:gd name="connsiteX22" fmla="*/ 3120572 w 6149355"/>
                <a:gd name="connsiteY22" fmla="*/ 1414726 h 3928567"/>
                <a:gd name="connsiteX23" fmla="*/ 3471092 w 6149355"/>
                <a:gd name="connsiteY23" fmla="*/ 1224226 h 3928567"/>
                <a:gd name="connsiteX24" fmla="*/ 3768272 w 6149355"/>
                <a:gd name="connsiteY24" fmla="*/ 1071826 h 3928567"/>
                <a:gd name="connsiteX25" fmla="*/ 4233092 w 6149355"/>
                <a:gd name="connsiteY25" fmla="*/ 538426 h 3928567"/>
                <a:gd name="connsiteX26" fmla="*/ 4488817 w 6149355"/>
                <a:gd name="connsiteY26" fmla="*/ 284940 h 3928567"/>
                <a:gd name="connsiteX27" fmla="*/ 4497898 w 6149355"/>
                <a:gd name="connsiteY27" fmla="*/ 284310 h 3928567"/>
                <a:gd name="connsiteX28" fmla="*/ 4668449 w 6149355"/>
                <a:gd name="connsiteY28" fmla="*/ 341807 h 3928567"/>
                <a:gd name="connsiteX29" fmla="*/ 4679002 w 6149355"/>
                <a:gd name="connsiteY29" fmla="*/ 355831 h 3928567"/>
                <a:gd name="connsiteX30" fmla="*/ 4686303 w 6149355"/>
                <a:gd name="connsiteY30" fmla="*/ 377861 h 3928567"/>
                <a:gd name="connsiteX31" fmla="*/ 4682065 w 6149355"/>
                <a:gd name="connsiteY31" fmla="*/ 359902 h 3928567"/>
                <a:gd name="connsiteX32" fmla="*/ 4679002 w 6149355"/>
                <a:gd name="connsiteY32" fmla="*/ 355831 h 3928567"/>
                <a:gd name="connsiteX33" fmla="*/ 4678215 w 6149355"/>
                <a:gd name="connsiteY33" fmla="*/ 353457 h 3928567"/>
                <a:gd name="connsiteX34" fmla="*/ 5087964 w 6149355"/>
                <a:gd name="connsiteY34" fmla="*/ 656 h 3928567"/>
                <a:gd name="connsiteX0" fmla="*/ 0 w 6149355"/>
                <a:gd name="connsiteY0" fmla="*/ 3013220 h 3928567"/>
                <a:gd name="connsiteX1" fmla="*/ 2786743 w 6149355"/>
                <a:gd name="connsiteY1" fmla="*/ 1781212 h 3928567"/>
                <a:gd name="connsiteX2" fmla="*/ 3120572 w 6149355"/>
                <a:gd name="connsiteY2" fmla="*/ 1414726 h 3928567"/>
                <a:gd name="connsiteX3" fmla="*/ 3471092 w 6149355"/>
                <a:gd name="connsiteY3" fmla="*/ 1224226 h 3928567"/>
                <a:gd name="connsiteX4" fmla="*/ 3768272 w 6149355"/>
                <a:gd name="connsiteY4" fmla="*/ 1071826 h 3928567"/>
                <a:gd name="connsiteX5" fmla="*/ 4233092 w 6149355"/>
                <a:gd name="connsiteY5" fmla="*/ 538426 h 3928567"/>
                <a:gd name="connsiteX6" fmla="*/ 4488817 w 6149355"/>
                <a:gd name="connsiteY6" fmla="*/ 284940 h 3928567"/>
                <a:gd name="connsiteX7" fmla="*/ 4497898 w 6149355"/>
                <a:gd name="connsiteY7" fmla="*/ 284310 h 3928567"/>
                <a:gd name="connsiteX8" fmla="*/ 4668449 w 6149355"/>
                <a:gd name="connsiteY8" fmla="*/ 341807 h 3928567"/>
                <a:gd name="connsiteX9" fmla="*/ 4679002 w 6149355"/>
                <a:gd name="connsiteY9" fmla="*/ 355831 h 3928567"/>
                <a:gd name="connsiteX10" fmla="*/ 4686303 w 6149355"/>
                <a:gd name="connsiteY10" fmla="*/ 377861 h 3928567"/>
                <a:gd name="connsiteX11" fmla="*/ 4682065 w 6149355"/>
                <a:gd name="connsiteY11" fmla="*/ 359902 h 3928567"/>
                <a:gd name="connsiteX12" fmla="*/ 4679002 w 6149355"/>
                <a:gd name="connsiteY12" fmla="*/ 355831 h 3928567"/>
                <a:gd name="connsiteX13" fmla="*/ 4678215 w 6149355"/>
                <a:gd name="connsiteY13" fmla="*/ 353457 h 3928567"/>
                <a:gd name="connsiteX14" fmla="*/ 5087964 w 6149355"/>
                <a:gd name="connsiteY14" fmla="*/ 656 h 3928567"/>
                <a:gd name="connsiteX15" fmla="*/ 5141696 w 6149355"/>
                <a:gd name="connsiteY15" fmla="*/ 1386 h 3928567"/>
                <a:gd name="connsiteX16" fmla="*/ 5180301 w 6149355"/>
                <a:gd name="connsiteY16" fmla="*/ 7829 h 3928567"/>
                <a:gd name="connsiteX17" fmla="*/ 5180227 w 6149355"/>
                <a:gd name="connsiteY17" fmla="*/ 13232 h 3928567"/>
                <a:gd name="connsiteX18" fmla="*/ 5199744 w 6149355"/>
                <a:gd name="connsiteY18" fmla="*/ 154704 h 3928567"/>
                <a:gd name="connsiteX19" fmla="*/ 5515430 w 6149355"/>
                <a:gd name="connsiteY19" fmla="*/ 431382 h 3928567"/>
                <a:gd name="connsiteX20" fmla="*/ 5675087 w 6149355"/>
                <a:gd name="connsiteY20" fmla="*/ 924868 h 3928567"/>
                <a:gd name="connsiteX21" fmla="*/ 5902780 w 6149355"/>
                <a:gd name="connsiteY21" fmla="*/ 1331721 h 3928567"/>
                <a:gd name="connsiteX22" fmla="*/ 6081486 w 6149355"/>
                <a:gd name="connsiteY22" fmla="*/ 1795725 h 3928567"/>
                <a:gd name="connsiteX23" fmla="*/ 5863772 w 6149355"/>
                <a:gd name="connsiteY23" fmla="*/ 2260182 h 3928567"/>
                <a:gd name="connsiteX24" fmla="*/ 5834743 w 6149355"/>
                <a:gd name="connsiteY24" fmla="*/ 2506925 h 3928567"/>
                <a:gd name="connsiteX25" fmla="*/ 5475152 w 6149355"/>
                <a:gd name="connsiteY25" fmla="*/ 3327345 h 3928567"/>
                <a:gd name="connsiteX26" fmla="*/ 5283201 w 6149355"/>
                <a:gd name="connsiteY26" fmla="*/ 3305211 h 3928567"/>
                <a:gd name="connsiteX27" fmla="*/ 4857932 w 6149355"/>
                <a:gd name="connsiteY27" fmla="*/ 3754065 h 3928567"/>
                <a:gd name="connsiteX28" fmla="*/ 4492792 w 6149355"/>
                <a:gd name="connsiteY28" fmla="*/ 3868806 h 3928567"/>
                <a:gd name="connsiteX29" fmla="*/ 3918858 w 6149355"/>
                <a:gd name="connsiteY29" fmla="*/ 3784182 h 3928567"/>
                <a:gd name="connsiteX30" fmla="*/ 3910251 w 6149355"/>
                <a:gd name="connsiteY30" fmla="*/ 3787315 h 3928567"/>
                <a:gd name="connsiteX31" fmla="*/ 3908879 w 6149355"/>
                <a:gd name="connsiteY31" fmla="*/ 3785423 h 3928567"/>
                <a:gd name="connsiteX32" fmla="*/ 3280229 w 6149355"/>
                <a:gd name="connsiteY32" fmla="*/ 3232640 h 3928567"/>
                <a:gd name="connsiteX33" fmla="*/ 319315 w 6149355"/>
                <a:gd name="connsiteY33" fmla="*/ 3377783 h 3928567"/>
                <a:gd name="connsiteX34" fmla="*/ 91440 w 6149355"/>
                <a:gd name="connsiteY34" fmla="*/ 3104660 h 3928567"/>
                <a:gd name="connsiteX0" fmla="*/ 0 w 6149355"/>
                <a:gd name="connsiteY0" fmla="*/ 3013220 h 3928567"/>
                <a:gd name="connsiteX1" fmla="*/ 2786743 w 6149355"/>
                <a:gd name="connsiteY1" fmla="*/ 1781212 h 3928567"/>
                <a:gd name="connsiteX2" fmla="*/ 3120572 w 6149355"/>
                <a:gd name="connsiteY2" fmla="*/ 1414726 h 3928567"/>
                <a:gd name="connsiteX3" fmla="*/ 3471092 w 6149355"/>
                <a:gd name="connsiteY3" fmla="*/ 1224226 h 3928567"/>
                <a:gd name="connsiteX4" fmla="*/ 3768272 w 6149355"/>
                <a:gd name="connsiteY4" fmla="*/ 1071826 h 3928567"/>
                <a:gd name="connsiteX5" fmla="*/ 4233092 w 6149355"/>
                <a:gd name="connsiteY5" fmla="*/ 538426 h 3928567"/>
                <a:gd name="connsiteX6" fmla="*/ 4488817 w 6149355"/>
                <a:gd name="connsiteY6" fmla="*/ 284940 h 3928567"/>
                <a:gd name="connsiteX7" fmla="*/ 4497898 w 6149355"/>
                <a:gd name="connsiteY7" fmla="*/ 284310 h 3928567"/>
                <a:gd name="connsiteX8" fmla="*/ 4668449 w 6149355"/>
                <a:gd name="connsiteY8" fmla="*/ 341807 h 3928567"/>
                <a:gd name="connsiteX9" fmla="*/ 4679002 w 6149355"/>
                <a:gd name="connsiteY9" fmla="*/ 355831 h 3928567"/>
                <a:gd name="connsiteX10" fmla="*/ 4686303 w 6149355"/>
                <a:gd name="connsiteY10" fmla="*/ 377861 h 3928567"/>
                <a:gd name="connsiteX11" fmla="*/ 4682065 w 6149355"/>
                <a:gd name="connsiteY11" fmla="*/ 359902 h 3928567"/>
                <a:gd name="connsiteX12" fmla="*/ 4679002 w 6149355"/>
                <a:gd name="connsiteY12" fmla="*/ 355831 h 3928567"/>
                <a:gd name="connsiteX13" fmla="*/ 4678215 w 6149355"/>
                <a:gd name="connsiteY13" fmla="*/ 353457 h 3928567"/>
                <a:gd name="connsiteX14" fmla="*/ 5087964 w 6149355"/>
                <a:gd name="connsiteY14" fmla="*/ 656 h 3928567"/>
                <a:gd name="connsiteX15" fmla="*/ 5141696 w 6149355"/>
                <a:gd name="connsiteY15" fmla="*/ 1386 h 3928567"/>
                <a:gd name="connsiteX16" fmla="*/ 5180301 w 6149355"/>
                <a:gd name="connsiteY16" fmla="*/ 7829 h 3928567"/>
                <a:gd name="connsiteX17" fmla="*/ 5180227 w 6149355"/>
                <a:gd name="connsiteY17" fmla="*/ 13232 h 3928567"/>
                <a:gd name="connsiteX18" fmla="*/ 5199744 w 6149355"/>
                <a:gd name="connsiteY18" fmla="*/ 154704 h 3928567"/>
                <a:gd name="connsiteX19" fmla="*/ 5515430 w 6149355"/>
                <a:gd name="connsiteY19" fmla="*/ 431382 h 3928567"/>
                <a:gd name="connsiteX20" fmla="*/ 5675087 w 6149355"/>
                <a:gd name="connsiteY20" fmla="*/ 924868 h 3928567"/>
                <a:gd name="connsiteX21" fmla="*/ 5902780 w 6149355"/>
                <a:gd name="connsiteY21" fmla="*/ 1331721 h 3928567"/>
                <a:gd name="connsiteX22" fmla="*/ 6081486 w 6149355"/>
                <a:gd name="connsiteY22" fmla="*/ 1795725 h 3928567"/>
                <a:gd name="connsiteX23" fmla="*/ 5863772 w 6149355"/>
                <a:gd name="connsiteY23" fmla="*/ 2260182 h 3928567"/>
                <a:gd name="connsiteX24" fmla="*/ 5834743 w 6149355"/>
                <a:gd name="connsiteY24" fmla="*/ 2506925 h 3928567"/>
                <a:gd name="connsiteX25" fmla="*/ 5475152 w 6149355"/>
                <a:gd name="connsiteY25" fmla="*/ 3327345 h 3928567"/>
                <a:gd name="connsiteX26" fmla="*/ 5283201 w 6149355"/>
                <a:gd name="connsiteY26" fmla="*/ 3305211 h 3928567"/>
                <a:gd name="connsiteX27" fmla="*/ 4857932 w 6149355"/>
                <a:gd name="connsiteY27" fmla="*/ 3754065 h 3928567"/>
                <a:gd name="connsiteX28" fmla="*/ 4492792 w 6149355"/>
                <a:gd name="connsiteY28" fmla="*/ 3868806 h 3928567"/>
                <a:gd name="connsiteX29" fmla="*/ 3918858 w 6149355"/>
                <a:gd name="connsiteY29" fmla="*/ 3784182 h 3928567"/>
                <a:gd name="connsiteX30" fmla="*/ 3910251 w 6149355"/>
                <a:gd name="connsiteY30" fmla="*/ 3787315 h 3928567"/>
                <a:gd name="connsiteX31" fmla="*/ 3908879 w 6149355"/>
                <a:gd name="connsiteY31" fmla="*/ 3785423 h 3928567"/>
                <a:gd name="connsiteX32" fmla="*/ 3280229 w 6149355"/>
                <a:gd name="connsiteY32" fmla="*/ 3232640 h 3928567"/>
                <a:gd name="connsiteX33" fmla="*/ 319315 w 6149355"/>
                <a:gd name="connsiteY33" fmla="*/ 3377783 h 392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6149355" h="3928567">
                  <a:moveTo>
                    <a:pt x="0" y="3013220"/>
                  </a:moveTo>
                  <a:cubicBezTo>
                    <a:pt x="720876" y="1920379"/>
                    <a:pt x="2228064" y="2094636"/>
                    <a:pt x="2786743" y="1781212"/>
                  </a:cubicBezTo>
                  <a:cubicBezTo>
                    <a:pt x="2882779" y="1600630"/>
                    <a:pt x="3009296" y="1519108"/>
                    <a:pt x="3120572" y="1414726"/>
                  </a:cubicBezTo>
                  <a:cubicBezTo>
                    <a:pt x="3176452" y="1244546"/>
                    <a:pt x="3369492" y="1325826"/>
                    <a:pt x="3471092" y="1224226"/>
                  </a:cubicBezTo>
                  <a:cubicBezTo>
                    <a:pt x="3514272" y="1021026"/>
                    <a:pt x="3633652" y="1099766"/>
                    <a:pt x="3768272" y="1071826"/>
                  </a:cubicBezTo>
                  <a:cubicBezTo>
                    <a:pt x="3885112" y="695906"/>
                    <a:pt x="3940992" y="617166"/>
                    <a:pt x="4233092" y="538426"/>
                  </a:cubicBezTo>
                  <a:lnTo>
                    <a:pt x="4488817" y="284940"/>
                  </a:lnTo>
                  <a:lnTo>
                    <a:pt x="4497898" y="284310"/>
                  </a:lnTo>
                  <a:cubicBezTo>
                    <a:pt x="4593217" y="285097"/>
                    <a:pt x="4644057" y="315791"/>
                    <a:pt x="4668449" y="341807"/>
                  </a:cubicBezTo>
                  <a:lnTo>
                    <a:pt x="4679002" y="355831"/>
                  </a:lnTo>
                  <a:lnTo>
                    <a:pt x="4686303" y="377861"/>
                  </a:lnTo>
                  <a:cubicBezTo>
                    <a:pt x="4688873" y="378088"/>
                    <a:pt x="4688212" y="370661"/>
                    <a:pt x="4682065" y="359902"/>
                  </a:cubicBezTo>
                  <a:lnTo>
                    <a:pt x="4679002" y="355831"/>
                  </a:lnTo>
                  <a:lnTo>
                    <a:pt x="4678215" y="353457"/>
                  </a:lnTo>
                  <a:cubicBezTo>
                    <a:pt x="4660094" y="238652"/>
                    <a:pt x="4857336" y="14330"/>
                    <a:pt x="5087964" y="656"/>
                  </a:cubicBezTo>
                  <a:cubicBezTo>
                    <a:pt x="5105705" y="-396"/>
                    <a:pt x="5123643" y="-201"/>
                    <a:pt x="5141696" y="1386"/>
                  </a:cubicBezTo>
                  <a:lnTo>
                    <a:pt x="5180301" y="7829"/>
                  </a:lnTo>
                  <a:cubicBezTo>
                    <a:pt x="5180276" y="9630"/>
                    <a:pt x="5180252" y="11431"/>
                    <a:pt x="5180227" y="13232"/>
                  </a:cubicBezTo>
                  <a:cubicBezTo>
                    <a:pt x="5192090" y="33600"/>
                    <a:pt x="5265059" y="100276"/>
                    <a:pt x="5199744" y="154704"/>
                  </a:cubicBezTo>
                  <a:cubicBezTo>
                    <a:pt x="5107820" y="236951"/>
                    <a:pt x="5562904" y="82435"/>
                    <a:pt x="5515430" y="431382"/>
                  </a:cubicBezTo>
                  <a:cubicBezTo>
                    <a:pt x="5659515" y="573803"/>
                    <a:pt x="5864377" y="750697"/>
                    <a:pt x="5675087" y="924868"/>
                  </a:cubicBezTo>
                  <a:cubicBezTo>
                    <a:pt x="5791806" y="968713"/>
                    <a:pt x="6052761" y="1268826"/>
                    <a:pt x="5902780" y="1331721"/>
                  </a:cubicBezTo>
                  <a:cubicBezTo>
                    <a:pt x="6040907" y="1444570"/>
                    <a:pt x="6202439" y="1766696"/>
                    <a:pt x="6081486" y="1795725"/>
                  </a:cubicBezTo>
                  <a:cubicBezTo>
                    <a:pt x="6283356" y="2069319"/>
                    <a:pt x="5981942" y="2161848"/>
                    <a:pt x="5863772" y="2260182"/>
                  </a:cubicBezTo>
                  <a:cubicBezTo>
                    <a:pt x="5728305" y="2255344"/>
                    <a:pt x="5970210" y="2511763"/>
                    <a:pt x="5834743" y="2506925"/>
                  </a:cubicBezTo>
                  <a:cubicBezTo>
                    <a:pt x="5964283" y="2795275"/>
                    <a:pt x="5468016" y="2805677"/>
                    <a:pt x="5475152" y="3327345"/>
                  </a:cubicBezTo>
                  <a:cubicBezTo>
                    <a:pt x="5360368" y="3460393"/>
                    <a:pt x="5382261" y="3192181"/>
                    <a:pt x="5283201" y="3305211"/>
                  </a:cubicBezTo>
                  <a:cubicBezTo>
                    <a:pt x="5149065" y="3393869"/>
                    <a:pt x="5235908" y="3749227"/>
                    <a:pt x="4857932" y="3754065"/>
                  </a:cubicBezTo>
                  <a:cubicBezTo>
                    <a:pt x="4682879" y="3982812"/>
                    <a:pt x="4614505" y="3830559"/>
                    <a:pt x="4492792" y="3868806"/>
                  </a:cubicBezTo>
                  <a:cubicBezTo>
                    <a:pt x="4228909" y="3850274"/>
                    <a:pt x="4243701" y="4061794"/>
                    <a:pt x="3918858" y="3784182"/>
                  </a:cubicBezTo>
                  <a:lnTo>
                    <a:pt x="3910251" y="3787315"/>
                  </a:lnTo>
                  <a:lnTo>
                    <a:pt x="3908879" y="3785423"/>
                  </a:lnTo>
                  <a:cubicBezTo>
                    <a:pt x="3739697" y="3540686"/>
                    <a:pt x="3582610" y="3243828"/>
                    <a:pt x="3280229" y="3232640"/>
                  </a:cubicBezTo>
                  <a:cubicBezTo>
                    <a:pt x="2624667" y="3324564"/>
                    <a:pt x="757163" y="3453058"/>
                    <a:pt x="319315" y="3377783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815FC7B-4585-50D7-E94E-0A070BD75DD2}"/>
                </a:ext>
              </a:extLst>
            </p:cNvPr>
            <p:cNvSpPr/>
            <p:nvPr/>
          </p:nvSpPr>
          <p:spPr>
            <a:xfrm>
              <a:off x="4860383" y="1236664"/>
              <a:ext cx="660440" cy="640370"/>
            </a:xfrm>
            <a:custGeom>
              <a:avLst/>
              <a:gdLst>
                <a:gd name="connsiteX0" fmla="*/ 512398 w 660440"/>
                <a:gd name="connsiteY0" fmla="*/ 0 h 640370"/>
                <a:gd name="connsiteX1" fmla="*/ 519939 w 660440"/>
                <a:gd name="connsiteY1" fmla="*/ 35942 h 640370"/>
                <a:gd name="connsiteX2" fmla="*/ 516824 w 660440"/>
                <a:gd name="connsiteY2" fmla="*/ 306218 h 640370"/>
                <a:gd name="connsiteX3" fmla="*/ 632070 w 660440"/>
                <a:gd name="connsiteY3" fmla="*/ 369887 h 640370"/>
                <a:gd name="connsiteX4" fmla="*/ 660440 w 660440"/>
                <a:gd name="connsiteY4" fmla="*/ 402744 h 640370"/>
                <a:gd name="connsiteX5" fmla="*/ 601980 w 660440"/>
                <a:gd name="connsiteY5" fmla="*/ 464377 h 640370"/>
                <a:gd name="connsiteX6" fmla="*/ 301159 w 660440"/>
                <a:gd name="connsiteY6" fmla="*/ 533993 h 640370"/>
                <a:gd name="connsiteX7" fmla="*/ 11066 w 660440"/>
                <a:gd name="connsiteY7" fmla="*/ 434762 h 640370"/>
                <a:gd name="connsiteX8" fmla="*/ 512398 w 660440"/>
                <a:gd name="connsiteY8" fmla="*/ 0 h 640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60440" h="640370">
                  <a:moveTo>
                    <a:pt x="512398" y="0"/>
                  </a:moveTo>
                  <a:lnTo>
                    <a:pt x="519939" y="35942"/>
                  </a:lnTo>
                  <a:cubicBezTo>
                    <a:pt x="531307" y="128673"/>
                    <a:pt x="524081" y="233647"/>
                    <a:pt x="516824" y="306218"/>
                  </a:cubicBezTo>
                  <a:cubicBezTo>
                    <a:pt x="554187" y="308713"/>
                    <a:pt x="594293" y="331937"/>
                    <a:pt x="632070" y="369887"/>
                  </a:cubicBezTo>
                  <a:lnTo>
                    <a:pt x="660440" y="402744"/>
                  </a:lnTo>
                  <a:lnTo>
                    <a:pt x="601980" y="464377"/>
                  </a:lnTo>
                  <a:cubicBezTo>
                    <a:pt x="462456" y="611475"/>
                    <a:pt x="329473" y="737925"/>
                    <a:pt x="301159" y="533993"/>
                  </a:cubicBezTo>
                  <a:cubicBezTo>
                    <a:pt x="204461" y="500916"/>
                    <a:pt x="-56629" y="517449"/>
                    <a:pt x="11066" y="434762"/>
                  </a:cubicBezTo>
                  <a:lnTo>
                    <a:pt x="512398" y="0"/>
                  </a:lnTo>
                  <a:close/>
                </a:path>
              </a:pathLst>
            </a:custGeom>
            <a:solidFill>
              <a:srgbClr val="41A81D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01BA876E-CB14-7AB0-D266-AEEDBA17B463}"/>
              </a:ext>
            </a:extLst>
          </p:cNvPr>
          <p:cNvGrpSpPr/>
          <p:nvPr/>
        </p:nvGrpSpPr>
        <p:grpSpPr>
          <a:xfrm>
            <a:off x="6877887" y="7276"/>
            <a:ext cx="6338115" cy="5652909"/>
            <a:chOff x="1888072" y="1064428"/>
            <a:chExt cx="6338115" cy="5652909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F74B8E56-D202-4196-CD52-64F9A3BE819D}"/>
                </a:ext>
              </a:extLst>
            </p:cNvPr>
            <p:cNvSpPr/>
            <p:nvPr/>
          </p:nvSpPr>
          <p:spPr>
            <a:xfrm rot="20451981">
              <a:off x="1888072" y="5668920"/>
              <a:ext cx="472092" cy="699605"/>
            </a:xfrm>
            <a:prstGeom prst="roundRect">
              <a:avLst>
                <a:gd name="adj" fmla="val 44337"/>
              </a:avLst>
            </a:prstGeom>
            <a:solidFill>
              <a:srgbClr val="D4E39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09A535D-E207-8C50-7A10-2BBD43380200}"/>
                </a:ext>
              </a:extLst>
            </p:cNvPr>
            <p:cNvSpPr/>
            <p:nvPr/>
          </p:nvSpPr>
          <p:spPr>
            <a:xfrm rot="9635174">
              <a:off x="6109919" y="2454165"/>
              <a:ext cx="898289" cy="1068294"/>
            </a:xfrm>
            <a:custGeom>
              <a:avLst/>
              <a:gdLst>
                <a:gd name="connsiteX0" fmla="*/ 0 w 970643"/>
                <a:gd name="connsiteY0" fmla="*/ 0 h 981075"/>
                <a:gd name="connsiteX1" fmla="*/ 970643 w 970643"/>
                <a:gd name="connsiteY1" fmla="*/ 0 h 981075"/>
                <a:gd name="connsiteX2" fmla="*/ 970643 w 970643"/>
                <a:gd name="connsiteY2" fmla="*/ 981075 h 981075"/>
                <a:gd name="connsiteX3" fmla="*/ 0 w 970643"/>
                <a:gd name="connsiteY3" fmla="*/ 981075 h 981075"/>
                <a:gd name="connsiteX4" fmla="*/ 0 w 970643"/>
                <a:gd name="connsiteY4" fmla="*/ 0 h 981075"/>
                <a:gd name="connsiteX0" fmla="*/ 0 w 1075418"/>
                <a:gd name="connsiteY0" fmla="*/ 0 h 981075"/>
                <a:gd name="connsiteX1" fmla="*/ 1075418 w 1075418"/>
                <a:gd name="connsiteY1" fmla="*/ 95250 h 981075"/>
                <a:gd name="connsiteX2" fmla="*/ 970643 w 1075418"/>
                <a:gd name="connsiteY2" fmla="*/ 981075 h 981075"/>
                <a:gd name="connsiteX3" fmla="*/ 0 w 1075418"/>
                <a:gd name="connsiteY3" fmla="*/ 981075 h 981075"/>
                <a:gd name="connsiteX4" fmla="*/ 0 w 1075418"/>
                <a:gd name="connsiteY4" fmla="*/ 0 h 981075"/>
                <a:gd name="connsiteX0" fmla="*/ 847725 w 1075418"/>
                <a:gd name="connsiteY0" fmla="*/ 0 h 1219200"/>
                <a:gd name="connsiteX1" fmla="*/ 1075418 w 1075418"/>
                <a:gd name="connsiteY1" fmla="*/ 333375 h 1219200"/>
                <a:gd name="connsiteX2" fmla="*/ 970643 w 1075418"/>
                <a:gd name="connsiteY2" fmla="*/ 1219200 h 1219200"/>
                <a:gd name="connsiteX3" fmla="*/ 0 w 1075418"/>
                <a:gd name="connsiteY3" fmla="*/ 1219200 h 1219200"/>
                <a:gd name="connsiteX4" fmla="*/ 847725 w 1075418"/>
                <a:gd name="connsiteY4" fmla="*/ 0 h 1219200"/>
                <a:gd name="connsiteX0" fmla="*/ 590550 w 818243"/>
                <a:gd name="connsiteY0" fmla="*/ 0 h 1219200"/>
                <a:gd name="connsiteX1" fmla="*/ 818243 w 818243"/>
                <a:gd name="connsiteY1" fmla="*/ 333375 h 1219200"/>
                <a:gd name="connsiteX2" fmla="*/ 713468 w 818243"/>
                <a:gd name="connsiteY2" fmla="*/ 1219200 h 1219200"/>
                <a:gd name="connsiteX3" fmla="*/ 0 w 818243"/>
                <a:gd name="connsiteY3" fmla="*/ 561975 h 1219200"/>
                <a:gd name="connsiteX4" fmla="*/ 590550 w 818243"/>
                <a:gd name="connsiteY4" fmla="*/ 0 h 1219200"/>
                <a:gd name="connsiteX0" fmla="*/ 590550 w 818243"/>
                <a:gd name="connsiteY0" fmla="*/ 0 h 1219200"/>
                <a:gd name="connsiteX1" fmla="*/ 818243 w 818243"/>
                <a:gd name="connsiteY1" fmla="*/ 333375 h 1219200"/>
                <a:gd name="connsiteX2" fmla="*/ 713468 w 818243"/>
                <a:gd name="connsiteY2" fmla="*/ 1219200 h 1219200"/>
                <a:gd name="connsiteX3" fmla="*/ 294367 w 818243"/>
                <a:gd name="connsiteY3" fmla="*/ 647700 h 1219200"/>
                <a:gd name="connsiteX4" fmla="*/ 0 w 818243"/>
                <a:gd name="connsiteY4" fmla="*/ 561975 h 1219200"/>
                <a:gd name="connsiteX5" fmla="*/ 590550 w 818243"/>
                <a:gd name="connsiteY5" fmla="*/ 0 h 1219200"/>
                <a:gd name="connsiteX0" fmla="*/ 590550 w 818243"/>
                <a:gd name="connsiteY0" fmla="*/ 0 h 672803"/>
                <a:gd name="connsiteX1" fmla="*/ 818243 w 818243"/>
                <a:gd name="connsiteY1" fmla="*/ 333375 h 672803"/>
                <a:gd name="connsiteX2" fmla="*/ 722993 w 818243"/>
                <a:gd name="connsiteY2" fmla="*/ 514350 h 672803"/>
                <a:gd name="connsiteX3" fmla="*/ 294367 w 818243"/>
                <a:gd name="connsiteY3" fmla="*/ 647700 h 672803"/>
                <a:gd name="connsiteX4" fmla="*/ 0 w 818243"/>
                <a:gd name="connsiteY4" fmla="*/ 561975 h 672803"/>
                <a:gd name="connsiteX5" fmla="*/ 590550 w 818243"/>
                <a:gd name="connsiteY5" fmla="*/ 0 h 672803"/>
                <a:gd name="connsiteX0" fmla="*/ 590550 w 818243"/>
                <a:gd name="connsiteY0" fmla="*/ 0 h 647700"/>
                <a:gd name="connsiteX1" fmla="*/ 818243 w 818243"/>
                <a:gd name="connsiteY1" fmla="*/ 333375 h 647700"/>
                <a:gd name="connsiteX2" fmla="*/ 294367 w 818243"/>
                <a:gd name="connsiteY2" fmla="*/ 647700 h 647700"/>
                <a:gd name="connsiteX3" fmla="*/ 0 w 818243"/>
                <a:gd name="connsiteY3" fmla="*/ 561975 h 647700"/>
                <a:gd name="connsiteX4" fmla="*/ 590550 w 818243"/>
                <a:gd name="connsiteY4" fmla="*/ 0 h 647700"/>
                <a:gd name="connsiteX0" fmla="*/ 590550 w 818243"/>
                <a:gd name="connsiteY0" fmla="*/ 0 h 750764"/>
                <a:gd name="connsiteX1" fmla="*/ 818243 w 818243"/>
                <a:gd name="connsiteY1" fmla="*/ 333375 h 750764"/>
                <a:gd name="connsiteX2" fmla="*/ 294367 w 818243"/>
                <a:gd name="connsiteY2" fmla="*/ 647700 h 750764"/>
                <a:gd name="connsiteX3" fmla="*/ 0 w 818243"/>
                <a:gd name="connsiteY3" fmla="*/ 561975 h 750764"/>
                <a:gd name="connsiteX4" fmla="*/ 590550 w 818243"/>
                <a:gd name="connsiteY4" fmla="*/ 0 h 750764"/>
                <a:gd name="connsiteX0" fmla="*/ 600502 w 828195"/>
                <a:gd name="connsiteY0" fmla="*/ 0 h 750764"/>
                <a:gd name="connsiteX1" fmla="*/ 828195 w 828195"/>
                <a:gd name="connsiteY1" fmla="*/ 333375 h 750764"/>
                <a:gd name="connsiteX2" fmla="*/ 304319 w 828195"/>
                <a:gd name="connsiteY2" fmla="*/ 647700 h 750764"/>
                <a:gd name="connsiteX3" fmla="*/ 9952 w 828195"/>
                <a:gd name="connsiteY3" fmla="*/ 561975 h 750764"/>
                <a:gd name="connsiteX4" fmla="*/ 600502 w 828195"/>
                <a:gd name="connsiteY4" fmla="*/ 0 h 750764"/>
                <a:gd name="connsiteX0" fmla="*/ 600502 w 929221"/>
                <a:gd name="connsiteY0" fmla="*/ 0 h 752286"/>
                <a:gd name="connsiteX1" fmla="*/ 929221 w 929221"/>
                <a:gd name="connsiteY1" fmla="*/ 344741 h 752286"/>
                <a:gd name="connsiteX2" fmla="*/ 304319 w 929221"/>
                <a:gd name="connsiteY2" fmla="*/ 647700 h 752286"/>
                <a:gd name="connsiteX3" fmla="*/ 9952 w 929221"/>
                <a:gd name="connsiteY3" fmla="*/ 561975 h 752286"/>
                <a:gd name="connsiteX4" fmla="*/ 600502 w 929221"/>
                <a:gd name="connsiteY4" fmla="*/ 0 h 752286"/>
                <a:gd name="connsiteX0" fmla="*/ 600502 w 929221"/>
                <a:gd name="connsiteY0" fmla="*/ 0 h 792356"/>
                <a:gd name="connsiteX1" fmla="*/ 929221 w 929221"/>
                <a:gd name="connsiteY1" fmla="*/ 344741 h 792356"/>
                <a:gd name="connsiteX2" fmla="*/ 304319 w 929221"/>
                <a:gd name="connsiteY2" fmla="*/ 647700 h 792356"/>
                <a:gd name="connsiteX3" fmla="*/ 9952 w 929221"/>
                <a:gd name="connsiteY3" fmla="*/ 561975 h 792356"/>
                <a:gd name="connsiteX4" fmla="*/ 600502 w 929221"/>
                <a:gd name="connsiteY4" fmla="*/ 0 h 792356"/>
                <a:gd name="connsiteX0" fmla="*/ 601649 w 930368"/>
                <a:gd name="connsiteY0" fmla="*/ 0 h 609183"/>
                <a:gd name="connsiteX1" fmla="*/ 930368 w 930368"/>
                <a:gd name="connsiteY1" fmla="*/ 344741 h 609183"/>
                <a:gd name="connsiteX2" fmla="*/ 273237 w 930368"/>
                <a:gd name="connsiteY2" fmla="*/ 418199 h 609183"/>
                <a:gd name="connsiteX3" fmla="*/ 11099 w 930368"/>
                <a:gd name="connsiteY3" fmla="*/ 561975 h 609183"/>
                <a:gd name="connsiteX4" fmla="*/ 601649 w 930368"/>
                <a:gd name="connsiteY4" fmla="*/ 0 h 609183"/>
                <a:gd name="connsiteX0" fmla="*/ 599855 w 928574"/>
                <a:gd name="connsiteY0" fmla="*/ 0 h 609183"/>
                <a:gd name="connsiteX1" fmla="*/ 928574 w 928574"/>
                <a:gd name="connsiteY1" fmla="*/ 344741 h 609183"/>
                <a:gd name="connsiteX2" fmla="*/ 271443 w 928574"/>
                <a:gd name="connsiteY2" fmla="*/ 418199 h 609183"/>
                <a:gd name="connsiteX3" fmla="*/ 11174 w 928574"/>
                <a:gd name="connsiteY3" fmla="*/ 29395 h 609183"/>
                <a:gd name="connsiteX4" fmla="*/ 599855 w 928574"/>
                <a:gd name="connsiteY4" fmla="*/ 0 h 609183"/>
                <a:gd name="connsiteX0" fmla="*/ 355086 w 928574"/>
                <a:gd name="connsiteY0" fmla="*/ 0 h 917628"/>
                <a:gd name="connsiteX1" fmla="*/ 928574 w 928574"/>
                <a:gd name="connsiteY1" fmla="*/ 653186 h 917628"/>
                <a:gd name="connsiteX2" fmla="*/ 271443 w 928574"/>
                <a:gd name="connsiteY2" fmla="*/ 726644 h 917628"/>
                <a:gd name="connsiteX3" fmla="*/ 11174 w 928574"/>
                <a:gd name="connsiteY3" fmla="*/ 337840 h 917628"/>
                <a:gd name="connsiteX4" fmla="*/ 355086 w 928574"/>
                <a:gd name="connsiteY4" fmla="*/ 0 h 917628"/>
                <a:gd name="connsiteX0" fmla="*/ 324666 w 898154"/>
                <a:gd name="connsiteY0" fmla="*/ 0 h 917628"/>
                <a:gd name="connsiteX1" fmla="*/ 898154 w 898154"/>
                <a:gd name="connsiteY1" fmla="*/ 653186 h 917628"/>
                <a:gd name="connsiteX2" fmla="*/ 241023 w 898154"/>
                <a:gd name="connsiteY2" fmla="*/ 726644 h 917628"/>
                <a:gd name="connsiteX3" fmla="*/ 12612 w 898154"/>
                <a:gd name="connsiteY3" fmla="*/ 295205 h 917628"/>
                <a:gd name="connsiteX4" fmla="*/ 324666 w 898154"/>
                <a:gd name="connsiteY4" fmla="*/ 0 h 917628"/>
                <a:gd name="connsiteX0" fmla="*/ 324666 w 898154"/>
                <a:gd name="connsiteY0" fmla="*/ 0 h 1043068"/>
                <a:gd name="connsiteX1" fmla="*/ 898154 w 898154"/>
                <a:gd name="connsiteY1" fmla="*/ 653186 h 1043068"/>
                <a:gd name="connsiteX2" fmla="*/ 241023 w 898154"/>
                <a:gd name="connsiteY2" fmla="*/ 726644 h 1043068"/>
                <a:gd name="connsiteX3" fmla="*/ 12612 w 898154"/>
                <a:gd name="connsiteY3" fmla="*/ 295205 h 1043068"/>
                <a:gd name="connsiteX4" fmla="*/ 324666 w 898154"/>
                <a:gd name="connsiteY4" fmla="*/ 0 h 1043068"/>
                <a:gd name="connsiteX0" fmla="*/ 324666 w 898154"/>
                <a:gd name="connsiteY0" fmla="*/ 0 h 897356"/>
                <a:gd name="connsiteX1" fmla="*/ 898154 w 898154"/>
                <a:gd name="connsiteY1" fmla="*/ 653186 h 897356"/>
                <a:gd name="connsiteX2" fmla="*/ 213213 w 898154"/>
                <a:gd name="connsiteY2" fmla="*/ 896086 h 897356"/>
                <a:gd name="connsiteX3" fmla="*/ 241023 w 898154"/>
                <a:gd name="connsiteY3" fmla="*/ 726644 h 897356"/>
                <a:gd name="connsiteX4" fmla="*/ 12612 w 898154"/>
                <a:gd name="connsiteY4" fmla="*/ 295205 h 897356"/>
                <a:gd name="connsiteX5" fmla="*/ 324666 w 898154"/>
                <a:gd name="connsiteY5" fmla="*/ 0 h 897356"/>
                <a:gd name="connsiteX0" fmla="*/ 324666 w 898154"/>
                <a:gd name="connsiteY0" fmla="*/ 0 h 1068294"/>
                <a:gd name="connsiteX1" fmla="*/ 898154 w 898154"/>
                <a:gd name="connsiteY1" fmla="*/ 653186 h 1068294"/>
                <a:gd name="connsiteX2" fmla="*/ 213213 w 898154"/>
                <a:gd name="connsiteY2" fmla="*/ 896086 h 1068294"/>
                <a:gd name="connsiteX3" fmla="*/ 241023 w 898154"/>
                <a:gd name="connsiteY3" fmla="*/ 726644 h 1068294"/>
                <a:gd name="connsiteX4" fmla="*/ 12612 w 898154"/>
                <a:gd name="connsiteY4" fmla="*/ 295205 h 1068294"/>
                <a:gd name="connsiteX5" fmla="*/ 324666 w 898154"/>
                <a:gd name="connsiteY5" fmla="*/ 0 h 1068294"/>
                <a:gd name="connsiteX0" fmla="*/ 324666 w 898154"/>
                <a:gd name="connsiteY0" fmla="*/ 0 h 1068294"/>
                <a:gd name="connsiteX1" fmla="*/ 898154 w 898154"/>
                <a:gd name="connsiteY1" fmla="*/ 653186 h 1068294"/>
                <a:gd name="connsiteX2" fmla="*/ 213213 w 898154"/>
                <a:gd name="connsiteY2" fmla="*/ 896086 h 1068294"/>
                <a:gd name="connsiteX3" fmla="*/ 241023 w 898154"/>
                <a:gd name="connsiteY3" fmla="*/ 726644 h 1068294"/>
                <a:gd name="connsiteX4" fmla="*/ 12612 w 898154"/>
                <a:gd name="connsiteY4" fmla="*/ 295205 h 1068294"/>
                <a:gd name="connsiteX5" fmla="*/ 324666 w 898154"/>
                <a:gd name="connsiteY5" fmla="*/ 0 h 1068294"/>
                <a:gd name="connsiteX0" fmla="*/ 324666 w 898154"/>
                <a:gd name="connsiteY0" fmla="*/ 0 h 1068294"/>
                <a:gd name="connsiteX1" fmla="*/ 898154 w 898154"/>
                <a:gd name="connsiteY1" fmla="*/ 653186 h 1068294"/>
                <a:gd name="connsiteX2" fmla="*/ 213213 w 898154"/>
                <a:gd name="connsiteY2" fmla="*/ 896086 h 1068294"/>
                <a:gd name="connsiteX3" fmla="*/ 241023 w 898154"/>
                <a:gd name="connsiteY3" fmla="*/ 726644 h 1068294"/>
                <a:gd name="connsiteX4" fmla="*/ 12612 w 898154"/>
                <a:gd name="connsiteY4" fmla="*/ 295205 h 1068294"/>
                <a:gd name="connsiteX5" fmla="*/ 324666 w 898154"/>
                <a:gd name="connsiteY5" fmla="*/ 0 h 1068294"/>
                <a:gd name="connsiteX0" fmla="*/ 324801 w 898289"/>
                <a:gd name="connsiteY0" fmla="*/ 0 h 1068294"/>
                <a:gd name="connsiteX1" fmla="*/ 898289 w 898289"/>
                <a:gd name="connsiteY1" fmla="*/ 653186 h 1068294"/>
                <a:gd name="connsiteX2" fmla="*/ 213348 w 898289"/>
                <a:gd name="connsiteY2" fmla="*/ 896086 h 1068294"/>
                <a:gd name="connsiteX3" fmla="*/ 238507 w 898289"/>
                <a:gd name="connsiteY3" fmla="*/ 705510 h 1068294"/>
                <a:gd name="connsiteX4" fmla="*/ 12747 w 898289"/>
                <a:gd name="connsiteY4" fmla="*/ 295205 h 1068294"/>
                <a:gd name="connsiteX5" fmla="*/ 324801 w 898289"/>
                <a:gd name="connsiteY5" fmla="*/ 0 h 1068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98289" h="1068294">
                  <a:moveTo>
                    <a:pt x="324801" y="0"/>
                  </a:moveTo>
                  <a:lnTo>
                    <a:pt x="898289" y="653186"/>
                  </a:lnTo>
                  <a:cubicBezTo>
                    <a:pt x="887347" y="806346"/>
                    <a:pt x="495850" y="1338675"/>
                    <a:pt x="213348" y="896086"/>
                  </a:cubicBezTo>
                  <a:cubicBezTo>
                    <a:pt x="168399" y="772865"/>
                    <a:pt x="246780" y="730584"/>
                    <a:pt x="238507" y="705510"/>
                  </a:cubicBezTo>
                  <a:cubicBezTo>
                    <a:pt x="140385" y="676935"/>
                    <a:pt x="-51056" y="380930"/>
                    <a:pt x="12747" y="295205"/>
                  </a:cubicBezTo>
                  <a:lnTo>
                    <a:pt x="324801" y="0"/>
                  </a:lnTo>
                  <a:close/>
                </a:path>
              </a:pathLst>
            </a:custGeom>
            <a:solidFill>
              <a:srgbClr val="41A81D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6">
              <a:extLst>
                <a:ext uri="{FF2B5EF4-FFF2-40B4-BE49-F238E27FC236}">
                  <a16:creationId xmlns:a16="http://schemas.microsoft.com/office/drawing/2014/main" id="{90F250A8-8B48-58E1-91A1-2E677709DDC2}"/>
                </a:ext>
              </a:extLst>
            </p:cNvPr>
            <p:cNvSpPr/>
            <p:nvPr/>
          </p:nvSpPr>
          <p:spPr>
            <a:xfrm rot="13336309">
              <a:off x="6751839" y="4886513"/>
              <a:ext cx="1474348" cy="1803632"/>
            </a:xfrm>
            <a:custGeom>
              <a:avLst/>
              <a:gdLst>
                <a:gd name="connsiteX0" fmla="*/ 0 w 970643"/>
                <a:gd name="connsiteY0" fmla="*/ 0 h 981075"/>
                <a:gd name="connsiteX1" fmla="*/ 970643 w 970643"/>
                <a:gd name="connsiteY1" fmla="*/ 0 h 981075"/>
                <a:gd name="connsiteX2" fmla="*/ 970643 w 970643"/>
                <a:gd name="connsiteY2" fmla="*/ 981075 h 981075"/>
                <a:gd name="connsiteX3" fmla="*/ 0 w 970643"/>
                <a:gd name="connsiteY3" fmla="*/ 981075 h 981075"/>
                <a:gd name="connsiteX4" fmla="*/ 0 w 970643"/>
                <a:gd name="connsiteY4" fmla="*/ 0 h 981075"/>
                <a:gd name="connsiteX0" fmla="*/ 0 w 1075418"/>
                <a:gd name="connsiteY0" fmla="*/ 0 h 981075"/>
                <a:gd name="connsiteX1" fmla="*/ 1075418 w 1075418"/>
                <a:gd name="connsiteY1" fmla="*/ 95250 h 981075"/>
                <a:gd name="connsiteX2" fmla="*/ 970643 w 1075418"/>
                <a:gd name="connsiteY2" fmla="*/ 981075 h 981075"/>
                <a:gd name="connsiteX3" fmla="*/ 0 w 1075418"/>
                <a:gd name="connsiteY3" fmla="*/ 981075 h 981075"/>
                <a:gd name="connsiteX4" fmla="*/ 0 w 1075418"/>
                <a:gd name="connsiteY4" fmla="*/ 0 h 981075"/>
                <a:gd name="connsiteX0" fmla="*/ 847725 w 1075418"/>
                <a:gd name="connsiteY0" fmla="*/ 0 h 1219200"/>
                <a:gd name="connsiteX1" fmla="*/ 1075418 w 1075418"/>
                <a:gd name="connsiteY1" fmla="*/ 333375 h 1219200"/>
                <a:gd name="connsiteX2" fmla="*/ 970643 w 1075418"/>
                <a:gd name="connsiteY2" fmla="*/ 1219200 h 1219200"/>
                <a:gd name="connsiteX3" fmla="*/ 0 w 1075418"/>
                <a:gd name="connsiteY3" fmla="*/ 1219200 h 1219200"/>
                <a:gd name="connsiteX4" fmla="*/ 847725 w 1075418"/>
                <a:gd name="connsiteY4" fmla="*/ 0 h 1219200"/>
                <a:gd name="connsiteX0" fmla="*/ 590550 w 818243"/>
                <a:gd name="connsiteY0" fmla="*/ 0 h 1219200"/>
                <a:gd name="connsiteX1" fmla="*/ 818243 w 818243"/>
                <a:gd name="connsiteY1" fmla="*/ 333375 h 1219200"/>
                <a:gd name="connsiteX2" fmla="*/ 713468 w 818243"/>
                <a:gd name="connsiteY2" fmla="*/ 1219200 h 1219200"/>
                <a:gd name="connsiteX3" fmla="*/ 0 w 818243"/>
                <a:gd name="connsiteY3" fmla="*/ 561975 h 1219200"/>
                <a:gd name="connsiteX4" fmla="*/ 590550 w 818243"/>
                <a:gd name="connsiteY4" fmla="*/ 0 h 1219200"/>
                <a:gd name="connsiteX0" fmla="*/ 590550 w 818243"/>
                <a:gd name="connsiteY0" fmla="*/ 0 h 1219200"/>
                <a:gd name="connsiteX1" fmla="*/ 818243 w 818243"/>
                <a:gd name="connsiteY1" fmla="*/ 333375 h 1219200"/>
                <a:gd name="connsiteX2" fmla="*/ 713468 w 818243"/>
                <a:gd name="connsiteY2" fmla="*/ 1219200 h 1219200"/>
                <a:gd name="connsiteX3" fmla="*/ 294367 w 818243"/>
                <a:gd name="connsiteY3" fmla="*/ 647700 h 1219200"/>
                <a:gd name="connsiteX4" fmla="*/ 0 w 818243"/>
                <a:gd name="connsiteY4" fmla="*/ 561975 h 1219200"/>
                <a:gd name="connsiteX5" fmla="*/ 590550 w 818243"/>
                <a:gd name="connsiteY5" fmla="*/ 0 h 1219200"/>
                <a:gd name="connsiteX0" fmla="*/ 590550 w 818243"/>
                <a:gd name="connsiteY0" fmla="*/ 0 h 672803"/>
                <a:gd name="connsiteX1" fmla="*/ 818243 w 818243"/>
                <a:gd name="connsiteY1" fmla="*/ 333375 h 672803"/>
                <a:gd name="connsiteX2" fmla="*/ 722993 w 818243"/>
                <a:gd name="connsiteY2" fmla="*/ 514350 h 672803"/>
                <a:gd name="connsiteX3" fmla="*/ 294367 w 818243"/>
                <a:gd name="connsiteY3" fmla="*/ 647700 h 672803"/>
                <a:gd name="connsiteX4" fmla="*/ 0 w 818243"/>
                <a:gd name="connsiteY4" fmla="*/ 561975 h 672803"/>
                <a:gd name="connsiteX5" fmla="*/ 590550 w 818243"/>
                <a:gd name="connsiteY5" fmla="*/ 0 h 672803"/>
                <a:gd name="connsiteX0" fmla="*/ 590550 w 818243"/>
                <a:gd name="connsiteY0" fmla="*/ 0 h 647700"/>
                <a:gd name="connsiteX1" fmla="*/ 818243 w 818243"/>
                <a:gd name="connsiteY1" fmla="*/ 333375 h 647700"/>
                <a:gd name="connsiteX2" fmla="*/ 294367 w 818243"/>
                <a:gd name="connsiteY2" fmla="*/ 647700 h 647700"/>
                <a:gd name="connsiteX3" fmla="*/ 0 w 818243"/>
                <a:gd name="connsiteY3" fmla="*/ 561975 h 647700"/>
                <a:gd name="connsiteX4" fmla="*/ 590550 w 818243"/>
                <a:gd name="connsiteY4" fmla="*/ 0 h 647700"/>
                <a:gd name="connsiteX0" fmla="*/ 590550 w 818243"/>
                <a:gd name="connsiteY0" fmla="*/ 0 h 750764"/>
                <a:gd name="connsiteX1" fmla="*/ 818243 w 818243"/>
                <a:gd name="connsiteY1" fmla="*/ 333375 h 750764"/>
                <a:gd name="connsiteX2" fmla="*/ 294367 w 818243"/>
                <a:gd name="connsiteY2" fmla="*/ 647700 h 750764"/>
                <a:gd name="connsiteX3" fmla="*/ 0 w 818243"/>
                <a:gd name="connsiteY3" fmla="*/ 561975 h 750764"/>
                <a:gd name="connsiteX4" fmla="*/ 590550 w 818243"/>
                <a:gd name="connsiteY4" fmla="*/ 0 h 750764"/>
                <a:gd name="connsiteX0" fmla="*/ 600502 w 828195"/>
                <a:gd name="connsiteY0" fmla="*/ 0 h 750764"/>
                <a:gd name="connsiteX1" fmla="*/ 828195 w 828195"/>
                <a:gd name="connsiteY1" fmla="*/ 333375 h 750764"/>
                <a:gd name="connsiteX2" fmla="*/ 304319 w 828195"/>
                <a:gd name="connsiteY2" fmla="*/ 647700 h 750764"/>
                <a:gd name="connsiteX3" fmla="*/ 9952 w 828195"/>
                <a:gd name="connsiteY3" fmla="*/ 561975 h 750764"/>
                <a:gd name="connsiteX4" fmla="*/ 600502 w 828195"/>
                <a:gd name="connsiteY4" fmla="*/ 0 h 750764"/>
                <a:gd name="connsiteX0" fmla="*/ 600502 w 929221"/>
                <a:gd name="connsiteY0" fmla="*/ 0 h 752286"/>
                <a:gd name="connsiteX1" fmla="*/ 929221 w 929221"/>
                <a:gd name="connsiteY1" fmla="*/ 344741 h 752286"/>
                <a:gd name="connsiteX2" fmla="*/ 304319 w 929221"/>
                <a:gd name="connsiteY2" fmla="*/ 647700 h 752286"/>
                <a:gd name="connsiteX3" fmla="*/ 9952 w 929221"/>
                <a:gd name="connsiteY3" fmla="*/ 561975 h 752286"/>
                <a:gd name="connsiteX4" fmla="*/ 600502 w 929221"/>
                <a:gd name="connsiteY4" fmla="*/ 0 h 752286"/>
                <a:gd name="connsiteX0" fmla="*/ 600502 w 929221"/>
                <a:gd name="connsiteY0" fmla="*/ 0 h 792356"/>
                <a:gd name="connsiteX1" fmla="*/ 929221 w 929221"/>
                <a:gd name="connsiteY1" fmla="*/ 344741 h 792356"/>
                <a:gd name="connsiteX2" fmla="*/ 304319 w 929221"/>
                <a:gd name="connsiteY2" fmla="*/ 647700 h 792356"/>
                <a:gd name="connsiteX3" fmla="*/ 9952 w 929221"/>
                <a:gd name="connsiteY3" fmla="*/ 561975 h 792356"/>
                <a:gd name="connsiteX4" fmla="*/ 600502 w 929221"/>
                <a:gd name="connsiteY4" fmla="*/ 0 h 792356"/>
                <a:gd name="connsiteX0" fmla="*/ 601649 w 930368"/>
                <a:gd name="connsiteY0" fmla="*/ 0 h 609183"/>
                <a:gd name="connsiteX1" fmla="*/ 930368 w 930368"/>
                <a:gd name="connsiteY1" fmla="*/ 344741 h 609183"/>
                <a:gd name="connsiteX2" fmla="*/ 273237 w 930368"/>
                <a:gd name="connsiteY2" fmla="*/ 418199 h 609183"/>
                <a:gd name="connsiteX3" fmla="*/ 11099 w 930368"/>
                <a:gd name="connsiteY3" fmla="*/ 561975 h 609183"/>
                <a:gd name="connsiteX4" fmla="*/ 601649 w 930368"/>
                <a:gd name="connsiteY4" fmla="*/ 0 h 609183"/>
                <a:gd name="connsiteX0" fmla="*/ 599855 w 928574"/>
                <a:gd name="connsiteY0" fmla="*/ 0 h 609183"/>
                <a:gd name="connsiteX1" fmla="*/ 928574 w 928574"/>
                <a:gd name="connsiteY1" fmla="*/ 344741 h 609183"/>
                <a:gd name="connsiteX2" fmla="*/ 271443 w 928574"/>
                <a:gd name="connsiteY2" fmla="*/ 418199 h 609183"/>
                <a:gd name="connsiteX3" fmla="*/ 11174 w 928574"/>
                <a:gd name="connsiteY3" fmla="*/ 29395 h 609183"/>
                <a:gd name="connsiteX4" fmla="*/ 599855 w 928574"/>
                <a:gd name="connsiteY4" fmla="*/ 0 h 609183"/>
                <a:gd name="connsiteX0" fmla="*/ 355086 w 928574"/>
                <a:gd name="connsiteY0" fmla="*/ 0 h 917628"/>
                <a:gd name="connsiteX1" fmla="*/ 928574 w 928574"/>
                <a:gd name="connsiteY1" fmla="*/ 653186 h 917628"/>
                <a:gd name="connsiteX2" fmla="*/ 271443 w 928574"/>
                <a:gd name="connsiteY2" fmla="*/ 726644 h 917628"/>
                <a:gd name="connsiteX3" fmla="*/ 11174 w 928574"/>
                <a:gd name="connsiteY3" fmla="*/ 337840 h 917628"/>
                <a:gd name="connsiteX4" fmla="*/ 355086 w 928574"/>
                <a:gd name="connsiteY4" fmla="*/ 0 h 917628"/>
                <a:gd name="connsiteX0" fmla="*/ 324666 w 898154"/>
                <a:gd name="connsiteY0" fmla="*/ 0 h 917628"/>
                <a:gd name="connsiteX1" fmla="*/ 898154 w 898154"/>
                <a:gd name="connsiteY1" fmla="*/ 653186 h 917628"/>
                <a:gd name="connsiteX2" fmla="*/ 241023 w 898154"/>
                <a:gd name="connsiteY2" fmla="*/ 726644 h 917628"/>
                <a:gd name="connsiteX3" fmla="*/ 12612 w 898154"/>
                <a:gd name="connsiteY3" fmla="*/ 295205 h 917628"/>
                <a:gd name="connsiteX4" fmla="*/ 324666 w 898154"/>
                <a:gd name="connsiteY4" fmla="*/ 0 h 917628"/>
                <a:gd name="connsiteX0" fmla="*/ 324666 w 898154"/>
                <a:gd name="connsiteY0" fmla="*/ 0 h 1043068"/>
                <a:gd name="connsiteX1" fmla="*/ 898154 w 898154"/>
                <a:gd name="connsiteY1" fmla="*/ 653186 h 1043068"/>
                <a:gd name="connsiteX2" fmla="*/ 241023 w 898154"/>
                <a:gd name="connsiteY2" fmla="*/ 726644 h 1043068"/>
                <a:gd name="connsiteX3" fmla="*/ 12612 w 898154"/>
                <a:gd name="connsiteY3" fmla="*/ 295205 h 1043068"/>
                <a:gd name="connsiteX4" fmla="*/ 324666 w 898154"/>
                <a:gd name="connsiteY4" fmla="*/ 0 h 1043068"/>
                <a:gd name="connsiteX0" fmla="*/ 324666 w 898154"/>
                <a:gd name="connsiteY0" fmla="*/ 0 h 897356"/>
                <a:gd name="connsiteX1" fmla="*/ 898154 w 898154"/>
                <a:gd name="connsiteY1" fmla="*/ 653186 h 897356"/>
                <a:gd name="connsiteX2" fmla="*/ 213213 w 898154"/>
                <a:gd name="connsiteY2" fmla="*/ 896086 h 897356"/>
                <a:gd name="connsiteX3" fmla="*/ 241023 w 898154"/>
                <a:gd name="connsiteY3" fmla="*/ 726644 h 897356"/>
                <a:gd name="connsiteX4" fmla="*/ 12612 w 898154"/>
                <a:gd name="connsiteY4" fmla="*/ 295205 h 897356"/>
                <a:gd name="connsiteX5" fmla="*/ 324666 w 898154"/>
                <a:gd name="connsiteY5" fmla="*/ 0 h 897356"/>
                <a:gd name="connsiteX0" fmla="*/ 324666 w 898154"/>
                <a:gd name="connsiteY0" fmla="*/ 0 h 1068294"/>
                <a:gd name="connsiteX1" fmla="*/ 898154 w 898154"/>
                <a:gd name="connsiteY1" fmla="*/ 653186 h 1068294"/>
                <a:gd name="connsiteX2" fmla="*/ 213213 w 898154"/>
                <a:gd name="connsiteY2" fmla="*/ 896086 h 1068294"/>
                <a:gd name="connsiteX3" fmla="*/ 241023 w 898154"/>
                <a:gd name="connsiteY3" fmla="*/ 726644 h 1068294"/>
                <a:gd name="connsiteX4" fmla="*/ 12612 w 898154"/>
                <a:gd name="connsiteY4" fmla="*/ 295205 h 1068294"/>
                <a:gd name="connsiteX5" fmla="*/ 324666 w 898154"/>
                <a:gd name="connsiteY5" fmla="*/ 0 h 1068294"/>
                <a:gd name="connsiteX0" fmla="*/ 324666 w 898154"/>
                <a:gd name="connsiteY0" fmla="*/ 0 h 1068294"/>
                <a:gd name="connsiteX1" fmla="*/ 898154 w 898154"/>
                <a:gd name="connsiteY1" fmla="*/ 653186 h 1068294"/>
                <a:gd name="connsiteX2" fmla="*/ 213213 w 898154"/>
                <a:gd name="connsiteY2" fmla="*/ 896086 h 1068294"/>
                <a:gd name="connsiteX3" fmla="*/ 241023 w 898154"/>
                <a:gd name="connsiteY3" fmla="*/ 726644 h 1068294"/>
                <a:gd name="connsiteX4" fmla="*/ 12612 w 898154"/>
                <a:gd name="connsiteY4" fmla="*/ 295205 h 1068294"/>
                <a:gd name="connsiteX5" fmla="*/ 324666 w 898154"/>
                <a:gd name="connsiteY5" fmla="*/ 0 h 1068294"/>
                <a:gd name="connsiteX0" fmla="*/ 324666 w 898154"/>
                <a:gd name="connsiteY0" fmla="*/ 0 h 1068294"/>
                <a:gd name="connsiteX1" fmla="*/ 898154 w 898154"/>
                <a:gd name="connsiteY1" fmla="*/ 653186 h 1068294"/>
                <a:gd name="connsiteX2" fmla="*/ 213213 w 898154"/>
                <a:gd name="connsiteY2" fmla="*/ 896086 h 1068294"/>
                <a:gd name="connsiteX3" fmla="*/ 241023 w 898154"/>
                <a:gd name="connsiteY3" fmla="*/ 726644 h 1068294"/>
                <a:gd name="connsiteX4" fmla="*/ 12612 w 898154"/>
                <a:gd name="connsiteY4" fmla="*/ 295205 h 1068294"/>
                <a:gd name="connsiteX5" fmla="*/ 324666 w 898154"/>
                <a:gd name="connsiteY5" fmla="*/ 0 h 1068294"/>
                <a:gd name="connsiteX0" fmla="*/ 324801 w 898289"/>
                <a:gd name="connsiteY0" fmla="*/ 0 h 1068294"/>
                <a:gd name="connsiteX1" fmla="*/ 898289 w 898289"/>
                <a:gd name="connsiteY1" fmla="*/ 653186 h 1068294"/>
                <a:gd name="connsiteX2" fmla="*/ 213348 w 898289"/>
                <a:gd name="connsiteY2" fmla="*/ 896086 h 1068294"/>
                <a:gd name="connsiteX3" fmla="*/ 238507 w 898289"/>
                <a:gd name="connsiteY3" fmla="*/ 705510 h 1068294"/>
                <a:gd name="connsiteX4" fmla="*/ 12747 w 898289"/>
                <a:gd name="connsiteY4" fmla="*/ 295205 h 1068294"/>
                <a:gd name="connsiteX5" fmla="*/ 324801 w 898289"/>
                <a:gd name="connsiteY5" fmla="*/ 0 h 1068294"/>
                <a:gd name="connsiteX0" fmla="*/ 824457 w 1397945"/>
                <a:gd name="connsiteY0" fmla="*/ 0 h 1068294"/>
                <a:gd name="connsiteX1" fmla="*/ 1397945 w 1397945"/>
                <a:gd name="connsiteY1" fmla="*/ 653186 h 1068294"/>
                <a:gd name="connsiteX2" fmla="*/ 713004 w 1397945"/>
                <a:gd name="connsiteY2" fmla="*/ 896086 h 1068294"/>
                <a:gd name="connsiteX3" fmla="*/ 738163 w 1397945"/>
                <a:gd name="connsiteY3" fmla="*/ 705510 h 1068294"/>
                <a:gd name="connsiteX4" fmla="*/ 4104 w 1397945"/>
                <a:gd name="connsiteY4" fmla="*/ 113651 h 1068294"/>
                <a:gd name="connsiteX5" fmla="*/ 824457 w 1397945"/>
                <a:gd name="connsiteY5" fmla="*/ 0 h 1068294"/>
                <a:gd name="connsiteX0" fmla="*/ 833465 w 1406953"/>
                <a:gd name="connsiteY0" fmla="*/ 0 h 1068294"/>
                <a:gd name="connsiteX1" fmla="*/ 1406953 w 1406953"/>
                <a:gd name="connsiteY1" fmla="*/ 653186 h 1068294"/>
                <a:gd name="connsiteX2" fmla="*/ 722012 w 1406953"/>
                <a:gd name="connsiteY2" fmla="*/ 896086 h 1068294"/>
                <a:gd name="connsiteX3" fmla="*/ 232036 w 1406953"/>
                <a:gd name="connsiteY3" fmla="*/ 573078 h 1068294"/>
                <a:gd name="connsiteX4" fmla="*/ 13112 w 1406953"/>
                <a:gd name="connsiteY4" fmla="*/ 113651 h 1068294"/>
                <a:gd name="connsiteX5" fmla="*/ 833465 w 1406953"/>
                <a:gd name="connsiteY5" fmla="*/ 0 h 1068294"/>
                <a:gd name="connsiteX0" fmla="*/ 833465 w 1406953"/>
                <a:gd name="connsiteY0" fmla="*/ 0 h 695042"/>
                <a:gd name="connsiteX1" fmla="*/ 1406953 w 1406953"/>
                <a:gd name="connsiteY1" fmla="*/ 653186 h 695042"/>
                <a:gd name="connsiteX2" fmla="*/ 232036 w 1406953"/>
                <a:gd name="connsiteY2" fmla="*/ 573078 h 695042"/>
                <a:gd name="connsiteX3" fmla="*/ 13112 w 1406953"/>
                <a:gd name="connsiteY3" fmla="*/ 113651 h 695042"/>
                <a:gd name="connsiteX4" fmla="*/ 833465 w 1406953"/>
                <a:gd name="connsiteY4" fmla="*/ 0 h 695042"/>
                <a:gd name="connsiteX0" fmla="*/ 833465 w 1406953"/>
                <a:gd name="connsiteY0" fmla="*/ 0 h 1085244"/>
                <a:gd name="connsiteX1" fmla="*/ 1406953 w 1406953"/>
                <a:gd name="connsiteY1" fmla="*/ 653186 h 1085244"/>
                <a:gd name="connsiteX2" fmla="*/ 232036 w 1406953"/>
                <a:gd name="connsiteY2" fmla="*/ 573078 h 1085244"/>
                <a:gd name="connsiteX3" fmla="*/ 13112 w 1406953"/>
                <a:gd name="connsiteY3" fmla="*/ 113651 h 1085244"/>
                <a:gd name="connsiteX4" fmla="*/ 833465 w 1406953"/>
                <a:gd name="connsiteY4" fmla="*/ 0 h 1085244"/>
                <a:gd name="connsiteX0" fmla="*/ 872309 w 1445797"/>
                <a:gd name="connsiteY0" fmla="*/ 0 h 1085244"/>
                <a:gd name="connsiteX1" fmla="*/ 1445797 w 1445797"/>
                <a:gd name="connsiteY1" fmla="*/ 653186 h 1085244"/>
                <a:gd name="connsiteX2" fmla="*/ 270880 w 1445797"/>
                <a:gd name="connsiteY2" fmla="*/ 573078 h 1085244"/>
                <a:gd name="connsiteX3" fmla="*/ 51956 w 1445797"/>
                <a:gd name="connsiteY3" fmla="*/ 113651 h 1085244"/>
                <a:gd name="connsiteX4" fmla="*/ 872309 w 1445797"/>
                <a:gd name="connsiteY4" fmla="*/ 0 h 1085244"/>
                <a:gd name="connsiteX0" fmla="*/ 801853 w 1445797"/>
                <a:gd name="connsiteY0" fmla="*/ 0 h 1776371"/>
                <a:gd name="connsiteX1" fmla="*/ 1445797 w 1445797"/>
                <a:gd name="connsiteY1" fmla="*/ 1344313 h 1776371"/>
                <a:gd name="connsiteX2" fmla="*/ 270880 w 1445797"/>
                <a:gd name="connsiteY2" fmla="*/ 1264205 h 1776371"/>
                <a:gd name="connsiteX3" fmla="*/ 51956 w 1445797"/>
                <a:gd name="connsiteY3" fmla="*/ 804778 h 1776371"/>
                <a:gd name="connsiteX4" fmla="*/ 801853 w 1445797"/>
                <a:gd name="connsiteY4" fmla="*/ 0 h 1776371"/>
                <a:gd name="connsiteX0" fmla="*/ 833297 w 1477241"/>
                <a:gd name="connsiteY0" fmla="*/ 0 h 1776371"/>
                <a:gd name="connsiteX1" fmla="*/ 1477241 w 1477241"/>
                <a:gd name="connsiteY1" fmla="*/ 1344313 h 1776371"/>
                <a:gd name="connsiteX2" fmla="*/ 302324 w 1477241"/>
                <a:gd name="connsiteY2" fmla="*/ 1264205 h 1776371"/>
                <a:gd name="connsiteX3" fmla="*/ 83400 w 1477241"/>
                <a:gd name="connsiteY3" fmla="*/ 804778 h 1776371"/>
                <a:gd name="connsiteX4" fmla="*/ 833297 w 1477241"/>
                <a:gd name="connsiteY4" fmla="*/ 0 h 1776371"/>
                <a:gd name="connsiteX0" fmla="*/ 801737 w 1479851"/>
                <a:gd name="connsiteY0" fmla="*/ 0 h 1813962"/>
                <a:gd name="connsiteX1" fmla="*/ 1479851 w 1479851"/>
                <a:gd name="connsiteY1" fmla="*/ 1381904 h 1813962"/>
                <a:gd name="connsiteX2" fmla="*/ 304934 w 1479851"/>
                <a:gd name="connsiteY2" fmla="*/ 1301796 h 1813962"/>
                <a:gd name="connsiteX3" fmla="*/ 86010 w 1479851"/>
                <a:gd name="connsiteY3" fmla="*/ 842369 h 1813962"/>
                <a:gd name="connsiteX4" fmla="*/ 801737 w 1479851"/>
                <a:gd name="connsiteY4" fmla="*/ 0 h 1813962"/>
                <a:gd name="connsiteX0" fmla="*/ 801737 w 1479851"/>
                <a:gd name="connsiteY0" fmla="*/ 0 h 1813962"/>
                <a:gd name="connsiteX1" fmla="*/ 1479851 w 1479851"/>
                <a:gd name="connsiteY1" fmla="*/ 1381904 h 1813962"/>
                <a:gd name="connsiteX2" fmla="*/ 304934 w 1479851"/>
                <a:gd name="connsiteY2" fmla="*/ 1301796 h 1813962"/>
                <a:gd name="connsiteX3" fmla="*/ 86010 w 1479851"/>
                <a:gd name="connsiteY3" fmla="*/ 842369 h 1813962"/>
                <a:gd name="connsiteX4" fmla="*/ 801737 w 1479851"/>
                <a:gd name="connsiteY4" fmla="*/ 0 h 1813962"/>
                <a:gd name="connsiteX0" fmla="*/ 803707 w 1481821"/>
                <a:gd name="connsiteY0" fmla="*/ 0 h 1813962"/>
                <a:gd name="connsiteX1" fmla="*/ 1481821 w 1481821"/>
                <a:gd name="connsiteY1" fmla="*/ 1381904 h 1813962"/>
                <a:gd name="connsiteX2" fmla="*/ 306904 w 1481821"/>
                <a:gd name="connsiteY2" fmla="*/ 1301796 h 1813962"/>
                <a:gd name="connsiteX3" fmla="*/ 85842 w 1481821"/>
                <a:gd name="connsiteY3" fmla="*/ 887218 h 1813962"/>
                <a:gd name="connsiteX4" fmla="*/ 803707 w 1481821"/>
                <a:gd name="connsiteY4" fmla="*/ 0 h 1813962"/>
                <a:gd name="connsiteX0" fmla="*/ 803707 w 1481821"/>
                <a:gd name="connsiteY0" fmla="*/ 0 h 1803632"/>
                <a:gd name="connsiteX1" fmla="*/ 1481821 w 1481821"/>
                <a:gd name="connsiteY1" fmla="*/ 1381904 h 1803632"/>
                <a:gd name="connsiteX2" fmla="*/ 276149 w 1481821"/>
                <a:gd name="connsiteY2" fmla="*/ 1286845 h 1803632"/>
                <a:gd name="connsiteX3" fmla="*/ 85842 w 1481821"/>
                <a:gd name="connsiteY3" fmla="*/ 887218 h 1803632"/>
                <a:gd name="connsiteX4" fmla="*/ 803707 w 1481821"/>
                <a:gd name="connsiteY4" fmla="*/ 0 h 1803632"/>
                <a:gd name="connsiteX0" fmla="*/ 796234 w 1474348"/>
                <a:gd name="connsiteY0" fmla="*/ 0 h 1803632"/>
                <a:gd name="connsiteX1" fmla="*/ 1474348 w 1474348"/>
                <a:gd name="connsiteY1" fmla="*/ 1381904 h 1803632"/>
                <a:gd name="connsiteX2" fmla="*/ 268676 w 1474348"/>
                <a:gd name="connsiteY2" fmla="*/ 1286845 h 1803632"/>
                <a:gd name="connsiteX3" fmla="*/ 86484 w 1474348"/>
                <a:gd name="connsiteY3" fmla="*/ 905586 h 1803632"/>
                <a:gd name="connsiteX4" fmla="*/ 796234 w 1474348"/>
                <a:gd name="connsiteY4" fmla="*/ 0 h 1803632"/>
                <a:gd name="connsiteX0" fmla="*/ 796234 w 1474348"/>
                <a:gd name="connsiteY0" fmla="*/ 0 h 1803632"/>
                <a:gd name="connsiteX1" fmla="*/ 1474348 w 1474348"/>
                <a:gd name="connsiteY1" fmla="*/ 1381904 h 1803632"/>
                <a:gd name="connsiteX2" fmla="*/ 268676 w 1474348"/>
                <a:gd name="connsiteY2" fmla="*/ 1286845 h 1803632"/>
                <a:gd name="connsiteX3" fmla="*/ 86484 w 1474348"/>
                <a:gd name="connsiteY3" fmla="*/ 905586 h 1803632"/>
                <a:gd name="connsiteX4" fmla="*/ 796234 w 1474348"/>
                <a:gd name="connsiteY4" fmla="*/ 0 h 1803632"/>
                <a:gd name="connsiteX0" fmla="*/ 796234 w 1474348"/>
                <a:gd name="connsiteY0" fmla="*/ 0 h 1803632"/>
                <a:gd name="connsiteX1" fmla="*/ 1474348 w 1474348"/>
                <a:gd name="connsiteY1" fmla="*/ 1381904 h 1803632"/>
                <a:gd name="connsiteX2" fmla="*/ 268676 w 1474348"/>
                <a:gd name="connsiteY2" fmla="*/ 1286845 h 1803632"/>
                <a:gd name="connsiteX3" fmla="*/ 86484 w 1474348"/>
                <a:gd name="connsiteY3" fmla="*/ 905586 h 1803632"/>
                <a:gd name="connsiteX4" fmla="*/ 796234 w 1474348"/>
                <a:gd name="connsiteY4" fmla="*/ 0 h 1803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4348" h="1803632">
                  <a:moveTo>
                    <a:pt x="796234" y="0"/>
                  </a:moveTo>
                  <a:lnTo>
                    <a:pt x="1474348" y="1381904"/>
                  </a:lnTo>
                  <a:cubicBezTo>
                    <a:pt x="1374110" y="1477417"/>
                    <a:pt x="747416" y="2337002"/>
                    <a:pt x="268676" y="1286845"/>
                  </a:cubicBezTo>
                  <a:cubicBezTo>
                    <a:pt x="-77188" y="1174542"/>
                    <a:pt x="55572" y="961412"/>
                    <a:pt x="86484" y="905586"/>
                  </a:cubicBezTo>
                  <a:cubicBezTo>
                    <a:pt x="-263694" y="685148"/>
                    <a:pt x="546268" y="268259"/>
                    <a:pt x="796234" y="0"/>
                  </a:cubicBezTo>
                  <a:close/>
                </a:path>
              </a:pathLst>
            </a:custGeom>
            <a:solidFill>
              <a:srgbClr val="41A81D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4">
              <a:extLst>
                <a:ext uri="{FF2B5EF4-FFF2-40B4-BE49-F238E27FC236}">
                  <a16:creationId xmlns:a16="http://schemas.microsoft.com/office/drawing/2014/main" id="{3D78E6FF-2112-DD8B-19A2-100B12EDBCA8}"/>
                </a:ext>
              </a:extLst>
            </p:cNvPr>
            <p:cNvSpPr/>
            <p:nvPr/>
          </p:nvSpPr>
          <p:spPr>
            <a:xfrm>
              <a:off x="2782297" y="1586395"/>
              <a:ext cx="2278896" cy="2693932"/>
            </a:xfrm>
            <a:custGeom>
              <a:avLst/>
              <a:gdLst>
                <a:gd name="connsiteX0" fmla="*/ 0 w 1611086"/>
                <a:gd name="connsiteY0" fmla="*/ 0 h 1596571"/>
                <a:gd name="connsiteX1" fmla="*/ 1611086 w 1611086"/>
                <a:gd name="connsiteY1" fmla="*/ 0 h 1596571"/>
                <a:gd name="connsiteX2" fmla="*/ 1611086 w 1611086"/>
                <a:gd name="connsiteY2" fmla="*/ 1596571 h 1596571"/>
                <a:gd name="connsiteX3" fmla="*/ 0 w 1611086"/>
                <a:gd name="connsiteY3" fmla="*/ 1596571 h 1596571"/>
                <a:gd name="connsiteX4" fmla="*/ 0 w 1611086"/>
                <a:gd name="connsiteY4" fmla="*/ 0 h 1596571"/>
                <a:gd name="connsiteX0" fmla="*/ 711200 w 2322286"/>
                <a:gd name="connsiteY0" fmla="*/ 0 h 1944914"/>
                <a:gd name="connsiteX1" fmla="*/ 2322286 w 2322286"/>
                <a:gd name="connsiteY1" fmla="*/ 0 h 1944914"/>
                <a:gd name="connsiteX2" fmla="*/ 2322286 w 2322286"/>
                <a:gd name="connsiteY2" fmla="*/ 1596571 h 1944914"/>
                <a:gd name="connsiteX3" fmla="*/ 0 w 2322286"/>
                <a:gd name="connsiteY3" fmla="*/ 1944914 h 1944914"/>
                <a:gd name="connsiteX4" fmla="*/ 711200 w 2322286"/>
                <a:gd name="connsiteY4" fmla="*/ 0 h 1944914"/>
                <a:gd name="connsiteX0" fmla="*/ 711200 w 2322286"/>
                <a:gd name="connsiteY0" fmla="*/ 0 h 1944914"/>
                <a:gd name="connsiteX1" fmla="*/ 2322286 w 2322286"/>
                <a:gd name="connsiteY1" fmla="*/ 0 h 1944914"/>
                <a:gd name="connsiteX2" fmla="*/ 2322286 w 2322286"/>
                <a:gd name="connsiteY2" fmla="*/ 1596571 h 1944914"/>
                <a:gd name="connsiteX3" fmla="*/ 0 w 2322286"/>
                <a:gd name="connsiteY3" fmla="*/ 1944914 h 1944914"/>
                <a:gd name="connsiteX4" fmla="*/ 406400 w 2322286"/>
                <a:gd name="connsiteY4" fmla="*/ 507999 h 1944914"/>
                <a:gd name="connsiteX5" fmla="*/ 711200 w 2322286"/>
                <a:gd name="connsiteY5" fmla="*/ 0 h 1944914"/>
                <a:gd name="connsiteX0" fmla="*/ 464457 w 2322286"/>
                <a:gd name="connsiteY0" fmla="*/ 0 h 2786742"/>
                <a:gd name="connsiteX1" fmla="*/ 2322286 w 2322286"/>
                <a:gd name="connsiteY1" fmla="*/ 841828 h 2786742"/>
                <a:gd name="connsiteX2" fmla="*/ 2322286 w 2322286"/>
                <a:gd name="connsiteY2" fmla="*/ 2438399 h 2786742"/>
                <a:gd name="connsiteX3" fmla="*/ 0 w 2322286"/>
                <a:gd name="connsiteY3" fmla="*/ 2786742 h 2786742"/>
                <a:gd name="connsiteX4" fmla="*/ 406400 w 2322286"/>
                <a:gd name="connsiteY4" fmla="*/ 1349827 h 2786742"/>
                <a:gd name="connsiteX5" fmla="*/ 464457 w 2322286"/>
                <a:gd name="connsiteY5" fmla="*/ 0 h 2786742"/>
                <a:gd name="connsiteX0" fmla="*/ 464457 w 2322286"/>
                <a:gd name="connsiteY0" fmla="*/ 0 h 2786742"/>
                <a:gd name="connsiteX1" fmla="*/ 1103086 w 2322286"/>
                <a:gd name="connsiteY1" fmla="*/ 740227 h 2786742"/>
                <a:gd name="connsiteX2" fmla="*/ 2322286 w 2322286"/>
                <a:gd name="connsiteY2" fmla="*/ 841828 h 2786742"/>
                <a:gd name="connsiteX3" fmla="*/ 2322286 w 2322286"/>
                <a:gd name="connsiteY3" fmla="*/ 2438399 h 2786742"/>
                <a:gd name="connsiteX4" fmla="*/ 0 w 2322286"/>
                <a:gd name="connsiteY4" fmla="*/ 2786742 h 2786742"/>
                <a:gd name="connsiteX5" fmla="*/ 406400 w 2322286"/>
                <a:gd name="connsiteY5" fmla="*/ 1349827 h 2786742"/>
                <a:gd name="connsiteX6" fmla="*/ 464457 w 2322286"/>
                <a:gd name="connsiteY6" fmla="*/ 0 h 2786742"/>
                <a:gd name="connsiteX0" fmla="*/ 464457 w 2322286"/>
                <a:gd name="connsiteY0" fmla="*/ 0 h 2786742"/>
                <a:gd name="connsiteX1" fmla="*/ 1103086 w 2322286"/>
                <a:gd name="connsiteY1" fmla="*/ 740227 h 2786742"/>
                <a:gd name="connsiteX2" fmla="*/ 1814286 w 2322286"/>
                <a:gd name="connsiteY2" fmla="*/ 1335314 h 2786742"/>
                <a:gd name="connsiteX3" fmla="*/ 2322286 w 2322286"/>
                <a:gd name="connsiteY3" fmla="*/ 2438399 h 2786742"/>
                <a:gd name="connsiteX4" fmla="*/ 0 w 2322286"/>
                <a:gd name="connsiteY4" fmla="*/ 2786742 h 2786742"/>
                <a:gd name="connsiteX5" fmla="*/ 406400 w 2322286"/>
                <a:gd name="connsiteY5" fmla="*/ 1349827 h 2786742"/>
                <a:gd name="connsiteX6" fmla="*/ 464457 w 2322286"/>
                <a:gd name="connsiteY6" fmla="*/ 0 h 2786742"/>
                <a:gd name="connsiteX0" fmla="*/ 464457 w 2322286"/>
                <a:gd name="connsiteY0" fmla="*/ 0 h 2786742"/>
                <a:gd name="connsiteX1" fmla="*/ 1103086 w 2322286"/>
                <a:gd name="connsiteY1" fmla="*/ 740227 h 2786742"/>
                <a:gd name="connsiteX2" fmla="*/ 1814286 w 2322286"/>
                <a:gd name="connsiteY2" fmla="*/ 1335314 h 2786742"/>
                <a:gd name="connsiteX3" fmla="*/ 2322286 w 2322286"/>
                <a:gd name="connsiteY3" fmla="*/ 2438399 h 2786742"/>
                <a:gd name="connsiteX4" fmla="*/ 0 w 2322286"/>
                <a:gd name="connsiteY4" fmla="*/ 2786742 h 2786742"/>
                <a:gd name="connsiteX5" fmla="*/ 406400 w 2322286"/>
                <a:gd name="connsiteY5" fmla="*/ 1349827 h 2786742"/>
                <a:gd name="connsiteX6" fmla="*/ 464457 w 2322286"/>
                <a:gd name="connsiteY6" fmla="*/ 0 h 2786742"/>
                <a:gd name="connsiteX0" fmla="*/ 464457 w 2322286"/>
                <a:gd name="connsiteY0" fmla="*/ 0 h 2786742"/>
                <a:gd name="connsiteX1" fmla="*/ 1103086 w 2322286"/>
                <a:gd name="connsiteY1" fmla="*/ 740227 h 2786742"/>
                <a:gd name="connsiteX2" fmla="*/ 1814286 w 2322286"/>
                <a:gd name="connsiteY2" fmla="*/ 1335314 h 2786742"/>
                <a:gd name="connsiteX3" fmla="*/ 2322286 w 2322286"/>
                <a:gd name="connsiteY3" fmla="*/ 2438399 h 2786742"/>
                <a:gd name="connsiteX4" fmla="*/ 0 w 2322286"/>
                <a:gd name="connsiteY4" fmla="*/ 2786742 h 2786742"/>
                <a:gd name="connsiteX5" fmla="*/ 406400 w 2322286"/>
                <a:gd name="connsiteY5" fmla="*/ 1349827 h 2786742"/>
                <a:gd name="connsiteX6" fmla="*/ 464457 w 2322286"/>
                <a:gd name="connsiteY6" fmla="*/ 0 h 2786742"/>
                <a:gd name="connsiteX0" fmla="*/ 464457 w 2322286"/>
                <a:gd name="connsiteY0" fmla="*/ 47620 h 2834362"/>
                <a:gd name="connsiteX1" fmla="*/ 978354 w 2322286"/>
                <a:gd name="connsiteY1" fmla="*/ 376004 h 2834362"/>
                <a:gd name="connsiteX2" fmla="*/ 1103086 w 2322286"/>
                <a:gd name="connsiteY2" fmla="*/ 787847 h 2834362"/>
                <a:gd name="connsiteX3" fmla="*/ 1814286 w 2322286"/>
                <a:gd name="connsiteY3" fmla="*/ 1382934 h 2834362"/>
                <a:gd name="connsiteX4" fmla="*/ 2322286 w 2322286"/>
                <a:gd name="connsiteY4" fmla="*/ 2486019 h 2834362"/>
                <a:gd name="connsiteX5" fmla="*/ 0 w 2322286"/>
                <a:gd name="connsiteY5" fmla="*/ 2834362 h 2834362"/>
                <a:gd name="connsiteX6" fmla="*/ 406400 w 2322286"/>
                <a:gd name="connsiteY6" fmla="*/ 1397447 h 2834362"/>
                <a:gd name="connsiteX7" fmla="*/ 464457 w 2322286"/>
                <a:gd name="connsiteY7" fmla="*/ 47620 h 2834362"/>
                <a:gd name="connsiteX0" fmla="*/ 464457 w 2322286"/>
                <a:gd name="connsiteY0" fmla="*/ 0 h 2786742"/>
                <a:gd name="connsiteX1" fmla="*/ 978354 w 2322286"/>
                <a:gd name="connsiteY1" fmla="*/ 328384 h 2786742"/>
                <a:gd name="connsiteX2" fmla="*/ 1103086 w 2322286"/>
                <a:gd name="connsiteY2" fmla="*/ 740227 h 2786742"/>
                <a:gd name="connsiteX3" fmla="*/ 1814286 w 2322286"/>
                <a:gd name="connsiteY3" fmla="*/ 1335314 h 2786742"/>
                <a:gd name="connsiteX4" fmla="*/ 2322286 w 2322286"/>
                <a:gd name="connsiteY4" fmla="*/ 2438399 h 2786742"/>
                <a:gd name="connsiteX5" fmla="*/ 0 w 2322286"/>
                <a:gd name="connsiteY5" fmla="*/ 2786742 h 2786742"/>
                <a:gd name="connsiteX6" fmla="*/ 406400 w 2322286"/>
                <a:gd name="connsiteY6" fmla="*/ 1349827 h 2786742"/>
                <a:gd name="connsiteX7" fmla="*/ 464457 w 2322286"/>
                <a:gd name="connsiteY7" fmla="*/ 0 h 2786742"/>
                <a:gd name="connsiteX0" fmla="*/ 464457 w 2322286"/>
                <a:gd name="connsiteY0" fmla="*/ 0 h 2786742"/>
                <a:gd name="connsiteX1" fmla="*/ 978354 w 2322286"/>
                <a:gd name="connsiteY1" fmla="*/ 328384 h 2786742"/>
                <a:gd name="connsiteX2" fmla="*/ 1103086 w 2322286"/>
                <a:gd name="connsiteY2" fmla="*/ 740227 h 2786742"/>
                <a:gd name="connsiteX3" fmla="*/ 1814286 w 2322286"/>
                <a:gd name="connsiteY3" fmla="*/ 1335314 h 2786742"/>
                <a:gd name="connsiteX4" fmla="*/ 2322286 w 2322286"/>
                <a:gd name="connsiteY4" fmla="*/ 2438399 h 2786742"/>
                <a:gd name="connsiteX5" fmla="*/ 0 w 2322286"/>
                <a:gd name="connsiteY5" fmla="*/ 2786742 h 2786742"/>
                <a:gd name="connsiteX6" fmla="*/ 406400 w 2322286"/>
                <a:gd name="connsiteY6" fmla="*/ 1349827 h 2786742"/>
                <a:gd name="connsiteX7" fmla="*/ 464457 w 2322286"/>
                <a:gd name="connsiteY7" fmla="*/ 0 h 2786742"/>
                <a:gd name="connsiteX0" fmla="*/ 464457 w 2322286"/>
                <a:gd name="connsiteY0" fmla="*/ 0 h 2786742"/>
                <a:gd name="connsiteX1" fmla="*/ 978354 w 2322286"/>
                <a:gd name="connsiteY1" fmla="*/ 328384 h 2786742"/>
                <a:gd name="connsiteX2" fmla="*/ 1103086 w 2322286"/>
                <a:gd name="connsiteY2" fmla="*/ 740227 h 2786742"/>
                <a:gd name="connsiteX3" fmla="*/ 1728561 w 2322286"/>
                <a:gd name="connsiteY3" fmla="*/ 1373414 h 2786742"/>
                <a:gd name="connsiteX4" fmla="*/ 2322286 w 2322286"/>
                <a:gd name="connsiteY4" fmla="*/ 2438399 h 2786742"/>
                <a:gd name="connsiteX5" fmla="*/ 0 w 2322286"/>
                <a:gd name="connsiteY5" fmla="*/ 2786742 h 2786742"/>
                <a:gd name="connsiteX6" fmla="*/ 406400 w 2322286"/>
                <a:gd name="connsiteY6" fmla="*/ 1349827 h 2786742"/>
                <a:gd name="connsiteX7" fmla="*/ 464457 w 2322286"/>
                <a:gd name="connsiteY7" fmla="*/ 0 h 2786742"/>
                <a:gd name="connsiteX0" fmla="*/ 464457 w 2322286"/>
                <a:gd name="connsiteY0" fmla="*/ 0 h 2786742"/>
                <a:gd name="connsiteX1" fmla="*/ 978354 w 2322286"/>
                <a:gd name="connsiteY1" fmla="*/ 328384 h 2786742"/>
                <a:gd name="connsiteX2" fmla="*/ 1103086 w 2322286"/>
                <a:gd name="connsiteY2" fmla="*/ 740227 h 2786742"/>
                <a:gd name="connsiteX3" fmla="*/ 1728561 w 2322286"/>
                <a:gd name="connsiteY3" fmla="*/ 1373414 h 2786742"/>
                <a:gd name="connsiteX4" fmla="*/ 2322286 w 2322286"/>
                <a:gd name="connsiteY4" fmla="*/ 2438399 h 2786742"/>
                <a:gd name="connsiteX5" fmla="*/ 0 w 2322286"/>
                <a:gd name="connsiteY5" fmla="*/ 2786742 h 2786742"/>
                <a:gd name="connsiteX6" fmla="*/ 406400 w 2322286"/>
                <a:gd name="connsiteY6" fmla="*/ 1349827 h 2786742"/>
                <a:gd name="connsiteX7" fmla="*/ 464457 w 2322286"/>
                <a:gd name="connsiteY7" fmla="*/ 0 h 2786742"/>
                <a:gd name="connsiteX0" fmla="*/ 464457 w 2322286"/>
                <a:gd name="connsiteY0" fmla="*/ 0 h 2786742"/>
                <a:gd name="connsiteX1" fmla="*/ 978354 w 2322286"/>
                <a:gd name="connsiteY1" fmla="*/ 328384 h 2786742"/>
                <a:gd name="connsiteX2" fmla="*/ 1103086 w 2322286"/>
                <a:gd name="connsiteY2" fmla="*/ 740227 h 2786742"/>
                <a:gd name="connsiteX3" fmla="*/ 1728561 w 2322286"/>
                <a:gd name="connsiteY3" fmla="*/ 1373414 h 2786742"/>
                <a:gd name="connsiteX4" fmla="*/ 2322286 w 2322286"/>
                <a:gd name="connsiteY4" fmla="*/ 2438399 h 2786742"/>
                <a:gd name="connsiteX5" fmla="*/ 0 w 2322286"/>
                <a:gd name="connsiteY5" fmla="*/ 2786742 h 2786742"/>
                <a:gd name="connsiteX6" fmla="*/ 406400 w 2322286"/>
                <a:gd name="connsiteY6" fmla="*/ 1349827 h 2786742"/>
                <a:gd name="connsiteX7" fmla="*/ 464457 w 2322286"/>
                <a:gd name="connsiteY7" fmla="*/ 0 h 2786742"/>
                <a:gd name="connsiteX0" fmla="*/ 464457 w 2322286"/>
                <a:gd name="connsiteY0" fmla="*/ 0 h 2786742"/>
                <a:gd name="connsiteX1" fmla="*/ 978354 w 2322286"/>
                <a:gd name="connsiteY1" fmla="*/ 328384 h 2786742"/>
                <a:gd name="connsiteX2" fmla="*/ 1103086 w 2322286"/>
                <a:gd name="connsiteY2" fmla="*/ 740227 h 2786742"/>
                <a:gd name="connsiteX3" fmla="*/ 1728561 w 2322286"/>
                <a:gd name="connsiteY3" fmla="*/ 1373414 h 2786742"/>
                <a:gd name="connsiteX4" fmla="*/ 2322286 w 2322286"/>
                <a:gd name="connsiteY4" fmla="*/ 2438399 h 2786742"/>
                <a:gd name="connsiteX5" fmla="*/ 0 w 2322286"/>
                <a:gd name="connsiteY5" fmla="*/ 2786742 h 2786742"/>
                <a:gd name="connsiteX6" fmla="*/ 406400 w 2322286"/>
                <a:gd name="connsiteY6" fmla="*/ 1349827 h 2786742"/>
                <a:gd name="connsiteX7" fmla="*/ 464457 w 2322286"/>
                <a:gd name="connsiteY7" fmla="*/ 0 h 2786742"/>
                <a:gd name="connsiteX0" fmla="*/ 488350 w 2346179"/>
                <a:gd name="connsiteY0" fmla="*/ 0 h 2786742"/>
                <a:gd name="connsiteX1" fmla="*/ 1002247 w 2346179"/>
                <a:gd name="connsiteY1" fmla="*/ 328384 h 2786742"/>
                <a:gd name="connsiteX2" fmla="*/ 1126979 w 2346179"/>
                <a:gd name="connsiteY2" fmla="*/ 740227 h 2786742"/>
                <a:gd name="connsiteX3" fmla="*/ 1752454 w 2346179"/>
                <a:gd name="connsiteY3" fmla="*/ 1373414 h 2786742"/>
                <a:gd name="connsiteX4" fmla="*/ 2346179 w 2346179"/>
                <a:gd name="connsiteY4" fmla="*/ 2438399 h 2786742"/>
                <a:gd name="connsiteX5" fmla="*/ 23893 w 2346179"/>
                <a:gd name="connsiteY5" fmla="*/ 2786742 h 2786742"/>
                <a:gd name="connsiteX6" fmla="*/ 430293 w 2346179"/>
                <a:gd name="connsiteY6" fmla="*/ 1349827 h 2786742"/>
                <a:gd name="connsiteX7" fmla="*/ 488350 w 2346179"/>
                <a:gd name="connsiteY7" fmla="*/ 0 h 2786742"/>
                <a:gd name="connsiteX0" fmla="*/ 407885 w 2265714"/>
                <a:gd name="connsiteY0" fmla="*/ 0 h 2786742"/>
                <a:gd name="connsiteX1" fmla="*/ 921782 w 2265714"/>
                <a:gd name="connsiteY1" fmla="*/ 328384 h 2786742"/>
                <a:gd name="connsiteX2" fmla="*/ 1046514 w 2265714"/>
                <a:gd name="connsiteY2" fmla="*/ 740227 h 2786742"/>
                <a:gd name="connsiteX3" fmla="*/ 1671989 w 2265714"/>
                <a:gd name="connsiteY3" fmla="*/ 1373414 h 2786742"/>
                <a:gd name="connsiteX4" fmla="*/ 2265714 w 2265714"/>
                <a:gd name="connsiteY4" fmla="*/ 2438399 h 2786742"/>
                <a:gd name="connsiteX5" fmla="*/ 29153 w 2265714"/>
                <a:gd name="connsiteY5" fmla="*/ 2786742 h 2786742"/>
                <a:gd name="connsiteX6" fmla="*/ 349828 w 2265714"/>
                <a:gd name="connsiteY6" fmla="*/ 1349827 h 2786742"/>
                <a:gd name="connsiteX7" fmla="*/ 407885 w 2265714"/>
                <a:gd name="connsiteY7" fmla="*/ 0 h 2786742"/>
                <a:gd name="connsiteX0" fmla="*/ 55460 w 2265714"/>
                <a:gd name="connsiteY0" fmla="*/ 233162 h 2476979"/>
                <a:gd name="connsiteX1" fmla="*/ 921782 w 2265714"/>
                <a:gd name="connsiteY1" fmla="*/ 18621 h 2476979"/>
                <a:gd name="connsiteX2" fmla="*/ 1046514 w 2265714"/>
                <a:gd name="connsiteY2" fmla="*/ 430464 h 2476979"/>
                <a:gd name="connsiteX3" fmla="*/ 1671989 w 2265714"/>
                <a:gd name="connsiteY3" fmla="*/ 1063651 h 2476979"/>
                <a:gd name="connsiteX4" fmla="*/ 2265714 w 2265714"/>
                <a:gd name="connsiteY4" fmla="*/ 2128636 h 2476979"/>
                <a:gd name="connsiteX5" fmla="*/ 29153 w 2265714"/>
                <a:gd name="connsiteY5" fmla="*/ 2476979 h 2476979"/>
                <a:gd name="connsiteX6" fmla="*/ 349828 w 2265714"/>
                <a:gd name="connsiteY6" fmla="*/ 1040064 h 2476979"/>
                <a:gd name="connsiteX7" fmla="*/ 55460 w 2265714"/>
                <a:gd name="connsiteY7" fmla="*/ 233162 h 2476979"/>
                <a:gd name="connsiteX0" fmla="*/ 55460 w 2265714"/>
                <a:gd name="connsiteY0" fmla="*/ 239390 h 2483207"/>
                <a:gd name="connsiteX1" fmla="*/ 471596 w 2265714"/>
                <a:gd name="connsiteY1" fmla="*/ 41205 h 2483207"/>
                <a:gd name="connsiteX2" fmla="*/ 921782 w 2265714"/>
                <a:gd name="connsiteY2" fmla="*/ 24849 h 2483207"/>
                <a:gd name="connsiteX3" fmla="*/ 1046514 w 2265714"/>
                <a:gd name="connsiteY3" fmla="*/ 436692 h 2483207"/>
                <a:gd name="connsiteX4" fmla="*/ 1671989 w 2265714"/>
                <a:gd name="connsiteY4" fmla="*/ 1069879 h 2483207"/>
                <a:gd name="connsiteX5" fmla="*/ 2265714 w 2265714"/>
                <a:gd name="connsiteY5" fmla="*/ 2134864 h 2483207"/>
                <a:gd name="connsiteX6" fmla="*/ 29153 w 2265714"/>
                <a:gd name="connsiteY6" fmla="*/ 2483207 h 2483207"/>
                <a:gd name="connsiteX7" fmla="*/ 349828 w 2265714"/>
                <a:gd name="connsiteY7" fmla="*/ 1046292 h 2483207"/>
                <a:gd name="connsiteX8" fmla="*/ 55460 w 2265714"/>
                <a:gd name="connsiteY8" fmla="*/ 239390 h 2483207"/>
                <a:gd name="connsiteX0" fmla="*/ 55460 w 2265714"/>
                <a:gd name="connsiteY0" fmla="*/ 311459 h 2555276"/>
                <a:gd name="connsiteX1" fmla="*/ 471596 w 2265714"/>
                <a:gd name="connsiteY1" fmla="*/ 113274 h 2555276"/>
                <a:gd name="connsiteX2" fmla="*/ 1064657 w 2265714"/>
                <a:gd name="connsiteY2" fmla="*/ 11193 h 2555276"/>
                <a:gd name="connsiteX3" fmla="*/ 1046514 w 2265714"/>
                <a:gd name="connsiteY3" fmla="*/ 508761 h 2555276"/>
                <a:gd name="connsiteX4" fmla="*/ 1671989 w 2265714"/>
                <a:gd name="connsiteY4" fmla="*/ 1141948 h 2555276"/>
                <a:gd name="connsiteX5" fmla="*/ 2265714 w 2265714"/>
                <a:gd name="connsiteY5" fmla="*/ 2206933 h 2555276"/>
                <a:gd name="connsiteX6" fmla="*/ 29153 w 2265714"/>
                <a:gd name="connsiteY6" fmla="*/ 2555276 h 2555276"/>
                <a:gd name="connsiteX7" fmla="*/ 349828 w 2265714"/>
                <a:gd name="connsiteY7" fmla="*/ 1118361 h 2555276"/>
                <a:gd name="connsiteX8" fmla="*/ 55460 w 2265714"/>
                <a:gd name="connsiteY8" fmla="*/ 311459 h 2555276"/>
                <a:gd name="connsiteX0" fmla="*/ 55460 w 2265714"/>
                <a:gd name="connsiteY0" fmla="*/ 311459 h 2555276"/>
                <a:gd name="connsiteX1" fmla="*/ 471596 w 2265714"/>
                <a:gd name="connsiteY1" fmla="*/ 113274 h 2555276"/>
                <a:gd name="connsiteX2" fmla="*/ 1064657 w 2265714"/>
                <a:gd name="connsiteY2" fmla="*/ 11193 h 2555276"/>
                <a:gd name="connsiteX3" fmla="*/ 1322739 w 2265714"/>
                <a:gd name="connsiteY3" fmla="*/ 194436 h 2555276"/>
                <a:gd name="connsiteX4" fmla="*/ 1671989 w 2265714"/>
                <a:gd name="connsiteY4" fmla="*/ 1141948 h 2555276"/>
                <a:gd name="connsiteX5" fmla="*/ 2265714 w 2265714"/>
                <a:gd name="connsiteY5" fmla="*/ 2206933 h 2555276"/>
                <a:gd name="connsiteX6" fmla="*/ 29153 w 2265714"/>
                <a:gd name="connsiteY6" fmla="*/ 2555276 h 2555276"/>
                <a:gd name="connsiteX7" fmla="*/ 349828 w 2265714"/>
                <a:gd name="connsiteY7" fmla="*/ 1118361 h 2555276"/>
                <a:gd name="connsiteX8" fmla="*/ 55460 w 2265714"/>
                <a:gd name="connsiteY8" fmla="*/ 311459 h 2555276"/>
                <a:gd name="connsiteX0" fmla="*/ 55460 w 2265714"/>
                <a:gd name="connsiteY0" fmla="*/ 311459 h 2555276"/>
                <a:gd name="connsiteX1" fmla="*/ 471596 w 2265714"/>
                <a:gd name="connsiteY1" fmla="*/ 113274 h 2555276"/>
                <a:gd name="connsiteX2" fmla="*/ 1064657 w 2265714"/>
                <a:gd name="connsiteY2" fmla="*/ 11193 h 2555276"/>
                <a:gd name="connsiteX3" fmla="*/ 1322739 w 2265714"/>
                <a:gd name="connsiteY3" fmla="*/ 194436 h 2555276"/>
                <a:gd name="connsiteX4" fmla="*/ 1462196 w 2265714"/>
                <a:gd name="connsiteY4" fmla="*/ 475224 h 2555276"/>
                <a:gd name="connsiteX5" fmla="*/ 1671989 w 2265714"/>
                <a:gd name="connsiteY5" fmla="*/ 1141948 h 2555276"/>
                <a:gd name="connsiteX6" fmla="*/ 2265714 w 2265714"/>
                <a:gd name="connsiteY6" fmla="*/ 2206933 h 2555276"/>
                <a:gd name="connsiteX7" fmla="*/ 29153 w 2265714"/>
                <a:gd name="connsiteY7" fmla="*/ 2555276 h 2555276"/>
                <a:gd name="connsiteX8" fmla="*/ 349828 w 2265714"/>
                <a:gd name="connsiteY8" fmla="*/ 1118361 h 2555276"/>
                <a:gd name="connsiteX9" fmla="*/ 55460 w 2265714"/>
                <a:gd name="connsiteY9" fmla="*/ 311459 h 2555276"/>
                <a:gd name="connsiteX0" fmla="*/ 55460 w 2265714"/>
                <a:gd name="connsiteY0" fmla="*/ 318349 h 2562166"/>
                <a:gd name="connsiteX1" fmla="*/ 471596 w 2265714"/>
                <a:gd name="connsiteY1" fmla="*/ 120164 h 2562166"/>
                <a:gd name="connsiteX2" fmla="*/ 1064657 w 2265714"/>
                <a:gd name="connsiteY2" fmla="*/ 18083 h 2562166"/>
                <a:gd name="connsiteX3" fmla="*/ 1322739 w 2265714"/>
                <a:gd name="connsiteY3" fmla="*/ 201326 h 2562166"/>
                <a:gd name="connsiteX4" fmla="*/ 1462196 w 2265714"/>
                <a:gd name="connsiteY4" fmla="*/ 482114 h 2562166"/>
                <a:gd name="connsiteX5" fmla="*/ 1671989 w 2265714"/>
                <a:gd name="connsiteY5" fmla="*/ 1148838 h 2562166"/>
                <a:gd name="connsiteX6" fmla="*/ 2265714 w 2265714"/>
                <a:gd name="connsiteY6" fmla="*/ 2213823 h 2562166"/>
                <a:gd name="connsiteX7" fmla="*/ 29153 w 2265714"/>
                <a:gd name="connsiteY7" fmla="*/ 2562166 h 2562166"/>
                <a:gd name="connsiteX8" fmla="*/ 349828 w 2265714"/>
                <a:gd name="connsiteY8" fmla="*/ 1125251 h 2562166"/>
                <a:gd name="connsiteX9" fmla="*/ 55460 w 2265714"/>
                <a:gd name="connsiteY9" fmla="*/ 318349 h 2562166"/>
                <a:gd name="connsiteX0" fmla="*/ 55460 w 2265714"/>
                <a:gd name="connsiteY0" fmla="*/ 318349 h 2562166"/>
                <a:gd name="connsiteX1" fmla="*/ 471596 w 2265714"/>
                <a:gd name="connsiteY1" fmla="*/ 120164 h 2562166"/>
                <a:gd name="connsiteX2" fmla="*/ 1064657 w 2265714"/>
                <a:gd name="connsiteY2" fmla="*/ 18083 h 2562166"/>
                <a:gd name="connsiteX3" fmla="*/ 1322739 w 2265714"/>
                <a:gd name="connsiteY3" fmla="*/ 201326 h 2562166"/>
                <a:gd name="connsiteX4" fmla="*/ 1462196 w 2265714"/>
                <a:gd name="connsiteY4" fmla="*/ 482114 h 2562166"/>
                <a:gd name="connsiteX5" fmla="*/ 1671989 w 2265714"/>
                <a:gd name="connsiteY5" fmla="*/ 1148838 h 2562166"/>
                <a:gd name="connsiteX6" fmla="*/ 2265714 w 2265714"/>
                <a:gd name="connsiteY6" fmla="*/ 2213823 h 2562166"/>
                <a:gd name="connsiteX7" fmla="*/ 29153 w 2265714"/>
                <a:gd name="connsiteY7" fmla="*/ 2562166 h 2562166"/>
                <a:gd name="connsiteX8" fmla="*/ 349828 w 2265714"/>
                <a:gd name="connsiteY8" fmla="*/ 1125251 h 2562166"/>
                <a:gd name="connsiteX9" fmla="*/ 55460 w 2265714"/>
                <a:gd name="connsiteY9" fmla="*/ 318349 h 2562166"/>
                <a:gd name="connsiteX0" fmla="*/ 55460 w 2265714"/>
                <a:gd name="connsiteY0" fmla="*/ 444303 h 2688120"/>
                <a:gd name="connsiteX1" fmla="*/ 471596 w 2265714"/>
                <a:gd name="connsiteY1" fmla="*/ 246118 h 2688120"/>
                <a:gd name="connsiteX2" fmla="*/ 1064657 w 2265714"/>
                <a:gd name="connsiteY2" fmla="*/ 144037 h 2688120"/>
                <a:gd name="connsiteX3" fmla="*/ 1322739 w 2265714"/>
                <a:gd name="connsiteY3" fmla="*/ 327280 h 2688120"/>
                <a:gd name="connsiteX4" fmla="*/ 1462196 w 2265714"/>
                <a:gd name="connsiteY4" fmla="*/ 608068 h 2688120"/>
                <a:gd name="connsiteX5" fmla="*/ 1671989 w 2265714"/>
                <a:gd name="connsiteY5" fmla="*/ 1274792 h 2688120"/>
                <a:gd name="connsiteX6" fmla="*/ 2265714 w 2265714"/>
                <a:gd name="connsiteY6" fmla="*/ 2339777 h 2688120"/>
                <a:gd name="connsiteX7" fmla="*/ 29153 w 2265714"/>
                <a:gd name="connsiteY7" fmla="*/ 2688120 h 2688120"/>
                <a:gd name="connsiteX8" fmla="*/ 349828 w 2265714"/>
                <a:gd name="connsiteY8" fmla="*/ 1251205 h 2688120"/>
                <a:gd name="connsiteX9" fmla="*/ 55460 w 2265714"/>
                <a:gd name="connsiteY9" fmla="*/ 444303 h 2688120"/>
                <a:gd name="connsiteX0" fmla="*/ 55460 w 2265714"/>
                <a:gd name="connsiteY0" fmla="*/ 450115 h 2693932"/>
                <a:gd name="connsiteX1" fmla="*/ 471596 w 2265714"/>
                <a:gd name="connsiteY1" fmla="*/ 251930 h 2693932"/>
                <a:gd name="connsiteX2" fmla="*/ 1064657 w 2265714"/>
                <a:gd name="connsiteY2" fmla="*/ 149849 h 2693932"/>
                <a:gd name="connsiteX3" fmla="*/ 1322739 w 2265714"/>
                <a:gd name="connsiteY3" fmla="*/ 333092 h 2693932"/>
                <a:gd name="connsiteX4" fmla="*/ 1462196 w 2265714"/>
                <a:gd name="connsiteY4" fmla="*/ 613880 h 2693932"/>
                <a:gd name="connsiteX5" fmla="*/ 1671989 w 2265714"/>
                <a:gd name="connsiteY5" fmla="*/ 1280604 h 2693932"/>
                <a:gd name="connsiteX6" fmla="*/ 2265714 w 2265714"/>
                <a:gd name="connsiteY6" fmla="*/ 2345589 h 2693932"/>
                <a:gd name="connsiteX7" fmla="*/ 29153 w 2265714"/>
                <a:gd name="connsiteY7" fmla="*/ 2693932 h 2693932"/>
                <a:gd name="connsiteX8" fmla="*/ 349828 w 2265714"/>
                <a:gd name="connsiteY8" fmla="*/ 1257017 h 2693932"/>
                <a:gd name="connsiteX9" fmla="*/ 55460 w 2265714"/>
                <a:gd name="connsiteY9" fmla="*/ 450115 h 2693932"/>
                <a:gd name="connsiteX0" fmla="*/ 86120 w 2296374"/>
                <a:gd name="connsiteY0" fmla="*/ 450115 h 2693932"/>
                <a:gd name="connsiteX1" fmla="*/ 502256 w 2296374"/>
                <a:gd name="connsiteY1" fmla="*/ 251930 h 2693932"/>
                <a:gd name="connsiteX2" fmla="*/ 1095317 w 2296374"/>
                <a:gd name="connsiteY2" fmla="*/ 149849 h 2693932"/>
                <a:gd name="connsiteX3" fmla="*/ 1353399 w 2296374"/>
                <a:gd name="connsiteY3" fmla="*/ 333092 h 2693932"/>
                <a:gd name="connsiteX4" fmla="*/ 1492856 w 2296374"/>
                <a:gd name="connsiteY4" fmla="*/ 613880 h 2693932"/>
                <a:gd name="connsiteX5" fmla="*/ 1702649 w 2296374"/>
                <a:gd name="connsiteY5" fmla="*/ 1280604 h 2693932"/>
                <a:gd name="connsiteX6" fmla="*/ 2296374 w 2296374"/>
                <a:gd name="connsiteY6" fmla="*/ 2345589 h 2693932"/>
                <a:gd name="connsiteX7" fmla="*/ 59813 w 2296374"/>
                <a:gd name="connsiteY7" fmla="*/ 2693932 h 2693932"/>
                <a:gd name="connsiteX8" fmla="*/ 380488 w 2296374"/>
                <a:gd name="connsiteY8" fmla="*/ 1257017 h 2693932"/>
                <a:gd name="connsiteX9" fmla="*/ 86120 w 2296374"/>
                <a:gd name="connsiteY9" fmla="*/ 450115 h 2693932"/>
                <a:gd name="connsiteX0" fmla="*/ 55460 w 2265714"/>
                <a:gd name="connsiteY0" fmla="*/ 450115 h 2693932"/>
                <a:gd name="connsiteX1" fmla="*/ 471596 w 2265714"/>
                <a:gd name="connsiteY1" fmla="*/ 251930 h 2693932"/>
                <a:gd name="connsiteX2" fmla="*/ 1064657 w 2265714"/>
                <a:gd name="connsiteY2" fmla="*/ 149849 h 2693932"/>
                <a:gd name="connsiteX3" fmla="*/ 1322739 w 2265714"/>
                <a:gd name="connsiteY3" fmla="*/ 333092 h 2693932"/>
                <a:gd name="connsiteX4" fmla="*/ 1462196 w 2265714"/>
                <a:gd name="connsiteY4" fmla="*/ 613880 h 2693932"/>
                <a:gd name="connsiteX5" fmla="*/ 1671989 w 2265714"/>
                <a:gd name="connsiteY5" fmla="*/ 1280604 h 2693932"/>
                <a:gd name="connsiteX6" fmla="*/ 2265714 w 2265714"/>
                <a:gd name="connsiteY6" fmla="*/ 2345589 h 2693932"/>
                <a:gd name="connsiteX7" fmla="*/ 29153 w 2265714"/>
                <a:gd name="connsiteY7" fmla="*/ 2693932 h 2693932"/>
                <a:gd name="connsiteX8" fmla="*/ 349828 w 2265714"/>
                <a:gd name="connsiteY8" fmla="*/ 1257017 h 2693932"/>
                <a:gd name="connsiteX9" fmla="*/ 55460 w 2265714"/>
                <a:gd name="connsiteY9" fmla="*/ 450115 h 2693932"/>
                <a:gd name="connsiteX0" fmla="*/ 68642 w 2278896"/>
                <a:gd name="connsiteY0" fmla="*/ 450115 h 2693932"/>
                <a:gd name="connsiteX1" fmla="*/ 484778 w 2278896"/>
                <a:gd name="connsiteY1" fmla="*/ 251930 h 2693932"/>
                <a:gd name="connsiteX2" fmla="*/ 1077839 w 2278896"/>
                <a:gd name="connsiteY2" fmla="*/ 149849 h 2693932"/>
                <a:gd name="connsiteX3" fmla="*/ 1335921 w 2278896"/>
                <a:gd name="connsiteY3" fmla="*/ 333092 h 2693932"/>
                <a:gd name="connsiteX4" fmla="*/ 1475378 w 2278896"/>
                <a:gd name="connsiteY4" fmla="*/ 613880 h 2693932"/>
                <a:gd name="connsiteX5" fmla="*/ 1685171 w 2278896"/>
                <a:gd name="connsiteY5" fmla="*/ 1280604 h 2693932"/>
                <a:gd name="connsiteX6" fmla="*/ 2278896 w 2278896"/>
                <a:gd name="connsiteY6" fmla="*/ 2345589 h 2693932"/>
                <a:gd name="connsiteX7" fmla="*/ 42335 w 2278896"/>
                <a:gd name="connsiteY7" fmla="*/ 2693932 h 2693932"/>
                <a:gd name="connsiteX8" fmla="*/ 363010 w 2278896"/>
                <a:gd name="connsiteY8" fmla="*/ 1257017 h 2693932"/>
                <a:gd name="connsiteX9" fmla="*/ 68642 w 2278896"/>
                <a:gd name="connsiteY9" fmla="*/ 450115 h 2693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78896" h="2693932">
                  <a:moveTo>
                    <a:pt x="68642" y="450115"/>
                  </a:moveTo>
                  <a:cubicBezTo>
                    <a:pt x="-114263" y="215926"/>
                    <a:pt x="83216" y="-45688"/>
                    <a:pt x="484778" y="251930"/>
                  </a:cubicBezTo>
                  <a:cubicBezTo>
                    <a:pt x="848240" y="-202927"/>
                    <a:pt x="1055044" y="83935"/>
                    <a:pt x="1077839" y="149849"/>
                  </a:cubicBezTo>
                  <a:cubicBezTo>
                    <a:pt x="1367334" y="72888"/>
                    <a:pt x="1253789" y="262103"/>
                    <a:pt x="1335921" y="333092"/>
                  </a:cubicBezTo>
                  <a:cubicBezTo>
                    <a:pt x="1541878" y="394556"/>
                    <a:pt x="1417170" y="455961"/>
                    <a:pt x="1475378" y="613880"/>
                  </a:cubicBezTo>
                  <a:cubicBezTo>
                    <a:pt x="1533586" y="771799"/>
                    <a:pt x="1567126" y="985636"/>
                    <a:pt x="1685171" y="1280604"/>
                  </a:cubicBezTo>
                  <a:lnTo>
                    <a:pt x="2278896" y="2345589"/>
                  </a:lnTo>
                  <a:lnTo>
                    <a:pt x="42335" y="2693932"/>
                  </a:lnTo>
                  <a:cubicBezTo>
                    <a:pt x="-79071" y="2277856"/>
                    <a:pt x="208191" y="1673093"/>
                    <a:pt x="363010" y="1257017"/>
                  </a:cubicBezTo>
                  <a:cubicBezTo>
                    <a:pt x="115662" y="759450"/>
                    <a:pt x="268365" y="852432"/>
                    <a:pt x="68642" y="450115"/>
                  </a:cubicBezTo>
                  <a:close/>
                </a:path>
              </a:pathLst>
            </a:custGeom>
            <a:solidFill>
              <a:srgbClr val="41A81D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4">
              <a:extLst>
                <a:ext uri="{FF2B5EF4-FFF2-40B4-BE49-F238E27FC236}">
                  <a16:creationId xmlns:a16="http://schemas.microsoft.com/office/drawing/2014/main" id="{0ACBFACA-D032-54A1-8E7B-BBE9B0DD8218}"/>
                </a:ext>
              </a:extLst>
            </p:cNvPr>
            <p:cNvSpPr/>
            <p:nvPr/>
          </p:nvSpPr>
          <p:spPr>
            <a:xfrm>
              <a:off x="2364343" y="1843316"/>
              <a:ext cx="2265714" cy="2786742"/>
            </a:xfrm>
            <a:custGeom>
              <a:avLst/>
              <a:gdLst>
                <a:gd name="connsiteX0" fmla="*/ 0 w 1611086"/>
                <a:gd name="connsiteY0" fmla="*/ 0 h 1596571"/>
                <a:gd name="connsiteX1" fmla="*/ 1611086 w 1611086"/>
                <a:gd name="connsiteY1" fmla="*/ 0 h 1596571"/>
                <a:gd name="connsiteX2" fmla="*/ 1611086 w 1611086"/>
                <a:gd name="connsiteY2" fmla="*/ 1596571 h 1596571"/>
                <a:gd name="connsiteX3" fmla="*/ 0 w 1611086"/>
                <a:gd name="connsiteY3" fmla="*/ 1596571 h 1596571"/>
                <a:gd name="connsiteX4" fmla="*/ 0 w 1611086"/>
                <a:gd name="connsiteY4" fmla="*/ 0 h 1596571"/>
                <a:gd name="connsiteX0" fmla="*/ 711200 w 2322286"/>
                <a:gd name="connsiteY0" fmla="*/ 0 h 1944914"/>
                <a:gd name="connsiteX1" fmla="*/ 2322286 w 2322286"/>
                <a:gd name="connsiteY1" fmla="*/ 0 h 1944914"/>
                <a:gd name="connsiteX2" fmla="*/ 2322286 w 2322286"/>
                <a:gd name="connsiteY2" fmla="*/ 1596571 h 1944914"/>
                <a:gd name="connsiteX3" fmla="*/ 0 w 2322286"/>
                <a:gd name="connsiteY3" fmla="*/ 1944914 h 1944914"/>
                <a:gd name="connsiteX4" fmla="*/ 711200 w 2322286"/>
                <a:gd name="connsiteY4" fmla="*/ 0 h 1944914"/>
                <a:gd name="connsiteX0" fmla="*/ 711200 w 2322286"/>
                <a:gd name="connsiteY0" fmla="*/ 0 h 1944914"/>
                <a:gd name="connsiteX1" fmla="*/ 2322286 w 2322286"/>
                <a:gd name="connsiteY1" fmla="*/ 0 h 1944914"/>
                <a:gd name="connsiteX2" fmla="*/ 2322286 w 2322286"/>
                <a:gd name="connsiteY2" fmla="*/ 1596571 h 1944914"/>
                <a:gd name="connsiteX3" fmla="*/ 0 w 2322286"/>
                <a:gd name="connsiteY3" fmla="*/ 1944914 h 1944914"/>
                <a:gd name="connsiteX4" fmla="*/ 406400 w 2322286"/>
                <a:gd name="connsiteY4" fmla="*/ 507999 h 1944914"/>
                <a:gd name="connsiteX5" fmla="*/ 711200 w 2322286"/>
                <a:gd name="connsiteY5" fmla="*/ 0 h 1944914"/>
                <a:gd name="connsiteX0" fmla="*/ 464457 w 2322286"/>
                <a:gd name="connsiteY0" fmla="*/ 0 h 2786742"/>
                <a:gd name="connsiteX1" fmla="*/ 2322286 w 2322286"/>
                <a:gd name="connsiteY1" fmla="*/ 841828 h 2786742"/>
                <a:gd name="connsiteX2" fmla="*/ 2322286 w 2322286"/>
                <a:gd name="connsiteY2" fmla="*/ 2438399 h 2786742"/>
                <a:gd name="connsiteX3" fmla="*/ 0 w 2322286"/>
                <a:gd name="connsiteY3" fmla="*/ 2786742 h 2786742"/>
                <a:gd name="connsiteX4" fmla="*/ 406400 w 2322286"/>
                <a:gd name="connsiteY4" fmla="*/ 1349827 h 2786742"/>
                <a:gd name="connsiteX5" fmla="*/ 464457 w 2322286"/>
                <a:gd name="connsiteY5" fmla="*/ 0 h 2786742"/>
                <a:gd name="connsiteX0" fmla="*/ 464457 w 2322286"/>
                <a:gd name="connsiteY0" fmla="*/ 0 h 2786742"/>
                <a:gd name="connsiteX1" fmla="*/ 1103086 w 2322286"/>
                <a:gd name="connsiteY1" fmla="*/ 740227 h 2786742"/>
                <a:gd name="connsiteX2" fmla="*/ 2322286 w 2322286"/>
                <a:gd name="connsiteY2" fmla="*/ 841828 h 2786742"/>
                <a:gd name="connsiteX3" fmla="*/ 2322286 w 2322286"/>
                <a:gd name="connsiteY3" fmla="*/ 2438399 h 2786742"/>
                <a:gd name="connsiteX4" fmla="*/ 0 w 2322286"/>
                <a:gd name="connsiteY4" fmla="*/ 2786742 h 2786742"/>
                <a:gd name="connsiteX5" fmla="*/ 406400 w 2322286"/>
                <a:gd name="connsiteY5" fmla="*/ 1349827 h 2786742"/>
                <a:gd name="connsiteX6" fmla="*/ 464457 w 2322286"/>
                <a:gd name="connsiteY6" fmla="*/ 0 h 2786742"/>
                <a:gd name="connsiteX0" fmla="*/ 464457 w 2322286"/>
                <a:gd name="connsiteY0" fmla="*/ 0 h 2786742"/>
                <a:gd name="connsiteX1" fmla="*/ 1103086 w 2322286"/>
                <a:gd name="connsiteY1" fmla="*/ 740227 h 2786742"/>
                <a:gd name="connsiteX2" fmla="*/ 1814286 w 2322286"/>
                <a:gd name="connsiteY2" fmla="*/ 1335314 h 2786742"/>
                <a:gd name="connsiteX3" fmla="*/ 2322286 w 2322286"/>
                <a:gd name="connsiteY3" fmla="*/ 2438399 h 2786742"/>
                <a:gd name="connsiteX4" fmla="*/ 0 w 2322286"/>
                <a:gd name="connsiteY4" fmla="*/ 2786742 h 2786742"/>
                <a:gd name="connsiteX5" fmla="*/ 406400 w 2322286"/>
                <a:gd name="connsiteY5" fmla="*/ 1349827 h 2786742"/>
                <a:gd name="connsiteX6" fmla="*/ 464457 w 2322286"/>
                <a:gd name="connsiteY6" fmla="*/ 0 h 2786742"/>
                <a:gd name="connsiteX0" fmla="*/ 464457 w 2322286"/>
                <a:gd name="connsiteY0" fmla="*/ 0 h 2786742"/>
                <a:gd name="connsiteX1" fmla="*/ 1103086 w 2322286"/>
                <a:gd name="connsiteY1" fmla="*/ 740227 h 2786742"/>
                <a:gd name="connsiteX2" fmla="*/ 1814286 w 2322286"/>
                <a:gd name="connsiteY2" fmla="*/ 1335314 h 2786742"/>
                <a:gd name="connsiteX3" fmla="*/ 2322286 w 2322286"/>
                <a:gd name="connsiteY3" fmla="*/ 2438399 h 2786742"/>
                <a:gd name="connsiteX4" fmla="*/ 0 w 2322286"/>
                <a:gd name="connsiteY4" fmla="*/ 2786742 h 2786742"/>
                <a:gd name="connsiteX5" fmla="*/ 406400 w 2322286"/>
                <a:gd name="connsiteY5" fmla="*/ 1349827 h 2786742"/>
                <a:gd name="connsiteX6" fmla="*/ 464457 w 2322286"/>
                <a:gd name="connsiteY6" fmla="*/ 0 h 2786742"/>
                <a:gd name="connsiteX0" fmla="*/ 464457 w 2322286"/>
                <a:gd name="connsiteY0" fmla="*/ 0 h 2786742"/>
                <a:gd name="connsiteX1" fmla="*/ 1103086 w 2322286"/>
                <a:gd name="connsiteY1" fmla="*/ 740227 h 2786742"/>
                <a:gd name="connsiteX2" fmla="*/ 1814286 w 2322286"/>
                <a:gd name="connsiteY2" fmla="*/ 1335314 h 2786742"/>
                <a:gd name="connsiteX3" fmla="*/ 2322286 w 2322286"/>
                <a:gd name="connsiteY3" fmla="*/ 2438399 h 2786742"/>
                <a:gd name="connsiteX4" fmla="*/ 0 w 2322286"/>
                <a:gd name="connsiteY4" fmla="*/ 2786742 h 2786742"/>
                <a:gd name="connsiteX5" fmla="*/ 406400 w 2322286"/>
                <a:gd name="connsiteY5" fmla="*/ 1349827 h 2786742"/>
                <a:gd name="connsiteX6" fmla="*/ 464457 w 2322286"/>
                <a:gd name="connsiteY6" fmla="*/ 0 h 2786742"/>
                <a:gd name="connsiteX0" fmla="*/ 464457 w 2322286"/>
                <a:gd name="connsiteY0" fmla="*/ 47620 h 2834362"/>
                <a:gd name="connsiteX1" fmla="*/ 978354 w 2322286"/>
                <a:gd name="connsiteY1" fmla="*/ 376004 h 2834362"/>
                <a:gd name="connsiteX2" fmla="*/ 1103086 w 2322286"/>
                <a:gd name="connsiteY2" fmla="*/ 787847 h 2834362"/>
                <a:gd name="connsiteX3" fmla="*/ 1814286 w 2322286"/>
                <a:gd name="connsiteY3" fmla="*/ 1382934 h 2834362"/>
                <a:gd name="connsiteX4" fmla="*/ 2322286 w 2322286"/>
                <a:gd name="connsiteY4" fmla="*/ 2486019 h 2834362"/>
                <a:gd name="connsiteX5" fmla="*/ 0 w 2322286"/>
                <a:gd name="connsiteY5" fmla="*/ 2834362 h 2834362"/>
                <a:gd name="connsiteX6" fmla="*/ 406400 w 2322286"/>
                <a:gd name="connsiteY6" fmla="*/ 1397447 h 2834362"/>
                <a:gd name="connsiteX7" fmla="*/ 464457 w 2322286"/>
                <a:gd name="connsiteY7" fmla="*/ 47620 h 2834362"/>
                <a:gd name="connsiteX0" fmla="*/ 464457 w 2322286"/>
                <a:gd name="connsiteY0" fmla="*/ 0 h 2786742"/>
                <a:gd name="connsiteX1" fmla="*/ 978354 w 2322286"/>
                <a:gd name="connsiteY1" fmla="*/ 328384 h 2786742"/>
                <a:gd name="connsiteX2" fmla="*/ 1103086 w 2322286"/>
                <a:gd name="connsiteY2" fmla="*/ 740227 h 2786742"/>
                <a:gd name="connsiteX3" fmla="*/ 1814286 w 2322286"/>
                <a:gd name="connsiteY3" fmla="*/ 1335314 h 2786742"/>
                <a:gd name="connsiteX4" fmla="*/ 2322286 w 2322286"/>
                <a:gd name="connsiteY4" fmla="*/ 2438399 h 2786742"/>
                <a:gd name="connsiteX5" fmla="*/ 0 w 2322286"/>
                <a:gd name="connsiteY5" fmla="*/ 2786742 h 2786742"/>
                <a:gd name="connsiteX6" fmla="*/ 406400 w 2322286"/>
                <a:gd name="connsiteY6" fmla="*/ 1349827 h 2786742"/>
                <a:gd name="connsiteX7" fmla="*/ 464457 w 2322286"/>
                <a:gd name="connsiteY7" fmla="*/ 0 h 2786742"/>
                <a:gd name="connsiteX0" fmla="*/ 464457 w 2322286"/>
                <a:gd name="connsiteY0" fmla="*/ 0 h 2786742"/>
                <a:gd name="connsiteX1" fmla="*/ 978354 w 2322286"/>
                <a:gd name="connsiteY1" fmla="*/ 328384 h 2786742"/>
                <a:gd name="connsiteX2" fmla="*/ 1103086 w 2322286"/>
                <a:gd name="connsiteY2" fmla="*/ 740227 h 2786742"/>
                <a:gd name="connsiteX3" fmla="*/ 1814286 w 2322286"/>
                <a:gd name="connsiteY3" fmla="*/ 1335314 h 2786742"/>
                <a:gd name="connsiteX4" fmla="*/ 2322286 w 2322286"/>
                <a:gd name="connsiteY4" fmla="*/ 2438399 h 2786742"/>
                <a:gd name="connsiteX5" fmla="*/ 0 w 2322286"/>
                <a:gd name="connsiteY5" fmla="*/ 2786742 h 2786742"/>
                <a:gd name="connsiteX6" fmla="*/ 406400 w 2322286"/>
                <a:gd name="connsiteY6" fmla="*/ 1349827 h 2786742"/>
                <a:gd name="connsiteX7" fmla="*/ 464457 w 2322286"/>
                <a:gd name="connsiteY7" fmla="*/ 0 h 2786742"/>
                <a:gd name="connsiteX0" fmla="*/ 464457 w 2322286"/>
                <a:gd name="connsiteY0" fmla="*/ 0 h 2786742"/>
                <a:gd name="connsiteX1" fmla="*/ 978354 w 2322286"/>
                <a:gd name="connsiteY1" fmla="*/ 328384 h 2786742"/>
                <a:gd name="connsiteX2" fmla="*/ 1103086 w 2322286"/>
                <a:gd name="connsiteY2" fmla="*/ 740227 h 2786742"/>
                <a:gd name="connsiteX3" fmla="*/ 1728561 w 2322286"/>
                <a:gd name="connsiteY3" fmla="*/ 1373414 h 2786742"/>
                <a:gd name="connsiteX4" fmla="*/ 2322286 w 2322286"/>
                <a:gd name="connsiteY4" fmla="*/ 2438399 h 2786742"/>
                <a:gd name="connsiteX5" fmla="*/ 0 w 2322286"/>
                <a:gd name="connsiteY5" fmla="*/ 2786742 h 2786742"/>
                <a:gd name="connsiteX6" fmla="*/ 406400 w 2322286"/>
                <a:gd name="connsiteY6" fmla="*/ 1349827 h 2786742"/>
                <a:gd name="connsiteX7" fmla="*/ 464457 w 2322286"/>
                <a:gd name="connsiteY7" fmla="*/ 0 h 2786742"/>
                <a:gd name="connsiteX0" fmla="*/ 464457 w 2322286"/>
                <a:gd name="connsiteY0" fmla="*/ 0 h 2786742"/>
                <a:gd name="connsiteX1" fmla="*/ 978354 w 2322286"/>
                <a:gd name="connsiteY1" fmla="*/ 328384 h 2786742"/>
                <a:gd name="connsiteX2" fmla="*/ 1103086 w 2322286"/>
                <a:gd name="connsiteY2" fmla="*/ 740227 h 2786742"/>
                <a:gd name="connsiteX3" fmla="*/ 1728561 w 2322286"/>
                <a:gd name="connsiteY3" fmla="*/ 1373414 h 2786742"/>
                <a:gd name="connsiteX4" fmla="*/ 2322286 w 2322286"/>
                <a:gd name="connsiteY4" fmla="*/ 2438399 h 2786742"/>
                <a:gd name="connsiteX5" fmla="*/ 0 w 2322286"/>
                <a:gd name="connsiteY5" fmla="*/ 2786742 h 2786742"/>
                <a:gd name="connsiteX6" fmla="*/ 406400 w 2322286"/>
                <a:gd name="connsiteY6" fmla="*/ 1349827 h 2786742"/>
                <a:gd name="connsiteX7" fmla="*/ 464457 w 2322286"/>
                <a:gd name="connsiteY7" fmla="*/ 0 h 2786742"/>
                <a:gd name="connsiteX0" fmla="*/ 464457 w 2322286"/>
                <a:gd name="connsiteY0" fmla="*/ 0 h 2786742"/>
                <a:gd name="connsiteX1" fmla="*/ 978354 w 2322286"/>
                <a:gd name="connsiteY1" fmla="*/ 328384 h 2786742"/>
                <a:gd name="connsiteX2" fmla="*/ 1103086 w 2322286"/>
                <a:gd name="connsiteY2" fmla="*/ 740227 h 2786742"/>
                <a:gd name="connsiteX3" fmla="*/ 1728561 w 2322286"/>
                <a:gd name="connsiteY3" fmla="*/ 1373414 h 2786742"/>
                <a:gd name="connsiteX4" fmla="*/ 2322286 w 2322286"/>
                <a:gd name="connsiteY4" fmla="*/ 2438399 h 2786742"/>
                <a:gd name="connsiteX5" fmla="*/ 0 w 2322286"/>
                <a:gd name="connsiteY5" fmla="*/ 2786742 h 2786742"/>
                <a:gd name="connsiteX6" fmla="*/ 406400 w 2322286"/>
                <a:gd name="connsiteY6" fmla="*/ 1349827 h 2786742"/>
                <a:gd name="connsiteX7" fmla="*/ 464457 w 2322286"/>
                <a:gd name="connsiteY7" fmla="*/ 0 h 2786742"/>
                <a:gd name="connsiteX0" fmla="*/ 464457 w 2322286"/>
                <a:gd name="connsiteY0" fmla="*/ 0 h 2786742"/>
                <a:gd name="connsiteX1" fmla="*/ 978354 w 2322286"/>
                <a:gd name="connsiteY1" fmla="*/ 328384 h 2786742"/>
                <a:gd name="connsiteX2" fmla="*/ 1103086 w 2322286"/>
                <a:gd name="connsiteY2" fmla="*/ 740227 h 2786742"/>
                <a:gd name="connsiteX3" fmla="*/ 1728561 w 2322286"/>
                <a:gd name="connsiteY3" fmla="*/ 1373414 h 2786742"/>
                <a:gd name="connsiteX4" fmla="*/ 2322286 w 2322286"/>
                <a:gd name="connsiteY4" fmla="*/ 2438399 h 2786742"/>
                <a:gd name="connsiteX5" fmla="*/ 0 w 2322286"/>
                <a:gd name="connsiteY5" fmla="*/ 2786742 h 2786742"/>
                <a:gd name="connsiteX6" fmla="*/ 406400 w 2322286"/>
                <a:gd name="connsiteY6" fmla="*/ 1349827 h 2786742"/>
                <a:gd name="connsiteX7" fmla="*/ 464457 w 2322286"/>
                <a:gd name="connsiteY7" fmla="*/ 0 h 2786742"/>
                <a:gd name="connsiteX0" fmla="*/ 488350 w 2346179"/>
                <a:gd name="connsiteY0" fmla="*/ 0 h 2786742"/>
                <a:gd name="connsiteX1" fmla="*/ 1002247 w 2346179"/>
                <a:gd name="connsiteY1" fmla="*/ 328384 h 2786742"/>
                <a:gd name="connsiteX2" fmla="*/ 1126979 w 2346179"/>
                <a:gd name="connsiteY2" fmla="*/ 740227 h 2786742"/>
                <a:gd name="connsiteX3" fmla="*/ 1752454 w 2346179"/>
                <a:gd name="connsiteY3" fmla="*/ 1373414 h 2786742"/>
                <a:gd name="connsiteX4" fmla="*/ 2346179 w 2346179"/>
                <a:gd name="connsiteY4" fmla="*/ 2438399 h 2786742"/>
                <a:gd name="connsiteX5" fmla="*/ 23893 w 2346179"/>
                <a:gd name="connsiteY5" fmla="*/ 2786742 h 2786742"/>
                <a:gd name="connsiteX6" fmla="*/ 430293 w 2346179"/>
                <a:gd name="connsiteY6" fmla="*/ 1349827 h 2786742"/>
                <a:gd name="connsiteX7" fmla="*/ 488350 w 2346179"/>
                <a:gd name="connsiteY7" fmla="*/ 0 h 2786742"/>
                <a:gd name="connsiteX0" fmla="*/ 407885 w 2265714"/>
                <a:gd name="connsiteY0" fmla="*/ 0 h 2786742"/>
                <a:gd name="connsiteX1" fmla="*/ 921782 w 2265714"/>
                <a:gd name="connsiteY1" fmla="*/ 328384 h 2786742"/>
                <a:gd name="connsiteX2" fmla="*/ 1046514 w 2265714"/>
                <a:gd name="connsiteY2" fmla="*/ 740227 h 2786742"/>
                <a:gd name="connsiteX3" fmla="*/ 1671989 w 2265714"/>
                <a:gd name="connsiteY3" fmla="*/ 1373414 h 2786742"/>
                <a:gd name="connsiteX4" fmla="*/ 2265714 w 2265714"/>
                <a:gd name="connsiteY4" fmla="*/ 2438399 h 2786742"/>
                <a:gd name="connsiteX5" fmla="*/ 29153 w 2265714"/>
                <a:gd name="connsiteY5" fmla="*/ 2786742 h 2786742"/>
                <a:gd name="connsiteX6" fmla="*/ 349828 w 2265714"/>
                <a:gd name="connsiteY6" fmla="*/ 1349827 h 2786742"/>
                <a:gd name="connsiteX7" fmla="*/ 407885 w 2265714"/>
                <a:gd name="connsiteY7" fmla="*/ 0 h 278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65714" h="2786742">
                  <a:moveTo>
                    <a:pt x="407885" y="0"/>
                  </a:moveTo>
                  <a:cubicBezTo>
                    <a:pt x="604811" y="199647"/>
                    <a:pt x="815344" y="205013"/>
                    <a:pt x="921782" y="328384"/>
                  </a:cubicBezTo>
                  <a:cubicBezTo>
                    <a:pt x="1028220" y="451755"/>
                    <a:pt x="894492" y="561293"/>
                    <a:pt x="1046514" y="740227"/>
                  </a:cubicBezTo>
                  <a:cubicBezTo>
                    <a:pt x="1331206" y="814764"/>
                    <a:pt x="1609093" y="841223"/>
                    <a:pt x="1671989" y="1373414"/>
                  </a:cubicBezTo>
                  <a:lnTo>
                    <a:pt x="2265714" y="2438399"/>
                  </a:lnTo>
                  <a:lnTo>
                    <a:pt x="29153" y="2786742"/>
                  </a:lnTo>
                  <a:cubicBezTo>
                    <a:pt x="-92253" y="2370666"/>
                    <a:pt x="195009" y="1765903"/>
                    <a:pt x="349828" y="1349827"/>
                  </a:cubicBezTo>
                  <a:cubicBezTo>
                    <a:pt x="102480" y="852260"/>
                    <a:pt x="607608" y="402317"/>
                    <a:pt x="407885" y="0"/>
                  </a:cubicBezTo>
                  <a:close/>
                </a:path>
              </a:pathLst>
            </a:custGeom>
            <a:solidFill>
              <a:srgbClr val="82ED5C"/>
            </a:solidFill>
            <a:ln w="38100">
              <a:solidFill>
                <a:srgbClr val="92D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3">
              <a:extLst>
                <a:ext uri="{FF2B5EF4-FFF2-40B4-BE49-F238E27FC236}">
                  <a16:creationId xmlns:a16="http://schemas.microsoft.com/office/drawing/2014/main" id="{2CC40B78-3034-B6DC-D77B-20E0C9B1CE63}"/>
                </a:ext>
              </a:extLst>
            </p:cNvPr>
            <p:cNvSpPr/>
            <p:nvPr/>
          </p:nvSpPr>
          <p:spPr>
            <a:xfrm>
              <a:off x="1933207" y="1064428"/>
              <a:ext cx="6277176" cy="5652909"/>
            </a:xfrm>
            <a:custGeom>
              <a:avLst/>
              <a:gdLst>
                <a:gd name="connsiteX0" fmla="*/ 0 w 991891"/>
                <a:gd name="connsiteY0" fmla="*/ 0 h 1104254"/>
                <a:gd name="connsiteX1" fmla="*/ 991891 w 991891"/>
                <a:gd name="connsiteY1" fmla="*/ 0 h 1104254"/>
                <a:gd name="connsiteX2" fmla="*/ 991891 w 991891"/>
                <a:gd name="connsiteY2" fmla="*/ 1104254 h 1104254"/>
                <a:gd name="connsiteX3" fmla="*/ 0 w 991891"/>
                <a:gd name="connsiteY3" fmla="*/ 1104254 h 1104254"/>
                <a:gd name="connsiteX4" fmla="*/ 0 w 991891"/>
                <a:gd name="connsiteY4" fmla="*/ 0 h 1104254"/>
                <a:gd name="connsiteX0" fmla="*/ 1587500 w 2579391"/>
                <a:gd name="connsiteY0" fmla="*/ 0 h 2412354"/>
                <a:gd name="connsiteX1" fmla="*/ 2579391 w 2579391"/>
                <a:gd name="connsiteY1" fmla="*/ 0 h 2412354"/>
                <a:gd name="connsiteX2" fmla="*/ 2579391 w 2579391"/>
                <a:gd name="connsiteY2" fmla="*/ 1104254 h 2412354"/>
                <a:gd name="connsiteX3" fmla="*/ 0 w 2579391"/>
                <a:gd name="connsiteY3" fmla="*/ 2412354 h 2412354"/>
                <a:gd name="connsiteX4" fmla="*/ 1587500 w 2579391"/>
                <a:gd name="connsiteY4" fmla="*/ 0 h 2412354"/>
                <a:gd name="connsiteX0" fmla="*/ 0 w 2731791"/>
                <a:gd name="connsiteY0" fmla="*/ 2006600 h 2412354"/>
                <a:gd name="connsiteX1" fmla="*/ 2731791 w 2731791"/>
                <a:gd name="connsiteY1" fmla="*/ 0 h 2412354"/>
                <a:gd name="connsiteX2" fmla="*/ 2731791 w 2731791"/>
                <a:gd name="connsiteY2" fmla="*/ 1104254 h 2412354"/>
                <a:gd name="connsiteX3" fmla="*/ 152400 w 2731791"/>
                <a:gd name="connsiteY3" fmla="*/ 2412354 h 2412354"/>
                <a:gd name="connsiteX4" fmla="*/ 0 w 2731791"/>
                <a:gd name="connsiteY4" fmla="*/ 2006600 h 2412354"/>
                <a:gd name="connsiteX0" fmla="*/ 0 w 2731791"/>
                <a:gd name="connsiteY0" fmla="*/ 4432300 h 4838054"/>
                <a:gd name="connsiteX1" fmla="*/ 2490491 w 2731791"/>
                <a:gd name="connsiteY1" fmla="*/ 0 h 4838054"/>
                <a:gd name="connsiteX2" fmla="*/ 2731791 w 2731791"/>
                <a:gd name="connsiteY2" fmla="*/ 3529954 h 4838054"/>
                <a:gd name="connsiteX3" fmla="*/ 152400 w 2731791"/>
                <a:gd name="connsiteY3" fmla="*/ 4838054 h 4838054"/>
                <a:gd name="connsiteX4" fmla="*/ 0 w 2731791"/>
                <a:gd name="connsiteY4" fmla="*/ 4432300 h 4838054"/>
                <a:gd name="connsiteX0" fmla="*/ 0 w 2731791"/>
                <a:gd name="connsiteY0" fmla="*/ 4751614 h 5157368"/>
                <a:gd name="connsiteX1" fmla="*/ 2374376 w 2731791"/>
                <a:gd name="connsiteY1" fmla="*/ 0 h 5157368"/>
                <a:gd name="connsiteX2" fmla="*/ 2731791 w 2731791"/>
                <a:gd name="connsiteY2" fmla="*/ 3849268 h 5157368"/>
                <a:gd name="connsiteX3" fmla="*/ 152400 w 2731791"/>
                <a:gd name="connsiteY3" fmla="*/ 5157368 h 5157368"/>
                <a:gd name="connsiteX4" fmla="*/ 0 w 2731791"/>
                <a:gd name="connsiteY4" fmla="*/ 4751614 h 5157368"/>
                <a:gd name="connsiteX0" fmla="*/ 0 w 2854548"/>
                <a:gd name="connsiteY0" fmla="*/ 4751614 h 5157368"/>
                <a:gd name="connsiteX1" fmla="*/ 2374376 w 2854548"/>
                <a:gd name="connsiteY1" fmla="*/ 0 h 5157368"/>
                <a:gd name="connsiteX2" fmla="*/ 2854548 w 2854548"/>
                <a:gd name="connsiteY2" fmla="*/ 179614 h 5157368"/>
                <a:gd name="connsiteX3" fmla="*/ 2731791 w 2854548"/>
                <a:gd name="connsiteY3" fmla="*/ 3849268 h 5157368"/>
                <a:gd name="connsiteX4" fmla="*/ 152400 w 2854548"/>
                <a:gd name="connsiteY4" fmla="*/ 5157368 h 5157368"/>
                <a:gd name="connsiteX5" fmla="*/ 0 w 2854548"/>
                <a:gd name="connsiteY5" fmla="*/ 4751614 h 5157368"/>
                <a:gd name="connsiteX0" fmla="*/ 0 w 2999801"/>
                <a:gd name="connsiteY0" fmla="*/ 4751614 h 5157368"/>
                <a:gd name="connsiteX1" fmla="*/ 2374376 w 2999801"/>
                <a:gd name="connsiteY1" fmla="*/ 0 h 5157368"/>
                <a:gd name="connsiteX2" fmla="*/ 2854548 w 2999801"/>
                <a:gd name="connsiteY2" fmla="*/ 179614 h 5157368"/>
                <a:gd name="connsiteX3" fmla="*/ 2999690 w 2999801"/>
                <a:gd name="connsiteY3" fmla="*/ 78014 h 5157368"/>
                <a:gd name="connsiteX4" fmla="*/ 2731791 w 2999801"/>
                <a:gd name="connsiteY4" fmla="*/ 3849268 h 5157368"/>
                <a:gd name="connsiteX5" fmla="*/ 152400 w 2999801"/>
                <a:gd name="connsiteY5" fmla="*/ 5157368 h 5157368"/>
                <a:gd name="connsiteX6" fmla="*/ 0 w 2999801"/>
                <a:gd name="connsiteY6" fmla="*/ 4751614 h 5157368"/>
                <a:gd name="connsiteX0" fmla="*/ 0 w 3116825"/>
                <a:gd name="connsiteY0" fmla="*/ 4751614 h 5157368"/>
                <a:gd name="connsiteX1" fmla="*/ 2374376 w 3116825"/>
                <a:gd name="connsiteY1" fmla="*/ 0 h 5157368"/>
                <a:gd name="connsiteX2" fmla="*/ 2854548 w 3116825"/>
                <a:gd name="connsiteY2" fmla="*/ 179614 h 5157368"/>
                <a:gd name="connsiteX3" fmla="*/ 2999690 w 3116825"/>
                <a:gd name="connsiteY3" fmla="*/ 78014 h 5157368"/>
                <a:gd name="connsiteX4" fmla="*/ 3115804 w 3116825"/>
                <a:gd name="connsiteY4" fmla="*/ 281214 h 5157368"/>
                <a:gd name="connsiteX5" fmla="*/ 2731791 w 3116825"/>
                <a:gd name="connsiteY5" fmla="*/ 3849268 h 5157368"/>
                <a:gd name="connsiteX6" fmla="*/ 152400 w 3116825"/>
                <a:gd name="connsiteY6" fmla="*/ 5157368 h 5157368"/>
                <a:gd name="connsiteX7" fmla="*/ 0 w 3116825"/>
                <a:gd name="connsiteY7" fmla="*/ 4751614 h 5157368"/>
                <a:gd name="connsiteX0" fmla="*/ 0 w 3159658"/>
                <a:gd name="connsiteY0" fmla="*/ 4753735 h 5159489"/>
                <a:gd name="connsiteX1" fmla="*/ 2374376 w 3159658"/>
                <a:gd name="connsiteY1" fmla="*/ 2121 h 5159489"/>
                <a:gd name="connsiteX2" fmla="*/ 2854548 w 3159658"/>
                <a:gd name="connsiteY2" fmla="*/ 181735 h 5159489"/>
                <a:gd name="connsiteX3" fmla="*/ 2999690 w 3159658"/>
                <a:gd name="connsiteY3" fmla="*/ 80135 h 5159489"/>
                <a:gd name="connsiteX4" fmla="*/ 3115804 w 3159658"/>
                <a:gd name="connsiteY4" fmla="*/ 283335 h 5159489"/>
                <a:gd name="connsiteX5" fmla="*/ 3159347 w 3159658"/>
                <a:gd name="connsiteY5" fmla="*/ 7564 h 5159489"/>
                <a:gd name="connsiteX6" fmla="*/ 2731791 w 3159658"/>
                <a:gd name="connsiteY6" fmla="*/ 3851389 h 5159489"/>
                <a:gd name="connsiteX7" fmla="*/ 152400 w 3159658"/>
                <a:gd name="connsiteY7" fmla="*/ 5159489 h 5159489"/>
                <a:gd name="connsiteX8" fmla="*/ 0 w 3159658"/>
                <a:gd name="connsiteY8" fmla="*/ 4753735 h 5159489"/>
                <a:gd name="connsiteX0" fmla="*/ 0 w 3421501"/>
                <a:gd name="connsiteY0" fmla="*/ 4753735 h 5159489"/>
                <a:gd name="connsiteX1" fmla="*/ 2374376 w 3421501"/>
                <a:gd name="connsiteY1" fmla="*/ 2121 h 5159489"/>
                <a:gd name="connsiteX2" fmla="*/ 2854548 w 3421501"/>
                <a:gd name="connsiteY2" fmla="*/ 181735 h 5159489"/>
                <a:gd name="connsiteX3" fmla="*/ 2999690 w 3421501"/>
                <a:gd name="connsiteY3" fmla="*/ 80135 h 5159489"/>
                <a:gd name="connsiteX4" fmla="*/ 3115804 w 3421501"/>
                <a:gd name="connsiteY4" fmla="*/ 283335 h 5159489"/>
                <a:gd name="connsiteX5" fmla="*/ 3159347 w 3421501"/>
                <a:gd name="connsiteY5" fmla="*/ 7564 h 5159489"/>
                <a:gd name="connsiteX6" fmla="*/ 3420603 w 3421501"/>
                <a:gd name="connsiteY6" fmla="*/ 399450 h 5159489"/>
                <a:gd name="connsiteX7" fmla="*/ 2731791 w 3421501"/>
                <a:gd name="connsiteY7" fmla="*/ 3851389 h 5159489"/>
                <a:gd name="connsiteX8" fmla="*/ 152400 w 3421501"/>
                <a:gd name="connsiteY8" fmla="*/ 5159489 h 5159489"/>
                <a:gd name="connsiteX9" fmla="*/ 0 w 3421501"/>
                <a:gd name="connsiteY9" fmla="*/ 4753735 h 5159489"/>
                <a:gd name="connsiteX0" fmla="*/ 0 w 3683208"/>
                <a:gd name="connsiteY0" fmla="*/ 4753735 h 5159489"/>
                <a:gd name="connsiteX1" fmla="*/ 2374376 w 3683208"/>
                <a:gd name="connsiteY1" fmla="*/ 2121 h 5159489"/>
                <a:gd name="connsiteX2" fmla="*/ 2854548 w 3683208"/>
                <a:gd name="connsiteY2" fmla="*/ 181735 h 5159489"/>
                <a:gd name="connsiteX3" fmla="*/ 2999690 w 3683208"/>
                <a:gd name="connsiteY3" fmla="*/ 80135 h 5159489"/>
                <a:gd name="connsiteX4" fmla="*/ 3115804 w 3683208"/>
                <a:gd name="connsiteY4" fmla="*/ 283335 h 5159489"/>
                <a:gd name="connsiteX5" fmla="*/ 3159347 w 3683208"/>
                <a:gd name="connsiteY5" fmla="*/ 7564 h 5159489"/>
                <a:gd name="connsiteX6" fmla="*/ 3420603 w 3683208"/>
                <a:gd name="connsiteY6" fmla="*/ 399450 h 5159489"/>
                <a:gd name="connsiteX7" fmla="*/ 3681860 w 3683208"/>
                <a:gd name="connsiteY7" fmla="*/ 747793 h 5159489"/>
                <a:gd name="connsiteX8" fmla="*/ 2731791 w 3683208"/>
                <a:gd name="connsiteY8" fmla="*/ 3851389 h 5159489"/>
                <a:gd name="connsiteX9" fmla="*/ 152400 w 3683208"/>
                <a:gd name="connsiteY9" fmla="*/ 5159489 h 5159489"/>
                <a:gd name="connsiteX10" fmla="*/ 0 w 3683208"/>
                <a:gd name="connsiteY10" fmla="*/ 4753735 h 5159489"/>
                <a:gd name="connsiteX0" fmla="*/ 0 w 3871240"/>
                <a:gd name="connsiteY0" fmla="*/ 4753735 h 5159489"/>
                <a:gd name="connsiteX1" fmla="*/ 2374376 w 3871240"/>
                <a:gd name="connsiteY1" fmla="*/ 2121 h 5159489"/>
                <a:gd name="connsiteX2" fmla="*/ 2854548 w 3871240"/>
                <a:gd name="connsiteY2" fmla="*/ 181735 h 5159489"/>
                <a:gd name="connsiteX3" fmla="*/ 2999690 w 3871240"/>
                <a:gd name="connsiteY3" fmla="*/ 80135 h 5159489"/>
                <a:gd name="connsiteX4" fmla="*/ 3115804 w 3871240"/>
                <a:gd name="connsiteY4" fmla="*/ 283335 h 5159489"/>
                <a:gd name="connsiteX5" fmla="*/ 3159347 w 3871240"/>
                <a:gd name="connsiteY5" fmla="*/ 7564 h 5159489"/>
                <a:gd name="connsiteX6" fmla="*/ 3420603 w 3871240"/>
                <a:gd name="connsiteY6" fmla="*/ 399450 h 5159489"/>
                <a:gd name="connsiteX7" fmla="*/ 3681860 w 3871240"/>
                <a:gd name="connsiteY7" fmla="*/ 747793 h 5159489"/>
                <a:gd name="connsiteX8" fmla="*/ 3870545 w 3871240"/>
                <a:gd name="connsiteY8" fmla="*/ 472022 h 5159489"/>
                <a:gd name="connsiteX9" fmla="*/ 2731791 w 3871240"/>
                <a:gd name="connsiteY9" fmla="*/ 3851389 h 5159489"/>
                <a:gd name="connsiteX10" fmla="*/ 152400 w 3871240"/>
                <a:gd name="connsiteY10" fmla="*/ 5159489 h 5159489"/>
                <a:gd name="connsiteX11" fmla="*/ 0 w 3871240"/>
                <a:gd name="connsiteY11" fmla="*/ 4753735 h 5159489"/>
                <a:gd name="connsiteX0" fmla="*/ 0 w 4010087"/>
                <a:gd name="connsiteY0" fmla="*/ 4753735 h 5159489"/>
                <a:gd name="connsiteX1" fmla="*/ 2374376 w 4010087"/>
                <a:gd name="connsiteY1" fmla="*/ 2121 h 5159489"/>
                <a:gd name="connsiteX2" fmla="*/ 2854548 w 4010087"/>
                <a:gd name="connsiteY2" fmla="*/ 181735 h 5159489"/>
                <a:gd name="connsiteX3" fmla="*/ 2999690 w 4010087"/>
                <a:gd name="connsiteY3" fmla="*/ 80135 h 5159489"/>
                <a:gd name="connsiteX4" fmla="*/ 3115804 w 4010087"/>
                <a:gd name="connsiteY4" fmla="*/ 283335 h 5159489"/>
                <a:gd name="connsiteX5" fmla="*/ 3159347 w 4010087"/>
                <a:gd name="connsiteY5" fmla="*/ 7564 h 5159489"/>
                <a:gd name="connsiteX6" fmla="*/ 3420603 w 4010087"/>
                <a:gd name="connsiteY6" fmla="*/ 399450 h 5159489"/>
                <a:gd name="connsiteX7" fmla="*/ 3681860 w 4010087"/>
                <a:gd name="connsiteY7" fmla="*/ 747793 h 5159489"/>
                <a:gd name="connsiteX8" fmla="*/ 3870545 w 4010087"/>
                <a:gd name="connsiteY8" fmla="*/ 472022 h 5159489"/>
                <a:gd name="connsiteX9" fmla="*/ 4001173 w 4010087"/>
                <a:gd name="connsiteY9" fmla="*/ 762307 h 5159489"/>
                <a:gd name="connsiteX10" fmla="*/ 2731791 w 4010087"/>
                <a:gd name="connsiteY10" fmla="*/ 3851389 h 5159489"/>
                <a:gd name="connsiteX11" fmla="*/ 152400 w 4010087"/>
                <a:gd name="connsiteY11" fmla="*/ 5159489 h 5159489"/>
                <a:gd name="connsiteX12" fmla="*/ 0 w 4010087"/>
                <a:gd name="connsiteY12" fmla="*/ 4753735 h 5159489"/>
                <a:gd name="connsiteX0" fmla="*/ 0 w 4322590"/>
                <a:gd name="connsiteY0" fmla="*/ 4753735 h 5159489"/>
                <a:gd name="connsiteX1" fmla="*/ 2374376 w 4322590"/>
                <a:gd name="connsiteY1" fmla="*/ 2121 h 5159489"/>
                <a:gd name="connsiteX2" fmla="*/ 2854548 w 4322590"/>
                <a:gd name="connsiteY2" fmla="*/ 181735 h 5159489"/>
                <a:gd name="connsiteX3" fmla="*/ 2999690 w 4322590"/>
                <a:gd name="connsiteY3" fmla="*/ 80135 h 5159489"/>
                <a:gd name="connsiteX4" fmla="*/ 3115804 w 4322590"/>
                <a:gd name="connsiteY4" fmla="*/ 283335 h 5159489"/>
                <a:gd name="connsiteX5" fmla="*/ 3159347 w 4322590"/>
                <a:gd name="connsiteY5" fmla="*/ 7564 h 5159489"/>
                <a:gd name="connsiteX6" fmla="*/ 3420603 w 4322590"/>
                <a:gd name="connsiteY6" fmla="*/ 399450 h 5159489"/>
                <a:gd name="connsiteX7" fmla="*/ 3681860 w 4322590"/>
                <a:gd name="connsiteY7" fmla="*/ 747793 h 5159489"/>
                <a:gd name="connsiteX8" fmla="*/ 3870545 w 4322590"/>
                <a:gd name="connsiteY8" fmla="*/ 472022 h 5159489"/>
                <a:gd name="connsiteX9" fmla="*/ 4001173 w 4322590"/>
                <a:gd name="connsiteY9" fmla="*/ 762307 h 5159489"/>
                <a:gd name="connsiteX10" fmla="*/ 4320488 w 4322590"/>
                <a:gd name="connsiteY10" fmla="*/ 921965 h 5159489"/>
                <a:gd name="connsiteX11" fmla="*/ 2731791 w 4322590"/>
                <a:gd name="connsiteY11" fmla="*/ 3851389 h 5159489"/>
                <a:gd name="connsiteX12" fmla="*/ 152400 w 4322590"/>
                <a:gd name="connsiteY12" fmla="*/ 5159489 h 5159489"/>
                <a:gd name="connsiteX13" fmla="*/ 0 w 4322590"/>
                <a:gd name="connsiteY13" fmla="*/ 4753735 h 5159489"/>
                <a:gd name="connsiteX0" fmla="*/ 0 w 4322750"/>
                <a:gd name="connsiteY0" fmla="*/ 4753735 h 5159489"/>
                <a:gd name="connsiteX1" fmla="*/ 2374376 w 4322750"/>
                <a:gd name="connsiteY1" fmla="*/ 2121 h 5159489"/>
                <a:gd name="connsiteX2" fmla="*/ 2854548 w 4322750"/>
                <a:gd name="connsiteY2" fmla="*/ 181735 h 5159489"/>
                <a:gd name="connsiteX3" fmla="*/ 2999690 w 4322750"/>
                <a:gd name="connsiteY3" fmla="*/ 80135 h 5159489"/>
                <a:gd name="connsiteX4" fmla="*/ 3115804 w 4322750"/>
                <a:gd name="connsiteY4" fmla="*/ 283335 h 5159489"/>
                <a:gd name="connsiteX5" fmla="*/ 3159347 w 4322750"/>
                <a:gd name="connsiteY5" fmla="*/ 7564 h 5159489"/>
                <a:gd name="connsiteX6" fmla="*/ 3420603 w 4322750"/>
                <a:gd name="connsiteY6" fmla="*/ 399450 h 5159489"/>
                <a:gd name="connsiteX7" fmla="*/ 3681860 w 4322750"/>
                <a:gd name="connsiteY7" fmla="*/ 747793 h 5159489"/>
                <a:gd name="connsiteX8" fmla="*/ 3870545 w 4322750"/>
                <a:gd name="connsiteY8" fmla="*/ 472022 h 5159489"/>
                <a:gd name="connsiteX9" fmla="*/ 4030201 w 4322750"/>
                <a:gd name="connsiteY9" fmla="*/ 631679 h 5159489"/>
                <a:gd name="connsiteX10" fmla="*/ 4320488 w 4322750"/>
                <a:gd name="connsiteY10" fmla="*/ 921965 h 5159489"/>
                <a:gd name="connsiteX11" fmla="*/ 2731791 w 4322750"/>
                <a:gd name="connsiteY11" fmla="*/ 3851389 h 5159489"/>
                <a:gd name="connsiteX12" fmla="*/ 152400 w 4322750"/>
                <a:gd name="connsiteY12" fmla="*/ 5159489 h 5159489"/>
                <a:gd name="connsiteX13" fmla="*/ 0 w 4322750"/>
                <a:gd name="connsiteY13" fmla="*/ 4753735 h 5159489"/>
                <a:gd name="connsiteX0" fmla="*/ 0 w 4471096"/>
                <a:gd name="connsiteY0" fmla="*/ 4753735 h 5159489"/>
                <a:gd name="connsiteX1" fmla="*/ 2374376 w 4471096"/>
                <a:gd name="connsiteY1" fmla="*/ 2121 h 5159489"/>
                <a:gd name="connsiteX2" fmla="*/ 2854548 w 4471096"/>
                <a:gd name="connsiteY2" fmla="*/ 181735 h 5159489"/>
                <a:gd name="connsiteX3" fmla="*/ 2999690 w 4471096"/>
                <a:gd name="connsiteY3" fmla="*/ 80135 h 5159489"/>
                <a:gd name="connsiteX4" fmla="*/ 3115804 w 4471096"/>
                <a:gd name="connsiteY4" fmla="*/ 283335 h 5159489"/>
                <a:gd name="connsiteX5" fmla="*/ 3159347 w 4471096"/>
                <a:gd name="connsiteY5" fmla="*/ 7564 h 5159489"/>
                <a:gd name="connsiteX6" fmla="*/ 3420603 w 4471096"/>
                <a:gd name="connsiteY6" fmla="*/ 399450 h 5159489"/>
                <a:gd name="connsiteX7" fmla="*/ 3681860 w 4471096"/>
                <a:gd name="connsiteY7" fmla="*/ 747793 h 5159489"/>
                <a:gd name="connsiteX8" fmla="*/ 3870545 w 4471096"/>
                <a:gd name="connsiteY8" fmla="*/ 472022 h 5159489"/>
                <a:gd name="connsiteX9" fmla="*/ 4030201 w 4471096"/>
                <a:gd name="connsiteY9" fmla="*/ 631679 h 5159489"/>
                <a:gd name="connsiteX10" fmla="*/ 4320488 w 4471096"/>
                <a:gd name="connsiteY10" fmla="*/ 921965 h 5159489"/>
                <a:gd name="connsiteX11" fmla="*/ 4465630 w 4471096"/>
                <a:gd name="connsiteY11" fmla="*/ 1429965 h 5159489"/>
                <a:gd name="connsiteX12" fmla="*/ 2731791 w 4471096"/>
                <a:gd name="connsiteY12" fmla="*/ 3851389 h 5159489"/>
                <a:gd name="connsiteX13" fmla="*/ 152400 w 4471096"/>
                <a:gd name="connsiteY13" fmla="*/ 5159489 h 5159489"/>
                <a:gd name="connsiteX14" fmla="*/ 0 w 4471096"/>
                <a:gd name="connsiteY14" fmla="*/ 4753735 h 5159489"/>
                <a:gd name="connsiteX0" fmla="*/ 0 w 4570751"/>
                <a:gd name="connsiteY0" fmla="*/ 4753735 h 5159489"/>
                <a:gd name="connsiteX1" fmla="*/ 2374376 w 4570751"/>
                <a:gd name="connsiteY1" fmla="*/ 2121 h 5159489"/>
                <a:gd name="connsiteX2" fmla="*/ 2854548 w 4570751"/>
                <a:gd name="connsiteY2" fmla="*/ 181735 h 5159489"/>
                <a:gd name="connsiteX3" fmla="*/ 2999690 w 4570751"/>
                <a:gd name="connsiteY3" fmla="*/ 80135 h 5159489"/>
                <a:gd name="connsiteX4" fmla="*/ 3115804 w 4570751"/>
                <a:gd name="connsiteY4" fmla="*/ 283335 h 5159489"/>
                <a:gd name="connsiteX5" fmla="*/ 3159347 w 4570751"/>
                <a:gd name="connsiteY5" fmla="*/ 7564 h 5159489"/>
                <a:gd name="connsiteX6" fmla="*/ 3420603 w 4570751"/>
                <a:gd name="connsiteY6" fmla="*/ 399450 h 5159489"/>
                <a:gd name="connsiteX7" fmla="*/ 3681860 w 4570751"/>
                <a:gd name="connsiteY7" fmla="*/ 747793 h 5159489"/>
                <a:gd name="connsiteX8" fmla="*/ 3870545 w 4570751"/>
                <a:gd name="connsiteY8" fmla="*/ 472022 h 5159489"/>
                <a:gd name="connsiteX9" fmla="*/ 4030201 w 4570751"/>
                <a:gd name="connsiteY9" fmla="*/ 631679 h 5159489"/>
                <a:gd name="connsiteX10" fmla="*/ 4320488 w 4570751"/>
                <a:gd name="connsiteY10" fmla="*/ 921965 h 5159489"/>
                <a:gd name="connsiteX11" fmla="*/ 4465630 w 4570751"/>
                <a:gd name="connsiteY11" fmla="*/ 1429965 h 5159489"/>
                <a:gd name="connsiteX12" fmla="*/ 4552715 w 4570751"/>
                <a:gd name="connsiteY12" fmla="*/ 1850879 h 5159489"/>
                <a:gd name="connsiteX13" fmla="*/ 2731791 w 4570751"/>
                <a:gd name="connsiteY13" fmla="*/ 3851389 h 5159489"/>
                <a:gd name="connsiteX14" fmla="*/ 152400 w 4570751"/>
                <a:gd name="connsiteY14" fmla="*/ 5159489 h 5159489"/>
                <a:gd name="connsiteX15" fmla="*/ 0 w 4570751"/>
                <a:gd name="connsiteY15" fmla="*/ 4753735 h 5159489"/>
                <a:gd name="connsiteX0" fmla="*/ 0 w 4775508"/>
                <a:gd name="connsiteY0" fmla="*/ 4753735 h 5159489"/>
                <a:gd name="connsiteX1" fmla="*/ 2374376 w 4775508"/>
                <a:gd name="connsiteY1" fmla="*/ 2121 h 5159489"/>
                <a:gd name="connsiteX2" fmla="*/ 2854548 w 4775508"/>
                <a:gd name="connsiteY2" fmla="*/ 181735 h 5159489"/>
                <a:gd name="connsiteX3" fmla="*/ 2999690 w 4775508"/>
                <a:gd name="connsiteY3" fmla="*/ 80135 h 5159489"/>
                <a:gd name="connsiteX4" fmla="*/ 3115804 w 4775508"/>
                <a:gd name="connsiteY4" fmla="*/ 283335 h 5159489"/>
                <a:gd name="connsiteX5" fmla="*/ 3159347 w 4775508"/>
                <a:gd name="connsiteY5" fmla="*/ 7564 h 5159489"/>
                <a:gd name="connsiteX6" fmla="*/ 3420603 w 4775508"/>
                <a:gd name="connsiteY6" fmla="*/ 399450 h 5159489"/>
                <a:gd name="connsiteX7" fmla="*/ 3681860 w 4775508"/>
                <a:gd name="connsiteY7" fmla="*/ 747793 h 5159489"/>
                <a:gd name="connsiteX8" fmla="*/ 3870545 w 4775508"/>
                <a:gd name="connsiteY8" fmla="*/ 472022 h 5159489"/>
                <a:gd name="connsiteX9" fmla="*/ 4030201 w 4775508"/>
                <a:gd name="connsiteY9" fmla="*/ 631679 h 5159489"/>
                <a:gd name="connsiteX10" fmla="*/ 4320488 w 4775508"/>
                <a:gd name="connsiteY10" fmla="*/ 921965 h 5159489"/>
                <a:gd name="connsiteX11" fmla="*/ 4465630 w 4775508"/>
                <a:gd name="connsiteY11" fmla="*/ 1429965 h 5159489"/>
                <a:gd name="connsiteX12" fmla="*/ 4552715 w 4775508"/>
                <a:gd name="connsiteY12" fmla="*/ 1850879 h 5159489"/>
                <a:gd name="connsiteX13" fmla="*/ 4770430 w 4775508"/>
                <a:gd name="connsiteY13" fmla="*/ 1996022 h 5159489"/>
                <a:gd name="connsiteX14" fmla="*/ 2731791 w 4775508"/>
                <a:gd name="connsiteY14" fmla="*/ 3851389 h 5159489"/>
                <a:gd name="connsiteX15" fmla="*/ 152400 w 4775508"/>
                <a:gd name="connsiteY15" fmla="*/ 5159489 h 5159489"/>
                <a:gd name="connsiteX16" fmla="*/ 0 w 4775508"/>
                <a:gd name="connsiteY16" fmla="*/ 4753735 h 5159489"/>
                <a:gd name="connsiteX0" fmla="*/ 0 w 5296679"/>
                <a:gd name="connsiteY0" fmla="*/ 4753735 h 5159489"/>
                <a:gd name="connsiteX1" fmla="*/ 2374376 w 5296679"/>
                <a:gd name="connsiteY1" fmla="*/ 2121 h 5159489"/>
                <a:gd name="connsiteX2" fmla="*/ 2854548 w 5296679"/>
                <a:gd name="connsiteY2" fmla="*/ 181735 h 5159489"/>
                <a:gd name="connsiteX3" fmla="*/ 2999690 w 5296679"/>
                <a:gd name="connsiteY3" fmla="*/ 80135 h 5159489"/>
                <a:gd name="connsiteX4" fmla="*/ 3115804 w 5296679"/>
                <a:gd name="connsiteY4" fmla="*/ 283335 h 5159489"/>
                <a:gd name="connsiteX5" fmla="*/ 3159347 w 5296679"/>
                <a:gd name="connsiteY5" fmla="*/ 7564 h 5159489"/>
                <a:gd name="connsiteX6" fmla="*/ 3420603 w 5296679"/>
                <a:gd name="connsiteY6" fmla="*/ 399450 h 5159489"/>
                <a:gd name="connsiteX7" fmla="*/ 3681860 w 5296679"/>
                <a:gd name="connsiteY7" fmla="*/ 747793 h 5159489"/>
                <a:gd name="connsiteX8" fmla="*/ 3870545 w 5296679"/>
                <a:gd name="connsiteY8" fmla="*/ 472022 h 5159489"/>
                <a:gd name="connsiteX9" fmla="*/ 4030201 w 5296679"/>
                <a:gd name="connsiteY9" fmla="*/ 631679 h 5159489"/>
                <a:gd name="connsiteX10" fmla="*/ 4320488 w 5296679"/>
                <a:gd name="connsiteY10" fmla="*/ 921965 h 5159489"/>
                <a:gd name="connsiteX11" fmla="*/ 4465630 w 5296679"/>
                <a:gd name="connsiteY11" fmla="*/ 1429965 h 5159489"/>
                <a:gd name="connsiteX12" fmla="*/ 4552715 w 5296679"/>
                <a:gd name="connsiteY12" fmla="*/ 1850879 h 5159489"/>
                <a:gd name="connsiteX13" fmla="*/ 4770430 w 5296679"/>
                <a:gd name="connsiteY13" fmla="*/ 1996022 h 5159489"/>
                <a:gd name="connsiteX14" fmla="*/ 5292943 w 5296679"/>
                <a:gd name="connsiteY14" fmla="*/ 1647679 h 5159489"/>
                <a:gd name="connsiteX15" fmla="*/ 2731791 w 5296679"/>
                <a:gd name="connsiteY15" fmla="*/ 3851389 h 5159489"/>
                <a:gd name="connsiteX16" fmla="*/ 152400 w 5296679"/>
                <a:gd name="connsiteY16" fmla="*/ 5159489 h 5159489"/>
                <a:gd name="connsiteX17" fmla="*/ 0 w 5296679"/>
                <a:gd name="connsiteY17" fmla="*/ 4753735 h 5159489"/>
                <a:gd name="connsiteX0" fmla="*/ 0 w 5344175"/>
                <a:gd name="connsiteY0" fmla="*/ 4753735 h 5159489"/>
                <a:gd name="connsiteX1" fmla="*/ 2374376 w 5344175"/>
                <a:gd name="connsiteY1" fmla="*/ 2121 h 5159489"/>
                <a:gd name="connsiteX2" fmla="*/ 2854548 w 5344175"/>
                <a:gd name="connsiteY2" fmla="*/ 181735 h 5159489"/>
                <a:gd name="connsiteX3" fmla="*/ 2999690 w 5344175"/>
                <a:gd name="connsiteY3" fmla="*/ 80135 h 5159489"/>
                <a:gd name="connsiteX4" fmla="*/ 3115804 w 5344175"/>
                <a:gd name="connsiteY4" fmla="*/ 283335 h 5159489"/>
                <a:gd name="connsiteX5" fmla="*/ 3159347 w 5344175"/>
                <a:gd name="connsiteY5" fmla="*/ 7564 h 5159489"/>
                <a:gd name="connsiteX6" fmla="*/ 3420603 w 5344175"/>
                <a:gd name="connsiteY6" fmla="*/ 399450 h 5159489"/>
                <a:gd name="connsiteX7" fmla="*/ 3681860 w 5344175"/>
                <a:gd name="connsiteY7" fmla="*/ 747793 h 5159489"/>
                <a:gd name="connsiteX8" fmla="*/ 3870545 w 5344175"/>
                <a:gd name="connsiteY8" fmla="*/ 472022 h 5159489"/>
                <a:gd name="connsiteX9" fmla="*/ 4030201 w 5344175"/>
                <a:gd name="connsiteY9" fmla="*/ 631679 h 5159489"/>
                <a:gd name="connsiteX10" fmla="*/ 4320488 w 5344175"/>
                <a:gd name="connsiteY10" fmla="*/ 921965 h 5159489"/>
                <a:gd name="connsiteX11" fmla="*/ 4465630 w 5344175"/>
                <a:gd name="connsiteY11" fmla="*/ 1429965 h 5159489"/>
                <a:gd name="connsiteX12" fmla="*/ 4552715 w 5344175"/>
                <a:gd name="connsiteY12" fmla="*/ 1850879 h 5159489"/>
                <a:gd name="connsiteX13" fmla="*/ 4770430 w 5344175"/>
                <a:gd name="connsiteY13" fmla="*/ 1996022 h 5159489"/>
                <a:gd name="connsiteX14" fmla="*/ 5292943 w 5344175"/>
                <a:gd name="connsiteY14" fmla="*/ 1647679 h 5159489"/>
                <a:gd name="connsiteX15" fmla="*/ 5321971 w 5344175"/>
                <a:gd name="connsiteY15" fmla="*/ 1836365 h 5159489"/>
                <a:gd name="connsiteX16" fmla="*/ 2731791 w 5344175"/>
                <a:gd name="connsiteY16" fmla="*/ 3851389 h 5159489"/>
                <a:gd name="connsiteX17" fmla="*/ 152400 w 5344175"/>
                <a:gd name="connsiteY17" fmla="*/ 5159489 h 5159489"/>
                <a:gd name="connsiteX18" fmla="*/ 0 w 5344175"/>
                <a:gd name="connsiteY18" fmla="*/ 4753735 h 5159489"/>
                <a:gd name="connsiteX0" fmla="*/ 0 w 5624147"/>
                <a:gd name="connsiteY0" fmla="*/ 4753735 h 5159489"/>
                <a:gd name="connsiteX1" fmla="*/ 2374376 w 5624147"/>
                <a:gd name="connsiteY1" fmla="*/ 2121 h 5159489"/>
                <a:gd name="connsiteX2" fmla="*/ 2854548 w 5624147"/>
                <a:gd name="connsiteY2" fmla="*/ 181735 h 5159489"/>
                <a:gd name="connsiteX3" fmla="*/ 2999690 w 5624147"/>
                <a:gd name="connsiteY3" fmla="*/ 80135 h 5159489"/>
                <a:gd name="connsiteX4" fmla="*/ 3115804 w 5624147"/>
                <a:gd name="connsiteY4" fmla="*/ 283335 h 5159489"/>
                <a:gd name="connsiteX5" fmla="*/ 3159347 w 5624147"/>
                <a:gd name="connsiteY5" fmla="*/ 7564 h 5159489"/>
                <a:gd name="connsiteX6" fmla="*/ 3420603 w 5624147"/>
                <a:gd name="connsiteY6" fmla="*/ 399450 h 5159489"/>
                <a:gd name="connsiteX7" fmla="*/ 3681860 w 5624147"/>
                <a:gd name="connsiteY7" fmla="*/ 747793 h 5159489"/>
                <a:gd name="connsiteX8" fmla="*/ 3870545 w 5624147"/>
                <a:gd name="connsiteY8" fmla="*/ 472022 h 5159489"/>
                <a:gd name="connsiteX9" fmla="*/ 4030201 w 5624147"/>
                <a:gd name="connsiteY9" fmla="*/ 631679 h 5159489"/>
                <a:gd name="connsiteX10" fmla="*/ 4320488 w 5624147"/>
                <a:gd name="connsiteY10" fmla="*/ 921965 h 5159489"/>
                <a:gd name="connsiteX11" fmla="*/ 4465630 w 5624147"/>
                <a:gd name="connsiteY11" fmla="*/ 1429965 h 5159489"/>
                <a:gd name="connsiteX12" fmla="*/ 4552715 w 5624147"/>
                <a:gd name="connsiteY12" fmla="*/ 1850879 h 5159489"/>
                <a:gd name="connsiteX13" fmla="*/ 4770430 w 5624147"/>
                <a:gd name="connsiteY13" fmla="*/ 1996022 h 5159489"/>
                <a:gd name="connsiteX14" fmla="*/ 5292943 w 5624147"/>
                <a:gd name="connsiteY14" fmla="*/ 1647679 h 5159489"/>
                <a:gd name="connsiteX15" fmla="*/ 5321971 w 5624147"/>
                <a:gd name="connsiteY15" fmla="*/ 1836365 h 5159489"/>
                <a:gd name="connsiteX16" fmla="*/ 5612257 w 5624147"/>
                <a:gd name="connsiteY16" fmla="*/ 2068593 h 5159489"/>
                <a:gd name="connsiteX17" fmla="*/ 2731791 w 5624147"/>
                <a:gd name="connsiteY17" fmla="*/ 3851389 h 5159489"/>
                <a:gd name="connsiteX18" fmla="*/ 152400 w 5624147"/>
                <a:gd name="connsiteY18" fmla="*/ 5159489 h 5159489"/>
                <a:gd name="connsiteX19" fmla="*/ 0 w 5624147"/>
                <a:gd name="connsiteY19" fmla="*/ 4753735 h 5159489"/>
                <a:gd name="connsiteX0" fmla="*/ 0 w 5796139"/>
                <a:gd name="connsiteY0" fmla="*/ 4753735 h 5159489"/>
                <a:gd name="connsiteX1" fmla="*/ 2374376 w 5796139"/>
                <a:gd name="connsiteY1" fmla="*/ 2121 h 5159489"/>
                <a:gd name="connsiteX2" fmla="*/ 2854548 w 5796139"/>
                <a:gd name="connsiteY2" fmla="*/ 181735 h 5159489"/>
                <a:gd name="connsiteX3" fmla="*/ 2999690 w 5796139"/>
                <a:gd name="connsiteY3" fmla="*/ 80135 h 5159489"/>
                <a:gd name="connsiteX4" fmla="*/ 3115804 w 5796139"/>
                <a:gd name="connsiteY4" fmla="*/ 283335 h 5159489"/>
                <a:gd name="connsiteX5" fmla="*/ 3159347 w 5796139"/>
                <a:gd name="connsiteY5" fmla="*/ 7564 h 5159489"/>
                <a:gd name="connsiteX6" fmla="*/ 3420603 w 5796139"/>
                <a:gd name="connsiteY6" fmla="*/ 399450 h 5159489"/>
                <a:gd name="connsiteX7" fmla="*/ 3681860 w 5796139"/>
                <a:gd name="connsiteY7" fmla="*/ 747793 h 5159489"/>
                <a:gd name="connsiteX8" fmla="*/ 3870545 w 5796139"/>
                <a:gd name="connsiteY8" fmla="*/ 472022 h 5159489"/>
                <a:gd name="connsiteX9" fmla="*/ 4030201 w 5796139"/>
                <a:gd name="connsiteY9" fmla="*/ 631679 h 5159489"/>
                <a:gd name="connsiteX10" fmla="*/ 4320488 w 5796139"/>
                <a:gd name="connsiteY10" fmla="*/ 921965 h 5159489"/>
                <a:gd name="connsiteX11" fmla="*/ 4465630 w 5796139"/>
                <a:gd name="connsiteY11" fmla="*/ 1429965 h 5159489"/>
                <a:gd name="connsiteX12" fmla="*/ 4552715 w 5796139"/>
                <a:gd name="connsiteY12" fmla="*/ 1850879 h 5159489"/>
                <a:gd name="connsiteX13" fmla="*/ 4770430 w 5796139"/>
                <a:gd name="connsiteY13" fmla="*/ 1996022 h 5159489"/>
                <a:gd name="connsiteX14" fmla="*/ 5292943 w 5796139"/>
                <a:gd name="connsiteY14" fmla="*/ 1647679 h 5159489"/>
                <a:gd name="connsiteX15" fmla="*/ 5321971 w 5796139"/>
                <a:gd name="connsiteY15" fmla="*/ 1836365 h 5159489"/>
                <a:gd name="connsiteX16" fmla="*/ 5612257 w 5796139"/>
                <a:gd name="connsiteY16" fmla="*/ 2068593 h 5159489"/>
                <a:gd name="connsiteX17" fmla="*/ 5771914 w 5796139"/>
                <a:gd name="connsiteY17" fmla="*/ 2562079 h 5159489"/>
                <a:gd name="connsiteX18" fmla="*/ 2731791 w 5796139"/>
                <a:gd name="connsiteY18" fmla="*/ 3851389 h 5159489"/>
                <a:gd name="connsiteX19" fmla="*/ 152400 w 5796139"/>
                <a:gd name="connsiteY19" fmla="*/ 5159489 h 5159489"/>
                <a:gd name="connsiteX20" fmla="*/ 0 w 5796139"/>
                <a:gd name="connsiteY20" fmla="*/ 4753735 h 5159489"/>
                <a:gd name="connsiteX0" fmla="*/ 0 w 6044972"/>
                <a:gd name="connsiteY0" fmla="*/ 4753735 h 5159489"/>
                <a:gd name="connsiteX1" fmla="*/ 2374376 w 6044972"/>
                <a:gd name="connsiteY1" fmla="*/ 2121 h 5159489"/>
                <a:gd name="connsiteX2" fmla="*/ 2854548 w 6044972"/>
                <a:gd name="connsiteY2" fmla="*/ 181735 h 5159489"/>
                <a:gd name="connsiteX3" fmla="*/ 2999690 w 6044972"/>
                <a:gd name="connsiteY3" fmla="*/ 80135 h 5159489"/>
                <a:gd name="connsiteX4" fmla="*/ 3115804 w 6044972"/>
                <a:gd name="connsiteY4" fmla="*/ 283335 h 5159489"/>
                <a:gd name="connsiteX5" fmla="*/ 3159347 w 6044972"/>
                <a:gd name="connsiteY5" fmla="*/ 7564 h 5159489"/>
                <a:gd name="connsiteX6" fmla="*/ 3420603 w 6044972"/>
                <a:gd name="connsiteY6" fmla="*/ 399450 h 5159489"/>
                <a:gd name="connsiteX7" fmla="*/ 3681860 w 6044972"/>
                <a:gd name="connsiteY7" fmla="*/ 747793 h 5159489"/>
                <a:gd name="connsiteX8" fmla="*/ 3870545 w 6044972"/>
                <a:gd name="connsiteY8" fmla="*/ 472022 h 5159489"/>
                <a:gd name="connsiteX9" fmla="*/ 4030201 w 6044972"/>
                <a:gd name="connsiteY9" fmla="*/ 631679 h 5159489"/>
                <a:gd name="connsiteX10" fmla="*/ 4320488 w 6044972"/>
                <a:gd name="connsiteY10" fmla="*/ 921965 h 5159489"/>
                <a:gd name="connsiteX11" fmla="*/ 4465630 w 6044972"/>
                <a:gd name="connsiteY11" fmla="*/ 1429965 h 5159489"/>
                <a:gd name="connsiteX12" fmla="*/ 4552715 w 6044972"/>
                <a:gd name="connsiteY12" fmla="*/ 1850879 h 5159489"/>
                <a:gd name="connsiteX13" fmla="*/ 4770430 w 6044972"/>
                <a:gd name="connsiteY13" fmla="*/ 1996022 h 5159489"/>
                <a:gd name="connsiteX14" fmla="*/ 5292943 w 6044972"/>
                <a:gd name="connsiteY14" fmla="*/ 1647679 h 5159489"/>
                <a:gd name="connsiteX15" fmla="*/ 5321971 w 6044972"/>
                <a:gd name="connsiteY15" fmla="*/ 1836365 h 5159489"/>
                <a:gd name="connsiteX16" fmla="*/ 5612257 w 6044972"/>
                <a:gd name="connsiteY16" fmla="*/ 2068593 h 5159489"/>
                <a:gd name="connsiteX17" fmla="*/ 5771914 w 6044972"/>
                <a:gd name="connsiteY17" fmla="*/ 2562079 h 5159489"/>
                <a:gd name="connsiteX18" fmla="*/ 6018657 w 6044972"/>
                <a:gd name="connsiteY18" fmla="*/ 2997507 h 5159489"/>
                <a:gd name="connsiteX19" fmla="*/ 2731791 w 6044972"/>
                <a:gd name="connsiteY19" fmla="*/ 3851389 h 5159489"/>
                <a:gd name="connsiteX20" fmla="*/ 152400 w 6044972"/>
                <a:gd name="connsiteY20" fmla="*/ 5159489 h 5159489"/>
                <a:gd name="connsiteX21" fmla="*/ 0 w 6044972"/>
                <a:gd name="connsiteY21" fmla="*/ 4753735 h 5159489"/>
                <a:gd name="connsiteX0" fmla="*/ 0 w 6201303"/>
                <a:gd name="connsiteY0" fmla="*/ 4753735 h 5159489"/>
                <a:gd name="connsiteX1" fmla="*/ 2374376 w 6201303"/>
                <a:gd name="connsiteY1" fmla="*/ 2121 h 5159489"/>
                <a:gd name="connsiteX2" fmla="*/ 2854548 w 6201303"/>
                <a:gd name="connsiteY2" fmla="*/ 181735 h 5159489"/>
                <a:gd name="connsiteX3" fmla="*/ 2999690 w 6201303"/>
                <a:gd name="connsiteY3" fmla="*/ 80135 h 5159489"/>
                <a:gd name="connsiteX4" fmla="*/ 3115804 w 6201303"/>
                <a:gd name="connsiteY4" fmla="*/ 283335 h 5159489"/>
                <a:gd name="connsiteX5" fmla="*/ 3159347 w 6201303"/>
                <a:gd name="connsiteY5" fmla="*/ 7564 h 5159489"/>
                <a:gd name="connsiteX6" fmla="*/ 3420603 w 6201303"/>
                <a:gd name="connsiteY6" fmla="*/ 399450 h 5159489"/>
                <a:gd name="connsiteX7" fmla="*/ 3681860 w 6201303"/>
                <a:gd name="connsiteY7" fmla="*/ 747793 h 5159489"/>
                <a:gd name="connsiteX8" fmla="*/ 3870545 w 6201303"/>
                <a:gd name="connsiteY8" fmla="*/ 472022 h 5159489"/>
                <a:gd name="connsiteX9" fmla="*/ 4030201 w 6201303"/>
                <a:gd name="connsiteY9" fmla="*/ 631679 h 5159489"/>
                <a:gd name="connsiteX10" fmla="*/ 4320488 w 6201303"/>
                <a:gd name="connsiteY10" fmla="*/ 921965 h 5159489"/>
                <a:gd name="connsiteX11" fmla="*/ 4465630 w 6201303"/>
                <a:gd name="connsiteY11" fmla="*/ 1429965 h 5159489"/>
                <a:gd name="connsiteX12" fmla="*/ 4552715 w 6201303"/>
                <a:gd name="connsiteY12" fmla="*/ 1850879 h 5159489"/>
                <a:gd name="connsiteX13" fmla="*/ 4770430 w 6201303"/>
                <a:gd name="connsiteY13" fmla="*/ 1996022 h 5159489"/>
                <a:gd name="connsiteX14" fmla="*/ 5292943 w 6201303"/>
                <a:gd name="connsiteY14" fmla="*/ 1647679 h 5159489"/>
                <a:gd name="connsiteX15" fmla="*/ 5321971 w 6201303"/>
                <a:gd name="connsiteY15" fmla="*/ 1836365 h 5159489"/>
                <a:gd name="connsiteX16" fmla="*/ 5612257 w 6201303"/>
                <a:gd name="connsiteY16" fmla="*/ 2068593 h 5159489"/>
                <a:gd name="connsiteX17" fmla="*/ 5771914 w 6201303"/>
                <a:gd name="connsiteY17" fmla="*/ 2562079 h 5159489"/>
                <a:gd name="connsiteX18" fmla="*/ 6018657 w 6201303"/>
                <a:gd name="connsiteY18" fmla="*/ 2997507 h 5159489"/>
                <a:gd name="connsiteX19" fmla="*/ 6178313 w 6201303"/>
                <a:gd name="connsiteY19" fmla="*/ 3432936 h 5159489"/>
                <a:gd name="connsiteX20" fmla="*/ 2731791 w 6201303"/>
                <a:gd name="connsiteY20" fmla="*/ 3851389 h 5159489"/>
                <a:gd name="connsiteX21" fmla="*/ 152400 w 6201303"/>
                <a:gd name="connsiteY21" fmla="*/ 5159489 h 5159489"/>
                <a:gd name="connsiteX22" fmla="*/ 0 w 6201303"/>
                <a:gd name="connsiteY22" fmla="*/ 4753735 h 5159489"/>
                <a:gd name="connsiteX0" fmla="*/ 0 w 6201303"/>
                <a:gd name="connsiteY0" fmla="*/ 4753735 h 5159489"/>
                <a:gd name="connsiteX1" fmla="*/ 2374376 w 6201303"/>
                <a:gd name="connsiteY1" fmla="*/ 2121 h 5159489"/>
                <a:gd name="connsiteX2" fmla="*/ 2854548 w 6201303"/>
                <a:gd name="connsiteY2" fmla="*/ 181735 h 5159489"/>
                <a:gd name="connsiteX3" fmla="*/ 2999690 w 6201303"/>
                <a:gd name="connsiteY3" fmla="*/ 80135 h 5159489"/>
                <a:gd name="connsiteX4" fmla="*/ 3115804 w 6201303"/>
                <a:gd name="connsiteY4" fmla="*/ 283335 h 5159489"/>
                <a:gd name="connsiteX5" fmla="*/ 3159347 w 6201303"/>
                <a:gd name="connsiteY5" fmla="*/ 7564 h 5159489"/>
                <a:gd name="connsiteX6" fmla="*/ 3420603 w 6201303"/>
                <a:gd name="connsiteY6" fmla="*/ 399450 h 5159489"/>
                <a:gd name="connsiteX7" fmla="*/ 3681860 w 6201303"/>
                <a:gd name="connsiteY7" fmla="*/ 747793 h 5159489"/>
                <a:gd name="connsiteX8" fmla="*/ 3870545 w 6201303"/>
                <a:gd name="connsiteY8" fmla="*/ 472022 h 5159489"/>
                <a:gd name="connsiteX9" fmla="*/ 4030201 w 6201303"/>
                <a:gd name="connsiteY9" fmla="*/ 631679 h 5159489"/>
                <a:gd name="connsiteX10" fmla="*/ 4320488 w 6201303"/>
                <a:gd name="connsiteY10" fmla="*/ 921965 h 5159489"/>
                <a:gd name="connsiteX11" fmla="*/ 4465630 w 6201303"/>
                <a:gd name="connsiteY11" fmla="*/ 1429965 h 5159489"/>
                <a:gd name="connsiteX12" fmla="*/ 4552715 w 6201303"/>
                <a:gd name="connsiteY12" fmla="*/ 1850879 h 5159489"/>
                <a:gd name="connsiteX13" fmla="*/ 4770430 w 6201303"/>
                <a:gd name="connsiteY13" fmla="*/ 1996022 h 5159489"/>
                <a:gd name="connsiteX14" fmla="*/ 5292943 w 6201303"/>
                <a:gd name="connsiteY14" fmla="*/ 1647679 h 5159489"/>
                <a:gd name="connsiteX15" fmla="*/ 5321971 w 6201303"/>
                <a:gd name="connsiteY15" fmla="*/ 1836365 h 5159489"/>
                <a:gd name="connsiteX16" fmla="*/ 5612257 w 6201303"/>
                <a:gd name="connsiteY16" fmla="*/ 2068593 h 5159489"/>
                <a:gd name="connsiteX17" fmla="*/ 5771914 w 6201303"/>
                <a:gd name="connsiteY17" fmla="*/ 2562079 h 5159489"/>
                <a:gd name="connsiteX18" fmla="*/ 6018657 w 6201303"/>
                <a:gd name="connsiteY18" fmla="*/ 2997507 h 5159489"/>
                <a:gd name="connsiteX19" fmla="*/ 6178313 w 6201303"/>
                <a:gd name="connsiteY19" fmla="*/ 3432936 h 5159489"/>
                <a:gd name="connsiteX20" fmla="*/ 5960599 w 6201303"/>
                <a:gd name="connsiteY20" fmla="*/ 3897393 h 5159489"/>
                <a:gd name="connsiteX21" fmla="*/ 2731791 w 6201303"/>
                <a:gd name="connsiteY21" fmla="*/ 3851389 h 5159489"/>
                <a:gd name="connsiteX22" fmla="*/ 152400 w 6201303"/>
                <a:gd name="connsiteY22" fmla="*/ 5159489 h 5159489"/>
                <a:gd name="connsiteX23" fmla="*/ 0 w 6201303"/>
                <a:gd name="connsiteY23" fmla="*/ 4753735 h 5159489"/>
                <a:gd name="connsiteX0" fmla="*/ 0 w 6201303"/>
                <a:gd name="connsiteY0" fmla="*/ 4753735 h 5159489"/>
                <a:gd name="connsiteX1" fmla="*/ 2374376 w 6201303"/>
                <a:gd name="connsiteY1" fmla="*/ 2121 h 5159489"/>
                <a:gd name="connsiteX2" fmla="*/ 2854548 w 6201303"/>
                <a:gd name="connsiteY2" fmla="*/ 181735 h 5159489"/>
                <a:gd name="connsiteX3" fmla="*/ 2999690 w 6201303"/>
                <a:gd name="connsiteY3" fmla="*/ 80135 h 5159489"/>
                <a:gd name="connsiteX4" fmla="*/ 3115804 w 6201303"/>
                <a:gd name="connsiteY4" fmla="*/ 283335 h 5159489"/>
                <a:gd name="connsiteX5" fmla="*/ 3159347 w 6201303"/>
                <a:gd name="connsiteY5" fmla="*/ 7564 h 5159489"/>
                <a:gd name="connsiteX6" fmla="*/ 3420603 w 6201303"/>
                <a:gd name="connsiteY6" fmla="*/ 399450 h 5159489"/>
                <a:gd name="connsiteX7" fmla="*/ 3681860 w 6201303"/>
                <a:gd name="connsiteY7" fmla="*/ 747793 h 5159489"/>
                <a:gd name="connsiteX8" fmla="*/ 3870545 w 6201303"/>
                <a:gd name="connsiteY8" fmla="*/ 472022 h 5159489"/>
                <a:gd name="connsiteX9" fmla="*/ 4030201 w 6201303"/>
                <a:gd name="connsiteY9" fmla="*/ 631679 h 5159489"/>
                <a:gd name="connsiteX10" fmla="*/ 4320488 w 6201303"/>
                <a:gd name="connsiteY10" fmla="*/ 921965 h 5159489"/>
                <a:gd name="connsiteX11" fmla="*/ 4465630 w 6201303"/>
                <a:gd name="connsiteY11" fmla="*/ 1429965 h 5159489"/>
                <a:gd name="connsiteX12" fmla="*/ 4552715 w 6201303"/>
                <a:gd name="connsiteY12" fmla="*/ 1850879 h 5159489"/>
                <a:gd name="connsiteX13" fmla="*/ 4770430 w 6201303"/>
                <a:gd name="connsiteY13" fmla="*/ 1996022 h 5159489"/>
                <a:gd name="connsiteX14" fmla="*/ 5292943 w 6201303"/>
                <a:gd name="connsiteY14" fmla="*/ 1647679 h 5159489"/>
                <a:gd name="connsiteX15" fmla="*/ 5321971 w 6201303"/>
                <a:gd name="connsiteY15" fmla="*/ 1836365 h 5159489"/>
                <a:gd name="connsiteX16" fmla="*/ 5612257 w 6201303"/>
                <a:gd name="connsiteY16" fmla="*/ 2068593 h 5159489"/>
                <a:gd name="connsiteX17" fmla="*/ 5771914 w 6201303"/>
                <a:gd name="connsiteY17" fmla="*/ 2562079 h 5159489"/>
                <a:gd name="connsiteX18" fmla="*/ 6018657 w 6201303"/>
                <a:gd name="connsiteY18" fmla="*/ 2997507 h 5159489"/>
                <a:gd name="connsiteX19" fmla="*/ 6178313 w 6201303"/>
                <a:gd name="connsiteY19" fmla="*/ 3432936 h 5159489"/>
                <a:gd name="connsiteX20" fmla="*/ 5960599 w 6201303"/>
                <a:gd name="connsiteY20" fmla="*/ 3897393 h 5159489"/>
                <a:gd name="connsiteX21" fmla="*/ 5931570 w 6201303"/>
                <a:gd name="connsiteY21" fmla="*/ 4144136 h 5159489"/>
                <a:gd name="connsiteX22" fmla="*/ 2731791 w 6201303"/>
                <a:gd name="connsiteY22" fmla="*/ 3851389 h 5159489"/>
                <a:gd name="connsiteX23" fmla="*/ 152400 w 6201303"/>
                <a:gd name="connsiteY23" fmla="*/ 5159489 h 5159489"/>
                <a:gd name="connsiteX24" fmla="*/ 0 w 6201303"/>
                <a:gd name="connsiteY24" fmla="*/ 4753735 h 5159489"/>
                <a:gd name="connsiteX0" fmla="*/ 0 w 6201303"/>
                <a:gd name="connsiteY0" fmla="*/ 4753735 h 5159489"/>
                <a:gd name="connsiteX1" fmla="*/ 2374376 w 6201303"/>
                <a:gd name="connsiteY1" fmla="*/ 2121 h 5159489"/>
                <a:gd name="connsiteX2" fmla="*/ 2854548 w 6201303"/>
                <a:gd name="connsiteY2" fmla="*/ 181735 h 5159489"/>
                <a:gd name="connsiteX3" fmla="*/ 2999690 w 6201303"/>
                <a:gd name="connsiteY3" fmla="*/ 80135 h 5159489"/>
                <a:gd name="connsiteX4" fmla="*/ 3115804 w 6201303"/>
                <a:gd name="connsiteY4" fmla="*/ 283335 h 5159489"/>
                <a:gd name="connsiteX5" fmla="*/ 3159347 w 6201303"/>
                <a:gd name="connsiteY5" fmla="*/ 7564 h 5159489"/>
                <a:gd name="connsiteX6" fmla="*/ 3420603 w 6201303"/>
                <a:gd name="connsiteY6" fmla="*/ 399450 h 5159489"/>
                <a:gd name="connsiteX7" fmla="*/ 3681860 w 6201303"/>
                <a:gd name="connsiteY7" fmla="*/ 747793 h 5159489"/>
                <a:gd name="connsiteX8" fmla="*/ 3870545 w 6201303"/>
                <a:gd name="connsiteY8" fmla="*/ 472022 h 5159489"/>
                <a:gd name="connsiteX9" fmla="*/ 4030201 w 6201303"/>
                <a:gd name="connsiteY9" fmla="*/ 631679 h 5159489"/>
                <a:gd name="connsiteX10" fmla="*/ 4320488 w 6201303"/>
                <a:gd name="connsiteY10" fmla="*/ 921965 h 5159489"/>
                <a:gd name="connsiteX11" fmla="*/ 4465630 w 6201303"/>
                <a:gd name="connsiteY11" fmla="*/ 1429965 h 5159489"/>
                <a:gd name="connsiteX12" fmla="*/ 4552715 w 6201303"/>
                <a:gd name="connsiteY12" fmla="*/ 1850879 h 5159489"/>
                <a:gd name="connsiteX13" fmla="*/ 4770430 w 6201303"/>
                <a:gd name="connsiteY13" fmla="*/ 1996022 h 5159489"/>
                <a:gd name="connsiteX14" fmla="*/ 5292943 w 6201303"/>
                <a:gd name="connsiteY14" fmla="*/ 1647679 h 5159489"/>
                <a:gd name="connsiteX15" fmla="*/ 5321971 w 6201303"/>
                <a:gd name="connsiteY15" fmla="*/ 1836365 h 5159489"/>
                <a:gd name="connsiteX16" fmla="*/ 5612257 w 6201303"/>
                <a:gd name="connsiteY16" fmla="*/ 2068593 h 5159489"/>
                <a:gd name="connsiteX17" fmla="*/ 5771914 w 6201303"/>
                <a:gd name="connsiteY17" fmla="*/ 2562079 h 5159489"/>
                <a:gd name="connsiteX18" fmla="*/ 6018657 w 6201303"/>
                <a:gd name="connsiteY18" fmla="*/ 2997507 h 5159489"/>
                <a:gd name="connsiteX19" fmla="*/ 6178313 w 6201303"/>
                <a:gd name="connsiteY19" fmla="*/ 3432936 h 5159489"/>
                <a:gd name="connsiteX20" fmla="*/ 5960599 w 6201303"/>
                <a:gd name="connsiteY20" fmla="*/ 3897393 h 5159489"/>
                <a:gd name="connsiteX21" fmla="*/ 5931570 w 6201303"/>
                <a:gd name="connsiteY21" fmla="*/ 4144136 h 5159489"/>
                <a:gd name="connsiteX22" fmla="*/ 5670313 w 6201303"/>
                <a:gd name="connsiteY22" fmla="*/ 4637622 h 5159489"/>
                <a:gd name="connsiteX23" fmla="*/ 2731791 w 6201303"/>
                <a:gd name="connsiteY23" fmla="*/ 3851389 h 5159489"/>
                <a:gd name="connsiteX24" fmla="*/ 152400 w 6201303"/>
                <a:gd name="connsiteY24" fmla="*/ 5159489 h 5159489"/>
                <a:gd name="connsiteX25" fmla="*/ 0 w 6201303"/>
                <a:gd name="connsiteY25" fmla="*/ 4753735 h 5159489"/>
                <a:gd name="connsiteX0" fmla="*/ 0 w 6201303"/>
                <a:gd name="connsiteY0" fmla="*/ 4753735 h 5159489"/>
                <a:gd name="connsiteX1" fmla="*/ 2374376 w 6201303"/>
                <a:gd name="connsiteY1" fmla="*/ 2121 h 5159489"/>
                <a:gd name="connsiteX2" fmla="*/ 2854548 w 6201303"/>
                <a:gd name="connsiteY2" fmla="*/ 181735 h 5159489"/>
                <a:gd name="connsiteX3" fmla="*/ 2999690 w 6201303"/>
                <a:gd name="connsiteY3" fmla="*/ 80135 h 5159489"/>
                <a:gd name="connsiteX4" fmla="*/ 3115804 w 6201303"/>
                <a:gd name="connsiteY4" fmla="*/ 283335 h 5159489"/>
                <a:gd name="connsiteX5" fmla="*/ 3159347 w 6201303"/>
                <a:gd name="connsiteY5" fmla="*/ 7564 h 5159489"/>
                <a:gd name="connsiteX6" fmla="*/ 3420603 w 6201303"/>
                <a:gd name="connsiteY6" fmla="*/ 399450 h 5159489"/>
                <a:gd name="connsiteX7" fmla="*/ 3681860 w 6201303"/>
                <a:gd name="connsiteY7" fmla="*/ 747793 h 5159489"/>
                <a:gd name="connsiteX8" fmla="*/ 3870545 w 6201303"/>
                <a:gd name="connsiteY8" fmla="*/ 472022 h 5159489"/>
                <a:gd name="connsiteX9" fmla="*/ 4030201 w 6201303"/>
                <a:gd name="connsiteY9" fmla="*/ 631679 h 5159489"/>
                <a:gd name="connsiteX10" fmla="*/ 4320488 w 6201303"/>
                <a:gd name="connsiteY10" fmla="*/ 921965 h 5159489"/>
                <a:gd name="connsiteX11" fmla="*/ 4465630 w 6201303"/>
                <a:gd name="connsiteY11" fmla="*/ 1429965 h 5159489"/>
                <a:gd name="connsiteX12" fmla="*/ 4552715 w 6201303"/>
                <a:gd name="connsiteY12" fmla="*/ 1850879 h 5159489"/>
                <a:gd name="connsiteX13" fmla="*/ 4770430 w 6201303"/>
                <a:gd name="connsiteY13" fmla="*/ 1996022 h 5159489"/>
                <a:gd name="connsiteX14" fmla="*/ 5292943 w 6201303"/>
                <a:gd name="connsiteY14" fmla="*/ 1647679 h 5159489"/>
                <a:gd name="connsiteX15" fmla="*/ 5321971 w 6201303"/>
                <a:gd name="connsiteY15" fmla="*/ 1836365 h 5159489"/>
                <a:gd name="connsiteX16" fmla="*/ 5612257 w 6201303"/>
                <a:gd name="connsiteY16" fmla="*/ 2068593 h 5159489"/>
                <a:gd name="connsiteX17" fmla="*/ 5771914 w 6201303"/>
                <a:gd name="connsiteY17" fmla="*/ 2562079 h 5159489"/>
                <a:gd name="connsiteX18" fmla="*/ 6018657 w 6201303"/>
                <a:gd name="connsiteY18" fmla="*/ 2997507 h 5159489"/>
                <a:gd name="connsiteX19" fmla="*/ 6178313 w 6201303"/>
                <a:gd name="connsiteY19" fmla="*/ 3432936 h 5159489"/>
                <a:gd name="connsiteX20" fmla="*/ 5960599 w 6201303"/>
                <a:gd name="connsiteY20" fmla="*/ 3897393 h 5159489"/>
                <a:gd name="connsiteX21" fmla="*/ 5931570 w 6201303"/>
                <a:gd name="connsiteY21" fmla="*/ 4144136 h 5159489"/>
                <a:gd name="connsiteX22" fmla="*/ 5670313 w 6201303"/>
                <a:gd name="connsiteY22" fmla="*/ 4637622 h 5159489"/>
                <a:gd name="connsiteX23" fmla="*/ 5380028 w 6201303"/>
                <a:gd name="connsiteY23" fmla="*/ 4942422 h 5159489"/>
                <a:gd name="connsiteX24" fmla="*/ 2731791 w 6201303"/>
                <a:gd name="connsiteY24" fmla="*/ 3851389 h 5159489"/>
                <a:gd name="connsiteX25" fmla="*/ 152400 w 6201303"/>
                <a:gd name="connsiteY25" fmla="*/ 5159489 h 5159489"/>
                <a:gd name="connsiteX26" fmla="*/ 0 w 6201303"/>
                <a:gd name="connsiteY26" fmla="*/ 4753735 h 5159489"/>
                <a:gd name="connsiteX0" fmla="*/ 0 w 6201303"/>
                <a:gd name="connsiteY0" fmla="*/ 4753735 h 5506017"/>
                <a:gd name="connsiteX1" fmla="*/ 2374376 w 6201303"/>
                <a:gd name="connsiteY1" fmla="*/ 2121 h 5506017"/>
                <a:gd name="connsiteX2" fmla="*/ 2854548 w 6201303"/>
                <a:gd name="connsiteY2" fmla="*/ 181735 h 5506017"/>
                <a:gd name="connsiteX3" fmla="*/ 2999690 w 6201303"/>
                <a:gd name="connsiteY3" fmla="*/ 80135 h 5506017"/>
                <a:gd name="connsiteX4" fmla="*/ 3115804 w 6201303"/>
                <a:gd name="connsiteY4" fmla="*/ 283335 h 5506017"/>
                <a:gd name="connsiteX5" fmla="*/ 3159347 w 6201303"/>
                <a:gd name="connsiteY5" fmla="*/ 7564 h 5506017"/>
                <a:gd name="connsiteX6" fmla="*/ 3420603 w 6201303"/>
                <a:gd name="connsiteY6" fmla="*/ 399450 h 5506017"/>
                <a:gd name="connsiteX7" fmla="*/ 3681860 w 6201303"/>
                <a:gd name="connsiteY7" fmla="*/ 747793 h 5506017"/>
                <a:gd name="connsiteX8" fmla="*/ 3870545 w 6201303"/>
                <a:gd name="connsiteY8" fmla="*/ 472022 h 5506017"/>
                <a:gd name="connsiteX9" fmla="*/ 4030201 w 6201303"/>
                <a:gd name="connsiteY9" fmla="*/ 631679 h 5506017"/>
                <a:gd name="connsiteX10" fmla="*/ 4320488 w 6201303"/>
                <a:gd name="connsiteY10" fmla="*/ 921965 h 5506017"/>
                <a:gd name="connsiteX11" fmla="*/ 4465630 w 6201303"/>
                <a:gd name="connsiteY11" fmla="*/ 1429965 h 5506017"/>
                <a:gd name="connsiteX12" fmla="*/ 4552715 w 6201303"/>
                <a:gd name="connsiteY12" fmla="*/ 1850879 h 5506017"/>
                <a:gd name="connsiteX13" fmla="*/ 4770430 w 6201303"/>
                <a:gd name="connsiteY13" fmla="*/ 1996022 h 5506017"/>
                <a:gd name="connsiteX14" fmla="*/ 5292943 w 6201303"/>
                <a:gd name="connsiteY14" fmla="*/ 1647679 h 5506017"/>
                <a:gd name="connsiteX15" fmla="*/ 5321971 w 6201303"/>
                <a:gd name="connsiteY15" fmla="*/ 1836365 h 5506017"/>
                <a:gd name="connsiteX16" fmla="*/ 5612257 w 6201303"/>
                <a:gd name="connsiteY16" fmla="*/ 2068593 h 5506017"/>
                <a:gd name="connsiteX17" fmla="*/ 5771914 w 6201303"/>
                <a:gd name="connsiteY17" fmla="*/ 2562079 h 5506017"/>
                <a:gd name="connsiteX18" fmla="*/ 6018657 w 6201303"/>
                <a:gd name="connsiteY18" fmla="*/ 2997507 h 5506017"/>
                <a:gd name="connsiteX19" fmla="*/ 6178313 w 6201303"/>
                <a:gd name="connsiteY19" fmla="*/ 3432936 h 5506017"/>
                <a:gd name="connsiteX20" fmla="*/ 5960599 w 6201303"/>
                <a:gd name="connsiteY20" fmla="*/ 3897393 h 5506017"/>
                <a:gd name="connsiteX21" fmla="*/ 5931570 w 6201303"/>
                <a:gd name="connsiteY21" fmla="*/ 4144136 h 5506017"/>
                <a:gd name="connsiteX22" fmla="*/ 5670313 w 6201303"/>
                <a:gd name="connsiteY22" fmla="*/ 4637622 h 5506017"/>
                <a:gd name="connsiteX23" fmla="*/ 5380028 w 6201303"/>
                <a:gd name="connsiteY23" fmla="*/ 4942422 h 5506017"/>
                <a:gd name="connsiteX24" fmla="*/ 4589619 w 6201303"/>
                <a:gd name="connsiteY24" fmla="*/ 5506017 h 5506017"/>
                <a:gd name="connsiteX25" fmla="*/ 152400 w 6201303"/>
                <a:gd name="connsiteY25" fmla="*/ 5159489 h 5506017"/>
                <a:gd name="connsiteX26" fmla="*/ 0 w 6201303"/>
                <a:gd name="connsiteY26" fmla="*/ 4753735 h 5506017"/>
                <a:gd name="connsiteX0" fmla="*/ 0 w 6201303"/>
                <a:gd name="connsiteY0" fmla="*/ 4753735 h 5506017"/>
                <a:gd name="connsiteX1" fmla="*/ 2374376 w 6201303"/>
                <a:gd name="connsiteY1" fmla="*/ 2121 h 5506017"/>
                <a:gd name="connsiteX2" fmla="*/ 2854548 w 6201303"/>
                <a:gd name="connsiteY2" fmla="*/ 181735 h 5506017"/>
                <a:gd name="connsiteX3" fmla="*/ 2999690 w 6201303"/>
                <a:gd name="connsiteY3" fmla="*/ 80135 h 5506017"/>
                <a:gd name="connsiteX4" fmla="*/ 3115804 w 6201303"/>
                <a:gd name="connsiteY4" fmla="*/ 283335 h 5506017"/>
                <a:gd name="connsiteX5" fmla="*/ 3159347 w 6201303"/>
                <a:gd name="connsiteY5" fmla="*/ 7564 h 5506017"/>
                <a:gd name="connsiteX6" fmla="*/ 3420603 w 6201303"/>
                <a:gd name="connsiteY6" fmla="*/ 399450 h 5506017"/>
                <a:gd name="connsiteX7" fmla="*/ 3681860 w 6201303"/>
                <a:gd name="connsiteY7" fmla="*/ 747793 h 5506017"/>
                <a:gd name="connsiteX8" fmla="*/ 3870545 w 6201303"/>
                <a:gd name="connsiteY8" fmla="*/ 472022 h 5506017"/>
                <a:gd name="connsiteX9" fmla="*/ 4030201 w 6201303"/>
                <a:gd name="connsiteY9" fmla="*/ 631679 h 5506017"/>
                <a:gd name="connsiteX10" fmla="*/ 4320488 w 6201303"/>
                <a:gd name="connsiteY10" fmla="*/ 921965 h 5506017"/>
                <a:gd name="connsiteX11" fmla="*/ 4465630 w 6201303"/>
                <a:gd name="connsiteY11" fmla="*/ 1429965 h 5506017"/>
                <a:gd name="connsiteX12" fmla="*/ 4552715 w 6201303"/>
                <a:gd name="connsiteY12" fmla="*/ 1850879 h 5506017"/>
                <a:gd name="connsiteX13" fmla="*/ 4770430 w 6201303"/>
                <a:gd name="connsiteY13" fmla="*/ 1996022 h 5506017"/>
                <a:gd name="connsiteX14" fmla="*/ 5292943 w 6201303"/>
                <a:gd name="connsiteY14" fmla="*/ 1647679 h 5506017"/>
                <a:gd name="connsiteX15" fmla="*/ 5321971 w 6201303"/>
                <a:gd name="connsiteY15" fmla="*/ 1836365 h 5506017"/>
                <a:gd name="connsiteX16" fmla="*/ 5612257 w 6201303"/>
                <a:gd name="connsiteY16" fmla="*/ 2068593 h 5506017"/>
                <a:gd name="connsiteX17" fmla="*/ 5771914 w 6201303"/>
                <a:gd name="connsiteY17" fmla="*/ 2562079 h 5506017"/>
                <a:gd name="connsiteX18" fmla="*/ 6018657 w 6201303"/>
                <a:gd name="connsiteY18" fmla="*/ 2997507 h 5506017"/>
                <a:gd name="connsiteX19" fmla="*/ 6178313 w 6201303"/>
                <a:gd name="connsiteY19" fmla="*/ 3432936 h 5506017"/>
                <a:gd name="connsiteX20" fmla="*/ 5960599 w 6201303"/>
                <a:gd name="connsiteY20" fmla="*/ 3897393 h 5506017"/>
                <a:gd name="connsiteX21" fmla="*/ 5931570 w 6201303"/>
                <a:gd name="connsiteY21" fmla="*/ 4144136 h 5506017"/>
                <a:gd name="connsiteX22" fmla="*/ 5670313 w 6201303"/>
                <a:gd name="connsiteY22" fmla="*/ 4637622 h 5506017"/>
                <a:gd name="connsiteX23" fmla="*/ 5380028 w 6201303"/>
                <a:gd name="connsiteY23" fmla="*/ 4942422 h 5506017"/>
                <a:gd name="connsiteX24" fmla="*/ 4589619 w 6201303"/>
                <a:gd name="connsiteY24" fmla="*/ 5506017 h 5506017"/>
                <a:gd name="connsiteX25" fmla="*/ 3449628 w 6201303"/>
                <a:gd name="connsiteY25" fmla="*/ 4898879 h 5506017"/>
                <a:gd name="connsiteX26" fmla="*/ 152400 w 6201303"/>
                <a:gd name="connsiteY26" fmla="*/ 5159489 h 5506017"/>
                <a:gd name="connsiteX27" fmla="*/ 0 w 6201303"/>
                <a:gd name="connsiteY27" fmla="*/ 4753735 h 5506017"/>
                <a:gd name="connsiteX0" fmla="*/ 0 w 6201303"/>
                <a:gd name="connsiteY0" fmla="*/ 4753735 h 5506017"/>
                <a:gd name="connsiteX1" fmla="*/ 2374376 w 6201303"/>
                <a:gd name="connsiteY1" fmla="*/ 2121 h 5506017"/>
                <a:gd name="connsiteX2" fmla="*/ 2854548 w 6201303"/>
                <a:gd name="connsiteY2" fmla="*/ 181735 h 5506017"/>
                <a:gd name="connsiteX3" fmla="*/ 2999690 w 6201303"/>
                <a:gd name="connsiteY3" fmla="*/ 80135 h 5506017"/>
                <a:gd name="connsiteX4" fmla="*/ 3115804 w 6201303"/>
                <a:gd name="connsiteY4" fmla="*/ 283335 h 5506017"/>
                <a:gd name="connsiteX5" fmla="*/ 3159347 w 6201303"/>
                <a:gd name="connsiteY5" fmla="*/ 7564 h 5506017"/>
                <a:gd name="connsiteX6" fmla="*/ 3420603 w 6201303"/>
                <a:gd name="connsiteY6" fmla="*/ 399450 h 5506017"/>
                <a:gd name="connsiteX7" fmla="*/ 3681860 w 6201303"/>
                <a:gd name="connsiteY7" fmla="*/ 747793 h 5506017"/>
                <a:gd name="connsiteX8" fmla="*/ 3870545 w 6201303"/>
                <a:gd name="connsiteY8" fmla="*/ 472022 h 5506017"/>
                <a:gd name="connsiteX9" fmla="*/ 4030201 w 6201303"/>
                <a:gd name="connsiteY9" fmla="*/ 631679 h 5506017"/>
                <a:gd name="connsiteX10" fmla="*/ 4320488 w 6201303"/>
                <a:gd name="connsiteY10" fmla="*/ 921965 h 5506017"/>
                <a:gd name="connsiteX11" fmla="*/ 4465630 w 6201303"/>
                <a:gd name="connsiteY11" fmla="*/ 1429965 h 5506017"/>
                <a:gd name="connsiteX12" fmla="*/ 4552715 w 6201303"/>
                <a:gd name="connsiteY12" fmla="*/ 1850879 h 5506017"/>
                <a:gd name="connsiteX13" fmla="*/ 4770430 w 6201303"/>
                <a:gd name="connsiteY13" fmla="*/ 1996022 h 5506017"/>
                <a:gd name="connsiteX14" fmla="*/ 5292943 w 6201303"/>
                <a:gd name="connsiteY14" fmla="*/ 1647679 h 5506017"/>
                <a:gd name="connsiteX15" fmla="*/ 5321971 w 6201303"/>
                <a:gd name="connsiteY15" fmla="*/ 1836365 h 5506017"/>
                <a:gd name="connsiteX16" fmla="*/ 5612257 w 6201303"/>
                <a:gd name="connsiteY16" fmla="*/ 2068593 h 5506017"/>
                <a:gd name="connsiteX17" fmla="*/ 5771914 w 6201303"/>
                <a:gd name="connsiteY17" fmla="*/ 2562079 h 5506017"/>
                <a:gd name="connsiteX18" fmla="*/ 6018657 w 6201303"/>
                <a:gd name="connsiteY18" fmla="*/ 2997507 h 5506017"/>
                <a:gd name="connsiteX19" fmla="*/ 6178313 w 6201303"/>
                <a:gd name="connsiteY19" fmla="*/ 3432936 h 5506017"/>
                <a:gd name="connsiteX20" fmla="*/ 5960599 w 6201303"/>
                <a:gd name="connsiteY20" fmla="*/ 3897393 h 5506017"/>
                <a:gd name="connsiteX21" fmla="*/ 5931570 w 6201303"/>
                <a:gd name="connsiteY21" fmla="*/ 4144136 h 5506017"/>
                <a:gd name="connsiteX22" fmla="*/ 5670313 w 6201303"/>
                <a:gd name="connsiteY22" fmla="*/ 4637622 h 5506017"/>
                <a:gd name="connsiteX23" fmla="*/ 5380028 w 6201303"/>
                <a:gd name="connsiteY23" fmla="*/ 4942422 h 5506017"/>
                <a:gd name="connsiteX24" fmla="*/ 4589619 w 6201303"/>
                <a:gd name="connsiteY24" fmla="*/ 5506017 h 5506017"/>
                <a:gd name="connsiteX25" fmla="*/ 4015685 w 6201303"/>
                <a:gd name="connsiteY25" fmla="*/ 5421393 h 5506017"/>
                <a:gd name="connsiteX26" fmla="*/ 152400 w 6201303"/>
                <a:gd name="connsiteY26" fmla="*/ 5159489 h 5506017"/>
                <a:gd name="connsiteX27" fmla="*/ 0 w 6201303"/>
                <a:gd name="connsiteY27" fmla="*/ 4753735 h 5506017"/>
                <a:gd name="connsiteX0" fmla="*/ 0 w 6201303"/>
                <a:gd name="connsiteY0" fmla="*/ 4753735 h 5506017"/>
                <a:gd name="connsiteX1" fmla="*/ 2374376 w 6201303"/>
                <a:gd name="connsiteY1" fmla="*/ 2121 h 5506017"/>
                <a:gd name="connsiteX2" fmla="*/ 2854548 w 6201303"/>
                <a:gd name="connsiteY2" fmla="*/ 181735 h 5506017"/>
                <a:gd name="connsiteX3" fmla="*/ 2999690 w 6201303"/>
                <a:gd name="connsiteY3" fmla="*/ 80135 h 5506017"/>
                <a:gd name="connsiteX4" fmla="*/ 3115804 w 6201303"/>
                <a:gd name="connsiteY4" fmla="*/ 283335 h 5506017"/>
                <a:gd name="connsiteX5" fmla="*/ 3159347 w 6201303"/>
                <a:gd name="connsiteY5" fmla="*/ 7564 h 5506017"/>
                <a:gd name="connsiteX6" fmla="*/ 3420603 w 6201303"/>
                <a:gd name="connsiteY6" fmla="*/ 399450 h 5506017"/>
                <a:gd name="connsiteX7" fmla="*/ 3681860 w 6201303"/>
                <a:gd name="connsiteY7" fmla="*/ 747793 h 5506017"/>
                <a:gd name="connsiteX8" fmla="*/ 3870545 w 6201303"/>
                <a:gd name="connsiteY8" fmla="*/ 472022 h 5506017"/>
                <a:gd name="connsiteX9" fmla="*/ 4030201 w 6201303"/>
                <a:gd name="connsiteY9" fmla="*/ 631679 h 5506017"/>
                <a:gd name="connsiteX10" fmla="*/ 4320488 w 6201303"/>
                <a:gd name="connsiteY10" fmla="*/ 921965 h 5506017"/>
                <a:gd name="connsiteX11" fmla="*/ 4465630 w 6201303"/>
                <a:gd name="connsiteY11" fmla="*/ 1429965 h 5506017"/>
                <a:gd name="connsiteX12" fmla="*/ 4552715 w 6201303"/>
                <a:gd name="connsiteY12" fmla="*/ 1850879 h 5506017"/>
                <a:gd name="connsiteX13" fmla="*/ 4770430 w 6201303"/>
                <a:gd name="connsiteY13" fmla="*/ 1996022 h 5506017"/>
                <a:gd name="connsiteX14" fmla="*/ 5292943 w 6201303"/>
                <a:gd name="connsiteY14" fmla="*/ 1647679 h 5506017"/>
                <a:gd name="connsiteX15" fmla="*/ 5321971 w 6201303"/>
                <a:gd name="connsiteY15" fmla="*/ 1836365 h 5506017"/>
                <a:gd name="connsiteX16" fmla="*/ 5612257 w 6201303"/>
                <a:gd name="connsiteY16" fmla="*/ 2068593 h 5506017"/>
                <a:gd name="connsiteX17" fmla="*/ 5771914 w 6201303"/>
                <a:gd name="connsiteY17" fmla="*/ 2562079 h 5506017"/>
                <a:gd name="connsiteX18" fmla="*/ 6018657 w 6201303"/>
                <a:gd name="connsiteY18" fmla="*/ 2997507 h 5506017"/>
                <a:gd name="connsiteX19" fmla="*/ 6178313 w 6201303"/>
                <a:gd name="connsiteY19" fmla="*/ 3432936 h 5506017"/>
                <a:gd name="connsiteX20" fmla="*/ 5960599 w 6201303"/>
                <a:gd name="connsiteY20" fmla="*/ 3897393 h 5506017"/>
                <a:gd name="connsiteX21" fmla="*/ 5931570 w 6201303"/>
                <a:gd name="connsiteY21" fmla="*/ 4144136 h 5506017"/>
                <a:gd name="connsiteX22" fmla="*/ 5670313 w 6201303"/>
                <a:gd name="connsiteY22" fmla="*/ 4637622 h 5506017"/>
                <a:gd name="connsiteX23" fmla="*/ 5380028 w 6201303"/>
                <a:gd name="connsiteY23" fmla="*/ 4942422 h 5506017"/>
                <a:gd name="connsiteX24" fmla="*/ 4589619 w 6201303"/>
                <a:gd name="connsiteY24" fmla="*/ 5506017 h 5506017"/>
                <a:gd name="connsiteX25" fmla="*/ 4015685 w 6201303"/>
                <a:gd name="connsiteY25" fmla="*/ 5421393 h 5506017"/>
                <a:gd name="connsiteX26" fmla="*/ 3188370 w 6201303"/>
                <a:gd name="connsiteY26" fmla="*/ 5406879 h 5506017"/>
                <a:gd name="connsiteX27" fmla="*/ 152400 w 6201303"/>
                <a:gd name="connsiteY27" fmla="*/ 5159489 h 5506017"/>
                <a:gd name="connsiteX28" fmla="*/ 0 w 6201303"/>
                <a:gd name="connsiteY28" fmla="*/ 4753735 h 5506017"/>
                <a:gd name="connsiteX0" fmla="*/ 0 w 6201303"/>
                <a:gd name="connsiteY0" fmla="*/ 4753735 h 5578274"/>
                <a:gd name="connsiteX1" fmla="*/ 2374376 w 6201303"/>
                <a:gd name="connsiteY1" fmla="*/ 2121 h 5578274"/>
                <a:gd name="connsiteX2" fmla="*/ 2854548 w 6201303"/>
                <a:gd name="connsiteY2" fmla="*/ 181735 h 5578274"/>
                <a:gd name="connsiteX3" fmla="*/ 2999690 w 6201303"/>
                <a:gd name="connsiteY3" fmla="*/ 80135 h 5578274"/>
                <a:gd name="connsiteX4" fmla="*/ 3115804 w 6201303"/>
                <a:gd name="connsiteY4" fmla="*/ 283335 h 5578274"/>
                <a:gd name="connsiteX5" fmla="*/ 3159347 w 6201303"/>
                <a:gd name="connsiteY5" fmla="*/ 7564 h 5578274"/>
                <a:gd name="connsiteX6" fmla="*/ 3420603 w 6201303"/>
                <a:gd name="connsiteY6" fmla="*/ 399450 h 5578274"/>
                <a:gd name="connsiteX7" fmla="*/ 3681860 w 6201303"/>
                <a:gd name="connsiteY7" fmla="*/ 747793 h 5578274"/>
                <a:gd name="connsiteX8" fmla="*/ 3870545 w 6201303"/>
                <a:gd name="connsiteY8" fmla="*/ 472022 h 5578274"/>
                <a:gd name="connsiteX9" fmla="*/ 4030201 w 6201303"/>
                <a:gd name="connsiteY9" fmla="*/ 631679 h 5578274"/>
                <a:gd name="connsiteX10" fmla="*/ 4320488 w 6201303"/>
                <a:gd name="connsiteY10" fmla="*/ 921965 h 5578274"/>
                <a:gd name="connsiteX11" fmla="*/ 4465630 w 6201303"/>
                <a:gd name="connsiteY11" fmla="*/ 1429965 h 5578274"/>
                <a:gd name="connsiteX12" fmla="*/ 4552715 w 6201303"/>
                <a:gd name="connsiteY12" fmla="*/ 1850879 h 5578274"/>
                <a:gd name="connsiteX13" fmla="*/ 4770430 w 6201303"/>
                <a:gd name="connsiteY13" fmla="*/ 1996022 h 5578274"/>
                <a:gd name="connsiteX14" fmla="*/ 5292943 w 6201303"/>
                <a:gd name="connsiteY14" fmla="*/ 1647679 h 5578274"/>
                <a:gd name="connsiteX15" fmla="*/ 5321971 w 6201303"/>
                <a:gd name="connsiteY15" fmla="*/ 1836365 h 5578274"/>
                <a:gd name="connsiteX16" fmla="*/ 5612257 w 6201303"/>
                <a:gd name="connsiteY16" fmla="*/ 2068593 h 5578274"/>
                <a:gd name="connsiteX17" fmla="*/ 5771914 w 6201303"/>
                <a:gd name="connsiteY17" fmla="*/ 2562079 h 5578274"/>
                <a:gd name="connsiteX18" fmla="*/ 6018657 w 6201303"/>
                <a:gd name="connsiteY18" fmla="*/ 2997507 h 5578274"/>
                <a:gd name="connsiteX19" fmla="*/ 6178313 w 6201303"/>
                <a:gd name="connsiteY19" fmla="*/ 3432936 h 5578274"/>
                <a:gd name="connsiteX20" fmla="*/ 5960599 w 6201303"/>
                <a:gd name="connsiteY20" fmla="*/ 3897393 h 5578274"/>
                <a:gd name="connsiteX21" fmla="*/ 5931570 w 6201303"/>
                <a:gd name="connsiteY21" fmla="*/ 4144136 h 5578274"/>
                <a:gd name="connsiteX22" fmla="*/ 5670313 w 6201303"/>
                <a:gd name="connsiteY22" fmla="*/ 4637622 h 5578274"/>
                <a:gd name="connsiteX23" fmla="*/ 5380028 w 6201303"/>
                <a:gd name="connsiteY23" fmla="*/ 4942422 h 5578274"/>
                <a:gd name="connsiteX24" fmla="*/ 4589619 w 6201303"/>
                <a:gd name="connsiteY24" fmla="*/ 5506017 h 5578274"/>
                <a:gd name="connsiteX25" fmla="*/ 4015685 w 6201303"/>
                <a:gd name="connsiteY25" fmla="*/ 5421393 h 5578274"/>
                <a:gd name="connsiteX26" fmla="*/ 3188370 w 6201303"/>
                <a:gd name="connsiteY26" fmla="*/ 5406879 h 5578274"/>
                <a:gd name="connsiteX27" fmla="*/ 152400 w 6201303"/>
                <a:gd name="connsiteY27" fmla="*/ 5159489 h 5578274"/>
                <a:gd name="connsiteX28" fmla="*/ 0 w 6201303"/>
                <a:gd name="connsiteY28" fmla="*/ 4753735 h 5578274"/>
                <a:gd name="connsiteX0" fmla="*/ 0 w 6201303"/>
                <a:gd name="connsiteY0" fmla="*/ 4753735 h 5578274"/>
                <a:gd name="connsiteX1" fmla="*/ 2374376 w 6201303"/>
                <a:gd name="connsiteY1" fmla="*/ 2121 h 5578274"/>
                <a:gd name="connsiteX2" fmla="*/ 2854548 w 6201303"/>
                <a:gd name="connsiteY2" fmla="*/ 181735 h 5578274"/>
                <a:gd name="connsiteX3" fmla="*/ 2999690 w 6201303"/>
                <a:gd name="connsiteY3" fmla="*/ 80135 h 5578274"/>
                <a:gd name="connsiteX4" fmla="*/ 3115804 w 6201303"/>
                <a:gd name="connsiteY4" fmla="*/ 283335 h 5578274"/>
                <a:gd name="connsiteX5" fmla="*/ 3159347 w 6201303"/>
                <a:gd name="connsiteY5" fmla="*/ 7564 h 5578274"/>
                <a:gd name="connsiteX6" fmla="*/ 3420603 w 6201303"/>
                <a:gd name="connsiteY6" fmla="*/ 399450 h 5578274"/>
                <a:gd name="connsiteX7" fmla="*/ 3681860 w 6201303"/>
                <a:gd name="connsiteY7" fmla="*/ 747793 h 5578274"/>
                <a:gd name="connsiteX8" fmla="*/ 3870545 w 6201303"/>
                <a:gd name="connsiteY8" fmla="*/ 472022 h 5578274"/>
                <a:gd name="connsiteX9" fmla="*/ 4030201 w 6201303"/>
                <a:gd name="connsiteY9" fmla="*/ 631679 h 5578274"/>
                <a:gd name="connsiteX10" fmla="*/ 4320488 w 6201303"/>
                <a:gd name="connsiteY10" fmla="*/ 921965 h 5578274"/>
                <a:gd name="connsiteX11" fmla="*/ 4465630 w 6201303"/>
                <a:gd name="connsiteY11" fmla="*/ 1429965 h 5578274"/>
                <a:gd name="connsiteX12" fmla="*/ 4552715 w 6201303"/>
                <a:gd name="connsiteY12" fmla="*/ 1850879 h 5578274"/>
                <a:gd name="connsiteX13" fmla="*/ 4770430 w 6201303"/>
                <a:gd name="connsiteY13" fmla="*/ 1996022 h 5578274"/>
                <a:gd name="connsiteX14" fmla="*/ 5292943 w 6201303"/>
                <a:gd name="connsiteY14" fmla="*/ 1647679 h 5578274"/>
                <a:gd name="connsiteX15" fmla="*/ 5321971 w 6201303"/>
                <a:gd name="connsiteY15" fmla="*/ 1836365 h 5578274"/>
                <a:gd name="connsiteX16" fmla="*/ 5612257 w 6201303"/>
                <a:gd name="connsiteY16" fmla="*/ 2068593 h 5578274"/>
                <a:gd name="connsiteX17" fmla="*/ 5771914 w 6201303"/>
                <a:gd name="connsiteY17" fmla="*/ 2562079 h 5578274"/>
                <a:gd name="connsiteX18" fmla="*/ 6018657 w 6201303"/>
                <a:gd name="connsiteY18" fmla="*/ 2997507 h 5578274"/>
                <a:gd name="connsiteX19" fmla="*/ 6178313 w 6201303"/>
                <a:gd name="connsiteY19" fmla="*/ 3432936 h 5578274"/>
                <a:gd name="connsiteX20" fmla="*/ 5960599 w 6201303"/>
                <a:gd name="connsiteY20" fmla="*/ 3897393 h 5578274"/>
                <a:gd name="connsiteX21" fmla="*/ 5931570 w 6201303"/>
                <a:gd name="connsiteY21" fmla="*/ 4144136 h 5578274"/>
                <a:gd name="connsiteX22" fmla="*/ 5670313 w 6201303"/>
                <a:gd name="connsiteY22" fmla="*/ 4637622 h 5578274"/>
                <a:gd name="connsiteX23" fmla="*/ 5380028 w 6201303"/>
                <a:gd name="connsiteY23" fmla="*/ 4942422 h 5578274"/>
                <a:gd name="connsiteX24" fmla="*/ 4589619 w 6201303"/>
                <a:gd name="connsiteY24" fmla="*/ 5506017 h 5578274"/>
                <a:gd name="connsiteX25" fmla="*/ 4015685 w 6201303"/>
                <a:gd name="connsiteY25" fmla="*/ 5421393 h 5578274"/>
                <a:gd name="connsiteX26" fmla="*/ 3188370 w 6201303"/>
                <a:gd name="connsiteY26" fmla="*/ 5406879 h 5578274"/>
                <a:gd name="connsiteX27" fmla="*/ 152400 w 6201303"/>
                <a:gd name="connsiteY27" fmla="*/ 5159489 h 5578274"/>
                <a:gd name="connsiteX28" fmla="*/ 0 w 6201303"/>
                <a:gd name="connsiteY28" fmla="*/ 4753735 h 5578274"/>
                <a:gd name="connsiteX0" fmla="*/ 0 w 6201303"/>
                <a:gd name="connsiteY0" fmla="*/ 4753735 h 5578274"/>
                <a:gd name="connsiteX1" fmla="*/ 1248899 w 6201303"/>
                <a:gd name="connsiteY1" fmla="*/ 2213735 h 5578274"/>
                <a:gd name="connsiteX2" fmla="*/ 2374376 w 6201303"/>
                <a:gd name="connsiteY2" fmla="*/ 2121 h 5578274"/>
                <a:gd name="connsiteX3" fmla="*/ 2854548 w 6201303"/>
                <a:gd name="connsiteY3" fmla="*/ 181735 h 5578274"/>
                <a:gd name="connsiteX4" fmla="*/ 2999690 w 6201303"/>
                <a:gd name="connsiteY4" fmla="*/ 80135 h 5578274"/>
                <a:gd name="connsiteX5" fmla="*/ 3115804 w 6201303"/>
                <a:gd name="connsiteY5" fmla="*/ 283335 h 5578274"/>
                <a:gd name="connsiteX6" fmla="*/ 3159347 w 6201303"/>
                <a:gd name="connsiteY6" fmla="*/ 7564 h 5578274"/>
                <a:gd name="connsiteX7" fmla="*/ 3420603 w 6201303"/>
                <a:gd name="connsiteY7" fmla="*/ 399450 h 5578274"/>
                <a:gd name="connsiteX8" fmla="*/ 3681860 w 6201303"/>
                <a:gd name="connsiteY8" fmla="*/ 747793 h 5578274"/>
                <a:gd name="connsiteX9" fmla="*/ 3870545 w 6201303"/>
                <a:gd name="connsiteY9" fmla="*/ 472022 h 5578274"/>
                <a:gd name="connsiteX10" fmla="*/ 4030201 w 6201303"/>
                <a:gd name="connsiteY10" fmla="*/ 631679 h 5578274"/>
                <a:gd name="connsiteX11" fmla="*/ 4320488 w 6201303"/>
                <a:gd name="connsiteY11" fmla="*/ 921965 h 5578274"/>
                <a:gd name="connsiteX12" fmla="*/ 4465630 w 6201303"/>
                <a:gd name="connsiteY12" fmla="*/ 1429965 h 5578274"/>
                <a:gd name="connsiteX13" fmla="*/ 4552715 w 6201303"/>
                <a:gd name="connsiteY13" fmla="*/ 1850879 h 5578274"/>
                <a:gd name="connsiteX14" fmla="*/ 4770430 w 6201303"/>
                <a:gd name="connsiteY14" fmla="*/ 1996022 h 5578274"/>
                <a:gd name="connsiteX15" fmla="*/ 5292943 w 6201303"/>
                <a:gd name="connsiteY15" fmla="*/ 1647679 h 5578274"/>
                <a:gd name="connsiteX16" fmla="*/ 5321971 w 6201303"/>
                <a:gd name="connsiteY16" fmla="*/ 1836365 h 5578274"/>
                <a:gd name="connsiteX17" fmla="*/ 5612257 w 6201303"/>
                <a:gd name="connsiteY17" fmla="*/ 2068593 h 5578274"/>
                <a:gd name="connsiteX18" fmla="*/ 5771914 w 6201303"/>
                <a:gd name="connsiteY18" fmla="*/ 2562079 h 5578274"/>
                <a:gd name="connsiteX19" fmla="*/ 6018657 w 6201303"/>
                <a:gd name="connsiteY19" fmla="*/ 2997507 h 5578274"/>
                <a:gd name="connsiteX20" fmla="*/ 6178313 w 6201303"/>
                <a:gd name="connsiteY20" fmla="*/ 3432936 h 5578274"/>
                <a:gd name="connsiteX21" fmla="*/ 5960599 w 6201303"/>
                <a:gd name="connsiteY21" fmla="*/ 3897393 h 5578274"/>
                <a:gd name="connsiteX22" fmla="*/ 5931570 w 6201303"/>
                <a:gd name="connsiteY22" fmla="*/ 4144136 h 5578274"/>
                <a:gd name="connsiteX23" fmla="*/ 5670313 w 6201303"/>
                <a:gd name="connsiteY23" fmla="*/ 4637622 h 5578274"/>
                <a:gd name="connsiteX24" fmla="*/ 5380028 w 6201303"/>
                <a:gd name="connsiteY24" fmla="*/ 4942422 h 5578274"/>
                <a:gd name="connsiteX25" fmla="*/ 4589619 w 6201303"/>
                <a:gd name="connsiteY25" fmla="*/ 5506017 h 5578274"/>
                <a:gd name="connsiteX26" fmla="*/ 4015685 w 6201303"/>
                <a:gd name="connsiteY26" fmla="*/ 5421393 h 5578274"/>
                <a:gd name="connsiteX27" fmla="*/ 3188370 w 6201303"/>
                <a:gd name="connsiteY27" fmla="*/ 5406879 h 5578274"/>
                <a:gd name="connsiteX28" fmla="*/ 152400 w 6201303"/>
                <a:gd name="connsiteY28" fmla="*/ 5159489 h 5578274"/>
                <a:gd name="connsiteX29" fmla="*/ 0 w 6201303"/>
                <a:gd name="connsiteY29" fmla="*/ 4753735 h 5578274"/>
                <a:gd name="connsiteX0" fmla="*/ 23988 w 6225291"/>
                <a:gd name="connsiteY0" fmla="*/ 4753735 h 5578274"/>
                <a:gd name="connsiteX1" fmla="*/ 1272887 w 6225291"/>
                <a:gd name="connsiteY1" fmla="*/ 2213735 h 5578274"/>
                <a:gd name="connsiteX2" fmla="*/ 2398364 w 6225291"/>
                <a:gd name="connsiteY2" fmla="*/ 2121 h 5578274"/>
                <a:gd name="connsiteX3" fmla="*/ 2878536 w 6225291"/>
                <a:gd name="connsiteY3" fmla="*/ 181735 h 5578274"/>
                <a:gd name="connsiteX4" fmla="*/ 3023678 w 6225291"/>
                <a:gd name="connsiteY4" fmla="*/ 80135 h 5578274"/>
                <a:gd name="connsiteX5" fmla="*/ 3139792 w 6225291"/>
                <a:gd name="connsiteY5" fmla="*/ 283335 h 5578274"/>
                <a:gd name="connsiteX6" fmla="*/ 3183335 w 6225291"/>
                <a:gd name="connsiteY6" fmla="*/ 7564 h 5578274"/>
                <a:gd name="connsiteX7" fmla="*/ 3444591 w 6225291"/>
                <a:gd name="connsiteY7" fmla="*/ 399450 h 5578274"/>
                <a:gd name="connsiteX8" fmla="*/ 3705848 w 6225291"/>
                <a:gd name="connsiteY8" fmla="*/ 747793 h 5578274"/>
                <a:gd name="connsiteX9" fmla="*/ 3894533 w 6225291"/>
                <a:gd name="connsiteY9" fmla="*/ 472022 h 5578274"/>
                <a:gd name="connsiteX10" fmla="*/ 4054189 w 6225291"/>
                <a:gd name="connsiteY10" fmla="*/ 631679 h 5578274"/>
                <a:gd name="connsiteX11" fmla="*/ 4344476 w 6225291"/>
                <a:gd name="connsiteY11" fmla="*/ 921965 h 5578274"/>
                <a:gd name="connsiteX12" fmla="*/ 4489618 w 6225291"/>
                <a:gd name="connsiteY12" fmla="*/ 1429965 h 5578274"/>
                <a:gd name="connsiteX13" fmla="*/ 4576703 w 6225291"/>
                <a:gd name="connsiteY13" fmla="*/ 1850879 h 5578274"/>
                <a:gd name="connsiteX14" fmla="*/ 4794418 w 6225291"/>
                <a:gd name="connsiteY14" fmla="*/ 1996022 h 5578274"/>
                <a:gd name="connsiteX15" fmla="*/ 5316931 w 6225291"/>
                <a:gd name="connsiteY15" fmla="*/ 1647679 h 5578274"/>
                <a:gd name="connsiteX16" fmla="*/ 5345959 w 6225291"/>
                <a:gd name="connsiteY16" fmla="*/ 1836365 h 5578274"/>
                <a:gd name="connsiteX17" fmla="*/ 5636245 w 6225291"/>
                <a:gd name="connsiteY17" fmla="*/ 2068593 h 5578274"/>
                <a:gd name="connsiteX18" fmla="*/ 5795902 w 6225291"/>
                <a:gd name="connsiteY18" fmla="*/ 2562079 h 5578274"/>
                <a:gd name="connsiteX19" fmla="*/ 6042645 w 6225291"/>
                <a:gd name="connsiteY19" fmla="*/ 2997507 h 5578274"/>
                <a:gd name="connsiteX20" fmla="*/ 6202301 w 6225291"/>
                <a:gd name="connsiteY20" fmla="*/ 3432936 h 5578274"/>
                <a:gd name="connsiteX21" fmla="*/ 5984587 w 6225291"/>
                <a:gd name="connsiteY21" fmla="*/ 3897393 h 5578274"/>
                <a:gd name="connsiteX22" fmla="*/ 5955558 w 6225291"/>
                <a:gd name="connsiteY22" fmla="*/ 4144136 h 5578274"/>
                <a:gd name="connsiteX23" fmla="*/ 5694301 w 6225291"/>
                <a:gd name="connsiteY23" fmla="*/ 4637622 h 5578274"/>
                <a:gd name="connsiteX24" fmla="*/ 5404016 w 6225291"/>
                <a:gd name="connsiteY24" fmla="*/ 4942422 h 5578274"/>
                <a:gd name="connsiteX25" fmla="*/ 4613607 w 6225291"/>
                <a:gd name="connsiteY25" fmla="*/ 5506017 h 5578274"/>
                <a:gd name="connsiteX26" fmla="*/ 4039673 w 6225291"/>
                <a:gd name="connsiteY26" fmla="*/ 5421393 h 5578274"/>
                <a:gd name="connsiteX27" fmla="*/ 3212358 w 6225291"/>
                <a:gd name="connsiteY27" fmla="*/ 5406879 h 5578274"/>
                <a:gd name="connsiteX28" fmla="*/ 176388 w 6225291"/>
                <a:gd name="connsiteY28" fmla="*/ 5159489 h 5578274"/>
                <a:gd name="connsiteX29" fmla="*/ 23988 w 6225291"/>
                <a:gd name="connsiteY29" fmla="*/ 4753735 h 5578274"/>
                <a:gd name="connsiteX0" fmla="*/ 30994 w 6232297"/>
                <a:gd name="connsiteY0" fmla="*/ 4753735 h 5578274"/>
                <a:gd name="connsiteX1" fmla="*/ 1279893 w 6232297"/>
                <a:gd name="connsiteY1" fmla="*/ 2213735 h 5578274"/>
                <a:gd name="connsiteX2" fmla="*/ 2405370 w 6232297"/>
                <a:gd name="connsiteY2" fmla="*/ 2121 h 5578274"/>
                <a:gd name="connsiteX3" fmla="*/ 2885542 w 6232297"/>
                <a:gd name="connsiteY3" fmla="*/ 181735 h 5578274"/>
                <a:gd name="connsiteX4" fmla="*/ 3030684 w 6232297"/>
                <a:gd name="connsiteY4" fmla="*/ 80135 h 5578274"/>
                <a:gd name="connsiteX5" fmla="*/ 3146798 w 6232297"/>
                <a:gd name="connsiteY5" fmla="*/ 283335 h 5578274"/>
                <a:gd name="connsiteX6" fmla="*/ 3190341 w 6232297"/>
                <a:gd name="connsiteY6" fmla="*/ 7564 h 5578274"/>
                <a:gd name="connsiteX7" fmla="*/ 3451597 w 6232297"/>
                <a:gd name="connsiteY7" fmla="*/ 399450 h 5578274"/>
                <a:gd name="connsiteX8" fmla="*/ 3712854 w 6232297"/>
                <a:gd name="connsiteY8" fmla="*/ 747793 h 5578274"/>
                <a:gd name="connsiteX9" fmla="*/ 3901539 w 6232297"/>
                <a:gd name="connsiteY9" fmla="*/ 472022 h 5578274"/>
                <a:gd name="connsiteX10" fmla="*/ 4061195 w 6232297"/>
                <a:gd name="connsiteY10" fmla="*/ 631679 h 5578274"/>
                <a:gd name="connsiteX11" fmla="*/ 4351482 w 6232297"/>
                <a:gd name="connsiteY11" fmla="*/ 921965 h 5578274"/>
                <a:gd name="connsiteX12" fmla="*/ 4496624 w 6232297"/>
                <a:gd name="connsiteY12" fmla="*/ 1429965 h 5578274"/>
                <a:gd name="connsiteX13" fmla="*/ 4583709 w 6232297"/>
                <a:gd name="connsiteY13" fmla="*/ 1850879 h 5578274"/>
                <a:gd name="connsiteX14" fmla="*/ 4801424 w 6232297"/>
                <a:gd name="connsiteY14" fmla="*/ 1996022 h 5578274"/>
                <a:gd name="connsiteX15" fmla="*/ 5323937 w 6232297"/>
                <a:gd name="connsiteY15" fmla="*/ 1647679 h 5578274"/>
                <a:gd name="connsiteX16" fmla="*/ 5352965 w 6232297"/>
                <a:gd name="connsiteY16" fmla="*/ 1836365 h 5578274"/>
                <a:gd name="connsiteX17" fmla="*/ 5643251 w 6232297"/>
                <a:gd name="connsiteY17" fmla="*/ 2068593 h 5578274"/>
                <a:gd name="connsiteX18" fmla="*/ 5802908 w 6232297"/>
                <a:gd name="connsiteY18" fmla="*/ 2562079 h 5578274"/>
                <a:gd name="connsiteX19" fmla="*/ 6049651 w 6232297"/>
                <a:gd name="connsiteY19" fmla="*/ 2997507 h 5578274"/>
                <a:gd name="connsiteX20" fmla="*/ 6209307 w 6232297"/>
                <a:gd name="connsiteY20" fmla="*/ 3432936 h 5578274"/>
                <a:gd name="connsiteX21" fmla="*/ 5991593 w 6232297"/>
                <a:gd name="connsiteY21" fmla="*/ 3897393 h 5578274"/>
                <a:gd name="connsiteX22" fmla="*/ 5962564 w 6232297"/>
                <a:gd name="connsiteY22" fmla="*/ 4144136 h 5578274"/>
                <a:gd name="connsiteX23" fmla="*/ 5701307 w 6232297"/>
                <a:gd name="connsiteY23" fmla="*/ 4637622 h 5578274"/>
                <a:gd name="connsiteX24" fmla="*/ 5411022 w 6232297"/>
                <a:gd name="connsiteY24" fmla="*/ 4942422 h 5578274"/>
                <a:gd name="connsiteX25" fmla="*/ 4620613 w 6232297"/>
                <a:gd name="connsiteY25" fmla="*/ 5506017 h 5578274"/>
                <a:gd name="connsiteX26" fmla="*/ 4046679 w 6232297"/>
                <a:gd name="connsiteY26" fmla="*/ 5421393 h 5578274"/>
                <a:gd name="connsiteX27" fmla="*/ 3219364 w 6232297"/>
                <a:gd name="connsiteY27" fmla="*/ 5406879 h 5578274"/>
                <a:gd name="connsiteX28" fmla="*/ 183394 w 6232297"/>
                <a:gd name="connsiteY28" fmla="*/ 5159489 h 5578274"/>
                <a:gd name="connsiteX29" fmla="*/ 30994 w 6232297"/>
                <a:gd name="connsiteY29" fmla="*/ 4753735 h 5578274"/>
                <a:gd name="connsiteX0" fmla="*/ 30994 w 6232297"/>
                <a:gd name="connsiteY0" fmla="*/ 4753735 h 5578274"/>
                <a:gd name="connsiteX1" fmla="*/ 1279893 w 6232297"/>
                <a:gd name="connsiteY1" fmla="*/ 2213735 h 5578274"/>
                <a:gd name="connsiteX2" fmla="*/ 2405370 w 6232297"/>
                <a:gd name="connsiteY2" fmla="*/ 2121 h 5578274"/>
                <a:gd name="connsiteX3" fmla="*/ 2885542 w 6232297"/>
                <a:gd name="connsiteY3" fmla="*/ 181735 h 5578274"/>
                <a:gd name="connsiteX4" fmla="*/ 3030684 w 6232297"/>
                <a:gd name="connsiteY4" fmla="*/ 80135 h 5578274"/>
                <a:gd name="connsiteX5" fmla="*/ 3146798 w 6232297"/>
                <a:gd name="connsiteY5" fmla="*/ 283335 h 5578274"/>
                <a:gd name="connsiteX6" fmla="*/ 3190341 w 6232297"/>
                <a:gd name="connsiteY6" fmla="*/ 7564 h 5578274"/>
                <a:gd name="connsiteX7" fmla="*/ 3451597 w 6232297"/>
                <a:gd name="connsiteY7" fmla="*/ 399450 h 5578274"/>
                <a:gd name="connsiteX8" fmla="*/ 3712854 w 6232297"/>
                <a:gd name="connsiteY8" fmla="*/ 747793 h 5578274"/>
                <a:gd name="connsiteX9" fmla="*/ 3901539 w 6232297"/>
                <a:gd name="connsiteY9" fmla="*/ 472022 h 5578274"/>
                <a:gd name="connsiteX10" fmla="*/ 4061195 w 6232297"/>
                <a:gd name="connsiteY10" fmla="*/ 631679 h 5578274"/>
                <a:gd name="connsiteX11" fmla="*/ 4351482 w 6232297"/>
                <a:gd name="connsiteY11" fmla="*/ 921965 h 5578274"/>
                <a:gd name="connsiteX12" fmla="*/ 4496624 w 6232297"/>
                <a:gd name="connsiteY12" fmla="*/ 1429965 h 5578274"/>
                <a:gd name="connsiteX13" fmla="*/ 4583709 w 6232297"/>
                <a:gd name="connsiteY13" fmla="*/ 1850879 h 5578274"/>
                <a:gd name="connsiteX14" fmla="*/ 4801424 w 6232297"/>
                <a:gd name="connsiteY14" fmla="*/ 1996022 h 5578274"/>
                <a:gd name="connsiteX15" fmla="*/ 5323937 w 6232297"/>
                <a:gd name="connsiteY15" fmla="*/ 1647679 h 5578274"/>
                <a:gd name="connsiteX16" fmla="*/ 5352965 w 6232297"/>
                <a:gd name="connsiteY16" fmla="*/ 1836365 h 5578274"/>
                <a:gd name="connsiteX17" fmla="*/ 5643251 w 6232297"/>
                <a:gd name="connsiteY17" fmla="*/ 2068593 h 5578274"/>
                <a:gd name="connsiteX18" fmla="*/ 5802908 w 6232297"/>
                <a:gd name="connsiteY18" fmla="*/ 2562079 h 5578274"/>
                <a:gd name="connsiteX19" fmla="*/ 6049651 w 6232297"/>
                <a:gd name="connsiteY19" fmla="*/ 2997507 h 5578274"/>
                <a:gd name="connsiteX20" fmla="*/ 6209307 w 6232297"/>
                <a:gd name="connsiteY20" fmla="*/ 3432936 h 5578274"/>
                <a:gd name="connsiteX21" fmla="*/ 5991593 w 6232297"/>
                <a:gd name="connsiteY21" fmla="*/ 3897393 h 5578274"/>
                <a:gd name="connsiteX22" fmla="*/ 5962564 w 6232297"/>
                <a:gd name="connsiteY22" fmla="*/ 4144136 h 5578274"/>
                <a:gd name="connsiteX23" fmla="*/ 5701307 w 6232297"/>
                <a:gd name="connsiteY23" fmla="*/ 4637622 h 5578274"/>
                <a:gd name="connsiteX24" fmla="*/ 5411022 w 6232297"/>
                <a:gd name="connsiteY24" fmla="*/ 4942422 h 5578274"/>
                <a:gd name="connsiteX25" fmla="*/ 4620613 w 6232297"/>
                <a:gd name="connsiteY25" fmla="*/ 5506017 h 5578274"/>
                <a:gd name="connsiteX26" fmla="*/ 4046679 w 6232297"/>
                <a:gd name="connsiteY26" fmla="*/ 5421393 h 5578274"/>
                <a:gd name="connsiteX27" fmla="*/ 3219364 w 6232297"/>
                <a:gd name="connsiteY27" fmla="*/ 5406879 h 5578274"/>
                <a:gd name="connsiteX28" fmla="*/ 183394 w 6232297"/>
                <a:gd name="connsiteY28" fmla="*/ 5159489 h 5578274"/>
                <a:gd name="connsiteX29" fmla="*/ 30994 w 6232297"/>
                <a:gd name="connsiteY29" fmla="*/ 4753735 h 5578274"/>
                <a:gd name="connsiteX0" fmla="*/ 30994 w 6232297"/>
                <a:gd name="connsiteY0" fmla="*/ 4753735 h 5578274"/>
                <a:gd name="connsiteX1" fmla="*/ 1279893 w 6232297"/>
                <a:gd name="connsiteY1" fmla="*/ 2213735 h 5578274"/>
                <a:gd name="connsiteX2" fmla="*/ 2405370 w 6232297"/>
                <a:gd name="connsiteY2" fmla="*/ 2121 h 5578274"/>
                <a:gd name="connsiteX3" fmla="*/ 2885542 w 6232297"/>
                <a:gd name="connsiteY3" fmla="*/ 181735 h 5578274"/>
                <a:gd name="connsiteX4" fmla="*/ 3030684 w 6232297"/>
                <a:gd name="connsiteY4" fmla="*/ 80135 h 5578274"/>
                <a:gd name="connsiteX5" fmla="*/ 3146798 w 6232297"/>
                <a:gd name="connsiteY5" fmla="*/ 283335 h 5578274"/>
                <a:gd name="connsiteX6" fmla="*/ 3190341 w 6232297"/>
                <a:gd name="connsiteY6" fmla="*/ 7564 h 5578274"/>
                <a:gd name="connsiteX7" fmla="*/ 3451597 w 6232297"/>
                <a:gd name="connsiteY7" fmla="*/ 399450 h 5578274"/>
                <a:gd name="connsiteX8" fmla="*/ 3712854 w 6232297"/>
                <a:gd name="connsiteY8" fmla="*/ 747793 h 5578274"/>
                <a:gd name="connsiteX9" fmla="*/ 3901539 w 6232297"/>
                <a:gd name="connsiteY9" fmla="*/ 472022 h 5578274"/>
                <a:gd name="connsiteX10" fmla="*/ 4061195 w 6232297"/>
                <a:gd name="connsiteY10" fmla="*/ 631679 h 5578274"/>
                <a:gd name="connsiteX11" fmla="*/ 4351482 w 6232297"/>
                <a:gd name="connsiteY11" fmla="*/ 921965 h 5578274"/>
                <a:gd name="connsiteX12" fmla="*/ 4496624 w 6232297"/>
                <a:gd name="connsiteY12" fmla="*/ 1429965 h 5578274"/>
                <a:gd name="connsiteX13" fmla="*/ 4583709 w 6232297"/>
                <a:gd name="connsiteY13" fmla="*/ 1850879 h 5578274"/>
                <a:gd name="connsiteX14" fmla="*/ 4801424 w 6232297"/>
                <a:gd name="connsiteY14" fmla="*/ 1996022 h 5578274"/>
                <a:gd name="connsiteX15" fmla="*/ 5323937 w 6232297"/>
                <a:gd name="connsiteY15" fmla="*/ 1647679 h 5578274"/>
                <a:gd name="connsiteX16" fmla="*/ 5352965 w 6232297"/>
                <a:gd name="connsiteY16" fmla="*/ 1836365 h 5578274"/>
                <a:gd name="connsiteX17" fmla="*/ 5643251 w 6232297"/>
                <a:gd name="connsiteY17" fmla="*/ 2068593 h 5578274"/>
                <a:gd name="connsiteX18" fmla="*/ 5802908 w 6232297"/>
                <a:gd name="connsiteY18" fmla="*/ 2562079 h 5578274"/>
                <a:gd name="connsiteX19" fmla="*/ 6049651 w 6232297"/>
                <a:gd name="connsiteY19" fmla="*/ 2997507 h 5578274"/>
                <a:gd name="connsiteX20" fmla="*/ 6209307 w 6232297"/>
                <a:gd name="connsiteY20" fmla="*/ 3432936 h 5578274"/>
                <a:gd name="connsiteX21" fmla="*/ 5991593 w 6232297"/>
                <a:gd name="connsiteY21" fmla="*/ 3897393 h 5578274"/>
                <a:gd name="connsiteX22" fmla="*/ 5962564 w 6232297"/>
                <a:gd name="connsiteY22" fmla="*/ 4144136 h 5578274"/>
                <a:gd name="connsiteX23" fmla="*/ 5701307 w 6232297"/>
                <a:gd name="connsiteY23" fmla="*/ 4637622 h 5578274"/>
                <a:gd name="connsiteX24" fmla="*/ 5411022 w 6232297"/>
                <a:gd name="connsiteY24" fmla="*/ 4942422 h 5578274"/>
                <a:gd name="connsiteX25" fmla="*/ 4620613 w 6232297"/>
                <a:gd name="connsiteY25" fmla="*/ 5506017 h 5578274"/>
                <a:gd name="connsiteX26" fmla="*/ 4046679 w 6232297"/>
                <a:gd name="connsiteY26" fmla="*/ 5421393 h 5578274"/>
                <a:gd name="connsiteX27" fmla="*/ 3219364 w 6232297"/>
                <a:gd name="connsiteY27" fmla="*/ 5406879 h 5578274"/>
                <a:gd name="connsiteX28" fmla="*/ 183394 w 6232297"/>
                <a:gd name="connsiteY28" fmla="*/ 5159489 h 5578274"/>
                <a:gd name="connsiteX29" fmla="*/ 30994 w 6232297"/>
                <a:gd name="connsiteY29" fmla="*/ 4753735 h 5578274"/>
                <a:gd name="connsiteX0" fmla="*/ 30994 w 6232297"/>
                <a:gd name="connsiteY0" fmla="*/ 4753735 h 5578274"/>
                <a:gd name="connsiteX1" fmla="*/ 1279893 w 6232297"/>
                <a:gd name="connsiteY1" fmla="*/ 2213735 h 5578274"/>
                <a:gd name="connsiteX2" fmla="*/ 2405370 w 6232297"/>
                <a:gd name="connsiteY2" fmla="*/ 2121 h 5578274"/>
                <a:gd name="connsiteX3" fmla="*/ 2885542 w 6232297"/>
                <a:gd name="connsiteY3" fmla="*/ 181735 h 5578274"/>
                <a:gd name="connsiteX4" fmla="*/ 3030684 w 6232297"/>
                <a:gd name="connsiteY4" fmla="*/ 80135 h 5578274"/>
                <a:gd name="connsiteX5" fmla="*/ 3146798 w 6232297"/>
                <a:gd name="connsiteY5" fmla="*/ 283335 h 5578274"/>
                <a:gd name="connsiteX6" fmla="*/ 3190341 w 6232297"/>
                <a:gd name="connsiteY6" fmla="*/ 7564 h 5578274"/>
                <a:gd name="connsiteX7" fmla="*/ 3451597 w 6232297"/>
                <a:gd name="connsiteY7" fmla="*/ 399450 h 5578274"/>
                <a:gd name="connsiteX8" fmla="*/ 3712854 w 6232297"/>
                <a:gd name="connsiteY8" fmla="*/ 747793 h 5578274"/>
                <a:gd name="connsiteX9" fmla="*/ 3901539 w 6232297"/>
                <a:gd name="connsiteY9" fmla="*/ 472022 h 5578274"/>
                <a:gd name="connsiteX10" fmla="*/ 4061195 w 6232297"/>
                <a:gd name="connsiteY10" fmla="*/ 631679 h 5578274"/>
                <a:gd name="connsiteX11" fmla="*/ 4351482 w 6232297"/>
                <a:gd name="connsiteY11" fmla="*/ 921965 h 5578274"/>
                <a:gd name="connsiteX12" fmla="*/ 4496624 w 6232297"/>
                <a:gd name="connsiteY12" fmla="*/ 1429965 h 5578274"/>
                <a:gd name="connsiteX13" fmla="*/ 4583709 w 6232297"/>
                <a:gd name="connsiteY13" fmla="*/ 1850879 h 5578274"/>
                <a:gd name="connsiteX14" fmla="*/ 4801424 w 6232297"/>
                <a:gd name="connsiteY14" fmla="*/ 1996022 h 5578274"/>
                <a:gd name="connsiteX15" fmla="*/ 5323937 w 6232297"/>
                <a:gd name="connsiteY15" fmla="*/ 1647679 h 5578274"/>
                <a:gd name="connsiteX16" fmla="*/ 5352965 w 6232297"/>
                <a:gd name="connsiteY16" fmla="*/ 1836365 h 5578274"/>
                <a:gd name="connsiteX17" fmla="*/ 5643251 w 6232297"/>
                <a:gd name="connsiteY17" fmla="*/ 2068593 h 5578274"/>
                <a:gd name="connsiteX18" fmla="*/ 5802908 w 6232297"/>
                <a:gd name="connsiteY18" fmla="*/ 2562079 h 5578274"/>
                <a:gd name="connsiteX19" fmla="*/ 6049651 w 6232297"/>
                <a:gd name="connsiteY19" fmla="*/ 2997507 h 5578274"/>
                <a:gd name="connsiteX20" fmla="*/ 6209307 w 6232297"/>
                <a:gd name="connsiteY20" fmla="*/ 3432936 h 5578274"/>
                <a:gd name="connsiteX21" fmla="*/ 5991593 w 6232297"/>
                <a:gd name="connsiteY21" fmla="*/ 3897393 h 5578274"/>
                <a:gd name="connsiteX22" fmla="*/ 5962564 w 6232297"/>
                <a:gd name="connsiteY22" fmla="*/ 4144136 h 5578274"/>
                <a:gd name="connsiteX23" fmla="*/ 5701307 w 6232297"/>
                <a:gd name="connsiteY23" fmla="*/ 4637622 h 5578274"/>
                <a:gd name="connsiteX24" fmla="*/ 5411022 w 6232297"/>
                <a:gd name="connsiteY24" fmla="*/ 4942422 h 5578274"/>
                <a:gd name="connsiteX25" fmla="*/ 4620613 w 6232297"/>
                <a:gd name="connsiteY25" fmla="*/ 5506017 h 5578274"/>
                <a:gd name="connsiteX26" fmla="*/ 4046679 w 6232297"/>
                <a:gd name="connsiteY26" fmla="*/ 5421393 h 5578274"/>
                <a:gd name="connsiteX27" fmla="*/ 3219364 w 6232297"/>
                <a:gd name="connsiteY27" fmla="*/ 5406879 h 5578274"/>
                <a:gd name="connsiteX28" fmla="*/ 183394 w 6232297"/>
                <a:gd name="connsiteY28" fmla="*/ 5159489 h 5578274"/>
                <a:gd name="connsiteX29" fmla="*/ 30994 w 6232297"/>
                <a:gd name="connsiteY29" fmla="*/ 4753735 h 5578274"/>
                <a:gd name="connsiteX0" fmla="*/ 30994 w 6232297"/>
                <a:gd name="connsiteY0" fmla="*/ 4753968 h 5578507"/>
                <a:gd name="connsiteX1" fmla="*/ 1279893 w 6232297"/>
                <a:gd name="connsiteY1" fmla="*/ 2213968 h 5578507"/>
                <a:gd name="connsiteX2" fmla="*/ 2405370 w 6232297"/>
                <a:gd name="connsiteY2" fmla="*/ 2354 h 5578507"/>
                <a:gd name="connsiteX3" fmla="*/ 2885542 w 6232297"/>
                <a:gd name="connsiteY3" fmla="*/ 181968 h 5578507"/>
                <a:gd name="connsiteX4" fmla="*/ 3030684 w 6232297"/>
                <a:gd name="connsiteY4" fmla="*/ 80368 h 5578507"/>
                <a:gd name="connsiteX5" fmla="*/ 3146798 w 6232297"/>
                <a:gd name="connsiteY5" fmla="*/ 283568 h 5578507"/>
                <a:gd name="connsiteX6" fmla="*/ 3190341 w 6232297"/>
                <a:gd name="connsiteY6" fmla="*/ 7797 h 5578507"/>
                <a:gd name="connsiteX7" fmla="*/ 3451597 w 6232297"/>
                <a:gd name="connsiteY7" fmla="*/ 399683 h 5578507"/>
                <a:gd name="connsiteX8" fmla="*/ 3712854 w 6232297"/>
                <a:gd name="connsiteY8" fmla="*/ 748026 h 5578507"/>
                <a:gd name="connsiteX9" fmla="*/ 3901539 w 6232297"/>
                <a:gd name="connsiteY9" fmla="*/ 472255 h 5578507"/>
                <a:gd name="connsiteX10" fmla="*/ 4061195 w 6232297"/>
                <a:gd name="connsiteY10" fmla="*/ 631912 h 5578507"/>
                <a:gd name="connsiteX11" fmla="*/ 4351482 w 6232297"/>
                <a:gd name="connsiteY11" fmla="*/ 922198 h 5578507"/>
                <a:gd name="connsiteX12" fmla="*/ 4496624 w 6232297"/>
                <a:gd name="connsiteY12" fmla="*/ 1430198 h 5578507"/>
                <a:gd name="connsiteX13" fmla="*/ 4583709 w 6232297"/>
                <a:gd name="connsiteY13" fmla="*/ 1851112 h 5578507"/>
                <a:gd name="connsiteX14" fmla="*/ 4801424 w 6232297"/>
                <a:gd name="connsiteY14" fmla="*/ 1996255 h 5578507"/>
                <a:gd name="connsiteX15" fmla="*/ 5323937 w 6232297"/>
                <a:gd name="connsiteY15" fmla="*/ 1647912 h 5578507"/>
                <a:gd name="connsiteX16" fmla="*/ 5352965 w 6232297"/>
                <a:gd name="connsiteY16" fmla="*/ 1836598 h 5578507"/>
                <a:gd name="connsiteX17" fmla="*/ 5643251 w 6232297"/>
                <a:gd name="connsiteY17" fmla="*/ 2068826 h 5578507"/>
                <a:gd name="connsiteX18" fmla="*/ 5802908 w 6232297"/>
                <a:gd name="connsiteY18" fmla="*/ 2562312 h 5578507"/>
                <a:gd name="connsiteX19" fmla="*/ 6049651 w 6232297"/>
                <a:gd name="connsiteY19" fmla="*/ 2997740 h 5578507"/>
                <a:gd name="connsiteX20" fmla="*/ 6209307 w 6232297"/>
                <a:gd name="connsiteY20" fmla="*/ 3433169 h 5578507"/>
                <a:gd name="connsiteX21" fmla="*/ 5991593 w 6232297"/>
                <a:gd name="connsiteY21" fmla="*/ 3897626 h 5578507"/>
                <a:gd name="connsiteX22" fmla="*/ 5962564 w 6232297"/>
                <a:gd name="connsiteY22" fmla="*/ 4144369 h 5578507"/>
                <a:gd name="connsiteX23" fmla="*/ 5701307 w 6232297"/>
                <a:gd name="connsiteY23" fmla="*/ 4637855 h 5578507"/>
                <a:gd name="connsiteX24" fmla="*/ 5411022 w 6232297"/>
                <a:gd name="connsiteY24" fmla="*/ 4942655 h 5578507"/>
                <a:gd name="connsiteX25" fmla="*/ 4620613 w 6232297"/>
                <a:gd name="connsiteY25" fmla="*/ 5506250 h 5578507"/>
                <a:gd name="connsiteX26" fmla="*/ 4046679 w 6232297"/>
                <a:gd name="connsiteY26" fmla="*/ 5421626 h 5578507"/>
                <a:gd name="connsiteX27" fmla="*/ 3219364 w 6232297"/>
                <a:gd name="connsiteY27" fmla="*/ 5407112 h 5578507"/>
                <a:gd name="connsiteX28" fmla="*/ 183394 w 6232297"/>
                <a:gd name="connsiteY28" fmla="*/ 5159722 h 5578507"/>
                <a:gd name="connsiteX29" fmla="*/ 30994 w 6232297"/>
                <a:gd name="connsiteY29" fmla="*/ 4753968 h 5578507"/>
                <a:gd name="connsiteX0" fmla="*/ 30994 w 6232297"/>
                <a:gd name="connsiteY0" fmla="*/ 4753968 h 5578507"/>
                <a:gd name="connsiteX1" fmla="*/ 1279893 w 6232297"/>
                <a:gd name="connsiteY1" fmla="*/ 2213968 h 5578507"/>
                <a:gd name="connsiteX2" fmla="*/ 2405370 w 6232297"/>
                <a:gd name="connsiteY2" fmla="*/ 2354 h 5578507"/>
                <a:gd name="connsiteX3" fmla="*/ 2885542 w 6232297"/>
                <a:gd name="connsiteY3" fmla="*/ 181968 h 5578507"/>
                <a:gd name="connsiteX4" fmla="*/ 3030684 w 6232297"/>
                <a:gd name="connsiteY4" fmla="*/ 80368 h 5578507"/>
                <a:gd name="connsiteX5" fmla="*/ 3146798 w 6232297"/>
                <a:gd name="connsiteY5" fmla="*/ 283568 h 5578507"/>
                <a:gd name="connsiteX6" fmla="*/ 3190341 w 6232297"/>
                <a:gd name="connsiteY6" fmla="*/ 7797 h 5578507"/>
                <a:gd name="connsiteX7" fmla="*/ 3451597 w 6232297"/>
                <a:gd name="connsiteY7" fmla="*/ 399683 h 5578507"/>
                <a:gd name="connsiteX8" fmla="*/ 3712854 w 6232297"/>
                <a:gd name="connsiteY8" fmla="*/ 748026 h 5578507"/>
                <a:gd name="connsiteX9" fmla="*/ 3901539 w 6232297"/>
                <a:gd name="connsiteY9" fmla="*/ 472255 h 5578507"/>
                <a:gd name="connsiteX10" fmla="*/ 4061195 w 6232297"/>
                <a:gd name="connsiteY10" fmla="*/ 631912 h 5578507"/>
                <a:gd name="connsiteX11" fmla="*/ 4351482 w 6232297"/>
                <a:gd name="connsiteY11" fmla="*/ 922198 h 5578507"/>
                <a:gd name="connsiteX12" fmla="*/ 4496624 w 6232297"/>
                <a:gd name="connsiteY12" fmla="*/ 1430198 h 5578507"/>
                <a:gd name="connsiteX13" fmla="*/ 4583709 w 6232297"/>
                <a:gd name="connsiteY13" fmla="*/ 1851112 h 5578507"/>
                <a:gd name="connsiteX14" fmla="*/ 4801424 w 6232297"/>
                <a:gd name="connsiteY14" fmla="*/ 1996255 h 5578507"/>
                <a:gd name="connsiteX15" fmla="*/ 5323937 w 6232297"/>
                <a:gd name="connsiteY15" fmla="*/ 1647912 h 5578507"/>
                <a:gd name="connsiteX16" fmla="*/ 5352965 w 6232297"/>
                <a:gd name="connsiteY16" fmla="*/ 1836598 h 5578507"/>
                <a:gd name="connsiteX17" fmla="*/ 5643251 w 6232297"/>
                <a:gd name="connsiteY17" fmla="*/ 2068826 h 5578507"/>
                <a:gd name="connsiteX18" fmla="*/ 5802908 w 6232297"/>
                <a:gd name="connsiteY18" fmla="*/ 2562312 h 5578507"/>
                <a:gd name="connsiteX19" fmla="*/ 6049651 w 6232297"/>
                <a:gd name="connsiteY19" fmla="*/ 2997740 h 5578507"/>
                <a:gd name="connsiteX20" fmla="*/ 6209307 w 6232297"/>
                <a:gd name="connsiteY20" fmla="*/ 3433169 h 5578507"/>
                <a:gd name="connsiteX21" fmla="*/ 5991593 w 6232297"/>
                <a:gd name="connsiteY21" fmla="*/ 3897626 h 5578507"/>
                <a:gd name="connsiteX22" fmla="*/ 5962564 w 6232297"/>
                <a:gd name="connsiteY22" fmla="*/ 4144369 h 5578507"/>
                <a:gd name="connsiteX23" fmla="*/ 5701307 w 6232297"/>
                <a:gd name="connsiteY23" fmla="*/ 4637855 h 5578507"/>
                <a:gd name="connsiteX24" fmla="*/ 5411022 w 6232297"/>
                <a:gd name="connsiteY24" fmla="*/ 4942655 h 5578507"/>
                <a:gd name="connsiteX25" fmla="*/ 4620613 w 6232297"/>
                <a:gd name="connsiteY25" fmla="*/ 5506250 h 5578507"/>
                <a:gd name="connsiteX26" fmla="*/ 4046679 w 6232297"/>
                <a:gd name="connsiteY26" fmla="*/ 5421626 h 5578507"/>
                <a:gd name="connsiteX27" fmla="*/ 3219364 w 6232297"/>
                <a:gd name="connsiteY27" fmla="*/ 5407112 h 5578507"/>
                <a:gd name="connsiteX28" fmla="*/ 183394 w 6232297"/>
                <a:gd name="connsiteY28" fmla="*/ 5159722 h 5578507"/>
                <a:gd name="connsiteX29" fmla="*/ 30994 w 6232297"/>
                <a:gd name="connsiteY29" fmla="*/ 4753968 h 5578507"/>
                <a:gd name="connsiteX0" fmla="*/ 30994 w 6232297"/>
                <a:gd name="connsiteY0" fmla="*/ 4753968 h 5578507"/>
                <a:gd name="connsiteX1" fmla="*/ 1279893 w 6232297"/>
                <a:gd name="connsiteY1" fmla="*/ 2213968 h 5578507"/>
                <a:gd name="connsiteX2" fmla="*/ 2405370 w 6232297"/>
                <a:gd name="connsiteY2" fmla="*/ 2354 h 5578507"/>
                <a:gd name="connsiteX3" fmla="*/ 2885542 w 6232297"/>
                <a:gd name="connsiteY3" fmla="*/ 181968 h 5578507"/>
                <a:gd name="connsiteX4" fmla="*/ 3030684 w 6232297"/>
                <a:gd name="connsiteY4" fmla="*/ 80368 h 5578507"/>
                <a:gd name="connsiteX5" fmla="*/ 3146798 w 6232297"/>
                <a:gd name="connsiteY5" fmla="*/ 283568 h 5578507"/>
                <a:gd name="connsiteX6" fmla="*/ 3190341 w 6232297"/>
                <a:gd name="connsiteY6" fmla="*/ 7797 h 5578507"/>
                <a:gd name="connsiteX7" fmla="*/ 3451597 w 6232297"/>
                <a:gd name="connsiteY7" fmla="*/ 399683 h 5578507"/>
                <a:gd name="connsiteX8" fmla="*/ 3712854 w 6232297"/>
                <a:gd name="connsiteY8" fmla="*/ 748026 h 5578507"/>
                <a:gd name="connsiteX9" fmla="*/ 3901539 w 6232297"/>
                <a:gd name="connsiteY9" fmla="*/ 472255 h 5578507"/>
                <a:gd name="connsiteX10" fmla="*/ 4061195 w 6232297"/>
                <a:gd name="connsiteY10" fmla="*/ 631912 h 5578507"/>
                <a:gd name="connsiteX11" fmla="*/ 4351482 w 6232297"/>
                <a:gd name="connsiteY11" fmla="*/ 922198 h 5578507"/>
                <a:gd name="connsiteX12" fmla="*/ 4496624 w 6232297"/>
                <a:gd name="connsiteY12" fmla="*/ 1430198 h 5578507"/>
                <a:gd name="connsiteX13" fmla="*/ 4583709 w 6232297"/>
                <a:gd name="connsiteY13" fmla="*/ 1851112 h 5578507"/>
                <a:gd name="connsiteX14" fmla="*/ 4801424 w 6232297"/>
                <a:gd name="connsiteY14" fmla="*/ 1996255 h 5578507"/>
                <a:gd name="connsiteX15" fmla="*/ 5323937 w 6232297"/>
                <a:gd name="connsiteY15" fmla="*/ 1647912 h 5578507"/>
                <a:gd name="connsiteX16" fmla="*/ 5352965 w 6232297"/>
                <a:gd name="connsiteY16" fmla="*/ 1836598 h 5578507"/>
                <a:gd name="connsiteX17" fmla="*/ 5643251 w 6232297"/>
                <a:gd name="connsiteY17" fmla="*/ 2068826 h 5578507"/>
                <a:gd name="connsiteX18" fmla="*/ 5802908 w 6232297"/>
                <a:gd name="connsiteY18" fmla="*/ 2562312 h 5578507"/>
                <a:gd name="connsiteX19" fmla="*/ 6049651 w 6232297"/>
                <a:gd name="connsiteY19" fmla="*/ 2997740 h 5578507"/>
                <a:gd name="connsiteX20" fmla="*/ 6209307 w 6232297"/>
                <a:gd name="connsiteY20" fmla="*/ 3433169 h 5578507"/>
                <a:gd name="connsiteX21" fmla="*/ 5991593 w 6232297"/>
                <a:gd name="connsiteY21" fmla="*/ 3897626 h 5578507"/>
                <a:gd name="connsiteX22" fmla="*/ 5962564 w 6232297"/>
                <a:gd name="connsiteY22" fmla="*/ 4144369 h 5578507"/>
                <a:gd name="connsiteX23" fmla="*/ 5701307 w 6232297"/>
                <a:gd name="connsiteY23" fmla="*/ 4637855 h 5578507"/>
                <a:gd name="connsiteX24" fmla="*/ 5411022 w 6232297"/>
                <a:gd name="connsiteY24" fmla="*/ 4942655 h 5578507"/>
                <a:gd name="connsiteX25" fmla="*/ 4620613 w 6232297"/>
                <a:gd name="connsiteY25" fmla="*/ 5506250 h 5578507"/>
                <a:gd name="connsiteX26" fmla="*/ 4046679 w 6232297"/>
                <a:gd name="connsiteY26" fmla="*/ 5421626 h 5578507"/>
                <a:gd name="connsiteX27" fmla="*/ 3219364 w 6232297"/>
                <a:gd name="connsiteY27" fmla="*/ 5407112 h 5578507"/>
                <a:gd name="connsiteX28" fmla="*/ 183394 w 6232297"/>
                <a:gd name="connsiteY28" fmla="*/ 5159722 h 5578507"/>
                <a:gd name="connsiteX29" fmla="*/ 30994 w 6232297"/>
                <a:gd name="connsiteY29" fmla="*/ 4753968 h 5578507"/>
                <a:gd name="connsiteX0" fmla="*/ 30994 w 6232297"/>
                <a:gd name="connsiteY0" fmla="*/ 4753968 h 5578507"/>
                <a:gd name="connsiteX1" fmla="*/ 1279893 w 6232297"/>
                <a:gd name="connsiteY1" fmla="*/ 2213968 h 5578507"/>
                <a:gd name="connsiteX2" fmla="*/ 2405370 w 6232297"/>
                <a:gd name="connsiteY2" fmla="*/ 2354 h 5578507"/>
                <a:gd name="connsiteX3" fmla="*/ 2885542 w 6232297"/>
                <a:gd name="connsiteY3" fmla="*/ 181968 h 5578507"/>
                <a:gd name="connsiteX4" fmla="*/ 3030684 w 6232297"/>
                <a:gd name="connsiteY4" fmla="*/ 80368 h 5578507"/>
                <a:gd name="connsiteX5" fmla="*/ 3146798 w 6232297"/>
                <a:gd name="connsiteY5" fmla="*/ 283568 h 5578507"/>
                <a:gd name="connsiteX6" fmla="*/ 3190341 w 6232297"/>
                <a:gd name="connsiteY6" fmla="*/ 7797 h 5578507"/>
                <a:gd name="connsiteX7" fmla="*/ 3451597 w 6232297"/>
                <a:gd name="connsiteY7" fmla="*/ 399683 h 5578507"/>
                <a:gd name="connsiteX8" fmla="*/ 3712854 w 6232297"/>
                <a:gd name="connsiteY8" fmla="*/ 748026 h 5578507"/>
                <a:gd name="connsiteX9" fmla="*/ 3901539 w 6232297"/>
                <a:gd name="connsiteY9" fmla="*/ 472255 h 5578507"/>
                <a:gd name="connsiteX10" fmla="*/ 4061195 w 6232297"/>
                <a:gd name="connsiteY10" fmla="*/ 631912 h 5578507"/>
                <a:gd name="connsiteX11" fmla="*/ 4351482 w 6232297"/>
                <a:gd name="connsiteY11" fmla="*/ 922198 h 5578507"/>
                <a:gd name="connsiteX12" fmla="*/ 4496624 w 6232297"/>
                <a:gd name="connsiteY12" fmla="*/ 1430198 h 5578507"/>
                <a:gd name="connsiteX13" fmla="*/ 4583709 w 6232297"/>
                <a:gd name="connsiteY13" fmla="*/ 1851112 h 5578507"/>
                <a:gd name="connsiteX14" fmla="*/ 4801424 w 6232297"/>
                <a:gd name="connsiteY14" fmla="*/ 1996255 h 5578507"/>
                <a:gd name="connsiteX15" fmla="*/ 5323937 w 6232297"/>
                <a:gd name="connsiteY15" fmla="*/ 1647912 h 5578507"/>
                <a:gd name="connsiteX16" fmla="*/ 5352965 w 6232297"/>
                <a:gd name="connsiteY16" fmla="*/ 1836598 h 5578507"/>
                <a:gd name="connsiteX17" fmla="*/ 5643251 w 6232297"/>
                <a:gd name="connsiteY17" fmla="*/ 2068826 h 5578507"/>
                <a:gd name="connsiteX18" fmla="*/ 5802908 w 6232297"/>
                <a:gd name="connsiteY18" fmla="*/ 2562312 h 5578507"/>
                <a:gd name="connsiteX19" fmla="*/ 6049651 w 6232297"/>
                <a:gd name="connsiteY19" fmla="*/ 2997740 h 5578507"/>
                <a:gd name="connsiteX20" fmla="*/ 6209307 w 6232297"/>
                <a:gd name="connsiteY20" fmla="*/ 3433169 h 5578507"/>
                <a:gd name="connsiteX21" fmla="*/ 5991593 w 6232297"/>
                <a:gd name="connsiteY21" fmla="*/ 3897626 h 5578507"/>
                <a:gd name="connsiteX22" fmla="*/ 5962564 w 6232297"/>
                <a:gd name="connsiteY22" fmla="*/ 4144369 h 5578507"/>
                <a:gd name="connsiteX23" fmla="*/ 5701307 w 6232297"/>
                <a:gd name="connsiteY23" fmla="*/ 4637855 h 5578507"/>
                <a:gd name="connsiteX24" fmla="*/ 5411022 w 6232297"/>
                <a:gd name="connsiteY24" fmla="*/ 4942655 h 5578507"/>
                <a:gd name="connsiteX25" fmla="*/ 4985753 w 6232297"/>
                <a:gd name="connsiteY25" fmla="*/ 5391509 h 5578507"/>
                <a:gd name="connsiteX26" fmla="*/ 4620613 w 6232297"/>
                <a:gd name="connsiteY26" fmla="*/ 5506250 h 5578507"/>
                <a:gd name="connsiteX27" fmla="*/ 4046679 w 6232297"/>
                <a:gd name="connsiteY27" fmla="*/ 5421626 h 5578507"/>
                <a:gd name="connsiteX28" fmla="*/ 3219364 w 6232297"/>
                <a:gd name="connsiteY28" fmla="*/ 5407112 h 5578507"/>
                <a:gd name="connsiteX29" fmla="*/ 183394 w 6232297"/>
                <a:gd name="connsiteY29" fmla="*/ 5159722 h 5578507"/>
                <a:gd name="connsiteX30" fmla="*/ 30994 w 6232297"/>
                <a:gd name="connsiteY30" fmla="*/ 4753968 h 5578507"/>
                <a:gd name="connsiteX0" fmla="*/ 30994 w 6232297"/>
                <a:gd name="connsiteY0" fmla="*/ 4753968 h 5578507"/>
                <a:gd name="connsiteX1" fmla="*/ 1279893 w 6232297"/>
                <a:gd name="connsiteY1" fmla="*/ 2213968 h 5578507"/>
                <a:gd name="connsiteX2" fmla="*/ 2405370 w 6232297"/>
                <a:gd name="connsiteY2" fmla="*/ 2354 h 5578507"/>
                <a:gd name="connsiteX3" fmla="*/ 2885542 w 6232297"/>
                <a:gd name="connsiteY3" fmla="*/ 181968 h 5578507"/>
                <a:gd name="connsiteX4" fmla="*/ 3030684 w 6232297"/>
                <a:gd name="connsiteY4" fmla="*/ 80368 h 5578507"/>
                <a:gd name="connsiteX5" fmla="*/ 3146798 w 6232297"/>
                <a:gd name="connsiteY5" fmla="*/ 283568 h 5578507"/>
                <a:gd name="connsiteX6" fmla="*/ 3190341 w 6232297"/>
                <a:gd name="connsiteY6" fmla="*/ 7797 h 5578507"/>
                <a:gd name="connsiteX7" fmla="*/ 3451597 w 6232297"/>
                <a:gd name="connsiteY7" fmla="*/ 399683 h 5578507"/>
                <a:gd name="connsiteX8" fmla="*/ 3712854 w 6232297"/>
                <a:gd name="connsiteY8" fmla="*/ 748026 h 5578507"/>
                <a:gd name="connsiteX9" fmla="*/ 3901539 w 6232297"/>
                <a:gd name="connsiteY9" fmla="*/ 472255 h 5578507"/>
                <a:gd name="connsiteX10" fmla="*/ 4061195 w 6232297"/>
                <a:gd name="connsiteY10" fmla="*/ 631912 h 5578507"/>
                <a:gd name="connsiteX11" fmla="*/ 4351482 w 6232297"/>
                <a:gd name="connsiteY11" fmla="*/ 922198 h 5578507"/>
                <a:gd name="connsiteX12" fmla="*/ 4496624 w 6232297"/>
                <a:gd name="connsiteY12" fmla="*/ 1430198 h 5578507"/>
                <a:gd name="connsiteX13" fmla="*/ 4583709 w 6232297"/>
                <a:gd name="connsiteY13" fmla="*/ 1851112 h 5578507"/>
                <a:gd name="connsiteX14" fmla="*/ 4801424 w 6232297"/>
                <a:gd name="connsiteY14" fmla="*/ 1996255 h 5578507"/>
                <a:gd name="connsiteX15" fmla="*/ 5323937 w 6232297"/>
                <a:gd name="connsiteY15" fmla="*/ 1647912 h 5578507"/>
                <a:gd name="connsiteX16" fmla="*/ 5352965 w 6232297"/>
                <a:gd name="connsiteY16" fmla="*/ 1836598 h 5578507"/>
                <a:gd name="connsiteX17" fmla="*/ 5643251 w 6232297"/>
                <a:gd name="connsiteY17" fmla="*/ 2068826 h 5578507"/>
                <a:gd name="connsiteX18" fmla="*/ 5802908 w 6232297"/>
                <a:gd name="connsiteY18" fmla="*/ 2562312 h 5578507"/>
                <a:gd name="connsiteX19" fmla="*/ 6049651 w 6232297"/>
                <a:gd name="connsiteY19" fmla="*/ 2997740 h 5578507"/>
                <a:gd name="connsiteX20" fmla="*/ 6209307 w 6232297"/>
                <a:gd name="connsiteY20" fmla="*/ 3433169 h 5578507"/>
                <a:gd name="connsiteX21" fmla="*/ 5991593 w 6232297"/>
                <a:gd name="connsiteY21" fmla="*/ 3897626 h 5578507"/>
                <a:gd name="connsiteX22" fmla="*/ 5962564 w 6232297"/>
                <a:gd name="connsiteY22" fmla="*/ 4144369 h 5578507"/>
                <a:gd name="connsiteX23" fmla="*/ 5701307 w 6232297"/>
                <a:gd name="connsiteY23" fmla="*/ 4637855 h 5578507"/>
                <a:gd name="connsiteX24" fmla="*/ 5411022 w 6232297"/>
                <a:gd name="connsiteY24" fmla="*/ 4942655 h 5578507"/>
                <a:gd name="connsiteX25" fmla="*/ 4985753 w 6232297"/>
                <a:gd name="connsiteY25" fmla="*/ 5391509 h 5578507"/>
                <a:gd name="connsiteX26" fmla="*/ 4620613 w 6232297"/>
                <a:gd name="connsiteY26" fmla="*/ 5506250 h 5578507"/>
                <a:gd name="connsiteX27" fmla="*/ 4046679 w 6232297"/>
                <a:gd name="connsiteY27" fmla="*/ 5421626 h 5578507"/>
                <a:gd name="connsiteX28" fmla="*/ 3219364 w 6232297"/>
                <a:gd name="connsiteY28" fmla="*/ 5407112 h 5578507"/>
                <a:gd name="connsiteX29" fmla="*/ 183394 w 6232297"/>
                <a:gd name="connsiteY29" fmla="*/ 5159722 h 5578507"/>
                <a:gd name="connsiteX30" fmla="*/ 30994 w 6232297"/>
                <a:gd name="connsiteY30" fmla="*/ 4753968 h 5578507"/>
                <a:gd name="connsiteX0" fmla="*/ 30994 w 6232297"/>
                <a:gd name="connsiteY0" fmla="*/ 4753968 h 5578507"/>
                <a:gd name="connsiteX1" fmla="*/ 1279893 w 6232297"/>
                <a:gd name="connsiteY1" fmla="*/ 2213968 h 5578507"/>
                <a:gd name="connsiteX2" fmla="*/ 2405370 w 6232297"/>
                <a:gd name="connsiteY2" fmla="*/ 2354 h 5578507"/>
                <a:gd name="connsiteX3" fmla="*/ 2885542 w 6232297"/>
                <a:gd name="connsiteY3" fmla="*/ 181968 h 5578507"/>
                <a:gd name="connsiteX4" fmla="*/ 3030684 w 6232297"/>
                <a:gd name="connsiteY4" fmla="*/ 80368 h 5578507"/>
                <a:gd name="connsiteX5" fmla="*/ 3146798 w 6232297"/>
                <a:gd name="connsiteY5" fmla="*/ 283568 h 5578507"/>
                <a:gd name="connsiteX6" fmla="*/ 3190341 w 6232297"/>
                <a:gd name="connsiteY6" fmla="*/ 7797 h 5578507"/>
                <a:gd name="connsiteX7" fmla="*/ 3451597 w 6232297"/>
                <a:gd name="connsiteY7" fmla="*/ 399683 h 5578507"/>
                <a:gd name="connsiteX8" fmla="*/ 3712854 w 6232297"/>
                <a:gd name="connsiteY8" fmla="*/ 748026 h 5578507"/>
                <a:gd name="connsiteX9" fmla="*/ 3901539 w 6232297"/>
                <a:gd name="connsiteY9" fmla="*/ 472255 h 5578507"/>
                <a:gd name="connsiteX10" fmla="*/ 4061195 w 6232297"/>
                <a:gd name="connsiteY10" fmla="*/ 631912 h 5578507"/>
                <a:gd name="connsiteX11" fmla="*/ 4351482 w 6232297"/>
                <a:gd name="connsiteY11" fmla="*/ 922198 h 5578507"/>
                <a:gd name="connsiteX12" fmla="*/ 4496624 w 6232297"/>
                <a:gd name="connsiteY12" fmla="*/ 1430198 h 5578507"/>
                <a:gd name="connsiteX13" fmla="*/ 4583709 w 6232297"/>
                <a:gd name="connsiteY13" fmla="*/ 1851112 h 5578507"/>
                <a:gd name="connsiteX14" fmla="*/ 4801424 w 6232297"/>
                <a:gd name="connsiteY14" fmla="*/ 1996255 h 5578507"/>
                <a:gd name="connsiteX15" fmla="*/ 5323937 w 6232297"/>
                <a:gd name="connsiteY15" fmla="*/ 1647912 h 5578507"/>
                <a:gd name="connsiteX16" fmla="*/ 5352965 w 6232297"/>
                <a:gd name="connsiteY16" fmla="*/ 1836598 h 5578507"/>
                <a:gd name="connsiteX17" fmla="*/ 5643251 w 6232297"/>
                <a:gd name="connsiteY17" fmla="*/ 2068826 h 5578507"/>
                <a:gd name="connsiteX18" fmla="*/ 5802908 w 6232297"/>
                <a:gd name="connsiteY18" fmla="*/ 2562312 h 5578507"/>
                <a:gd name="connsiteX19" fmla="*/ 6049651 w 6232297"/>
                <a:gd name="connsiteY19" fmla="*/ 2997740 h 5578507"/>
                <a:gd name="connsiteX20" fmla="*/ 6209307 w 6232297"/>
                <a:gd name="connsiteY20" fmla="*/ 3433169 h 5578507"/>
                <a:gd name="connsiteX21" fmla="*/ 5991593 w 6232297"/>
                <a:gd name="connsiteY21" fmla="*/ 3897626 h 5578507"/>
                <a:gd name="connsiteX22" fmla="*/ 5962564 w 6232297"/>
                <a:gd name="connsiteY22" fmla="*/ 4144369 h 5578507"/>
                <a:gd name="connsiteX23" fmla="*/ 5701307 w 6232297"/>
                <a:gd name="connsiteY23" fmla="*/ 4637855 h 5578507"/>
                <a:gd name="connsiteX24" fmla="*/ 5411022 w 6232297"/>
                <a:gd name="connsiteY24" fmla="*/ 4942655 h 5578507"/>
                <a:gd name="connsiteX25" fmla="*/ 4985753 w 6232297"/>
                <a:gd name="connsiteY25" fmla="*/ 5391509 h 5578507"/>
                <a:gd name="connsiteX26" fmla="*/ 4620613 w 6232297"/>
                <a:gd name="connsiteY26" fmla="*/ 5506250 h 5578507"/>
                <a:gd name="connsiteX27" fmla="*/ 4046679 w 6232297"/>
                <a:gd name="connsiteY27" fmla="*/ 5421626 h 5578507"/>
                <a:gd name="connsiteX28" fmla="*/ 3219364 w 6232297"/>
                <a:gd name="connsiteY28" fmla="*/ 5407112 h 5578507"/>
                <a:gd name="connsiteX29" fmla="*/ 183394 w 6232297"/>
                <a:gd name="connsiteY29" fmla="*/ 5159722 h 5578507"/>
                <a:gd name="connsiteX30" fmla="*/ 30994 w 6232297"/>
                <a:gd name="connsiteY30" fmla="*/ 4753968 h 5578507"/>
                <a:gd name="connsiteX0" fmla="*/ 30994 w 6232297"/>
                <a:gd name="connsiteY0" fmla="*/ 4753968 h 5578507"/>
                <a:gd name="connsiteX1" fmla="*/ 1279893 w 6232297"/>
                <a:gd name="connsiteY1" fmla="*/ 2213968 h 5578507"/>
                <a:gd name="connsiteX2" fmla="*/ 2405370 w 6232297"/>
                <a:gd name="connsiteY2" fmla="*/ 2354 h 5578507"/>
                <a:gd name="connsiteX3" fmla="*/ 2885542 w 6232297"/>
                <a:gd name="connsiteY3" fmla="*/ 181968 h 5578507"/>
                <a:gd name="connsiteX4" fmla="*/ 3030684 w 6232297"/>
                <a:gd name="connsiteY4" fmla="*/ 80368 h 5578507"/>
                <a:gd name="connsiteX5" fmla="*/ 3146798 w 6232297"/>
                <a:gd name="connsiteY5" fmla="*/ 283568 h 5578507"/>
                <a:gd name="connsiteX6" fmla="*/ 3190341 w 6232297"/>
                <a:gd name="connsiteY6" fmla="*/ 7797 h 5578507"/>
                <a:gd name="connsiteX7" fmla="*/ 3451597 w 6232297"/>
                <a:gd name="connsiteY7" fmla="*/ 399683 h 5578507"/>
                <a:gd name="connsiteX8" fmla="*/ 3712854 w 6232297"/>
                <a:gd name="connsiteY8" fmla="*/ 748026 h 5578507"/>
                <a:gd name="connsiteX9" fmla="*/ 3901539 w 6232297"/>
                <a:gd name="connsiteY9" fmla="*/ 472255 h 5578507"/>
                <a:gd name="connsiteX10" fmla="*/ 4061195 w 6232297"/>
                <a:gd name="connsiteY10" fmla="*/ 631912 h 5578507"/>
                <a:gd name="connsiteX11" fmla="*/ 4351482 w 6232297"/>
                <a:gd name="connsiteY11" fmla="*/ 922198 h 5578507"/>
                <a:gd name="connsiteX12" fmla="*/ 4496624 w 6232297"/>
                <a:gd name="connsiteY12" fmla="*/ 1430198 h 5578507"/>
                <a:gd name="connsiteX13" fmla="*/ 4583709 w 6232297"/>
                <a:gd name="connsiteY13" fmla="*/ 1851112 h 5578507"/>
                <a:gd name="connsiteX14" fmla="*/ 4801424 w 6232297"/>
                <a:gd name="connsiteY14" fmla="*/ 1996255 h 5578507"/>
                <a:gd name="connsiteX15" fmla="*/ 5323937 w 6232297"/>
                <a:gd name="connsiteY15" fmla="*/ 1647912 h 5578507"/>
                <a:gd name="connsiteX16" fmla="*/ 5352965 w 6232297"/>
                <a:gd name="connsiteY16" fmla="*/ 1836598 h 5578507"/>
                <a:gd name="connsiteX17" fmla="*/ 5643251 w 6232297"/>
                <a:gd name="connsiteY17" fmla="*/ 2068826 h 5578507"/>
                <a:gd name="connsiteX18" fmla="*/ 5802908 w 6232297"/>
                <a:gd name="connsiteY18" fmla="*/ 2562312 h 5578507"/>
                <a:gd name="connsiteX19" fmla="*/ 6049651 w 6232297"/>
                <a:gd name="connsiteY19" fmla="*/ 2997740 h 5578507"/>
                <a:gd name="connsiteX20" fmla="*/ 6209307 w 6232297"/>
                <a:gd name="connsiteY20" fmla="*/ 3433169 h 5578507"/>
                <a:gd name="connsiteX21" fmla="*/ 5991593 w 6232297"/>
                <a:gd name="connsiteY21" fmla="*/ 3897626 h 5578507"/>
                <a:gd name="connsiteX22" fmla="*/ 5962564 w 6232297"/>
                <a:gd name="connsiteY22" fmla="*/ 4144369 h 5578507"/>
                <a:gd name="connsiteX23" fmla="*/ 5701307 w 6232297"/>
                <a:gd name="connsiteY23" fmla="*/ 4637855 h 5578507"/>
                <a:gd name="connsiteX24" fmla="*/ 5411022 w 6232297"/>
                <a:gd name="connsiteY24" fmla="*/ 4942655 h 5578507"/>
                <a:gd name="connsiteX25" fmla="*/ 4985753 w 6232297"/>
                <a:gd name="connsiteY25" fmla="*/ 5391509 h 5578507"/>
                <a:gd name="connsiteX26" fmla="*/ 4620613 w 6232297"/>
                <a:gd name="connsiteY26" fmla="*/ 5506250 h 5578507"/>
                <a:gd name="connsiteX27" fmla="*/ 4046679 w 6232297"/>
                <a:gd name="connsiteY27" fmla="*/ 5421626 h 5578507"/>
                <a:gd name="connsiteX28" fmla="*/ 3219364 w 6232297"/>
                <a:gd name="connsiteY28" fmla="*/ 5407112 h 5578507"/>
                <a:gd name="connsiteX29" fmla="*/ 183394 w 6232297"/>
                <a:gd name="connsiteY29" fmla="*/ 5159722 h 5578507"/>
                <a:gd name="connsiteX30" fmla="*/ 30994 w 6232297"/>
                <a:gd name="connsiteY30" fmla="*/ 4753968 h 5578507"/>
                <a:gd name="connsiteX0" fmla="*/ 30994 w 6232297"/>
                <a:gd name="connsiteY0" fmla="*/ 4753968 h 5578507"/>
                <a:gd name="connsiteX1" fmla="*/ 1279893 w 6232297"/>
                <a:gd name="connsiteY1" fmla="*/ 2213968 h 5578507"/>
                <a:gd name="connsiteX2" fmla="*/ 2405370 w 6232297"/>
                <a:gd name="connsiteY2" fmla="*/ 2354 h 5578507"/>
                <a:gd name="connsiteX3" fmla="*/ 2885542 w 6232297"/>
                <a:gd name="connsiteY3" fmla="*/ 181968 h 5578507"/>
                <a:gd name="connsiteX4" fmla="*/ 3030684 w 6232297"/>
                <a:gd name="connsiteY4" fmla="*/ 80368 h 5578507"/>
                <a:gd name="connsiteX5" fmla="*/ 3146798 w 6232297"/>
                <a:gd name="connsiteY5" fmla="*/ 283568 h 5578507"/>
                <a:gd name="connsiteX6" fmla="*/ 3190341 w 6232297"/>
                <a:gd name="connsiteY6" fmla="*/ 7797 h 5578507"/>
                <a:gd name="connsiteX7" fmla="*/ 3451597 w 6232297"/>
                <a:gd name="connsiteY7" fmla="*/ 399683 h 5578507"/>
                <a:gd name="connsiteX8" fmla="*/ 3712854 w 6232297"/>
                <a:gd name="connsiteY8" fmla="*/ 748026 h 5578507"/>
                <a:gd name="connsiteX9" fmla="*/ 3901539 w 6232297"/>
                <a:gd name="connsiteY9" fmla="*/ 472255 h 5578507"/>
                <a:gd name="connsiteX10" fmla="*/ 4061195 w 6232297"/>
                <a:gd name="connsiteY10" fmla="*/ 631912 h 5578507"/>
                <a:gd name="connsiteX11" fmla="*/ 4351482 w 6232297"/>
                <a:gd name="connsiteY11" fmla="*/ 922198 h 5578507"/>
                <a:gd name="connsiteX12" fmla="*/ 4496624 w 6232297"/>
                <a:gd name="connsiteY12" fmla="*/ 1430198 h 5578507"/>
                <a:gd name="connsiteX13" fmla="*/ 4583709 w 6232297"/>
                <a:gd name="connsiteY13" fmla="*/ 1851112 h 5578507"/>
                <a:gd name="connsiteX14" fmla="*/ 4801424 w 6232297"/>
                <a:gd name="connsiteY14" fmla="*/ 1996255 h 5578507"/>
                <a:gd name="connsiteX15" fmla="*/ 5323937 w 6232297"/>
                <a:gd name="connsiteY15" fmla="*/ 1647912 h 5578507"/>
                <a:gd name="connsiteX16" fmla="*/ 5352965 w 6232297"/>
                <a:gd name="connsiteY16" fmla="*/ 1836598 h 5578507"/>
                <a:gd name="connsiteX17" fmla="*/ 5643251 w 6232297"/>
                <a:gd name="connsiteY17" fmla="*/ 2068826 h 5578507"/>
                <a:gd name="connsiteX18" fmla="*/ 5802908 w 6232297"/>
                <a:gd name="connsiteY18" fmla="*/ 2562312 h 5578507"/>
                <a:gd name="connsiteX19" fmla="*/ 6049651 w 6232297"/>
                <a:gd name="connsiteY19" fmla="*/ 2997740 h 5578507"/>
                <a:gd name="connsiteX20" fmla="*/ 6209307 w 6232297"/>
                <a:gd name="connsiteY20" fmla="*/ 3433169 h 5578507"/>
                <a:gd name="connsiteX21" fmla="*/ 5991593 w 6232297"/>
                <a:gd name="connsiteY21" fmla="*/ 3897626 h 5578507"/>
                <a:gd name="connsiteX22" fmla="*/ 5962564 w 6232297"/>
                <a:gd name="connsiteY22" fmla="*/ 4144369 h 5578507"/>
                <a:gd name="connsiteX23" fmla="*/ 5701307 w 6232297"/>
                <a:gd name="connsiteY23" fmla="*/ 4637855 h 5578507"/>
                <a:gd name="connsiteX24" fmla="*/ 5411022 w 6232297"/>
                <a:gd name="connsiteY24" fmla="*/ 4942655 h 5578507"/>
                <a:gd name="connsiteX25" fmla="*/ 4985753 w 6232297"/>
                <a:gd name="connsiteY25" fmla="*/ 5391509 h 5578507"/>
                <a:gd name="connsiteX26" fmla="*/ 4620613 w 6232297"/>
                <a:gd name="connsiteY26" fmla="*/ 5506250 h 5578507"/>
                <a:gd name="connsiteX27" fmla="*/ 4046679 w 6232297"/>
                <a:gd name="connsiteY27" fmla="*/ 5421626 h 5578507"/>
                <a:gd name="connsiteX28" fmla="*/ 3219364 w 6232297"/>
                <a:gd name="connsiteY28" fmla="*/ 5407112 h 5578507"/>
                <a:gd name="connsiteX29" fmla="*/ 183394 w 6232297"/>
                <a:gd name="connsiteY29" fmla="*/ 5159722 h 5578507"/>
                <a:gd name="connsiteX30" fmla="*/ 30994 w 6232297"/>
                <a:gd name="connsiteY30" fmla="*/ 4753968 h 5578507"/>
                <a:gd name="connsiteX0" fmla="*/ 30994 w 6232297"/>
                <a:gd name="connsiteY0" fmla="*/ 4753968 h 5578507"/>
                <a:gd name="connsiteX1" fmla="*/ 1279893 w 6232297"/>
                <a:gd name="connsiteY1" fmla="*/ 2213968 h 5578507"/>
                <a:gd name="connsiteX2" fmla="*/ 2405370 w 6232297"/>
                <a:gd name="connsiteY2" fmla="*/ 2354 h 5578507"/>
                <a:gd name="connsiteX3" fmla="*/ 2885542 w 6232297"/>
                <a:gd name="connsiteY3" fmla="*/ 181968 h 5578507"/>
                <a:gd name="connsiteX4" fmla="*/ 3030684 w 6232297"/>
                <a:gd name="connsiteY4" fmla="*/ 80368 h 5578507"/>
                <a:gd name="connsiteX5" fmla="*/ 3146798 w 6232297"/>
                <a:gd name="connsiteY5" fmla="*/ 283568 h 5578507"/>
                <a:gd name="connsiteX6" fmla="*/ 3190341 w 6232297"/>
                <a:gd name="connsiteY6" fmla="*/ 7797 h 5578507"/>
                <a:gd name="connsiteX7" fmla="*/ 3451597 w 6232297"/>
                <a:gd name="connsiteY7" fmla="*/ 399683 h 5578507"/>
                <a:gd name="connsiteX8" fmla="*/ 3712854 w 6232297"/>
                <a:gd name="connsiteY8" fmla="*/ 748026 h 5578507"/>
                <a:gd name="connsiteX9" fmla="*/ 3901539 w 6232297"/>
                <a:gd name="connsiteY9" fmla="*/ 472255 h 5578507"/>
                <a:gd name="connsiteX10" fmla="*/ 4061195 w 6232297"/>
                <a:gd name="connsiteY10" fmla="*/ 631912 h 5578507"/>
                <a:gd name="connsiteX11" fmla="*/ 4351482 w 6232297"/>
                <a:gd name="connsiteY11" fmla="*/ 922198 h 5578507"/>
                <a:gd name="connsiteX12" fmla="*/ 4496624 w 6232297"/>
                <a:gd name="connsiteY12" fmla="*/ 1430198 h 5578507"/>
                <a:gd name="connsiteX13" fmla="*/ 4583709 w 6232297"/>
                <a:gd name="connsiteY13" fmla="*/ 1851112 h 5578507"/>
                <a:gd name="connsiteX14" fmla="*/ 4801424 w 6232297"/>
                <a:gd name="connsiteY14" fmla="*/ 1996255 h 5578507"/>
                <a:gd name="connsiteX15" fmla="*/ 5323937 w 6232297"/>
                <a:gd name="connsiteY15" fmla="*/ 1647912 h 5578507"/>
                <a:gd name="connsiteX16" fmla="*/ 5352965 w 6232297"/>
                <a:gd name="connsiteY16" fmla="*/ 1836598 h 5578507"/>
                <a:gd name="connsiteX17" fmla="*/ 5643251 w 6232297"/>
                <a:gd name="connsiteY17" fmla="*/ 2068826 h 5578507"/>
                <a:gd name="connsiteX18" fmla="*/ 5802908 w 6232297"/>
                <a:gd name="connsiteY18" fmla="*/ 2562312 h 5578507"/>
                <a:gd name="connsiteX19" fmla="*/ 6049651 w 6232297"/>
                <a:gd name="connsiteY19" fmla="*/ 2997740 h 5578507"/>
                <a:gd name="connsiteX20" fmla="*/ 6209307 w 6232297"/>
                <a:gd name="connsiteY20" fmla="*/ 3433169 h 5578507"/>
                <a:gd name="connsiteX21" fmla="*/ 5991593 w 6232297"/>
                <a:gd name="connsiteY21" fmla="*/ 3897626 h 5578507"/>
                <a:gd name="connsiteX22" fmla="*/ 5962564 w 6232297"/>
                <a:gd name="connsiteY22" fmla="*/ 4144369 h 5578507"/>
                <a:gd name="connsiteX23" fmla="*/ 5701307 w 6232297"/>
                <a:gd name="connsiteY23" fmla="*/ 4637855 h 5578507"/>
                <a:gd name="connsiteX24" fmla="*/ 5411022 w 6232297"/>
                <a:gd name="connsiteY24" fmla="*/ 4942655 h 5578507"/>
                <a:gd name="connsiteX25" fmla="*/ 4985753 w 6232297"/>
                <a:gd name="connsiteY25" fmla="*/ 5391509 h 5578507"/>
                <a:gd name="connsiteX26" fmla="*/ 4620613 w 6232297"/>
                <a:gd name="connsiteY26" fmla="*/ 5506250 h 5578507"/>
                <a:gd name="connsiteX27" fmla="*/ 4046679 w 6232297"/>
                <a:gd name="connsiteY27" fmla="*/ 5421626 h 5578507"/>
                <a:gd name="connsiteX28" fmla="*/ 3219364 w 6232297"/>
                <a:gd name="connsiteY28" fmla="*/ 5407112 h 5578507"/>
                <a:gd name="connsiteX29" fmla="*/ 183394 w 6232297"/>
                <a:gd name="connsiteY29" fmla="*/ 5159722 h 5578507"/>
                <a:gd name="connsiteX30" fmla="*/ 30994 w 6232297"/>
                <a:gd name="connsiteY30" fmla="*/ 4753968 h 5578507"/>
                <a:gd name="connsiteX0" fmla="*/ 30994 w 6232297"/>
                <a:gd name="connsiteY0" fmla="*/ 4753968 h 5578507"/>
                <a:gd name="connsiteX1" fmla="*/ 1279893 w 6232297"/>
                <a:gd name="connsiteY1" fmla="*/ 2213968 h 5578507"/>
                <a:gd name="connsiteX2" fmla="*/ 2405370 w 6232297"/>
                <a:gd name="connsiteY2" fmla="*/ 2354 h 5578507"/>
                <a:gd name="connsiteX3" fmla="*/ 2885542 w 6232297"/>
                <a:gd name="connsiteY3" fmla="*/ 181968 h 5578507"/>
                <a:gd name="connsiteX4" fmla="*/ 3030684 w 6232297"/>
                <a:gd name="connsiteY4" fmla="*/ 80368 h 5578507"/>
                <a:gd name="connsiteX5" fmla="*/ 3146798 w 6232297"/>
                <a:gd name="connsiteY5" fmla="*/ 283568 h 5578507"/>
                <a:gd name="connsiteX6" fmla="*/ 3190341 w 6232297"/>
                <a:gd name="connsiteY6" fmla="*/ 7797 h 5578507"/>
                <a:gd name="connsiteX7" fmla="*/ 3451597 w 6232297"/>
                <a:gd name="connsiteY7" fmla="*/ 399683 h 5578507"/>
                <a:gd name="connsiteX8" fmla="*/ 3712854 w 6232297"/>
                <a:gd name="connsiteY8" fmla="*/ 748026 h 5578507"/>
                <a:gd name="connsiteX9" fmla="*/ 3901539 w 6232297"/>
                <a:gd name="connsiteY9" fmla="*/ 472255 h 5578507"/>
                <a:gd name="connsiteX10" fmla="*/ 4061195 w 6232297"/>
                <a:gd name="connsiteY10" fmla="*/ 631912 h 5578507"/>
                <a:gd name="connsiteX11" fmla="*/ 4351482 w 6232297"/>
                <a:gd name="connsiteY11" fmla="*/ 922198 h 5578507"/>
                <a:gd name="connsiteX12" fmla="*/ 4496624 w 6232297"/>
                <a:gd name="connsiteY12" fmla="*/ 1430198 h 5578507"/>
                <a:gd name="connsiteX13" fmla="*/ 4583709 w 6232297"/>
                <a:gd name="connsiteY13" fmla="*/ 1851112 h 5578507"/>
                <a:gd name="connsiteX14" fmla="*/ 4801424 w 6232297"/>
                <a:gd name="connsiteY14" fmla="*/ 1996255 h 5578507"/>
                <a:gd name="connsiteX15" fmla="*/ 5323937 w 6232297"/>
                <a:gd name="connsiteY15" fmla="*/ 1647912 h 5578507"/>
                <a:gd name="connsiteX16" fmla="*/ 5352965 w 6232297"/>
                <a:gd name="connsiteY16" fmla="*/ 1836598 h 5578507"/>
                <a:gd name="connsiteX17" fmla="*/ 5643251 w 6232297"/>
                <a:gd name="connsiteY17" fmla="*/ 2068826 h 5578507"/>
                <a:gd name="connsiteX18" fmla="*/ 5802908 w 6232297"/>
                <a:gd name="connsiteY18" fmla="*/ 2562312 h 5578507"/>
                <a:gd name="connsiteX19" fmla="*/ 6049651 w 6232297"/>
                <a:gd name="connsiteY19" fmla="*/ 2997740 h 5578507"/>
                <a:gd name="connsiteX20" fmla="*/ 6209307 w 6232297"/>
                <a:gd name="connsiteY20" fmla="*/ 3433169 h 5578507"/>
                <a:gd name="connsiteX21" fmla="*/ 5991593 w 6232297"/>
                <a:gd name="connsiteY21" fmla="*/ 3897626 h 5578507"/>
                <a:gd name="connsiteX22" fmla="*/ 5962564 w 6232297"/>
                <a:gd name="connsiteY22" fmla="*/ 4144369 h 5578507"/>
                <a:gd name="connsiteX23" fmla="*/ 5411022 w 6232297"/>
                <a:gd name="connsiteY23" fmla="*/ 4942655 h 5578507"/>
                <a:gd name="connsiteX24" fmla="*/ 4985753 w 6232297"/>
                <a:gd name="connsiteY24" fmla="*/ 5391509 h 5578507"/>
                <a:gd name="connsiteX25" fmla="*/ 4620613 w 6232297"/>
                <a:gd name="connsiteY25" fmla="*/ 5506250 h 5578507"/>
                <a:gd name="connsiteX26" fmla="*/ 4046679 w 6232297"/>
                <a:gd name="connsiteY26" fmla="*/ 5421626 h 5578507"/>
                <a:gd name="connsiteX27" fmla="*/ 3219364 w 6232297"/>
                <a:gd name="connsiteY27" fmla="*/ 5407112 h 5578507"/>
                <a:gd name="connsiteX28" fmla="*/ 183394 w 6232297"/>
                <a:gd name="connsiteY28" fmla="*/ 5159722 h 5578507"/>
                <a:gd name="connsiteX29" fmla="*/ 30994 w 6232297"/>
                <a:gd name="connsiteY29" fmla="*/ 4753968 h 5578507"/>
                <a:gd name="connsiteX0" fmla="*/ 30994 w 6232297"/>
                <a:gd name="connsiteY0" fmla="*/ 4753968 h 5578507"/>
                <a:gd name="connsiteX1" fmla="*/ 1279893 w 6232297"/>
                <a:gd name="connsiteY1" fmla="*/ 2213968 h 5578507"/>
                <a:gd name="connsiteX2" fmla="*/ 2405370 w 6232297"/>
                <a:gd name="connsiteY2" fmla="*/ 2354 h 5578507"/>
                <a:gd name="connsiteX3" fmla="*/ 2885542 w 6232297"/>
                <a:gd name="connsiteY3" fmla="*/ 181968 h 5578507"/>
                <a:gd name="connsiteX4" fmla="*/ 3030684 w 6232297"/>
                <a:gd name="connsiteY4" fmla="*/ 80368 h 5578507"/>
                <a:gd name="connsiteX5" fmla="*/ 3146798 w 6232297"/>
                <a:gd name="connsiteY5" fmla="*/ 283568 h 5578507"/>
                <a:gd name="connsiteX6" fmla="*/ 3190341 w 6232297"/>
                <a:gd name="connsiteY6" fmla="*/ 7797 h 5578507"/>
                <a:gd name="connsiteX7" fmla="*/ 3451597 w 6232297"/>
                <a:gd name="connsiteY7" fmla="*/ 399683 h 5578507"/>
                <a:gd name="connsiteX8" fmla="*/ 3712854 w 6232297"/>
                <a:gd name="connsiteY8" fmla="*/ 748026 h 5578507"/>
                <a:gd name="connsiteX9" fmla="*/ 3901539 w 6232297"/>
                <a:gd name="connsiteY9" fmla="*/ 472255 h 5578507"/>
                <a:gd name="connsiteX10" fmla="*/ 4061195 w 6232297"/>
                <a:gd name="connsiteY10" fmla="*/ 631912 h 5578507"/>
                <a:gd name="connsiteX11" fmla="*/ 4351482 w 6232297"/>
                <a:gd name="connsiteY11" fmla="*/ 922198 h 5578507"/>
                <a:gd name="connsiteX12" fmla="*/ 4496624 w 6232297"/>
                <a:gd name="connsiteY12" fmla="*/ 1430198 h 5578507"/>
                <a:gd name="connsiteX13" fmla="*/ 4583709 w 6232297"/>
                <a:gd name="connsiteY13" fmla="*/ 1851112 h 5578507"/>
                <a:gd name="connsiteX14" fmla="*/ 4801424 w 6232297"/>
                <a:gd name="connsiteY14" fmla="*/ 1996255 h 5578507"/>
                <a:gd name="connsiteX15" fmla="*/ 5323937 w 6232297"/>
                <a:gd name="connsiteY15" fmla="*/ 1647912 h 5578507"/>
                <a:gd name="connsiteX16" fmla="*/ 5352965 w 6232297"/>
                <a:gd name="connsiteY16" fmla="*/ 1836598 h 5578507"/>
                <a:gd name="connsiteX17" fmla="*/ 5643251 w 6232297"/>
                <a:gd name="connsiteY17" fmla="*/ 2068826 h 5578507"/>
                <a:gd name="connsiteX18" fmla="*/ 5802908 w 6232297"/>
                <a:gd name="connsiteY18" fmla="*/ 2562312 h 5578507"/>
                <a:gd name="connsiteX19" fmla="*/ 6049651 w 6232297"/>
                <a:gd name="connsiteY19" fmla="*/ 2997740 h 5578507"/>
                <a:gd name="connsiteX20" fmla="*/ 6209307 w 6232297"/>
                <a:gd name="connsiteY20" fmla="*/ 3433169 h 5578507"/>
                <a:gd name="connsiteX21" fmla="*/ 5991593 w 6232297"/>
                <a:gd name="connsiteY21" fmla="*/ 3897626 h 5578507"/>
                <a:gd name="connsiteX22" fmla="*/ 5962564 w 6232297"/>
                <a:gd name="connsiteY22" fmla="*/ 4144369 h 5578507"/>
                <a:gd name="connsiteX23" fmla="*/ 5602973 w 6232297"/>
                <a:gd name="connsiteY23" fmla="*/ 4964789 h 5578507"/>
                <a:gd name="connsiteX24" fmla="*/ 5411022 w 6232297"/>
                <a:gd name="connsiteY24" fmla="*/ 4942655 h 5578507"/>
                <a:gd name="connsiteX25" fmla="*/ 4985753 w 6232297"/>
                <a:gd name="connsiteY25" fmla="*/ 5391509 h 5578507"/>
                <a:gd name="connsiteX26" fmla="*/ 4620613 w 6232297"/>
                <a:gd name="connsiteY26" fmla="*/ 5506250 h 5578507"/>
                <a:gd name="connsiteX27" fmla="*/ 4046679 w 6232297"/>
                <a:gd name="connsiteY27" fmla="*/ 5421626 h 5578507"/>
                <a:gd name="connsiteX28" fmla="*/ 3219364 w 6232297"/>
                <a:gd name="connsiteY28" fmla="*/ 5407112 h 5578507"/>
                <a:gd name="connsiteX29" fmla="*/ 183394 w 6232297"/>
                <a:gd name="connsiteY29" fmla="*/ 5159722 h 5578507"/>
                <a:gd name="connsiteX30" fmla="*/ 30994 w 6232297"/>
                <a:gd name="connsiteY30" fmla="*/ 4753968 h 5578507"/>
                <a:gd name="connsiteX0" fmla="*/ 30994 w 6232297"/>
                <a:gd name="connsiteY0" fmla="*/ 4753968 h 5578507"/>
                <a:gd name="connsiteX1" fmla="*/ 1279893 w 6232297"/>
                <a:gd name="connsiteY1" fmla="*/ 2213968 h 5578507"/>
                <a:gd name="connsiteX2" fmla="*/ 2405370 w 6232297"/>
                <a:gd name="connsiteY2" fmla="*/ 2354 h 5578507"/>
                <a:gd name="connsiteX3" fmla="*/ 2885542 w 6232297"/>
                <a:gd name="connsiteY3" fmla="*/ 181968 h 5578507"/>
                <a:gd name="connsiteX4" fmla="*/ 3030684 w 6232297"/>
                <a:gd name="connsiteY4" fmla="*/ 80368 h 5578507"/>
                <a:gd name="connsiteX5" fmla="*/ 3146798 w 6232297"/>
                <a:gd name="connsiteY5" fmla="*/ 283568 h 5578507"/>
                <a:gd name="connsiteX6" fmla="*/ 3190341 w 6232297"/>
                <a:gd name="connsiteY6" fmla="*/ 7797 h 5578507"/>
                <a:gd name="connsiteX7" fmla="*/ 3451597 w 6232297"/>
                <a:gd name="connsiteY7" fmla="*/ 399683 h 5578507"/>
                <a:gd name="connsiteX8" fmla="*/ 3712854 w 6232297"/>
                <a:gd name="connsiteY8" fmla="*/ 748026 h 5578507"/>
                <a:gd name="connsiteX9" fmla="*/ 3901539 w 6232297"/>
                <a:gd name="connsiteY9" fmla="*/ 472255 h 5578507"/>
                <a:gd name="connsiteX10" fmla="*/ 4061195 w 6232297"/>
                <a:gd name="connsiteY10" fmla="*/ 631912 h 5578507"/>
                <a:gd name="connsiteX11" fmla="*/ 4351482 w 6232297"/>
                <a:gd name="connsiteY11" fmla="*/ 922198 h 5578507"/>
                <a:gd name="connsiteX12" fmla="*/ 4496624 w 6232297"/>
                <a:gd name="connsiteY12" fmla="*/ 1430198 h 5578507"/>
                <a:gd name="connsiteX13" fmla="*/ 4583709 w 6232297"/>
                <a:gd name="connsiteY13" fmla="*/ 1851112 h 5578507"/>
                <a:gd name="connsiteX14" fmla="*/ 4801424 w 6232297"/>
                <a:gd name="connsiteY14" fmla="*/ 1996255 h 5578507"/>
                <a:gd name="connsiteX15" fmla="*/ 5323937 w 6232297"/>
                <a:gd name="connsiteY15" fmla="*/ 1647912 h 5578507"/>
                <a:gd name="connsiteX16" fmla="*/ 5352965 w 6232297"/>
                <a:gd name="connsiteY16" fmla="*/ 1836598 h 5578507"/>
                <a:gd name="connsiteX17" fmla="*/ 5643251 w 6232297"/>
                <a:gd name="connsiteY17" fmla="*/ 2068826 h 5578507"/>
                <a:gd name="connsiteX18" fmla="*/ 5802908 w 6232297"/>
                <a:gd name="connsiteY18" fmla="*/ 2562312 h 5578507"/>
                <a:gd name="connsiteX19" fmla="*/ 6049651 w 6232297"/>
                <a:gd name="connsiteY19" fmla="*/ 2997740 h 5578507"/>
                <a:gd name="connsiteX20" fmla="*/ 6209307 w 6232297"/>
                <a:gd name="connsiteY20" fmla="*/ 3433169 h 5578507"/>
                <a:gd name="connsiteX21" fmla="*/ 5991593 w 6232297"/>
                <a:gd name="connsiteY21" fmla="*/ 3897626 h 5578507"/>
                <a:gd name="connsiteX22" fmla="*/ 5962564 w 6232297"/>
                <a:gd name="connsiteY22" fmla="*/ 4144369 h 5578507"/>
                <a:gd name="connsiteX23" fmla="*/ 5602973 w 6232297"/>
                <a:gd name="connsiteY23" fmla="*/ 4964789 h 5578507"/>
                <a:gd name="connsiteX24" fmla="*/ 5411022 w 6232297"/>
                <a:gd name="connsiteY24" fmla="*/ 4942655 h 5578507"/>
                <a:gd name="connsiteX25" fmla="*/ 4985753 w 6232297"/>
                <a:gd name="connsiteY25" fmla="*/ 5391509 h 5578507"/>
                <a:gd name="connsiteX26" fmla="*/ 4620613 w 6232297"/>
                <a:gd name="connsiteY26" fmla="*/ 5506250 h 5578507"/>
                <a:gd name="connsiteX27" fmla="*/ 4046679 w 6232297"/>
                <a:gd name="connsiteY27" fmla="*/ 5421626 h 5578507"/>
                <a:gd name="connsiteX28" fmla="*/ 3219364 w 6232297"/>
                <a:gd name="connsiteY28" fmla="*/ 5407112 h 5578507"/>
                <a:gd name="connsiteX29" fmla="*/ 183394 w 6232297"/>
                <a:gd name="connsiteY29" fmla="*/ 5159722 h 5578507"/>
                <a:gd name="connsiteX30" fmla="*/ 30994 w 6232297"/>
                <a:gd name="connsiteY30" fmla="*/ 4753968 h 5578507"/>
                <a:gd name="connsiteX0" fmla="*/ 30994 w 6232297"/>
                <a:gd name="connsiteY0" fmla="*/ 4753968 h 5578507"/>
                <a:gd name="connsiteX1" fmla="*/ 1279893 w 6232297"/>
                <a:gd name="connsiteY1" fmla="*/ 2213968 h 5578507"/>
                <a:gd name="connsiteX2" fmla="*/ 2405370 w 6232297"/>
                <a:gd name="connsiteY2" fmla="*/ 2354 h 5578507"/>
                <a:gd name="connsiteX3" fmla="*/ 2885542 w 6232297"/>
                <a:gd name="connsiteY3" fmla="*/ 181968 h 5578507"/>
                <a:gd name="connsiteX4" fmla="*/ 3030684 w 6232297"/>
                <a:gd name="connsiteY4" fmla="*/ 80368 h 5578507"/>
                <a:gd name="connsiteX5" fmla="*/ 3146798 w 6232297"/>
                <a:gd name="connsiteY5" fmla="*/ 283568 h 5578507"/>
                <a:gd name="connsiteX6" fmla="*/ 3190341 w 6232297"/>
                <a:gd name="connsiteY6" fmla="*/ 7797 h 5578507"/>
                <a:gd name="connsiteX7" fmla="*/ 3451597 w 6232297"/>
                <a:gd name="connsiteY7" fmla="*/ 399683 h 5578507"/>
                <a:gd name="connsiteX8" fmla="*/ 3712854 w 6232297"/>
                <a:gd name="connsiteY8" fmla="*/ 748026 h 5578507"/>
                <a:gd name="connsiteX9" fmla="*/ 3901539 w 6232297"/>
                <a:gd name="connsiteY9" fmla="*/ 472255 h 5578507"/>
                <a:gd name="connsiteX10" fmla="*/ 4061195 w 6232297"/>
                <a:gd name="connsiteY10" fmla="*/ 631912 h 5578507"/>
                <a:gd name="connsiteX11" fmla="*/ 4351482 w 6232297"/>
                <a:gd name="connsiteY11" fmla="*/ 922198 h 5578507"/>
                <a:gd name="connsiteX12" fmla="*/ 4496624 w 6232297"/>
                <a:gd name="connsiteY12" fmla="*/ 1430198 h 5578507"/>
                <a:gd name="connsiteX13" fmla="*/ 4583709 w 6232297"/>
                <a:gd name="connsiteY13" fmla="*/ 1851112 h 5578507"/>
                <a:gd name="connsiteX14" fmla="*/ 4801424 w 6232297"/>
                <a:gd name="connsiteY14" fmla="*/ 1996255 h 5578507"/>
                <a:gd name="connsiteX15" fmla="*/ 5323937 w 6232297"/>
                <a:gd name="connsiteY15" fmla="*/ 1647912 h 5578507"/>
                <a:gd name="connsiteX16" fmla="*/ 5352965 w 6232297"/>
                <a:gd name="connsiteY16" fmla="*/ 1836598 h 5578507"/>
                <a:gd name="connsiteX17" fmla="*/ 5643251 w 6232297"/>
                <a:gd name="connsiteY17" fmla="*/ 2068826 h 5578507"/>
                <a:gd name="connsiteX18" fmla="*/ 5802908 w 6232297"/>
                <a:gd name="connsiteY18" fmla="*/ 2562312 h 5578507"/>
                <a:gd name="connsiteX19" fmla="*/ 6049651 w 6232297"/>
                <a:gd name="connsiteY19" fmla="*/ 2997740 h 5578507"/>
                <a:gd name="connsiteX20" fmla="*/ 6209307 w 6232297"/>
                <a:gd name="connsiteY20" fmla="*/ 3433169 h 5578507"/>
                <a:gd name="connsiteX21" fmla="*/ 5991593 w 6232297"/>
                <a:gd name="connsiteY21" fmla="*/ 3897626 h 5578507"/>
                <a:gd name="connsiteX22" fmla="*/ 5962564 w 6232297"/>
                <a:gd name="connsiteY22" fmla="*/ 4144369 h 5578507"/>
                <a:gd name="connsiteX23" fmla="*/ 5602973 w 6232297"/>
                <a:gd name="connsiteY23" fmla="*/ 4964789 h 5578507"/>
                <a:gd name="connsiteX24" fmla="*/ 5411022 w 6232297"/>
                <a:gd name="connsiteY24" fmla="*/ 4942655 h 5578507"/>
                <a:gd name="connsiteX25" fmla="*/ 4985753 w 6232297"/>
                <a:gd name="connsiteY25" fmla="*/ 5391509 h 5578507"/>
                <a:gd name="connsiteX26" fmla="*/ 4620613 w 6232297"/>
                <a:gd name="connsiteY26" fmla="*/ 5506250 h 5578507"/>
                <a:gd name="connsiteX27" fmla="*/ 4046679 w 6232297"/>
                <a:gd name="connsiteY27" fmla="*/ 5421626 h 5578507"/>
                <a:gd name="connsiteX28" fmla="*/ 3219364 w 6232297"/>
                <a:gd name="connsiteY28" fmla="*/ 5407112 h 5578507"/>
                <a:gd name="connsiteX29" fmla="*/ 183394 w 6232297"/>
                <a:gd name="connsiteY29" fmla="*/ 5159722 h 5578507"/>
                <a:gd name="connsiteX30" fmla="*/ 30994 w 6232297"/>
                <a:gd name="connsiteY30" fmla="*/ 4753968 h 5578507"/>
                <a:gd name="connsiteX0" fmla="*/ 30994 w 6232297"/>
                <a:gd name="connsiteY0" fmla="*/ 4753968 h 5578507"/>
                <a:gd name="connsiteX1" fmla="*/ 1279893 w 6232297"/>
                <a:gd name="connsiteY1" fmla="*/ 2213968 h 5578507"/>
                <a:gd name="connsiteX2" fmla="*/ 2405370 w 6232297"/>
                <a:gd name="connsiteY2" fmla="*/ 2354 h 5578507"/>
                <a:gd name="connsiteX3" fmla="*/ 2885542 w 6232297"/>
                <a:gd name="connsiteY3" fmla="*/ 181968 h 5578507"/>
                <a:gd name="connsiteX4" fmla="*/ 3030684 w 6232297"/>
                <a:gd name="connsiteY4" fmla="*/ 80368 h 5578507"/>
                <a:gd name="connsiteX5" fmla="*/ 3146798 w 6232297"/>
                <a:gd name="connsiteY5" fmla="*/ 283568 h 5578507"/>
                <a:gd name="connsiteX6" fmla="*/ 3190341 w 6232297"/>
                <a:gd name="connsiteY6" fmla="*/ 7797 h 5578507"/>
                <a:gd name="connsiteX7" fmla="*/ 3451597 w 6232297"/>
                <a:gd name="connsiteY7" fmla="*/ 399683 h 5578507"/>
                <a:gd name="connsiteX8" fmla="*/ 3712854 w 6232297"/>
                <a:gd name="connsiteY8" fmla="*/ 748026 h 5578507"/>
                <a:gd name="connsiteX9" fmla="*/ 3901539 w 6232297"/>
                <a:gd name="connsiteY9" fmla="*/ 472255 h 5578507"/>
                <a:gd name="connsiteX10" fmla="*/ 4061195 w 6232297"/>
                <a:gd name="connsiteY10" fmla="*/ 631912 h 5578507"/>
                <a:gd name="connsiteX11" fmla="*/ 4351482 w 6232297"/>
                <a:gd name="connsiteY11" fmla="*/ 922198 h 5578507"/>
                <a:gd name="connsiteX12" fmla="*/ 4496624 w 6232297"/>
                <a:gd name="connsiteY12" fmla="*/ 1430198 h 5578507"/>
                <a:gd name="connsiteX13" fmla="*/ 4583709 w 6232297"/>
                <a:gd name="connsiteY13" fmla="*/ 1851112 h 5578507"/>
                <a:gd name="connsiteX14" fmla="*/ 4801424 w 6232297"/>
                <a:gd name="connsiteY14" fmla="*/ 1996255 h 5578507"/>
                <a:gd name="connsiteX15" fmla="*/ 5323937 w 6232297"/>
                <a:gd name="connsiteY15" fmla="*/ 1647912 h 5578507"/>
                <a:gd name="connsiteX16" fmla="*/ 5352965 w 6232297"/>
                <a:gd name="connsiteY16" fmla="*/ 1836598 h 5578507"/>
                <a:gd name="connsiteX17" fmla="*/ 5643251 w 6232297"/>
                <a:gd name="connsiteY17" fmla="*/ 2068826 h 5578507"/>
                <a:gd name="connsiteX18" fmla="*/ 5802908 w 6232297"/>
                <a:gd name="connsiteY18" fmla="*/ 2562312 h 5578507"/>
                <a:gd name="connsiteX19" fmla="*/ 6049651 w 6232297"/>
                <a:gd name="connsiteY19" fmla="*/ 2997740 h 5578507"/>
                <a:gd name="connsiteX20" fmla="*/ 6209307 w 6232297"/>
                <a:gd name="connsiteY20" fmla="*/ 3433169 h 5578507"/>
                <a:gd name="connsiteX21" fmla="*/ 5991593 w 6232297"/>
                <a:gd name="connsiteY21" fmla="*/ 3897626 h 5578507"/>
                <a:gd name="connsiteX22" fmla="*/ 5962564 w 6232297"/>
                <a:gd name="connsiteY22" fmla="*/ 4144369 h 5578507"/>
                <a:gd name="connsiteX23" fmla="*/ 5602973 w 6232297"/>
                <a:gd name="connsiteY23" fmla="*/ 4964789 h 5578507"/>
                <a:gd name="connsiteX24" fmla="*/ 5411022 w 6232297"/>
                <a:gd name="connsiteY24" fmla="*/ 4942655 h 5578507"/>
                <a:gd name="connsiteX25" fmla="*/ 4985753 w 6232297"/>
                <a:gd name="connsiteY25" fmla="*/ 5391509 h 5578507"/>
                <a:gd name="connsiteX26" fmla="*/ 4620613 w 6232297"/>
                <a:gd name="connsiteY26" fmla="*/ 5506250 h 5578507"/>
                <a:gd name="connsiteX27" fmla="*/ 4046679 w 6232297"/>
                <a:gd name="connsiteY27" fmla="*/ 5421626 h 5578507"/>
                <a:gd name="connsiteX28" fmla="*/ 3219364 w 6232297"/>
                <a:gd name="connsiteY28" fmla="*/ 5407112 h 5578507"/>
                <a:gd name="connsiteX29" fmla="*/ 183394 w 6232297"/>
                <a:gd name="connsiteY29" fmla="*/ 5159722 h 5578507"/>
                <a:gd name="connsiteX30" fmla="*/ 30994 w 6232297"/>
                <a:gd name="connsiteY30" fmla="*/ 4753968 h 5578507"/>
                <a:gd name="connsiteX0" fmla="*/ 30994 w 6232297"/>
                <a:gd name="connsiteY0" fmla="*/ 4753968 h 5578507"/>
                <a:gd name="connsiteX1" fmla="*/ 1279893 w 6232297"/>
                <a:gd name="connsiteY1" fmla="*/ 2213968 h 5578507"/>
                <a:gd name="connsiteX2" fmla="*/ 2405370 w 6232297"/>
                <a:gd name="connsiteY2" fmla="*/ 2354 h 5578507"/>
                <a:gd name="connsiteX3" fmla="*/ 2885542 w 6232297"/>
                <a:gd name="connsiteY3" fmla="*/ 181968 h 5578507"/>
                <a:gd name="connsiteX4" fmla="*/ 3030684 w 6232297"/>
                <a:gd name="connsiteY4" fmla="*/ 80368 h 5578507"/>
                <a:gd name="connsiteX5" fmla="*/ 3146798 w 6232297"/>
                <a:gd name="connsiteY5" fmla="*/ 283568 h 5578507"/>
                <a:gd name="connsiteX6" fmla="*/ 3190341 w 6232297"/>
                <a:gd name="connsiteY6" fmla="*/ 7797 h 5578507"/>
                <a:gd name="connsiteX7" fmla="*/ 3451597 w 6232297"/>
                <a:gd name="connsiteY7" fmla="*/ 399683 h 5578507"/>
                <a:gd name="connsiteX8" fmla="*/ 3712854 w 6232297"/>
                <a:gd name="connsiteY8" fmla="*/ 748026 h 5578507"/>
                <a:gd name="connsiteX9" fmla="*/ 3901539 w 6232297"/>
                <a:gd name="connsiteY9" fmla="*/ 472255 h 5578507"/>
                <a:gd name="connsiteX10" fmla="*/ 4061195 w 6232297"/>
                <a:gd name="connsiteY10" fmla="*/ 631912 h 5578507"/>
                <a:gd name="connsiteX11" fmla="*/ 4351482 w 6232297"/>
                <a:gd name="connsiteY11" fmla="*/ 922198 h 5578507"/>
                <a:gd name="connsiteX12" fmla="*/ 4496624 w 6232297"/>
                <a:gd name="connsiteY12" fmla="*/ 1430198 h 5578507"/>
                <a:gd name="connsiteX13" fmla="*/ 4583709 w 6232297"/>
                <a:gd name="connsiteY13" fmla="*/ 1851112 h 5578507"/>
                <a:gd name="connsiteX14" fmla="*/ 4801424 w 6232297"/>
                <a:gd name="connsiteY14" fmla="*/ 1996255 h 5578507"/>
                <a:gd name="connsiteX15" fmla="*/ 5323937 w 6232297"/>
                <a:gd name="connsiteY15" fmla="*/ 1647912 h 5578507"/>
                <a:gd name="connsiteX16" fmla="*/ 5352965 w 6232297"/>
                <a:gd name="connsiteY16" fmla="*/ 1836598 h 5578507"/>
                <a:gd name="connsiteX17" fmla="*/ 5643251 w 6232297"/>
                <a:gd name="connsiteY17" fmla="*/ 2068826 h 5578507"/>
                <a:gd name="connsiteX18" fmla="*/ 5802908 w 6232297"/>
                <a:gd name="connsiteY18" fmla="*/ 2562312 h 5578507"/>
                <a:gd name="connsiteX19" fmla="*/ 6049651 w 6232297"/>
                <a:gd name="connsiteY19" fmla="*/ 2997740 h 5578507"/>
                <a:gd name="connsiteX20" fmla="*/ 6209307 w 6232297"/>
                <a:gd name="connsiteY20" fmla="*/ 3433169 h 5578507"/>
                <a:gd name="connsiteX21" fmla="*/ 5991593 w 6232297"/>
                <a:gd name="connsiteY21" fmla="*/ 3897626 h 5578507"/>
                <a:gd name="connsiteX22" fmla="*/ 5962564 w 6232297"/>
                <a:gd name="connsiteY22" fmla="*/ 4144369 h 5578507"/>
                <a:gd name="connsiteX23" fmla="*/ 5602973 w 6232297"/>
                <a:gd name="connsiteY23" fmla="*/ 4964789 h 5578507"/>
                <a:gd name="connsiteX24" fmla="*/ 5411022 w 6232297"/>
                <a:gd name="connsiteY24" fmla="*/ 4942655 h 5578507"/>
                <a:gd name="connsiteX25" fmla="*/ 4985753 w 6232297"/>
                <a:gd name="connsiteY25" fmla="*/ 5391509 h 5578507"/>
                <a:gd name="connsiteX26" fmla="*/ 4620613 w 6232297"/>
                <a:gd name="connsiteY26" fmla="*/ 5506250 h 5578507"/>
                <a:gd name="connsiteX27" fmla="*/ 4046679 w 6232297"/>
                <a:gd name="connsiteY27" fmla="*/ 5421626 h 5578507"/>
                <a:gd name="connsiteX28" fmla="*/ 3219364 w 6232297"/>
                <a:gd name="connsiteY28" fmla="*/ 5407112 h 5578507"/>
                <a:gd name="connsiteX29" fmla="*/ 183394 w 6232297"/>
                <a:gd name="connsiteY29" fmla="*/ 5159722 h 5578507"/>
                <a:gd name="connsiteX30" fmla="*/ 30994 w 6232297"/>
                <a:gd name="connsiteY30" fmla="*/ 4753968 h 5578507"/>
                <a:gd name="connsiteX0" fmla="*/ 30994 w 6278187"/>
                <a:gd name="connsiteY0" fmla="*/ 4753968 h 5578507"/>
                <a:gd name="connsiteX1" fmla="*/ 1279893 w 6278187"/>
                <a:gd name="connsiteY1" fmla="*/ 2213968 h 5578507"/>
                <a:gd name="connsiteX2" fmla="*/ 2405370 w 6278187"/>
                <a:gd name="connsiteY2" fmla="*/ 2354 h 5578507"/>
                <a:gd name="connsiteX3" fmla="*/ 2885542 w 6278187"/>
                <a:gd name="connsiteY3" fmla="*/ 181968 h 5578507"/>
                <a:gd name="connsiteX4" fmla="*/ 3030684 w 6278187"/>
                <a:gd name="connsiteY4" fmla="*/ 80368 h 5578507"/>
                <a:gd name="connsiteX5" fmla="*/ 3146798 w 6278187"/>
                <a:gd name="connsiteY5" fmla="*/ 283568 h 5578507"/>
                <a:gd name="connsiteX6" fmla="*/ 3190341 w 6278187"/>
                <a:gd name="connsiteY6" fmla="*/ 7797 h 5578507"/>
                <a:gd name="connsiteX7" fmla="*/ 3451597 w 6278187"/>
                <a:gd name="connsiteY7" fmla="*/ 399683 h 5578507"/>
                <a:gd name="connsiteX8" fmla="*/ 3712854 w 6278187"/>
                <a:gd name="connsiteY8" fmla="*/ 748026 h 5578507"/>
                <a:gd name="connsiteX9" fmla="*/ 3901539 w 6278187"/>
                <a:gd name="connsiteY9" fmla="*/ 472255 h 5578507"/>
                <a:gd name="connsiteX10" fmla="*/ 4061195 w 6278187"/>
                <a:gd name="connsiteY10" fmla="*/ 631912 h 5578507"/>
                <a:gd name="connsiteX11" fmla="*/ 4351482 w 6278187"/>
                <a:gd name="connsiteY11" fmla="*/ 922198 h 5578507"/>
                <a:gd name="connsiteX12" fmla="*/ 4496624 w 6278187"/>
                <a:gd name="connsiteY12" fmla="*/ 1430198 h 5578507"/>
                <a:gd name="connsiteX13" fmla="*/ 4583709 w 6278187"/>
                <a:gd name="connsiteY13" fmla="*/ 1851112 h 5578507"/>
                <a:gd name="connsiteX14" fmla="*/ 4801424 w 6278187"/>
                <a:gd name="connsiteY14" fmla="*/ 1996255 h 5578507"/>
                <a:gd name="connsiteX15" fmla="*/ 5323937 w 6278187"/>
                <a:gd name="connsiteY15" fmla="*/ 1647912 h 5578507"/>
                <a:gd name="connsiteX16" fmla="*/ 5352965 w 6278187"/>
                <a:gd name="connsiteY16" fmla="*/ 1836598 h 5578507"/>
                <a:gd name="connsiteX17" fmla="*/ 5643251 w 6278187"/>
                <a:gd name="connsiteY17" fmla="*/ 2068826 h 5578507"/>
                <a:gd name="connsiteX18" fmla="*/ 5802908 w 6278187"/>
                <a:gd name="connsiteY18" fmla="*/ 2562312 h 5578507"/>
                <a:gd name="connsiteX19" fmla="*/ 6049651 w 6278187"/>
                <a:gd name="connsiteY19" fmla="*/ 2997740 h 5578507"/>
                <a:gd name="connsiteX20" fmla="*/ 6209307 w 6278187"/>
                <a:gd name="connsiteY20" fmla="*/ 3433169 h 5578507"/>
                <a:gd name="connsiteX21" fmla="*/ 5991593 w 6278187"/>
                <a:gd name="connsiteY21" fmla="*/ 3897626 h 5578507"/>
                <a:gd name="connsiteX22" fmla="*/ 5962564 w 6278187"/>
                <a:gd name="connsiteY22" fmla="*/ 4144369 h 5578507"/>
                <a:gd name="connsiteX23" fmla="*/ 5602973 w 6278187"/>
                <a:gd name="connsiteY23" fmla="*/ 4964789 h 5578507"/>
                <a:gd name="connsiteX24" fmla="*/ 5411022 w 6278187"/>
                <a:gd name="connsiteY24" fmla="*/ 4942655 h 5578507"/>
                <a:gd name="connsiteX25" fmla="*/ 4985753 w 6278187"/>
                <a:gd name="connsiteY25" fmla="*/ 5391509 h 5578507"/>
                <a:gd name="connsiteX26" fmla="*/ 4620613 w 6278187"/>
                <a:gd name="connsiteY26" fmla="*/ 5506250 h 5578507"/>
                <a:gd name="connsiteX27" fmla="*/ 4046679 w 6278187"/>
                <a:gd name="connsiteY27" fmla="*/ 5421626 h 5578507"/>
                <a:gd name="connsiteX28" fmla="*/ 3219364 w 6278187"/>
                <a:gd name="connsiteY28" fmla="*/ 5407112 h 5578507"/>
                <a:gd name="connsiteX29" fmla="*/ 183394 w 6278187"/>
                <a:gd name="connsiteY29" fmla="*/ 5159722 h 5578507"/>
                <a:gd name="connsiteX30" fmla="*/ 30994 w 6278187"/>
                <a:gd name="connsiteY30" fmla="*/ 4753968 h 5578507"/>
                <a:gd name="connsiteX0" fmla="*/ 30994 w 6277176"/>
                <a:gd name="connsiteY0" fmla="*/ 4753968 h 5578507"/>
                <a:gd name="connsiteX1" fmla="*/ 1279893 w 6277176"/>
                <a:gd name="connsiteY1" fmla="*/ 2213968 h 5578507"/>
                <a:gd name="connsiteX2" fmla="*/ 2405370 w 6277176"/>
                <a:gd name="connsiteY2" fmla="*/ 2354 h 5578507"/>
                <a:gd name="connsiteX3" fmla="*/ 2885542 w 6277176"/>
                <a:gd name="connsiteY3" fmla="*/ 181968 h 5578507"/>
                <a:gd name="connsiteX4" fmla="*/ 3030684 w 6277176"/>
                <a:gd name="connsiteY4" fmla="*/ 80368 h 5578507"/>
                <a:gd name="connsiteX5" fmla="*/ 3146798 w 6277176"/>
                <a:gd name="connsiteY5" fmla="*/ 283568 h 5578507"/>
                <a:gd name="connsiteX6" fmla="*/ 3190341 w 6277176"/>
                <a:gd name="connsiteY6" fmla="*/ 7797 h 5578507"/>
                <a:gd name="connsiteX7" fmla="*/ 3451597 w 6277176"/>
                <a:gd name="connsiteY7" fmla="*/ 399683 h 5578507"/>
                <a:gd name="connsiteX8" fmla="*/ 3712854 w 6277176"/>
                <a:gd name="connsiteY8" fmla="*/ 748026 h 5578507"/>
                <a:gd name="connsiteX9" fmla="*/ 3901539 w 6277176"/>
                <a:gd name="connsiteY9" fmla="*/ 472255 h 5578507"/>
                <a:gd name="connsiteX10" fmla="*/ 4061195 w 6277176"/>
                <a:gd name="connsiteY10" fmla="*/ 631912 h 5578507"/>
                <a:gd name="connsiteX11" fmla="*/ 4351482 w 6277176"/>
                <a:gd name="connsiteY11" fmla="*/ 922198 h 5578507"/>
                <a:gd name="connsiteX12" fmla="*/ 4496624 w 6277176"/>
                <a:gd name="connsiteY12" fmla="*/ 1430198 h 5578507"/>
                <a:gd name="connsiteX13" fmla="*/ 4583709 w 6277176"/>
                <a:gd name="connsiteY13" fmla="*/ 1851112 h 5578507"/>
                <a:gd name="connsiteX14" fmla="*/ 4801424 w 6277176"/>
                <a:gd name="connsiteY14" fmla="*/ 1996255 h 5578507"/>
                <a:gd name="connsiteX15" fmla="*/ 5323937 w 6277176"/>
                <a:gd name="connsiteY15" fmla="*/ 1647912 h 5578507"/>
                <a:gd name="connsiteX16" fmla="*/ 5352965 w 6277176"/>
                <a:gd name="connsiteY16" fmla="*/ 1836598 h 5578507"/>
                <a:gd name="connsiteX17" fmla="*/ 5643251 w 6277176"/>
                <a:gd name="connsiteY17" fmla="*/ 2068826 h 5578507"/>
                <a:gd name="connsiteX18" fmla="*/ 5802908 w 6277176"/>
                <a:gd name="connsiteY18" fmla="*/ 2562312 h 5578507"/>
                <a:gd name="connsiteX19" fmla="*/ 6049651 w 6277176"/>
                <a:gd name="connsiteY19" fmla="*/ 2997740 h 5578507"/>
                <a:gd name="connsiteX20" fmla="*/ 6209307 w 6277176"/>
                <a:gd name="connsiteY20" fmla="*/ 3433169 h 5578507"/>
                <a:gd name="connsiteX21" fmla="*/ 5991593 w 6277176"/>
                <a:gd name="connsiteY21" fmla="*/ 3897626 h 5578507"/>
                <a:gd name="connsiteX22" fmla="*/ 5962564 w 6277176"/>
                <a:gd name="connsiteY22" fmla="*/ 4144369 h 5578507"/>
                <a:gd name="connsiteX23" fmla="*/ 5602973 w 6277176"/>
                <a:gd name="connsiteY23" fmla="*/ 4964789 h 5578507"/>
                <a:gd name="connsiteX24" fmla="*/ 5411022 w 6277176"/>
                <a:gd name="connsiteY24" fmla="*/ 4942655 h 5578507"/>
                <a:gd name="connsiteX25" fmla="*/ 4985753 w 6277176"/>
                <a:gd name="connsiteY25" fmla="*/ 5391509 h 5578507"/>
                <a:gd name="connsiteX26" fmla="*/ 4620613 w 6277176"/>
                <a:gd name="connsiteY26" fmla="*/ 5506250 h 5578507"/>
                <a:gd name="connsiteX27" fmla="*/ 4046679 w 6277176"/>
                <a:gd name="connsiteY27" fmla="*/ 5421626 h 5578507"/>
                <a:gd name="connsiteX28" fmla="*/ 3219364 w 6277176"/>
                <a:gd name="connsiteY28" fmla="*/ 5407112 h 5578507"/>
                <a:gd name="connsiteX29" fmla="*/ 183394 w 6277176"/>
                <a:gd name="connsiteY29" fmla="*/ 5159722 h 5578507"/>
                <a:gd name="connsiteX30" fmla="*/ 30994 w 6277176"/>
                <a:gd name="connsiteY30" fmla="*/ 4753968 h 5578507"/>
                <a:gd name="connsiteX0" fmla="*/ 30994 w 6277176"/>
                <a:gd name="connsiteY0" fmla="*/ 4753968 h 5578507"/>
                <a:gd name="connsiteX1" fmla="*/ 1279893 w 6277176"/>
                <a:gd name="connsiteY1" fmla="*/ 2213968 h 5578507"/>
                <a:gd name="connsiteX2" fmla="*/ 2405370 w 6277176"/>
                <a:gd name="connsiteY2" fmla="*/ 2354 h 5578507"/>
                <a:gd name="connsiteX3" fmla="*/ 2885542 w 6277176"/>
                <a:gd name="connsiteY3" fmla="*/ 181968 h 5578507"/>
                <a:gd name="connsiteX4" fmla="*/ 3030684 w 6277176"/>
                <a:gd name="connsiteY4" fmla="*/ 80368 h 5578507"/>
                <a:gd name="connsiteX5" fmla="*/ 3146798 w 6277176"/>
                <a:gd name="connsiteY5" fmla="*/ 283568 h 5578507"/>
                <a:gd name="connsiteX6" fmla="*/ 3190341 w 6277176"/>
                <a:gd name="connsiteY6" fmla="*/ 7797 h 5578507"/>
                <a:gd name="connsiteX7" fmla="*/ 3451597 w 6277176"/>
                <a:gd name="connsiteY7" fmla="*/ 399683 h 5578507"/>
                <a:gd name="connsiteX8" fmla="*/ 3712854 w 6277176"/>
                <a:gd name="connsiteY8" fmla="*/ 748026 h 5578507"/>
                <a:gd name="connsiteX9" fmla="*/ 3901539 w 6277176"/>
                <a:gd name="connsiteY9" fmla="*/ 472255 h 5578507"/>
                <a:gd name="connsiteX10" fmla="*/ 4061195 w 6277176"/>
                <a:gd name="connsiteY10" fmla="*/ 631912 h 5578507"/>
                <a:gd name="connsiteX11" fmla="*/ 4351482 w 6277176"/>
                <a:gd name="connsiteY11" fmla="*/ 922198 h 5578507"/>
                <a:gd name="connsiteX12" fmla="*/ 4496624 w 6277176"/>
                <a:gd name="connsiteY12" fmla="*/ 1430198 h 5578507"/>
                <a:gd name="connsiteX13" fmla="*/ 4583709 w 6277176"/>
                <a:gd name="connsiteY13" fmla="*/ 1851112 h 5578507"/>
                <a:gd name="connsiteX14" fmla="*/ 4801424 w 6277176"/>
                <a:gd name="connsiteY14" fmla="*/ 1996255 h 5578507"/>
                <a:gd name="connsiteX15" fmla="*/ 5323937 w 6277176"/>
                <a:gd name="connsiteY15" fmla="*/ 1647912 h 5578507"/>
                <a:gd name="connsiteX16" fmla="*/ 5352965 w 6277176"/>
                <a:gd name="connsiteY16" fmla="*/ 1836598 h 5578507"/>
                <a:gd name="connsiteX17" fmla="*/ 5643251 w 6277176"/>
                <a:gd name="connsiteY17" fmla="*/ 2068826 h 5578507"/>
                <a:gd name="connsiteX18" fmla="*/ 5802908 w 6277176"/>
                <a:gd name="connsiteY18" fmla="*/ 2562312 h 5578507"/>
                <a:gd name="connsiteX19" fmla="*/ 6049651 w 6277176"/>
                <a:gd name="connsiteY19" fmla="*/ 2997740 h 5578507"/>
                <a:gd name="connsiteX20" fmla="*/ 6209307 w 6277176"/>
                <a:gd name="connsiteY20" fmla="*/ 3433169 h 5578507"/>
                <a:gd name="connsiteX21" fmla="*/ 5991593 w 6277176"/>
                <a:gd name="connsiteY21" fmla="*/ 3897626 h 5578507"/>
                <a:gd name="connsiteX22" fmla="*/ 5962564 w 6277176"/>
                <a:gd name="connsiteY22" fmla="*/ 4144369 h 5578507"/>
                <a:gd name="connsiteX23" fmla="*/ 5602973 w 6277176"/>
                <a:gd name="connsiteY23" fmla="*/ 4964789 h 5578507"/>
                <a:gd name="connsiteX24" fmla="*/ 5411022 w 6277176"/>
                <a:gd name="connsiteY24" fmla="*/ 4942655 h 5578507"/>
                <a:gd name="connsiteX25" fmla="*/ 4985753 w 6277176"/>
                <a:gd name="connsiteY25" fmla="*/ 5391509 h 5578507"/>
                <a:gd name="connsiteX26" fmla="*/ 4620613 w 6277176"/>
                <a:gd name="connsiteY26" fmla="*/ 5506250 h 5578507"/>
                <a:gd name="connsiteX27" fmla="*/ 4046679 w 6277176"/>
                <a:gd name="connsiteY27" fmla="*/ 5421626 h 5578507"/>
                <a:gd name="connsiteX28" fmla="*/ 3219364 w 6277176"/>
                <a:gd name="connsiteY28" fmla="*/ 5407112 h 5578507"/>
                <a:gd name="connsiteX29" fmla="*/ 183394 w 6277176"/>
                <a:gd name="connsiteY29" fmla="*/ 5159722 h 5578507"/>
                <a:gd name="connsiteX30" fmla="*/ 30994 w 6277176"/>
                <a:gd name="connsiteY30" fmla="*/ 4753968 h 5578507"/>
                <a:gd name="connsiteX0" fmla="*/ 30994 w 6277176"/>
                <a:gd name="connsiteY0" fmla="*/ 4753968 h 5578507"/>
                <a:gd name="connsiteX1" fmla="*/ 1279893 w 6277176"/>
                <a:gd name="connsiteY1" fmla="*/ 2213968 h 5578507"/>
                <a:gd name="connsiteX2" fmla="*/ 2405370 w 6277176"/>
                <a:gd name="connsiteY2" fmla="*/ 2354 h 5578507"/>
                <a:gd name="connsiteX3" fmla="*/ 2885542 w 6277176"/>
                <a:gd name="connsiteY3" fmla="*/ 181968 h 5578507"/>
                <a:gd name="connsiteX4" fmla="*/ 3030684 w 6277176"/>
                <a:gd name="connsiteY4" fmla="*/ 80368 h 5578507"/>
                <a:gd name="connsiteX5" fmla="*/ 3146798 w 6277176"/>
                <a:gd name="connsiteY5" fmla="*/ 283568 h 5578507"/>
                <a:gd name="connsiteX6" fmla="*/ 3190341 w 6277176"/>
                <a:gd name="connsiteY6" fmla="*/ 7797 h 5578507"/>
                <a:gd name="connsiteX7" fmla="*/ 3451597 w 6277176"/>
                <a:gd name="connsiteY7" fmla="*/ 399683 h 5578507"/>
                <a:gd name="connsiteX8" fmla="*/ 3712854 w 6277176"/>
                <a:gd name="connsiteY8" fmla="*/ 748026 h 5578507"/>
                <a:gd name="connsiteX9" fmla="*/ 3901539 w 6277176"/>
                <a:gd name="connsiteY9" fmla="*/ 472255 h 5578507"/>
                <a:gd name="connsiteX10" fmla="*/ 4061195 w 6277176"/>
                <a:gd name="connsiteY10" fmla="*/ 631912 h 5578507"/>
                <a:gd name="connsiteX11" fmla="*/ 4351482 w 6277176"/>
                <a:gd name="connsiteY11" fmla="*/ 922198 h 5578507"/>
                <a:gd name="connsiteX12" fmla="*/ 4496624 w 6277176"/>
                <a:gd name="connsiteY12" fmla="*/ 1430198 h 5578507"/>
                <a:gd name="connsiteX13" fmla="*/ 4583709 w 6277176"/>
                <a:gd name="connsiteY13" fmla="*/ 1851112 h 5578507"/>
                <a:gd name="connsiteX14" fmla="*/ 4801424 w 6277176"/>
                <a:gd name="connsiteY14" fmla="*/ 1996255 h 5578507"/>
                <a:gd name="connsiteX15" fmla="*/ 5323937 w 6277176"/>
                <a:gd name="connsiteY15" fmla="*/ 1647912 h 5578507"/>
                <a:gd name="connsiteX16" fmla="*/ 5352965 w 6277176"/>
                <a:gd name="connsiteY16" fmla="*/ 1836598 h 5578507"/>
                <a:gd name="connsiteX17" fmla="*/ 5643251 w 6277176"/>
                <a:gd name="connsiteY17" fmla="*/ 2068826 h 5578507"/>
                <a:gd name="connsiteX18" fmla="*/ 5802908 w 6277176"/>
                <a:gd name="connsiteY18" fmla="*/ 2562312 h 5578507"/>
                <a:gd name="connsiteX19" fmla="*/ 6049651 w 6277176"/>
                <a:gd name="connsiteY19" fmla="*/ 2997740 h 5578507"/>
                <a:gd name="connsiteX20" fmla="*/ 6209307 w 6277176"/>
                <a:gd name="connsiteY20" fmla="*/ 3433169 h 5578507"/>
                <a:gd name="connsiteX21" fmla="*/ 5991593 w 6277176"/>
                <a:gd name="connsiteY21" fmla="*/ 3897626 h 5578507"/>
                <a:gd name="connsiteX22" fmla="*/ 5962564 w 6277176"/>
                <a:gd name="connsiteY22" fmla="*/ 4144369 h 5578507"/>
                <a:gd name="connsiteX23" fmla="*/ 5602973 w 6277176"/>
                <a:gd name="connsiteY23" fmla="*/ 4964789 h 5578507"/>
                <a:gd name="connsiteX24" fmla="*/ 5411022 w 6277176"/>
                <a:gd name="connsiteY24" fmla="*/ 4942655 h 5578507"/>
                <a:gd name="connsiteX25" fmla="*/ 4985753 w 6277176"/>
                <a:gd name="connsiteY25" fmla="*/ 5391509 h 5578507"/>
                <a:gd name="connsiteX26" fmla="*/ 4620613 w 6277176"/>
                <a:gd name="connsiteY26" fmla="*/ 5506250 h 5578507"/>
                <a:gd name="connsiteX27" fmla="*/ 4046679 w 6277176"/>
                <a:gd name="connsiteY27" fmla="*/ 5421626 h 5578507"/>
                <a:gd name="connsiteX28" fmla="*/ 3219364 w 6277176"/>
                <a:gd name="connsiteY28" fmla="*/ 5407112 h 5578507"/>
                <a:gd name="connsiteX29" fmla="*/ 183394 w 6277176"/>
                <a:gd name="connsiteY29" fmla="*/ 5159722 h 5578507"/>
                <a:gd name="connsiteX30" fmla="*/ 30994 w 6277176"/>
                <a:gd name="connsiteY30" fmla="*/ 4753968 h 5578507"/>
                <a:gd name="connsiteX0" fmla="*/ 30994 w 6277176"/>
                <a:gd name="connsiteY0" fmla="*/ 4753968 h 5578507"/>
                <a:gd name="connsiteX1" fmla="*/ 1279893 w 6277176"/>
                <a:gd name="connsiteY1" fmla="*/ 2213968 h 5578507"/>
                <a:gd name="connsiteX2" fmla="*/ 2405370 w 6277176"/>
                <a:gd name="connsiteY2" fmla="*/ 2354 h 5578507"/>
                <a:gd name="connsiteX3" fmla="*/ 2885542 w 6277176"/>
                <a:gd name="connsiteY3" fmla="*/ 181968 h 5578507"/>
                <a:gd name="connsiteX4" fmla="*/ 3030684 w 6277176"/>
                <a:gd name="connsiteY4" fmla="*/ 80368 h 5578507"/>
                <a:gd name="connsiteX5" fmla="*/ 3146798 w 6277176"/>
                <a:gd name="connsiteY5" fmla="*/ 283568 h 5578507"/>
                <a:gd name="connsiteX6" fmla="*/ 3190341 w 6277176"/>
                <a:gd name="connsiteY6" fmla="*/ 7797 h 5578507"/>
                <a:gd name="connsiteX7" fmla="*/ 3451597 w 6277176"/>
                <a:gd name="connsiteY7" fmla="*/ 399683 h 5578507"/>
                <a:gd name="connsiteX8" fmla="*/ 3712854 w 6277176"/>
                <a:gd name="connsiteY8" fmla="*/ 748026 h 5578507"/>
                <a:gd name="connsiteX9" fmla="*/ 3901539 w 6277176"/>
                <a:gd name="connsiteY9" fmla="*/ 472255 h 5578507"/>
                <a:gd name="connsiteX10" fmla="*/ 4061195 w 6277176"/>
                <a:gd name="connsiteY10" fmla="*/ 631912 h 5578507"/>
                <a:gd name="connsiteX11" fmla="*/ 4351482 w 6277176"/>
                <a:gd name="connsiteY11" fmla="*/ 922198 h 5578507"/>
                <a:gd name="connsiteX12" fmla="*/ 4496624 w 6277176"/>
                <a:gd name="connsiteY12" fmla="*/ 1430198 h 5578507"/>
                <a:gd name="connsiteX13" fmla="*/ 4583709 w 6277176"/>
                <a:gd name="connsiteY13" fmla="*/ 1851112 h 5578507"/>
                <a:gd name="connsiteX14" fmla="*/ 4801424 w 6277176"/>
                <a:gd name="connsiteY14" fmla="*/ 1996255 h 5578507"/>
                <a:gd name="connsiteX15" fmla="*/ 5323937 w 6277176"/>
                <a:gd name="connsiteY15" fmla="*/ 1647912 h 5578507"/>
                <a:gd name="connsiteX16" fmla="*/ 5352965 w 6277176"/>
                <a:gd name="connsiteY16" fmla="*/ 1836598 h 5578507"/>
                <a:gd name="connsiteX17" fmla="*/ 5643251 w 6277176"/>
                <a:gd name="connsiteY17" fmla="*/ 2068826 h 5578507"/>
                <a:gd name="connsiteX18" fmla="*/ 5802908 w 6277176"/>
                <a:gd name="connsiteY18" fmla="*/ 2562312 h 5578507"/>
                <a:gd name="connsiteX19" fmla="*/ 6030601 w 6277176"/>
                <a:gd name="connsiteY19" fmla="*/ 2969165 h 5578507"/>
                <a:gd name="connsiteX20" fmla="*/ 6209307 w 6277176"/>
                <a:gd name="connsiteY20" fmla="*/ 3433169 h 5578507"/>
                <a:gd name="connsiteX21" fmla="*/ 5991593 w 6277176"/>
                <a:gd name="connsiteY21" fmla="*/ 3897626 h 5578507"/>
                <a:gd name="connsiteX22" fmla="*/ 5962564 w 6277176"/>
                <a:gd name="connsiteY22" fmla="*/ 4144369 h 5578507"/>
                <a:gd name="connsiteX23" fmla="*/ 5602973 w 6277176"/>
                <a:gd name="connsiteY23" fmla="*/ 4964789 h 5578507"/>
                <a:gd name="connsiteX24" fmla="*/ 5411022 w 6277176"/>
                <a:gd name="connsiteY24" fmla="*/ 4942655 h 5578507"/>
                <a:gd name="connsiteX25" fmla="*/ 4985753 w 6277176"/>
                <a:gd name="connsiteY25" fmla="*/ 5391509 h 5578507"/>
                <a:gd name="connsiteX26" fmla="*/ 4620613 w 6277176"/>
                <a:gd name="connsiteY26" fmla="*/ 5506250 h 5578507"/>
                <a:gd name="connsiteX27" fmla="*/ 4046679 w 6277176"/>
                <a:gd name="connsiteY27" fmla="*/ 5421626 h 5578507"/>
                <a:gd name="connsiteX28" fmla="*/ 3219364 w 6277176"/>
                <a:gd name="connsiteY28" fmla="*/ 5407112 h 5578507"/>
                <a:gd name="connsiteX29" fmla="*/ 183394 w 6277176"/>
                <a:gd name="connsiteY29" fmla="*/ 5159722 h 5578507"/>
                <a:gd name="connsiteX30" fmla="*/ 30994 w 6277176"/>
                <a:gd name="connsiteY30" fmla="*/ 4753968 h 5578507"/>
                <a:gd name="connsiteX0" fmla="*/ 30994 w 6277176"/>
                <a:gd name="connsiteY0" fmla="*/ 4753968 h 5578507"/>
                <a:gd name="connsiteX1" fmla="*/ 1279893 w 6277176"/>
                <a:gd name="connsiteY1" fmla="*/ 2213968 h 5578507"/>
                <a:gd name="connsiteX2" fmla="*/ 2405370 w 6277176"/>
                <a:gd name="connsiteY2" fmla="*/ 2354 h 5578507"/>
                <a:gd name="connsiteX3" fmla="*/ 2885542 w 6277176"/>
                <a:gd name="connsiteY3" fmla="*/ 181968 h 5578507"/>
                <a:gd name="connsiteX4" fmla="*/ 3030684 w 6277176"/>
                <a:gd name="connsiteY4" fmla="*/ 80368 h 5578507"/>
                <a:gd name="connsiteX5" fmla="*/ 3146798 w 6277176"/>
                <a:gd name="connsiteY5" fmla="*/ 283568 h 5578507"/>
                <a:gd name="connsiteX6" fmla="*/ 3190341 w 6277176"/>
                <a:gd name="connsiteY6" fmla="*/ 7797 h 5578507"/>
                <a:gd name="connsiteX7" fmla="*/ 3451597 w 6277176"/>
                <a:gd name="connsiteY7" fmla="*/ 399683 h 5578507"/>
                <a:gd name="connsiteX8" fmla="*/ 3712854 w 6277176"/>
                <a:gd name="connsiteY8" fmla="*/ 748026 h 5578507"/>
                <a:gd name="connsiteX9" fmla="*/ 3901539 w 6277176"/>
                <a:gd name="connsiteY9" fmla="*/ 472255 h 5578507"/>
                <a:gd name="connsiteX10" fmla="*/ 4061195 w 6277176"/>
                <a:gd name="connsiteY10" fmla="*/ 631912 h 5578507"/>
                <a:gd name="connsiteX11" fmla="*/ 4351482 w 6277176"/>
                <a:gd name="connsiteY11" fmla="*/ 922198 h 5578507"/>
                <a:gd name="connsiteX12" fmla="*/ 4496624 w 6277176"/>
                <a:gd name="connsiteY12" fmla="*/ 1430198 h 5578507"/>
                <a:gd name="connsiteX13" fmla="*/ 4583709 w 6277176"/>
                <a:gd name="connsiteY13" fmla="*/ 1851112 h 5578507"/>
                <a:gd name="connsiteX14" fmla="*/ 4801424 w 6277176"/>
                <a:gd name="connsiteY14" fmla="*/ 1996255 h 5578507"/>
                <a:gd name="connsiteX15" fmla="*/ 5323937 w 6277176"/>
                <a:gd name="connsiteY15" fmla="*/ 1647912 h 5578507"/>
                <a:gd name="connsiteX16" fmla="*/ 5352965 w 6277176"/>
                <a:gd name="connsiteY16" fmla="*/ 1836598 h 5578507"/>
                <a:gd name="connsiteX17" fmla="*/ 5643251 w 6277176"/>
                <a:gd name="connsiteY17" fmla="*/ 2068826 h 5578507"/>
                <a:gd name="connsiteX18" fmla="*/ 5802908 w 6277176"/>
                <a:gd name="connsiteY18" fmla="*/ 2562312 h 5578507"/>
                <a:gd name="connsiteX19" fmla="*/ 6030601 w 6277176"/>
                <a:gd name="connsiteY19" fmla="*/ 2969165 h 5578507"/>
                <a:gd name="connsiteX20" fmla="*/ 6209307 w 6277176"/>
                <a:gd name="connsiteY20" fmla="*/ 3433169 h 5578507"/>
                <a:gd name="connsiteX21" fmla="*/ 5991593 w 6277176"/>
                <a:gd name="connsiteY21" fmla="*/ 3897626 h 5578507"/>
                <a:gd name="connsiteX22" fmla="*/ 5962564 w 6277176"/>
                <a:gd name="connsiteY22" fmla="*/ 4144369 h 5578507"/>
                <a:gd name="connsiteX23" fmla="*/ 5602973 w 6277176"/>
                <a:gd name="connsiteY23" fmla="*/ 4964789 h 5578507"/>
                <a:gd name="connsiteX24" fmla="*/ 5411022 w 6277176"/>
                <a:gd name="connsiteY24" fmla="*/ 4942655 h 5578507"/>
                <a:gd name="connsiteX25" fmla="*/ 4985753 w 6277176"/>
                <a:gd name="connsiteY25" fmla="*/ 5391509 h 5578507"/>
                <a:gd name="connsiteX26" fmla="*/ 4620613 w 6277176"/>
                <a:gd name="connsiteY26" fmla="*/ 5506250 h 5578507"/>
                <a:gd name="connsiteX27" fmla="*/ 4046679 w 6277176"/>
                <a:gd name="connsiteY27" fmla="*/ 5421626 h 5578507"/>
                <a:gd name="connsiteX28" fmla="*/ 3219364 w 6277176"/>
                <a:gd name="connsiteY28" fmla="*/ 5407112 h 5578507"/>
                <a:gd name="connsiteX29" fmla="*/ 183394 w 6277176"/>
                <a:gd name="connsiteY29" fmla="*/ 5159722 h 5578507"/>
                <a:gd name="connsiteX30" fmla="*/ 30994 w 6277176"/>
                <a:gd name="connsiteY30" fmla="*/ 4753968 h 5578507"/>
                <a:gd name="connsiteX0" fmla="*/ 30994 w 6277176"/>
                <a:gd name="connsiteY0" fmla="*/ 4753968 h 5578507"/>
                <a:gd name="connsiteX1" fmla="*/ 1279893 w 6277176"/>
                <a:gd name="connsiteY1" fmla="*/ 2213968 h 5578507"/>
                <a:gd name="connsiteX2" fmla="*/ 2405370 w 6277176"/>
                <a:gd name="connsiteY2" fmla="*/ 2354 h 5578507"/>
                <a:gd name="connsiteX3" fmla="*/ 2885542 w 6277176"/>
                <a:gd name="connsiteY3" fmla="*/ 181968 h 5578507"/>
                <a:gd name="connsiteX4" fmla="*/ 3030684 w 6277176"/>
                <a:gd name="connsiteY4" fmla="*/ 80368 h 5578507"/>
                <a:gd name="connsiteX5" fmla="*/ 3146798 w 6277176"/>
                <a:gd name="connsiteY5" fmla="*/ 283568 h 5578507"/>
                <a:gd name="connsiteX6" fmla="*/ 3190341 w 6277176"/>
                <a:gd name="connsiteY6" fmla="*/ 7797 h 5578507"/>
                <a:gd name="connsiteX7" fmla="*/ 3451597 w 6277176"/>
                <a:gd name="connsiteY7" fmla="*/ 399683 h 5578507"/>
                <a:gd name="connsiteX8" fmla="*/ 3712854 w 6277176"/>
                <a:gd name="connsiteY8" fmla="*/ 748026 h 5578507"/>
                <a:gd name="connsiteX9" fmla="*/ 3901539 w 6277176"/>
                <a:gd name="connsiteY9" fmla="*/ 472255 h 5578507"/>
                <a:gd name="connsiteX10" fmla="*/ 4061195 w 6277176"/>
                <a:gd name="connsiteY10" fmla="*/ 631912 h 5578507"/>
                <a:gd name="connsiteX11" fmla="*/ 4351482 w 6277176"/>
                <a:gd name="connsiteY11" fmla="*/ 922198 h 5578507"/>
                <a:gd name="connsiteX12" fmla="*/ 4496624 w 6277176"/>
                <a:gd name="connsiteY12" fmla="*/ 1430198 h 5578507"/>
                <a:gd name="connsiteX13" fmla="*/ 4583709 w 6277176"/>
                <a:gd name="connsiteY13" fmla="*/ 1851112 h 5578507"/>
                <a:gd name="connsiteX14" fmla="*/ 4801424 w 6277176"/>
                <a:gd name="connsiteY14" fmla="*/ 1996255 h 5578507"/>
                <a:gd name="connsiteX15" fmla="*/ 5323937 w 6277176"/>
                <a:gd name="connsiteY15" fmla="*/ 1647912 h 5578507"/>
                <a:gd name="connsiteX16" fmla="*/ 5352965 w 6277176"/>
                <a:gd name="connsiteY16" fmla="*/ 1836598 h 5578507"/>
                <a:gd name="connsiteX17" fmla="*/ 5643251 w 6277176"/>
                <a:gd name="connsiteY17" fmla="*/ 2068826 h 5578507"/>
                <a:gd name="connsiteX18" fmla="*/ 5802908 w 6277176"/>
                <a:gd name="connsiteY18" fmla="*/ 2562312 h 5578507"/>
                <a:gd name="connsiteX19" fmla="*/ 6030601 w 6277176"/>
                <a:gd name="connsiteY19" fmla="*/ 2969165 h 5578507"/>
                <a:gd name="connsiteX20" fmla="*/ 6209307 w 6277176"/>
                <a:gd name="connsiteY20" fmla="*/ 3433169 h 5578507"/>
                <a:gd name="connsiteX21" fmla="*/ 5991593 w 6277176"/>
                <a:gd name="connsiteY21" fmla="*/ 3897626 h 5578507"/>
                <a:gd name="connsiteX22" fmla="*/ 5962564 w 6277176"/>
                <a:gd name="connsiteY22" fmla="*/ 4144369 h 5578507"/>
                <a:gd name="connsiteX23" fmla="*/ 5602973 w 6277176"/>
                <a:gd name="connsiteY23" fmla="*/ 4964789 h 5578507"/>
                <a:gd name="connsiteX24" fmla="*/ 5411022 w 6277176"/>
                <a:gd name="connsiteY24" fmla="*/ 4942655 h 5578507"/>
                <a:gd name="connsiteX25" fmla="*/ 4985753 w 6277176"/>
                <a:gd name="connsiteY25" fmla="*/ 5391509 h 5578507"/>
                <a:gd name="connsiteX26" fmla="*/ 4620613 w 6277176"/>
                <a:gd name="connsiteY26" fmla="*/ 5506250 h 5578507"/>
                <a:gd name="connsiteX27" fmla="*/ 4046679 w 6277176"/>
                <a:gd name="connsiteY27" fmla="*/ 5421626 h 5578507"/>
                <a:gd name="connsiteX28" fmla="*/ 3219364 w 6277176"/>
                <a:gd name="connsiteY28" fmla="*/ 5407112 h 5578507"/>
                <a:gd name="connsiteX29" fmla="*/ 183394 w 6277176"/>
                <a:gd name="connsiteY29" fmla="*/ 5159722 h 5578507"/>
                <a:gd name="connsiteX30" fmla="*/ 30994 w 6277176"/>
                <a:gd name="connsiteY30" fmla="*/ 4753968 h 5578507"/>
                <a:gd name="connsiteX0" fmla="*/ 30994 w 6277176"/>
                <a:gd name="connsiteY0" fmla="*/ 4753968 h 5578507"/>
                <a:gd name="connsiteX1" fmla="*/ 1279893 w 6277176"/>
                <a:gd name="connsiteY1" fmla="*/ 2213968 h 5578507"/>
                <a:gd name="connsiteX2" fmla="*/ 2405370 w 6277176"/>
                <a:gd name="connsiteY2" fmla="*/ 2354 h 5578507"/>
                <a:gd name="connsiteX3" fmla="*/ 2885542 w 6277176"/>
                <a:gd name="connsiteY3" fmla="*/ 181968 h 5578507"/>
                <a:gd name="connsiteX4" fmla="*/ 3030684 w 6277176"/>
                <a:gd name="connsiteY4" fmla="*/ 80368 h 5578507"/>
                <a:gd name="connsiteX5" fmla="*/ 3146798 w 6277176"/>
                <a:gd name="connsiteY5" fmla="*/ 283568 h 5578507"/>
                <a:gd name="connsiteX6" fmla="*/ 3190341 w 6277176"/>
                <a:gd name="connsiteY6" fmla="*/ 7797 h 5578507"/>
                <a:gd name="connsiteX7" fmla="*/ 3451597 w 6277176"/>
                <a:gd name="connsiteY7" fmla="*/ 399683 h 5578507"/>
                <a:gd name="connsiteX8" fmla="*/ 3712854 w 6277176"/>
                <a:gd name="connsiteY8" fmla="*/ 748026 h 5578507"/>
                <a:gd name="connsiteX9" fmla="*/ 3901539 w 6277176"/>
                <a:gd name="connsiteY9" fmla="*/ 472255 h 5578507"/>
                <a:gd name="connsiteX10" fmla="*/ 4061195 w 6277176"/>
                <a:gd name="connsiteY10" fmla="*/ 631912 h 5578507"/>
                <a:gd name="connsiteX11" fmla="*/ 4351482 w 6277176"/>
                <a:gd name="connsiteY11" fmla="*/ 922198 h 5578507"/>
                <a:gd name="connsiteX12" fmla="*/ 4496624 w 6277176"/>
                <a:gd name="connsiteY12" fmla="*/ 1430198 h 5578507"/>
                <a:gd name="connsiteX13" fmla="*/ 4583709 w 6277176"/>
                <a:gd name="connsiteY13" fmla="*/ 1851112 h 5578507"/>
                <a:gd name="connsiteX14" fmla="*/ 4801424 w 6277176"/>
                <a:gd name="connsiteY14" fmla="*/ 1996255 h 5578507"/>
                <a:gd name="connsiteX15" fmla="*/ 5323937 w 6277176"/>
                <a:gd name="connsiteY15" fmla="*/ 1647912 h 5578507"/>
                <a:gd name="connsiteX16" fmla="*/ 5352965 w 6277176"/>
                <a:gd name="connsiteY16" fmla="*/ 1836598 h 5578507"/>
                <a:gd name="connsiteX17" fmla="*/ 5643251 w 6277176"/>
                <a:gd name="connsiteY17" fmla="*/ 2068826 h 5578507"/>
                <a:gd name="connsiteX18" fmla="*/ 5802908 w 6277176"/>
                <a:gd name="connsiteY18" fmla="*/ 2562312 h 5578507"/>
                <a:gd name="connsiteX19" fmla="*/ 6030601 w 6277176"/>
                <a:gd name="connsiteY19" fmla="*/ 2969165 h 5578507"/>
                <a:gd name="connsiteX20" fmla="*/ 6209307 w 6277176"/>
                <a:gd name="connsiteY20" fmla="*/ 3433169 h 5578507"/>
                <a:gd name="connsiteX21" fmla="*/ 5991593 w 6277176"/>
                <a:gd name="connsiteY21" fmla="*/ 3897626 h 5578507"/>
                <a:gd name="connsiteX22" fmla="*/ 5962564 w 6277176"/>
                <a:gd name="connsiteY22" fmla="*/ 4144369 h 5578507"/>
                <a:gd name="connsiteX23" fmla="*/ 5602973 w 6277176"/>
                <a:gd name="connsiteY23" fmla="*/ 4964789 h 5578507"/>
                <a:gd name="connsiteX24" fmla="*/ 5411022 w 6277176"/>
                <a:gd name="connsiteY24" fmla="*/ 4942655 h 5578507"/>
                <a:gd name="connsiteX25" fmla="*/ 4985753 w 6277176"/>
                <a:gd name="connsiteY25" fmla="*/ 5391509 h 5578507"/>
                <a:gd name="connsiteX26" fmla="*/ 4620613 w 6277176"/>
                <a:gd name="connsiteY26" fmla="*/ 5506250 h 5578507"/>
                <a:gd name="connsiteX27" fmla="*/ 4046679 w 6277176"/>
                <a:gd name="connsiteY27" fmla="*/ 5421626 h 5578507"/>
                <a:gd name="connsiteX28" fmla="*/ 3219364 w 6277176"/>
                <a:gd name="connsiteY28" fmla="*/ 5407112 h 5578507"/>
                <a:gd name="connsiteX29" fmla="*/ 183394 w 6277176"/>
                <a:gd name="connsiteY29" fmla="*/ 5159722 h 5578507"/>
                <a:gd name="connsiteX30" fmla="*/ 30994 w 6277176"/>
                <a:gd name="connsiteY30" fmla="*/ 4753968 h 5578507"/>
                <a:gd name="connsiteX0" fmla="*/ 30994 w 6277176"/>
                <a:gd name="connsiteY0" fmla="*/ 4753968 h 5578507"/>
                <a:gd name="connsiteX1" fmla="*/ 1279893 w 6277176"/>
                <a:gd name="connsiteY1" fmla="*/ 2213968 h 5578507"/>
                <a:gd name="connsiteX2" fmla="*/ 2405370 w 6277176"/>
                <a:gd name="connsiteY2" fmla="*/ 2354 h 5578507"/>
                <a:gd name="connsiteX3" fmla="*/ 2885542 w 6277176"/>
                <a:gd name="connsiteY3" fmla="*/ 181968 h 5578507"/>
                <a:gd name="connsiteX4" fmla="*/ 3030684 w 6277176"/>
                <a:gd name="connsiteY4" fmla="*/ 80368 h 5578507"/>
                <a:gd name="connsiteX5" fmla="*/ 3146798 w 6277176"/>
                <a:gd name="connsiteY5" fmla="*/ 283568 h 5578507"/>
                <a:gd name="connsiteX6" fmla="*/ 3190341 w 6277176"/>
                <a:gd name="connsiteY6" fmla="*/ 7797 h 5578507"/>
                <a:gd name="connsiteX7" fmla="*/ 3451597 w 6277176"/>
                <a:gd name="connsiteY7" fmla="*/ 399683 h 5578507"/>
                <a:gd name="connsiteX8" fmla="*/ 3712854 w 6277176"/>
                <a:gd name="connsiteY8" fmla="*/ 748026 h 5578507"/>
                <a:gd name="connsiteX9" fmla="*/ 3901539 w 6277176"/>
                <a:gd name="connsiteY9" fmla="*/ 472255 h 5578507"/>
                <a:gd name="connsiteX10" fmla="*/ 4061195 w 6277176"/>
                <a:gd name="connsiteY10" fmla="*/ 631912 h 5578507"/>
                <a:gd name="connsiteX11" fmla="*/ 4351482 w 6277176"/>
                <a:gd name="connsiteY11" fmla="*/ 922198 h 5578507"/>
                <a:gd name="connsiteX12" fmla="*/ 4496624 w 6277176"/>
                <a:gd name="connsiteY12" fmla="*/ 1430198 h 5578507"/>
                <a:gd name="connsiteX13" fmla="*/ 4583709 w 6277176"/>
                <a:gd name="connsiteY13" fmla="*/ 1851112 h 5578507"/>
                <a:gd name="connsiteX14" fmla="*/ 4801424 w 6277176"/>
                <a:gd name="connsiteY14" fmla="*/ 1996255 h 5578507"/>
                <a:gd name="connsiteX15" fmla="*/ 5323937 w 6277176"/>
                <a:gd name="connsiteY15" fmla="*/ 1647912 h 5578507"/>
                <a:gd name="connsiteX16" fmla="*/ 5352965 w 6277176"/>
                <a:gd name="connsiteY16" fmla="*/ 1836598 h 5578507"/>
                <a:gd name="connsiteX17" fmla="*/ 5643251 w 6277176"/>
                <a:gd name="connsiteY17" fmla="*/ 2068826 h 5578507"/>
                <a:gd name="connsiteX18" fmla="*/ 5802908 w 6277176"/>
                <a:gd name="connsiteY18" fmla="*/ 2562312 h 5578507"/>
                <a:gd name="connsiteX19" fmla="*/ 6030601 w 6277176"/>
                <a:gd name="connsiteY19" fmla="*/ 2969165 h 5578507"/>
                <a:gd name="connsiteX20" fmla="*/ 6209307 w 6277176"/>
                <a:gd name="connsiteY20" fmla="*/ 3433169 h 5578507"/>
                <a:gd name="connsiteX21" fmla="*/ 5991593 w 6277176"/>
                <a:gd name="connsiteY21" fmla="*/ 3897626 h 5578507"/>
                <a:gd name="connsiteX22" fmla="*/ 5962564 w 6277176"/>
                <a:gd name="connsiteY22" fmla="*/ 4144369 h 5578507"/>
                <a:gd name="connsiteX23" fmla="*/ 5602973 w 6277176"/>
                <a:gd name="connsiteY23" fmla="*/ 4964789 h 5578507"/>
                <a:gd name="connsiteX24" fmla="*/ 5411022 w 6277176"/>
                <a:gd name="connsiteY24" fmla="*/ 4942655 h 5578507"/>
                <a:gd name="connsiteX25" fmla="*/ 4985753 w 6277176"/>
                <a:gd name="connsiteY25" fmla="*/ 5391509 h 5578507"/>
                <a:gd name="connsiteX26" fmla="*/ 4620613 w 6277176"/>
                <a:gd name="connsiteY26" fmla="*/ 5506250 h 5578507"/>
                <a:gd name="connsiteX27" fmla="*/ 4046679 w 6277176"/>
                <a:gd name="connsiteY27" fmla="*/ 5421626 h 5578507"/>
                <a:gd name="connsiteX28" fmla="*/ 3219364 w 6277176"/>
                <a:gd name="connsiteY28" fmla="*/ 5407112 h 5578507"/>
                <a:gd name="connsiteX29" fmla="*/ 183394 w 6277176"/>
                <a:gd name="connsiteY29" fmla="*/ 5159722 h 5578507"/>
                <a:gd name="connsiteX30" fmla="*/ 30994 w 6277176"/>
                <a:gd name="connsiteY30" fmla="*/ 4753968 h 5578507"/>
                <a:gd name="connsiteX0" fmla="*/ 30994 w 6277176"/>
                <a:gd name="connsiteY0" fmla="*/ 4753968 h 5578507"/>
                <a:gd name="connsiteX1" fmla="*/ 1279893 w 6277176"/>
                <a:gd name="connsiteY1" fmla="*/ 2213968 h 5578507"/>
                <a:gd name="connsiteX2" fmla="*/ 2405370 w 6277176"/>
                <a:gd name="connsiteY2" fmla="*/ 2354 h 5578507"/>
                <a:gd name="connsiteX3" fmla="*/ 2885542 w 6277176"/>
                <a:gd name="connsiteY3" fmla="*/ 181968 h 5578507"/>
                <a:gd name="connsiteX4" fmla="*/ 3030684 w 6277176"/>
                <a:gd name="connsiteY4" fmla="*/ 80368 h 5578507"/>
                <a:gd name="connsiteX5" fmla="*/ 3146798 w 6277176"/>
                <a:gd name="connsiteY5" fmla="*/ 283568 h 5578507"/>
                <a:gd name="connsiteX6" fmla="*/ 3190341 w 6277176"/>
                <a:gd name="connsiteY6" fmla="*/ 7797 h 5578507"/>
                <a:gd name="connsiteX7" fmla="*/ 3451597 w 6277176"/>
                <a:gd name="connsiteY7" fmla="*/ 399683 h 5578507"/>
                <a:gd name="connsiteX8" fmla="*/ 3712854 w 6277176"/>
                <a:gd name="connsiteY8" fmla="*/ 748026 h 5578507"/>
                <a:gd name="connsiteX9" fmla="*/ 3901539 w 6277176"/>
                <a:gd name="connsiteY9" fmla="*/ 472255 h 5578507"/>
                <a:gd name="connsiteX10" fmla="*/ 4061195 w 6277176"/>
                <a:gd name="connsiteY10" fmla="*/ 631912 h 5578507"/>
                <a:gd name="connsiteX11" fmla="*/ 4351482 w 6277176"/>
                <a:gd name="connsiteY11" fmla="*/ 922198 h 5578507"/>
                <a:gd name="connsiteX12" fmla="*/ 4496624 w 6277176"/>
                <a:gd name="connsiteY12" fmla="*/ 1430198 h 5578507"/>
                <a:gd name="connsiteX13" fmla="*/ 4583709 w 6277176"/>
                <a:gd name="connsiteY13" fmla="*/ 1851112 h 5578507"/>
                <a:gd name="connsiteX14" fmla="*/ 4801424 w 6277176"/>
                <a:gd name="connsiteY14" fmla="*/ 1996255 h 5578507"/>
                <a:gd name="connsiteX15" fmla="*/ 5323937 w 6277176"/>
                <a:gd name="connsiteY15" fmla="*/ 1647912 h 5578507"/>
                <a:gd name="connsiteX16" fmla="*/ 5327565 w 6277176"/>
                <a:gd name="connsiteY16" fmla="*/ 1792148 h 5578507"/>
                <a:gd name="connsiteX17" fmla="*/ 5643251 w 6277176"/>
                <a:gd name="connsiteY17" fmla="*/ 2068826 h 5578507"/>
                <a:gd name="connsiteX18" fmla="*/ 5802908 w 6277176"/>
                <a:gd name="connsiteY18" fmla="*/ 2562312 h 5578507"/>
                <a:gd name="connsiteX19" fmla="*/ 6030601 w 6277176"/>
                <a:gd name="connsiteY19" fmla="*/ 2969165 h 5578507"/>
                <a:gd name="connsiteX20" fmla="*/ 6209307 w 6277176"/>
                <a:gd name="connsiteY20" fmla="*/ 3433169 h 5578507"/>
                <a:gd name="connsiteX21" fmla="*/ 5991593 w 6277176"/>
                <a:gd name="connsiteY21" fmla="*/ 3897626 h 5578507"/>
                <a:gd name="connsiteX22" fmla="*/ 5962564 w 6277176"/>
                <a:gd name="connsiteY22" fmla="*/ 4144369 h 5578507"/>
                <a:gd name="connsiteX23" fmla="*/ 5602973 w 6277176"/>
                <a:gd name="connsiteY23" fmla="*/ 4964789 h 5578507"/>
                <a:gd name="connsiteX24" fmla="*/ 5411022 w 6277176"/>
                <a:gd name="connsiteY24" fmla="*/ 4942655 h 5578507"/>
                <a:gd name="connsiteX25" fmla="*/ 4985753 w 6277176"/>
                <a:gd name="connsiteY25" fmla="*/ 5391509 h 5578507"/>
                <a:gd name="connsiteX26" fmla="*/ 4620613 w 6277176"/>
                <a:gd name="connsiteY26" fmla="*/ 5506250 h 5578507"/>
                <a:gd name="connsiteX27" fmla="*/ 4046679 w 6277176"/>
                <a:gd name="connsiteY27" fmla="*/ 5421626 h 5578507"/>
                <a:gd name="connsiteX28" fmla="*/ 3219364 w 6277176"/>
                <a:gd name="connsiteY28" fmla="*/ 5407112 h 5578507"/>
                <a:gd name="connsiteX29" fmla="*/ 183394 w 6277176"/>
                <a:gd name="connsiteY29" fmla="*/ 5159722 h 5578507"/>
                <a:gd name="connsiteX30" fmla="*/ 30994 w 6277176"/>
                <a:gd name="connsiteY30" fmla="*/ 4753968 h 5578507"/>
                <a:gd name="connsiteX0" fmla="*/ 30994 w 6277176"/>
                <a:gd name="connsiteY0" fmla="*/ 4753968 h 5578507"/>
                <a:gd name="connsiteX1" fmla="*/ 1279893 w 6277176"/>
                <a:gd name="connsiteY1" fmla="*/ 2213968 h 5578507"/>
                <a:gd name="connsiteX2" fmla="*/ 2405370 w 6277176"/>
                <a:gd name="connsiteY2" fmla="*/ 2354 h 5578507"/>
                <a:gd name="connsiteX3" fmla="*/ 2885542 w 6277176"/>
                <a:gd name="connsiteY3" fmla="*/ 181968 h 5578507"/>
                <a:gd name="connsiteX4" fmla="*/ 3030684 w 6277176"/>
                <a:gd name="connsiteY4" fmla="*/ 80368 h 5578507"/>
                <a:gd name="connsiteX5" fmla="*/ 3146798 w 6277176"/>
                <a:gd name="connsiteY5" fmla="*/ 283568 h 5578507"/>
                <a:gd name="connsiteX6" fmla="*/ 3190341 w 6277176"/>
                <a:gd name="connsiteY6" fmla="*/ 7797 h 5578507"/>
                <a:gd name="connsiteX7" fmla="*/ 3451597 w 6277176"/>
                <a:gd name="connsiteY7" fmla="*/ 399683 h 5578507"/>
                <a:gd name="connsiteX8" fmla="*/ 3712854 w 6277176"/>
                <a:gd name="connsiteY8" fmla="*/ 748026 h 5578507"/>
                <a:gd name="connsiteX9" fmla="*/ 3901539 w 6277176"/>
                <a:gd name="connsiteY9" fmla="*/ 472255 h 5578507"/>
                <a:gd name="connsiteX10" fmla="*/ 4061195 w 6277176"/>
                <a:gd name="connsiteY10" fmla="*/ 631912 h 5578507"/>
                <a:gd name="connsiteX11" fmla="*/ 4351482 w 6277176"/>
                <a:gd name="connsiteY11" fmla="*/ 922198 h 5578507"/>
                <a:gd name="connsiteX12" fmla="*/ 4496624 w 6277176"/>
                <a:gd name="connsiteY12" fmla="*/ 1430198 h 5578507"/>
                <a:gd name="connsiteX13" fmla="*/ 4583709 w 6277176"/>
                <a:gd name="connsiteY13" fmla="*/ 1851112 h 5578507"/>
                <a:gd name="connsiteX14" fmla="*/ 4801424 w 6277176"/>
                <a:gd name="connsiteY14" fmla="*/ 1996255 h 5578507"/>
                <a:gd name="connsiteX15" fmla="*/ 5323937 w 6277176"/>
                <a:gd name="connsiteY15" fmla="*/ 1647912 h 5578507"/>
                <a:gd name="connsiteX16" fmla="*/ 5327565 w 6277176"/>
                <a:gd name="connsiteY16" fmla="*/ 1792148 h 5578507"/>
                <a:gd name="connsiteX17" fmla="*/ 5643251 w 6277176"/>
                <a:gd name="connsiteY17" fmla="*/ 2068826 h 5578507"/>
                <a:gd name="connsiteX18" fmla="*/ 5802908 w 6277176"/>
                <a:gd name="connsiteY18" fmla="*/ 2562312 h 5578507"/>
                <a:gd name="connsiteX19" fmla="*/ 6030601 w 6277176"/>
                <a:gd name="connsiteY19" fmla="*/ 2969165 h 5578507"/>
                <a:gd name="connsiteX20" fmla="*/ 6209307 w 6277176"/>
                <a:gd name="connsiteY20" fmla="*/ 3433169 h 5578507"/>
                <a:gd name="connsiteX21" fmla="*/ 5991593 w 6277176"/>
                <a:gd name="connsiteY21" fmla="*/ 3897626 h 5578507"/>
                <a:gd name="connsiteX22" fmla="*/ 5962564 w 6277176"/>
                <a:gd name="connsiteY22" fmla="*/ 4144369 h 5578507"/>
                <a:gd name="connsiteX23" fmla="*/ 5602973 w 6277176"/>
                <a:gd name="connsiteY23" fmla="*/ 4964789 h 5578507"/>
                <a:gd name="connsiteX24" fmla="*/ 5411022 w 6277176"/>
                <a:gd name="connsiteY24" fmla="*/ 4942655 h 5578507"/>
                <a:gd name="connsiteX25" fmla="*/ 4985753 w 6277176"/>
                <a:gd name="connsiteY25" fmla="*/ 5391509 h 5578507"/>
                <a:gd name="connsiteX26" fmla="*/ 4620613 w 6277176"/>
                <a:gd name="connsiteY26" fmla="*/ 5506250 h 5578507"/>
                <a:gd name="connsiteX27" fmla="*/ 4046679 w 6277176"/>
                <a:gd name="connsiteY27" fmla="*/ 5421626 h 5578507"/>
                <a:gd name="connsiteX28" fmla="*/ 3219364 w 6277176"/>
                <a:gd name="connsiteY28" fmla="*/ 5407112 h 5578507"/>
                <a:gd name="connsiteX29" fmla="*/ 183394 w 6277176"/>
                <a:gd name="connsiteY29" fmla="*/ 5159722 h 5578507"/>
                <a:gd name="connsiteX30" fmla="*/ 30994 w 6277176"/>
                <a:gd name="connsiteY30" fmla="*/ 4753968 h 5578507"/>
                <a:gd name="connsiteX0" fmla="*/ 30994 w 6277176"/>
                <a:gd name="connsiteY0" fmla="*/ 4753968 h 5578507"/>
                <a:gd name="connsiteX1" fmla="*/ 1279893 w 6277176"/>
                <a:gd name="connsiteY1" fmla="*/ 2213968 h 5578507"/>
                <a:gd name="connsiteX2" fmla="*/ 2405370 w 6277176"/>
                <a:gd name="connsiteY2" fmla="*/ 2354 h 5578507"/>
                <a:gd name="connsiteX3" fmla="*/ 2885542 w 6277176"/>
                <a:gd name="connsiteY3" fmla="*/ 181968 h 5578507"/>
                <a:gd name="connsiteX4" fmla="*/ 3030684 w 6277176"/>
                <a:gd name="connsiteY4" fmla="*/ 80368 h 5578507"/>
                <a:gd name="connsiteX5" fmla="*/ 3146798 w 6277176"/>
                <a:gd name="connsiteY5" fmla="*/ 283568 h 5578507"/>
                <a:gd name="connsiteX6" fmla="*/ 3190341 w 6277176"/>
                <a:gd name="connsiteY6" fmla="*/ 7797 h 5578507"/>
                <a:gd name="connsiteX7" fmla="*/ 3451597 w 6277176"/>
                <a:gd name="connsiteY7" fmla="*/ 399683 h 5578507"/>
                <a:gd name="connsiteX8" fmla="*/ 3712854 w 6277176"/>
                <a:gd name="connsiteY8" fmla="*/ 748026 h 5578507"/>
                <a:gd name="connsiteX9" fmla="*/ 3901539 w 6277176"/>
                <a:gd name="connsiteY9" fmla="*/ 472255 h 5578507"/>
                <a:gd name="connsiteX10" fmla="*/ 4061195 w 6277176"/>
                <a:gd name="connsiteY10" fmla="*/ 631912 h 5578507"/>
                <a:gd name="connsiteX11" fmla="*/ 4351482 w 6277176"/>
                <a:gd name="connsiteY11" fmla="*/ 922198 h 5578507"/>
                <a:gd name="connsiteX12" fmla="*/ 4496624 w 6277176"/>
                <a:gd name="connsiteY12" fmla="*/ 1430198 h 5578507"/>
                <a:gd name="connsiteX13" fmla="*/ 4583709 w 6277176"/>
                <a:gd name="connsiteY13" fmla="*/ 1851112 h 5578507"/>
                <a:gd name="connsiteX14" fmla="*/ 4807774 w 6277176"/>
                <a:gd name="connsiteY14" fmla="*/ 2002605 h 5578507"/>
                <a:gd name="connsiteX15" fmla="*/ 5323937 w 6277176"/>
                <a:gd name="connsiteY15" fmla="*/ 1647912 h 5578507"/>
                <a:gd name="connsiteX16" fmla="*/ 5327565 w 6277176"/>
                <a:gd name="connsiteY16" fmla="*/ 1792148 h 5578507"/>
                <a:gd name="connsiteX17" fmla="*/ 5643251 w 6277176"/>
                <a:gd name="connsiteY17" fmla="*/ 2068826 h 5578507"/>
                <a:gd name="connsiteX18" fmla="*/ 5802908 w 6277176"/>
                <a:gd name="connsiteY18" fmla="*/ 2562312 h 5578507"/>
                <a:gd name="connsiteX19" fmla="*/ 6030601 w 6277176"/>
                <a:gd name="connsiteY19" fmla="*/ 2969165 h 5578507"/>
                <a:gd name="connsiteX20" fmla="*/ 6209307 w 6277176"/>
                <a:gd name="connsiteY20" fmla="*/ 3433169 h 5578507"/>
                <a:gd name="connsiteX21" fmla="*/ 5991593 w 6277176"/>
                <a:gd name="connsiteY21" fmla="*/ 3897626 h 5578507"/>
                <a:gd name="connsiteX22" fmla="*/ 5962564 w 6277176"/>
                <a:gd name="connsiteY22" fmla="*/ 4144369 h 5578507"/>
                <a:gd name="connsiteX23" fmla="*/ 5602973 w 6277176"/>
                <a:gd name="connsiteY23" fmla="*/ 4964789 h 5578507"/>
                <a:gd name="connsiteX24" fmla="*/ 5411022 w 6277176"/>
                <a:gd name="connsiteY24" fmla="*/ 4942655 h 5578507"/>
                <a:gd name="connsiteX25" fmla="*/ 4985753 w 6277176"/>
                <a:gd name="connsiteY25" fmla="*/ 5391509 h 5578507"/>
                <a:gd name="connsiteX26" fmla="*/ 4620613 w 6277176"/>
                <a:gd name="connsiteY26" fmla="*/ 5506250 h 5578507"/>
                <a:gd name="connsiteX27" fmla="*/ 4046679 w 6277176"/>
                <a:gd name="connsiteY27" fmla="*/ 5421626 h 5578507"/>
                <a:gd name="connsiteX28" fmla="*/ 3219364 w 6277176"/>
                <a:gd name="connsiteY28" fmla="*/ 5407112 h 5578507"/>
                <a:gd name="connsiteX29" fmla="*/ 183394 w 6277176"/>
                <a:gd name="connsiteY29" fmla="*/ 5159722 h 5578507"/>
                <a:gd name="connsiteX30" fmla="*/ 30994 w 6277176"/>
                <a:gd name="connsiteY30" fmla="*/ 4753968 h 5578507"/>
                <a:gd name="connsiteX0" fmla="*/ 30994 w 6277176"/>
                <a:gd name="connsiteY0" fmla="*/ 4753968 h 5578507"/>
                <a:gd name="connsiteX1" fmla="*/ 1279893 w 6277176"/>
                <a:gd name="connsiteY1" fmla="*/ 2213968 h 5578507"/>
                <a:gd name="connsiteX2" fmla="*/ 2405370 w 6277176"/>
                <a:gd name="connsiteY2" fmla="*/ 2354 h 5578507"/>
                <a:gd name="connsiteX3" fmla="*/ 2885542 w 6277176"/>
                <a:gd name="connsiteY3" fmla="*/ 181968 h 5578507"/>
                <a:gd name="connsiteX4" fmla="*/ 3030684 w 6277176"/>
                <a:gd name="connsiteY4" fmla="*/ 80368 h 5578507"/>
                <a:gd name="connsiteX5" fmla="*/ 3146798 w 6277176"/>
                <a:gd name="connsiteY5" fmla="*/ 283568 h 5578507"/>
                <a:gd name="connsiteX6" fmla="*/ 3190341 w 6277176"/>
                <a:gd name="connsiteY6" fmla="*/ 7797 h 5578507"/>
                <a:gd name="connsiteX7" fmla="*/ 3451597 w 6277176"/>
                <a:gd name="connsiteY7" fmla="*/ 399683 h 5578507"/>
                <a:gd name="connsiteX8" fmla="*/ 3712854 w 6277176"/>
                <a:gd name="connsiteY8" fmla="*/ 748026 h 5578507"/>
                <a:gd name="connsiteX9" fmla="*/ 3901539 w 6277176"/>
                <a:gd name="connsiteY9" fmla="*/ 472255 h 5578507"/>
                <a:gd name="connsiteX10" fmla="*/ 4061195 w 6277176"/>
                <a:gd name="connsiteY10" fmla="*/ 631912 h 5578507"/>
                <a:gd name="connsiteX11" fmla="*/ 4351482 w 6277176"/>
                <a:gd name="connsiteY11" fmla="*/ 922198 h 5578507"/>
                <a:gd name="connsiteX12" fmla="*/ 4496624 w 6277176"/>
                <a:gd name="connsiteY12" fmla="*/ 1430198 h 5578507"/>
                <a:gd name="connsiteX13" fmla="*/ 4583709 w 6277176"/>
                <a:gd name="connsiteY13" fmla="*/ 1851112 h 5578507"/>
                <a:gd name="connsiteX14" fmla="*/ 4807774 w 6277176"/>
                <a:gd name="connsiteY14" fmla="*/ 2002605 h 5578507"/>
                <a:gd name="connsiteX15" fmla="*/ 5323937 w 6277176"/>
                <a:gd name="connsiteY15" fmla="*/ 1647912 h 5578507"/>
                <a:gd name="connsiteX16" fmla="*/ 5327565 w 6277176"/>
                <a:gd name="connsiteY16" fmla="*/ 1792148 h 5578507"/>
                <a:gd name="connsiteX17" fmla="*/ 5643251 w 6277176"/>
                <a:gd name="connsiteY17" fmla="*/ 2068826 h 5578507"/>
                <a:gd name="connsiteX18" fmla="*/ 5802908 w 6277176"/>
                <a:gd name="connsiteY18" fmla="*/ 2562312 h 5578507"/>
                <a:gd name="connsiteX19" fmla="*/ 6030601 w 6277176"/>
                <a:gd name="connsiteY19" fmla="*/ 2969165 h 5578507"/>
                <a:gd name="connsiteX20" fmla="*/ 6209307 w 6277176"/>
                <a:gd name="connsiteY20" fmla="*/ 3433169 h 5578507"/>
                <a:gd name="connsiteX21" fmla="*/ 5991593 w 6277176"/>
                <a:gd name="connsiteY21" fmla="*/ 3897626 h 5578507"/>
                <a:gd name="connsiteX22" fmla="*/ 5962564 w 6277176"/>
                <a:gd name="connsiteY22" fmla="*/ 4144369 h 5578507"/>
                <a:gd name="connsiteX23" fmla="*/ 5602973 w 6277176"/>
                <a:gd name="connsiteY23" fmla="*/ 4964789 h 5578507"/>
                <a:gd name="connsiteX24" fmla="*/ 5411022 w 6277176"/>
                <a:gd name="connsiteY24" fmla="*/ 4942655 h 5578507"/>
                <a:gd name="connsiteX25" fmla="*/ 4985753 w 6277176"/>
                <a:gd name="connsiteY25" fmla="*/ 5391509 h 5578507"/>
                <a:gd name="connsiteX26" fmla="*/ 4620613 w 6277176"/>
                <a:gd name="connsiteY26" fmla="*/ 5506250 h 5578507"/>
                <a:gd name="connsiteX27" fmla="*/ 4046679 w 6277176"/>
                <a:gd name="connsiteY27" fmla="*/ 5421626 h 5578507"/>
                <a:gd name="connsiteX28" fmla="*/ 3219364 w 6277176"/>
                <a:gd name="connsiteY28" fmla="*/ 5407112 h 5578507"/>
                <a:gd name="connsiteX29" fmla="*/ 183394 w 6277176"/>
                <a:gd name="connsiteY29" fmla="*/ 5159722 h 5578507"/>
                <a:gd name="connsiteX30" fmla="*/ 30994 w 6277176"/>
                <a:gd name="connsiteY30" fmla="*/ 4753968 h 5578507"/>
                <a:gd name="connsiteX0" fmla="*/ 30994 w 6277176"/>
                <a:gd name="connsiteY0" fmla="*/ 4753968 h 5578507"/>
                <a:gd name="connsiteX1" fmla="*/ 1279893 w 6277176"/>
                <a:gd name="connsiteY1" fmla="*/ 2213968 h 5578507"/>
                <a:gd name="connsiteX2" fmla="*/ 2405370 w 6277176"/>
                <a:gd name="connsiteY2" fmla="*/ 2354 h 5578507"/>
                <a:gd name="connsiteX3" fmla="*/ 2885542 w 6277176"/>
                <a:gd name="connsiteY3" fmla="*/ 181968 h 5578507"/>
                <a:gd name="connsiteX4" fmla="*/ 3030684 w 6277176"/>
                <a:gd name="connsiteY4" fmla="*/ 80368 h 5578507"/>
                <a:gd name="connsiteX5" fmla="*/ 3146798 w 6277176"/>
                <a:gd name="connsiteY5" fmla="*/ 283568 h 5578507"/>
                <a:gd name="connsiteX6" fmla="*/ 3190341 w 6277176"/>
                <a:gd name="connsiteY6" fmla="*/ 7797 h 5578507"/>
                <a:gd name="connsiteX7" fmla="*/ 3451597 w 6277176"/>
                <a:gd name="connsiteY7" fmla="*/ 399683 h 5578507"/>
                <a:gd name="connsiteX8" fmla="*/ 3712854 w 6277176"/>
                <a:gd name="connsiteY8" fmla="*/ 748026 h 5578507"/>
                <a:gd name="connsiteX9" fmla="*/ 3901539 w 6277176"/>
                <a:gd name="connsiteY9" fmla="*/ 472255 h 5578507"/>
                <a:gd name="connsiteX10" fmla="*/ 4061195 w 6277176"/>
                <a:gd name="connsiteY10" fmla="*/ 631912 h 5578507"/>
                <a:gd name="connsiteX11" fmla="*/ 4351482 w 6277176"/>
                <a:gd name="connsiteY11" fmla="*/ 922198 h 5578507"/>
                <a:gd name="connsiteX12" fmla="*/ 4496624 w 6277176"/>
                <a:gd name="connsiteY12" fmla="*/ 1430198 h 5578507"/>
                <a:gd name="connsiteX13" fmla="*/ 4583709 w 6277176"/>
                <a:gd name="connsiteY13" fmla="*/ 1851112 h 5578507"/>
                <a:gd name="connsiteX14" fmla="*/ 4807774 w 6277176"/>
                <a:gd name="connsiteY14" fmla="*/ 2002605 h 5578507"/>
                <a:gd name="connsiteX15" fmla="*/ 5323937 w 6277176"/>
                <a:gd name="connsiteY15" fmla="*/ 1647912 h 5578507"/>
                <a:gd name="connsiteX16" fmla="*/ 5327565 w 6277176"/>
                <a:gd name="connsiteY16" fmla="*/ 1792148 h 5578507"/>
                <a:gd name="connsiteX17" fmla="*/ 5643251 w 6277176"/>
                <a:gd name="connsiteY17" fmla="*/ 2068826 h 5578507"/>
                <a:gd name="connsiteX18" fmla="*/ 5802908 w 6277176"/>
                <a:gd name="connsiteY18" fmla="*/ 2562312 h 5578507"/>
                <a:gd name="connsiteX19" fmla="*/ 6030601 w 6277176"/>
                <a:gd name="connsiteY19" fmla="*/ 2969165 h 5578507"/>
                <a:gd name="connsiteX20" fmla="*/ 6209307 w 6277176"/>
                <a:gd name="connsiteY20" fmla="*/ 3433169 h 5578507"/>
                <a:gd name="connsiteX21" fmla="*/ 5991593 w 6277176"/>
                <a:gd name="connsiteY21" fmla="*/ 3897626 h 5578507"/>
                <a:gd name="connsiteX22" fmla="*/ 5962564 w 6277176"/>
                <a:gd name="connsiteY22" fmla="*/ 4144369 h 5578507"/>
                <a:gd name="connsiteX23" fmla="*/ 5602973 w 6277176"/>
                <a:gd name="connsiteY23" fmla="*/ 4964789 h 5578507"/>
                <a:gd name="connsiteX24" fmla="*/ 5411022 w 6277176"/>
                <a:gd name="connsiteY24" fmla="*/ 4942655 h 5578507"/>
                <a:gd name="connsiteX25" fmla="*/ 4985753 w 6277176"/>
                <a:gd name="connsiteY25" fmla="*/ 5391509 h 5578507"/>
                <a:gd name="connsiteX26" fmla="*/ 4620613 w 6277176"/>
                <a:gd name="connsiteY26" fmla="*/ 5506250 h 5578507"/>
                <a:gd name="connsiteX27" fmla="*/ 4046679 w 6277176"/>
                <a:gd name="connsiteY27" fmla="*/ 5421626 h 5578507"/>
                <a:gd name="connsiteX28" fmla="*/ 3219364 w 6277176"/>
                <a:gd name="connsiteY28" fmla="*/ 5407112 h 5578507"/>
                <a:gd name="connsiteX29" fmla="*/ 183394 w 6277176"/>
                <a:gd name="connsiteY29" fmla="*/ 5159722 h 5578507"/>
                <a:gd name="connsiteX30" fmla="*/ 30994 w 6277176"/>
                <a:gd name="connsiteY30" fmla="*/ 4753968 h 5578507"/>
                <a:gd name="connsiteX0" fmla="*/ 30994 w 6277176"/>
                <a:gd name="connsiteY0" fmla="*/ 4753968 h 5578507"/>
                <a:gd name="connsiteX1" fmla="*/ 1279893 w 6277176"/>
                <a:gd name="connsiteY1" fmla="*/ 2213968 h 5578507"/>
                <a:gd name="connsiteX2" fmla="*/ 2405370 w 6277176"/>
                <a:gd name="connsiteY2" fmla="*/ 2354 h 5578507"/>
                <a:gd name="connsiteX3" fmla="*/ 2885542 w 6277176"/>
                <a:gd name="connsiteY3" fmla="*/ 181968 h 5578507"/>
                <a:gd name="connsiteX4" fmla="*/ 3030684 w 6277176"/>
                <a:gd name="connsiteY4" fmla="*/ 80368 h 5578507"/>
                <a:gd name="connsiteX5" fmla="*/ 3146798 w 6277176"/>
                <a:gd name="connsiteY5" fmla="*/ 283568 h 5578507"/>
                <a:gd name="connsiteX6" fmla="*/ 3190341 w 6277176"/>
                <a:gd name="connsiteY6" fmla="*/ 7797 h 5578507"/>
                <a:gd name="connsiteX7" fmla="*/ 3451597 w 6277176"/>
                <a:gd name="connsiteY7" fmla="*/ 399683 h 5578507"/>
                <a:gd name="connsiteX8" fmla="*/ 3712854 w 6277176"/>
                <a:gd name="connsiteY8" fmla="*/ 748026 h 5578507"/>
                <a:gd name="connsiteX9" fmla="*/ 3901539 w 6277176"/>
                <a:gd name="connsiteY9" fmla="*/ 472255 h 5578507"/>
                <a:gd name="connsiteX10" fmla="*/ 4061195 w 6277176"/>
                <a:gd name="connsiteY10" fmla="*/ 631912 h 5578507"/>
                <a:gd name="connsiteX11" fmla="*/ 4351482 w 6277176"/>
                <a:gd name="connsiteY11" fmla="*/ 922198 h 5578507"/>
                <a:gd name="connsiteX12" fmla="*/ 4496624 w 6277176"/>
                <a:gd name="connsiteY12" fmla="*/ 1430198 h 5578507"/>
                <a:gd name="connsiteX13" fmla="*/ 4583709 w 6277176"/>
                <a:gd name="connsiteY13" fmla="*/ 1851112 h 5578507"/>
                <a:gd name="connsiteX14" fmla="*/ 4852224 w 6277176"/>
                <a:gd name="connsiteY14" fmla="*/ 2002605 h 5578507"/>
                <a:gd name="connsiteX15" fmla="*/ 5323937 w 6277176"/>
                <a:gd name="connsiteY15" fmla="*/ 1647912 h 5578507"/>
                <a:gd name="connsiteX16" fmla="*/ 5327565 w 6277176"/>
                <a:gd name="connsiteY16" fmla="*/ 1792148 h 5578507"/>
                <a:gd name="connsiteX17" fmla="*/ 5643251 w 6277176"/>
                <a:gd name="connsiteY17" fmla="*/ 2068826 h 5578507"/>
                <a:gd name="connsiteX18" fmla="*/ 5802908 w 6277176"/>
                <a:gd name="connsiteY18" fmla="*/ 2562312 h 5578507"/>
                <a:gd name="connsiteX19" fmla="*/ 6030601 w 6277176"/>
                <a:gd name="connsiteY19" fmla="*/ 2969165 h 5578507"/>
                <a:gd name="connsiteX20" fmla="*/ 6209307 w 6277176"/>
                <a:gd name="connsiteY20" fmla="*/ 3433169 h 5578507"/>
                <a:gd name="connsiteX21" fmla="*/ 5991593 w 6277176"/>
                <a:gd name="connsiteY21" fmla="*/ 3897626 h 5578507"/>
                <a:gd name="connsiteX22" fmla="*/ 5962564 w 6277176"/>
                <a:gd name="connsiteY22" fmla="*/ 4144369 h 5578507"/>
                <a:gd name="connsiteX23" fmla="*/ 5602973 w 6277176"/>
                <a:gd name="connsiteY23" fmla="*/ 4964789 h 5578507"/>
                <a:gd name="connsiteX24" fmla="*/ 5411022 w 6277176"/>
                <a:gd name="connsiteY24" fmla="*/ 4942655 h 5578507"/>
                <a:gd name="connsiteX25" fmla="*/ 4985753 w 6277176"/>
                <a:gd name="connsiteY25" fmla="*/ 5391509 h 5578507"/>
                <a:gd name="connsiteX26" fmla="*/ 4620613 w 6277176"/>
                <a:gd name="connsiteY26" fmla="*/ 5506250 h 5578507"/>
                <a:gd name="connsiteX27" fmla="*/ 4046679 w 6277176"/>
                <a:gd name="connsiteY27" fmla="*/ 5421626 h 5578507"/>
                <a:gd name="connsiteX28" fmla="*/ 3219364 w 6277176"/>
                <a:gd name="connsiteY28" fmla="*/ 5407112 h 5578507"/>
                <a:gd name="connsiteX29" fmla="*/ 183394 w 6277176"/>
                <a:gd name="connsiteY29" fmla="*/ 5159722 h 5578507"/>
                <a:gd name="connsiteX30" fmla="*/ 30994 w 6277176"/>
                <a:gd name="connsiteY30" fmla="*/ 4753968 h 5578507"/>
                <a:gd name="connsiteX0" fmla="*/ 30994 w 6277176"/>
                <a:gd name="connsiteY0" fmla="*/ 4753968 h 5578507"/>
                <a:gd name="connsiteX1" fmla="*/ 1279893 w 6277176"/>
                <a:gd name="connsiteY1" fmla="*/ 2213968 h 5578507"/>
                <a:gd name="connsiteX2" fmla="*/ 2405370 w 6277176"/>
                <a:gd name="connsiteY2" fmla="*/ 2354 h 5578507"/>
                <a:gd name="connsiteX3" fmla="*/ 2885542 w 6277176"/>
                <a:gd name="connsiteY3" fmla="*/ 181968 h 5578507"/>
                <a:gd name="connsiteX4" fmla="*/ 3030684 w 6277176"/>
                <a:gd name="connsiteY4" fmla="*/ 80368 h 5578507"/>
                <a:gd name="connsiteX5" fmla="*/ 3146798 w 6277176"/>
                <a:gd name="connsiteY5" fmla="*/ 283568 h 5578507"/>
                <a:gd name="connsiteX6" fmla="*/ 3190341 w 6277176"/>
                <a:gd name="connsiteY6" fmla="*/ 7797 h 5578507"/>
                <a:gd name="connsiteX7" fmla="*/ 3451597 w 6277176"/>
                <a:gd name="connsiteY7" fmla="*/ 399683 h 5578507"/>
                <a:gd name="connsiteX8" fmla="*/ 3712854 w 6277176"/>
                <a:gd name="connsiteY8" fmla="*/ 748026 h 5578507"/>
                <a:gd name="connsiteX9" fmla="*/ 3901539 w 6277176"/>
                <a:gd name="connsiteY9" fmla="*/ 472255 h 5578507"/>
                <a:gd name="connsiteX10" fmla="*/ 4061195 w 6277176"/>
                <a:gd name="connsiteY10" fmla="*/ 631912 h 5578507"/>
                <a:gd name="connsiteX11" fmla="*/ 4351482 w 6277176"/>
                <a:gd name="connsiteY11" fmla="*/ 922198 h 5578507"/>
                <a:gd name="connsiteX12" fmla="*/ 4496624 w 6277176"/>
                <a:gd name="connsiteY12" fmla="*/ 1430198 h 5578507"/>
                <a:gd name="connsiteX13" fmla="*/ 4583709 w 6277176"/>
                <a:gd name="connsiteY13" fmla="*/ 1851112 h 5578507"/>
                <a:gd name="connsiteX14" fmla="*/ 4814124 w 6277176"/>
                <a:gd name="connsiteY14" fmla="*/ 2015305 h 5578507"/>
                <a:gd name="connsiteX15" fmla="*/ 5323937 w 6277176"/>
                <a:gd name="connsiteY15" fmla="*/ 1647912 h 5578507"/>
                <a:gd name="connsiteX16" fmla="*/ 5327565 w 6277176"/>
                <a:gd name="connsiteY16" fmla="*/ 1792148 h 5578507"/>
                <a:gd name="connsiteX17" fmla="*/ 5643251 w 6277176"/>
                <a:gd name="connsiteY17" fmla="*/ 2068826 h 5578507"/>
                <a:gd name="connsiteX18" fmla="*/ 5802908 w 6277176"/>
                <a:gd name="connsiteY18" fmla="*/ 2562312 h 5578507"/>
                <a:gd name="connsiteX19" fmla="*/ 6030601 w 6277176"/>
                <a:gd name="connsiteY19" fmla="*/ 2969165 h 5578507"/>
                <a:gd name="connsiteX20" fmla="*/ 6209307 w 6277176"/>
                <a:gd name="connsiteY20" fmla="*/ 3433169 h 5578507"/>
                <a:gd name="connsiteX21" fmla="*/ 5991593 w 6277176"/>
                <a:gd name="connsiteY21" fmla="*/ 3897626 h 5578507"/>
                <a:gd name="connsiteX22" fmla="*/ 5962564 w 6277176"/>
                <a:gd name="connsiteY22" fmla="*/ 4144369 h 5578507"/>
                <a:gd name="connsiteX23" fmla="*/ 5602973 w 6277176"/>
                <a:gd name="connsiteY23" fmla="*/ 4964789 h 5578507"/>
                <a:gd name="connsiteX24" fmla="*/ 5411022 w 6277176"/>
                <a:gd name="connsiteY24" fmla="*/ 4942655 h 5578507"/>
                <a:gd name="connsiteX25" fmla="*/ 4985753 w 6277176"/>
                <a:gd name="connsiteY25" fmla="*/ 5391509 h 5578507"/>
                <a:gd name="connsiteX26" fmla="*/ 4620613 w 6277176"/>
                <a:gd name="connsiteY26" fmla="*/ 5506250 h 5578507"/>
                <a:gd name="connsiteX27" fmla="*/ 4046679 w 6277176"/>
                <a:gd name="connsiteY27" fmla="*/ 5421626 h 5578507"/>
                <a:gd name="connsiteX28" fmla="*/ 3219364 w 6277176"/>
                <a:gd name="connsiteY28" fmla="*/ 5407112 h 5578507"/>
                <a:gd name="connsiteX29" fmla="*/ 183394 w 6277176"/>
                <a:gd name="connsiteY29" fmla="*/ 5159722 h 5578507"/>
                <a:gd name="connsiteX30" fmla="*/ 30994 w 6277176"/>
                <a:gd name="connsiteY30" fmla="*/ 4753968 h 5578507"/>
                <a:gd name="connsiteX0" fmla="*/ 30994 w 6277176"/>
                <a:gd name="connsiteY0" fmla="*/ 4753968 h 5578507"/>
                <a:gd name="connsiteX1" fmla="*/ 1279893 w 6277176"/>
                <a:gd name="connsiteY1" fmla="*/ 2213968 h 5578507"/>
                <a:gd name="connsiteX2" fmla="*/ 2405370 w 6277176"/>
                <a:gd name="connsiteY2" fmla="*/ 2354 h 5578507"/>
                <a:gd name="connsiteX3" fmla="*/ 2885542 w 6277176"/>
                <a:gd name="connsiteY3" fmla="*/ 181968 h 5578507"/>
                <a:gd name="connsiteX4" fmla="*/ 3030684 w 6277176"/>
                <a:gd name="connsiteY4" fmla="*/ 80368 h 5578507"/>
                <a:gd name="connsiteX5" fmla="*/ 3146798 w 6277176"/>
                <a:gd name="connsiteY5" fmla="*/ 283568 h 5578507"/>
                <a:gd name="connsiteX6" fmla="*/ 3190341 w 6277176"/>
                <a:gd name="connsiteY6" fmla="*/ 7797 h 5578507"/>
                <a:gd name="connsiteX7" fmla="*/ 3451597 w 6277176"/>
                <a:gd name="connsiteY7" fmla="*/ 399683 h 5578507"/>
                <a:gd name="connsiteX8" fmla="*/ 3712854 w 6277176"/>
                <a:gd name="connsiteY8" fmla="*/ 748026 h 5578507"/>
                <a:gd name="connsiteX9" fmla="*/ 3901539 w 6277176"/>
                <a:gd name="connsiteY9" fmla="*/ 472255 h 5578507"/>
                <a:gd name="connsiteX10" fmla="*/ 4061195 w 6277176"/>
                <a:gd name="connsiteY10" fmla="*/ 631912 h 5578507"/>
                <a:gd name="connsiteX11" fmla="*/ 4351482 w 6277176"/>
                <a:gd name="connsiteY11" fmla="*/ 922198 h 5578507"/>
                <a:gd name="connsiteX12" fmla="*/ 4496624 w 6277176"/>
                <a:gd name="connsiteY12" fmla="*/ 1430198 h 5578507"/>
                <a:gd name="connsiteX13" fmla="*/ 4583709 w 6277176"/>
                <a:gd name="connsiteY13" fmla="*/ 1851112 h 5578507"/>
                <a:gd name="connsiteX14" fmla="*/ 4814124 w 6277176"/>
                <a:gd name="connsiteY14" fmla="*/ 2015305 h 5578507"/>
                <a:gd name="connsiteX15" fmla="*/ 5323937 w 6277176"/>
                <a:gd name="connsiteY15" fmla="*/ 1647912 h 5578507"/>
                <a:gd name="connsiteX16" fmla="*/ 5327565 w 6277176"/>
                <a:gd name="connsiteY16" fmla="*/ 1792148 h 5578507"/>
                <a:gd name="connsiteX17" fmla="*/ 5643251 w 6277176"/>
                <a:gd name="connsiteY17" fmla="*/ 2068826 h 5578507"/>
                <a:gd name="connsiteX18" fmla="*/ 5802908 w 6277176"/>
                <a:gd name="connsiteY18" fmla="*/ 2562312 h 5578507"/>
                <a:gd name="connsiteX19" fmla="*/ 6030601 w 6277176"/>
                <a:gd name="connsiteY19" fmla="*/ 2969165 h 5578507"/>
                <a:gd name="connsiteX20" fmla="*/ 6209307 w 6277176"/>
                <a:gd name="connsiteY20" fmla="*/ 3433169 h 5578507"/>
                <a:gd name="connsiteX21" fmla="*/ 5991593 w 6277176"/>
                <a:gd name="connsiteY21" fmla="*/ 3897626 h 5578507"/>
                <a:gd name="connsiteX22" fmla="*/ 5962564 w 6277176"/>
                <a:gd name="connsiteY22" fmla="*/ 4144369 h 5578507"/>
                <a:gd name="connsiteX23" fmla="*/ 5602973 w 6277176"/>
                <a:gd name="connsiteY23" fmla="*/ 4964789 h 5578507"/>
                <a:gd name="connsiteX24" fmla="*/ 5411022 w 6277176"/>
                <a:gd name="connsiteY24" fmla="*/ 4942655 h 5578507"/>
                <a:gd name="connsiteX25" fmla="*/ 4985753 w 6277176"/>
                <a:gd name="connsiteY25" fmla="*/ 5391509 h 5578507"/>
                <a:gd name="connsiteX26" fmla="*/ 4620613 w 6277176"/>
                <a:gd name="connsiteY26" fmla="*/ 5506250 h 5578507"/>
                <a:gd name="connsiteX27" fmla="*/ 4046679 w 6277176"/>
                <a:gd name="connsiteY27" fmla="*/ 5421626 h 5578507"/>
                <a:gd name="connsiteX28" fmla="*/ 3219364 w 6277176"/>
                <a:gd name="connsiteY28" fmla="*/ 5407112 h 5578507"/>
                <a:gd name="connsiteX29" fmla="*/ 183394 w 6277176"/>
                <a:gd name="connsiteY29" fmla="*/ 5159722 h 5578507"/>
                <a:gd name="connsiteX30" fmla="*/ 30994 w 6277176"/>
                <a:gd name="connsiteY30" fmla="*/ 4753968 h 5578507"/>
                <a:gd name="connsiteX0" fmla="*/ 30994 w 6277176"/>
                <a:gd name="connsiteY0" fmla="*/ 4753968 h 5578507"/>
                <a:gd name="connsiteX1" fmla="*/ 1279893 w 6277176"/>
                <a:gd name="connsiteY1" fmla="*/ 2213968 h 5578507"/>
                <a:gd name="connsiteX2" fmla="*/ 2405370 w 6277176"/>
                <a:gd name="connsiteY2" fmla="*/ 2354 h 5578507"/>
                <a:gd name="connsiteX3" fmla="*/ 2885542 w 6277176"/>
                <a:gd name="connsiteY3" fmla="*/ 181968 h 5578507"/>
                <a:gd name="connsiteX4" fmla="*/ 3030684 w 6277176"/>
                <a:gd name="connsiteY4" fmla="*/ 80368 h 5578507"/>
                <a:gd name="connsiteX5" fmla="*/ 3146798 w 6277176"/>
                <a:gd name="connsiteY5" fmla="*/ 283568 h 5578507"/>
                <a:gd name="connsiteX6" fmla="*/ 3190341 w 6277176"/>
                <a:gd name="connsiteY6" fmla="*/ 7797 h 5578507"/>
                <a:gd name="connsiteX7" fmla="*/ 3451597 w 6277176"/>
                <a:gd name="connsiteY7" fmla="*/ 399683 h 5578507"/>
                <a:gd name="connsiteX8" fmla="*/ 3712854 w 6277176"/>
                <a:gd name="connsiteY8" fmla="*/ 748026 h 5578507"/>
                <a:gd name="connsiteX9" fmla="*/ 3901539 w 6277176"/>
                <a:gd name="connsiteY9" fmla="*/ 472255 h 5578507"/>
                <a:gd name="connsiteX10" fmla="*/ 4061195 w 6277176"/>
                <a:gd name="connsiteY10" fmla="*/ 631912 h 5578507"/>
                <a:gd name="connsiteX11" fmla="*/ 4351482 w 6277176"/>
                <a:gd name="connsiteY11" fmla="*/ 922198 h 5578507"/>
                <a:gd name="connsiteX12" fmla="*/ 4496624 w 6277176"/>
                <a:gd name="connsiteY12" fmla="*/ 1430198 h 5578507"/>
                <a:gd name="connsiteX13" fmla="*/ 4545609 w 6277176"/>
                <a:gd name="connsiteY13" fmla="*/ 1927312 h 5578507"/>
                <a:gd name="connsiteX14" fmla="*/ 4814124 w 6277176"/>
                <a:gd name="connsiteY14" fmla="*/ 2015305 h 5578507"/>
                <a:gd name="connsiteX15" fmla="*/ 5323937 w 6277176"/>
                <a:gd name="connsiteY15" fmla="*/ 1647912 h 5578507"/>
                <a:gd name="connsiteX16" fmla="*/ 5327565 w 6277176"/>
                <a:gd name="connsiteY16" fmla="*/ 1792148 h 5578507"/>
                <a:gd name="connsiteX17" fmla="*/ 5643251 w 6277176"/>
                <a:gd name="connsiteY17" fmla="*/ 2068826 h 5578507"/>
                <a:gd name="connsiteX18" fmla="*/ 5802908 w 6277176"/>
                <a:gd name="connsiteY18" fmla="*/ 2562312 h 5578507"/>
                <a:gd name="connsiteX19" fmla="*/ 6030601 w 6277176"/>
                <a:gd name="connsiteY19" fmla="*/ 2969165 h 5578507"/>
                <a:gd name="connsiteX20" fmla="*/ 6209307 w 6277176"/>
                <a:gd name="connsiteY20" fmla="*/ 3433169 h 5578507"/>
                <a:gd name="connsiteX21" fmla="*/ 5991593 w 6277176"/>
                <a:gd name="connsiteY21" fmla="*/ 3897626 h 5578507"/>
                <a:gd name="connsiteX22" fmla="*/ 5962564 w 6277176"/>
                <a:gd name="connsiteY22" fmla="*/ 4144369 h 5578507"/>
                <a:gd name="connsiteX23" fmla="*/ 5602973 w 6277176"/>
                <a:gd name="connsiteY23" fmla="*/ 4964789 h 5578507"/>
                <a:gd name="connsiteX24" fmla="*/ 5411022 w 6277176"/>
                <a:gd name="connsiteY24" fmla="*/ 4942655 h 5578507"/>
                <a:gd name="connsiteX25" fmla="*/ 4985753 w 6277176"/>
                <a:gd name="connsiteY25" fmla="*/ 5391509 h 5578507"/>
                <a:gd name="connsiteX26" fmla="*/ 4620613 w 6277176"/>
                <a:gd name="connsiteY26" fmla="*/ 5506250 h 5578507"/>
                <a:gd name="connsiteX27" fmla="*/ 4046679 w 6277176"/>
                <a:gd name="connsiteY27" fmla="*/ 5421626 h 5578507"/>
                <a:gd name="connsiteX28" fmla="*/ 3219364 w 6277176"/>
                <a:gd name="connsiteY28" fmla="*/ 5407112 h 5578507"/>
                <a:gd name="connsiteX29" fmla="*/ 183394 w 6277176"/>
                <a:gd name="connsiteY29" fmla="*/ 5159722 h 5578507"/>
                <a:gd name="connsiteX30" fmla="*/ 30994 w 6277176"/>
                <a:gd name="connsiteY30" fmla="*/ 4753968 h 5578507"/>
                <a:gd name="connsiteX0" fmla="*/ 30994 w 6277176"/>
                <a:gd name="connsiteY0" fmla="*/ 4753968 h 5578507"/>
                <a:gd name="connsiteX1" fmla="*/ 1279893 w 6277176"/>
                <a:gd name="connsiteY1" fmla="*/ 2213968 h 5578507"/>
                <a:gd name="connsiteX2" fmla="*/ 2405370 w 6277176"/>
                <a:gd name="connsiteY2" fmla="*/ 2354 h 5578507"/>
                <a:gd name="connsiteX3" fmla="*/ 2885542 w 6277176"/>
                <a:gd name="connsiteY3" fmla="*/ 181968 h 5578507"/>
                <a:gd name="connsiteX4" fmla="*/ 3030684 w 6277176"/>
                <a:gd name="connsiteY4" fmla="*/ 80368 h 5578507"/>
                <a:gd name="connsiteX5" fmla="*/ 3146798 w 6277176"/>
                <a:gd name="connsiteY5" fmla="*/ 283568 h 5578507"/>
                <a:gd name="connsiteX6" fmla="*/ 3190341 w 6277176"/>
                <a:gd name="connsiteY6" fmla="*/ 7797 h 5578507"/>
                <a:gd name="connsiteX7" fmla="*/ 3451597 w 6277176"/>
                <a:gd name="connsiteY7" fmla="*/ 399683 h 5578507"/>
                <a:gd name="connsiteX8" fmla="*/ 3712854 w 6277176"/>
                <a:gd name="connsiteY8" fmla="*/ 748026 h 5578507"/>
                <a:gd name="connsiteX9" fmla="*/ 3901539 w 6277176"/>
                <a:gd name="connsiteY9" fmla="*/ 472255 h 5578507"/>
                <a:gd name="connsiteX10" fmla="*/ 4061195 w 6277176"/>
                <a:gd name="connsiteY10" fmla="*/ 631912 h 5578507"/>
                <a:gd name="connsiteX11" fmla="*/ 4351482 w 6277176"/>
                <a:gd name="connsiteY11" fmla="*/ 922198 h 5578507"/>
                <a:gd name="connsiteX12" fmla="*/ 4496624 w 6277176"/>
                <a:gd name="connsiteY12" fmla="*/ 1430198 h 5578507"/>
                <a:gd name="connsiteX13" fmla="*/ 4545609 w 6277176"/>
                <a:gd name="connsiteY13" fmla="*/ 1927312 h 5578507"/>
                <a:gd name="connsiteX14" fmla="*/ 4814124 w 6277176"/>
                <a:gd name="connsiteY14" fmla="*/ 2015305 h 5578507"/>
                <a:gd name="connsiteX15" fmla="*/ 5323937 w 6277176"/>
                <a:gd name="connsiteY15" fmla="*/ 1647912 h 5578507"/>
                <a:gd name="connsiteX16" fmla="*/ 5327565 w 6277176"/>
                <a:gd name="connsiteY16" fmla="*/ 1792148 h 5578507"/>
                <a:gd name="connsiteX17" fmla="*/ 5643251 w 6277176"/>
                <a:gd name="connsiteY17" fmla="*/ 2068826 h 5578507"/>
                <a:gd name="connsiteX18" fmla="*/ 5802908 w 6277176"/>
                <a:gd name="connsiteY18" fmla="*/ 2562312 h 5578507"/>
                <a:gd name="connsiteX19" fmla="*/ 6030601 w 6277176"/>
                <a:gd name="connsiteY19" fmla="*/ 2969165 h 5578507"/>
                <a:gd name="connsiteX20" fmla="*/ 6209307 w 6277176"/>
                <a:gd name="connsiteY20" fmla="*/ 3433169 h 5578507"/>
                <a:gd name="connsiteX21" fmla="*/ 5991593 w 6277176"/>
                <a:gd name="connsiteY21" fmla="*/ 3897626 h 5578507"/>
                <a:gd name="connsiteX22" fmla="*/ 5962564 w 6277176"/>
                <a:gd name="connsiteY22" fmla="*/ 4144369 h 5578507"/>
                <a:gd name="connsiteX23" fmla="*/ 5602973 w 6277176"/>
                <a:gd name="connsiteY23" fmla="*/ 4964789 h 5578507"/>
                <a:gd name="connsiteX24" fmla="*/ 5411022 w 6277176"/>
                <a:gd name="connsiteY24" fmla="*/ 4942655 h 5578507"/>
                <a:gd name="connsiteX25" fmla="*/ 4985753 w 6277176"/>
                <a:gd name="connsiteY25" fmla="*/ 5391509 h 5578507"/>
                <a:gd name="connsiteX26" fmla="*/ 4620613 w 6277176"/>
                <a:gd name="connsiteY26" fmla="*/ 5506250 h 5578507"/>
                <a:gd name="connsiteX27" fmla="*/ 4046679 w 6277176"/>
                <a:gd name="connsiteY27" fmla="*/ 5421626 h 5578507"/>
                <a:gd name="connsiteX28" fmla="*/ 3219364 w 6277176"/>
                <a:gd name="connsiteY28" fmla="*/ 5407112 h 5578507"/>
                <a:gd name="connsiteX29" fmla="*/ 183394 w 6277176"/>
                <a:gd name="connsiteY29" fmla="*/ 5159722 h 5578507"/>
                <a:gd name="connsiteX30" fmla="*/ 30994 w 6277176"/>
                <a:gd name="connsiteY30" fmla="*/ 4753968 h 5578507"/>
                <a:gd name="connsiteX0" fmla="*/ 30994 w 6277176"/>
                <a:gd name="connsiteY0" fmla="*/ 4753968 h 5578507"/>
                <a:gd name="connsiteX1" fmla="*/ 1279893 w 6277176"/>
                <a:gd name="connsiteY1" fmla="*/ 2213968 h 5578507"/>
                <a:gd name="connsiteX2" fmla="*/ 2405370 w 6277176"/>
                <a:gd name="connsiteY2" fmla="*/ 2354 h 5578507"/>
                <a:gd name="connsiteX3" fmla="*/ 2885542 w 6277176"/>
                <a:gd name="connsiteY3" fmla="*/ 181968 h 5578507"/>
                <a:gd name="connsiteX4" fmla="*/ 3030684 w 6277176"/>
                <a:gd name="connsiteY4" fmla="*/ 80368 h 5578507"/>
                <a:gd name="connsiteX5" fmla="*/ 3146798 w 6277176"/>
                <a:gd name="connsiteY5" fmla="*/ 283568 h 5578507"/>
                <a:gd name="connsiteX6" fmla="*/ 3190341 w 6277176"/>
                <a:gd name="connsiteY6" fmla="*/ 7797 h 5578507"/>
                <a:gd name="connsiteX7" fmla="*/ 3451597 w 6277176"/>
                <a:gd name="connsiteY7" fmla="*/ 399683 h 5578507"/>
                <a:gd name="connsiteX8" fmla="*/ 3712854 w 6277176"/>
                <a:gd name="connsiteY8" fmla="*/ 748026 h 5578507"/>
                <a:gd name="connsiteX9" fmla="*/ 3901539 w 6277176"/>
                <a:gd name="connsiteY9" fmla="*/ 472255 h 5578507"/>
                <a:gd name="connsiteX10" fmla="*/ 4061195 w 6277176"/>
                <a:gd name="connsiteY10" fmla="*/ 631912 h 5578507"/>
                <a:gd name="connsiteX11" fmla="*/ 4351482 w 6277176"/>
                <a:gd name="connsiteY11" fmla="*/ 922198 h 5578507"/>
                <a:gd name="connsiteX12" fmla="*/ 4496624 w 6277176"/>
                <a:gd name="connsiteY12" fmla="*/ 1430198 h 5578507"/>
                <a:gd name="connsiteX13" fmla="*/ 4545609 w 6277176"/>
                <a:gd name="connsiteY13" fmla="*/ 1927312 h 5578507"/>
                <a:gd name="connsiteX14" fmla="*/ 4814124 w 6277176"/>
                <a:gd name="connsiteY14" fmla="*/ 2015305 h 5578507"/>
                <a:gd name="connsiteX15" fmla="*/ 5323937 w 6277176"/>
                <a:gd name="connsiteY15" fmla="*/ 1647912 h 5578507"/>
                <a:gd name="connsiteX16" fmla="*/ 5327565 w 6277176"/>
                <a:gd name="connsiteY16" fmla="*/ 1792148 h 5578507"/>
                <a:gd name="connsiteX17" fmla="*/ 5643251 w 6277176"/>
                <a:gd name="connsiteY17" fmla="*/ 2068826 h 5578507"/>
                <a:gd name="connsiteX18" fmla="*/ 5802908 w 6277176"/>
                <a:gd name="connsiteY18" fmla="*/ 2562312 h 5578507"/>
                <a:gd name="connsiteX19" fmla="*/ 6030601 w 6277176"/>
                <a:gd name="connsiteY19" fmla="*/ 2969165 h 5578507"/>
                <a:gd name="connsiteX20" fmla="*/ 6209307 w 6277176"/>
                <a:gd name="connsiteY20" fmla="*/ 3433169 h 5578507"/>
                <a:gd name="connsiteX21" fmla="*/ 5991593 w 6277176"/>
                <a:gd name="connsiteY21" fmla="*/ 3897626 h 5578507"/>
                <a:gd name="connsiteX22" fmla="*/ 5962564 w 6277176"/>
                <a:gd name="connsiteY22" fmla="*/ 4144369 h 5578507"/>
                <a:gd name="connsiteX23" fmla="*/ 5602973 w 6277176"/>
                <a:gd name="connsiteY23" fmla="*/ 4964789 h 5578507"/>
                <a:gd name="connsiteX24" fmla="*/ 5411022 w 6277176"/>
                <a:gd name="connsiteY24" fmla="*/ 4942655 h 5578507"/>
                <a:gd name="connsiteX25" fmla="*/ 4985753 w 6277176"/>
                <a:gd name="connsiteY25" fmla="*/ 5391509 h 5578507"/>
                <a:gd name="connsiteX26" fmla="*/ 4620613 w 6277176"/>
                <a:gd name="connsiteY26" fmla="*/ 5506250 h 5578507"/>
                <a:gd name="connsiteX27" fmla="*/ 4046679 w 6277176"/>
                <a:gd name="connsiteY27" fmla="*/ 5421626 h 5578507"/>
                <a:gd name="connsiteX28" fmla="*/ 3219364 w 6277176"/>
                <a:gd name="connsiteY28" fmla="*/ 5407112 h 5578507"/>
                <a:gd name="connsiteX29" fmla="*/ 183394 w 6277176"/>
                <a:gd name="connsiteY29" fmla="*/ 5159722 h 5578507"/>
                <a:gd name="connsiteX30" fmla="*/ 30994 w 6277176"/>
                <a:gd name="connsiteY30" fmla="*/ 4753968 h 5578507"/>
                <a:gd name="connsiteX0" fmla="*/ 30994 w 6277176"/>
                <a:gd name="connsiteY0" fmla="*/ 4753968 h 5578507"/>
                <a:gd name="connsiteX1" fmla="*/ 1279893 w 6277176"/>
                <a:gd name="connsiteY1" fmla="*/ 2213968 h 5578507"/>
                <a:gd name="connsiteX2" fmla="*/ 2405370 w 6277176"/>
                <a:gd name="connsiteY2" fmla="*/ 2354 h 5578507"/>
                <a:gd name="connsiteX3" fmla="*/ 2885542 w 6277176"/>
                <a:gd name="connsiteY3" fmla="*/ 181968 h 5578507"/>
                <a:gd name="connsiteX4" fmla="*/ 3030684 w 6277176"/>
                <a:gd name="connsiteY4" fmla="*/ 80368 h 5578507"/>
                <a:gd name="connsiteX5" fmla="*/ 3146798 w 6277176"/>
                <a:gd name="connsiteY5" fmla="*/ 283568 h 5578507"/>
                <a:gd name="connsiteX6" fmla="*/ 3190341 w 6277176"/>
                <a:gd name="connsiteY6" fmla="*/ 7797 h 5578507"/>
                <a:gd name="connsiteX7" fmla="*/ 3451597 w 6277176"/>
                <a:gd name="connsiteY7" fmla="*/ 399683 h 5578507"/>
                <a:gd name="connsiteX8" fmla="*/ 3712854 w 6277176"/>
                <a:gd name="connsiteY8" fmla="*/ 748026 h 5578507"/>
                <a:gd name="connsiteX9" fmla="*/ 3901539 w 6277176"/>
                <a:gd name="connsiteY9" fmla="*/ 472255 h 5578507"/>
                <a:gd name="connsiteX10" fmla="*/ 4061195 w 6277176"/>
                <a:gd name="connsiteY10" fmla="*/ 631912 h 5578507"/>
                <a:gd name="connsiteX11" fmla="*/ 4351482 w 6277176"/>
                <a:gd name="connsiteY11" fmla="*/ 922198 h 5578507"/>
                <a:gd name="connsiteX12" fmla="*/ 4496624 w 6277176"/>
                <a:gd name="connsiteY12" fmla="*/ 1430198 h 5578507"/>
                <a:gd name="connsiteX13" fmla="*/ 4545609 w 6277176"/>
                <a:gd name="connsiteY13" fmla="*/ 1927312 h 5578507"/>
                <a:gd name="connsiteX14" fmla="*/ 4814124 w 6277176"/>
                <a:gd name="connsiteY14" fmla="*/ 2015305 h 5578507"/>
                <a:gd name="connsiteX15" fmla="*/ 5323937 w 6277176"/>
                <a:gd name="connsiteY15" fmla="*/ 1647912 h 5578507"/>
                <a:gd name="connsiteX16" fmla="*/ 5327565 w 6277176"/>
                <a:gd name="connsiteY16" fmla="*/ 1792148 h 5578507"/>
                <a:gd name="connsiteX17" fmla="*/ 5643251 w 6277176"/>
                <a:gd name="connsiteY17" fmla="*/ 2068826 h 5578507"/>
                <a:gd name="connsiteX18" fmla="*/ 5802908 w 6277176"/>
                <a:gd name="connsiteY18" fmla="*/ 2562312 h 5578507"/>
                <a:gd name="connsiteX19" fmla="*/ 6030601 w 6277176"/>
                <a:gd name="connsiteY19" fmla="*/ 2969165 h 5578507"/>
                <a:gd name="connsiteX20" fmla="*/ 6209307 w 6277176"/>
                <a:gd name="connsiteY20" fmla="*/ 3433169 h 5578507"/>
                <a:gd name="connsiteX21" fmla="*/ 5991593 w 6277176"/>
                <a:gd name="connsiteY21" fmla="*/ 3897626 h 5578507"/>
                <a:gd name="connsiteX22" fmla="*/ 5962564 w 6277176"/>
                <a:gd name="connsiteY22" fmla="*/ 4144369 h 5578507"/>
                <a:gd name="connsiteX23" fmla="*/ 5602973 w 6277176"/>
                <a:gd name="connsiteY23" fmla="*/ 4964789 h 5578507"/>
                <a:gd name="connsiteX24" fmla="*/ 5411022 w 6277176"/>
                <a:gd name="connsiteY24" fmla="*/ 4942655 h 5578507"/>
                <a:gd name="connsiteX25" fmla="*/ 4985753 w 6277176"/>
                <a:gd name="connsiteY25" fmla="*/ 5391509 h 5578507"/>
                <a:gd name="connsiteX26" fmla="*/ 4620613 w 6277176"/>
                <a:gd name="connsiteY26" fmla="*/ 5506250 h 5578507"/>
                <a:gd name="connsiteX27" fmla="*/ 4046679 w 6277176"/>
                <a:gd name="connsiteY27" fmla="*/ 5421626 h 5578507"/>
                <a:gd name="connsiteX28" fmla="*/ 3219364 w 6277176"/>
                <a:gd name="connsiteY28" fmla="*/ 5407112 h 5578507"/>
                <a:gd name="connsiteX29" fmla="*/ 183394 w 6277176"/>
                <a:gd name="connsiteY29" fmla="*/ 5159722 h 5578507"/>
                <a:gd name="connsiteX30" fmla="*/ 30994 w 6277176"/>
                <a:gd name="connsiteY30" fmla="*/ 4753968 h 5578507"/>
                <a:gd name="connsiteX0" fmla="*/ 30994 w 6277176"/>
                <a:gd name="connsiteY0" fmla="*/ 4753968 h 5578507"/>
                <a:gd name="connsiteX1" fmla="*/ 1279893 w 6277176"/>
                <a:gd name="connsiteY1" fmla="*/ 2213968 h 5578507"/>
                <a:gd name="connsiteX2" fmla="*/ 2405370 w 6277176"/>
                <a:gd name="connsiteY2" fmla="*/ 2354 h 5578507"/>
                <a:gd name="connsiteX3" fmla="*/ 2885542 w 6277176"/>
                <a:gd name="connsiteY3" fmla="*/ 181968 h 5578507"/>
                <a:gd name="connsiteX4" fmla="*/ 3030684 w 6277176"/>
                <a:gd name="connsiteY4" fmla="*/ 80368 h 5578507"/>
                <a:gd name="connsiteX5" fmla="*/ 3146798 w 6277176"/>
                <a:gd name="connsiteY5" fmla="*/ 283568 h 5578507"/>
                <a:gd name="connsiteX6" fmla="*/ 3190341 w 6277176"/>
                <a:gd name="connsiteY6" fmla="*/ 7797 h 5578507"/>
                <a:gd name="connsiteX7" fmla="*/ 3451597 w 6277176"/>
                <a:gd name="connsiteY7" fmla="*/ 399683 h 5578507"/>
                <a:gd name="connsiteX8" fmla="*/ 3712854 w 6277176"/>
                <a:gd name="connsiteY8" fmla="*/ 748026 h 5578507"/>
                <a:gd name="connsiteX9" fmla="*/ 3901539 w 6277176"/>
                <a:gd name="connsiteY9" fmla="*/ 472255 h 5578507"/>
                <a:gd name="connsiteX10" fmla="*/ 4061195 w 6277176"/>
                <a:gd name="connsiteY10" fmla="*/ 631912 h 5578507"/>
                <a:gd name="connsiteX11" fmla="*/ 4351482 w 6277176"/>
                <a:gd name="connsiteY11" fmla="*/ 922198 h 5578507"/>
                <a:gd name="connsiteX12" fmla="*/ 4496624 w 6277176"/>
                <a:gd name="connsiteY12" fmla="*/ 1430198 h 5578507"/>
                <a:gd name="connsiteX13" fmla="*/ 4545609 w 6277176"/>
                <a:gd name="connsiteY13" fmla="*/ 1927312 h 5578507"/>
                <a:gd name="connsiteX14" fmla="*/ 4814124 w 6277176"/>
                <a:gd name="connsiteY14" fmla="*/ 2015305 h 5578507"/>
                <a:gd name="connsiteX15" fmla="*/ 5323937 w 6277176"/>
                <a:gd name="connsiteY15" fmla="*/ 1647912 h 5578507"/>
                <a:gd name="connsiteX16" fmla="*/ 5327565 w 6277176"/>
                <a:gd name="connsiteY16" fmla="*/ 1792148 h 5578507"/>
                <a:gd name="connsiteX17" fmla="*/ 5643251 w 6277176"/>
                <a:gd name="connsiteY17" fmla="*/ 2068826 h 5578507"/>
                <a:gd name="connsiteX18" fmla="*/ 5802908 w 6277176"/>
                <a:gd name="connsiteY18" fmla="*/ 2562312 h 5578507"/>
                <a:gd name="connsiteX19" fmla="*/ 6030601 w 6277176"/>
                <a:gd name="connsiteY19" fmla="*/ 2969165 h 5578507"/>
                <a:gd name="connsiteX20" fmla="*/ 6209307 w 6277176"/>
                <a:gd name="connsiteY20" fmla="*/ 3433169 h 5578507"/>
                <a:gd name="connsiteX21" fmla="*/ 5991593 w 6277176"/>
                <a:gd name="connsiteY21" fmla="*/ 3897626 h 5578507"/>
                <a:gd name="connsiteX22" fmla="*/ 5962564 w 6277176"/>
                <a:gd name="connsiteY22" fmla="*/ 4144369 h 5578507"/>
                <a:gd name="connsiteX23" fmla="*/ 5602973 w 6277176"/>
                <a:gd name="connsiteY23" fmla="*/ 4964789 h 5578507"/>
                <a:gd name="connsiteX24" fmla="*/ 5411022 w 6277176"/>
                <a:gd name="connsiteY24" fmla="*/ 4942655 h 5578507"/>
                <a:gd name="connsiteX25" fmla="*/ 4985753 w 6277176"/>
                <a:gd name="connsiteY25" fmla="*/ 5391509 h 5578507"/>
                <a:gd name="connsiteX26" fmla="*/ 4620613 w 6277176"/>
                <a:gd name="connsiteY26" fmla="*/ 5506250 h 5578507"/>
                <a:gd name="connsiteX27" fmla="*/ 4046679 w 6277176"/>
                <a:gd name="connsiteY27" fmla="*/ 5421626 h 5578507"/>
                <a:gd name="connsiteX28" fmla="*/ 3219364 w 6277176"/>
                <a:gd name="connsiteY28" fmla="*/ 5407112 h 5578507"/>
                <a:gd name="connsiteX29" fmla="*/ 183394 w 6277176"/>
                <a:gd name="connsiteY29" fmla="*/ 5159722 h 5578507"/>
                <a:gd name="connsiteX30" fmla="*/ 30994 w 6277176"/>
                <a:gd name="connsiteY30" fmla="*/ 4753968 h 5578507"/>
                <a:gd name="connsiteX0" fmla="*/ 30994 w 6277176"/>
                <a:gd name="connsiteY0" fmla="*/ 4753968 h 5578507"/>
                <a:gd name="connsiteX1" fmla="*/ 1279893 w 6277176"/>
                <a:gd name="connsiteY1" fmla="*/ 2213968 h 5578507"/>
                <a:gd name="connsiteX2" fmla="*/ 2405370 w 6277176"/>
                <a:gd name="connsiteY2" fmla="*/ 2354 h 5578507"/>
                <a:gd name="connsiteX3" fmla="*/ 2885542 w 6277176"/>
                <a:gd name="connsiteY3" fmla="*/ 181968 h 5578507"/>
                <a:gd name="connsiteX4" fmla="*/ 3030684 w 6277176"/>
                <a:gd name="connsiteY4" fmla="*/ 80368 h 5578507"/>
                <a:gd name="connsiteX5" fmla="*/ 3146798 w 6277176"/>
                <a:gd name="connsiteY5" fmla="*/ 283568 h 5578507"/>
                <a:gd name="connsiteX6" fmla="*/ 3190341 w 6277176"/>
                <a:gd name="connsiteY6" fmla="*/ 7797 h 5578507"/>
                <a:gd name="connsiteX7" fmla="*/ 3451597 w 6277176"/>
                <a:gd name="connsiteY7" fmla="*/ 399683 h 5578507"/>
                <a:gd name="connsiteX8" fmla="*/ 3712854 w 6277176"/>
                <a:gd name="connsiteY8" fmla="*/ 748026 h 5578507"/>
                <a:gd name="connsiteX9" fmla="*/ 3901539 w 6277176"/>
                <a:gd name="connsiteY9" fmla="*/ 472255 h 5578507"/>
                <a:gd name="connsiteX10" fmla="*/ 4061195 w 6277176"/>
                <a:gd name="connsiteY10" fmla="*/ 631912 h 5578507"/>
                <a:gd name="connsiteX11" fmla="*/ 4351482 w 6277176"/>
                <a:gd name="connsiteY11" fmla="*/ 922198 h 5578507"/>
                <a:gd name="connsiteX12" fmla="*/ 4496624 w 6277176"/>
                <a:gd name="connsiteY12" fmla="*/ 1430198 h 5578507"/>
                <a:gd name="connsiteX13" fmla="*/ 4545609 w 6277176"/>
                <a:gd name="connsiteY13" fmla="*/ 1927312 h 5578507"/>
                <a:gd name="connsiteX14" fmla="*/ 4814124 w 6277176"/>
                <a:gd name="connsiteY14" fmla="*/ 2015305 h 5578507"/>
                <a:gd name="connsiteX15" fmla="*/ 5323937 w 6277176"/>
                <a:gd name="connsiteY15" fmla="*/ 1647912 h 5578507"/>
                <a:gd name="connsiteX16" fmla="*/ 5327565 w 6277176"/>
                <a:gd name="connsiteY16" fmla="*/ 1792148 h 5578507"/>
                <a:gd name="connsiteX17" fmla="*/ 5643251 w 6277176"/>
                <a:gd name="connsiteY17" fmla="*/ 2068826 h 5578507"/>
                <a:gd name="connsiteX18" fmla="*/ 5802908 w 6277176"/>
                <a:gd name="connsiteY18" fmla="*/ 2562312 h 5578507"/>
                <a:gd name="connsiteX19" fmla="*/ 6030601 w 6277176"/>
                <a:gd name="connsiteY19" fmla="*/ 2969165 h 5578507"/>
                <a:gd name="connsiteX20" fmla="*/ 6209307 w 6277176"/>
                <a:gd name="connsiteY20" fmla="*/ 3433169 h 5578507"/>
                <a:gd name="connsiteX21" fmla="*/ 5991593 w 6277176"/>
                <a:gd name="connsiteY21" fmla="*/ 3897626 h 5578507"/>
                <a:gd name="connsiteX22" fmla="*/ 5962564 w 6277176"/>
                <a:gd name="connsiteY22" fmla="*/ 4144369 h 5578507"/>
                <a:gd name="connsiteX23" fmla="*/ 5602973 w 6277176"/>
                <a:gd name="connsiteY23" fmla="*/ 4964789 h 5578507"/>
                <a:gd name="connsiteX24" fmla="*/ 5411022 w 6277176"/>
                <a:gd name="connsiteY24" fmla="*/ 4942655 h 5578507"/>
                <a:gd name="connsiteX25" fmla="*/ 4985753 w 6277176"/>
                <a:gd name="connsiteY25" fmla="*/ 5391509 h 5578507"/>
                <a:gd name="connsiteX26" fmla="*/ 4620613 w 6277176"/>
                <a:gd name="connsiteY26" fmla="*/ 5506250 h 5578507"/>
                <a:gd name="connsiteX27" fmla="*/ 4046679 w 6277176"/>
                <a:gd name="connsiteY27" fmla="*/ 5421626 h 5578507"/>
                <a:gd name="connsiteX28" fmla="*/ 3219364 w 6277176"/>
                <a:gd name="connsiteY28" fmla="*/ 5407112 h 5578507"/>
                <a:gd name="connsiteX29" fmla="*/ 183394 w 6277176"/>
                <a:gd name="connsiteY29" fmla="*/ 5159722 h 5578507"/>
                <a:gd name="connsiteX30" fmla="*/ 30994 w 6277176"/>
                <a:gd name="connsiteY30" fmla="*/ 4753968 h 5578507"/>
                <a:gd name="connsiteX0" fmla="*/ 30994 w 6277176"/>
                <a:gd name="connsiteY0" fmla="*/ 4753968 h 5578507"/>
                <a:gd name="connsiteX1" fmla="*/ 1279893 w 6277176"/>
                <a:gd name="connsiteY1" fmla="*/ 2213968 h 5578507"/>
                <a:gd name="connsiteX2" fmla="*/ 2405370 w 6277176"/>
                <a:gd name="connsiteY2" fmla="*/ 2354 h 5578507"/>
                <a:gd name="connsiteX3" fmla="*/ 2885542 w 6277176"/>
                <a:gd name="connsiteY3" fmla="*/ 181968 h 5578507"/>
                <a:gd name="connsiteX4" fmla="*/ 3030684 w 6277176"/>
                <a:gd name="connsiteY4" fmla="*/ 80368 h 5578507"/>
                <a:gd name="connsiteX5" fmla="*/ 3146798 w 6277176"/>
                <a:gd name="connsiteY5" fmla="*/ 283568 h 5578507"/>
                <a:gd name="connsiteX6" fmla="*/ 3190341 w 6277176"/>
                <a:gd name="connsiteY6" fmla="*/ 7797 h 5578507"/>
                <a:gd name="connsiteX7" fmla="*/ 3451597 w 6277176"/>
                <a:gd name="connsiteY7" fmla="*/ 399683 h 5578507"/>
                <a:gd name="connsiteX8" fmla="*/ 3712854 w 6277176"/>
                <a:gd name="connsiteY8" fmla="*/ 748026 h 5578507"/>
                <a:gd name="connsiteX9" fmla="*/ 3901539 w 6277176"/>
                <a:gd name="connsiteY9" fmla="*/ 472255 h 5578507"/>
                <a:gd name="connsiteX10" fmla="*/ 4061195 w 6277176"/>
                <a:gd name="connsiteY10" fmla="*/ 631912 h 5578507"/>
                <a:gd name="connsiteX11" fmla="*/ 4351482 w 6277176"/>
                <a:gd name="connsiteY11" fmla="*/ 922198 h 5578507"/>
                <a:gd name="connsiteX12" fmla="*/ 4496624 w 6277176"/>
                <a:gd name="connsiteY12" fmla="*/ 1430198 h 5578507"/>
                <a:gd name="connsiteX13" fmla="*/ 4545609 w 6277176"/>
                <a:gd name="connsiteY13" fmla="*/ 1927312 h 5578507"/>
                <a:gd name="connsiteX14" fmla="*/ 4814124 w 6277176"/>
                <a:gd name="connsiteY14" fmla="*/ 2015305 h 5578507"/>
                <a:gd name="connsiteX15" fmla="*/ 5323937 w 6277176"/>
                <a:gd name="connsiteY15" fmla="*/ 1647912 h 5578507"/>
                <a:gd name="connsiteX16" fmla="*/ 5327565 w 6277176"/>
                <a:gd name="connsiteY16" fmla="*/ 1792148 h 5578507"/>
                <a:gd name="connsiteX17" fmla="*/ 5643251 w 6277176"/>
                <a:gd name="connsiteY17" fmla="*/ 2068826 h 5578507"/>
                <a:gd name="connsiteX18" fmla="*/ 5802908 w 6277176"/>
                <a:gd name="connsiteY18" fmla="*/ 2562312 h 5578507"/>
                <a:gd name="connsiteX19" fmla="*/ 6030601 w 6277176"/>
                <a:gd name="connsiteY19" fmla="*/ 2969165 h 5578507"/>
                <a:gd name="connsiteX20" fmla="*/ 6209307 w 6277176"/>
                <a:gd name="connsiteY20" fmla="*/ 3433169 h 5578507"/>
                <a:gd name="connsiteX21" fmla="*/ 5991593 w 6277176"/>
                <a:gd name="connsiteY21" fmla="*/ 3897626 h 5578507"/>
                <a:gd name="connsiteX22" fmla="*/ 5962564 w 6277176"/>
                <a:gd name="connsiteY22" fmla="*/ 4144369 h 5578507"/>
                <a:gd name="connsiteX23" fmla="*/ 5602973 w 6277176"/>
                <a:gd name="connsiteY23" fmla="*/ 4964789 h 5578507"/>
                <a:gd name="connsiteX24" fmla="*/ 5411022 w 6277176"/>
                <a:gd name="connsiteY24" fmla="*/ 4942655 h 5578507"/>
                <a:gd name="connsiteX25" fmla="*/ 4985753 w 6277176"/>
                <a:gd name="connsiteY25" fmla="*/ 5391509 h 5578507"/>
                <a:gd name="connsiteX26" fmla="*/ 4620613 w 6277176"/>
                <a:gd name="connsiteY26" fmla="*/ 5506250 h 5578507"/>
                <a:gd name="connsiteX27" fmla="*/ 4046679 w 6277176"/>
                <a:gd name="connsiteY27" fmla="*/ 5421626 h 5578507"/>
                <a:gd name="connsiteX28" fmla="*/ 3219364 w 6277176"/>
                <a:gd name="connsiteY28" fmla="*/ 5407112 h 5578507"/>
                <a:gd name="connsiteX29" fmla="*/ 183394 w 6277176"/>
                <a:gd name="connsiteY29" fmla="*/ 5159722 h 5578507"/>
                <a:gd name="connsiteX30" fmla="*/ 30994 w 6277176"/>
                <a:gd name="connsiteY30" fmla="*/ 4753968 h 5578507"/>
                <a:gd name="connsiteX0" fmla="*/ 30994 w 6277176"/>
                <a:gd name="connsiteY0" fmla="*/ 4810615 h 5635154"/>
                <a:gd name="connsiteX1" fmla="*/ 1279893 w 6277176"/>
                <a:gd name="connsiteY1" fmla="*/ 2270615 h 5635154"/>
                <a:gd name="connsiteX2" fmla="*/ 2405370 w 6277176"/>
                <a:gd name="connsiteY2" fmla="*/ 59001 h 5635154"/>
                <a:gd name="connsiteX3" fmla="*/ 2885542 w 6277176"/>
                <a:gd name="connsiteY3" fmla="*/ 238615 h 5635154"/>
                <a:gd name="connsiteX4" fmla="*/ 3030684 w 6277176"/>
                <a:gd name="connsiteY4" fmla="*/ 137015 h 5635154"/>
                <a:gd name="connsiteX5" fmla="*/ 3146798 w 6277176"/>
                <a:gd name="connsiteY5" fmla="*/ 340215 h 5635154"/>
                <a:gd name="connsiteX6" fmla="*/ 3190341 w 6277176"/>
                <a:gd name="connsiteY6" fmla="*/ 64444 h 5635154"/>
                <a:gd name="connsiteX7" fmla="*/ 3451597 w 6277176"/>
                <a:gd name="connsiteY7" fmla="*/ 456330 h 5635154"/>
                <a:gd name="connsiteX8" fmla="*/ 3712854 w 6277176"/>
                <a:gd name="connsiteY8" fmla="*/ 804673 h 5635154"/>
                <a:gd name="connsiteX9" fmla="*/ 3901539 w 6277176"/>
                <a:gd name="connsiteY9" fmla="*/ 528902 h 5635154"/>
                <a:gd name="connsiteX10" fmla="*/ 4061195 w 6277176"/>
                <a:gd name="connsiteY10" fmla="*/ 688559 h 5635154"/>
                <a:gd name="connsiteX11" fmla="*/ 4351482 w 6277176"/>
                <a:gd name="connsiteY11" fmla="*/ 978845 h 5635154"/>
                <a:gd name="connsiteX12" fmla="*/ 4496624 w 6277176"/>
                <a:gd name="connsiteY12" fmla="*/ 1486845 h 5635154"/>
                <a:gd name="connsiteX13" fmla="*/ 4545609 w 6277176"/>
                <a:gd name="connsiteY13" fmla="*/ 1983959 h 5635154"/>
                <a:gd name="connsiteX14" fmla="*/ 4814124 w 6277176"/>
                <a:gd name="connsiteY14" fmla="*/ 2071952 h 5635154"/>
                <a:gd name="connsiteX15" fmla="*/ 5323937 w 6277176"/>
                <a:gd name="connsiteY15" fmla="*/ 1704559 h 5635154"/>
                <a:gd name="connsiteX16" fmla="*/ 5327565 w 6277176"/>
                <a:gd name="connsiteY16" fmla="*/ 1848795 h 5635154"/>
                <a:gd name="connsiteX17" fmla="*/ 5643251 w 6277176"/>
                <a:gd name="connsiteY17" fmla="*/ 2125473 h 5635154"/>
                <a:gd name="connsiteX18" fmla="*/ 5802908 w 6277176"/>
                <a:gd name="connsiteY18" fmla="*/ 2618959 h 5635154"/>
                <a:gd name="connsiteX19" fmla="*/ 6030601 w 6277176"/>
                <a:gd name="connsiteY19" fmla="*/ 3025812 h 5635154"/>
                <a:gd name="connsiteX20" fmla="*/ 6209307 w 6277176"/>
                <a:gd name="connsiteY20" fmla="*/ 3489816 h 5635154"/>
                <a:gd name="connsiteX21" fmla="*/ 5991593 w 6277176"/>
                <a:gd name="connsiteY21" fmla="*/ 3954273 h 5635154"/>
                <a:gd name="connsiteX22" fmla="*/ 5962564 w 6277176"/>
                <a:gd name="connsiteY22" fmla="*/ 4201016 h 5635154"/>
                <a:gd name="connsiteX23" fmla="*/ 5602973 w 6277176"/>
                <a:gd name="connsiteY23" fmla="*/ 5021436 h 5635154"/>
                <a:gd name="connsiteX24" fmla="*/ 5411022 w 6277176"/>
                <a:gd name="connsiteY24" fmla="*/ 4999302 h 5635154"/>
                <a:gd name="connsiteX25" fmla="*/ 4985753 w 6277176"/>
                <a:gd name="connsiteY25" fmla="*/ 5448156 h 5635154"/>
                <a:gd name="connsiteX26" fmla="*/ 4620613 w 6277176"/>
                <a:gd name="connsiteY26" fmla="*/ 5562897 h 5635154"/>
                <a:gd name="connsiteX27" fmla="*/ 4046679 w 6277176"/>
                <a:gd name="connsiteY27" fmla="*/ 5478273 h 5635154"/>
                <a:gd name="connsiteX28" fmla="*/ 3219364 w 6277176"/>
                <a:gd name="connsiteY28" fmla="*/ 5463759 h 5635154"/>
                <a:gd name="connsiteX29" fmla="*/ 183394 w 6277176"/>
                <a:gd name="connsiteY29" fmla="*/ 5216369 h 5635154"/>
                <a:gd name="connsiteX30" fmla="*/ 30994 w 6277176"/>
                <a:gd name="connsiteY30" fmla="*/ 4810615 h 5635154"/>
                <a:gd name="connsiteX0" fmla="*/ 30994 w 6277176"/>
                <a:gd name="connsiteY0" fmla="*/ 4840626 h 5665165"/>
                <a:gd name="connsiteX1" fmla="*/ 1279893 w 6277176"/>
                <a:gd name="connsiteY1" fmla="*/ 2300626 h 5665165"/>
                <a:gd name="connsiteX2" fmla="*/ 2405370 w 6277176"/>
                <a:gd name="connsiteY2" fmla="*/ 89012 h 5665165"/>
                <a:gd name="connsiteX3" fmla="*/ 2885542 w 6277176"/>
                <a:gd name="connsiteY3" fmla="*/ 268626 h 5665165"/>
                <a:gd name="connsiteX4" fmla="*/ 3030684 w 6277176"/>
                <a:gd name="connsiteY4" fmla="*/ 167026 h 5665165"/>
                <a:gd name="connsiteX5" fmla="*/ 3146798 w 6277176"/>
                <a:gd name="connsiteY5" fmla="*/ 370226 h 5665165"/>
                <a:gd name="connsiteX6" fmla="*/ 3157003 w 6277176"/>
                <a:gd name="connsiteY6" fmla="*/ 61118 h 5665165"/>
                <a:gd name="connsiteX7" fmla="*/ 3451597 w 6277176"/>
                <a:gd name="connsiteY7" fmla="*/ 486341 h 5665165"/>
                <a:gd name="connsiteX8" fmla="*/ 3712854 w 6277176"/>
                <a:gd name="connsiteY8" fmla="*/ 834684 h 5665165"/>
                <a:gd name="connsiteX9" fmla="*/ 3901539 w 6277176"/>
                <a:gd name="connsiteY9" fmla="*/ 558913 h 5665165"/>
                <a:gd name="connsiteX10" fmla="*/ 4061195 w 6277176"/>
                <a:gd name="connsiteY10" fmla="*/ 718570 h 5665165"/>
                <a:gd name="connsiteX11" fmla="*/ 4351482 w 6277176"/>
                <a:gd name="connsiteY11" fmla="*/ 1008856 h 5665165"/>
                <a:gd name="connsiteX12" fmla="*/ 4496624 w 6277176"/>
                <a:gd name="connsiteY12" fmla="*/ 1516856 h 5665165"/>
                <a:gd name="connsiteX13" fmla="*/ 4545609 w 6277176"/>
                <a:gd name="connsiteY13" fmla="*/ 2013970 h 5665165"/>
                <a:gd name="connsiteX14" fmla="*/ 4814124 w 6277176"/>
                <a:gd name="connsiteY14" fmla="*/ 2101963 h 5665165"/>
                <a:gd name="connsiteX15" fmla="*/ 5323937 w 6277176"/>
                <a:gd name="connsiteY15" fmla="*/ 1734570 h 5665165"/>
                <a:gd name="connsiteX16" fmla="*/ 5327565 w 6277176"/>
                <a:gd name="connsiteY16" fmla="*/ 1878806 h 5665165"/>
                <a:gd name="connsiteX17" fmla="*/ 5643251 w 6277176"/>
                <a:gd name="connsiteY17" fmla="*/ 2155484 h 5665165"/>
                <a:gd name="connsiteX18" fmla="*/ 5802908 w 6277176"/>
                <a:gd name="connsiteY18" fmla="*/ 2648970 h 5665165"/>
                <a:gd name="connsiteX19" fmla="*/ 6030601 w 6277176"/>
                <a:gd name="connsiteY19" fmla="*/ 3055823 h 5665165"/>
                <a:gd name="connsiteX20" fmla="*/ 6209307 w 6277176"/>
                <a:gd name="connsiteY20" fmla="*/ 3519827 h 5665165"/>
                <a:gd name="connsiteX21" fmla="*/ 5991593 w 6277176"/>
                <a:gd name="connsiteY21" fmla="*/ 3984284 h 5665165"/>
                <a:gd name="connsiteX22" fmla="*/ 5962564 w 6277176"/>
                <a:gd name="connsiteY22" fmla="*/ 4231027 h 5665165"/>
                <a:gd name="connsiteX23" fmla="*/ 5602973 w 6277176"/>
                <a:gd name="connsiteY23" fmla="*/ 5051447 h 5665165"/>
                <a:gd name="connsiteX24" fmla="*/ 5411022 w 6277176"/>
                <a:gd name="connsiteY24" fmla="*/ 5029313 h 5665165"/>
                <a:gd name="connsiteX25" fmla="*/ 4985753 w 6277176"/>
                <a:gd name="connsiteY25" fmla="*/ 5478167 h 5665165"/>
                <a:gd name="connsiteX26" fmla="*/ 4620613 w 6277176"/>
                <a:gd name="connsiteY26" fmla="*/ 5592908 h 5665165"/>
                <a:gd name="connsiteX27" fmla="*/ 4046679 w 6277176"/>
                <a:gd name="connsiteY27" fmla="*/ 5508284 h 5665165"/>
                <a:gd name="connsiteX28" fmla="*/ 3219364 w 6277176"/>
                <a:gd name="connsiteY28" fmla="*/ 5493770 h 5665165"/>
                <a:gd name="connsiteX29" fmla="*/ 183394 w 6277176"/>
                <a:gd name="connsiteY29" fmla="*/ 5246380 h 5665165"/>
                <a:gd name="connsiteX30" fmla="*/ 30994 w 6277176"/>
                <a:gd name="connsiteY30" fmla="*/ 4840626 h 5665165"/>
                <a:gd name="connsiteX0" fmla="*/ 30994 w 6277176"/>
                <a:gd name="connsiteY0" fmla="*/ 4828370 h 5652909"/>
                <a:gd name="connsiteX1" fmla="*/ 1279893 w 6277176"/>
                <a:gd name="connsiteY1" fmla="*/ 2288370 h 5652909"/>
                <a:gd name="connsiteX2" fmla="*/ 2405370 w 6277176"/>
                <a:gd name="connsiteY2" fmla="*/ 76756 h 5652909"/>
                <a:gd name="connsiteX3" fmla="*/ 2885542 w 6277176"/>
                <a:gd name="connsiteY3" fmla="*/ 256370 h 5652909"/>
                <a:gd name="connsiteX4" fmla="*/ 3030684 w 6277176"/>
                <a:gd name="connsiteY4" fmla="*/ 154770 h 5652909"/>
                <a:gd name="connsiteX5" fmla="*/ 3146798 w 6277176"/>
                <a:gd name="connsiteY5" fmla="*/ 357970 h 5652909"/>
                <a:gd name="connsiteX6" fmla="*/ 3157003 w 6277176"/>
                <a:gd name="connsiteY6" fmla="*/ 48862 h 5652909"/>
                <a:gd name="connsiteX7" fmla="*/ 3451597 w 6277176"/>
                <a:gd name="connsiteY7" fmla="*/ 474085 h 5652909"/>
                <a:gd name="connsiteX8" fmla="*/ 3712854 w 6277176"/>
                <a:gd name="connsiteY8" fmla="*/ 822428 h 5652909"/>
                <a:gd name="connsiteX9" fmla="*/ 3901539 w 6277176"/>
                <a:gd name="connsiteY9" fmla="*/ 546657 h 5652909"/>
                <a:gd name="connsiteX10" fmla="*/ 4061195 w 6277176"/>
                <a:gd name="connsiteY10" fmla="*/ 706314 h 5652909"/>
                <a:gd name="connsiteX11" fmla="*/ 4351482 w 6277176"/>
                <a:gd name="connsiteY11" fmla="*/ 996600 h 5652909"/>
                <a:gd name="connsiteX12" fmla="*/ 4496624 w 6277176"/>
                <a:gd name="connsiteY12" fmla="*/ 1504600 h 5652909"/>
                <a:gd name="connsiteX13" fmla="*/ 4545609 w 6277176"/>
                <a:gd name="connsiteY13" fmla="*/ 2001714 h 5652909"/>
                <a:gd name="connsiteX14" fmla="*/ 4814124 w 6277176"/>
                <a:gd name="connsiteY14" fmla="*/ 2089707 h 5652909"/>
                <a:gd name="connsiteX15" fmla="*/ 5323937 w 6277176"/>
                <a:gd name="connsiteY15" fmla="*/ 1722314 h 5652909"/>
                <a:gd name="connsiteX16" fmla="*/ 5327565 w 6277176"/>
                <a:gd name="connsiteY16" fmla="*/ 1866550 h 5652909"/>
                <a:gd name="connsiteX17" fmla="*/ 5643251 w 6277176"/>
                <a:gd name="connsiteY17" fmla="*/ 2143228 h 5652909"/>
                <a:gd name="connsiteX18" fmla="*/ 5802908 w 6277176"/>
                <a:gd name="connsiteY18" fmla="*/ 2636714 h 5652909"/>
                <a:gd name="connsiteX19" fmla="*/ 6030601 w 6277176"/>
                <a:gd name="connsiteY19" fmla="*/ 3043567 h 5652909"/>
                <a:gd name="connsiteX20" fmla="*/ 6209307 w 6277176"/>
                <a:gd name="connsiteY20" fmla="*/ 3507571 h 5652909"/>
                <a:gd name="connsiteX21" fmla="*/ 5991593 w 6277176"/>
                <a:gd name="connsiteY21" fmla="*/ 3972028 h 5652909"/>
                <a:gd name="connsiteX22" fmla="*/ 5962564 w 6277176"/>
                <a:gd name="connsiteY22" fmla="*/ 4218771 h 5652909"/>
                <a:gd name="connsiteX23" fmla="*/ 5602973 w 6277176"/>
                <a:gd name="connsiteY23" fmla="*/ 5039191 h 5652909"/>
                <a:gd name="connsiteX24" fmla="*/ 5411022 w 6277176"/>
                <a:gd name="connsiteY24" fmla="*/ 5017057 h 5652909"/>
                <a:gd name="connsiteX25" fmla="*/ 4985753 w 6277176"/>
                <a:gd name="connsiteY25" fmla="*/ 5465911 h 5652909"/>
                <a:gd name="connsiteX26" fmla="*/ 4620613 w 6277176"/>
                <a:gd name="connsiteY26" fmla="*/ 5580652 h 5652909"/>
                <a:gd name="connsiteX27" fmla="*/ 4046679 w 6277176"/>
                <a:gd name="connsiteY27" fmla="*/ 5496028 h 5652909"/>
                <a:gd name="connsiteX28" fmla="*/ 3219364 w 6277176"/>
                <a:gd name="connsiteY28" fmla="*/ 5481514 h 5652909"/>
                <a:gd name="connsiteX29" fmla="*/ 183394 w 6277176"/>
                <a:gd name="connsiteY29" fmla="*/ 5234124 h 5652909"/>
                <a:gd name="connsiteX30" fmla="*/ 30994 w 6277176"/>
                <a:gd name="connsiteY30" fmla="*/ 4828370 h 5652909"/>
                <a:gd name="connsiteX0" fmla="*/ 30994 w 6277176"/>
                <a:gd name="connsiteY0" fmla="*/ 4828370 h 5652909"/>
                <a:gd name="connsiteX1" fmla="*/ 1279893 w 6277176"/>
                <a:gd name="connsiteY1" fmla="*/ 2288370 h 5652909"/>
                <a:gd name="connsiteX2" fmla="*/ 2405370 w 6277176"/>
                <a:gd name="connsiteY2" fmla="*/ 76756 h 5652909"/>
                <a:gd name="connsiteX3" fmla="*/ 2885542 w 6277176"/>
                <a:gd name="connsiteY3" fmla="*/ 256370 h 5652909"/>
                <a:gd name="connsiteX4" fmla="*/ 3030684 w 6277176"/>
                <a:gd name="connsiteY4" fmla="*/ 154770 h 5652909"/>
                <a:gd name="connsiteX5" fmla="*/ 3146798 w 6277176"/>
                <a:gd name="connsiteY5" fmla="*/ 357970 h 5652909"/>
                <a:gd name="connsiteX6" fmla="*/ 3157003 w 6277176"/>
                <a:gd name="connsiteY6" fmla="*/ 48862 h 5652909"/>
                <a:gd name="connsiteX7" fmla="*/ 3451597 w 6277176"/>
                <a:gd name="connsiteY7" fmla="*/ 474085 h 5652909"/>
                <a:gd name="connsiteX8" fmla="*/ 3712854 w 6277176"/>
                <a:gd name="connsiteY8" fmla="*/ 822428 h 5652909"/>
                <a:gd name="connsiteX9" fmla="*/ 3901539 w 6277176"/>
                <a:gd name="connsiteY9" fmla="*/ 546657 h 5652909"/>
                <a:gd name="connsiteX10" fmla="*/ 4061195 w 6277176"/>
                <a:gd name="connsiteY10" fmla="*/ 706314 h 5652909"/>
                <a:gd name="connsiteX11" fmla="*/ 4351482 w 6277176"/>
                <a:gd name="connsiteY11" fmla="*/ 996600 h 5652909"/>
                <a:gd name="connsiteX12" fmla="*/ 4496624 w 6277176"/>
                <a:gd name="connsiteY12" fmla="*/ 1504600 h 5652909"/>
                <a:gd name="connsiteX13" fmla="*/ 4545609 w 6277176"/>
                <a:gd name="connsiteY13" fmla="*/ 2001714 h 5652909"/>
                <a:gd name="connsiteX14" fmla="*/ 4814124 w 6277176"/>
                <a:gd name="connsiteY14" fmla="*/ 2089707 h 5652909"/>
                <a:gd name="connsiteX15" fmla="*/ 5323937 w 6277176"/>
                <a:gd name="connsiteY15" fmla="*/ 1722314 h 5652909"/>
                <a:gd name="connsiteX16" fmla="*/ 5327565 w 6277176"/>
                <a:gd name="connsiteY16" fmla="*/ 1866550 h 5652909"/>
                <a:gd name="connsiteX17" fmla="*/ 5643251 w 6277176"/>
                <a:gd name="connsiteY17" fmla="*/ 2143228 h 5652909"/>
                <a:gd name="connsiteX18" fmla="*/ 5802908 w 6277176"/>
                <a:gd name="connsiteY18" fmla="*/ 2636714 h 5652909"/>
                <a:gd name="connsiteX19" fmla="*/ 6030601 w 6277176"/>
                <a:gd name="connsiteY19" fmla="*/ 3043567 h 5652909"/>
                <a:gd name="connsiteX20" fmla="*/ 6209307 w 6277176"/>
                <a:gd name="connsiteY20" fmla="*/ 3507571 h 5652909"/>
                <a:gd name="connsiteX21" fmla="*/ 5991593 w 6277176"/>
                <a:gd name="connsiteY21" fmla="*/ 3972028 h 5652909"/>
                <a:gd name="connsiteX22" fmla="*/ 5962564 w 6277176"/>
                <a:gd name="connsiteY22" fmla="*/ 4218771 h 5652909"/>
                <a:gd name="connsiteX23" fmla="*/ 5602973 w 6277176"/>
                <a:gd name="connsiteY23" fmla="*/ 5039191 h 5652909"/>
                <a:gd name="connsiteX24" fmla="*/ 5411022 w 6277176"/>
                <a:gd name="connsiteY24" fmla="*/ 5017057 h 5652909"/>
                <a:gd name="connsiteX25" fmla="*/ 4985753 w 6277176"/>
                <a:gd name="connsiteY25" fmla="*/ 5465911 h 5652909"/>
                <a:gd name="connsiteX26" fmla="*/ 4620613 w 6277176"/>
                <a:gd name="connsiteY26" fmla="*/ 5580652 h 5652909"/>
                <a:gd name="connsiteX27" fmla="*/ 4046679 w 6277176"/>
                <a:gd name="connsiteY27" fmla="*/ 5496028 h 5652909"/>
                <a:gd name="connsiteX28" fmla="*/ 3219364 w 6277176"/>
                <a:gd name="connsiteY28" fmla="*/ 5481514 h 5652909"/>
                <a:gd name="connsiteX29" fmla="*/ 183394 w 6277176"/>
                <a:gd name="connsiteY29" fmla="*/ 5234124 h 5652909"/>
                <a:gd name="connsiteX30" fmla="*/ 30994 w 6277176"/>
                <a:gd name="connsiteY30" fmla="*/ 4828370 h 5652909"/>
                <a:gd name="connsiteX0" fmla="*/ 30994 w 6277176"/>
                <a:gd name="connsiteY0" fmla="*/ 4828370 h 5652909"/>
                <a:gd name="connsiteX1" fmla="*/ 1279893 w 6277176"/>
                <a:gd name="connsiteY1" fmla="*/ 2288370 h 5652909"/>
                <a:gd name="connsiteX2" fmla="*/ 2405370 w 6277176"/>
                <a:gd name="connsiteY2" fmla="*/ 76756 h 5652909"/>
                <a:gd name="connsiteX3" fmla="*/ 2885542 w 6277176"/>
                <a:gd name="connsiteY3" fmla="*/ 256370 h 5652909"/>
                <a:gd name="connsiteX4" fmla="*/ 3030684 w 6277176"/>
                <a:gd name="connsiteY4" fmla="*/ 154770 h 5652909"/>
                <a:gd name="connsiteX5" fmla="*/ 3146798 w 6277176"/>
                <a:gd name="connsiteY5" fmla="*/ 357970 h 5652909"/>
                <a:gd name="connsiteX6" fmla="*/ 3157003 w 6277176"/>
                <a:gd name="connsiteY6" fmla="*/ 48862 h 5652909"/>
                <a:gd name="connsiteX7" fmla="*/ 3451597 w 6277176"/>
                <a:gd name="connsiteY7" fmla="*/ 474085 h 5652909"/>
                <a:gd name="connsiteX8" fmla="*/ 3712854 w 6277176"/>
                <a:gd name="connsiteY8" fmla="*/ 822428 h 5652909"/>
                <a:gd name="connsiteX9" fmla="*/ 3901539 w 6277176"/>
                <a:gd name="connsiteY9" fmla="*/ 546657 h 5652909"/>
                <a:gd name="connsiteX10" fmla="*/ 4061195 w 6277176"/>
                <a:gd name="connsiteY10" fmla="*/ 706314 h 5652909"/>
                <a:gd name="connsiteX11" fmla="*/ 4351482 w 6277176"/>
                <a:gd name="connsiteY11" fmla="*/ 996600 h 5652909"/>
                <a:gd name="connsiteX12" fmla="*/ 4496624 w 6277176"/>
                <a:gd name="connsiteY12" fmla="*/ 1504600 h 5652909"/>
                <a:gd name="connsiteX13" fmla="*/ 4545609 w 6277176"/>
                <a:gd name="connsiteY13" fmla="*/ 2001714 h 5652909"/>
                <a:gd name="connsiteX14" fmla="*/ 4814124 w 6277176"/>
                <a:gd name="connsiteY14" fmla="*/ 2089707 h 5652909"/>
                <a:gd name="connsiteX15" fmla="*/ 5323937 w 6277176"/>
                <a:gd name="connsiteY15" fmla="*/ 1722314 h 5652909"/>
                <a:gd name="connsiteX16" fmla="*/ 5327565 w 6277176"/>
                <a:gd name="connsiteY16" fmla="*/ 1866550 h 5652909"/>
                <a:gd name="connsiteX17" fmla="*/ 5643251 w 6277176"/>
                <a:gd name="connsiteY17" fmla="*/ 2143228 h 5652909"/>
                <a:gd name="connsiteX18" fmla="*/ 5802908 w 6277176"/>
                <a:gd name="connsiteY18" fmla="*/ 2636714 h 5652909"/>
                <a:gd name="connsiteX19" fmla="*/ 6030601 w 6277176"/>
                <a:gd name="connsiteY19" fmla="*/ 3043567 h 5652909"/>
                <a:gd name="connsiteX20" fmla="*/ 6209307 w 6277176"/>
                <a:gd name="connsiteY20" fmla="*/ 3507571 h 5652909"/>
                <a:gd name="connsiteX21" fmla="*/ 5991593 w 6277176"/>
                <a:gd name="connsiteY21" fmla="*/ 3972028 h 5652909"/>
                <a:gd name="connsiteX22" fmla="*/ 5962564 w 6277176"/>
                <a:gd name="connsiteY22" fmla="*/ 4218771 h 5652909"/>
                <a:gd name="connsiteX23" fmla="*/ 5602973 w 6277176"/>
                <a:gd name="connsiteY23" fmla="*/ 5039191 h 5652909"/>
                <a:gd name="connsiteX24" fmla="*/ 5411022 w 6277176"/>
                <a:gd name="connsiteY24" fmla="*/ 5017057 h 5652909"/>
                <a:gd name="connsiteX25" fmla="*/ 4985753 w 6277176"/>
                <a:gd name="connsiteY25" fmla="*/ 5465911 h 5652909"/>
                <a:gd name="connsiteX26" fmla="*/ 4620613 w 6277176"/>
                <a:gd name="connsiteY26" fmla="*/ 5580652 h 5652909"/>
                <a:gd name="connsiteX27" fmla="*/ 4046679 w 6277176"/>
                <a:gd name="connsiteY27" fmla="*/ 5496028 h 5652909"/>
                <a:gd name="connsiteX28" fmla="*/ 3219364 w 6277176"/>
                <a:gd name="connsiteY28" fmla="*/ 5481514 h 5652909"/>
                <a:gd name="connsiteX29" fmla="*/ 183394 w 6277176"/>
                <a:gd name="connsiteY29" fmla="*/ 5234124 h 5652909"/>
                <a:gd name="connsiteX30" fmla="*/ 30994 w 6277176"/>
                <a:gd name="connsiteY30" fmla="*/ 4828370 h 5652909"/>
                <a:gd name="connsiteX0" fmla="*/ 30994 w 6277176"/>
                <a:gd name="connsiteY0" fmla="*/ 4828370 h 5652909"/>
                <a:gd name="connsiteX1" fmla="*/ 1279893 w 6277176"/>
                <a:gd name="connsiteY1" fmla="*/ 2288370 h 5652909"/>
                <a:gd name="connsiteX2" fmla="*/ 2405370 w 6277176"/>
                <a:gd name="connsiteY2" fmla="*/ 76756 h 5652909"/>
                <a:gd name="connsiteX3" fmla="*/ 2885542 w 6277176"/>
                <a:gd name="connsiteY3" fmla="*/ 256370 h 5652909"/>
                <a:gd name="connsiteX4" fmla="*/ 3030684 w 6277176"/>
                <a:gd name="connsiteY4" fmla="*/ 154770 h 5652909"/>
                <a:gd name="connsiteX5" fmla="*/ 3146798 w 6277176"/>
                <a:gd name="connsiteY5" fmla="*/ 357970 h 5652909"/>
                <a:gd name="connsiteX6" fmla="*/ 3157003 w 6277176"/>
                <a:gd name="connsiteY6" fmla="*/ 48862 h 5652909"/>
                <a:gd name="connsiteX7" fmla="*/ 3451597 w 6277176"/>
                <a:gd name="connsiteY7" fmla="*/ 474085 h 5652909"/>
                <a:gd name="connsiteX8" fmla="*/ 3712854 w 6277176"/>
                <a:gd name="connsiteY8" fmla="*/ 822428 h 5652909"/>
                <a:gd name="connsiteX9" fmla="*/ 3901539 w 6277176"/>
                <a:gd name="connsiteY9" fmla="*/ 546657 h 5652909"/>
                <a:gd name="connsiteX10" fmla="*/ 4061195 w 6277176"/>
                <a:gd name="connsiteY10" fmla="*/ 706314 h 5652909"/>
                <a:gd name="connsiteX11" fmla="*/ 4351482 w 6277176"/>
                <a:gd name="connsiteY11" fmla="*/ 996600 h 5652909"/>
                <a:gd name="connsiteX12" fmla="*/ 4496624 w 6277176"/>
                <a:gd name="connsiteY12" fmla="*/ 1504600 h 5652909"/>
                <a:gd name="connsiteX13" fmla="*/ 4545609 w 6277176"/>
                <a:gd name="connsiteY13" fmla="*/ 2001714 h 5652909"/>
                <a:gd name="connsiteX14" fmla="*/ 4814124 w 6277176"/>
                <a:gd name="connsiteY14" fmla="*/ 2089707 h 5652909"/>
                <a:gd name="connsiteX15" fmla="*/ 5323937 w 6277176"/>
                <a:gd name="connsiteY15" fmla="*/ 1722314 h 5652909"/>
                <a:gd name="connsiteX16" fmla="*/ 5327565 w 6277176"/>
                <a:gd name="connsiteY16" fmla="*/ 1866550 h 5652909"/>
                <a:gd name="connsiteX17" fmla="*/ 5643251 w 6277176"/>
                <a:gd name="connsiteY17" fmla="*/ 2143228 h 5652909"/>
                <a:gd name="connsiteX18" fmla="*/ 5802908 w 6277176"/>
                <a:gd name="connsiteY18" fmla="*/ 2636714 h 5652909"/>
                <a:gd name="connsiteX19" fmla="*/ 6030601 w 6277176"/>
                <a:gd name="connsiteY19" fmla="*/ 3043567 h 5652909"/>
                <a:gd name="connsiteX20" fmla="*/ 6209307 w 6277176"/>
                <a:gd name="connsiteY20" fmla="*/ 3507571 h 5652909"/>
                <a:gd name="connsiteX21" fmla="*/ 5991593 w 6277176"/>
                <a:gd name="connsiteY21" fmla="*/ 3972028 h 5652909"/>
                <a:gd name="connsiteX22" fmla="*/ 5962564 w 6277176"/>
                <a:gd name="connsiteY22" fmla="*/ 4218771 h 5652909"/>
                <a:gd name="connsiteX23" fmla="*/ 5602973 w 6277176"/>
                <a:gd name="connsiteY23" fmla="*/ 5039191 h 5652909"/>
                <a:gd name="connsiteX24" fmla="*/ 5411022 w 6277176"/>
                <a:gd name="connsiteY24" fmla="*/ 5017057 h 5652909"/>
                <a:gd name="connsiteX25" fmla="*/ 4985753 w 6277176"/>
                <a:gd name="connsiteY25" fmla="*/ 5465911 h 5652909"/>
                <a:gd name="connsiteX26" fmla="*/ 4620613 w 6277176"/>
                <a:gd name="connsiteY26" fmla="*/ 5580652 h 5652909"/>
                <a:gd name="connsiteX27" fmla="*/ 4046679 w 6277176"/>
                <a:gd name="connsiteY27" fmla="*/ 5496028 h 5652909"/>
                <a:gd name="connsiteX28" fmla="*/ 3219364 w 6277176"/>
                <a:gd name="connsiteY28" fmla="*/ 5481514 h 5652909"/>
                <a:gd name="connsiteX29" fmla="*/ 183394 w 6277176"/>
                <a:gd name="connsiteY29" fmla="*/ 5234124 h 5652909"/>
                <a:gd name="connsiteX30" fmla="*/ 30994 w 6277176"/>
                <a:gd name="connsiteY30" fmla="*/ 4828370 h 5652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277176" h="5652909">
                  <a:moveTo>
                    <a:pt x="30994" y="4828370"/>
                  </a:moveTo>
                  <a:cubicBezTo>
                    <a:pt x="-162306" y="3511803"/>
                    <a:pt x="584193" y="3058837"/>
                    <a:pt x="1279893" y="2288370"/>
                  </a:cubicBezTo>
                  <a:cubicBezTo>
                    <a:pt x="2988552" y="1081265"/>
                    <a:pt x="2436611" y="458361"/>
                    <a:pt x="2405370" y="76756"/>
                  </a:cubicBezTo>
                  <a:cubicBezTo>
                    <a:pt x="2529746" y="61637"/>
                    <a:pt x="2875466" y="119089"/>
                    <a:pt x="2885542" y="256370"/>
                  </a:cubicBezTo>
                  <a:cubicBezTo>
                    <a:pt x="2880704" y="333780"/>
                    <a:pt x="3035522" y="77360"/>
                    <a:pt x="3030684" y="154770"/>
                  </a:cubicBezTo>
                  <a:cubicBezTo>
                    <a:pt x="3016170" y="246694"/>
                    <a:pt x="3094637" y="275571"/>
                    <a:pt x="3146798" y="357970"/>
                  </a:cubicBezTo>
                  <a:cubicBezTo>
                    <a:pt x="3237210" y="225678"/>
                    <a:pt x="3104691" y="104954"/>
                    <a:pt x="3157003" y="48862"/>
                  </a:cubicBezTo>
                  <a:cubicBezTo>
                    <a:pt x="3490075" y="-143377"/>
                    <a:pt x="3470950" y="280561"/>
                    <a:pt x="3451597" y="474085"/>
                  </a:cubicBezTo>
                  <a:cubicBezTo>
                    <a:pt x="3551232" y="480737"/>
                    <a:pt x="3670369" y="634801"/>
                    <a:pt x="3712854" y="822428"/>
                  </a:cubicBezTo>
                  <a:cubicBezTo>
                    <a:pt x="3698339" y="875647"/>
                    <a:pt x="3916054" y="493438"/>
                    <a:pt x="3901539" y="546657"/>
                  </a:cubicBezTo>
                  <a:cubicBezTo>
                    <a:pt x="3843482" y="691800"/>
                    <a:pt x="4119252" y="561171"/>
                    <a:pt x="4061195" y="706314"/>
                  </a:cubicBezTo>
                  <a:cubicBezTo>
                    <a:pt x="4027328" y="769209"/>
                    <a:pt x="4280574" y="476505"/>
                    <a:pt x="4351482" y="996600"/>
                  </a:cubicBezTo>
                  <a:cubicBezTo>
                    <a:pt x="4307939" y="1064333"/>
                    <a:pt x="4837347" y="888227"/>
                    <a:pt x="4496624" y="1504600"/>
                  </a:cubicBezTo>
                  <a:cubicBezTo>
                    <a:pt x="4409538" y="1611038"/>
                    <a:pt x="4721595" y="1800026"/>
                    <a:pt x="4545609" y="2001714"/>
                  </a:cubicBezTo>
                  <a:cubicBezTo>
                    <a:pt x="4782978" y="1969057"/>
                    <a:pt x="4824405" y="2090614"/>
                    <a:pt x="4814124" y="2089707"/>
                  </a:cubicBezTo>
                  <a:cubicBezTo>
                    <a:pt x="4749716" y="1971476"/>
                    <a:pt x="5032745" y="1650045"/>
                    <a:pt x="5323937" y="1722314"/>
                  </a:cubicBezTo>
                  <a:cubicBezTo>
                    <a:pt x="5255901" y="1699635"/>
                    <a:pt x="5414651" y="1793979"/>
                    <a:pt x="5327565" y="1866550"/>
                  </a:cubicBezTo>
                  <a:cubicBezTo>
                    <a:pt x="5235641" y="1948797"/>
                    <a:pt x="5690725" y="1794281"/>
                    <a:pt x="5643251" y="2143228"/>
                  </a:cubicBezTo>
                  <a:cubicBezTo>
                    <a:pt x="5787336" y="2285649"/>
                    <a:pt x="5992198" y="2462543"/>
                    <a:pt x="5802908" y="2636714"/>
                  </a:cubicBezTo>
                  <a:cubicBezTo>
                    <a:pt x="5919627" y="2680559"/>
                    <a:pt x="6180582" y="2980672"/>
                    <a:pt x="6030601" y="3043567"/>
                  </a:cubicBezTo>
                  <a:cubicBezTo>
                    <a:pt x="6168728" y="3156416"/>
                    <a:pt x="6330260" y="3478542"/>
                    <a:pt x="6209307" y="3507571"/>
                  </a:cubicBezTo>
                  <a:cubicBezTo>
                    <a:pt x="6411177" y="3781165"/>
                    <a:pt x="6109763" y="3873694"/>
                    <a:pt x="5991593" y="3972028"/>
                  </a:cubicBezTo>
                  <a:cubicBezTo>
                    <a:pt x="5856126" y="3967190"/>
                    <a:pt x="6098031" y="4223609"/>
                    <a:pt x="5962564" y="4218771"/>
                  </a:cubicBezTo>
                  <a:cubicBezTo>
                    <a:pt x="6092104" y="4507121"/>
                    <a:pt x="5595837" y="4517523"/>
                    <a:pt x="5602973" y="5039191"/>
                  </a:cubicBezTo>
                  <a:cubicBezTo>
                    <a:pt x="5488189" y="5172239"/>
                    <a:pt x="5510082" y="4904027"/>
                    <a:pt x="5411022" y="5017057"/>
                  </a:cubicBezTo>
                  <a:cubicBezTo>
                    <a:pt x="5276886" y="5105715"/>
                    <a:pt x="5363729" y="5461073"/>
                    <a:pt x="4985753" y="5465911"/>
                  </a:cubicBezTo>
                  <a:cubicBezTo>
                    <a:pt x="4810700" y="5694658"/>
                    <a:pt x="4742326" y="5542405"/>
                    <a:pt x="4620613" y="5580652"/>
                  </a:cubicBezTo>
                  <a:cubicBezTo>
                    <a:pt x="4356730" y="5562120"/>
                    <a:pt x="4371522" y="5773640"/>
                    <a:pt x="4046679" y="5496028"/>
                  </a:cubicBezTo>
                  <a:cubicBezTo>
                    <a:pt x="3770907" y="5626656"/>
                    <a:pt x="3466107" y="5510543"/>
                    <a:pt x="3219364" y="5481514"/>
                  </a:cubicBezTo>
                  <a:cubicBezTo>
                    <a:pt x="2207374" y="5399051"/>
                    <a:pt x="876070" y="6056815"/>
                    <a:pt x="183394" y="5234124"/>
                  </a:cubicBezTo>
                  <a:lnTo>
                    <a:pt x="30994" y="4828370"/>
                  </a:lnTo>
                  <a:close/>
                </a:path>
              </a:pathLst>
            </a:custGeom>
            <a:solidFill>
              <a:srgbClr val="82ED5C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9885AD8-861B-8FDC-8C80-531E852A5662}"/>
                </a:ext>
              </a:extLst>
            </p:cNvPr>
            <p:cNvSpPr/>
            <p:nvPr/>
          </p:nvSpPr>
          <p:spPr>
            <a:xfrm>
              <a:off x="2061028" y="2788770"/>
              <a:ext cx="6149355" cy="3928567"/>
            </a:xfrm>
            <a:custGeom>
              <a:avLst/>
              <a:gdLst>
                <a:gd name="connsiteX0" fmla="*/ 5087964 w 6149355"/>
                <a:gd name="connsiteY0" fmla="*/ 656 h 3928567"/>
                <a:gd name="connsiteX1" fmla="*/ 5141696 w 6149355"/>
                <a:gd name="connsiteY1" fmla="*/ 1386 h 3928567"/>
                <a:gd name="connsiteX2" fmla="*/ 5180301 w 6149355"/>
                <a:gd name="connsiteY2" fmla="*/ 7829 h 3928567"/>
                <a:gd name="connsiteX3" fmla="*/ 5180227 w 6149355"/>
                <a:gd name="connsiteY3" fmla="*/ 13232 h 3928567"/>
                <a:gd name="connsiteX4" fmla="*/ 5199744 w 6149355"/>
                <a:gd name="connsiteY4" fmla="*/ 154704 h 3928567"/>
                <a:gd name="connsiteX5" fmla="*/ 5515430 w 6149355"/>
                <a:gd name="connsiteY5" fmla="*/ 431382 h 3928567"/>
                <a:gd name="connsiteX6" fmla="*/ 5675087 w 6149355"/>
                <a:gd name="connsiteY6" fmla="*/ 924868 h 3928567"/>
                <a:gd name="connsiteX7" fmla="*/ 5902780 w 6149355"/>
                <a:gd name="connsiteY7" fmla="*/ 1331721 h 3928567"/>
                <a:gd name="connsiteX8" fmla="*/ 6081486 w 6149355"/>
                <a:gd name="connsiteY8" fmla="*/ 1795725 h 3928567"/>
                <a:gd name="connsiteX9" fmla="*/ 5863772 w 6149355"/>
                <a:gd name="connsiteY9" fmla="*/ 2260182 h 3928567"/>
                <a:gd name="connsiteX10" fmla="*/ 5834743 w 6149355"/>
                <a:gd name="connsiteY10" fmla="*/ 2506925 h 3928567"/>
                <a:gd name="connsiteX11" fmla="*/ 5475152 w 6149355"/>
                <a:gd name="connsiteY11" fmla="*/ 3327345 h 3928567"/>
                <a:gd name="connsiteX12" fmla="*/ 5283201 w 6149355"/>
                <a:gd name="connsiteY12" fmla="*/ 3305211 h 3928567"/>
                <a:gd name="connsiteX13" fmla="*/ 4857932 w 6149355"/>
                <a:gd name="connsiteY13" fmla="*/ 3754065 h 3928567"/>
                <a:gd name="connsiteX14" fmla="*/ 4492792 w 6149355"/>
                <a:gd name="connsiteY14" fmla="*/ 3868806 h 3928567"/>
                <a:gd name="connsiteX15" fmla="*/ 3918858 w 6149355"/>
                <a:gd name="connsiteY15" fmla="*/ 3784182 h 3928567"/>
                <a:gd name="connsiteX16" fmla="*/ 3910251 w 6149355"/>
                <a:gd name="connsiteY16" fmla="*/ 3787315 h 3928567"/>
                <a:gd name="connsiteX17" fmla="*/ 3908879 w 6149355"/>
                <a:gd name="connsiteY17" fmla="*/ 3785423 h 3928567"/>
                <a:gd name="connsiteX18" fmla="*/ 3280229 w 6149355"/>
                <a:gd name="connsiteY18" fmla="*/ 3232640 h 3928567"/>
                <a:gd name="connsiteX19" fmla="*/ 319315 w 6149355"/>
                <a:gd name="connsiteY19" fmla="*/ 3377783 h 3928567"/>
                <a:gd name="connsiteX20" fmla="*/ 0 w 6149355"/>
                <a:gd name="connsiteY20" fmla="*/ 3013220 h 3928567"/>
                <a:gd name="connsiteX21" fmla="*/ 2786743 w 6149355"/>
                <a:gd name="connsiteY21" fmla="*/ 1781212 h 3928567"/>
                <a:gd name="connsiteX22" fmla="*/ 3120572 w 6149355"/>
                <a:gd name="connsiteY22" fmla="*/ 1414726 h 3928567"/>
                <a:gd name="connsiteX23" fmla="*/ 3471092 w 6149355"/>
                <a:gd name="connsiteY23" fmla="*/ 1224226 h 3928567"/>
                <a:gd name="connsiteX24" fmla="*/ 3768272 w 6149355"/>
                <a:gd name="connsiteY24" fmla="*/ 1071826 h 3928567"/>
                <a:gd name="connsiteX25" fmla="*/ 4233092 w 6149355"/>
                <a:gd name="connsiteY25" fmla="*/ 538426 h 3928567"/>
                <a:gd name="connsiteX26" fmla="*/ 4488817 w 6149355"/>
                <a:gd name="connsiteY26" fmla="*/ 284940 h 3928567"/>
                <a:gd name="connsiteX27" fmla="*/ 4497898 w 6149355"/>
                <a:gd name="connsiteY27" fmla="*/ 284310 h 3928567"/>
                <a:gd name="connsiteX28" fmla="*/ 4668449 w 6149355"/>
                <a:gd name="connsiteY28" fmla="*/ 341807 h 3928567"/>
                <a:gd name="connsiteX29" fmla="*/ 4679002 w 6149355"/>
                <a:gd name="connsiteY29" fmla="*/ 355831 h 3928567"/>
                <a:gd name="connsiteX30" fmla="*/ 4686303 w 6149355"/>
                <a:gd name="connsiteY30" fmla="*/ 377861 h 3928567"/>
                <a:gd name="connsiteX31" fmla="*/ 4682065 w 6149355"/>
                <a:gd name="connsiteY31" fmla="*/ 359902 h 3928567"/>
                <a:gd name="connsiteX32" fmla="*/ 4679002 w 6149355"/>
                <a:gd name="connsiteY32" fmla="*/ 355831 h 3928567"/>
                <a:gd name="connsiteX33" fmla="*/ 4678215 w 6149355"/>
                <a:gd name="connsiteY33" fmla="*/ 353457 h 3928567"/>
                <a:gd name="connsiteX34" fmla="*/ 5087964 w 6149355"/>
                <a:gd name="connsiteY34" fmla="*/ 656 h 3928567"/>
                <a:gd name="connsiteX0" fmla="*/ 0 w 6149355"/>
                <a:gd name="connsiteY0" fmla="*/ 3013220 h 3928567"/>
                <a:gd name="connsiteX1" fmla="*/ 2786743 w 6149355"/>
                <a:gd name="connsiteY1" fmla="*/ 1781212 h 3928567"/>
                <a:gd name="connsiteX2" fmla="*/ 3120572 w 6149355"/>
                <a:gd name="connsiteY2" fmla="*/ 1414726 h 3928567"/>
                <a:gd name="connsiteX3" fmla="*/ 3471092 w 6149355"/>
                <a:gd name="connsiteY3" fmla="*/ 1224226 h 3928567"/>
                <a:gd name="connsiteX4" fmla="*/ 3768272 w 6149355"/>
                <a:gd name="connsiteY4" fmla="*/ 1071826 h 3928567"/>
                <a:gd name="connsiteX5" fmla="*/ 4233092 w 6149355"/>
                <a:gd name="connsiteY5" fmla="*/ 538426 h 3928567"/>
                <a:gd name="connsiteX6" fmla="*/ 4488817 w 6149355"/>
                <a:gd name="connsiteY6" fmla="*/ 284940 h 3928567"/>
                <a:gd name="connsiteX7" fmla="*/ 4497898 w 6149355"/>
                <a:gd name="connsiteY7" fmla="*/ 284310 h 3928567"/>
                <a:gd name="connsiteX8" fmla="*/ 4668449 w 6149355"/>
                <a:gd name="connsiteY8" fmla="*/ 341807 h 3928567"/>
                <a:gd name="connsiteX9" fmla="*/ 4679002 w 6149355"/>
                <a:gd name="connsiteY9" fmla="*/ 355831 h 3928567"/>
                <a:gd name="connsiteX10" fmla="*/ 4686303 w 6149355"/>
                <a:gd name="connsiteY10" fmla="*/ 377861 h 3928567"/>
                <a:gd name="connsiteX11" fmla="*/ 4682065 w 6149355"/>
                <a:gd name="connsiteY11" fmla="*/ 359902 h 3928567"/>
                <a:gd name="connsiteX12" fmla="*/ 4679002 w 6149355"/>
                <a:gd name="connsiteY12" fmla="*/ 355831 h 3928567"/>
                <a:gd name="connsiteX13" fmla="*/ 4678215 w 6149355"/>
                <a:gd name="connsiteY13" fmla="*/ 353457 h 3928567"/>
                <a:gd name="connsiteX14" fmla="*/ 5087964 w 6149355"/>
                <a:gd name="connsiteY14" fmla="*/ 656 h 3928567"/>
                <a:gd name="connsiteX15" fmla="*/ 5141696 w 6149355"/>
                <a:gd name="connsiteY15" fmla="*/ 1386 h 3928567"/>
                <a:gd name="connsiteX16" fmla="*/ 5180301 w 6149355"/>
                <a:gd name="connsiteY16" fmla="*/ 7829 h 3928567"/>
                <a:gd name="connsiteX17" fmla="*/ 5180227 w 6149355"/>
                <a:gd name="connsiteY17" fmla="*/ 13232 h 3928567"/>
                <a:gd name="connsiteX18" fmla="*/ 5199744 w 6149355"/>
                <a:gd name="connsiteY18" fmla="*/ 154704 h 3928567"/>
                <a:gd name="connsiteX19" fmla="*/ 5515430 w 6149355"/>
                <a:gd name="connsiteY19" fmla="*/ 431382 h 3928567"/>
                <a:gd name="connsiteX20" fmla="*/ 5675087 w 6149355"/>
                <a:gd name="connsiteY20" fmla="*/ 924868 h 3928567"/>
                <a:gd name="connsiteX21" fmla="*/ 5902780 w 6149355"/>
                <a:gd name="connsiteY21" fmla="*/ 1331721 h 3928567"/>
                <a:gd name="connsiteX22" fmla="*/ 6081486 w 6149355"/>
                <a:gd name="connsiteY22" fmla="*/ 1795725 h 3928567"/>
                <a:gd name="connsiteX23" fmla="*/ 5863772 w 6149355"/>
                <a:gd name="connsiteY23" fmla="*/ 2260182 h 3928567"/>
                <a:gd name="connsiteX24" fmla="*/ 5834743 w 6149355"/>
                <a:gd name="connsiteY24" fmla="*/ 2506925 h 3928567"/>
                <a:gd name="connsiteX25" fmla="*/ 5475152 w 6149355"/>
                <a:gd name="connsiteY25" fmla="*/ 3327345 h 3928567"/>
                <a:gd name="connsiteX26" fmla="*/ 5283201 w 6149355"/>
                <a:gd name="connsiteY26" fmla="*/ 3305211 h 3928567"/>
                <a:gd name="connsiteX27" fmla="*/ 4857932 w 6149355"/>
                <a:gd name="connsiteY27" fmla="*/ 3754065 h 3928567"/>
                <a:gd name="connsiteX28" fmla="*/ 4492792 w 6149355"/>
                <a:gd name="connsiteY28" fmla="*/ 3868806 h 3928567"/>
                <a:gd name="connsiteX29" fmla="*/ 3918858 w 6149355"/>
                <a:gd name="connsiteY29" fmla="*/ 3784182 h 3928567"/>
                <a:gd name="connsiteX30" fmla="*/ 3910251 w 6149355"/>
                <a:gd name="connsiteY30" fmla="*/ 3787315 h 3928567"/>
                <a:gd name="connsiteX31" fmla="*/ 3908879 w 6149355"/>
                <a:gd name="connsiteY31" fmla="*/ 3785423 h 3928567"/>
                <a:gd name="connsiteX32" fmla="*/ 3280229 w 6149355"/>
                <a:gd name="connsiteY32" fmla="*/ 3232640 h 3928567"/>
                <a:gd name="connsiteX33" fmla="*/ 319315 w 6149355"/>
                <a:gd name="connsiteY33" fmla="*/ 3377783 h 3928567"/>
                <a:gd name="connsiteX34" fmla="*/ 91440 w 6149355"/>
                <a:gd name="connsiteY34" fmla="*/ 3104660 h 3928567"/>
                <a:gd name="connsiteX0" fmla="*/ 0 w 6149355"/>
                <a:gd name="connsiteY0" fmla="*/ 3013220 h 3928567"/>
                <a:gd name="connsiteX1" fmla="*/ 2786743 w 6149355"/>
                <a:gd name="connsiteY1" fmla="*/ 1781212 h 3928567"/>
                <a:gd name="connsiteX2" fmla="*/ 3120572 w 6149355"/>
                <a:gd name="connsiteY2" fmla="*/ 1414726 h 3928567"/>
                <a:gd name="connsiteX3" fmla="*/ 3471092 w 6149355"/>
                <a:gd name="connsiteY3" fmla="*/ 1224226 h 3928567"/>
                <a:gd name="connsiteX4" fmla="*/ 3768272 w 6149355"/>
                <a:gd name="connsiteY4" fmla="*/ 1071826 h 3928567"/>
                <a:gd name="connsiteX5" fmla="*/ 4233092 w 6149355"/>
                <a:gd name="connsiteY5" fmla="*/ 538426 h 3928567"/>
                <a:gd name="connsiteX6" fmla="*/ 4488817 w 6149355"/>
                <a:gd name="connsiteY6" fmla="*/ 284940 h 3928567"/>
                <a:gd name="connsiteX7" fmla="*/ 4497898 w 6149355"/>
                <a:gd name="connsiteY7" fmla="*/ 284310 h 3928567"/>
                <a:gd name="connsiteX8" fmla="*/ 4668449 w 6149355"/>
                <a:gd name="connsiteY8" fmla="*/ 341807 h 3928567"/>
                <a:gd name="connsiteX9" fmla="*/ 4679002 w 6149355"/>
                <a:gd name="connsiteY9" fmla="*/ 355831 h 3928567"/>
                <a:gd name="connsiteX10" fmla="*/ 4686303 w 6149355"/>
                <a:gd name="connsiteY10" fmla="*/ 377861 h 3928567"/>
                <a:gd name="connsiteX11" fmla="*/ 4682065 w 6149355"/>
                <a:gd name="connsiteY11" fmla="*/ 359902 h 3928567"/>
                <a:gd name="connsiteX12" fmla="*/ 4679002 w 6149355"/>
                <a:gd name="connsiteY12" fmla="*/ 355831 h 3928567"/>
                <a:gd name="connsiteX13" fmla="*/ 4678215 w 6149355"/>
                <a:gd name="connsiteY13" fmla="*/ 353457 h 3928567"/>
                <a:gd name="connsiteX14" fmla="*/ 5087964 w 6149355"/>
                <a:gd name="connsiteY14" fmla="*/ 656 h 3928567"/>
                <a:gd name="connsiteX15" fmla="*/ 5141696 w 6149355"/>
                <a:gd name="connsiteY15" fmla="*/ 1386 h 3928567"/>
                <a:gd name="connsiteX16" fmla="*/ 5180301 w 6149355"/>
                <a:gd name="connsiteY16" fmla="*/ 7829 h 3928567"/>
                <a:gd name="connsiteX17" fmla="*/ 5180227 w 6149355"/>
                <a:gd name="connsiteY17" fmla="*/ 13232 h 3928567"/>
                <a:gd name="connsiteX18" fmla="*/ 5199744 w 6149355"/>
                <a:gd name="connsiteY18" fmla="*/ 154704 h 3928567"/>
                <a:gd name="connsiteX19" fmla="*/ 5515430 w 6149355"/>
                <a:gd name="connsiteY19" fmla="*/ 431382 h 3928567"/>
                <a:gd name="connsiteX20" fmla="*/ 5675087 w 6149355"/>
                <a:gd name="connsiteY20" fmla="*/ 924868 h 3928567"/>
                <a:gd name="connsiteX21" fmla="*/ 5902780 w 6149355"/>
                <a:gd name="connsiteY21" fmla="*/ 1331721 h 3928567"/>
                <a:gd name="connsiteX22" fmla="*/ 6081486 w 6149355"/>
                <a:gd name="connsiteY22" fmla="*/ 1795725 h 3928567"/>
                <a:gd name="connsiteX23" fmla="*/ 5863772 w 6149355"/>
                <a:gd name="connsiteY23" fmla="*/ 2260182 h 3928567"/>
                <a:gd name="connsiteX24" fmla="*/ 5834743 w 6149355"/>
                <a:gd name="connsiteY24" fmla="*/ 2506925 h 3928567"/>
                <a:gd name="connsiteX25" fmla="*/ 5475152 w 6149355"/>
                <a:gd name="connsiteY25" fmla="*/ 3327345 h 3928567"/>
                <a:gd name="connsiteX26" fmla="*/ 5283201 w 6149355"/>
                <a:gd name="connsiteY26" fmla="*/ 3305211 h 3928567"/>
                <a:gd name="connsiteX27" fmla="*/ 4857932 w 6149355"/>
                <a:gd name="connsiteY27" fmla="*/ 3754065 h 3928567"/>
                <a:gd name="connsiteX28" fmla="*/ 4492792 w 6149355"/>
                <a:gd name="connsiteY28" fmla="*/ 3868806 h 3928567"/>
                <a:gd name="connsiteX29" fmla="*/ 3918858 w 6149355"/>
                <a:gd name="connsiteY29" fmla="*/ 3784182 h 3928567"/>
                <a:gd name="connsiteX30" fmla="*/ 3910251 w 6149355"/>
                <a:gd name="connsiteY30" fmla="*/ 3787315 h 3928567"/>
                <a:gd name="connsiteX31" fmla="*/ 3908879 w 6149355"/>
                <a:gd name="connsiteY31" fmla="*/ 3785423 h 3928567"/>
                <a:gd name="connsiteX32" fmla="*/ 3280229 w 6149355"/>
                <a:gd name="connsiteY32" fmla="*/ 3232640 h 3928567"/>
                <a:gd name="connsiteX33" fmla="*/ 319315 w 6149355"/>
                <a:gd name="connsiteY33" fmla="*/ 3377783 h 392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6149355" h="3928567">
                  <a:moveTo>
                    <a:pt x="0" y="3013220"/>
                  </a:moveTo>
                  <a:cubicBezTo>
                    <a:pt x="720876" y="1920379"/>
                    <a:pt x="2228064" y="2094636"/>
                    <a:pt x="2786743" y="1781212"/>
                  </a:cubicBezTo>
                  <a:cubicBezTo>
                    <a:pt x="2882779" y="1600630"/>
                    <a:pt x="3009296" y="1519108"/>
                    <a:pt x="3120572" y="1414726"/>
                  </a:cubicBezTo>
                  <a:cubicBezTo>
                    <a:pt x="3176452" y="1244546"/>
                    <a:pt x="3369492" y="1325826"/>
                    <a:pt x="3471092" y="1224226"/>
                  </a:cubicBezTo>
                  <a:cubicBezTo>
                    <a:pt x="3514272" y="1021026"/>
                    <a:pt x="3633652" y="1099766"/>
                    <a:pt x="3768272" y="1071826"/>
                  </a:cubicBezTo>
                  <a:cubicBezTo>
                    <a:pt x="3885112" y="695906"/>
                    <a:pt x="3940992" y="617166"/>
                    <a:pt x="4233092" y="538426"/>
                  </a:cubicBezTo>
                  <a:lnTo>
                    <a:pt x="4488817" y="284940"/>
                  </a:lnTo>
                  <a:lnTo>
                    <a:pt x="4497898" y="284310"/>
                  </a:lnTo>
                  <a:cubicBezTo>
                    <a:pt x="4593217" y="285097"/>
                    <a:pt x="4644057" y="315791"/>
                    <a:pt x="4668449" y="341807"/>
                  </a:cubicBezTo>
                  <a:lnTo>
                    <a:pt x="4679002" y="355831"/>
                  </a:lnTo>
                  <a:lnTo>
                    <a:pt x="4686303" y="377861"/>
                  </a:lnTo>
                  <a:cubicBezTo>
                    <a:pt x="4688873" y="378088"/>
                    <a:pt x="4688212" y="370661"/>
                    <a:pt x="4682065" y="359902"/>
                  </a:cubicBezTo>
                  <a:lnTo>
                    <a:pt x="4679002" y="355831"/>
                  </a:lnTo>
                  <a:lnTo>
                    <a:pt x="4678215" y="353457"/>
                  </a:lnTo>
                  <a:cubicBezTo>
                    <a:pt x="4660094" y="238652"/>
                    <a:pt x="4857336" y="14330"/>
                    <a:pt x="5087964" y="656"/>
                  </a:cubicBezTo>
                  <a:cubicBezTo>
                    <a:pt x="5105705" y="-396"/>
                    <a:pt x="5123643" y="-201"/>
                    <a:pt x="5141696" y="1386"/>
                  </a:cubicBezTo>
                  <a:lnTo>
                    <a:pt x="5180301" y="7829"/>
                  </a:lnTo>
                  <a:cubicBezTo>
                    <a:pt x="5180276" y="9630"/>
                    <a:pt x="5180252" y="11431"/>
                    <a:pt x="5180227" y="13232"/>
                  </a:cubicBezTo>
                  <a:cubicBezTo>
                    <a:pt x="5192090" y="33600"/>
                    <a:pt x="5265059" y="100276"/>
                    <a:pt x="5199744" y="154704"/>
                  </a:cubicBezTo>
                  <a:cubicBezTo>
                    <a:pt x="5107820" y="236951"/>
                    <a:pt x="5562904" y="82435"/>
                    <a:pt x="5515430" y="431382"/>
                  </a:cubicBezTo>
                  <a:cubicBezTo>
                    <a:pt x="5659515" y="573803"/>
                    <a:pt x="5864377" y="750697"/>
                    <a:pt x="5675087" y="924868"/>
                  </a:cubicBezTo>
                  <a:cubicBezTo>
                    <a:pt x="5791806" y="968713"/>
                    <a:pt x="6052761" y="1268826"/>
                    <a:pt x="5902780" y="1331721"/>
                  </a:cubicBezTo>
                  <a:cubicBezTo>
                    <a:pt x="6040907" y="1444570"/>
                    <a:pt x="6202439" y="1766696"/>
                    <a:pt x="6081486" y="1795725"/>
                  </a:cubicBezTo>
                  <a:cubicBezTo>
                    <a:pt x="6283356" y="2069319"/>
                    <a:pt x="5981942" y="2161848"/>
                    <a:pt x="5863772" y="2260182"/>
                  </a:cubicBezTo>
                  <a:cubicBezTo>
                    <a:pt x="5728305" y="2255344"/>
                    <a:pt x="5970210" y="2511763"/>
                    <a:pt x="5834743" y="2506925"/>
                  </a:cubicBezTo>
                  <a:cubicBezTo>
                    <a:pt x="5964283" y="2795275"/>
                    <a:pt x="5468016" y="2805677"/>
                    <a:pt x="5475152" y="3327345"/>
                  </a:cubicBezTo>
                  <a:cubicBezTo>
                    <a:pt x="5360368" y="3460393"/>
                    <a:pt x="5382261" y="3192181"/>
                    <a:pt x="5283201" y="3305211"/>
                  </a:cubicBezTo>
                  <a:cubicBezTo>
                    <a:pt x="5149065" y="3393869"/>
                    <a:pt x="5235908" y="3749227"/>
                    <a:pt x="4857932" y="3754065"/>
                  </a:cubicBezTo>
                  <a:cubicBezTo>
                    <a:pt x="4682879" y="3982812"/>
                    <a:pt x="4614505" y="3830559"/>
                    <a:pt x="4492792" y="3868806"/>
                  </a:cubicBezTo>
                  <a:cubicBezTo>
                    <a:pt x="4228909" y="3850274"/>
                    <a:pt x="4243701" y="4061794"/>
                    <a:pt x="3918858" y="3784182"/>
                  </a:cubicBezTo>
                  <a:lnTo>
                    <a:pt x="3910251" y="3787315"/>
                  </a:lnTo>
                  <a:lnTo>
                    <a:pt x="3908879" y="3785423"/>
                  </a:lnTo>
                  <a:cubicBezTo>
                    <a:pt x="3739697" y="3540686"/>
                    <a:pt x="3582610" y="3243828"/>
                    <a:pt x="3280229" y="3232640"/>
                  </a:cubicBezTo>
                  <a:cubicBezTo>
                    <a:pt x="2624667" y="3324564"/>
                    <a:pt x="757163" y="3453058"/>
                    <a:pt x="319315" y="3377783"/>
                  </a:cubicBezTo>
                </a:path>
              </a:pathLst>
            </a:custGeom>
            <a:noFill/>
            <a:ln w="38100">
              <a:solidFill>
                <a:srgbClr val="92D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E008DD6-615F-44AE-7940-ECCF90B1770E}"/>
                </a:ext>
              </a:extLst>
            </p:cNvPr>
            <p:cNvSpPr/>
            <p:nvPr/>
          </p:nvSpPr>
          <p:spPr>
            <a:xfrm>
              <a:off x="4860383" y="1236664"/>
              <a:ext cx="660440" cy="640370"/>
            </a:xfrm>
            <a:custGeom>
              <a:avLst/>
              <a:gdLst>
                <a:gd name="connsiteX0" fmla="*/ 512398 w 660440"/>
                <a:gd name="connsiteY0" fmla="*/ 0 h 640370"/>
                <a:gd name="connsiteX1" fmla="*/ 519939 w 660440"/>
                <a:gd name="connsiteY1" fmla="*/ 35942 h 640370"/>
                <a:gd name="connsiteX2" fmla="*/ 516824 w 660440"/>
                <a:gd name="connsiteY2" fmla="*/ 306218 h 640370"/>
                <a:gd name="connsiteX3" fmla="*/ 632070 w 660440"/>
                <a:gd name="connsiteY3" fmla="*/ 369887 h 640370"/>
                <a:gd name="connsiteX4" fmla="*/ 660440 w 660440"/>
                <a:gd name="connsiteY4" fmla="*/ 402744 h 640370"/>
                <a:gd name="connsiteX5" fmla="*/ 601980 w 660440"/>
                <a:gd name="connsiteY5" fmla="*/ 464377 h 640370"/>
                <a:gd name="connsiteX6" fmla="*/ 301159 w 660440"/>
                <a:gd name="connsiteY6" fmla="*/ 533993 h 640370"/>
                <a:gd name="connsiteX7" fmla="*/ 11066 w 660440"/>
                <a:gd name="connsiteY7" fmla="*/ 434762 h 640370"/>
                <a:gd name="connsiteX8" fmla="*/ 512398 w 660440"/>
                <a:gd name="connsiteY8" fmla="*/ 0 h 640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60440" h="640370">
                  <a:moveTo>
                    <a:pt x="512398" y="0"/>
                  </a:moveTo>
                  <a:lnTo>
                    <a:pt x="519939" y="35942"/>
                  </a:lnTo>
                  <a:cubicBezTo>
                    <a:pt x="531307" y="128673"/>
                    <a:pt x="524081" y="233647"/>
                    <a:pt x="516824" y="306218"/>
                  </a:cubicBezTo>
                  <a:cubicBezTo>
                    <a:pt x="554187" y="308713"/>
                    <a:pt x="594293" y="331937"/>
                    <a:pt x="632070" y="369887"/>
                  </a:cubicBezTo>
                  <a:lnTo>
                    <a:pt x="660440" y="402744"/>
                  </a:lnTo>
                  <a:lnTo>
                    <a:pt x="601980" y="464377"/>
                  </a:lnTo>
                  <a:cubicBezTo>
                    <a:pt x="462456" y="611475"/>
                    <a:pt x="329473" y="737925"/>
                    <a:pt x="301159" y="533993"/>
                  </a:cubicBezTo>
                  <a:cubicBezTo>
                    <a:pt x="204461" y="500916"/>
                    <a:pt x="-56629" y="517449"/>
                    <a:pt x="11066" y="434762"/>
                  </a:cubicBezTo>
                  <a:lnTo>
                    <a:pt x="512398" y="0"/>
                  </a:lnTo>
                  <a:close/>
                </a:path>
              </a:pathLst>
            </a:custGeom>
            <a:solidFill>
              <a:srgbClr val="41A81D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B03B19C-327F-692A-878A-7712BC0B72B9}"/>
              </a:ext>
            </a:extLst>
          </p:cNvPr>
          <p:cNvGrpSpPr/>
          <p:nvPr/>
        </p:nvGrpSpPr>
        <p:grpSpPr>
          <a:xfrm>
            <a:off x="2025585" y="0"/>
            <a:ext cx="6361025" cy="5652909"/>
            <a:chOff x="1888072" y="1064428"/>
            <a:chExt cx="6361025" cy="5652909"/>
          </a:xfrm>
          <a:solidFill>
            <a:schemeClr val="bg1"/>
          </a:solidFill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2330D3DE-5504-3BC4-BC62-A9B00E381EAA}"/>
                </a:ext>
              </a:extLst>
            </p:cNvPr>
            <p:cNvSpPr/>
            <p:nvPr/>
          </p:nvSpPr>
          <p:spPr>
            <a:xfrm rot="20451981">
              <a:off x="1888072" y="5668920"/>
              <a:ext cx="472092" cy="699605"/>
            </a:xfrm>
            <a:prstGeom prst="roundRect">
              <a:avLst>
                <a:gd name="adj" fmla="val 44337"/>
              </a:avLst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6">
              <a:extLst>
                <a:ext uri="{FF2B5EF4-FFF2-40B4-BE49-F238E27FC236}">
                  <a16:creationId xmlns:a16="http://schemas.microsoft.com/office/drawing/2014/main" id="{09C38FD1-0AAF-8F55-55AE-C3C5059F0C23}"/>
                </a:ext>
              </a:extLst>
            </p:cNvPr>
            <p:cNvSpPr/>
            <p:nvPr/>
          </p:nvSpPr>
          <p:spPr>
            <a:xfrm rot="9635174">
              <a:off x="6109919" y="2454165"/>
              <a:ext cx="898289" cy="1068294"/>
            </a:xfrm>
            <a:custGeom>
              <a:avLst/>
              <a:gdLst>
                <a:gd name="connsiteX0" fmla="*/ 0 w 970643"/>
                <a:gd name="connsiteY0" fmla="*/ 0 h 981075"/>
                <a:gd name="connsiteX1" fmla="*/ 970643 w 970643"/>
                <a:gd name="connsiteY1" fmla="*/ 0 h 981075"/>
                <a:gd name="connsiteX2" fmla="*/ 970643 w 970643"/>
                <a:gd name="connsiteY2" fmla="*/ 981075 h 981075"/>
                <a:gd name="connsiteX3" fmla="*/ 0 w 970643"/>
                <a:gd name="connsiteY3" fmla="*/ 981075 h 981075"/>
                <a:gd name="connsiteX4" fmla="*/ 0 w 970643"/>
                <a:gd name="connsiteY4" fmla="*/ 0 h 981075"/>
                <a:gd name="connsiteX0" fmla="*/ 0 w 1075418"/>
                <a:gd name="connsiteY0" fmla="*/ 0 h 981075"/>
                <a:gd name="connsiteX1" fmla="*/ 1075418 w 1075418"/>
                <a:gd name="connsiteY1" fmla="*/ 95250 h 981075"/>
                <a:gd name="connsiteX2" fmla="*/ 970643 w 1075418"/>
                <a:gd name="connsiteY2" fmla="*/ 981075 h 981075"/>
                <a:gd name="connsiteX3" fmla="*/ 0 w 1075418"/>
                <a:gd name="connsiteY3" fmla="*/ 981075 h 981075"/>
                <a:gd name="connsiteX4" fmla="*/ 0 w 1075418"/>
                <a:gd name="connsiteY4" fmla="*/ 0 h 981075"/>
                <a:gd name="connsiteX0" fmla="*/ 847725 w 1075418"/>
                <a:gd name="connsiteY0" fmla="*/ 0 h 1219200"/>
                <a:gd name="connsiteX1" fmla="*/ 1075418 w 1075418"/>
                <a:gd name="connsiteY1" fmla="*/ 333375 h 1219200"/>
                <a:gd name="connsiteX2" fmla="*/ 970643 w 1075418"/>
                <a:gd name="connsiteY2" fmla="*/ 1219200 h 1219200"/>
                <a:gd name="connsiteX3" fmla="*/ 0 w 1075418"/>
                <a:gd name="connsiteY3" fmla="*/ 1219200 h 1219200"/>
                <a:gd name="connsiteX4" fmla="*/ 847725 w 1075418"/>
                <a:gd name="connsiteY4" fmla="*/ 0 h 1219200"/>
                <a:gd name="connsiteX0" fmla="*/ 590550 w 818243"/>
                <a:gd name="connsiteY0" fmla="*/ 0 h 1219200"/>
                <a:gd name="connsiteX1" fmla="*/ 818243 w 818243"/>
                <a:gd name="connsiteY1" fmla="*/ 333375 h 1219200"/>
                <a:gd name="connsiteX2" fmla="*/ 713468 w 818243"/>
                <a:gd name="connsiteY2" fmla="*/ 1219200 h 1219200"/>
                <a:gd name="connsiteX3" fmla="*/ 0 w 818243"/>
                <a:gd name="connsiteY3" fmla="*/ 561975 h 1219200"/>
                <a:gd name="connsiteX4" fmla="*/ 590550 w 818243"/>
                <a:gd name="connsiteY4" fmla="*/ 0 h 1219200"/>
                <a:gd name="connsiteX0" fmla="*/ 590550 w 818243"/>
                <a:gd name="connsiteY0" fmla="*/ 0 h 1219200"/>
                <a:gd name="connsiteX1" fmla="*/ 818243 w 818243"/>
                <a:gd name="connsiteY1" fmla="*/ 333375 h 1219200"/>
                <a:gd name="connsiteX2" fmla="*/ 713468 w 818243"/>
                <a:gd name="connsiteY2" fmla="*/ 1219200 h 1219200"/>
                <a:gd name="connsiteX3" fmla="*/ 294367 w 818243"/>
                <a:gd name="connsiteY3" fmla="*/ 647700 h 1219200"/>
                <a:gd name="connsiteX4" fmla="*/ 0 w 818243"/>
                <a:gd name="connsiteY4" fmla="*/ 561975 h 1219200"/>
                <a:gd name="connsiteX5" fmla="*/ 590550 w 818243"/>
                <a:gd name="connsiteY5" fmla="*/ 0 h 1219200"/>
                <a:gd name="connsiteX0" fmla="*/ 590550 w 818243"/>
                <a:gd name="connsiteY0" fmla="*/ 0 h 672803"/>
                <a:gd name="connsiteX1" fmla="*/ 818243 w 818243"/>
                <a:gd name="connsiteY1" fmla="*/ 333375 h 672803"/>
                <a:gd name="connsiteX2" fmla="*/ 722993 w 818243"/>
                <a:gd name="connsiteY2" fmla="*/ 514350 h 672803"/>
                <a:gd name="connsiteX3" fmla="*/ 294367 w 818243"/>
                <a:gd name="connsiteY3" fmla="*/ 647700 h 672803"/>
                <a:gd name="connsiteX4" fmla="*/ 0 w 818243"/>
                <a:gd name="connsiteY4" fmla="*/ 561975 h 672803"/>
                <a:gd name="connsiteX5" fmla="*/ 590550 w 818243"/>
                <a:gd name="connsiteY5" fmla="*/ 0 h 672803"/>
                <a:gd name="connsiteX0" fmla="*/ 590550 w 818243"/>
                <a:gd name="connsiteY0" fmla="*/ 0 h 647700"/>
                <a:gd name="connsiteX1" fmla="*/ 818243 w 818243"/>
                <a:gd name="connsiteY1" fmla="*/ 333375 h 647700"/>
                <a:gd name="connsiteX2" fmla="*/ 294367 w 818243"/>
                <a:gd name="connsiteY2" fmla="*/ 647700 h 647700"/>
                <a:gd name="connsiteX3" fmla="*/ 0 w 818243"/>
                <a:gd name="connsiteY3" fmla="*/ 561975 h 647700"/>
                <a:gd name="connsiteX4" fmla="*/ 590550 w 818243"/>
                <a:gd name="connsiteY4" fmla="*/ 0 h 647700"/>
                <a:gd name="connsiteX0" fmla="*/ 590550 w 818243"/>
                <a:gd name="connsiteY0" fmla="*/ 0 h 750764"/>
                <a:gd name="connsiteX1" fmla="*/ 818243 w 818243"/>
                <a:gd name="connsiteY1" fmla="*/ 333375 h 750764"/>
                <a:gd name="connsiteX2" fmla="*/ 294367 w 818243"/>
                <a:gd name="connsiteY2" fmla="*/ 647700 h 750764"/>
                <a:gd name="connsiteX3" fmla="*/ 0 w 818243"/>
                <a:gd name="connsiteY3" fmla="*/ 561975 h 750764"/>
                <a:gd name="connsiteX4" fmla="*/ 590550 w 818243"/>
                <a:gd name="connsiteY4" fmla="*/ 0 h 750764"/>
                <a:gd name="connsiteX0" fmla="*/ 600502 w 828195"/>
                <a:gd name="connsiteY0" fmla="*/ 0 h 750764"/>
                <a:gd name="connsiteX1" fmla="*/ 828195 w 828195"/>
                <a:gd name="connsiteY1" fmla="*/ 333375 h 750764"/>
                <a:gd name="connsiteX2" fmla="*/ 304319 w 828195"/>
                <a:gd name="connsiteY2" fmla="*/ 647700 h 750764"/>
                <a:gd name="connsiteX3" fmla="*/ 9952 w 828195"/>
                <a:gd name="connsiteY3" fmla="*/ 561975 h 750764"/>
                <a:gd name="connsiteX4" fmla="*/ 600502 w 828195"/>
                <a:gd name="connsiteY4" fmla="*/ 0 h 750764"/>
                <a:gd name="connsiteX0" fmla="*/ 600502 w 929221"/>
                <a:gd name="connsiteY0" fmla="*/ 0 h 752286"/>
                <a:gd name="connsiteX1" fmla="*/ 929221 w 929221"/>
                <a:gd name="connsiteY1" fmla="*/ 344741 h 752286"/>
                <a:gd name="connsiteX2" fmla="*/ 304319 w 929221"/>
                <a:gd name="connsiteY2" fmla="*/ 647700 h 752286"/>
                <a:gd name="connsiteX3" fmla="*/ 9952 w 929221"/>
                <a:gd name="connsiteY3" fmla="*/ 561975 h 752286"/>
                <a:gd name="connsiteX4" fmla="*/ 600502 w 929221"/>
                <a:gd name="connsiteY4" fmla="*/ 0 h 752286"/>
                <a:gd name="connsiteX0" fmla="*/ 600502 w 929221"/>
                <a:gd name="connsiteY0" fmla="*/ 0 h 792356"/>
                <a:gd name="connsiteX1" fmla="*/ 929221 w 929221"/>
                <a:gd name="connsiteY1" fmla="*/ 344741 h 792356"/>
                <a:gd name="connsiteX2" fmla="*/ 304319 w 929221"/>
                <a:gd name="connsiteY2" fmla="*/ 647700 h 792356"/>
                <a:gd name="connsiteX3" fmla="*/ 9952 w 929221"/>
                <a:gd name="connsiteY3" fmla="*/ 561975 h 792356"/>
                <a:gd name="connsiteX4" fmla="*/ 600502 w 929221"/>
                <a:gd name="connsiteY4" fmla="*/ 0 h 792356"/>
                <a:gd name="connsiteX0" fmla="*/ 601649 w 930368"/>
                <a:gd name="connsiteY0" fmla="*/ 0 h 609183"/>
                <a:gd name="connsiteX1" fmla="*/ 930368 w 930368"/>
                <a:gd name="connsiteY1" fmla="*/ 344741 h 609183"/>
                <a:gd name="connsiteX2" fmla="*/ 273237 w 930368"/>
                <a:gd name="connsiteY2" fmla="*/ 418199 h 609183"/>
                <a:gd name="connsiteX3" fmla="*/ 11099 w 930368"/>
                <a:gd name="connsiteY3" fmla="*/ 561975 h 609183"/>
                <a:gd name="connsiteX4" fmla="*/ 601649 w 930368"/>
                <a:gd name="connsiteY4" fmla="*/ 0 h 609183"/>
                <a:gd name="connsiteX0" fmla="*/ 599855 w 928574"/>
                <a:gd name="connsiteY0" fmla="*/ 0 h 609183"/>
                <a:gd name="connsiteX1" fmla="*/ 928574 w 928574"/>
                <a:gd name="connsiteY1" fmla="*/ 344741 h 609183"/>
                <a:gd name="connsiteX2" fmla="*/ 271443 w 928574"/>
                <a:gd name="connsiteY2" fmla="*/ 418199 h 609183"/>
                <a:gd name="connsiteX3" fmla="*/ 11174 w 928574"/>
                <a:gd name="connsiteY3" fmla="*/ 29395 h 609183"/>
                <a:gd name="connsiteX4" fmla="*/ 599855 w 928574"/>
                <a:gd name="connsiteY4" fmla="*/ 0 h 609183"/>
                <a:gd name="connsiteX0" fmla="*/ 355086 w 928574"/>
                <a:gd name="connsiteY0" fmla="*/ 0 h 917628"/>
                <a:gd name="connsiteX1" fmla="*/ 928574 w 928574"/>
                <a:gd name="connsiteY1" fmla="*/ 653186 h 917628"/>
                <a:gd name="connsiteX2" fmla="*/ 271443 w 928574"/>
                <a:gd name="connsiteY2" fmla="*/ 726644 h 917628"/>
                <a:gd name="connsiteX3" fmla="*/ 11174 w 928574"/>
                <a:gd name="connsiteY3" fmla="*/ 337840 h 917628"/>
                <a:gd name="connsiteX4" fmla="*/ 355086 w 928574"/>
                <a:gd name="connsiteY4" fmla="*/ 0 h 917628"/>
                <a:gd name="connsiteX0" fmla="*/ 324666 w 898154"/>
                <a:gd name="connsiteY0" fmla="*/ 0 h 917628"/>
                <a:gd name="connsiteX1" fmla="*/ 898154 w 898154"/>
                <a:gd name="connsiteY1" fmla="*/ 653186 h 917628"/>
                <a:gd name="connsiteX2" fmla="*/ 241023 w 898154"/>
                <a:gd name="connsiteY2" fmla="*/ 726644 h 917628"/>
                <a:gd name="connsiteX3" fmla="*/ 12612 w 898154"/>
                <a:gd name="connsiteY3" fmla="*/ 295205 h 917628"/>
                <a:gd name="connsiteX4" fmla="*/ 324666 w 898154"/>
                <a:gd name="connsiteY4" fmla="*/ 0 h 917628"/>
                <a:gd name="connsiteX0" fmla="*/ 324666 w 898154"/>
                <a:gd name="connsiteY0" fmla="*/ 0 h 1043068"/>
                <a:gd name="connsiteX1" fmla="*/ 898154 w 898154"/>
                <a:gd name="connsiteY1" fmla="*/ 653186 h 1043068"/>
                <a:gd name="connsiteX2" fmla="*/ 241023 w 898154"/>
                <a:gd name="connsiteY2" fmla="*/ 726644 h 1043068"/>
                <a:gd name="connsiteX3" fmla="*/ 12612 w 898154"/>
                <a:gd name="connsiteY3" fmla="*/ 295205 h 1043068"/>
                <a:gd name="connsiteX4" fmla="*/ 324666 w 898154"/>
                <a:gd name="connsiteY4" fmla="*/ 0 h 1043068"/>
                <a:gd name="connsiteX0" fmla="*/ 324666 w 898154"/>
                <a:gd name="connsiteY0" fmla="*/ 0 h 897356"/>
                <a:gd name="connsiteX1" fmla="*/ 898154 w 898154"/>
                <a:gd name="connsiteY1" fmla="*/ 653186 h 897356"/>
                <a:gd name="connsiteX2" fmla="*/ 213213 w 898154"/>
                <a:gd name="connsiteY2" fmla="*/ 896086 h 897356"/>
                <a:gd name="connsiteX3" fmla="*/ 241023 w 898154"/>
                <a:gd name="connsiteY3" fmla="*/ 726644 h 897356"/>
                <a:gd name="connsiteX4" fmla="*/ 12612 w 898154"/>
                <a:gd name="connsiteY4" fmla="*/ 295205 h 897356"/>
                <a:gd name="connsiteX5" fmla="*/ 324666 w 898154"/>
                <a:gd name="connsiteY5" fmla="*/ 0 h 897356"/>
                <a:gd name="connsiteX0" fmla="*/ 324666 w 898154"/>
                <a:gd name="connsiteY0" fmla="*/ 0 h 1068294"/>
                <a:gd name="connsiteX1" fmla="*/ 898154 w 898154"/>
                <a:gd name="connsiteY1" fmla="*/ 653186 h 1068294"/>
                <a:gd name="connsiteX2" fmla="*/ 213213 w 898154"/>
                <a:gd name="connsiteY2" fmla="*/ 896086 h 1068294"/>
                <a:gd name="connsiteX3" fmla="*/ 241023 w 898154"/>
                <a:gd name="connsiteY3" fmla="*/ 726644 h 1068294"/>
                <a:gd name="connsiteX4" fmla="*/ 12612 w 898154"/>
                <a:gd name="connsiteY4" fmla="*/ 295205 h 1068294"/>
                <a:gd name="connsiteX5" fmla="*/ 324666 w 898154"/>
                <a:gd name="connsiteY5" fmla="*/ 0 h 1068294"/>
                <a:gd name="connsiteX0" fmla="*/ 324666 w 898154"/>
                <a:gd name="connsiteY0" fmla="*/ 0 h 1068294"/>
                <a:gd name="connsiteX1" fmla="*/ 898154 w 898154"/>
                <a:gd name="connsiteY1" fmla="*/ 653186 h 1068294"/>
                <a:gd name="connsiteX2" fmla="*/ 213213 w 898154"/>
                <a:gd name="connsiteY2" fmla="*/ 896086 h 1068294"/>
                <a:gd name="connsiteX3" fmla="*/ 241023 w 898154"/>
                <a:gd name="connsiteY3" fmla="*/ 726644 h 1068294"/>
                <a:gd name="connsiteX4" fmla="*/ 12612 w 898154"/>
                <a:gd name="connsiteY4" fmla="*/ 295205 h 1068294"/>
                <a:gd name="connsiteX5" fmla="*/ 324666 w 898154"/>
                <a:gd name="connsiteY5" fmla="*/ 0 h 1068294"/>
                <a:gd name="connsiteX0" fmla="*/ 324666 w 898154"/>
                <a:gd name="connsiteY0" fmla="*/ 0 h 1068294"/>
                <a:gd name="connsiteX1" fmla="*/ 898154 w 898154"/>
                <a:gd name="connsiteY1" fmla="*/ 653186 h 1068294"/>
                <a:gd name="connsiteX2" fmla="*/ 213213 w 898154"/>
                <a:gd name="connsiteY2" fmla="*/ 896086 h 1068294"/>
                <a:gd name="connsiteX3" fmla="*/ 241023 w 898154"/>
                <a:gd name="connsiteY3" fmla="*/ 726644 h 1068294"/>
                <a:gd name="connsiteX4" fmla="*/ 12612 w 898154"/>
                <a:gd name="connsiteY4" fmla="*/ 295205 h 1068294"/>
                <a:gd name="connsiteX5" fmla="*/ 324666 w 898154"/>
                <a:gd name="connsiteY5" fmla="*/ 0 h 1068294"/>
                <a:gd name="connsiteX0" fmla="*/ 324801 w 898289"/>
                <a:gd name="connsiteY0" fmla="*/ 0 h 1068294"/>
                <a:gd name="connsiteX1" fmla="*/ 898289 w 898289"/>
                <a:gd name="connsiteY1" fmla="*/ 653186 h 1068294"/>
                <a:gd name="connsiteX2" fmla="*/ 213348 w 898289"/>
                <a:gd name="connsiteY2" fmla="*/ 896086 h 1068294"/>
                <a:gd name="connsiteX3" fmla="*/ 238507 w 898289"/>
                <a:gd name="connsiteY3" fmla="*/ 705510 h 1068294"/>
                <a:gd name="connsiteX4" fmla="*/ 12747 w 898289"/>
                <a:gd name="connsiteY4" fmla="*/ 295205 h 1068294"/>
                <a:gd name="connsiteX5" fmla="*/ 324801 w 898289"/>
                <a:gd name="connsiteY5" fmla="*/ 0 h 1068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98289" h="1068294">
                  <a:moveTo>
                    <a:pt x="324801" y="0"/>
                  </a:moveTo>
                  <a:lnTo>
                    <a:pt x="898289" y="653186"/>
                  </a:lnTo>
                  <a:cubicBezTo>
                    <a:pt x="887347" y="806346"/>
                    <a:pt x="495850" y="1338675"/>
                    <a:pt x="213348" y="896086"/>
                  </a:cubicBezTo>
                  <a:cubicBezTo>
                    <a:pt x="168399" y="772865"/>
                    <a:pt x="246780" y="730584"/>
                    <a:pt x="238507" y="705510"/>
                  </a:cubicBezTo>
                  <a:cubicBezTo>
                    <a:pt x="140385" y="676935"/>
                    <a:pt x="-51056" y="380930"/>
                    <a:pt x="12747" y="295205"/>
                  </a:cubicBezTo>
                  <a:lnTo>
                    <a:pt x="324801" y="0"/>
                  </a:ln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6">
              <a:extLst>
                <a:ext uri="{FF2B5EF4-FFF2-40B4-BE49-F238E27FC236}">
                  <a16:creationId xmlns:a16="http://schemas.microsoft.com/office/drawing/2014/main" id="{46A89A8D-1611-EF42-0CB5-E1721F69A8B3}"/>
                </a:ext>
              </a:extLst>
            </p:cNvPr>
            <p:cNvSpPr/>
            <p:nvPr/>
          </p:nvSpPr>
          <p:spPr>
            <a:xfrm rot="13336309">
              <a:off x="6751839" y="4886513"/>
              <a:ext cx="1474348" cy="1803632"/>
            </a:xfrm>
            <a:custGeom>
              <a:avLst/>
              <a:gdLst>
                <a:gd name="connsiteX0" fmla="*/ 0 w 970643"/>
                <a:gd name="connsiteY0" fmla="*/ 0 h 981075"/>
                <a:gd name="connsiteX1" fmla="*/ 970643 w 970643"/>
                <a:gd name="connsiteY1" fmla="*/ 0 h 981075"/>
                <a:gd name="connsiteX2" fmla="*/ 970643 w 970643"/>
                <a:gd name="connsiteY2" fmla="*/ 981075 h 981075"/>
                <a:gd name="connsiteX3" fmla="*/ 0 w 970643"/>
                <a:gd name="connsiteY3" fmla="*/ 981075 h 981075"/>
                <a:gd name="connsiteX4" fmla="*/ 0 w 970643"/>
                <a:gd name="connsiteY4" fmla="*/ 0 h 981075"/>
                <a:gd name="connsiteX0" fmla="*/ 0 w 1075418"/>
                <a:gd name="connsiteY0" fmla="*/ 0 h 981075"/>
                <a:gd name="connsiteX1" fmla="*/ 1075418 w 1075418"/>
                <a:gd name="connsiteY1" fmla="*/ 95250 h 981075"/>
                <a:gd name="connsiteX2" fmla="*/ 970643 w 1075418"/>
                <a:gd name="connsiteY2" fmla="*/ 981075 h 981075"/>
                <a:gd name="connsiteX3" fmla="*/ 0 w 1075418"/>
                <a:gd name="connsiteY3" fmla="*/ 981075 h 981075"/>
                <a:gd name="connsiteX4" fmla="*/ 0 w 1075418"/>
                <a:gd name="connsiteY4" fmla="*/ 0 h 981075"/>
                <a:gd name="connsiteX0" fmla="*/ 847725 w 1075418"/>
                <a:gd name="connsiteY0" fmla="*/ 0 h 1219200"/>
                <a:gd name="connsiteX1" fmla="*/ 1075418 w 1075418"/>
                <a:gd name="connsiteY1" fmla="*/ 333375 h 1219200"/>
                <a:gd name="connsiteX2" fmla="*/ 970643 w 1075418"/>
                <a:gd name="connsiteY2" fmla="*/ 1219200 h 1219200"/>
                <a:gd name="connsiteX3" fmla="*/ 0 w 1075418"/>
                <a:gd name="connsiteY3" fmla="*/ 1219200 h 1219200"/>
                <a:gd name="connsiteX4" fmla="*/ 847725 w 1075418"/>
                <a:gd name="connsiteY4" fmla="*/ 0 h 1219200"/>
                <a:gd name="connsiteX0" fmla="*/ 590550 w 818243"/>
                <a:gd name="connsiteY0" fmla="*/ 0 h 1219200"/>
                <a:gd name="connsiteX1" fmla="*/ 818243 w 818243"/>
                <a:gd name="connsiteY1" fmla="*/ 333375 h 1219200"/>
                <a:gd name="connsiteX2" fmla="*/ 713468 w 818243"/>
                <a:gd name="connsiteY2" fmla="*/ 1219200 h 1219200"/>
                <a:gd name="connsiteX3" fmla="*/ 0 w 818243"/>
                <a:gd name="connsiteY3" fmla="*/ 561975 h 1219200"/>
                <a:gd name="connsiteX4" fmla="*/ 590550 w 818243"/>
                <a:gd name="connsiteY4" fmla="*/ 0 h 1219200"/>
                <a:gd name="connsiteX0" fmla="*/ 590550 w 818243"/>
                <a:gd name="connsiteY0" fmla="*/ 0 h 1219200"/>
                <a:gd name="connsiteX1" fmla="*/ 818243 w 818243"/>
                <a:gd name="connsiteY1" fmla="*/ 333375 h 1219200"/>
                <a:gd name="connsiteX2" fmla="*/ 713468 w 818243"/>
                <a:gd name="connsiteY2" fmla="*/ 1219200 h 1219200"/>
                <a:gd name="connsiteX3" fmla="*/ 294367 w 818243"/>
                <a:gd name="connsiteY3" fmla="*/ 647700 h 1219200"/>
                <a:gd name="connsiteX4" fmla="*/ 0 w 818243"/>
                <a:gd name="connsiteY4" fmla="*/ 561975 h 1219200"/>
                <a:gd name="connsiteX5" fmla="*/ 590550 w 818243"/>
                <a:gd name="connsiteY5" fmla="*/ 0 h 1219200"/>
                <a:gd name="connsiteX0" fmla="*/ 590550 w 818243"/>
                <a:gd name="connsiteY0" fmla="*/ 0 h 672803"/>
                <a:gd name="connsiteX1" fmla="*/ 818243 w 818243"/>
                <a:gd name="connsiteY1" fmla="*/ 333375 h 672803"/>
                <a:gd name="connsiteX2" fmla="*/ 722993 w 818243"/>
                <a:gd name="connsiteY2" fmla="*/ 514350 h 672803"/>
                <a:gd name="connsiteX3" fmla="*/ 294367 w 818243"/>
                <a:gd name="connsiteY3" fmla="*/ 647700 h 672803"/>
                <a:gd name="connsiteX4" fmla="*/ 0 w 818243"/>
                <a:gd name="connsiteY4" fmla="*/ 561975 h 672803"/>
                <a:gd name="connsiteX5" fmla="*/ 590550 w 818243"/>
                <a:gd name="connsiteY5" fmla="*/ 0 h 672803"/>
                <a:gd name="connsiteX0" fmla="*/ 590550 w 818243"/>
                <a:gd name="connsiteY0" fmla="*/ 0 h 647700"/>
                <a:gd name="connsiteX1" fmla="*/ 818243 w 818243"/>
                <a:gd name="connsiteY1" fmla="*/ 333375 h 647700"/>
                <a:gd name="connsiteX2" fmla="*/ 294367 w 818243"/>
                <a:gd name="connsiteY2" fmla="*/ 647700 h 647700"/>
                <a:gd name="connsiteX3" fmla="*/ 0 w 818243"/>
                <a:gd name="connsiteY3" fmla="*/ 561975 h 647700"/>
                <a:gd name="connsiteX4" fmla="*/ 590550 w 818243"/>
                <a:gd name="connsiteY4" fmla="*/ 0 h 647700"/>
                <a:gd name="connsiteX0" fmla="*/ 590550 w 818243"/>
                <a:gd name="connsiteY0" fmla="*/ 0 h 750764"/>
                <a:gd name="connsiteX1" fmla="*/ 818243 w 818243"/>
                <a:gd name="connsiteY1" fmla="*/ 333375 h 750764"/>
                <a:gd name="connsiteX2" fmla="*/ 294367 w 818243"/>
                <a:gd name="connsiteY2" fmla="*/ 647700 h 750764"/>
                <a:gd name="connsiteX3" fmla="*/ 0 w 818243"/>
                <a:gd name="connsiteY3" fmla="*/ 561975 h 750764"/>
                <a:gd name="connsiteX4" fmla="*/ 590550 w 818243"/>
                <a:gd name="connsiteY4" fmla="*/ 0 h 750764"/>
                <a:gd name="connsiteX0" fmla="*/ 600502 w 828195"/>
                <a:gd name="connsiteY0" fmla="*/ 0 h 750764"/>
                <a:gd name="connsiteX1" fmla="*/ 828195 w 828195"/>
                <a:gd name="connsiteY1" fmla="*/ 333375 h 750764"/>
                <a:gd name="connsiteX2" fmla="*/ 304319 w 828195"/>
                <a:gd name="connsiteY2" fmla="*/ 647700 h 750764"/>
                <a:gd name="connsiteX3" fmla="*/ 9952 w 828195"/>
                <a:gd name="connsiteY3" fmla="*/ 561975 h 750764"/>
                <a:gd name="connsiteX4" fmla="*/ 600502 w 828195"/>
                <a:gd name="connsiteY4" fmla="*/ 0 h 750764"/>
                <a:gd name="connsiteX0" fmla="*/ 600502 w 929221"/>
                <a:gd name="connsiteY0" fmla="*/ 0 h 752286"/>
                <a:gd name="connsiteX1" fmla="*/ 929221 w 929221"/>
                <a:gd name="connsiteY1" fmla="*/ 344741 h 752286"/>
                <a:gd name="connsiteX2" fmla="*/ 304319 w 929221"/>
                <a:gd name="connsiteY2" fmla="*/ 647700 h 752286"/>
                <a:gd name="connsiteX3" fmla="*/ 9952 w 929221"/>
                <a:gd name="connsiteY3" fmla="*/ 561975 h 752286"/>
                <a:gd name="connsiteX4" fmla="*/ 600502 w 929221"/>
                <a:gd name="connsiteY4" fmla="*/ 0 h 752286"/>
                <a:gd name="connsiteX0" fmla="*/ 600502 w 929221"/>
                <a:gd name="connsiteY0" fmla="*/ 0 h 792356"/>
                <a:gd name="connsiteX1" fmla="*/ 929221 w 929221"/>
                <a:gd name="connsiteY1" fmla="*/ 344741 h 792356"/>
                <a:gd name="connsiteX2" fmla="*/ 304319 w 929221"/>
                <a:gd name="connsiteY2" fmla="*/ 647700 h 792356"/>
                <a:gd name="connsiteX3" fmla="*/ 9952 w 929221"/>
                <a:gd name="connsiteY3" fmla="*/ 561975 h 792356"/>
                <a:gd name="connsiteX4" fmla="*/ 600502 w 929221"/>
                <a:gd name="connsiteY4" fmla="*/ 0 h 792356"/>
                <a:gd name="connsiteX0" fmla="*/ 601649 w 930368"/>
                <a:gd name="connsiteY0" fmla="*/ 0 h 609183"/>
                <a:gd name="connsiteX1" fmla="*/ 930368 w 930368"/>
                <a:gd name="connsiteY1" fmla="*/ 344741 h 609183"/>
                <a:gd name="connsiteX2" fmla="*/ 273237 w 930368"/>
                <a:gd name="connsiteY2" fmla="*/ 418199 h 609183"/>
                <a:gd name="connsiteX3" fmla="*/ 11099 w 930368"/>
                <a:gd name="connsiteY3" fmla="*/ 561975 h 609183"/>
                <a:gd name="connsiteX4" fmla="*/ 601649 w 930368"/>
                <a:gd name="connsiteY4" fmla="*/ 0 h 609183"/>
                <a:gd name="connsiteX0" fmla="*/ 599855 w 928574"/>
                <a:gd name="connsiteY0" fmla="*/ 0 h 609183"/>
                <a:gd name="connsiteX1" fmla="*/ 928574 w 928574"/>
                <a:gd name="connsiteY1" fmla="*/ 344741 h 609183"/>
                <a:gd name="connsiteX2" fmla="*/ 271443 w 928574"/>
                <a:gd name="connsiteY2" fmla="*/ 418199 h 609183"/>
                <a:gd name="connsiteX3" fmla="*/ 11174 w 928574"/>
                <a:gd name="connsiteY3" fmla="*/ 29395 h 609183"/>
                <a:gd name="connsiteX4" fmla="*/ 599855 w 928574"/>
                <a:gd name="connsiteY4" fmla="*/ 0 h 609183"/>
                <a:gd name="connsiteX0" fmla="*/ 355086 w 928574"/>
                <a:gd name="connsiteY0" fmla="*/ 0 h 917628"/>
                <a:gd name="connsiteX1" fmla="*/ 928574 w 928574"/>
                <a:gd name="connsiteY1" fmla="*/ 653186 h 917628"/>
                <a:gd name="connsiteX2" fmla="*/ 271443 w 928574"/>
                <a:gd name="connsiteY2" fmla="*/ 726644 h 917628"/>
                <a:gd name="connsiteX3" fmla="*/ 11174 w 928574"/>
                <a:gd name="connsiteY3" fmla="*/ 337840 h 917628"/>
                <a:gd name="connsiteX4" fmla="*/ 355086 w 928574"/>
                <a:gd name="connsiteY4" fmla="*/ 0 h 917628"/>
                <a:gd name="connsiteX0" fmla="*/ 324666 w 898154"/>
                <a:gd name="connsiteY0" fmla="*/ 0 h 917628"/>
                <a:gd name="connsiteX1" fmla="*/ 898154 w 898154"/>
                <a:gd name="connsiteY1" fmla="*/ 653186 h 917628"/>
                <a:gd name="connsiteX2" fmla="*/ 241023 w 898154"/>
                <a:gd name="connsiteY2" fmla="*/ 726644 h 917628"/>
                <a:gd name="connsiteX3" fmla="*/ 12612 w 898154"/>
                <a:gd name="connsiteY3" fmla="*/ 295205 h 917628"/>
                <a:gd name="connsiteX4" fmla="*/ 324666 w 898154"/>
                <a:gd name="connsiteY4" fmla="*/ 0 h 917628"/>
                <a:gd name="connsiteX0" fmla="*/ 324666 w 898154"/>
                <a:gd name="connsiteY0" fmla="*/ 0 h 1043068"/>
                <a:gd name="connsiteX1" fmla="*/ 898154 w 898154"/>
                <a:gd name="connsiteY1" fmla="*/ 653186 h 1043068"/>
                <a:gd name="connsiteX2" fmla="*/ 241023 w 898154"/>
                <a:gd name="connsiteY2" fmla="*/ 726644 h 1043068"/>
                <a:gd name="connsiteX3" fmla="*/ 12612 w 898154"/>
                <a:gd name="connsiteY3" fmla="*/ 295205 h 1043068"/>
                <a:gd name="connsiteX4" fmla="*/ 324666 w 898154"/>
                <a:gd name="connsiteY4" fmla="*/ 0 h 1043068"/>
                <a:gd name="connsiteX0" fmla="*/ 324666 w 898154"/>
                <a:gd name="connsiteY0" fmla="*/ 0 h 897356"/>
                <a:gd name="connsiteX1" fmla="*/ 898154 w 898154"/>
                <a:gd name="connsiteY1" fmla="*/ 653186 h 897356"/>
                <a:gd name="connsiteX2" fmla="*/ 213213 w 898154"/>
                <a:gd name="connsiteY2" fmla="*/ 896086 h 897356"/>
                <a:gd name="connsiteX3" fmla="*/ 241023 w 898154"/>
                <a:gd name="connsiteY3" fmla="*/ 726644 h 897356"/>
                <a:gd name="connsiteX4" fmla="*/ 12612 w 898154"/>
                <a:gd name="connsiteY4" fmla="*/ 295205 h 897356"/>
                <a:gd name="connsiteX5" fmla="*/ 324666 w 898154"/>
                <a:gd name="connsiteY5" fmla="*/ 0 h 897356"/>
                <a:gd name="connsiteX0" fmla="*/ 324666 w 898154"/>
                <a:gd name="connsiteY0" fmla="*/ 0 h 1068294"/>
                <a:gd name="connsiteX1" fmla="*/ 898154 w 898154"/>
                <a:gd name="connsiteY1" fmla="*/ 653186 h 1068294"/>
                <a:gd name="connsiteX2" fmla="*/ 213213 w 898154"/>
                <a:gd name="connsiteY2" fmla="*/ 896086 h 1068294"/>
                <a:gd name="connsiteX3" fmla="*/ 241023 w 898154"/>
                <a:gd name="connsiteY3" fmla="*/ 726644 h 1068294"/>
                <a:gd name="connsiteX4" fmla="*/ 12612 w 898154"/>
                <a:gd name="connsiteY4" fmla="*/ 295205 h 1068294"/>
                <a:gd name="connsiteX5" fmla="*/ 324666 w 898154"/>
                <a:gd name="connsiteY5" fmla="*/ 0 h 1068294"/>
                <a:gd name="connsiteX0" fmla="*/ 324666 w 898154"/>
                <a:gd name="connsiteY0" fmla="*/ 0 h 1068294"/>
                <a:gd name="connsiteX1" fmla="*/ 898154 w 898154"/>
                <a:gd name="connsiteY1" fmla="*/ 653186 h 1068294"/>
                <a:gd name="connsiteX2" fmla="*/ 213213 w 898154"/>
                <a:gd name="connsiteY2" fmla="*/ 896086 h 1068294"/>
                <a:gd name="connsiteX3" fmla="*/ 241023 w 898154"/>
                <a:gd name="connsiteY3" fmla="*/ 726644 h 1068294"/>
                <a:gd name="connsiteX4" fmla="*/ 12612 w 898154"/>
                <a:gd name="connsiteY4" fmla="*/ 295205 h 1068294"/>
                <a:gd name="connsiteX5" fmla="*/ 324666 w 898154"/>
                <a:gd name="connsiteY5" fmla="*/ 0 h 1068294"/>
                <a:gd name="connsiteX0" fmla="*/ 324666 w 898154"/>
                <a:gd name="connsiteY0" fmla="*/ 0 h 1068294"/>
                <a:gd name="connsiteX1" fmla="*/ 898154 w 898154"/>
                <a:gd name="connsiteY1" fmla="*/ 653186 h 1068294"/>
                <a:gd name="connsiteX2" fmla="*/ 213213 w 898154"/>
                <a:gd name="connsiteY2" fmla="*/ 896086 h 1068294"/>
                <a:gd name="connsiteX3" fmla="*/ 241023 w 898154"/>
                <a:gd name="connsiteY3" fmla="*/ 726644 h 1068294"/>
                <a:gd name="connsiteX4" fmla="*/ 12612 w 898154"/>
                <a:gd name="connsiteY4" fmla="*/ 295205 h 1068294"/>
                <a:gd name="connsiteX5" fmla="*/ 324666 w 898154"/>
                <a:gd name="connsiteY5" fmla="*/ 0 h 1068294"/>
                <a:gd name="connsiteX0" fmla="*/ 324801 w 898289"/>
                <a:gd name="connsiteY0" fmla="*/ 0 h 1068294"/>
                <a:gd name="connsiteX1" fmla="*/ 898289 w 898289"/>
                <a:gd name="connsiteY1" fmla="*/ 653186 h 1068294"/>
                <a:gd name="connsiteX2" fmla="*/ 213348 w 898289"/>
                <a:gd name="connsiteY2" fmla="*/ 896086 h 1068294"/>
                <a:gd name="connsiteX3" fmla="*/ 238507 w 898289"/>
                <a:gd name="connsiteY3" fmla="*/ 705510 h 1068294"/>
                <a:gd name="connsiteX4" fmla="*/ 12747 w 898289"/>
                <a:gd name="connsiteY4" fmla="*/ 295205 h 1068294"/>
                <a:gd name="connsiteX5" fmla="*/ 324801 w 898289"/>
                <a:gd name="connsiteY5" fmla="*/ 0 h 1068294"/>
                <a:gd name="connsiteX0" fmla="*/ 824457 w 1397945"/>
                <a:gd name="connsiteY0" fmla="*/ 0 h 1068294"/>
                <a:gd name="connsiteX1" fmla="*/ 1397945 w 1397945"/>
                <a:gd name="connsiteY1" fmla="*/ 653186 h 1068294"/>
                <a:gd name="connsiteX2" fmla="*/ 713004 w 1397945"/>
                <a:gd name="connsiteY2" fmla="*/ 896086 h 1068294"/>
                <a:gd name="connsiteX3" fmla="*/ 738163 w 1397945"/>
                <a:gd name="connsiteY3" fmla="*/ 705510 h 1068294"/>
                <a:gd name="connsiteX4" fmla="*/ 4104 w 1397945"/>
                <a:gd name="connsiteY4" fmla="*/ 113651 h 1068294"/>
                <a:gd name="connsiteX5" fmla="*/ 824457 w 1397945"/>
                <a:gd name="connsiteY5" fmla="*/ 0 h 1068294"/>
                <a:gd name="connsiteX0" fmla="*/ 833465 w 1406953"/>
                <a:gd name="connsiteY0" fmla="*/ 0 h 1068294"/>
                <a:gd name="connsiteX1" fmla="*/ 1406953 w 1406953"/>
                <a:gd name="connsiteY1" fmla="*/ 653186 h 1068294"/>
                <a:gd name="connsiteX2" fmla="*/ 722012 w 1406953"/>
                <a:gd name="connsiteY2" fmla="*/ 896086 h 1068294"/>
                <a:gd name="connsiteX3" fmla="*/ 232036 w 1406953"/>
                <a:gd name="connsiteY3" fmla="*/ 573078 h 1068294"/>
                <a:gd name="connsiteX4" fmla="*/ 13112 w 1406953"/>
                <a:gd name="connsiteY4" fmla="*/ 113651 h 1068294"/>
                <a:gd name="connsiteX5" fmla="*/ 833465 w 1406953"/>
                <a:gd name="connsiteY5" fmla="*/ 0 h 1068294"/>
                <a:gd name="connsiteX0" fmla="*/ 833465 w 1406953"/>
                <a:gd name="connsiteY0" fmla="*/ 0 h 695042"/>
                <a:gd name="connsiteX1" fmla="*/ 1406953 w 1406953"/>
                <a:gd name="connsiteY1" fmla="*/ 653186 h 695042"/>
                <a:gd name="connsiteX2" fmla="*/ 232036 w 1406953"/>
                <a:gd name="connsiteY2" fmla="*/ 573078 h 695042"/>
                <a:gd name="connsiteX3" fmla="*/ 13112 w 1406953"/>
                <a:gd name="connsiteY3" fmla="*/ 113651 h 695042"/>
                <a:gd name="connsiteX4" fmla="*/ 833465 w 1406953"/>
                <a:gd name="connsiteY4" fmla="*/ 0 h 695042"/>
                <a:gd name="connsiteX0" fmla="*/ 833465 w 1406953"/>
                <a:gd name="connsiteY0" fmla="*/ 0 h 1085244"/>
                <a:gd name="connsiteX1" fmla="*/ 1406953 w 1406953"/>
                <a:gd name="connsiteY1" fmla="*/ 653186 h 1085244"/>
                <a:gd name="connsiteX2" fmla="*/ 232036 w 1406953"/>
                <a:gd name="connsiteY2" fmla="*/ 573078 h 1085244"/>
                <a:gd name="connsiteX3" fmla="*/ 13112 w 1406953"/>
                <a:gd name="connsiteY3" fmla="*/ 113651 h 1085244"/>
                <a:gd name="connsiteX4" fmla="*/ 833465 w 1406953"/>
                <a:gd name="connsiteY4" fmla="*/ 0 h 1085244"/>
                <a:gd name="connsiteX0" fmla="*/ 872309 w 1445797"/>
                <a:gd name="connsiteY0" fmla="*/ 0 h 1085244"/>
                <a:gd name="connsiteX1" fmla="*/ 1445797 w 1445797"/>
                <a:gd name="connsiteY1" fmla="*/ 653186 h 1085244"/>
                <a:gd name="connsiteX2" fmla="*/ 270880 w 1445797"/>
                <a:gd name="connsiteY2" fmla="*/ 573078 h 1085244"/>
                <a:gd name="connsiteX3" fmla="*/ 51956 w 1445797"/>
                <a:gd name="connsiteY3" fmla="*/ 113651 h 1085244"/>
                <a:gd name="connsiteX4" fmla="*/ 872309 w 1445797"/>
                <a:gd name="connsiteY4" fmla="*/ 0 h 1085244"/>
                <a:gd name="connsiteX0" fmla="*/ 801853 w 1445797"/>
                <a:gd name="connsiteY0" fmla="*/ 0 h 1776371"/>
                <a:gd name="connsiteX1" fmla="*/ 1445797 w 1445797"/>
                <a:gd name="connsiteY1" fmla="*/ 1344313 h 1776371"/>
                <a:gd name="connsiteX2" fmla="*/ 270880 w 1445797"/>
                <a:gd name="connsiteY2" fmla="*/ 1264205 h 1776371"/>
                <a:gd name="connsiteX3" fmla="*/ 51956 w 1445797"/>
                <a:gd name="connsiteY3" fmla="*/ 804778 h 1776371"/>
                <a:gd name="connsiteX4" fmla="*/ 801853 w 1445797"/>
                <a:gd name="connsiteY4" fmla="*/ 0 h 1776371"/>
                <a:gd name="connsiteX0" fmla="*/ 833297 w 1477241"/>
                <a:gd name="connsiteY0" fmla="*/ 0 h 1776371"/>
                <a:gd name="connsiteX1" fmla="*/ 1477241 w 1477241"/>
                <a:gd name="connsiteY1" fmla="*/ 1344313 h 1776371"/>
                <a:gd name="connsiteX2" fmla="*/ 302324 w 1477241"/>
                <a:gd name="connsiteY2" fmla="*/ 1264205 h 1776371"/>
                <a:gd name="connsiteX3" fmla="*/ 83400 w 1477241"/>
                <a:gd name="connsiteY3" fmla="*/ 804778 h 1776371"/>
                <a:gd name="connsiteX4" fmla="*/ 833297 w 1477241"/>
                <a:gd name="connsiteY4" fmla="*/ 0 h 1776371"/>
                <a:gd name="connsiteX0" fmla="*/ 801737 w 1479851"/>
                <a:gd name="connsiteY0" fmla="*/ 0 h 1813962"/>
                <a:gd name="connsiteX1" fmla="*/ 1479851 w 1479851"/>
                <a:gd name="connsiteY1" fmla="*/ 1381904 h 1813962"/>
                <a:gd name="connsiteX2" fmla="*/ 304934 w 1479851"/>
                <a:gd name="connsiteY2" fmla="*/ 1301796 h 1813962"/>
                <a:gd name="connsiteX3" fmla="*/ 86010 w 1479851"/>
                <a:gd name="connsiteY3" fmla="*/ 842369 h 1813962"/>
                <a:gd name="connsiteX4" fmla="*/ 801737 w 1479851"/>
                <a:gd name="connsiteY4" fmla="*/ 0 h 1813962"/>
                <a:gd name="connsiteX0" fmla="*/ 801737 w 1479851"/>
                <a:gd name="connsiteY0" fmla="*/ 0 h 1813962"/>
                <a:gd name="connsiteX1" fmla="*/ 1479851 w 1479851"/>
                <a:gd name="connsiteY1" fmla="*/ 1381904 h 1813962"/>
                <a:gd name="connsiteX2" fmla="*/ 304934 w 1479851"/>
                <a:gd name="connsiteY2" fmla="*/ 1301796 h 1813962"/>
                <a:gd name="connsiteX3" fmla="*/ 86010 w 1479851"/>
                <a:gd name="connsiteY3" fmla="*/ 842369 h 1813962"/>
                <a:gd name="connsiteX4" fmla="*/ 801737 w 1479851"/>
                <a:gd name="connsiteY4" fmla="*/ 0 h 1813962"/>
                <a:gd name="connsiteX0" fmla="*/ 803707 w 1481821"/>
                <a:gd name="connsiteY0" fmla="*/ 0 h 1813962"/>
                <a:gd name="connsiteX1" fmla="*/ 1481821 w 1481821"/>
                <a:gd name="connsiteY1" fmla="*/ 1381904 h 1813962"/>
                <a:gd name="connsiteX2" fmla="*/ 306904 w 1481821"/>
                <a:gd name="connsiteY2" fmla="*/ 1301796 h 1813962"/>
                <a:gd name="connsiteX3" fmla="*/ 85842 w 1481821"/>
                <a:gd name="connsiteY3" fmla="*/ 887218 h 1813962"/>
                <a:gd name="connsiteX4" fmla="*/ 803707 w 1481821"/>
                <a:gd name="connsiteY4" fmla="*/ 0 h 1813962"/>
                <a:gd name="connsiteX0" fmla="*/ 803707 w 1481821"/>
                <a:gd name="connsiteY0" fmla="*/ 0 h 1803632"/>
                <a:gd name="connsiteX1" fmla="*/ 1481821 w 1481821"/>
                <a:gd name="connsiteY1" fmla="*/ 1381904 h 1803632"/>
                <a:gd name="connsiteX2" fmla="*/ 276149 w 1481821"/>
                <a:gd name="connsiteY2" fmla="*/ 1286845 h 1803632"/>
                <a:gd name="connsiteX3" fmla="*/ 85842 w 1481821"/>
                <a:gd name="connsiteY3" fmla="*/ 887218 h 1803632"/>
                <a:gd name="connsiteX4" fmla="*/ 803707 w 1481821"/>
                <a:gd name="connsiteY4" fmla="*/ 0 h 1803632"/>
                <a:gd name="connsiteX0" fmla="*/ 796234 w 1474348"/>
                <a:gd name="connsiteY0" fmla="*/ 0 h 1803632"/>
                <a:gd name="connsiteX1" fmla="*/ 1474348 w 1474348"/>
                <a:gd name="connsiteY1" fmla="*/ 1381904 h 1803632"/>
                <a:gd name="connsiteX2" fmla="*/ 268676 w 1474348"/>
                <a:gd name="connsiteY2" fmla="*/ 1286845 h 1803632"/>
                <a:gd name="connsiteX3" fmla="*/ 86484 w 1474348"/>
                <a:gd name="connsiteY3" fmla="*/ 905586 h 1803632"/>
                <a:gd name="connsiteX4" fmla="*/ 796234 w 1474348"/>
                <a:gd name="connsiteY4" fmla="*/ 0 h 1803632"/>
                <a:gd name="connsiteX0" fmla="*/ 796234 w 1474348"/>
                <a:gd name="connsiteY0" fmla="*/ 0 h 1803632"/>
                <a:gd name="connsiteX1" fmla="*/ 1474348 w 1474348"/>
                <a:gd name="connsiteY1" fmla="*/ 1381904 h 1803632"/>
                <a:gd name="connsiteX2" fmla="*/ 268676 w 1474348"/>
                <a:gd name="connsiteY2" fmla="*/ 1286845 h 1803632"/>
                <a:gd name="connsiteX3" fmla="*/ 86484 w 1474348"/>
                <a:gd name="connsiteY3" fmla="*/ 905586 h 1803632"/>
                <a:gd name="connsiteX4" fmla="*/ 796234 w 1474348"/>
                <a:gd name="connsiteY4" fmla="*/ 0 h 1803632"/>
                <a:gd name="connsiteX0" fmla="*/ 796234 w 1474348"/>
                <a:gd name="connsiteY0" fmla="*/ 0 h 1803632"/>
                <a:gd name="connsiteX1" fmla="*/ 1474348 w 1474348"/>
                <a:gd name="connsiteY1" fmla="*/ 1381904 h 1803632"/>
                <a:gd name="connsiteX2" fmla="*/ 268676 w 1474348"/>
                <a:gd name="connsiteY2" fmla="*/ 1286845 h 1803632"/>
                <a:gd name="connsiteX3" fmla="*/ 86484 w 1474348"/>
                <a:gd name="connsiteY3" fmla="*/ 905586 h 1803632"/>
                <a:gd name="connsiteX4" fmla="*/ 796234 w 1474348"/>
                <a:gd name="connsiteY4" fmla="*/ 0 h 1803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4348" h="1803632">
                  <a:moveTo>
                    <a:pt x="796234" y="0"/>
                  </a:moveTo>
                  <a:lnTo>
                    <a:pt x="1474348" y="1381904"/>
                  </a:lnTo>
                  <a:cubicBezTo>
                    <a:pt x="1374110" y="1477417"/>
                    <a:pt x="747416" y="2337002"/>
                    <a:pt x="268676" y="1286845"/>
                  </a:cubicBezTo>
                  <a:cubicBezTo>
                    <a:pt x="-77188" y="1174542"/>
                    <a:pt x="55572" y="961412"/>
                    <a:pt x="86484" y="905586"/>
                  </a:cubicBezTo>
                  <a:cubicBezTo>
                    <a:pt x="-263694" y="685148"/>
                    <a:pt x="546268" y="268259"/>
                    <a:pt x="796234" y="0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4">
              <a:extLst>
                <a:ext uri="{FF2B5EF4-FFF2-40B4-BE49-F238E27FC236}">
                  <a16:creationId xmlns:a16="http://schemas.microsoft.com/office/drawing/2014/main" id="{9FBB2DA8-8966-BDDA-6B78-30C88BF8D598}"/>
                </a:ext>
              </a:extLst>
            </p:cNvPr>
            <p:cNvSpPr/>
            <p:nvPr/>
          </p:nvSpPr>
          <p:spPr>
            <a:xfrm>
              <a:off x="2782297" y="1586395"/>
              <a:ext cx="2278896" cy="2693932"/>
            </a:xfrm>
            <a:custGeom>
              <a:avLst/>
              <a:gdLst>
                <a:gd name="connsiteX0" fmla="*/ 0 w 1611086"/>
                <a:gd name="connsiteY0" fmla="*/ 0 h 1596571"/>
                <a:gd name="connsiteX1" fmla="*/ 1611086 w 1611086"/>
                <a:gd name="connsiteY1" fmla="*/ 0 h 1596571"/>
                <a:gd name="connsiteX2" fmla="*/ 1611086 w 1611086"/>
                <a:gd name="connsiteY2" fmla="*/ 1596571 h 1596571"/>
                <a:gd name="connsiteX3" fmla="*/ 0 w 1611086"/>
                <a:gd name="connsiteY3" fmla="*/ 1596571 h 1596571"/>
                <a:gd name="connsiteX4" fmla="*/ 0 w 1611086"/>
                <a:gd name="connsiteY4" fmla="*/ 0 h 1596571"/>
                <a:gd name="connsiteX0" fmla="*/ 711200 w 2322286"/>
                <a:gd name="connsiteY0" fmla="*/ 0 h 1944914"/>
                <a:gd name="connsiteX1" fmla="*/ 2322286 w 2322286"/>
                <a:gd name="connsiteY1" fmla="*/ 0 h 1944914"/>
                <a:gd name="connsiteX2" fmla="*/ 2322286 w 2322286"/>
                <a:gd name="connsiteY2" fmla="*/ 1596571 h 1944914"/>
                <a:gd name="connsiteX3" fmla="*/ 0 w 2322286"/>
                <a:gd name="connsiteY3" fmla="*/ 1944914 h 1944914"/>
                <a:gd name="connsiteX4" fmla="*/ 711200 w 2322286"/>
                <a:gd name="connsiteY4" fmla="*/ 0 h 1944914"/>
                <a:gd name="connsiteX0" fmla="*/ 711200 w 2322286"/>
                <a:gd name="connsiteY0" fmla="*/ 0 h 1944914"/>
                <a:gd name="connsiteX1" fmla="*/ 2322286 w 2322286"/>
                <a:gd name="connsiteY1" fmla="*/ 0 h 1944914"/>
                <a:gd name="connsiteX2" fmla="*/ 2322286 w 2322286"/>
                <a:gd name="connsiteY2" fmla="*/ 1596571 h 1944914"/>
                <a:gd name="connsiteX3" fmla="*/ 0 w 2322286"/>
                <a:gd name="connsiteY3" fmla="*/ 1944914 h 1944914"/>
                <a:gd name="connsiteX4" fmla="*/ 406400 w 2322286"/>
                <a:gd name="connsiteY4" fmla="*/ 507999 h 1944914"/>
                <a:gd name="connsiteX5" fmla="*/ 711200 w 2322286"/>
                <a:gd name="connsiteY5" fmla="*/ 0 h 1944914"/>
                <a:gd name="connsiteX0" fmla="*/ 464457 w 2322286"/>
                <a:gd name="connsiteY0" fmla="*/ 0 h 2786742"/>
                <a:gd name="connsiteX1" fmla="*/ 2322286 w 2322286"/>
                <a:gd name="connsiteY1" fmla="*/ 841828 h 2786742"/>
                <a:gd name="connsiteX2" fmla="*/ 2322286 w 2322286"/>
                <a:gd name="connsiteY2" fmla="*/ 2438399 h 2786742"/>
                <a:gd name="connsiteX3" fmla="*/ 0 w 2322286"/>
                <a:gd name="connsiteY3" fmla="*/ 2786742 h 2786742"/>
                <a:gd name="connsiteX4" fmla="*/ 406400 w 2322286"/>
                <a:gd name="connsiteY4" fmla="*/ 1349827 h 2786742"/>
                <a:gd name="connsiteX5" fmla="*/ 464457 w 2322286"/>
                <a:gd name="connsiteY5" fmla="*/ 0 h 2786742"/>
                <a:gd name="connsiteX0" fmla="*/ 464457 w 2322286"/>
                <a:gd name="connsiteY0" fmla="*/ 0 h 2786742"/>
                <a:gd name="connsiteX1" fmla="*/ 1103086 w 2322286"/>
                <a:gd name="connsiteY1" fmla="*/ 740227 h 2786742"/>
                <a:gd name="connsiteX2" fmla="*/ 2322286 w 2322286"/>
                <a:gd name="connsiteY2" fmla="*/ 841828 h 2786742"/>
                <a:gd name="connsiteX3" fmla="*/ 2322286 w 2322286"/>
                <a:gd name="connsiteY3" fmla="*/ 2438399 h 2786742"/>
                <a:gd name="connsiteX4" fmla="*/ 0 w 2322286"/>
                <a:gd name="connsiteY4" fmla="*/ 2786742 h 2786742"/>
                <a:gd name="connsiteX5" fmla="*/ 406400 w 2322286"/>
                <a:gd name="connsiteY5" fmla="*/ 1349827 h 2786742"/>
                <a:gd name="connsiteX6" fmla="*/ 464457 w 2322286"/>
                <a:gd name="connsiteY6" fmla="*/ 0 h 2786742"/>
                <a:gd name="connsiteX0" fmla="*/ 464457 w 2322286"/>
                <a:gd name="connsiteY0" fmla="*/ 0 h 2786742"/>
                <a:gd name="connsiteX1" fmla="*/ 1103086 w 2322286"/>
                <a:gd name="connsiteY1" fmla="*/ 740227 h 2786742"/>
                <a:gd name="connsiteX2" fmla="*/ 1814286 w 2322286"/>
                <a:gd name="connsiteY2" fmla="*/ 1335314 h 2786742"/>
                <a:gd name="connsiteX3" fmla="*/ 2322286 w 2322286"/>
                <a:gd name="connsiteY3" fmla="*/ 2438399 h 2786742"/>
                <a:gd name="connsiteX4" fmla="*/ 0 w 2322286"/>
                <a:gd name="connsiteY4" fmla="*/ 2786742 h 2786742"/>
                <a:gd name="connsiteX5" fmla="*/ 406400 w 2322286"/>
                <a:gd name="connsiteY5" fmla="*/ 1349827 h 2786742"/>
                <a:gd name="connsiteX6" fmla="*/ 464457 w 2322286"/>
                <a:gd name="connsiteY6" fmla="*/ 0 h 2786742"/>
                <a:gd name="connsiteX0" fmla="*/ 464457 w 2322286"/>
                <a:gd name="connsiteY0" fmla="*/ 0 h 2786742"/>
                <a:gd name="connsiteX1" fmla="*/ 1103086 w 2322286"/>
                <a:gd name="connsiteY1" fmla="*/ 740227 h 2786742"/>
                <a:gd name="connsiteX2" fmla="*/ 1814286 w 2322286"/>
                <a:gd name="connsiteY2" fmla="*/ 1335314 h 2786742"/>
                <a:gd name="connsiteX3" fmla="*/ 2322286 w 2322286"/>
                <a:gd name="connsiteY3" fmla="*/ 2438399 h 2786742"/>
                <a:gd name="connsiteX4" fmla="*/ 0 w 2322286"/>
                <a:gd name="connsiteY4" fmla="*/ 2786742 h 2786742"/>
                <a:gd name="connsiteX5" fmla="*/ 406400 w 2322286"/>
                <a:gd name="connsiteY5" fmla="*/ 1349827 h 2786742"/>
                <a:gd name="connsiteX6" fmla="*/ 464457 w 2322286"/>
                <a:gd name="connsiteY6" fmla="*/ 0 h 2786742"/>
                <a:gd name="connsiteX0" fmla="*/ 464457 w 2322286"/>
                <a:gd name="connsiteY0" fmla="*/ 0 h 2786742"/>
                <a:gd name="connsiteX1" fmla="*/ 1103086 w 2322286"/>
                <a:gd name="connsiteY1" fmla="*/ 740227 h 2786742"/>
                <a:gd name="connsiteX2" fmla="*/ 1814286 w 2322286"/>
                <a:gd name="connsiteY2" fmla="*/ 1335314 h 2786742"/>
                <a:gd name="connsiteX3" fmla="*/ 2322286 w 2322286"/>
                <a:gd name="connsiteY3" fmla="*/ 2438399 h 2786742"/>
                <a:gd name="connsiteX4" fmla="*/ 0 w 2322286"/>
                <a:gd name="connsiteY4" fmla="*/ 2786742 h 2786742"/>
                <a:gd name="connsiteX5" fmla="*/ 406400 w 2322286"/>
                <a:gd name="connsiteY5" fmla="*/ 1349827 h 2786742"/>
                <a:gd name="connsiteX6" fmla="*/ 464457 w 2322286"/>
                <a:gd name="connsiteY6" fmla="*/ 0 h 2786742"/>
                <a:gd name="connsiteX0" fmla="*/ 464457 w 2322286"/>
                <a:gd name="connsiteY0" fmla="*/ 47620 h 2834362"/>
                <a:gd name="connsiteX1" fmla="*/ 978354 w 2322286"/>
                <a:gd name="connsiteY1" fmla="*/ 376004 h 2834362"/>
                <a:gd name="connsiteX2" fmla="*/ 1103086 w 2322286"/>
                <a:gd name="connsiteY2" fmla="*/ 787847 h 2834362"/>
                <a:gd name="connsiteX3" fmla="*/ 1814286 w 2322286"/>
                <a:gd name="connsiteY3" fmla="*/ 1382934 h 2834362"/>
                <a:gd name="connsiteX4" fmla="*/ 2322286 w 2322286"/>
                <a:gd name="connsiteY4" fmla="*/ 2486019 h 2834362"/>
                <a:gd name="connsiteX5" fmla="*/ 0 w 2322286"/>
                <a:gd name="connsiteY5" fmla="*/ 2834362 h 2834362"/>
                <a:gd name="connsiteX6" fmla="*/ 406400 w 2322286"/>
                <a:gd name="connsiteY6" fmla="*/ 1397447 h 2834362"/>
                <a:gd name="connsiteX7" fmla="*/ 464457 w 2322286"/>
                <a:gd name="connsiteY7" fmla="*/ 47620 h 2834362"/>
                <a:gd name="connsiteX0" fmla="*/ 464457 w 2322286"/>
                <a:gd name="connsiteY0" fmla="*/ 0 h 2786742"/>
                <a:gd name="connsiteX1" fmla="*/ 978354 w 2322286"/>
                <a:gd name="connsiteY1" fmla="*/ 328384 h 2786742"/>
                <a:gd name="connsiteX2" fmla="*/ 1103086 w 2322286"/>
                <a:gd name="connsiteY2" fmla="*/ 740227 h 2786742"/>
                <a:gd name="connsiteX3" fmla="*/ 1814286 w 2322286"/>
                <a:gd name="connsiteY3" fmla="*/ 1335314 h 2786742"/>
                <a:gd name="connsiteX4" fmla="*/ 2322286 w 2322286"/>
                <a:gd name="connsiteY4" fmla="*/ 2438399 h 2786742"/>
                <a:gd name="connsiteX5" fmla="*/ 0 w 2322286"/>
                <a:gd name="connsiteY5" fmla="*/ 2786742 h 2786742"/>
                <a:gd name="connsiteX6" fmla="*/ 406400 w 2322286"/>
                <a:gd name="connsiteY6" fmla="*/ 1349827 h 2786742"/>
                <a:gd name="connsiteX7" fmla="*/ 464457 w 2322286"/>
                <a:gd name="connsiteY7" fmla="*/ 0 h 2786742"/>
                <a:gd name="connsiteX0" fmla="*/ 464457 w 2322286"/>
                <a:gd name="connsiteY0" fmla="*/ 0 h 2786742"/>
                <a:gd name="connsiteX1" fmla="*/ 978354 w 2322286"/>
                <a:gd name="connsiteY1" fmla="*/ 328384 h 2786742"/>
                <a:gd name="connsiteX2" fmla="*/ 1103086 w 2322286"/>
                <a:gd name="connsiteY2" fmla="*/ 740227 h 2786742"/>
                <a:gd name="connsiteX3" fmla="*/ 1814286 w 2322286"/>
                <a:gd name="connsiteY3" fmla="*/ 1335314 h 2786742"/>
                <a:gd name="connsiteX4" fmla="*/ 2322286 w 2322286"/>
                <a:gd name="connsiteY4" fmla="*/ 2438399 h 2786742"/>
                <a:gd name="connsiteX5" fmla="*/ 0 w 2322286"/>
                <a:gd name="connsiteY5" fmla="*/ 2786742 h 2786742"/>
                <a:gd name="connsiteX6" fmla="*/ 406400 w 2322286"/>
                <a:gd name="connsiteY6" fmla="*/ 1349827 h 2786742"/>
                <a:gd name="connsiteX7" fmla="*/ 464457 w 2322286"/>
                <a:gd name="connsiteY7" fmla="*/ 0 h 2786742"/>
                <a:gd name="connsiteX0" fmla="*/ 464457 w 2322286"/>
                <a:gd name="connsiteY0" fmla="*/ 0 h 2786742"/>
                <a:gd name="connsiteX1" fmla="*/ 978354 w 2322286"/>
                <a:gd name="connsiteY1" fmla="*/ 328384 h 2786742"/>
                <a:gd name="connsiteX2" fmla="*/ 1103086 w 2322286"/>
                <a:gd name="connsiteY2" fmla="*/ 740227 h 2786742"/>
                <a:gd name="connsiteX3" fmla="*/ 1728561 w 2322286"/>
                <a:gd name="connsiteY3" fmla="*/ 1373414 h 2786742"/>
                <a:gd name="connsiteX4" fmla="*/ 2322286 w 2322286"/>
                <a:gd name="connsiteY4" fmla="*/ 2438399 h 2786742"/>
                <a:gd name="connsiteX5" fmla="*/ 0 w 2322286"/>
                <a:gd name="connsiteY5" fmla="*/ 2786742 h 2786742"/>
                <a:gd name="connsiteX6" fmla="*/ 406400 w 2322286"/>
                <a:gd name="connsiteY6" fmla="*/ 1349827 h 2786742"/>
                <a:gd name="connsiteX7" fmla="*/ 464457 w 2322286"/>
                <a:gd name="connsiteY7" fmla="*/ 0 h 2786742"/>
                <a:gd name="connsiteX0" fmla="*/ 464457 w 2322286"/>
                <a:gd name="connsiteY0" fmla="*/ 0 h 2786742"/>
                <a:gd name="connsiteX1" fmla="*/ 978354 w 2322286"/>
                <a:gd name="connsiteY1" fmla="*/ 328384 h 2786742"/>
                <a:gd name="connsiteX2" fmla="*/ 1103086 w 2322286"/>
                <a:gd name="connsiteY2" fmla="*/ 740227 h 2786742"/>
                <a:gd name="connsiteX3" fmla="*/ 1728561 w 2322286"/>
                <a:gd name="connsiteY3" fmla="*/ 1373414 h 2786742"/>
                <a:gd name="connsiteX4" fmla="*/ 2322286 w 2322286"/>
                <a:gd name="connsiteY4" fmla="*/ 2438399 h 2786742"/>
                <a:gd name="connsiteX5" fmla="*/ 0 w 2322286"/>
                <a:gd name="connsiteY5" fmla="*/ 2786742 h 2786742"/>
                <a:gd name="connsiteX6" fmla="*/ 406400 w 2322286"/>
                <a:gd name="connsiteY6" fmla="*/ 1349827 h 2786742"/>
                <a:gd name="connsiteX7" fmla="*/ 464457 w 2322286"/>
                <a:gd name="connsiteY7" fmla="*/ 0 h 2786742"/>
                <a:gd name="connsiteX0" fmla="*/ 464457 w 2322286"/>
                <a:gd name="connsiteY0" fmla="*/ 0 h 2786742"/>
                <a:gd name="connsiteX1" fmla="*/ 978354 w 2322286"/>
                <a:gd name="connsiteY1" fmla="*/ 328384 h 2786742"/>
                <a:gd name="connsiteX2" fmla="*/ 1103086 w 2322286"/>
                <a:gd name="connsiteY2" fmla="*/ 740227 h 2786742"/>
                <a:gd name="connsiteX3" fmla="*/ 1728561 w 2322286"/>
                <a:gd name="connsiteY3" fmla="*/ 1373414 h 2786742"/>
                <a:gd name="connsiteX4" fmla="*/ 2322286 w 2322286"/>
                <a:gd name="connsiteY4" fmla="*/ 2438399 h 2786742"/>
                <a:gd name="connsiteX5" fmla="*/ 0 w 2322286"/>
                <a:gd name="connsiteY5" fmla="*/ 2786742 h 2786742"/>
                <a:gd name="connsiteX6" fmla="*/ 406400 w 2322286"/>
                <a:gd name="connsiteY6" fmla="*/ 1349827 h 2786742"/>
                <a:gd name="connsiteX7" fmla="*/ 464457 w 2322286"/>
                <a:gd name="connsiteY7" fmla="*/ 0 h 2786742"/>
                <a:gd name="connsiteX0" fmla="*/ 464457 w 2322286"/>
                <a:gd name="connsiteY0" fmla="*/ 0 h 2786742"/>
                <a:gd name="connsiteX1" fmla="*/ 978354 w 2322286"/>
                <a:gd name="connsiteY1" fmla="*/ 328384 h 2786742"/>
                <a:gd name="connsiteX2" fmla="*/ 1103086 w 2322286"/>
                <a:gd name="connsiteY2" fmla="*/ 740227 h 2786742"/>
                <a:gd name="connsiteX3" fmla="*/ 1728561 w 2322286"/>
                <a:gd name="connsiteY3" fmla="*/ 1373414 h 2786742"/>
                <a:gd name="connsiteX4" fmla="*/ 2322286 w 2322286"/>
                <a:gd name="connsiteY4" fmla="*/ 2438399 h 2786742"/>
                <a:gd name="connsiteX5" fmla="*/ 0 w 2322286"/>
                <a:gd name="connsiteY5" fmla="*/ 2786742 h 2786742"/>
                <a:gd name="connsiteX6" fmla="*/ 406400 w 2322286"/>
                <a:gd name="connsiteY6" fmla="*/ 1349827 h 2786742"/>
                <a:gd name="connsiteX7" fmla="*/ 464457 w 2322286"/>
                <a:gd name="connsiteY7" fmla="*/ 0 h 2786742"/>
                <a:gd name="connsiteX0" fmla="*/ 488350 w 2346179"/>
                <a:gd name="connsiteY0" fmla="*/ 0 h 2786742"/>
                <a:gd name="connsiteX1" fmla="*/ 1002247 w 2346179"/>
                <a:gd name="connsiteY1" fmla="*/ 328384 h 2786742"/>
                <a:gd name="connsiteX2" fmla="*/ 1126979 w 2346179"/>
                <a:gd name="connsiteY2" fmla="*/ 740227 h 2786742"/>
                <a:gd name="connsiteX3" fmla="*/ 1752454 w 2346179"/>
                <a:gd name="connsiteY3" fmla="*/ 1373414 h 2786742"/>
                <a:gd name="connsiteX4" fmla="*/ 2346179 w 2346179"/>
                <a:gd name="connsiteY4" fmla="*/ 2438399 h 2786742"/>
                <a:gd name="connsiteX5" fmla="*/ 23893 w 2346179"/>
                <a:gd name="connsiteY5" fmla="*/ 2786742 h 2786742"/>
                <a:gd name="connsiteX6" fmla="*/ 430293 w 2346179"/>
                <a:gd name="connsiteY6" fmla="*/ 1349827 h 2786742"/>
                <a:gd name="connsiteX7" fmla="*/ 488350 w 2346179"/>
                <a:gd name="connsiteY7" fmla="*/ 0 h 2786742"/>
                <a:gd name="connsiteX0" fmla="*/ 407885 w 2265714"/>
                <a:gd name="connsiteY0" fmla="*/ 0 h 2786742"/>
                <a:gd name="connsiteX1" fmla="*/ 921782 w 2265714"/>
                <a:gd name="connsiteY1" fmla="*/ 328384 h 2786742"/>
                <a:gd name="connsiteX2" fmla="*/ 1046514 w 2265714"/>
                <a:gd name="connsiteY2" fmla="*/ 740227 h 2786742"/>
                <a:gd name="connsiteX3" fmla="*/ 1671989 w 2265714"/>
                <a:gd name="connsiteY3" fmla="*/ 1373414 h 2786742"/>
                <a:gd name="connsiteX4" fmla="*/ 2265714 w 2265714"/>
                <a:gd name="connsiteY4" fmla="*/ 2438399 h 2786742"/>
                <a:gd name="connsiteX5" fmla="*/ 29153 w 2265714"/>
                <a:gd name="connsiteY5" fmla="*/ 2786742 h 2786742"/>
                <a:gd name="connsiteX6" fmla="*/ 349828 w 2265714"/>
                <a:gd name="connsiteY6" fmla="*/ 1349827 h 2786742"/>
                <a:gd name="connsiteX7" fmla="*/ 407885 w 2265714"/>
                <a:gd name="connsiteY7" fmla="*/ 0 h 2786742"/>
                <a:gd name="connsiteX0" fmla="*/ 55460 w 2265714"/>
                <a:gd name="connsiteY0" fmla="*/ 233162 h 2476979"/>
                <a:gd name="connsiteX1" fmla="*/ 921782 w 2265714"/>
                <a:gd name="connsiteY1" fmla="*/ 18621 h 2476979"/>
                <a:gd name="connsiteX2" fmla="*/ 1046514 w 2265714"/>
                <a:gd name="connsiteY2" fmla="*/ 430464 h 2476979"/>
                <a:gd name="connsiteX3" fmla="*/ 1671989 w 2265714"/>
                <a:gd name="connsiteY3" fmla="*/ 1063651 h 2476979"/>
                <a:gd name="connsiteX4" fmla="*/ 2265714 w 2265714"/>
                <a:gd name="connsiteY4" fmla="*/ 2128636 h 2476979"/>
                <a:gd name="connsiteX5" fmla="*/ 29153 w 2265714"/>
                <a:gd name="connsiteY5" fmla="*/ 2476979 h 2476979"/>
                <a:gd name="connsiteX6" fmla="*/ 349828 w 2265714"/>
                <a:gd name="connsiteY6" fmla="*/ 1040064 h 2476979"/>
                <a:gd name="connsiteX7" fmla="*/ 55460 w 2265714"/>
                <a:gd name="connsiteY7" fmla="*/ 233162 h 2476979"/>
                <a:gd name="connsiteX0" fmla="*/ 55460 w 2265714"/>
                <a:gd name="connsiteY0" fmla="*/ 239390 h 2483207"/>
                <a:gd name="connsiteX1" fmla="*/ 471596 w 2265714"/>
                <a:gd name="connsiteY1" fmla="*/ 41205 h 2483207"/>
                <a:gd name="connsiteX2" fmla="*/ 921782 w 2265714"/>
                <a:gd name="connsiteY2" fmla="*/ 24849 h 2483207"/>
                <a:gd name="connsiteX3" fmla="*/ 1046514 w 2265714"/>
                <a:gd name="connsiteY3" fmla="*/ 436692 h 2483207"/>
                <a:gd name="connsiteX4" fmla="*/ 1671989 w 2265714"/>
                <a:gd name="connsiteY4" fmla="*/ 1069879 h 2483207"/>
                <a:gd name="connsiteX5" fmla="*/ 2265714 w 2265714"/>
                <a:gd name="connsiteY5" fmla="*/ 2134864 h 2483207"/>
                <a:gd name="connsiteX6" fmla="*/ 29153 w 2265714"/>
                <a:gd name="connsiteY6" fmla="*/ 2483207 h 2483207"/>
                <a:gd name="connsiteX7" fmla="*/ 349828 w 2265714"/>
                <a:gd name="connsiteY7" fmla="*/ 1046292 h 2483207"/>
                <a:gd name="connsiteX8" fmla="*/ 55460 w 2265714"/>
                <a:gd name="connsiteY8" fmla="*/ 239390 h 2483207"/>
                <a:gd name="connsiteX0" fmla="*/ 55460 w 2265714"/>
                <a:gd name="connsiteY0" fmla="*/ 311459 h 2555276"/>
                <a:gd name="connsiteX1" fmla="*/ 471596 w 2265714"/>
                <a:gd name="connsiteY1" fmla="*/ 113274 h 2555276"/>
                <a:gd name="connsiteX2" fmla="*/ 1064657 w 2265714"/>
                <a:gd name="connsiteY2" fmla="*/ 11193 h 2555276"/>
                <a:gd name="connsiteX3" fmla="*/ 1046514 w 2265714"/>
                <a:gd name="connsiteY3" fmla="*/ 508761 h 2555276"/>
                <a:gd name="connsiteX4" fmla="*/ 1671989 w 2265714"/>
                <a:gd name="connsiteY4" fmla="*/ 1141948 h 2555276"/>
                <a:gd name="connsiteX5" fmla="*/ 2265714 w 2265714"/>
                <a:gd name="connsiteY5" fmla="*/ 2206933 h 2555276"/>
                <a:gd name="connsiteX6" fmla="*/ 29153 w 2265714"/>
                <a:gd name="connsiteY6" fmla="*/ 2555276 h 2555276"/>
                <a:gd name="connsiteX7" fmla="*/ 349828 w 2265714"/>
                <a:gd name="connsiteY7" fmla="*/ 1118361 h 2555276"/>
                <a:gd name="connsiteX8" fmla="*/ 55460 w 2265714"/>
                <a:gd name="connsiteY8" fmla="*/ 311459 h 2555276"/>
                <a:gd name="connsiteX0" fmla="*/ 55460 w 2265714"/>
                <a:gd name="connsiteY0" fmla="*/ 311459 h 2555276"/>
                <a:gd name="connsiteX1" fmla="*/ 471596 w 2265714"/>
                <a:gd name="connsiteY1" fmla="*/ 113274 h 2555276"/>
                <a:gd name="connsiteX2" fmla="*/ 1064657 w 2265714"/>
                <a:gd name="connsiteY2" fmla="*/ 11193 h 2555276"/>
                <a:gd name="connsiteX3" fmla="*/ 1322739 w 2265714"/>
                <a:gd name="connsiteY3" fmla="*/ 194436 h 2555276"/>
                <a:gd name="connsiteX4" fmla="*/ 1671989 w 2265714"/>
                <a:gd name="connsiteY4" fmla="*/ 1141948 h 2555276"/>
                <a:gd name="connsiteX5" fmla="*/ 2265714 w 2265714"/>
                <a:gd name="connsiteY5" fmla="*/ 2206933 h 2555276"/>
                <a:gd name="connsiteX6" fmla="*/ 29153 w 2265714"/>
                <a:gd name="connsiteY6" fmla="*/ 2555276 h 2555276"/>
                <a:gd name="connsiteX7" fmla="*/ 349828 w 2265714"/>
                <a:gd name="connsiteY7" fmla="*/ 1118361 h 2555276"/>
                <a:gd name="connsiteX8" fmla="*/ 55460 w 2265714"/>
                <a:gd name="connsiteY8" fmla="*/ 311459 h 2555276"/>
                <a:gd name="connsiteX0" fmla="*/ 55460 w 2265714"/>
                <a:gd name="connsiteY0" fmla="*/ 311459 h 2555276"/>
                <a:gd name="connsiteX1" fmla="*/ 471596 w 2265714"/>
                <a:gd name="connsiteY1" fmla="*/ 113274 h 2555276"/>
                <a:gd name="connsiteX2" fmla="*/ 1064657 w 2265714"/>
                <a:gd name="connsiteY2" fmla="*/ 11193 h 2555276"/>
                <a:gd name="connsiteX3" fmla="*/ 1322739 w 2265714"/>
                <a:gd name="connsiteY3" fmla="*/ 194436 h 2555276"/>
                <a:gd name="connsiteX4" fmla="*/ 1462196 w 2265714"/>
                <a:gd name="connsiteY4" fmla="*/ 475224 h 2555276"/>
                <a:gd name="connsiteX5" fmla="*/ 1671989 w 2265714"/>
                <a:gd name="connsiteY5" fmla="*/ 1141948 h 2555276"/>
                <a:gd name="connsiteX6" fmla="*/ 2265714 w 2265714"/>
                <a:gd name="connsiteY6" fmla="*/ 2206933 h 2555276"/>
                <a:gd name="connsiteX7" fmla="*/ 29153 w 2265714"/>
                <a:gd name="connsiteY7" fmla="*/ 2555276 h 2555276"/>
                <a:gd name="connsiteX8" fmla="*/ 349828 w 2265714"/>
                <a:gd name="connsiteY8" fmla="*/ 1118361 h 2555276"/>
                <a:gd name="connsiteX9" fmla="*/ 55460 w 2265714"/>
                <a:gd name="connsiteY9" fmla="*/ 311459 h 2555276"/>
                <a:gd name="connsiteX0" fmla="*/ 55460 w 2265714"/>
                <a:gd name="connsiteY0" fmla="*/ 318349 h 2562166"/>
                <a:gd name="connsiteX1" fmla="*/ 471596 w 2265714"/>
                <a:gd name="connsiteY1" fmla="*/ 120164 h 2562166"/>
                <a:gd name="connsiteX2" fmla="*/ 1064657 w 2265714"/>
                <a:gd name="connsiteY2" fmla="*/ 18083 h 2562166"/>
                <a:gd name="connsiteX3" fmla="*/ 1322739 w 2265714"/>
                <a:gd name="connsiteY3" fmla="*/ 201326 h 2562166"/>
                <a:gd name="connsiteX4" fmla="*/ 1462196 w 2265714"/>
                <a:gd name="connsiteY4" fmla="*/ 482114 h 2562166"/>
                <a:gd name="connsiteX5" fmla="*/ 1671989 w 2265714"/>
                <a:gd name="connsiteY5" fmla="*/ 1148838 h 2562166"/>
                <a:gd name="connsiteX6" fmla="*/ 2265714 w 2265714"/>
                <a:gd name="connsiteY6" fmla="*/ 2213823 h 2562166"/>
                <a:gd name="connsiteX7" fmla="*/ 29153 w 2265714"/>
                <a:gd name="connsiteY7" fmla="*/ 2562166 h 2562166"/>
                <a:gd name="connsiteX8" fmla="*/ 349828 w 2265714"/>
                <a:gd name="connsiteY8" fmla="*/ 1125251 h 2562166"/>
                <a:gd name="connsiteX9" fmla="*/ 55460 w 2265714"/>
                <a:gd name="connsiteY9" fmla="*/ 318349 h 2562166"/>
                <a:gd name="connsiteX0" fmla="*/ 55460 w 2265714"/>
                <a:gd name="connsiteY0" fmla="*/ 318349 h 2562166"/>
                <a:gd name="connsiteX1" fmla="*/ 471596 w 2265714"/>
                <a:gd name="connsiteY1" fmla="*/ 120164 h 2562166"/>
                <a:gd name="connsiteX2" fmla="*/ 1064657 w 2265714"/>
                <a:gd name="connsiteY2" fmla="*/ 18083 h 2562166"/>
                <a:gd name="connsiteX3" fmla="*/ 1322739 w 2265714"/>
                <a:gd name="connsiteY3" fmla="*/ 201326 h 2562166"/>
                <a:gd name="connsiteX4" fmla="*/ 1462196 w 2265714"/>
                <a:gd name="connsiteY4" fmla="*/ 482114 h 2562166"/>
                <a:gd name="connsiteX5" fmla="*/ 1671989 w 2265714"/>
                <a:gd name="connsiteY5" fmla="*/ 1148838 h 2562166"/>
                <a:gd name="connsiteX6" fmla="*/ 2265714 w 2265714"/>
                <a:gd name="connsiteY6" fmla="*/ 2213823 h 2562166"/>
                <a:gd name="connsiteX7" fmla="*/ 29153 w 2265714"/>
                <a:gd name="connsiteY7" fmla="*/ 2562166 h 2562166"/>
                <a:gd name="connsiteX8" fmla="*/ 349828 w 2265714"/>
                <a:gd name="connsiteY8" fmla="*/ 1125251 h 2562166"/>
                <a:gd name="connsiteX9" fmla="*/ 55460 w 2265714"/>
                <a:gd name="connsiteY9" fmla="*/ 318349 h 2562166"/>
                <a:gd name="connsiteX0" fmla="*/ 55460 w 2265714"/>
                <a:gd name="connsiteY0" fmla="*/ 444303 h 2688120"/>
                <a:gd name="connsiteX1" fmla="*/ 471596 w 2265714"/>
                <a:gd name="connsiteY1" fmla="*/ 246118 h 2688120"/>
                <a:gd name="connsiteX2" fmla="*/ 1064657 w 2265714"/>
                <a:gd name="connsiteY2" fmla="*/ 144037 h 2688120"/>
                <a:gd name="connsiteX3" fmla="*/ 1322739 w 2265714"/>
                <a:gd name="connsiteY3" fmla="*/ 327280 h 2688120"/>
                <a:gd name="connsiteX4" fmla="*/ 1462196 w 2265714"/>
                <a:gd name="connsiteY4" fmla="*/ 608068 h 2688120"/>
                <a:gd name="connsiteX5" fmla="*/ 1671989 w 2265714"/>
                <a:gd name="connsiteY5" fmla="*/ 1274792 h 2688120"/>
                <a:gd name="connsiteX6" fmla="*/ 2265714 w 2265714"/>
                <a:gd name="connsiteY6" fmla="*/ 2339777 h 2688120"/>
                <a:gd name="connsiteX7" fmla="*/ 29153 w 2265714"/>
                <a:gd name="connsiteY7" fmla="*/ 2688120 h 2688120"/>
                <a:gd name="connsiteX8" fmla="*/ 349828 w 2265714"/>
                <a:gd name="connsiteY8" fmla="*/ 1251205 h 2688120"/>
                <a:gd name="connsiteX9" fmla="*/ 55460 w 2265714"/>
                <a:gd name="connsiteY9" fmla="*/ 444303 h 2688120"/>
                <a:gd name="connsiteX0" fmla="*/ 55460 w 2265714"/>
                <a:gd name="connsiteY0" fmla="*/ 450115 h 2693932"/>
                <a:gd name="connsiteX1" fmla="*/ 471596 w 2265714"/>
                <a:gd name="connsiteY1" fmla="*/ 251930 h 2693932"/>
                <a:gd name="connsiteX2" fmla="*/ 1064657 w 2265714"/>
                <a:gd name="connsiteY2" fmla="*/ 149849 h 2693932"/>
                <a:gd name="connsiteX3" fmla="*/ 1322739 w 2265714"/>
                <a:gd name="connsiteY3" fmla="*/ 333092 h 2693932"/>
                <a:gd name="connsiteX4" fmla="*/ 1462196 w 2265714"/>
                <a:gd name="connsiteY4" fmla="*/ 613880 h 2693932"/>
                <a:gd name="connsiteX5" fmla="*/ 1671989 w 2265714"/>
                <a:gd name="connsiteY5" fmla="*/ 1280604 h 2693932"/>
                <a:gd name="connsiteX6" fmla="*/ 2265714 w 2265714"/>
                <a:gd name="connsiteY6" fmla="*/ 2345589 h 2693932"/>
                <a:gd name="connsiteX7" fmla="*/ 29153 w 2265714"/>
                <a:gd name="connsiteY7" fmla="*/ 2693932 h 2693932"/>
                <a:gd name="connsiteX8" fmla="*/ 349828 w 2265714"/>
                <a:gd name="connsiteY8" fmla="*/ 1257017 h 2693932"/>
                <a:gd name="connsiteX9" fmla="*/ 55460 w 2265714"/>
                <a:gd name="connsiteY9" fmla="*/ 450115 h 2693932"/>
                <a:gd name="connsiteX0" fmla="*/ 86120 w 2296374"/>
                <a:gd name="connsiteY0" fmla="*/ 450115 h 2693932"/>
                <a:gd name="connsiteX1" fmla="*/ 502256 w 2296374"/>
                <a:gd name="connsiteY1" fmla="*/ 251930 h 2693932"/>
                <a:gd name="connsiteX2" fmla="*/ 1095317 w 2296374"/>
                <a:gd name="connsiteY2" fmla="*/ 149849 h 2693932"/>
                <a:gd name="connsiteX3" fmla="*/ 1353399 w 2296374"/>
                <a:gd name="connsiteY3" fmla="*/ 333092 h 2693932"/>
                <a:gd name="connsiteX4" fmla="*/ 1492856 w 2296374"/>
                <a:gd name="connsiteY4" fmla="*/ 613880 h 2693932"/>
                <a:gd name="connsiteX5" fmla="*/ 1702649 w 2296374"/>
                <a:gd name="connsiteY5" fmla="*/ 1280604 h 2693932"/>
                <a:gd name="connsiteX6" fmla="*/ 2296374 w 2296374"/>
                <a:gd name="connsiteY6" fmla="*/ 2345589 h 2693932"/>
                <a:gd name="connsiteX7" fmla="*/ 59813 w 2296374"/>
                <a:gd name="connsiteY7" fmla="*/ 2693932 h 2693932"/>
                <a:gd name="connsiteX8" fmla="*/ 380488 w 2296374"/>
                <a:gd name="connsiteY8" fmla="*/ 1257017 h 2693932"/>
                <a:gd name="connsiteX9" fmla="*/ 86120 w 2296374"/>
                <a:gd name="connsiteY9" fmla="*/ 450115 h 2693932"/>
                <a:gd name="connsiteX0" fmla="*/ 55460 w 2265714"/>
                <a:gd name="connsiteY0" fmla="*/ 450115 h 2693932"/>
                <a:gd name="connsiteX1" fmla="*/ 471596 w 2265714"/>
                <a:gd name="connsiteY1" fmla="*/ 251930 h 2693932"/>
                <a:gd name="connsiteX2" fmla="*/ 1064657 w 2265714"/>
                <a:gd name="connsiteY2" fmla="*/ 149849 h 2693932"/>
                <a:gd name="connsiteX3" fmla="*/ 1322739 w 2265714"/>
                <a:gd name="connsiteY3" fmla="*/ 333092 h 2693932"/>
                <a:gd name="connsiteX4" fmla="*/ 1462196 w 2265714"/>
                <a:gd name="connsiteY4" fmla="*/ 613880 h 2693932"/>
                <a:gd name="connsiteX5" fmla="*/ 1671989 w 2265714"/>
                <a:gd name="connsiteY5" fmla="*/ 1280604 h 2693932"/>
                <a:gd name="connsiteX6" fmla="*/ 2265714 w 2265714"/>
                <a:gd name="connsiteY6" fmla="*/ 2345589 h 2693932"/>
                <a:gd name="connsiteX7" fmla="*/ 29153 w 2265714"/>
                <a:gd name="connsiteY7" fmla="*/ 2693932 h 2693932"/>
                <a:gd name="connsiteX8" fmla="*/ 349828 w 2265714"/>
                <a:gd name="connsiteY8" fmla="*/ 1257017 h 2693932"/>
                <a:gd name="connsiteX9" fmla="*/ 55460 w 2265714"/>
                <a:gd name="connsiteY9" fmla="*/ 450115 h 2693932"/>
                <a:gd name="connsiteX0" fmla="*/ 68642 w 2278896"/>
                <a:gd name="connsiteY0" fmla="*/ 450115 h 2693932"/>
                <a:gd name="connsiteX1" fmla="*/ 484778 w 2278896"/>
                <a:gd name="connsiteY1" fmla="*/ 251930 h 2693932"/>
                <a:gd name="connsiteX2" fmla="*/ 1077839 w 2278896"/>
                <a:gd name="connsiteY2" fmla="*/ 149849 h 2693932"/>
                <a:gd name="connsiteX3" fmla="*/ 1335921 w 2278896"/>
                <a:gd name="connsiteY3" fmla="*/ 333092 h 2693932"/>
                <a:gd name="connsiteX4" fmla="*/ 1475378 w 2278896"/>
                <a:gd name="connsiteY4" fmla="*/ 613880 h 2693932"/>
                <a:gd name="connsiteX5" fmla="*/ 1685171 w 2278896"/>
                <a:gd name="connsiteY5" fmla="*/ 1280604 h 2693932"/>
                <a:gd name="connsiteX6" fmla="*/ 2278896 w 2278896"/>
                <a:gd name="connsiteY6" fmla="*/ 2345589 h 2693932"/>
                <a:gd name="connsiteX7" fmla="*/ 42335 w 2278896"/>
                <a:gd name="connsiteY7" fmla="*/ 2693932 h 2693932"/>
                <a:gd name="connsiteX8" fmla="*/ 363010 w 2278896"/>
                <a:gd name="connsiteY8" fmla="*/ 1257017 h 2693932"/>
                <a:gd name="connsiteX9" fmla="*/ 68642 w 2278896"/>
                <a:gd name="connsiteY9" fmla="*/ 450115 h 2693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78896" h="2693932">
                  <a:moveTo>
                    <a:pt x="68642" y="450115"/>
                  </a:moveTo>
                  <a:cubicBezTo>
                    <a:pt x="-114263" y="215926"/>
                    <a:pt x="83216" y="-45688"/>
                    <a:pt x="484778" y="251930"/>
                  </a:cubicBezTo>
                  <a:cubicBezTo>
                    <a:pt x="848240" y="-202927"/>
                    <a:pt x="1055044" y="83935"/>
                    <a:pt x="1077839" y="149849"/>
                  </a:cubicBezTo>
                  <a:cubicBezTo>
                    <a:pt x="1367334" y="72888"/>
                    <a:pt x="1253789" y="262103"/>
                    <a:pt x="1335921" y="333092"/>
                  </a:cubicBezTo>
                  <a:cubicBezTo>
                    <a:pt x="1541878" y="394556"/>
                    <a:pt x="1417170" y="455961"/>
                    <a:pt x="1475378" y="613880"/>
                  </a:cubicBezTo>
                  <a:cubicBezTo>
                    <a:pt x="1533586" y="771799"/>
                    <a:pt x="1567126" y="985636"/>
                    <a:pt x="1685171" y="1280604"/>
                  </a:cubicBezTo>
                  <a:lnTo>
                    <a:pt x="2278896" y="2345589"/>
                  </a:lnTo>
                  <a:lnTo>
                    <a:pt x="42335" y="2693932"/>
                  </a:lnTo>
                  <a:cubicBezTo>
                    <a:pt x="-79071" y="2277856"/>
                    <a:pt x="208191" y="1673093"/>
                    <a:pt x="363010" y="1257017"/>
                  </a:cubicBezTo>
                  <a:cubicBezTo>
                    <a:pt x="115662" y="759450"/>
                    <a:pt x="268365" y="852432"/>
                    <a:pt x="68642" y="450115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4">
              <a:extLst>
                <a:ext uri="{FF2B5EF4-FFF2-40B4-BE49-F238E27FC236}">
                  <a16:creationId xmlns:a16="http://schemas.microsoft.com/office/drawing/2014/main" id="{A11DA7B5-F8DC-A60A-FAF7-E3C67B1AFBE7}"/>
                </a:ext>
              </a:extLst>
            </p:cNvPr>
            <p:cNvSpPr/>
            <p:nvPr/>
          </p:nvSpPr>
          <p:spPr>
            <a:xfrm>
              <a:off x="2364343" y="1843316"/>
              <a:ext cx="2265714" cy="2786742"/>
            </a:xfrm>
            <a:custGeom>
              <a:avLst/>
              <a:gdLst>
                <a:gd name="connsiteX0" fmla="*/ 0 w 1611086"/>
                <a:gd name="connsiteY0" fmla="*/ 0 h 1596571"/>
                <a:gd name="connsiteX1" fmla="*/ 1611086 w 1611086"/>
                <a:gd name="connsiteY1" fmla="*/ 0 h 1596571"/>
                <a:gd name="connsiteX2" fmla="*/ 1611086 w 1611086"/>
                <a:gd name="connsiteY2" fmla="*/ 1596571 h 1596571"/>
                <a:gd name="connsiteX3" fmla="*/ 0 w 1611086"/>
                <a:gd name="connsiteY3" fmla="*/ 1596571 h 1596571"/>
                <a:gd name="connsiteX4" fmla="*/ 0 w 1611086"/>
                <a:gd name="connsiteY4" fmla="*/ 0 h 1596571"/>
                <a:gd name="connsiteX0" fmla="*/ 711200 w 2322286"/>
                <a:gd name="connsiteY0" fmla="*/ 0 h 1944914"/>
                <a:gd name="connsiteX1" fmla="*/ 2322286 w 2322286"/>
                <a:gd name="connsiteY1" fmla="*/ 0 h 1944914"/>
                <a:gd name="connsiteX2" fmla="*/ 2322286 w 2322286"/>
                <a:gd name="connsiteY2" fmla="*/ 1596571 h 1944914"/>
                <a:gd name="connsiteX3" fmla="*/ 0 w 2322286"/>
                <a:gd name="connsiteY3" fmla="*/ 1944914 h 1944914"/>
                <a:gd name="connsiteX4" fmla="*/ 711200 w 2322286"/>
                <a:gd name="connsiteY4" fmla="*/ 0 h 1944914"/>
                <a:gd name="connsiteX0" fmla="*/ 711200 w 2322286"/>
                <a:gd name="connsiteY0" fmla="*/ 0 h 1944914"/>
                <a:gd name="connsiteX1" fmla="*/ 2322286 w 2322286"/>
                <a:gd name="connsiteY1" fmla="*/ 0 h 1944914"/>
                <a:gd name="connsiteX2" fmla="*/ 2322286 w 2322286"/>
                <a:gd name="connsiteY2" fmla="*/ 1596571 h 1944914"/>
                <a:gd name="connsiteX3" fmla="*/ 0 w 2322286"/>
                <a:gd name="connsiteY3" fmla="*/ 1944914 h 1944914"/>
                <a:gd name="connsiteX4" fmla="*/ 406400 w 2322286"/>
                <a:gd name="connsiteY4" fmla="*/ 507999 h 1944914"/>
                <a:gd name="connsiteX5" fmla="*/ 711200 w 2322286"/>
                <a:gd name="connsiteY5" fmla="*/ 0 h 1944914"/>
                <a:gd name="connsiteX0" fmla="*/ 464457 w 2322286"/>
                <a:gd name="connsiteY0" fmla="*/ 0 h 2786742"/>
                <a:gd name="connsiteX1" fmla="*/ 2322286 w 2322286"/>
                <a:gd name="connsiteY1" fmla="*/ 841828 h 2786742"/>
                <a:gd name="connsiteX2" fmla="*/ 2322286 w 2322286"/>
                <a:gd name="connsiteY2" fmla="*/ 2438399 h 2786742"/>
                <a:gd name="connsiteX3" fmla="*/ 0 w 2322286"/>
                <a:gd name="connsiteY3" fmla="*/ 2786742 h 2786742"/>
                <a:gd name="connsiteX4" fmla="*/ 406400 w 2322286"/>
                <a:gd name="connsiteY4" fmla="*/ 1349827 h 2786742"/>
                <a:gd name="connsiteX5" fmla="*/ 464457 w 2322286"/>
                <a:gd name="connsiteY5" fmla="*/ 0 h 2786742"/>
                <a:gd name="connsiteX0" fmla="*/ 464457 w 2322286"/>
                <a:gd name="connsiteY0" fmla="*/ 0 h 2786742"/>
                <a:gd name="connsiteX1" fmla="*/ 1103086 w 2322286"/>
                <a:gd name="connsiteY1" fmla="*/ 740227 h 2786742"/>
                <a:gd name="connsiteX2" fmla="*/ 2322286 w 2322286"/>
                <a:gd name="connsiteY2" fmla="*/ 841828 h 2786742"/>
                <a:gd name="connsiteX3" fmla="*/ 2322286 w 2322286"/>
                <a:gd name="connsiteY3" fmla="*/ 2438399 h 2786742"/>
                <a:gd name="connsiteX4" fmla="*/ 0 w 2322286"/>
                <a:gd name="connsiteY4" fmla="*/ 2786742 h 2786742"/>
                <a:gd name="connsiteX5" fmla="*/ 406400 w 2322286"/>
                <a:gd name="connsiteY5" fmla="*/ 1349827 h 2786742"/>
                <a:gd name="connsiteX6" fmla="*/ 464457 w 2322286"/>
                <a:gd name="connsiteY6" fmla="*/ 0 h 2786742"/>
                <a:gd name="connsiteX0" fmla="*/ 464457 w 2322286"/>
                <a:gd name="connsiteY0" fmla="*/ 0 h 2786742"/>
                <a:gd name="connsiteX1" fmla="*/ 1103086 w 2322286"/>
                <a:gd name="connsiteY1" fmla="*/ 740227 h 2786742"/>
                <a:gd name="connsiteX2" fmla="*/ 1814286 w 2322286"/>
                <a:gd name="connsiteY2" fmla="*/ 1335314 h 2786742"/>
                <a:gd name="connsiteX3" fmla="*/ 2322286 w 2322286"/>
                <a:gd name="connsiteY3" fmla="*/ 2438399 h 2786742"/>
                <a:gd name="connsiteX4" fmla="*/ 0 w 2322286"/>
                <a:gd name="connsiteY4" fmla="*/ 2786742 h 2786742"/>
                <a:gd name="connsiteX5" fmla="*/ 406400 w 2322286"/>
                <a:gd name="connsiteY5" fmla="*/ 1349827 h 2786742"/>
                <a:gd name="connsiteX6" fmla="*/ 464457 w 2322286"/>
                <a:gd name="connsiteY6" fmla="*/ 0 h 2786742"/>
                <a:gd name="connsiteX0" fmla="*/ 464457 w 2322286"/>
                <a:gd name="connsiteY0" fmla="*/ 0 h 2786742"/>
                <a:gd name="connsiteX1" fmla="*/ 1103086 w 2322286"/>
                <a:gd name="connsiteY1" fmla="*/ 740227 h 2786742"/>
                <a:gd name="connsiteX2" fmla="*/ 1814286 w 2322286"/>
                <a:gd name="connsiteY2" fmla="*/ 1335314 h 2786742"/>
                <a:gd name="connsiteX3" fmla="*/ 2322286 w 2322286"/>
                <a:gd name="connsiteY3" fmla="*/ 2438399 h 2786742"/>
                <a:gd name="connsiteX4" fmla="*/ 0 w 2322286"/>
                <a:gd name="connsiteY4" fmla="*/ 2786742 h 2786742"/>
                <a:gd name="connsiteX5" fmla="*/ 406400 w 2322286"/>
                <a:gd name="connsiteY5" fmla="*/ 1349827 h 2786742"/>
                <a:gd name="connsiteX6" fmla="*/ 464457 w 2322286"/>
                <a:gd name="connsiteY6" fmla="*/ 0 h 2786742"/>
                <a:gd name="connsiteX0" fmla="*/ 464457 w 2322286"/>
                <a:gd name="connsiteY0" fmla="*/ 0 h 2786742"/>
                <a:gd name="connsiteX1" fmla="*/ 1103086 w 2322286"/>
                <a:gd name="connsiteY1" fmla="*/ 740227 h 2786742"/>
                <a:gd name="connsiteX2" fmla="*/ 1814286 w 2322286"/>
                <a:gd name="connsiteY2" fmla="*/ 1335314 h 2786742"/>
                <a:gd name="connsiteX3" fmla="*/ 2322286 w 2322286"/>
                <a:gd name="connsiteY3" fmla="*/ 2438399 h 2786742"/>
                <a:gd name="connsiteX4" fmla="*/ 0 w 2322286"/>
                <a:gd name="connsiteY4" fmla="*/ 2786742 h 2786742"/>
                <a:gd name="connsiteX5" fmla="*/ 406400 w 2322286"/>
                <a:gd name="connsiteY5" fmla="*/ 1349827 h 2786742"/>
                <a:gd name="connsiteX6" fmla="*/ 464457 w 2322286"/>
                <a:gd name="connsiteY6" fmla="*/ 0 h 2786742"/>
                <a:gd name="connsiteX0" fmla="*/ 464457 w 2322286"/>
                <a:gd name="connsiteY0" fmla="*/ 47620 h 2834362"/>
                <a:gd name="connsiteX1" fmla="*/ 978354 w 2322286"/>
                <a:gd name="connsiteY1" fmla="*/ 376004 h 2834362"/>
                <a:gd name="connsiteX2" fmla="*/ 1103086 w 2322286"/>
                <a:gd name="connsiteY2" fmla="*/ 787847 h 2834362"/>
                <a:gd name="connsiteX3" fmla="*/ 1814286 w 2322286"/>
                <a:gd name="connsiteY3" fmla="*/ 1382934 h 2834362"/>
                <a:gd name="connsiteX4" fmla="*/ 2322286 w 2322286"/>
                <a:gd name="connsiteY4" fmla="*/ 2486019 h 2834362"/>
                <a:gd name="connsiteX5" fmla="*/ 0 w 2322286"/>
                <a:gd name="connsiteY5" fmla="*/ 2834362 h 2834362"/>
                <a:gd name="connsiteX6" fmla="*/ 406400 w 2322286"/>
                <a:gd name="connsiteY6" fmla="*/ 1397447 h 2834362"/>
                <a:gd name="connsiteX7" fmla="*/ 464457 w 2322286"/>
                <a:gd name="connsiteY7" fmla="*/ 47620 h 2834362"/>
                <a:gd name="connsiteX0" fmla="*/ 464457 w 2322286"/>
                <a:gd name="connsiteY0" fmla="*/ 0 h 2786742"/>
                <a:gd name="connsiteX1" fmla="*/ 978354 w 2322286"/>
                <a:gd name="connsiteY1" fmla="*/ 328384 h 2786742"/>
                <a:gd name="connsiteX2" fmla="*/ 1103086 w 2322286"/>
                <a:gd name="connsiteY2" fmla="*/ 740227 h 2786742"/>
                <a:gd name="connsiteX3" fmla="*/ 1814286 w 2322286"/>
                <a:gd name="connsiteY3" fmla="*/ 1335314 h 2786742"/>
                <a:gd name="connsiteX4" fmla="*/ 2322286 w 2322286"/>
                <a:gd name="connsiteY4" fmla="*/ 2438399 h 2786742"/>
                <a:gd name="connsiteX5" fmla="*/ 0 w 2322286"/>
                <a:gd name="connsiteY5" fmla="*/ 2786742 h 2786742"/>
                <a:gd name="connsiteX6" fmla="*/ 406400 w 2322286"/>
                <a:gd name="connsiteY6" fmla="*/ 1349827 h 2786742"/>
                <a:gd name="connsiteX7" fmla="*/ 464457 w 2322286"/>
                <a:gd name="connsiteY7" fmla="*/ 0 h 2786742"/>
                <a:gd name="connsiteX0" fmla="*/ 464457 w 2322286"/>
                <a:gd name="connsiteY0" fmla="*/ 0 h 2786742"/>
                <a:gd name="connsiteX1" fmla="*/ 978354 w 2322286"/>
                <a:gd name="connsiteY1" fmla="*/ 328384 h 2786742"/>
                <a:gd name="connsiteX2" fmla="*/ 1103086 w 2322286"/>
                <a:gd name="connsiteY2" fmla="*/ 740227 h 2786742"/>
                <a:gd name="connsiteX3" fmla="*/ 1814286 w 2322286"/>
                <a:gd name="connsiteY3" fmla="*/ 1335314 h 2786742"/>
                <a:gd name="connsiteX4" fmla="*/ 2322286 w 2322286"/>
                <a:gd name="connsiteY4" fmla="*/ 2438399 h 2786742"/>
                <a:gd name="connsiteX5" fmla="*/ 0 w 2322286"/>
                <a:gd name="connsiteY5" fmla="*/ 2786742 h 2786742"/>
                <a:gd name="connsiteX6" fmla="*/ 406400 w 2322286"/>
                <a:gd name="connsiteY6" fmla="*/ 1349827 h 2786742"/>
                <a:gd name="connsiteX7" fmla="*/ 464457 w 2322286"/>
                <a:gd name="connsiteY7" fmla="*/ 0 h 2786742"/>
                <a:gd name="connsiteX0" fmla="*/ 464457 w 2322286"/>
                <a:gd name="connsiteY0" fmla="*/ 0 h 2786742"/>
                <a:gd name="connsiteX1" fmla="*/ 978354 w 2322286"/>
                <a:gd name="connsiteY1" fmla="*/ 328384 h 2786742"/>
                <a:gd name="connsiteX2" fmla="*/ 1103086 w 2322286"/>
                <a:gd name="connsiteY2" fmla="*/ 740227 h 2786742"/>
                <a:gd name="connsiteX3" fmla="*/ 1728561 w 2322286"/>
                <a:gd name="connsiteY3" fmla="*/ 1373414 h 2786742"/>
                <a:gd name="connsiteX4" fmla="*/ 2322286 w 2322286"/>
                <a:gd name="connsiteY4" fmla="*/ 2438399 h 2786742"/>
                <a:gd name="connsiteX5" fmla="*/ 0 w 2322286"/>
                <a:gd name="connsiteY5" fmla="*/ 2786742 h 2786742"/>
                <a:gd name="connsiteX6" fmla="*/ 406400 w 2322286"/>
                <a:gd name="connsiteY6" fmla="*/ 1349827 h 2786742"/>
                <a:gd name="connsiteX7" fmla="*/ 464457 w 2322286"/>
                <a:gd name="connsiteY7" fmla="*/ 0 h 2786742"/>
                <a:gd name="connsiteX0" fmla="*/ 464457 w 2322286"/>
                <a:gd name="connsiteY0" fmla="*/ 0 h 2786742"/>
                <a:gd name="connsiteX1" fmla="*/ 978354 w 2322286"/>
                <a:gd name="connsiteY1" fmla="*/ 328384 h 2786742"/>
                <a:gd name="connsiteX2" fmla="*/ 1103086 w 2322286"/>
                <a:gd name="connsiteY2" fmla="*/ 740227 h 2786742"/>
                <a:gd name="connsiteX3" fmla="*/ 1728561 w 2322286"/>
                <a:gd name="connsiteY3" fmla="*/ 1373414 h 2786742"/>
                <a:gd name="connsiteX4" fmla="*/ 2322286 w 2322286"/>
                <a:gd name="connsiteY4" fmla="*/ 2438399 h 2786742"/>
                <a:gd name="connsiteX5" fmla="*/ 0 w 2322286"/>
                <a:gd name="connsiteY5" fmla="*/ 2786742 h 2786742"/>
                <a:gd name="connsiteX6" fmla="*/ 406400 w 2322286"/>
                <a:gd name="connsiteY6" fmla="*/ 1349827 h 2786742"/>
                <a:gd name="connsiteX7" fmla="*/ 464457 w 2322286"/>
                <a:gd name="connsiteY7" fmla="*/ 0 h 2786742"/>
                <a:gd name="connsiteX0" fmla="*/ 464457 w 2322286"/>
                <a:gd name="connsiteY0" fmla="*/ 0 h 2786742"/>
                <a:gd name="connsiteX1" fmla="*/ 978354 w 2322286"/>
                <a:gd name="connsiteY1" fmla="*/ 328384 h 2786742"/>
                <a:gd name="connsiteX2" fmla="*/ 1103086 w 2322286"/>
                <a:gd name="connsiteY2" fmla="*/ 740227 h 2786742"/>
                <a:gd name="connsiteX3" fmla="*/ 1728561 w 2322286"/>
                <a:gd name="connsiteY3" fmla="*/ 1373414 h 2786742"/>
                <a:gd name="connsiteX4" fmla="*/ 2322286 w 2322286"/>
                <a:gd name="connsiteY4" fmla="*/ 2438399 h 2786742"/>
                <a:gd name="connsiteX5" fmla="*/ 0 w 2322286"/>
                <a:gd name="connsiteY5" fmla="*/ 2786742 h 2786742"/>
                <a:gd name="connsiteX6" fmla="*/ 406400 w 2322286"/>
                <a:gd name="connsiteY6" fmla="*/ 1349827 h 2786742"/>
                <a:gd name="connsiteX7" fmla="*/ 464457 w 2322286"/>
                <a:gd name="connsiteY7" fmla="*/ 0 h 2786742"/>
                <a:gd name="connsiteX0" fmla="*/ 464457 w 2322286"/>
                <a:gd name="connsiteY0" fmla="*/ 0 h 2786742"/>
                <a:gd name="connsiteX1" fmla="*/ 978354 w 2322286"/>
                <a:gd name="connsiteY1" fmla="*/ 328384 h 2786742"/>
                <a:gd name="connsiteX2" fmla="*/ 1103086 w 2322286"/>
                <a:gd name="connsiteY2" fmla="*/ 740227 h 2786742"/>
                <a:gd name="connsiteX3" fmla="*/ 1728561 w 2322286"/>
                <a:gd name="connsiteY3" fmla="*/ 1373414 h 2786742"/>
                <a:gd name="connsiteX4" fmla="*/ 2322286 w 2322286"/>
                <a:gd name="connsiteY4" fmla="*/ 2438399 h 2786742"/>
                <a:gd name="connsiteX5" fmla="*/ 0 w 2322286"/>
                <a:gd name="connsiteY5" fmla="*/ 2786742 h 2786742"/>
                <a:gd name="connsiteX6" fmla="*/ 406400 w 2322286"/>
                <a:gd name="connsiteY6" fmla="*/ 1349827 h 2786742"/>
                <a:gd name="connsiteX7" fmla="*/ 464457 w 2322286"/>
                <a:gd name="connsiteY7" fmla="*/ 0 h 2786742"/>
                <a:gd name="connsiteX0" fmla="*/ 488350 w 2346179"/>
                <a:gd name="connsiteY0" fmla="*/ 0 h 2786742"/>
                <a:gd name="connsiteX1" fmla="*/ 1002247 w 2346179"/>
                <a:gd name="connsiteY1" fmla="*/ 328384 h 2786742"/>
                <a:gd name="connsiteX2" fmla="*/ 1126979 w 2346179"/>
                <a:gd name="connsiteY2" fmla="*/ 740227 h 2786742"/>
                <a:gd name="connsiteX3" fmla="*/ 1752454 w 2346179"/>
                <a:gd name="connsiteY3" fmla="*/ 1373414 h 2786742"/>
                <a:gd name="connsiteX4" fmla="*/ 2346179 w 2346179"/>
                <a:gd name="connsiteY4" fmla="*/ 2438399 h 2786742"/>
                <a:gd name="connsiteX5" fmla="*/ 23893 w 2346179"/>
                <a:gd name="connsiteY5" fmla="*/ 2786742 h 2786742"/>
                <a:gd name="connsiteX6" fmla="*/ 430293 w 2346179"/>
                <a:gd name="connsiteY6" fmla="*/ 1349827 h 2786742"/>
                <a:gd name="connsiteX7" fmla="*/ 488350 w 2346179"/>
                <a:gd name="connsiteY7" fmla="*/ 0 h 2786742"/>
                <a:gd name="connsiteX0" fmla="*/ 407885 w 2265714"/>
                <a:gd name="connsiteY0" fmla="*/ 0 h 2786742"/>
                <a:gd name="connsiteX1" fmla="*/ 921782 w 2265714"/>
                <a:gd name="connsiteY1" fmla="*/ 328384 h 2786742"/>
                <a:gd name="connsiteX2" fmla="*/ 1046514 w 2265714"/>
                <a:gd name="connsiteY2" fmla="*/ 740227 h 2786742"/>
                <a:gd name="connsiteX3" fmla="*/ 1671989 w 2265714"/>
                <a:gd name="connsiteY3" fmla="*/ 1373414 h 2786742"/>
                <a:gd name="connsiteX4" fmla="*/ 2265714 w 2265714"/>
                <a:gd name="connsiteY4" fmla="*/ 2438399 h 2786742"/>
                <a:gd name="connsiteX5" fmla="*/ 29153 w 2265714"/>
                <a:gd name="connsiteY5" fmla="*/ 2786742 h 2786742"/>
                <a:gd name="connsiteX6" fmla="*/ 349828 w 2265714"/>
                <a:gd name="connsiteY6" fmla="*/ 1349827 h 2786742"/>
                <a:gd name="connsiteX7" fmla="*/ 407885 w 2265714"/>
                <a:gd name="connsiteY7" fmla="*/ 0 h 278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65714" h="2786742">
                  <a:moveTo>
                    <a:pt x="407885" y="0"/>
                  </a:moveTo>
                  <a:cubicBezTo>
                    <a:pt x="604811" y="199647"/>
                    <a:pt x="815344" y="205013"/>
                    <a:pt x="921782" y="328384"/>
                  </a:cubicBezTo>
                  <a:cubicBezTo>
                    <a:pt x="1028220" y="451755"/>
                    <a:pt x="894492" y="561293"/>
                    <a:pt x="1046514" y="740227"/>
                  </a:cubicBezTo>
                  <a:cubicBezTo>
                    <a:pt x="1331206" y="814764"/>
                    <a:pt x="1609093" y="841223"/>
                    <a:pt x="1671989" y="1373414"/>
                  </a:cubicBezTo>
                  <a:lnTo>
                    <a:pt x="2265714" y="2438399"/>
                  </a:lnTo>
                  <a:lnTo>
                    <a:pt x="29153" y="2786742"/>
                  </a:lnTo>
                  <a:cubicBezTo>
                    <a:pt x="-92253" y="2370666"/>
                    <a:pt x="195009" y="1765903"/>
                    <a:pt x="349828" y="1349827"/>
                  </a:cubicBezTo>
                  <a:cubicBezTo>
                    <a:pt x="102480" y="852260"/>
                    <a:pt x="607608" y="402317"/>
                    <a:pt x="407885" y="0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3">
              <a:extLst>
                <a:ext uri="{FF2B5EF4-FFF2-40B4-BE49-F238E27FC236}">
                  <a16:creationId xmlns:a16="http://schemas.microsoft.com/office/drawing/2014/main" id="{B045CE5D-517C-471B-C80F-762DBF4BB695}"/>
                </a:ext>
              </a:extLst>
            </p:cNvPr>
            <p:cNvSpPr/>
            <p:nvPr/>
          </p:nvSpPr>
          <p:spPr>
            <a:xfrm>
              <a:off x="1933207" y="1064428"/>
              <a:ext cx="6277176" cy="5652909"/>
            </a:xfrm>
            <a:custGeom>
              <a:avLst/>
              <a:gdLst>
                <a:gd name="connsiteX0" fmla="*/ 0 w 991891"/>
                <a:gd name="connsiteY0" fmla="*/ 0 h 1104254"/>
                <a:gd name="connsiteX1" fmla="*/ 991891 w 991891"/>
                <a:gd name="connsiteY1" fmla="*/ 0 h 1104254"/>
                <a:gd name="connsiteX2" fmla="*/ 991891 w 991891"/>
                <a:gd name="connsiteY2" fmla="*/ 1104254 h 1104254"/>
                <a:gd name="connsiteX3" fmla="*/ 0 w 991891"/>
                <a:gd name="connsiteY3" fmla="*/ 1104254 h 1104254"/>
                <a:gd name="connsiteX4" fmla="*/ 0 w 991891"/>
                <a:gd name="connsiteY4" fmla="*/ 0 h 1104254"/>
                <a:gd name="connsiteX0" fmla="*/ 1587500 w 2579391"/>
                <a:gd name="connsiteY0" fmla="*/ 0 h 2412354"/>
                <a:gd name="connsiteX1" fmla="*/ 2579391 w 2579391"/>
                <a:gd name="connsiteY1" fmla="*/ 0 h 2412354"/>
                <a:gd name="connsiteX2" fmla="*/ 2579391 w 2579391"/>
                <a:gd name="connsiteY2" fmla="*/ 1104254 h 2412354"/>
                <a:gd name="connsiteX3" fmla="*/ 0 w 2579391"/>
                <a:gd name="connsiteY3" fmla="*/ 2412354 h 2412354"/>
                <a:gd name="connsiteX4" fmla="*/ 1587500 w 2579391"/>
                <a:gd name="connsiteY4" fmla="*/ 0 h 2412354"/>
                <a:gd name="connsiteX0" fmla="*/ 0 w 2731791"/>
                <a:gd name="connsiteY0" fmla="*/ 2006600 h 2412354"/>
                <a:gd name="connsiteX1" fmla="*/ 2731791 w 2731791"/>
                <a:gd name="connsiteY1" fmla="*/ 0 h 2412354"/>
                <a:gd name="connsiteX2" fmla="*/ 2731791 w 2731791"/>
                <a:gd name="connsiteY2" fmla="*/ 1104254 h 2412354"/>
                <a:gd name="connsiteX3" fmla="*/ 152400 w 2731791"/>
                <a:gd name="connsiteY3" fmla="*/ 2412354 h 2412354"/>
                <a:gd name="connsiteX4" fmla="*/ 0 w 2731791"/>
                <a:gd name="connsiteY4" fmla="*/ 2006600 h 2412354"/>
                <a:gd name="connsiteX0" fmla="*/ 0 w 2731791"/>
                <a:gd name="connsiteY0" fmla="*/ 4432300 h 4838054"/>
                <a:gd name="connsiteX1" fmla="*/ 2490491 w 2731791"/>
                <a:gd name="connsiteY1" fmla="*/ 0 h 4838054"/>
                <a:gd name="connsiteX2" fmla="*/ 2731791 w 2731791"/>
                <a:gd name="connsiteY2" fmla="*/ 3529954 h 4838054"/>
                <a:gd name="connsiteX3" fmla="*/ 152400 w 2731791"/>
                <a:gd name="connsiteY3" fmla="*/ 4838054 h 4838054"/>
                <a:gd name="connsiteX4" fmla="*/ 0 w 2731791"/>
                <a:gd name="connsiteY4" fmla="*/ 4432300 h 4838054"/>
                <a:gd name="connsiteX0" fmla="*/ 0 w 2731791"/>
                <a:gd name="connsiteY0" fmla="*/ 4751614 h 5157368"/>
                <a:gd name="connsiteX1" fmla="*/ 2374376 w 2731791"/>
                <a:gd name="connsiteY1" fmla="*/ 0 h 5157368"/>
                <a:gd name="connsiteX2" fmla="*/ 2731791 w 2731791"/>
                <a:gd name="connsiteY2" fmla="*/ 3849268 h 5157368"/>
                <a:gd name="connsiteX3" fmla="*/ 152400 w 2731791"/>
                <a:gd name="connsiteY3" fmla="*/ 5157368 h 5157368"/>
                <a:gd name="connsiteX4" fmla="*/ 0 w 2731791"/>
                <a:gd name="connsiteY4" fmla="*/ 4751614 h 5157368"/>
                <a:gd name="connsiteX0" fmla="*/ 0 w 2854548"/>
                <a:gd name="connsiteY0" fmla="*/ 4751614 h 5157368"/>
                <a:gd name="connsiteX1" fmla="*/ 2374376 w 2854548"/>
                <a:gd name="connsiteY1" fmla="*/ 0 h 5157368"/>
                <a:gd name="connsiteX2" fmla="*/ 2854548 w 2854548"/>
                <a:gd name="connsiteY2" fmla="*/ 179614 h 5157368"/>
                <a:gd name="connsiteX3" fmla="*/ 2731791 w 2854548"/>
                <a:gd name="connsiteY3" fmla="*/ 3849268 h 5157368"/>
                <a:gd name="connsiteX4" fmla="*/ 152400 w 2854548"/>
                <a:gd name="connsiteY4" fmla="*/ 5157368 h 5157368"/>
                <a:gd name="connsiteX5" fmla="*/ 0 w 2854548"/>
                <a:gd name="connsiteY5" fmla="*/ 4751614 h 5157368"/>
                <a:gd name="connsiteX0" fmla="*/ 0 w 2999801"/>
                <a:gd name="connsiteY0" fmla="*/ 4751614 h 5157368"/>
                <a:gd name="connsiteX1" fmla="*/ 2374376 w 2999801"/>
                <a:gd name="connsiteY1" fmla="*/ 0 h 5157368"/>
                <a:gd name="connsiteX2" fmla="*/ 2854548 w 2999801"/>
                <a:gd name="connsiteY2" fmla="*/ 179614 h 5157368"/>
                <a:gd name="connsiteX3" fmla="*/ 2999690 w 2999801"/>
                <a:gd name="connsiteY3" fmla="*/ 78014 h 5157368"/>
                <a:gd name="connsiteX4" fmla="*/ 2731791 w 2999801"/>
                <a:gd name="connsiteY4" fmla="*/ 3849268 h 5157368"/>
                <a:gd name="connsiteX5" fmla="*/ 152400 w 2999801"/>
                <a:gd name="connsiteY5" fmla="*/ 5157368 h 5157368"/>
                <a:gd name="connsiteX6" fmla="*/ 0 w 2999801"/>
                <a:gd name="connsiteY6" fmla="*/ 4751614 h 5157368"/>
                <a:gd name="connsiteX0" fmla="*/ 0 w 3116825"/>
                <a:gd name="connsiteY0" fmla="*/ 4751614 h 5157368"/>
                <a:gd name="connsiteX1" fmla="*/ 2374376 w 3116825"/>
                <a:gd name="connsiteY1" fmla="*/ 0 h 5157368"/>
                <a:gd name="connsiteX2" fmla="*/ 2854548 w 3116825"/>
                <a:gd name="connsiteY2" fmla="*/ 179614 h 5157368"/>
                <a:gd name="connsiteX3" fmla="*/ 2999690 w 3116825"/>
                <a:gd name="connsiteY3" fmla="*/ 78014 h 5157368"/>
                <a:gd name="connsiteX4" fmla="*/ 3115804 w 3116825"/>
                <a:gd name="connsiteY4" fmla="*/ 281214 h 5157368"/>
                <a:gd name="connsiteX5" fmla="*/ 2731791 w 3116825"/>
                <a:gd name="connsiteY5" fmla="*/ 3849268 h 5157368"/>
                <a:gd name="connsiteX6" fmla="*/ 152400 w 3116825"/>
                <a:gd name="connsiteY6" fmla="*/ 5157368 h 5157368"/>
                <a:gd name="connsiteX7" fmla="*/ 0 w 3116825"/>
                <a:gd name="connsiteY7" fmla="*/ 4751614 h 5157368"/>
                <a:gd name="connsiteX0" fmla="*/ 0 w 3159658"/>
                <a:gd name="connsiteY0" fmla="*/ 4753735 h 5159489"/>
                <a:gd name="connsiteX1" fmla="*/ 2374376 w 3159658"/>
                <a:gd name="connsiteY1" fmla="*/ 2121 h 5159489"/>
                <a:gd name="connsiteX2" fmla="*/ 2854548 w 3159658"/>
                <a:gd name="connsiteY2" fmla="*/ 181735 h 5159489"/>
                <a:gd name="connsiteX3" fmla="*/ 2999690 w 3159658"/>
                <a:gd name="connsiteY3" fmla="*/ 80135 h 5159489"/>
                <a:gd name="connsiteX4" fmla="*/ 3115804 w 3159658"/>
                <a:gd name="connsiteY4" fmla="*/ 283335 h 5159489"/>
                <a:gd name="connsiteX5" fmla="*/ 3159347 w 3159658"/>
                <a:gd name="connsiteY5" fmla="*/ 7564 h 5159489"/>
                <a:gd name="connsiteX6" fmla="*/ 2731791 w 3159658"/>
                <a:gd name="connsiteY6" fmla="*/ 3851389 h 5159489"/>
                <a:gd name="connsiteX7" fmla="*/ 152400 w 3159658"/>
                <a:gd name="connsiteY7" fmla="*/ 5159489 h 5159489"/>
                <a:gd name="connsiteX8" fmla="*/ 0 w 3159658"/>
                <a:gd name="connsiteY8" fmla="*/ 4753735 h 5159489"/>
                <a:gd name="connsiteX0" fmla="*/ 0 w 3421501"/>
                <a:gd name="connsiteY0" fmla="*/ 4753735 h 5159489"/>
                <a:gd name="connsiteX1" fmla="*/ 2374376 w 3421501"/>
                <a:gd name="connsiteY1" fmla="*/ 2121 h 5159489"/>
                <a:gd name="connsiteX2" fmla="*/ 2854548 w 3421501"/>
                <a:gd name="connsiteY2" fmla="*/ 181735 h 5159489"/>
                <a:gd name="connsiteX3" fmla="*/ 2999690 w 3421501"/>
                <a:gd name="connsiteY3" fmla="*/ 80135 h 5159489"/>
                <a:gd name="connsiteX4" fmla="*/ 3115804 w 3421501"/>
                <a:gd name="connsiteY4" fmla="*/ 283335 h 5159489"/>
                <a:gd name="connsiteX5" fmla="*/ 3159347 w 3421501"/>
                <a:gd name="connsiteY5" fmla="*/ 7564 h 5159489"/>
                <a:gd name="connsiteX6" fmla="*/ 3420603 w 3421501"/>
                <a:gd name="connsiteY6" fmla="*/ 399450 h 5159489"/>
                <a:gd name="connsiteX7" fmla="*/ 2731791 w 3421501"/>
                <a:gd name="connsiteY7" fmla="*/ 3851389 h 5159489"/>
                <a:gd name="connsiteX8" fmla="*/ 152400 w 3421501"/>
                <a:gd name="connsiteY8" fmla="*/ 5159489 h 5159489"/>
                <a:gd name="connsiteX9" fmla="*/ 0 w 3421501"/>
                <a:gd name="connsiteY9" fmla="*/ 4753735 h 5159489"/>
                <a:gd name="connsiteX0" fmla="*/ 0 w 3683208"/>
                <a:gd name="connsiteY0" fmla="*/ 4753735 h 5159489"/>
                <a:gd name="connsiteX1" fmla="*/ 2374376 w 3683208"/>
                <a:gd name="connsiteY1" fmla="*/ 2121 h 5159489"/>
                <a:gd name="connsiteX2" fmla="*/ 2854548 w 3683208"/>
                <a:gd name="connsiteY2" fmla="*/ 181735 h 5159489"/>
                <a:gd name="connsiteX3" fmla="*/ 2999690 w 3683208"/>
                <a:gd name="connsiteY3" fmla="*/ 80135 h 5159489"/>
                <a:gd name="connsiteX4" fmla="*/ 3115804 w 3683208"/>
                <a:gd name="connsiteY4" fmla="*/ 283335 h 5159489"/>
                <a:gd name="connsiteX5" fmla="*/ 3159347 w 3683208"/>
                <a:gd name="connsiteY5" fmla="*/ 7564 h 5159489"/>
                <a:gd name="connsiteX6" fmla="*/ 3420603 w 3683208"/>
                <a:gd name="connsiteY6" fmla="*/ 399450 h 5159489"/>
                <a:gd name="connsiteX7" fmla="*/ 3681860 w 3683208"/>
                <a:gd name="connsiteY7" fmla="*/ 747793 h 5159489"/>
                <a:gd name="connsiteX8" fmla="*/ 2731791 w 3683208"/>
                <a:gd name="connsiteY8" fmla="*/ 3851389 h 5159489"/>
                <a:gd name="connsiteX9" fmla="*/ 152400 w 3683208"/>
                <a:gd name="connsiteY9" fmla="*/ 5159489 h 5159489"/>
                <a:gd name="connsiteX10" fmla="*/ 0 w 3683208"/>
                <a:gd name="connsiteY10" fmla="*/ 4753735 h 5159489"/>
                <a:gd name="connsiteX0" fmla="*/ 0 w 3871240"/>
                <a:gd name="connsiteY0" fmla="*/ 4753735 h 5159489"/>
                <a:gd name="connsiteX1" fmla="*/ 2374376 w 3871240"/>
                <a:gd name="connsiteY1" fmla="*/ 2121 h 5159489"/>
                <a:gd name="connsiteX2" fmla="*/ 2854548 w 3871240"/>
                <a:gd name="connsiteY2" fmla="*/ 181735 h 5159489"/>
                <a:gd name="connsiteX3" fmla="*/ 2999690 w 3871240"/>
                <a:gd name="connsiteY3" fmla="*/ 80135 h 5159489"/>
                <a:gd name="connsiteX4" fmla="*/ 3115804 w 3871240"/>
                <a:gd name="connsiteY4" fmla="*/ 283335 h 5159489"/>
                <a:gd name="connsiteX5" fmla="*/ 3159347 w 3871240"/>
                <a:gd name="connsiteY5" fmla="*/ 7564 h 5159489"/>
                <a:gd name="connsiteX6" fmla="*/ 3420603 w 3871240"/>
                <a:gd name="connsiteY6" fmla="*/ 399450 h 5159489"/>
                <a:gd name="connsiteX7" fmla="*/ 3681860 w 3871240"/>
                <a:gd name="connsiteY7" fmla="*/ 747793 h 5159489"/>
                <a:gd name="connsiteX8" fmla="*/ 3870545 w 3871240"/>
                <a:gd name="connsiteY8" fmla="*/ 472022 h 5159489"/>
                <a:gd name="connsiteX9" fmla="*/ 2731791 w 3871240"/>
                <a:gd name="connsiteY9" fmla="*/ 3851389 h 5159489"/>
                <a:gd name="connsiteX10" fmla="*/ 152400 w 3871240"/>
                <a:gd name="connsiteY10" fmla="*/ 5159489 h 5159489"/>
                <a:gd name="connsiteX11" fmla="*/ 0 w 3871240"/>
                <a:gd name="connsiteY11" fmla="*/ 4753735 h 5159489"/>
                <a:gd name="connsiteX0" fmla="*/ 0 w 4010087"/>
                <a:gd name="connsiteY0" fmla="*/ 4753735 h 5159489"/>
                <a:gd name="connsiteX1" fmla="*/ 2374376 w 4010087"/>
                <a:gd name="connsiteY1" fmla="*/ 2121 h 5159489"/>
                <a:gd name="connsiteX2" fmla="*/ 2854548 w 4010087"/>
                <a:gd name="connsiteY2" fmla="*/ 181735 h 5159489"/>
                <a:gd name="connsiteX3" fmla="*/ 2999690 w 4010087"/>
                <a:gd name="connsiteY3" fmla="*/ 80135 h 5159489"/>
                <a:gd name="connsiteX4" fmla="*/ 3115804 w 4010087"/>
                <a:gd name="connsiteY4" fmla="*/ 283335 h 5159489"/>
                <a:gd name="connsiteX5" fmla="*/ 3159347 w 4010087"/>
                <a:gd name="connsiteY5" fmla="*/ 7564 h 5159489"/>
                <a:gd name="connsiteX6" fmla="*/ 3420603 w 4010087"/>
                <a:gd name="connsiteY6" fmla="*/ 399450 h 5159489"/>
                <a:gd name="connsiteX7" fmla="*/ 3681860 w 4010087"/>
                <a:gd name="connsiteY7" fmla="*/ 747793 h 5159489"/>
                <a:gd name="connsiteX8" fmla="*/ 3870545 w 4010087"/>
                <a:gd name="connsiteY8" fmla="*/ 472022 h 5159489"/>
                <a:gd name="connsiteX9" fmla="*/ 4001173 w 4010087"/>
                <a:gd name="connsiteY9" fmla="*/ 762307 h 5159489"/>
                <a:gd name="connsiteX10" fmla="*/ 2731791 w 4010087"/>
                <a:gd name="connsiteY10" fmla="*/ 3851389 h 5159489"/>
                <a:gd name="connsiteX11" fmla="*/ 152400 w 4010087"/>
                <a:gd name="connsiteY11" fmla="*/ 5159489 h 5159489"/>
                <a:gd name="connsiteX12" fmla="*/ 0 w 4010087"/>
                <a:gd name="connsiteY12" fmla="*/ 4753735 h 5159489"/>
                <a:gd name="connsiteX0" fmla="*/ 0 w 4322590"/>
                <a:gd name="connsiteY0" fmla="*/ 4753735 h 5159489"/>
                <a:gd name="connsiteX1" fmla="*/ 2374376 w 4322590"/>
                <a:gd name="connsiteY1" fmla="*/ 2121 h 5159489"/>
                <a:gd name="connsiteX2" fmla="*/ 2854548 w 4322590"/>
                <a:gd name="connsiteY2" fmla="*/ 181735 h 5159489"/>
                <a:gd name="connsiteX3" fmla="*/ 2999690 w 4322590"/>
                <a:gd name="connsiteY3" fmla="*/ 80135 h 5159489"/>
                <a:gd name="connsiteX4" fmla="*/ 3115804 w 4322590"/>
                <a:gd name="connsiteY4" fmla="*/ 283335 h 5159489"/>
                <a:gd name="connsiteX5" fmla="*/ 3159347 w 4322590"/>
                <a:gd name="connsiteY5" fmla="*/ 7564 h 5159489"/>
                <a:gd name="connsiteX6" fmla="*/ 3420603 w 4322590"/>
                <a:gd name="connsiteY6" fmla="*/ 399450 h 5159489"/>
                <a:gd name="connsiteX7" fmla="*/ 3681860 w 4322590"/>
                <a:gd name="connsiteY7" fmla="*/ 747793 h 5159489"/>
                <a:gd name="connsiteX8" fmla="*/ 3870545 w 4322590"/>
                <a:gd name="connsiteY8" fmla="*/ 472022 h 5159489"/>
                <a:gd name="connsiteX9" fmla="*/ 4001173 w 4322590"/>
                <a:gd name="connsiteY9" fmla="*/ 762307 h 5159489"/>
                <a:gd name="connsiteX10" fmla="*/ 4320488 w 4322590"/>
                <a:gd name="connsiteY10" fmla="*/ 921965 h 5159489"/>
                <a:gd name="connsiteX11" fmla="*/ 2731791 w 4322590"/>
                <a:gd name="connsiteY11" fmla="*/ 3851389 h 5159489"/>
                <a:gd name="connsiteX12" fmla="*/ 152400 w 4322590"/>
                <a:gd name="connsiteY12" fmla="*/ 5159489 h 5159489"/>
                <a:gd name="connsiteX13" fmla="*/ 0 w 4322590"/>
                <a:gd name="connsiteY13" fmla="*/ 4753735 h 5159489"/>
                <a:gd name="connsiteX0" fmla="*/ 0 w 4322750"/>
                <a:gd name="connsiteY0" fmla="*/ 4753735 h 5159489"/>
                <a:gd name="connsiteX1" fmla="*/ 2374376 w 4322750"/>
                <a:gd name="connsiteY1" fmla="*/ 2121 h 5159489"/>
                <a:gd name="connsiteX2" fmla="*/ 2854548 w 4322750"/>
                <a:gd name="connsiteY2" fmla="*/ 181735 h 5159489"/>
                <a:gd name="connsiteX3" fmla="*/ 2999690 w 4322750"/>
                <a:gd name="connsiteY3" fmla="*/ 80135 h 5159489"/>
                <a:gd name="connsiteX4" fmla="*/ 3115804 w 4322750"/>
                <a:gd name="connsiteY4" fmla="*/ 283335 h 5159489"/>
                <a:gd name="connsiteX5" fmla="*/ 3159347 w 4322750"/>
                <a:gd name="connsiteY5" fmla="*/ 7564 h 5159489"/>
                <a:gd name="connsiteX6" fmla="*/ 3420603 w 4322750"/>
                <a:gd name="connsiteY6" fmla="*/ 399450 h 5159489"/>
                <a:gd name="connsiteX7" fmla="*/ 3681860 w 4322750"/>
                <a:gd name="connsiteY7" fmla="*/ 747793 h 5159489"/>
                <a:gd name="connsiteX8" fmla="*/ 3870545 w 4322750"/>
                <a:gd name="connsiteY8" fmla="*/ 472022 h 5159489"/>
                <a:gd name="connsiteX9" fmla="*/ 4030201 w 4322750"/>
                <a:gd name="connsiteY9" fmla="*/ 631679 h 5159489"/>
                <a:gd name="connsiteX10" fmla="*/ 4320488 w 4322750"/>
                <a:gd name="connsiteY10" fmla="*/ 921965 h 5159489"/>
                <a:gd name="connsiteX11" fmla="*/ 2731791 w 4322750"/>
                <a:gd name="connsiteY11" fmla="*/ 3851389 h 5159489"/>
                <a:gd name="connsiteX12" fmla="*/ 152400 w 4322750"/>
                <a:gd name="connsiteY12" fmla="*/ 5159489 h 5159489"/>
                <a:gd name="connsiteX13" fmla="*/ 0 w 4322750"/>
                <a:gd name="connsiteY13" fmla="*/ 4753735 h 5159489"/>
                <a:gd name="connsiteX0" fmla="*/ 0 w 4471096"/>
                <a:gd name="connsiteY0" fmla="*/ 4753735 h 5159489"/>
                <a:gd name="connsiteX1" fmla="*/ 2374376 w 4471096"/>
                <a:gd name="connsiteY1" fmla="*/ 2121 h 5159489"/>
                <a:gd name="connsiteX2" fmla="*/ 2854548 w 4471096"/>
                <a:gd name="connsiteY2" fmla="*/ 181735 h 5159489"/>
                <a:gd name="connsiteX3" fmla="*/ 2999690 w 4471096"/>
                <a:gd name="connsiteY3" fmla="*/ 80135 h 5159489"/>
                <a:gd name="connsiteX4" fmla="*/ 3115804 w 4471096"/>
                <a:gd name="connsiteY4" fmla="*/ 283335 h 5159489"/>
                <a:gd name="connsiteX5" fmla="*/ 3159347 w 4471096"/>
                <a:gd name="connsiteY5" fmla="*/ 7564 h 5159489"/>
                <a:gd name="connsiteX6" fmla="*/ 3420603 w 4471096"/>
                <a:gd name="connsiteY6" fmla="*/ 399450 h 5159489"/>
                <a:gd name="connsiteX7" fmla="*/ 3681860 w 4471096"/>
                <a:gd name="connsiteY7" fmla="*/ 747793 h 5159489"/>
                <a:gd name="connsiteX8" fmla="*/ 3870545 w 4471096"/>
                <a:gd name="connsiteY8" fmla="*/ 472022 h 5159489"/>
                <a:gd name="connsiteX9" fmla="*/ 4030201 w 4471096"/>
                <a:gd name="connsiteY9" fmla="*/ 631679 h 5159489"/>
                <a:gd name="connsiteX10" fmla="*/ 4320488 w 4471096"/>
                <a:gd name="connsiteY10" fmla="*/ 921965 h 5159489"/>
                <a:gd name="connsiteX11" fmla="*/ 4465630 w 4471096"/>
                <a:gd name="connsiteY11" fmla="*/ 1429965 h 5159489"/>
                <a:gd name="connsiteX12" fmla="*/ 2731791 w 4471096"/>
                <a:gd name="connsiteY12" fmla="*/ 3851389 h 5159489"/>
                <a:gd name="connsiteX13" fmla="*/ 152400 w 4471096"/>
                <a:gd name="connsiteY13" fmla="*/ 5159489 h 5159489"/>
                <a:gd name="connsiteX14" fmla="*/ 0 w 4471096"/>
                <a:gd name="connsiteY14" fmla="*/ 4753735 h 5159489"/>
                <a:gd name="connsiteX0" fmla="*/ 0 w 4570751"/>
                <a:gd name="connsiteY0" fmla="*/ 4753735 h 5159489"/>
                <a:gd name="connsiteX1" fmla="*/ 2374376 w 4570751"/>
                <a:gd name="connsiteY1" fmla="*/ 2121 h 5159489"/>
                <a:gd name="connsiteX2" fmla="*/ 2854548 w 4570751"/>
                <a:gd name="connsiteY2" fmla="*/ 181735 h 5159489"/>
                <a:gd name="connsiteX3" fmla="*/ 2999690 w 4570751"/>
                <a:gd name="connsiteY3" fmla="*/ 80135 h 5159489"/>
                <a:gd name="connsiteX4" fmla="*/ 3115804 w 4570751"/>
                <a:gd name="connsiteY4" fmla="*/ 283335 h 5159489"/>
                <a:gd name="connsiteX5" fmla="*/ 3159347 w 4570751"/>
                <a:gd name="connsiteY5" fmla="*/ 7564 h 5159489"/>
                <a:gd name="connsiteX6" fmla="*/ 3420603 w 4570751"/>
                <a:gd name="connsiteY6" fmla="*/ 399450 h 5159489"/>
                <a:gd name="connsiteX7" fmla="*/ 3681860 w 4570751"/>
                <a:gd name="connsiteY7" fmla="*/ 747793 h 5159489"/>
                <a:gd name="connsiteX8" fmla="*/ 3870545 w 4570751"/>
                <a:gd name="connsiteY8" fmla="*/ 472022 h 5159489"/>
                <a:gd name="connsiteX9" fmla="*/ 4030201 w 4570751"/>
                <a:gd name="connsiteY9" fmla="*/ 631679 h 5159489"/>
                <a:gd name="connsiteX10" fmla="*/ 4320488 w 4570751"/>
                <a:gd name="connsiteY10" fmla="*/ 921965 h 5159489"/>
                <a:gd name="connsiteX11" fmla="*/ 4465630 w 4570751"/>
                <a:gd name="connsiteY11" fmla="*/ 1429965 h 5159489"/>
                <a:gd name="connsiteX12" fmla="*/ 4552715 w 4570751"/>
                <a:gd name="connsiteY12" fmla="*/ 1850879 h 5159489"/>
                <a:gd name="connsiteX13" fmla="*/ 2731791 w 4570751"/>
                <a:gd name="connsiteY13" fmla="*/ 3851389 h 5159489"/>
                <a:gd name="connsiteX14" fmla="*/ 152400 w 4570751"/>
                <a:gd name="connsiteY14" fmla="*/ 5159489 h 5159489"/>
                <a:gd name="connsiteX15" fmla="*/ 0 w 4570751"/>
                <a:gd name="connsiteY15" fmla="*/ 4753735 h 5159489"/>
                <a:gd name="connsiteX0" fmla="*/ 0 w 4775508"/>
                <a:gd name="connsiteY0" fmla="*/ 4753735 h 5159489"/>
                <a:gd name="connsiteX1" fmla="*/ 2374376 w 4775508"/>
                <a:gd name="connsiteY1" fmla="*/ 2121 h 5159489"/>
                <a:gd name="connsiteX2" fmla="*/ 2854548 w 4775508"/>
                <a:gd name="connsiteY2" fmla="*/ 181735 h 5159489"/>
                <a:gd name="connsiteX3" fmla="*/ 2999690 w 4775508"/>
                <a:gd name="connsiteY3" fmla="*/ 80135 h 5159489"/>
                <a:gd name="connsiteX4" fmla="*/ 3115804 w 4775508"/>
                <a:gd name="connsiteY4" fmla="*/ 283335 h 5159489"/>
                <a:gd name="connsiteX5" fmla="*/ 3159347 w 4775508"/>
                <a:gd name="connsiteY5" fmla="*/ 7564 h 5159489"/>
                <a:gd name="connsiteX6" fmla="*/ 3420603 w 4775508"/>
                <a:gd name="connsiteY6" fmla="*/ 399450 h 5159489"/>
                <a:gd name="connsiteX7" fmla="*/ 3681860 w 4775508"/>
                <a:gd name="connsiteY7" fmla="*/ 747793 h 5159489"/>
                <a:gd name="connsiteX8" fmla="*/ 3870545 w 4775508"/>
                <a:gd name="connsiteY8" fmla="*/ 472022 h 5159489"/>
                <a:gd name="connsiteX9" fmla="*/ 4030201 w 4775508"/>
                <a:gd name="connsiteY9" fmla="*/ 631679 h 5159489"/>
                <a:gd name="connsiteX10" fmla="*/ 4320488 w 4775508"/>
                <a:gd name="connsiteY10" fmla="*/ 921965 h 5159489"/>
                <a:gd name="connsiteX11" fmla="*/ 4465630 w 4775508"/>
                <a:gd name="connsiteY11" fmla="*/ 1429965 h 5159489"/>
                <a:gd name="connsiteX12" fmla="*/ 4552715 w 4775508"/>
                <a:gd name="connsiteY12" fmla="*/ 1850879 h 5159489"/>
                <a:gd name="connsiteX13" fmla="*/ 4770430 w 4775508"/>
                <a:gd name="connsiteY13" fmla="*/ 1996022 h 5159489"/>
                <a:gd name="connsiteX14" fmla="*/ 2731791 w 4775508"/>
                <a:gd name="connsiteY14" fmla="*/ 3851389 h 5159489"/>
                <a:gd name="connsiteX15" fmla="*/ 152400 w 4775508"/>
                <a:gd name="connsiteY15" fmla="*/ 5159489 h 5159489"/>
                <a:gd name="connsiteX16" fmla="*/ 0 w 4775508"/>
                <a:gd name="connsiteY16" fmla="*/ 4753735 h 5159489"/>
                <a:gd name="connsiteX0" fmla="*/ 0 w 5296679"/>
                <a:gd name="connsiteY0" fmla="*/ 4753735 h 5159489"/>
                <a:gd name="connsiteX1" fmla="*/ 2374376 w 5296679"/>
                <a:gd name="connsiteY1" fmla="*/ 2121 h 5159489"/>
                <a:gd name="connsiteX2" fmla="*/ 2854548 w 5296679"/>
                <a:gd name="connsiteY2" fmla="*/ 181735 h 5159489"/>
                <a:gd name="connsiteX3" fmla="*/ 2999690 w 5296679"/>
                <a:gd name="connsiteY3" fmla="*/ 80135 h 5159489"/>
                <a:gd name="connsiteX4" fmla="*/ 3115804 w 5296679"/>
                <a:gd name="connsiteY4" fmla="*/ 283335 h 5159489"/>
                <a:gd name="connsiteX5" fmla="*/ 3159347 w 5296679"/>
                <a:gd name="connsiteY5" fmla="*/ 7564 h 5159489"/>
                <a:gd name="connsiteX6" fmla="*/ 3420603 w 5296679"/>
                <a:gd name="connsiteY6" fmla="*/ 399450 h 5159489"/>
                <a:gd name="connsiteX7" fmla="*/ 3681860 w 5296679"/>
                <a:gd name="connsiteY7" fmla="*/ 747793 h 5159489"/>
                <a:gd name="connsiteX8" fmla="*/ 3870545 w 5296679"/>
                <a:gd name="connsiteY8" fmla="*/ 472022 h 5159489"/>
                <a:gd name="connsiteX9" fmla="*/ 4030201 w 5296679"/>
                <a:gd name="connsiteY9" fmla="*/ 631679 h 5159489"/>
                <a:gd name="connsiteX10" fmla="*/ 4320488 w 5296679"/>
                <a:gd name="connsiteY10" fmla="*/ 921965 h 5159489"/>
                <a:gd name="connsiteX11" fmla="*/ 4465630 w 5296679"/>
                <a:gd name="connsiteY11" fmla="*/ 1429965 h 5159489"/>
                <a:gd name="connsiteX12" fmla="*/ 4552715 w 5296679"/>
                <a:gd name="connsiteY12" fmla="*/ 1850879 h 5159489"/>
                <a:gd name="connsiteX13" fmla="*/ 4770430 w 5296679"/>
                <a:gd name="connsiteY13" fmla="*/ 1996022 h 5159489"/>
                <a:gd name="connsiteX14" fmla="*/ 5292943 w 5296679"/>
                <a:gd name="connsiteY14" fmla="*/ 1647679 h 5159489"/>
                <a:gd name="connsiteX15" fmla="*/ 2731791 w 5296679"/>
                <a:gd name="connsiteY15" fmla="*/ 3851389 h 5159489"/>
                <a:gd name="connsiteX16" fmla="*/ 152400 w 5296679"/>
                <a:gd name="connsiteY16" fmla="*/ 5159489 h 5159489"/>
                <a:gd name="connsiteX17" fmla="*/ 0 w 5296679"/>
                <a:gd name="connsiteY17" fmla="*/ 4753735 h 5159489"/>
                <a:gd name="connsiteX0" fmla="*/ 0 w 5344175"/>
                <a:gd name="connsiteY0" fmla="*/ 4753735 h 5159489"/>
                <a:gd name="connsiteX1" fmla="*/ 2374376 w 5344175"/>
                <a:gd name="connsiteY1" fmla="*/ 2121 h 5159489"/>
                <a:gd name="connsiteX2" fmla="*/ 2854548 w 5344175"/>
                <a:gd name="connsiteY2" fmla="*/ 181735 h 5159489"/>
                <a:gd name="connsiteX3" fmla="*/ 2999690 w 5344175"/>
                <a:gd name="connsiteY3" fmla="*/ 80135 h 5159489"/>
                <a:gd name="connsiteX4" fmla="*/ 3115804 w 5344175"/>
                <a:gd name="connsiteY4" fmla="*/ 283335 h 5159489"/>
                <a:gd name="connsiteX5" fmla="*/ 3159347 w 5344175"/>
                <a:gd name="connsiteY5" fmla="*/ 7564 h 5159489"/>
                <a:gd name="connsiteX6" fmla="*/ 3420603 w 5344175"/>
                <a:gd name="connsiteY6" fmla="*/ 399450 h 5159489"/>
                <a:gd name="connsiteX7" fmla="*/ 3681860 w 5344175"/>
                <a:gd name="connsiteY7" fmla="*/ 747793 h 5159489"/>
                <a:gd name="connsiteX8" fmla="*/ 3870545 w 5344175"/>
                <a:gd name="connsiteY8" fmla="*/ 472022 h 5159489"/>
                <a:gd name="connsiteX9" fmla="*/ 4030201 w 5344175"/>
                <a:gd name="connsiteY9" fmla="*/ 631679 h 5159489"/>
                <a:gd name="connsiteX10" fmla="*/ 4320488 w 5344175"/>
                <a:gd name="connsiteY10" fmla="*/ 921965 h 5159489"/>
                <a:gd name="connsiteX11" fmla="*/ 4465630 w 5344175"/>
                <a:gd name="connsiteY11" fmla="*/ 1429965 h 5159489"/>
                <a:gd name="connsiteX12" fmla="*/ 4552715 w 5344175"/>
                <a:gd name="connsiteY12" fmla="*/ 1850879 h 5159489"/>
                <a:gd name="connsiteX13" fmla="*/ 4770430 w 5344175"/>
                <a:gd name="connsiteY13" fmla="*/ 1996022 h 5159489"/>
                <a:gd name="connsiteX14" fmla="*/ 5292943 w 5344175"/>
                <a:gd name="connsiteY14" fmla="*/ 1647679 h 5159489"/>
                <a:gd name="connsiteX15" fmla="*/ 5321971 w 5344175"/>
                <a:gd name="connsiteY15" fmla="*/ 1836365 h 5159489"/>
                <a:gd name="connsiteX16" fmla="*/ 2731791 w 5344175"/>
                <a:gd name="connsiteY16" fmla="*/ 3851389 h 5159489"/>
                <a:gd name="connsiteX17" fmla="*/ 152400 w 5344175"/>
                <a:gd name="connsiteY17" fmla="*/ 5159489 h 5159489"/>
                <a:gd name="connsiteX18" fmla="*/ 0 w 5344175"/>
                <a:gd name="connsiteY18" fmla="*/ 4753735 h 5159489"/>
                <a:gd name="connsiteX0" fmla="*/ 0 w 5624147"/>
                <a:gd name="connsiteY0" fmla="*/ 4753735 h 5159489"/>
                <a:gd name="connsiteX1" fmla="*/ 2374376 w 5624147"/>
                <a:gd name="connsiteY1" fmla="*/ 2121 h 5159489"/>
                <a:gd name="connsiteX2" fmla="*/ 2854548 w 5624147"/>
                <a:gd name="connsiteY2" fmla="*/ 181735 h 5159489"/>
                <a:gd name="connsiteX3" fmla="*/ 2999690 w 5624147"/>
                <a:gd name="connsiteY3" fmla="*/ 80135 h 5159489"/>
                <a:gd name="connsiteX4" fmla="*/ 3115804 w 5624147"/>
                <a:gd name="connsiteY4" fmla="*/ 283335 h 5159489"/>
                <a:gd name="connsiteX5" fmla="*/ 3159347 w 5624147"/>
                <a:gd name="connsiteY5" fmla="*/ 7564 h 5159489"/>
                <a:gd name="connsiteX6" fmla="*/ 3420603 w 5624147"/>
                <a:gd name="connsiteY6" fmla="*/ 399450 h 5159489"/>
                <a:gd name="connsiteX7" fmla="*/ 3681860 w 5624147"/>
                <a:gd name="connsiteY7" fmla="*/ 747793 h 5159489"/>
                <a:gd name="connsiteX8" fmla="*/ 3870545 w 5624147"/>
                <a:gd name="connsiteY8" fmla="*/ 472022 h 5159489"/>
                <a:gd name="connsiteX9" fmla="*/ 4030201 w 5624147"/>
                <a:gd name="connsiteY9" fmla="*/ 631679 h 5159489"/>
                <a:gd name="connsiteX10" fmla="*/ 4320488 w 5624147"/>
                <a:gd name="connsiteY10" fmla="*/ 921965 h 5159489"/>
                <a:gd name="connsiteX11" fmla="*/ 4465630 w 5624147"/>
                <a:gd name="connsiteY11" fmla="*/ 1429965 h 5159489"/>
                <a:gd name="connsiteX12" fmla="*/ 4552715 w 5624147"/>
                <a:gd name="connsiteY12" fmla="*/ 1850879 h 5159489"/>
                <a:gd name="connsiteX13" fmla="*/ 4770430 w 5624147"/>
                <a:gd name="connsiteY13" fmla="*/ 1996022 h 5159489"/>
                <a:gd name="connsiteX14" fmla="*/ 5292943 w 5624147"/>
                <a:gd name="connsiteY14" fmla="*/ 1647679 h 5159489"/>
                <a:gd name="connsiteX15" fmla="*/ 5321971 w 5624147"/>
                <a:gd name="connsiteY15" fmla="*/ 1836365 h 5159489"/>
                <a:gd name="connsiteX16" fmla="*/ 5612257 w 5624147"/>
                <a:gd name="connsiteY16" fmla="*/ 2068593 h 5159489"/>
                <a:gd name="connsiteX17" fmla="*/ 2731791 w 5624147"/>
                <a:gd name="connsiteY17" fmla="*/ 3851389 h 5159489"/>
                <a:gd name="connsiteX18" fmla="*/ 152400 w 5624147"/>
                <a:gd name="connsiteY18" fmla="*/ 5159489 h 5159489"/>
                <a:gd name="connsiteX19" fmla="*/ 0 w 5624147"/>
                <a:gd name="connsiteY19" fmla="*/ 4753735 h 5159489"/>
                <a:gd name="connsiteX0" fmla="*/ 0 w 5796139"/>
                <a:gd name="connsiteY0" fmla="*/ 4753735 h 5159489"/>
                <a:gd name="connsiteX1" fmla="*/ 2374376 w 5796139"/>
                <a:gd name="connsiteY1" fmla="*/ 2121 h 5159489"/>
                <a:gd name="connsiteX2" fmla="*/ 2854548 w 5796139"/>
                <a:gd name="connsiteY2" fmla="*/ 181735 h 5159489"/>
                <a:gd name="connsiteX3" fmla="*/ 2999690 w 5796139"/>
                <a:gd name="connsiteY3" fmla="*/ 80135 h 5159489"/>
                <a:gd name="connsiteX4" fmla="*/ 3115804 w 5796139"/>
                <a:gd name="connsiteY4" fmla="*/ 283335 h 5159489"/>
                <a:gd name="connsiteX5" fmla="*/ 3159347 w 5796139"/>
                <a:gd name="connsiteY5" fmla="*/ 7564 h 5159489"/>
                <a:gd name="connsiteX6" fmla="*/ 3420603 w 5796139"/>
                <a:gd name="connsiteY6" fmla="*/ 399450 h 5159489"/>
                <a:gd name="connsiteX7" fmla="*/ 3681860 w 5796139"/>
                <a:gd name="connsiteY7" fmla="*/ 747793 h 5159489"/>
                <a:gd name="connsiteX8" fmla="*/ 3870545 w 5796139"/>
                <a:gd name="connsiteY8" fmla="*/ 472022 h 5159489"/>
                <a:gd name="connsiteX9" fmla="*/ 4030201 w 5796139"/>
                <a:gd name="connsiteY9" fmla="*/ 631679 h 5159489"/>
                <a:gd name="connsiteX10" fmla="*/ 4320488 w 5796139"/>
                <a:gd name="connsiteY10" fmla="*/ 921965 h 5159489"/>
                <a:gd name="connsiteX11" fmla="*/ 4465630 w 5796139"/>
                <a:gd name="connsiteY11" fmla="*/ 1429965 h 5159489"/>
                <a:gd name="connsiteX12" fmla="*/ 4552715 w 5796139"/>
                <a:gd name="connsiteY12" fmla="*/ 1850879 h 5159489"/>
                <a:gd name="connsiteX13" fmla="*/ 4770430 w 5796139"/>
                <a:gd name="connsiteY13" fmla="*/ 1996022 h 5159489"/>
                <a:gd name="connsiteX14" fmla="*/ 5292943 w 5796139"/>
                <a:gd name="connsiteY14" fmla="*/ 1647679 h 5159489"/>
                <a:gd name="connsiteX15" fmla="*/ 5321971 w 5796139"/>
                <a:gd name="connsiteY15" fmla="*/ 1836365 h 5159489"/>
                <a:gd name="connsiteX16" fmla="*/ 5612257 w 5796139"/>
                <a:gd name="connsiteY16" fmla="*/ 2068593 h 5159489"/>
                <a:gd name="connsiteX17" fmla="*/ 5771914 w 5796139"/>
                <a:gd name="connsiteY17" fmla="*/ 2562079 h 5159489"/>
                <a:gd name="connsiteX18" fmla="*/ 2731791 w 5796139"/>
                <a:gd name="connsiteY18" fmla="*/ 3851389 h 5159489"/>
                <a:gd name="connsiteX19" fmla="*/ 152400 w 5796139"/>
                <a:gd name="connsiteY19" fmla="*/ 5159489 h 5159489"/>
                <a:gd name="connsiteX20" fmla="*/ 0 w 5796139"/>
                <a:gd name="connsiteY20" fmla="*/ 4753735 h 5159489"/>
                <a:gd name="connsiteX0" fmla="*/ 0 w 6044972"/>
                <a:gd name="connsiteY0" fmla="*/ 4753735 h 5159489"/>
                <a:gd name="connsiteX1" fmla="*/ 2374376 w 6044972"/>
                <a:gd name="connsiteY1" fmla="*/ 2121 h 5159489"/>
                <a:gd name="connsiteX2" fmla="*/ 2854548 w 6044972"/>
                <a:gd name="connsiteY2" fmla="*/ 181735 h 5159489"/>
                <a:gd name="connsiteX3" fmla="*/ 2999690 w 6044972"/>
                <a:gd name="connsiteY3" fmla="*/ 80135 h 5159489"/>
                <a:gd name="connsiteX4" fmla="*/ 3115804 w 6044972"/>
                <a:gd name="connsiteY4" fmla="*/ 283335 h 5159489"/>
                <a:gd name="connsiteX5" fmla="*/ 3159347 w 6044972"/>
                <a:gd name="connsiteY5" fmla="*/ 7564 h 5159489"/>
                <a:gd name="connsiteX6" fmla="*/ 3420603 w 6044972"/>
                <a:gd name="connsiteY6" fmla="*/ 399450 h 5159489"/>
                <a:gd name="connsiteX7" fmla="*/ 3681860 w 6044972"/>
                <a:gd name="connsiteY7" fmla="*/ 747793 h 5159489"/>
                <a:gd name="connsiteX8" fmla="*/ 3870545 w 6044972"/>
                <a:gd name="connsiteY8" fmla="*/ 472022 h 5159489"/>
                <a:gd name="connsiteX9" fmla="*/ 4030201 w 6044972"/>
                <a:gd name="connsiteY9" fmla="*/ 631679 h 5159489"/>
                <a:gd name="connsiteX10" fmla="*/ 4320488 w 6044972"/>
                <a:gd name="connsiteY10" fmla="*/ 921965 h 5159489"/>
                <a:gd name="connsiteX11" fmla="*/ 4465630 w 6044972"/>
                <a:gd name="connsiteY11" fmla="*/ 1429965 h 5159489"/>
                <a:gd name="connsiteX12" fmla="*/ 4552715 w 6044972"/>
                <a:gd name="connsiteY12" fmla="*/ 1850879 h 5159489"/>
                <a:gd name="connsiteX13" fmla="*/ 4770430 w 6044972"/>
                <a:gd name="connsiteY13" fmla="*/ 1996022 h 5159489"/>
                <a:gd name="connsiteX14" fmla="*/ 5292943 w 6044972"/>
                <a:gd name="connsiteY14" fmla="*/ 1647679 h 5159489"/>
                <a:gd name="connsiteX15" fmla="*/ 5321971 w 6044972"/>
                <a:gd name="connsiteY15" fmla="*/ 1836365 h 5159489"/>
                <a:gd name="connsiteX16" fmla="*/ 5612257 w 6044972"/>
                <a:gd name="connsiteY16" fmla="*/ 2068593 h 5159489"/>
                <a:gd name="connsiteX17" fmla="*/ 5771914 w 6044972"/>
                <a:gd name="connsiteY17" fmla="*/ 2562079 h 5159489"/>
                <a:gd name="connsiteX18" fmla="*/ 6018657 w 6044972"/>
                <a:gd name="connsiteY18" fmla="*/ 2997507 h 5159489"/>
                <a:gd name="connsiteX19" fmla="*/ 2731791 w 6044972"/>
                <a:gd name="connsiteY19" fmla="*/ 3851389 h 5159489"/>
                <a:gd name="connsiteX20" fmla="*/ 152400 w 6044972"/>
                <a:gd name="connsiteY20" fmla="*/ 5159489 h 5159489"/>
                <a:gd name="connsiteX21" fmla="*/ 0 w 6044972"/>
                <a:gd name="connsiteY21" fmla="*/ 4753735 h 5159489"/>
                <a:gd name="connsiteX0" fmla="*/ 0 w 6201303"/>
                <a:gd name="connsiteY0" fmla="*/ 4753735 h 5159489"/>
                <a:gd name="connsiteX1" fmla="*/ 2374376 w 6201303"/>
                <a:gd name="connsiteY1" fmla="*/ 2121 h 5159489"/>
                <a:gd name="connsiteX2" fmla="*/ 2854548 w 6201303"/>
                <a:gd name="connsiteY2" fmla="*/ 181735 h 5159489"/>
                <a:gd name="connsiteX3" fmla="*/ 2999690 w 6201303"/>
                <a:gd name="connsiteY3" fmla="*/ 80135 h 5159489"/>
                <a:gd name="connsiteX4" fmla="*/ 3115804 w 6201303"/>
                <a:gd name="connsiteY4" fmla="*/ 283335 h 5159489"/>
                <a:gd name="connsiteX5" fmla="*/ 3159347 w 6201303"/>
                <a:gd name="connsiteY5" fmla="*/ 7564 h 5159489"/>
                <a:gd name="connsiteX6" fmla="*/ 3420603 w 6201303"/>
                <a:gd name="connsiteY6" fmla="*/ 399450 h 5159489"/>
                <a:gd name="connsiteX7" fmla="*/ 3681860 w 6201303"/>
                <a:gd name="connsiteY7" fmla="*/ 747793 h 5159489"/>
                <a:gd name="connsiteX8" fmla="*/ 3870545 w 6201303"/>
                <a:gd name="connsiteY8" fmla="*/ 472022 h 5159489"/>
                <a:gd name="connsiteX9" fmla="*/ 4030201 w 6201303"/>
                <a:gd name="connsiteY9" fmla="*/ 631679 h 5159489"/>
                <a:gd name="connsiteX10" fmla="*/ 4320488 w 6201303"/>
                <a:gd name="connsiteY10" fmla="*/ 921965 h 5159489"/>
                <a:gd name="connsiteX11" fmla="*/ 4465630 w 6201303"/>
                <a:gd name="connsiteY11" fmla="*/ 1429965 h 5159489"/>
                <a:gd name="connsiteX12" fmla="*/ 4552715 w 6201303"/>
                <a:gd name="connsiteY12" fmla="*/ 1850879 h 5159489"/>
                <a:gd name="connsiteX13" fmla="*/ 4770430 w 6201303"/>
                <a:gd name="connsiteY13" fmla="*/ 1996022 h 5159489"/>
                <a:gd name="connsiteX14" fmla="*/ 5292943 w 6201303"/>
                <a:gd name="connsiteY14" fmla="*/ 1647679 h 5159489"/>
                <a:gd name="connsiteX15" fmla="*/ 5321971 w 6201303"/>
                <a:gd name="connsiteY15" fmla="*/ 1836365 h 5159489"/>
                <a:gd name="connsiteX16" fmla="*/ 5612257 w 6201303"/>
                <a:gd name="connsiteY16" fmla="*/ 2068593 h 5159489"/>
                <a:gd name="connsiteX17" fmla="*/ 5771914 w 6201303"/>
                <a:gd name="connsiteY17" fmla="*/ 2562079 h 5159489"/>
                <a:gd name="connsiteX18" fmla="*/ 6018657 w 6201303"/>
                <a:gd name="connsiteY18" fmla="*/ 2997507 h 5159489"/>
                <a:gd name="connsiteX19" fmla="*/ 6178313 w 6201303"/>
                <a:gd name="connsiteY19" fmla="*/ 3432936 h 5159489"/>
                <a:gd name="connsiteX20" fmla="*/ 2731791 w 6201303"/>
                <a:gd name="connsiteY20" fmla="*/ 3851389 h 5159489"/>
                <a:gd name="connsiteX21" fmla="*/ 152400 w 6201303"/>
                <a:gd name="connsiteY21" fmla="*/ 5159489 h 5159489"/>
                <a:gd name="connsiteX22" fmla="*/ 0 w 6201303"/>
                <a:gd name="connsiteY22" fmla="*/ 4753735 h 5159489"/>
                <a:gd name="connsiteX0" fmla="*/ 0 w 6201303"/>
                <a:gd name="connsiteY0" fmla="*/ 4753735 h 5159489"/>
                <a:gd name="connsiteX1" fmla="*/ 2374376 w 6201303"/>
                <a:gd name="connsiteY1" fmla="*/ 2121 h 5159489"/>
                <a:gd name="connsiteX2" fmla="*/ 2854548 w 6201303"/>
                <a:gd name="connsiteY2" fmla="*/ 181735 h 5159489"/>
                <a:gd name="connsiteX3" fmla="*/ 2999690 w 6201303"/>
                <a:gd name="connsiteY3" fmla="*/ 80135 h 5159489"/>
                <a:gd name="connsiteX4" fmla="*/ 3115804 w 6201303"/>
                <a:gd name="connsiteY4" fmla="*/ 283335 h 5159489"/>
                <a:gd name="connsiteX5" fmla="*/ 3159347 w 6201303"/>
                <a:gd name="connsiteY5" fmla="*/ 7564 h 5159489"/>
                <a:gd name="connsiteX6" fmla="*/ 3420603 w 6201303"/>
                <a:gd name="connsiteY6" fmla="*/ 399450 h 5159489"/>
                <a:gd name="connsiteX7" fmla="*/ 3681860 w 6201303"/>
                <a:gd name="connsiteY7" fmla="*/ 747793 h 5159489"/>
                <a:gd name="connsiteX8" fmla="*/ 3870545 w 6201303"/>
                <a:gd name="connsiteY8" fmla="*/ 472022 h 5159489"/>
                <a:gd name="connsiteX9" fmla="*/ 4030201 w 6201303"/>
                <a:gd name="connsiteY9" fmla="*/ 631679 h 5159489"/>
                <a:gd name="connsiteX10" fmla="*/ 4320488 w 6201303"/>
                <a:gd name="connsiteY10" fmla="*/ 921965 h 5159489"/>
                <a:gd name="connsiteX11" fmla="*/ 4465630 w 6201303"/>
                <a:gd name="connsiteY11" fmla="*/ 1429965 h 5159489"/>
                <a:gd name="connsiteX12" fmla="*/ 4552715 w 6201303"/>
                <a:gd name="connsiteY12" fmla="*/ 1850879 h 5159489"/>
                <a:gd name="connsiteX13" fmla="*/ 4770430 w 6201303"/>
                <a:gd name="connsiteY13" fmla="*/ 1996022 h 5159489"/>
                <a:gd name="connsiteX14" fmla="*/ 5292943 w 6201303"/>
                <a:gd name="connsiteY14" fmla="*/ 1647679 h 5159489"/>
                <a:gd name="connsiteX15" fmla="*/ 5321971 w 6201303"/>
                <a:gd name="connsiteY15" fmla="*/ 1836365 h 5159489"/>
                <a:gd name="connsiteX16" fmla="*/ 5612257 w 6201303"/>
                <a:gd name="connsiteY16" fmla="*/ 2068593 h 5159489"/>
                <a:gd name="connsiteX17" fmla="*/ 5771914 w 6201303"/>
                <a:gd name="connsiteY17" fmla="*/ 2562079 h 5159489"/>
                <a:gd name="connsiteX18" fmla="*/ 6018657 w 6201303"/>
                <a:gd name="connsiteY18" fmla="*/ 2997507 h 5159489"/>
                <a:gd name="connsiteX19" fmla="*/ 6178313 w 6201303"/>
                <a:gd name="connsiteY19" fmla="*/ 3432936 h 5159489"/>
                <a:gd name="connsiteX20" fmla="*/ 5960599 w 6201303"/>
                <a:gd name="connsiteY20" fmla="*/ 3897393 h 5159489"/>
                <a:gd name="connsiteX21" fmla="*/ 2731791 w 6201303"/>
                <a:gd name="connsiteY21" fmla="*/ 3851389 h 5159489"/>
                <a:gd name="connsiteX22" fmla="*/ 152400 w 6201303"/>
                <a:gd name="connsiteY22" fmla="*/ 5159489 h 5159489"/>
                <a:gd name="connsiteX23" fmla="*/ 0 w 6201303"/>
                <a:gd name="connsiteY23" fmla="*/ 4753735 h 5159489"/>
                <a:gd name="connsiteX0" fmla="*/ 0 w 6201303"/>
                <a:gd name="connsiteY0" fmla="*/ 4753735 h 5159489"/>
                <a:gd name="connsiteX1" fmla="*/ 2374376 w 6201303"/>
                <a:gd name="connsiteY1" fmla="*/ 2121 h 5159489"/>
                <a:gd name="connsiteX2" fmla="*/ 2854548 w 6201303"/>
                <a:gd name="connsiteY2" fmla="*/ 181735 h 5159489"/>
                <a:gd name="connsiteX3" fmla="*/ 2999690 w 6201303"/>
                <a:gd name="connsiteY3" fmla="*/ 80135 h 5159489"/>
                <a:gd name="connsiteX4" fmla="*/ 3115804 w 6201303"/>
                <a:gd name="connsiteY4" fmla="*/ 283335 h 5159489"/>
                <a:gd name="connsiteX5" fmla="*/ 3159347 w 6201303"/>
                <a:gd name="connsiteY5" fmla="*/ 7564 h 5159489"/>
                <a:gd name="connsiteX6" fmla="*/ 3420603 w 6201303"/>
                <a:gd name="connsiteY6" fmla="*/ 399450 h 5159489"/>
                <a:gd name="connsiteX7" fmla="*/ 3681860 w 6201303"/>
                <a:gd name="connsiteY7" fmla="*/ 747793 h 5159489"/>
                <a:gd name="connsiteX8" fmla="*/ 3870545 w 6201303"/>
                <a:gd name="connsiteY8" fmla="*/ 472022 h 5159489"/>
                <a:gd name="connsiteX9" fmla="*/ 4030201 w 6201303"/>
                <a:gd name="connsiteY9" fmla="*/ 631679 h 5159489"/>
                <a:gd name="connsiteX10" fmla="*/ 4320488 w 6201303"/>
                <a:gd name="connsiteY10" fmla="*/ 921965 h 5159489"/>
                <a:gd name="connsiteX11" fmla="*/ 4465630 w 6201303"/>
                <a:gd name="connsiteY11" fmla="*/ 1429965 h 5159489"/>
                <a:gd name="connsiteX12" fmla="*/ 4552715 w 6201303"/>
                <a:gd name="connsiteY12" fmla="*/ 1850879 h 5159489"/>
                <a:gd name="connsiteX13" fmla="*/ 4770430 w 6201303"/>
                <a:gd name="connsiteY13" fmla="*/ 1996022 h 5159489"/>
                <a:gd name="connsiteX14" fmla="*/ 5292943 w 6201303"/>
                <a:gd name="connsiteY14" fmla="*/ 1647679 h 5159489"/>
                <a:gd name="connsiteX15" fmla="*/ 5321971 w 6201303"/>
                <a:gd name="connsiteY15" fmla="*/ 1836365 h 5159489"/>
                <a:gd name="connsiteX16" fmla="*/ 5612257 w 6201303"/>
                <a:gd name="connsiteY16" fmla="*/ 2068593 h 5159489"/>
                <a:gd name="connsiteX17" fmla="*/ 5771914 w 6201303"/>
                <a:gd name="connsiteY17" fmla="*/ 2562079 h 5159489"/>
                <a:gd name="connsiteX18" fmla="*/ 6018657 w 6201303"/>
                <a:gd name="connsiteY18" fmla="*/ 2997507 h 5159489"/>
                <a:gd name="connsiteX19" fmla="*/ 6178313 w 6201303"/>
                <a:gd name="connsiteY19" fmla="*/ 3432936 h 5159489"/>
                <a:gd name="connsiteX20" fmla="*/ 5960599 w 6201303"/>
                <a:gd name="connsiteY20" fmla="*/ 3897393 h 5159489"/>
                <a:gd name="connsiteX21" fmla="*/ 5931570 w 6201303"/>
                <a:gd name="connsiteY21" fmla="*/ 4144136 h 5159489"/>
                <a:gd name="connsiteX22" fmla="*/ 2731791 w 6201303"/>
                <a:gd name="connsiteY22" fmla="*/ 3851389 h 5159489"/>
                <a:gd name="connsiteX23" fmla="*/ 152400 w 6201303"/>
                <a:gd name="connsiteY23" fmla="*/ 5159489 h 5159489"/>
                <a:gd name="connsiteX24" fmla="*/ 0 w 6201303"/>
                <a:gd name="connsiteY24" fmla="*/ 4753735 h 5159489"/>
                <a:gd name="connsiteX0" fmla="*/ 0 w 6201303"/>
                <a:gd name="connsiteY0" fmla="*/ 4753735 h 5159489"/>
                <a:gd name="connsiteX1" fmla="*/ 2374376 w 6201303"/>
                <a:gd name="connsiteY1" fmla="*/ 2121 h 5159489"/>
                <a:gd name="connsiteX2" fmla="*/ 2854548 w 6201303"/>
                <a:gd name="connsiteY2" fmla="*/ 181735 h 5159489"/>
                <a:gd name="connsiteX3" fmla="*/ 2999690 w 6201303"/>
                <a:gd name="connsiteY3" fmla="*/ 80135 h 5159489"/>
                <a:gd name="connsiteX4" fmla="*/ 3115804 w 6201303"/>
                <a:gd name="connsiteY4" fmla="*/ 283335 h 5159489"/>
                <a:gd name="connsiteX5" fmla="*/ 3159347 w 6201303"/>
                <a:gd name="connsiteY5" fmla="*/ 7564 h 5159489"/>
                <a:gd name="connsiteX6" fmla="*/ 3420603 w 6201303"/>
                <a:gd name="connsiteY6" fmla="*/ 399450 h 5159489"/>
                <a:gd name="connsiteX7" fmla="*/ 3681860 w 6201303"/>
                <a:gd name="connsiteY7" fmla="*/ 747793 h 5159489"/>
                <a:gd name="connsiteX8" fmla="*/ 3870545 w 6201303"/>
                <a:gd name="connsiteY8" fmla="*/ 472022 h 5159489"/>
                <a:gd name="connsiteX9" fmla="*/ 4030201 w 6201303"/>
                <a:gd name="connsiteY9" fmla="*/ 631679 h 5159489"/>
                <a:gd name="connsiteX10" fmla="*/ 4320488 w 6201303"/>
                <a:gd name="connsiteY10" fmla="*/ 921965 h 5159489"/>
                <a:gd name="connsiteX11" fmla="*/ 4465630 w 6201303"/>
                <a:gd name="connsiteY11" fmla="*/ 1429965 h 5159489"/>
                <a:gd name="connsiteX12" fmla="*/ 4552715 w 6201303"/>
                <a:gd name="connsiteY12" fmla="*/ 1850879 h 5159489"/>
                <a:gd name="connsiteX13" fmla="*/ 4770430 w 6201303"/>
                <a:gd name="connsiteY13" fmla="*/ 1996022 h 5159489"/>
                <a:gd name="connsiteX14" fmla="*/ 5292943 w 6201303"/>
                <a:gd name="connsiteY14" fmla="*/ 1647679 h 5159489"/>
                <a:gd name="connsiteX15" fmla="*/ 5321971 w 6201303"/>
                <a:gd name="connsiteY15" fmla="*/ 1836365 h 5159489"/>
                <a:gd name="connsiteX16" fmla="*/ 5612257 w 6201303"/>
                <a:gd name="connsiteY16" fmla="*/ 2068593 h 5159489"/>
                <a:gd name="connsiteX17" fmla="*/ 5771914 w 6201303"/>
                <a:gd name="connsiteY17" fmla="*/ 2562079 h 5159489"/>
                <a:gd name="connsiteX18" fmla="*/ 6018657 w 6201303"/>
                <a:gd name="connsiteY18" fmla="*/ 2997507 h 5159489"/>
                <a:gd name="connsiteX19" fmla="*/ 6178313 w 6201303"/>
                <a:gd name="connsiteY19" fmla="*/ 3432936 h 5159489"/>
                <a:gd name="connsiteX20" fmla="*/ 5960599 w 6201303"/>
                <a:gd name="connsiteY20" fmla="*/ 3897393 h 5159489"/>
                <a:gd name="connsiteX21" fmla="*/ 5931570 w 6201303"/>
                <a:gd name="connsiteY21" fmla="*/ 4144136 h 5159489"/>
                <a:gd name="connsiteX22" fmla="*/ 5670313 w 6201303"/>
                <a:gd name="connsiteY22" fmla="*/ 4637622 h 5159489"/>
                <a:gd name="connsiteX23" fmla="*/ 2731791 w 6201303"/>
                <a:gd name="connsiteY23" fmla="*/ 3851389 h 5159489"/>
                <a:gd name="connsiteX24" fmla="*/ 152400 w 6201303"/>
                <a:gd name="connsiteY24" fmla="*/ 5159489 h 5159489"/>
                <a:gd name="connsiteX25" fmla="*/ 0 w 6201303"/>
                <a:gd name="connsiteY25" fmla="*/ 4753735 h 5159489"/>
                <a:gd name="connsiteX0" fmla="*/ 0 w 6201303"/>
                <a:gd name="connsiteY0" fmla="*/ 4753735 h 5159489"/>
                <a:gd name="connsiteX1" fmla="*/ 2374376 w 6201303"/>
                <a:gd name="connsiteY1" fmla="*/ 2121 h 5159489"/>
                <a:gd name="connsiteX2" fmla="*/ 2854548 w 6201303"/>
                <a:gd name="connsiteY2" fmla="*/ 181735 h 5159489"/>
                <a:gd name="connsiteX3" fmla="*/ 2999690 w 6201303"/>
                <a:gd name="connsiteY3" fmla="*/ 80135 h 5159489"/>
                <a:gd name="connsiteX4" fmla="*/ 3115804 w 6201303"/>
                <a:gd name="connsiteY4" fmla="*/ 283335 h 5159489"/>
                <a:gd name="connsiteX5" fmla="*/ 3159347 w 6201303"/>
                <a:gd name="connsiteY5" fmla="*/ 7564 h 5159489"/>
                <a:gd name="connsiteX6" fmla="*/ 3420603 w 6201303"/>
                <a:gd name="connsiteY6" fmla="*/ 399450 h 5159489"/>
                <a:gd name="connsiteX7" fmla="*/ 3681860 w 6201303"/>
                <a:gd name="connsiteY7" fmla="*/ 747793 h 5159489"/>
                <a:gd name="connsiteX8" fmla="*/ 3870545 w 6201303"/>
                <a:gd name="connsiteY8" fmla="*/ 472022 h 5159489"/>
                <a:gd name="connsiteX9" fmla="*/ 4030201 w 6201303"/>
                <a:gd name="connsiteY9" fmla="*/ 631679 h 5159489"/>
                <a:gd name="connsiteX10" fmla="*/ 4320488 w 6201303"/>
                <a:gd name="connsiteY10" fmla="*/ 921965 h 5159489"/>
                <a:gd name="connsiteX11" fmla="*/ 4465630 w 6201303"/>
                <a:gd name="connsiteY11" fmla="*/ 1429965 h 5159489"/>
                <a:gd name="connsiteX12" fmla="*/ 4552715 w 6201303"/>
                <a:gd name="connsiteY12" fmla="*/ 1850879 h 5159489"/>
                <a:gd name="connsiteX13" fmla="*/ 4770430 w 6201303"/>
                <a:gd name="connsiteY13" fmla="*/ 1996022 h 5159489"/>
                <a:gd name="connsiteX14" fmla="*/ 5292943 w 6201303"/>
                <a:gd name="connsiteY14" fmla="*/ 1647679 h 5159489"/>
                <a:gd name="connsiteX15" fmla="*/ 5321971 w 6201303"/>
                <a:gd name="connsiteY15" fmla="*/ 1836365 h 5159489"/>
                <a:gd name="connsiteX16" fmla="*/ 5612257 w 6201303"/>
                <a:gd name="connsiteY16" fmla="*/ 2068593 h 5159489"/>
                <a:gd name="connsiteX17" fmla="*/ 5771914 w 6201303"/>
                <a:gd name="connsiteY17" fmla="*/ 2562079 h 5159489"/>
                <a:gd name="connsiteX18" fmla="*/ 6018657 w 6201303"/>
                <a:gd name="connsiteY18" fmla="*/ 2997507 h 5159489"/>
                <a:gd name="connsiteX19" fmla="*/ 6178313 w 6201303"/>
                <a:gd name="connsiteY19" fmla="*/ 3432936 h 5159489"/>
                <a:gd name="connsiteX20" fmla="*/ 5960599 w 6201303"/>
                <a:gd name="connsiteY20" fmla="*/ 3897393 h 5159489"/>
                <a:gd name="connsiteX21" fmla="*/ 5931570 w 6201303"/>
                <a:gd name="connsiteY21" fmla="*/ 4144136 h 5159489"/>
                <a:gd name="connsiteX22" fmla="*/ 5670313 w 6201303"/>
                <a:gd name="connsiteY22" fmla="*/ 4637622 h 5159489"/>
                <a:gd name="connsiteX23" fmla="*/ 5380028 w 6201303"/>
                <a:gd name="connsiteY23" fmla="*/ 4942422 h 5159489"/>
                <a:gd name="connsiteX24" fmla="*/ 2731791 w 6201303"/>
                <a:gd name="connsiteY24" fmla="*/ 3851389 h 5159489"/>
                <a:gd name="connsiteX25" fmla="*/ 152400 w 6201303"/>
                <a:gd name="connsiteY25" fmla="*/ 5159489 h 5159489"/>
                <a:gd name="connsiteX26" fmla="*/ 0 w 6201303"/>
                <a:gd name="connsiteY26" fmla="*/ 4753735 h 5159489"/>
                <a:gd name="connsiteX0" fmla="*/ 0 w 6201303"/>
                <a:gd name="connsiteY0" fmla="*/ 4753735 h 5506017"/>
                <a:gd name="connsiteX1" fmla="*/ 2374376 w 6201303"/>
                <a:gd name="connsiteY1" fmla="*/ 2121 h 5506017"/>
                <a:gd name="connsiteX2" fmla="*/ 2854548 w 6201303"/>
                <a:gd name="connsiteY2" fmla="*/ 181735 h 5506017"/>
                <a:gd name="connsiteX3" fmla="*/ 2999690 w 6201303"/>
                <a:gd name="connsiteY3" fmla="*/ 80135 h 5506017"/>
                <a:gd name="connsiteX4" fmla="*/ 3115804 w 6201303"/>
                <a:gd name="connsiteY4" fmla="*/ 283335 h 5506017"/>
                <a:gd name="connsiteX5" fmla="*/ 3159347 w 6201303"/>
                <a:gd name="connsiteY5" fmla="*/ 7564 h 5506017"/>
                <a:gd name="connsiteX6" fmla="*/ 3420603 w 6201303"/>
                <a:gd name="connsiteY6" fmla="*/ 399450 h 5506017"/>
                <a:gd name="connsiteX7" fmla="*/ 3681860 w 6201303"/>
                <a:gd name="connsiteY7" fmla="*/ 747793 h 5506017"/>
                <a:gd name="connsiteX8" fmla="*/ 3870545 w 6201303"/>
                <a:gd name="connsiteY8" fmla="*/ 472022 h 5506017"/>
                <a:gd name="connsiteX9" fmla="*/ 4030201 w 6201303"/>
                <a:gd name="connsiteY9" fmla="*/ 631679 h 5506017"/>
                <a:gd name="connsiteX10" fmla="*/ 4320488 w 6201303"/>
                <a:gd name="connsiteY10" fmla="*/ 921965 h 5506017"/>
                <a:gd name="connsiteX11" fmla="*/ 4465630 w 6201303"/>
                <a:gd name="connsiteY11" fmla="*/ 1429965 h 5506017"/>
                <a:gd name="connsiteX12" fmla="*/ 4552715 w 6201303"/>
                <a:gd name="connsiteY12" fmla="*/ 1850879 h 5506017"/>
                <a:gd name="connsiteX13" fmla="*/ 4770430 w 6201303"/>
                <a:gd name="connsiteY13" fmla="*/ 1996022 h 5506017"/>
                <a:gd name="connsiteX14" fmla="*/ 5292943 w 6201303"/>
                <a:gd name="connsiteY14" fmla="*/ 1647679 h 5506017"/>
                <a:gd name="connsiteX15" fmla="*/ 5321971 w 6201303"/>
                <a:gd name="connsiteY15" fmla="*/ 1836365 h 5506017"/>
                <a:gd name="connsiteX16" fmla="*/ 5612257 w 6201303"/>
                <a:gd name="connsiteY16" fmla="*/ 2068593 h 5506017"/>
                <a:gd name="connsiteX17" fmla="*/ 5771914 w 6201303"/>
                <a:gd name="connsiteY17" fmla="*/ 2562079 h 5506017"/>
                <a:gd name="connsiteX18" fmla="*/ 6018657 w 6201303"/>
                <a:gd name="connsiteY18" fmla="*/ 2997507 h 5506017"/>
                <a:gd name="connsiteX19" fmla="*/ 6178313 w 6201303"/>
                <a:gd name="connsiteY19" fmla="*/ 3432936 h 5506017"/>
                <a:gd name="connsiteX20" fmla="*/ 5960599 w 6201303"/>
                <a:gd name="connsiteY20" fmla="*/ 3897393 h 5506017"/>
                <a:gd name="connsiteX21" fmla="*/ 5931570 w 6201303"/>
                <a:gd name="connsiteY21" fmla="*/ 4144136 h 5506017"/>
                <a:gd name="connsiteX22" fmla="*/ 5670313 w 6201303"/>
                <a:gd name="connsiteY22" fmla="*/ 4637622 h 5506017"/>
                <a:gd name="connsiteX23" fmla="*/ 5380028 w 6201303"/>
                <a:gd name="connsiteY23" fmla="*/ 4942422 h 5506017"/>
                <a:gd name="connsiteX24" fmla="*/ 4589619 w 6201303"/>
                <a:gd name="connsiteY24" fmla="*/ 5506017 h 5506017"/>
                <a:gd name="connsiteX25" fmla="*/ 152400 w 6201303"/>
                <a:gd name="connsiteY25" fmla="*/ 5159489 h 5506017"/>
                <a:gd name="connsiteX26" fmla="*/ 0 w 6201303"/>
                <a:gd name="connsiteY26" fmla="*/ 4753735 h 5506017"/>
                <a:gd name="connsiteX0" fmla="*/ 0 w 6201303"/>
                <a:gd name="connsiteY0" fmla="*/ 4753735 h 5506017"/>
                <a:gd name="connsiteX1" fmla="*/ 2374376 w 6201303"/>
                <a:gd name="connsiteY1" fmla="*/ 2121 h 5506017"/>
                <a:gd name="connsiteX2" fmla="*/ 2854548 w 6201303"/>
                <a:gd name="connsiteY2" fmla="*/ 181735 h 5506017"/>
                <a:gd name="connsiteX3" fmla="*/ 2999690 w 6201303"/>
                <a:gd name="connsiteY3" fmla="*/ 80135 h 5506017"/>
                <a:gd name="connsiteX4" fmla="*/ 3115804 w 6201303"/>
                <a:gd name="connsiteY4" fmla="*/ 283335 h 5506017"/>
                <a:gd name="connsiteX5" fmla="*/ 3159347 w 6201303"/>
                <a:gd name="connsiteY5" fmla="*/ 7564 h 5506017"/>
                <a:gd name="connsiteX6" fmla="*/ 3420603 w 6201303"/>
                <a:gd name="connsiteY6" fmla="*/ 399450 h 5506017"/>
                <a:gd name="connsiteX7" fmla="*/ 3681860 w 6201303"/>
                <a:gd name="connsiteY7" fmla="*/ 747793 h 5506017"/>
                <a:gd name="connsiteX8" fmla="*/ 3870545 w 6201303"/>
                <a:gd name="connsiteY8" fmla="*/ 472022 h 5506017"/>
                <a:gd name="connsiteX9" fmla="*/ 4030201 w 6201303"/>
                <a:gd name="connsiteY9" fmla="*/ 631679 h 5506017"/>
                <a:gd name="connsiteX10" fmla="*/ 4320488 w 6201303"/>
                <a:gd name="connsiteY10" fmla="*/ 921965 h 5506017"/>
                <a:gd name="connsiteX11" fmla="*/ 4465630 w 6201303"/>
                <a:gd name="connsiteY11" fmla="*/ 1429965 h 5506017"/>
                <a:gd name="connsiteX12" fmla="*/ 4552715 w 6201303"/>
                <a:gd name="connsiteY12" fmla="*/ 1850879 h 5506017"/>
                <a:gd name="connsiteX13" fmla="*/ 4770430 w 6201303"/>
                <a:gd name="connsiteY13" fmla="*/ 1996022 h 5506017"/>
                <a:gd name="connsiteX14" fmla="*/ 5292943 w 6201303"/>
                <a:gd name="connsiteY14" fmla="*/ 1647679 h 5506017"/>
                <a:gd name="connsiteX15" fmla="*/ 5321971 w 6201303"/>
                <a:gd name="connsiteY15" fmla="*/ 1836365 h 5506017"/>
                <a:gd name="connsiteX16" fmla="*/ 5612257 w 6201303"/>
                <a:gd name="connsiteY16" fmla="*/ 2068593 h 5506017"/>
                <a:gd name="connsiteX17" fmla="*/ 5771914 w 6201303"/>
                <a:gd name="connsiteY17" fmla="*/ 2562079 h 5506017"/>
                <a:gd name="connsiteX18" fmla="*/ 6018657 w 6201303"/>
                <a:gd name="connsiteY18" fmla="*/ 2997507 h 5506017"/>
                <a:gd name="connsiteX19" fmla="*/ 6178313 w 6201303"/>
                <a:gd name="connsiteY19" fmla="*/ 3432936 h 5506017"/>
                <a:gd name="connsiteX20" fmla="*/ 5960599 w 6201303"/>
                <a:gd name="connsiteY20" fmla="*/ 3897393 h 5506017"/>
                <a:gd name="connsiteX21" fmla="*/ 5931570 w 6201303"/>
                <a:gd name="connsiteY21" fmla="*/ 4144136 h 5506017"/>
                <a:gd name="connsiteX22" fmla="*/ 5670313 w 6201303"/>
                <a:gd name="connsiteY22" fmla="*/ 4637622 h 5506017"/>
                <a:gd name="connsiteX23" fmla="*/ 5380028 w 6201303"/>
                <a:gd name="connsiteY23" fmla="*/ 4942422 h 5506017"/>
                <a:gd name="connsiteX24" fmla="*/ 4589619 w 6201303"/>
                <a:gd name="connsiteY24" fmla="*/ 5506017 h 5506017"/>
                <a:gd name="connsiteX25" fmla="*/ 3449628 w 6201303"/>
                <a:gd name="connsiteY25" fmla="*/ 4898879 h 5506017"/>
                <a:gd name="connsiteX26" fmla="*/ 152400 w 6201303"/>
                <a:gd name="connsiteY26" fmla="*/ 5159489 h 5506017"/>
                <a:gd name="connsiteX27" fmla="*/ 0 w 6201303"/>
                <a:gd name="connsiteY27" fmla="*/ 4753735 h 5506017"/>
                <a:gd name="connsiteX0" fmla="*/ 0 w 6201303"/>
                <a:gd name="connsiteY0" fmla="*/ 4753735 h 5506017"/>
                <a:gd name="connsiteX1" fmla="*/ 2374376 w 6201303"/>
                <a:gd name="connsiteY1" fmla="*/ 2121 h 5506017"/>
                <a:gd name="connsiteX2" fmla="*/ 2854548 w 6201303"/>
                <a:gd name="connsiteY2" fmla="*/ 181735 h 5506017"/>
                <a:gd name="connsiteX3" fmla="*/ 2999690 w 6201303"/>
                <a:gd name="connsiteY3" fmla="*/ 80135 h 5506017"/>
                <a:gd name="connsiteX4" fmla="*/ 3115804 w 6201303"/>
                <a:gd name="connsiteY4" fmla="*/ 283335 h 5506017"/>
                <a:gd name="connsiteX5" fmla="*/ 3159347 w 6201303"/>
                <a:gd name="connsiteY5" fmla="*/ 7564 h 5506017"/>
                <a:gd name="connsiteX6" fmla="*/ 3420603 w 6201303"/>
                <a:gd name="connsiteY6" fmla="*/ 399450 h 5506017"/>
                <a:gd name="connsiteX7" fmla="*/ 3681860 w 6201303"/>
                <a:gd name="connsiteY7" fmla="*/ 747793 h 5506017"/>
                <a:gd name="connsiteX8" fmla="*/ 3870545 w 6201303"/>
                <a:gd name="connsiteY8" fmla="*/ 472022 h 5506017"/>
                <a:gd name="connsiteX9" fmla="*/ 4030201 w 6201303"/>
                <a:gd name="connsiteY9" fmla="*/ 631679 h 5506017"/>
                <a:gd name="connsiteX10" fmla="*/ 4320488 w 6201303"/>
                <a:gd name="connsiteY10" fmla="*/ 921965 h 5506017"/>
                <a:gd name="connsiteX11" fmla="*/ 4465630 w 6201303"/>
                <a:gd name="connsiteY11" fmla="*/ 1429965 h 5506017"/>
                <a:gd name="connsiteX12" fmla="*/ 4552715 w 6201303"/>
                <a:gd name="connsiteY12" fmla="*/ 1850879 h 5506017"/>
                <a:gd name="connsiteX13" fmla="*/ 4770430 w 6201303"/>
                <a:gd name="connsiteY13" fmla="*/ 1996022 h 5506017"/>
                <a:gd name="connsiteX14" fmla="*/ 5292943 w 6201303"/>
                <a:gd name="connsiteY14" fmla="*/ 1647679 h 5506017"/>
                <a:gd name="connsiteX15" fmla="*/ 5321971 w 6201303"/>
                <a:gd name="connsiteY15" fmla="*/ 1836365 h 5506017"/>
                <a:gd name="connsiteX16" fmla="*/ 5612257 w 6201303"/>
                <a:gd name="connsiteY16" fmla="*/ 2068593 h 5506017"/>
                <a:gd name="connsiteX17" fmla="*/ 5771914 w 6201303"/>
                <a:gd name="connsiteY17" fmla="*/ 2562079 h 5506017"/>
                <a:gd name="connsiteX18" fmla="*/ 6018657 w 6201303"/>
                <a:gd name="connsiteY18" fmla="*/ 2997507 h 5506017"/>
                <a:gd name="connsiteX19" fmla="*/ 6178313 w 6201303"/>
                <a:gd name="connsiteY19" fmla="*/ 3432936 h 5506017"/>
                <a:gd name="connsiteX20" fmla="*/ 5960599 w 6201303"/>
                <a:gd name="connsiteY20" fmla="*/ 3897393 h 5506017"/>
                <a:gd name="connsiteX21" fmla="*/ 5931570 w 6201303"/>
                <a:gd name="connsiteY21" fmla="*/ 4144136 h 5506017"/>
                <a:gd name="connsiteX22" fmla="*/ 5670313 w 6201303"/>
                <a:gd name="connsiteY22" fmla="*/ 4637622 h 5506017"/>
                <a:gd name="connsiteX23" fmla="*/ 5380028 w 6201303"/>
                <a:gd name="connsiteY23" fmla="*/ 4942422 h 5506017"/>
                <a:gd name="connsiteX24" fmla="*/ 4589619 w 6201303"/>
                <a:gd name="connsiteY24" fmla="*/ 5506017 h 5506017"/>
                <a:gd name="connsiteX25" fmla="*/ 4015685 w 6201303"/>
                <a:gd name="connsiteY25" fmla="*/ 5421393 h 5506017"/>
                <a:gd name="connsiteX26" fmla="*/ 152400 w 6201303"/>
                <a:gd name="connsiteY26" fmla="*/ 5159489 h 5506017"/>
                <a:gd name="connsiteX27" fmla="*/ 0 w 6201303"/>
                <a:gd name="connsiteY27" fmla="*/ 4753735 h 5506017"/>
                <a:gd name="connsiteX0" fmla="*/ 0 w 6201303"/>
                <a:gd name="connsiteY0" fmla="*/ 4753735 h 5506017"/>
                <a:gd name="connsiteX1" fmla="*/ 2374376 w 6201303"/>
                <a:gd name="connsiteY1" fmla="*/ 2121 h 5506017"/>
                <a:gd name="connsiteX2" fmla="*/ 2854548 w 6201303"/>
                <a:gd name="connsiteY2" fmla="*/ 181735 h 5506017"/>
                <a:gd name="connsiteX3" fmla="*/ 2999690 w 6201303"/>
                <a:gd name="connsiteY3" fmla="*/ 80135 h 5506017"/>
                <a:gd name="connsiteX4" fmla="*/ 3115804 w 6201303"/>
                <a:gd name="connsiteY4" fmla="*/ 283335 h 5506017"/>
                <a:gd name="connsiteX5" fmla="*/ 3159347 w 6201303"/>
                <a:gd name="connsiteY5" fmla="*/ 7564 h 5506017"/>
                <a:gd name="connsiteX6" fmla="*/ 3420603 w 6201303"/>
                <a:gd name="connsiteY6" fmla="*/ 399450 h 5506017"/>
                <a:gd name="connsiteX7" fmla="*/ 3681860 w 6201303"/>
                <a:gd name="connsiteY7" fmla="*/ 747793 h 5506017"/>
                <a:gd name="connsiteX8" fmla="*/ 3870545 w 6201303"/>
                <a:gd name="connsiteY8" fmla="*/ 472022 h 5506017"/>
                <a:gd name="connsiteX9" fmla="*/ 4030201 w 6201303"/>
                <a:gd name="connsiteY9" fmla="*/ 631679 h 5506017"/>
                <a:gd name="connsiteX10" fmla="*/ 4320488 w 6201303"/>
                <a:gd name="connsiteY10" fmla="*/ 921965 h 5506017"/>
                <a:gd name="connsiteX11" fmla="*/ 4465630 w 6201303"/>
                <a:gd name="connsiteY11" fmla="*/ 1429965 h 5506017"/>
                <a:gd name="connsiteX12" fmla="*/ 4552715 w 6201303"/>
                <a:gd name="connsiteY12" fmla="*/ 1850879 h 5506017"/>
                <a:gd name="connsiteX13" fmla="*/ 4770430 w 6201303"/>
                <a:gd name="connsiteY13" fmla="*/ 1996022 h 5506017"/>
                <a:gd name="connsiteX14" fmla="*/ 5292943 w 6201303"/>
                <a:gd name="connsiteY14" fmla="*/ 1647679 h 5506017"/>
                <a:gd name="connsiteX15" fmla="*/ 5321971 w 6201303"/>
                <a:gd name="connsiteY15" fmla="*/ 1836365 h 5506017"/>
                <a:gd name="connsiteX16" fmla="*/ 5612257 w 6201303"/>
                <a:gd name="connsiteY16" fmla="*/ 2068593 h 5506017"/>
                <a:gd name="connsiteX17" fmla="*/ 5771914 w 6201303"/>
                <a:gd name="connsiteY17" fmla="*/ 2562079 h 5506017"/>
                <a:gd name="connsiteX18" fmla="*/ 6018657 w 6201303"/>
                <a:gd name="connsiteY18" fmla="*/ 2997507 h 5506017"/>
                <a:gd name="connsiteX19" fmla="*/ 6178313 w 6201303"/>
                <a:gd name="connsiteY19" fmla="*/ 3432936 h 5506017"/>
                <a:gd name="connsiteX20" fmla="*/ 5960599 w 6201303"/>
                <a:gd name="connsiteY20" fmla="*/ 3897393 h 5506017"/>
                <a:gd name="connsiteX21" fmla="*/ 5931570 w 6201303"/>
                <a:gd name="connsiteY21" fmla="*/ 4144136 h 5506017"/>
                <a:gd name="connsiteX22" fmla="*/ 5670313 w 6201303"/>
                <a:gd name="connsiteY22" fmla="*/ 4637622 h 5506017"/>
                <a:gd name="connsiteX23" fmla="*/ 5380028 w 6201303"/>
                <a:gd name="connsiteY23" fmla="*/ 4942422 h 5506017"/>
                <a:gd name="connsiteX24" fmla="*/ 4589619 w 6201303"/>
                <a:gd name="connsiteY24" fmla="*/ 5506017 h 5506017"/>
                <a:gd name="connsiteX25" fmla="*/ 4015685 w 6201303"/>
                <a:gd name="connsiteY25" fmla="*/ 5421393 h 5506017"/>
                <a:gd name="connsiteX26" fmla="*/ 3188370 w 6201303"/>
                <a:gd name="connsiteY26" fmla="*/ 5406879 h 5506017"/>
                <a:gd name="connsiteX27" fmla="*/ 152400 w 6201303"/>
                <a:gd name="connsiteY27" fmla="*/ 5159489 h 5506017"/>
                <a:gd name="connsiteX28" fmla="*/ 0 w 6201303"/>
                <a:gd name="connsiteY28" fmla="*/ 4753735 h 5506017"/>
                <a:gd name="connsiteX0" fmla="*/ 0 w 6201303"/>
                <a:gd name="connsiteY0" fmla="*/ 4753735 h 5578274"/>
                <a:gd name="connsiteX1" fmla="*/ 2374376 w 6201303"/>
                <a:gd name="connsiteY1" fmla="*/ 2121 h 5578274"/>
                <a:gd name="connsiteX2" fmla="*/ 2854548 w 6201303"/>
                <a:gd name="connsiteY2" fmla="*/ 181735 h 5578274"/>
                <a:gd name="connsiteX3" fmla="*/ 2999690 w 6201303"/>
                <a:gd name="connsiteY3" fmla="*/ 80135 h 5578274"/>
                <a:gd name="connsiteX4" fmla="*/ 3115804 w 6201303"/>
                <a:gd name="connsiteY4" fmla="*/ 283335 h 5578274"/>
                <a:gd name="connsiteX5" fmla="*/ 3159347 w 6201303"/>
                <a:gd name="connsiteY5" fmla="*/ 7564 h 5578274"/>
                <a:gd name="connsiteX6" fmla="*/ 3420603 w 6201303"/>
                <a:gd name="connsiteY6" fmla="*/ 399450 h 5578274"/>
                <a:gd name="connsiteX7" fmla="*/ 3681860 w 6201303"/>
                <a:gd name="connsiteY7" fmla="*/ 747793 h 5578274"/>
                <a:gd name="connsiteX8" fmla="*/ 3870545 w 6201303"/>
                <a:gd name="connsiteY8" fmla="*/ 472022 h 5578274"/>
                <a:gd name="connsiteX9" fmla="*/ 4030201 w 6201303"/>
                <a:gd name="connsiteY9" fmla="*/ 631679 h 5578274"/>
                <a:gd name="connsiteX10" fmla="*/ 4320488 w 6201303"/>
                <a:gd name="connsiteY10" fmla="*/ 921965 h 5578274"/>
                <a:gd name="connsiteX11" fmla="*/ 4465630 w 6201303"/>
                <a:gd name="connsiteY11" fmla="*/ 1429965 h 5578274"/>
                <a:gd name="connsiteX12" fmla="*/ 4552715 w 6201303"/>
                <a:gd name="connsiteY12" fmla="*/ 1850879 h 5578274"/>
                <a:gd name="connsiteX13" fmla="*/ 4770430 w 6201303"/>
                <a:gd name="connsiteY13" fmla="*/ 1996022 h 5578274"/>
                <a:gd name="connsiteX14" fmla="*/ 5292943 w 6201303"/>
                <a:gd name="connsiteY14" fmla="*/ 1647679 h 5578274"/>
                <a:gd name="connsiteX15" fmla="*/ 5321971 w 6201303"/>
                <a:gd name="connsiteY15" fmla="*/ 1836365 h 5578274"/>
                <a:gd name="connsiteX16" fmla="*/ 5612257 w 6201303"/>
                <a:gd name="connsiteY16" fmla="*/ 2068593 h 5578274"/>
                <a:gd name="connsiteX17" fmla="*/ 5771914 w 6201303"/>
                <a:gd name="connsiteY17" fmla="*/ 2562079 h 5578274"/>
                <a:gd name="connsiteX18" fmla="*/ 6018657 w 6201303"/>
                <a:gd name="connsiteY18" fmla="*/ 2997507 h 5578274"/>
                <a:gd name="connsiteX19" fmla="*/ 6178313 w 6201303"/>
                <a:gd name="connsiteY19" fmla="*/ 3432936 h 5578274"/>
                <a:gd name="connsiteX20" fmla="*/ 5960599 w 6201303"/>
                <a:gd name="connsiteY20" fmla="*/ 3897393 h 5578274"/>
                <a:gd name="connsiteX21" fmla="*/ 5931570 w 6201303"/>
                <a:gd name="connsiteY21" fmla="*/ 4144136 h 5578274"/>
                <a:gd name="connsiteX22" fmla="*/ 5670313 w 6201303"/>
                <a:gd name="connsiteY22" fmla="*/ 4637622 h 5578274"/>
                <a:gd name="connsiteX23" fmla="*/ 5380028 w 6201303"/>
                <a:gd name="connsiteY23" fmla="*/ 4942422 h 5578274"/>
                <a:gd name="connsiteX24" fmla="*/ 4589619 w 6201303"/>
                <a:gd name="connsiteY24" fmla="*/ 5506017 h 5578274"/>
                <a:gd name="connsiteX25" fmla="*/ 4015685 w 6201303"/>
                <a:gd name="connsiteY25" fmla="*/ 5421393 h 5578274"/>
                <a:gd name="connsiteX26" fmla="*/ 3188370 w 6201303"/>
                <a:gd name="connsiteY26" fmla="*/ 5406879 h 5578274"/>
                <a:gd name="connsiteX27" fmla="*/ 152400 w 6201303"/>
                <a:gd name="connsiteY27" fmla="*/ 5159489 h 5578274"/>
                <a:gd name="connsiteX28" fmla="*/ 0 w 6201303"/>
                <a:gd name="connsiteY28" fmla="*/ 4753735 h 5578274"/>
                <a:gd name="connsiteX0" fmla="*/ 0 w 6201303"/>
                <a:gd name="connsiteY0" fmla="*/ 4753735 h 5578274"/>
                <a:gd name="connsiteX1" fmla="*/ 2374376 w 6201303"/>
                <a:gd name="connsiteY1" fmla="*/ 2121 h 5578274"/>
                <a:gd name="connsiteX2" fmla="*/ 2854548 w 6201303"/>
                <a:gd name="connsiteY2" fmla="*/ 181735 h 5578274"/>
                <a:gd name="connsiteX3" fmla="*/ 2999690 w 6201303"/>
                <a:gd name="connsiteY3" fmla="*/ 80135 h 5578274"/>
                <a:gd name="connsiteX4" fmla="*/ 3115804 w 6201303"/>
                <a:gd name="connsiteY4" fmla="*/ 283335 h 5578274"/>
                <a:gd name="connsiteX5" fmla="*/ 3159347 w 6201303"/>
                <a:gd name="connsiteY5" fmla="*/ 7564 h 5578274"/>
                <a:gd name="connsiteX6" fmla="*/ 3420603 w 6201303"/>
                <a:gd name="connsiteY6" fmla="*/ 399450 h 5578274"/>
                <a:gd name="connsiteX7" fmla="*/ 3681860 w 6201303"/>
                <a:gd name="connsiteY7" fmla="*/ 747793 h 5578274"/>
                <a:gd name="connsiteX8" fmla="*/ 3870545 w 6201303"/>
                <a:gd name="connsiteY8" fmla="*/ 472022 h 5578274"/>
                <a:gd name="connsiteX9" fmla="*/ 4030201 w 6201303"/>
                <a:gd name="connsiteY9" fmla="*/ 631679 h 5578274"/>
                <a:gd name="connsiteX10" fmla="*/ 4320488 w 6201303"/>
                <a:gd name="connsiteY10" fmla="*/ 921965 h 5578274"/>
                <a:gd name="connsiteX11" fmla="*/ 4465630 w 6201303"/>
                <a:gd name="connsiteY11" fmla="*/ 1429965 h 5578274"/>
                <a:gd name="connsiteX12" fmla="*/ 4552715 w 6201303"/>
                <a:gd name="connsiteY12" fmla="*/ 1850879 h 5578274"/>
                <a:gd name="connsiteX13" fmla="*/ 4770430 w 6201303"/>
                <a:gd name="connsiteY13" fmla="*/ 1996022 h 5578274"/>
                <a:gd name="connsiteX14" fmla="*/ 5292943 w 6201303"/>
                <a:gd name="connsiteY14" fmla="*/ 1647679 h 5578274"/>
                <a:gd name="connsiteX15" fmla="*/ 5321971 w 6201303"/>
                <a:gd name="connsiteY15" fmla="*/ 1836365 h 5578274"/>
                <a:gd name="connsiteX16" fmla="*/ 5612257 w 6201303"/>
                <a:gd name="connsiteY16" fmla="*/ 2068593 h 5578274"/>
                <a:gd name="connsiteX17" fmla="*/ 5771914 w 6201303"/>
                <a:gd name="connsiteY17" fmla="*/ 2562079 h 5578274"/>
                <a:gd name="connsiteX18" fmla="*/ 6018657 w 6201303"/>
                <a:gd name="connsiteY18" fmla="*/ 2997507 h 5578274"/>
                <a:gd name="connsiteX19" fmla="*/ 6178313 w 6201303"/>
                <a:gd name="connsiteY19" fmla="*/ 3432936 h 5578274"/>
                <a:gd name="connsiteX20" fmla="*/ 5960599 w 6201303"/>
                <a:gd name="connsiteY20" fmla="*/ 3897393 h 5578274"/>
                <a:gd name="connsiteX21" fmla="*/ 5931570 w 6201303"/>
                <a:gd name="connsiteY21" fmla="*/ 4144136 h 5578274"/>
                <a:gd name="connsiteX22" fmla="*/ 5670313 w 6201303"/>
                <a:gd name="connsiteY22" fmla="*/ 4637622 h 5578274"/>
                <a:gd name="connsiteX23" fmla="*/ 5380028 w 6201303"/>
                <a:gd name="connsiteY23" fmla="*/ 4942422 h 5578274"/>
                <a:gd name="connsiteX24" fmla="*/ 4589619 w 6201303"/>
                <a:gd name="connsiteY24" fmla="*/ 5506017 h 5578274"/>
                <a:gd name="connsiteX25" fmla="*/ 4015685 w 6201303"/>
                <a:gd name="connsiteY25" fmla="*/ 5421393 h 5578274"/>
                <a:gd name="connsiteX26" fmla="*/ 3188370 w 6201303"/>
                <a:gd name="connsiteY26" fmla="*/ 5406879 h 5578274"/>
                <a:gd name="connsiteX27" fmla="*/ 152400 w 6201303"/>
                <a:gd name="connsiteY27" fmla="*/ 5159489 h 5578274"/>
                <a:gd name="connsiteX28" fmla="*/ 0 w 6201303"/>
                <a:gd name="connsiteY28" fmla="*/ 4753735 h 5578274"/>
                <a:gd name="connsiteX0" fmla="*/ 0 w 6201303"/>
                <a:gd name="connsiteY0" fmla="*/ 4753735 h 5578274"/>
                <a:gd name="connsiteX1" fmla="*/ 1248899 w 6201303"/>
                <a:gd name="connsiteY1" fmla="*/ 2213735 h 5578274"/>
                <a:gd name="connsiteX2" fmla="*/ 2374376 w 6201303"/>
                <a:gd name="connsiteY2" fmla="*/ 2121 h 5578274"/>
                <a:gd name="connsiteX3" fmla="*/ 2854548 w 6201303"/>
                <a:gd name="connsiteY3" fmla="*/ 181735 h 5578274"/>
                <a:gd name="connsiteX4" fmla="*/ 2999690 w 6201303"/>
                <a:gd name="connsiteY4" fmla="*/ 80135 h 5578274"/>
                <a:gd name="connsiteX5" fmla="*/ 3115804 w 6201303"/>
                <a:gd name="connsiteY5" fmla="*/ 283335 h 5578274"/>
                <a:gd name="connsiteX6" fmla="*/ 3159347 w 6201303"/>
                <a:gd name="connsiteY6" fmla="*/ 7564 h 5578274"/>
                <a:gd name="connsiteX7" fmla="*/ 3420603 w 6201303"/>
                <a:gd name="connsiteY7" fmla="*/ 399450 h 5578274"/>
                <a:gd name="connsiteX8" fmla="*/ 3681860 w 6201303"/>
                <a:gd name="connsiteY8" fmla="*/ 747793 h 5578274"/>
                <a:gd name="connsiteX9" fmla="*/ 3870545 w 6201303"/>
                <a:gd name="connsiteY9" fmla="*/ 472022 h 5578274"/>
                <a:gd name="connsiteX10" fmla="*/ 4030201 w 6201303"/>
                <a:gd name="connsiteY10" fmla="*/ 631679 h 5578274"/>
                <a:gd name="connsiteX11" fmla="*/ 4320488 w 6201303"/>
                <a:gd name="connsiteY11" fmla="*/ 921965 h 5578274"/>
                <a:gd name="connsiteX12" fmla="*/ 4465630 w 6201303"/>
                <a:gd name="connsiteY12" fmla="*/ 1429965 h 5578274"/>
                <a:gd name="connsiteX13" fmla="*/ 4552715 w 6201303"/>
                <a:gd name="connsiteY13" fmla="*/ 1850879 h 5578274"/>
                <a:gd name="connsiteX14" fmla="*/ 4770430 w 6201303"/>
                <a:gd name="connsiteY14" fmla="*/ 1996022 h 5578274"/>
                <a:gd name="connsiteX15" fmla="*/ 5292943 w 6201303"/>
                <a:gd name="connsiteY15" fmla="*/ 1647679 h 5578274"/>
                <a:gd name="connsiteX16" fmla="*/ 5321971 w 6201303"/>
                <a:gd name="connsiteY16" fmla="*/ 1836365 h 5578274"/>
                <a:gd name="connsiteX17" fmla="*/ 5612257 w 6201303"/>
                <a:gd name="connsiteY17" fmla="*/ 2068593 h 5578274"/>
                <a:gd name="connsiteX18" fmla="*/ 5771914 w 6201303"/>
                <a:gd name="connsiteY18" fmla="*/ 2562079 h 5578274"/>
                <a:gd name="connsiteX19" fmla="*/ 6018657 w 6201303"/>
                <a:gd name="connsiteY19" fmla="*/ 2997507 h 5578274"/>
                <a:gd name="connsiteX20" fmla="*/ 6178313 w 6201303"/>
                <a:gd name="connsiteY20" fmla="*/ 3432936 h 5578274"/>
                <a:gd name="connsiteX21" fmla="*/ 5960599 w 6201303"/>
                <a:gd name="connsiteY21" fmla="*/ 3897393 h 5578274"/>
                <a:gd name="connsiteX22" fmla="*/ 5931570 w 6201303"/>
                <a:gd name="connsiteY22" fmla="*/ 4144136 h 5578274"/>
                <a:gd name="connsiteX23" fmla="*/ 5670313 w 6201303"/>
                <a:gd name="connsiteY23" fmla="*/ 4637622 h 5578274"/>
                <a:gd name="connsiteX24" fmla="*/ 5380028 w 6201303"/>
                <a:gd name="connsiteY24" fmla="*/ 4942422 h 5578274"/>
                <a:gd name="connsiteX25" fmla="*/ 4589619 w 6201303"/>
                <a:gd name="connsiteY25" fmla="*/ 5506017 h 5578274"/>
                <a:gd name="connsiteX26" fmla="*/ 4015685 w 6201303"/>
                <a:gd name="connsiteY26" fmla="*/ 5421393 h 5578274"/>
                <a:gd name="connsiteX27" fmla="*/ 3188370 w 6201303"/>
                <a:gd name="connsiteY27" fmla="*/ 5406879 h 5578274"/>
                <a:gd name="connsiteX28" fmla="*/ 152400 w 6201303"/>
                <a:gd name="connsiteY28" fmla="*/ 5159489 h 5578274"/>
                <a:gd name="connsiteX29" fmla="*/ 0 w 6201303"/>
                <a:gd name="connsiteY29" fmla="*/ 4753735 h 5578274"/>
                <a:gd name="connsiteX0" fmla="*/ 23988 w 6225291"/>
                <a:gd name="connsiteY0" fmla="*/ 4753735 h 5578274"/>
                <a:gd name="connsiteX1" fmla="*/ 1272887 w 6225291"/>
                <a:gd name="connsiteY1" fmla="*/ 2213735 h 5578274"/>
                <a:gd name="connsiteX2" fmla="*/ 2398364 w 6225291"/>
                <a:gd name="connsiteY2" fmla="*/ 2121 h 5578274"/>
                <a:gd name="connsiteX3" fmla="*/ 2878536 w 6225291"/>
                <a:gd name="connsiteY3" fmla="*/ 181735 h 5578274"/>
                <a:gd name="connsiteX4" fmla="*/ 3023678 w 6225291"/>
                <a:gd name="connsiteY4" fmla="*/ 80135 h 5578274"/>
                <a:gd name="connsiteX5" fmla="*/ 3139792 w 6225291"/>
                <a:gd name="connsiteY5" fmla="*/ 283335 h 5578274"/>
                <a:gd name="connsiteX6" fmla="*/ 3183335 w 6225291"/>
                <a:gd name="connsiteY6" fmla="*/ 7564 h 5578274"/>
                <a:gd name="connsiteX7" fmla="*/ 3444591 w 6225291"/>
                <a:gd name="connsiteY7" fmla="*/ 399450 h 5578274"/>
                <a:gd name="connsiteX8" fmla="*/ 3705848 w 6225291"/>
                <a:gd name="connsiteY8" fmla="*/ 747793 h 5578274"/>
                <a:gd name="connsiteX9" fmla="*/ 3894533 w 6225291"/>
                <a:gd name="connsiteY9" fmla="*/ 472022 h 5578274"/>
                <a:gd name="connsiteX10" fmla="*/ 4054189 w 6225291"/>
                <a:gd name="connsiteY10" fmla="*/ 631679 h 5578274"/>
                <a:gd name="connsiteX11" fmla="*/ 4344476 w 6225291"/>
                <a:gd name="connsiteY11" fmla="*/ 921965 h 5578274"/>
                <a:gd name="connsiteX12" fmla="*/ 4489618 w 6225291"/>
                <a:gd name="connsiteY12" fmla="*/ 1429965 h 5578274"/>
                <a:gd name="connsiteX13" fmla="*/ 4576703 w 6225291"/>
                <a:gd name="connsiteY13" fmla="*/ 1850879 h 5578274"/>
                <a:gd name="connsiteX14" fmla="*/ 4794418 w 6225291"/>
                <a:gd name="connsiteY14" fmla="*/ 1996022 h 5578274"/>
                <a:gd name="connsiteX15" fmla="*/ 5316931 w 6225291"/>
                <a:gd name="connsiteY15" fmla="*/ 1647679 h 5578274"/>
                <a:gd name="connsiteX16" fmla="*/ 5345959 w 6225291"/>
                <a:gd name="connsiteY16" fmla="*/ 1836365 h 5578274"/>
                <a:gd name="connsiteX17" fmla="*/ 5636245 w 6225291"/>
                <a:gd name="connsiteY17" fmla="*/ 2068593 h 5578274"/>
                <a:gd name="connsiteX18" fmla="*/ 5795902 w 6225291"/>
                <a:gd name="connsiteY18" fmla="*/ 2562079 h 5578274"/>
                <a:gd name="connsiteX19" fmla="*/ 6042645 w 6225291"/>
                <a:gd name="connsiteY19" fmla="*/ 2997507 h 5578274"/>
                <a:gd name="connsiteX20" fmla="*/ 6202301 w 6225291"/>
                <a:gd name="connsiteY20" fmla="*/ 3432936 h 5578274"/>
                <a:gd name="connsiteX21" fmla="*/ 5984587 w 6225291"/>
                <a:gd name="connsiteY21" fmla="*/ 3897393 h 5578274"/>
                <a:gd name="connsiteX22" fmla="*/ 5955558 w 6225291"/>
                <a:gd name="connsiteY22" fmla="*/ 4144136 h 5578274"/>
                <a:gd name="connsiteX23" fmla="*/ 5694301 w 6225291"/>
                <a:gd name="connsiteY23" fmla="*/ 4637622 h 5578274"/>
                <a:gd name="connsiteX24" fmla="*/ 5404016 w 6225291"/>
                <a:gd name="connsiteY24" fmla="*/ 4942422 h 5578274"/>
                <a:gd name="connsiteX25" fmla="*/ 4613607 w 6225291"/>
                <a:gd name="connsiteY25" fmla="*/ 5506017 h 5578274"/>
                <a:gd name="connsiteX26" fmla="*/ 4039673 w 6225291"/>
                <a:gd name="connsiteY26" fmla="*/ 5421393 h 5578274"/>
                <a:gd name="connsiteX27" fmla="*/ 3212358 w 6225291"/>
                <a:gd name="connsiteY27" fmla="*/ 5406879 h 5578274"/>
                <a:gd name="connsiteX28" fmla="*/ 176388 w 6225291"/>
                <a:gd name="connsiteY28" fmla="*/ 5159489 h 5578274"/>
                <a:gd name="connsiteX29" fmla="*/ 23988 w 6225291"/>
                <a:gd name="connsiteY29" fmla="*/ 4753735 h 5578274"/>
                <a:gd name="connsiteX0" fmla="*/ 30994 w 6232297"/>
                <a:gd name="connsiteY0" fmla="*/ 4753735 h 5578274"/>
                <a:gd name="connsiteX1" fmla="*/ 1279893 w 6232297"/>
                <a:gd name="connsiteY1" fmla="*/ 2213735 h 5578274"/>
                <a:gd name="connsiteX2" fmla="*/ 2405370 w 6232297"/>
                <a:gd name="connsiteY2" fmla="*/ 2121 h 5578274"/>
                <a:gd name="connsiteX3" fmla="*/ 2885542 w 6232297"/>
                <a:gd name="connsiteY3" fmla="*/ 181735 h 5578274"/>
                <a:gd name="connsiteX4" fmla="*/ 3030684 w 6232297"/>
                <a:gd name="connsiteY4" fmla="*/ 80135 h 5578274"/>
                <a:gd name="connsiteX5" fmla="*/ 3146798 w 6232297"/>
                <a:gd name="connsiteY5" fmla="*/ 283335 h 5578274"/>
                <a:gd name="connsiteX6" fmla="*/ 3190341 w 6232297"/>
                <a:gd name="connsiteY6" fmla="*/ 7564 h 5578274"/>
                <a:gd name="connsiteX7" fmla="*/ 3451597 w 6232297"/>
                <a:gd name="connsiteY7" fmla="*/ 399450 h 5578274"/>
                <a:gd name="connsiteX8" fmla="*/ 3712854 w 6232297"/>
                <a:gd name="connsiteY8" fmla="*/ 747793 h 5578274"/>
                <a:gd name="connsiteX9" fmla="*/ 3901539 w 6232297"/>
                <a:gd name="connsiteY9" fmla="*/ 472022 h 5578274"/>
                <a:gd name="connsiteX10" fmla="*/ 4061195 w 6232297"/>
                <a:gd name="connsiteY10" fmla="*/ 631679 h 5578274"/>
                <a:gd name="connsiteX11" fmla="*/ 4351482 w 6232297"/>
                <a:gd name="connsiteY11" fmla="*/ 921965 h 5578274"/>
                <a:gd name="connsiteX12" fmla="*/ 4496624 w 6232297"/>
                <a:gd name="connsiteY12" fmla="*/ 1429965 h 5578274"/>
                <a:gd name="connsiteX13" fmla="*/ 4583709 w 6232297"/>
                <a:gd name="connsiteY13" fmla="*/ 1850879 h 5578274"/>
                <a:gd name="connsiteX14" fmla="*/ 4801424 w 6232297"/>
                <a:gd name="connsiteY14" fmla="*/ 1996022 h 5578274"/>
                <a:gd name="connsiteX15" fmla="*/ 5323937 w 6232297"/>
                <a:gd name="connsiteY15" fmla="*/ 1647679 h 5578274"/>
                <a:gd name="connsiteX16" fmla="*/ 5352965 w 6232297"/>
                <a:gd name="connsiteY16" fmla="*/ 1836365 h 5578274"/>
                <a:gd name="connsiteX17" fmla="*/ 5643251 w 6232297"/>
                <a:gd name="connsiteY17" fmla="*/ 2068593 h 5578274"/>
                <a:gd name="connsiteX18" fmla="*/ 5802908 w 6232297"/>
                <a:gd name="connsiteY18" fmla="*/ 2562079 h 5578274"/>
                <a:gd name="connsiteX19" fmla="*/ 6049651 w 6232297"/>
                <a:gd name="connsiteY19" fmla="*/ 2997507 h 5578274"/>
                <a:gd name="connsiteX20" fmla="*/ 6209307 w 6232297"/>
                <a:gd name="connsiteY20" fmla="*/ 3432936 h 5578274"/>
                <a:gd name="connsiteX21" fmla="*/ 5991593 w 6232297"/>
                <a:gd name="connsiteY21" fmla="*/ 3897393 h 5578274"/>
                <a:gd name="connsiteX22" fmla="*/ 5962564 w 6232297"/>
                <a:gd name="connsiteY22" fmla="*/ 4144136 h 5578274"/>
                <a:gd name="connsiteX23" fmla="*/ 5701307 w 6232297"/>
                <a:gd name="connsiteY23" fmla="*/ 4637622 h 5578274"/>
                <a:gd name="connsiteX24" fmla="*/ 5411022 w 6232297"/>
                <a:gd name="connsiteY24" fmla="*/ 4942422 h 5578274"/>
                <a:gd name="connsiteX25" fmla="*/ 4620613 w 6232297"/>
                <a:gd name="connsiteY25" fmla="*/ 5506017 h 5578274"/>
                <a:gd name="connsiteX26" fmla="*/ 4046679 w 6232297"/>
                <a:gd name="connsiteY26" fmla="*/ 5421393 h 5578274"/>
                <a:gd name="connsiteX27" fmla="*/ 3219364 w 6232297"/>
                <a:gd name="connsiteY27" fmla="*/ 5406879 h 5578274"/>
                <a:gd name="connsiteX28" fmla="*/ 183394 w 6232297"/>
                <a:gd name="connsiteY28" fmla="*/ 5159489 h 5578274"/>
                <a:gd name="connsiteX29" fmla="*/ 30994 w 6232297"/>
                <a:gd name="connsiteY29" fmla="*/ 4753735 h 5578274"/>
                <a:gd name="connsiteX0" fmla="*/ 30994 w 6232297"/>
                <a:gd name="connsiteY0" fmla="*/ 4753735 h 5578274"/>
                <a:gd name="connsiteX1" fmla="*/ 1279893 w 6232297"/>
                <a:gd name="connsiteY1" fmla="*/ 2213735 h 5578274"/>
                <a:gd name="connsiteX2" fmla="*/ 2405370 w 6232297"/>
                <a:gd name="connsiteY2" fmla="*/ 2121 h 5578274"/>
                <a:gd name="connsiteX3" fmla="*/ 2885542 w 6232297"/>
                <a:gd name="connsiteY3" fmla="*/ 181735 h 5578274"/>
                <a:gd name="connsiteX4" fmla="*/ 3030684 w 6232297"/>
                <a:gd name="connsiteY4" fmla="*/ 80135 h 5578274"/>
                <a:gd name="connsiteX5" fmla="*/ 3146798 w 6232297"/>
                <a:gd name="connsiteY5" fmla="*/ 283335 h 5578274"/>
                <a:gd name="connsiteX6" fmla="*/ 3190341 w 6232297"/>
                <a:gd name="connsiteY6" fmla="*/ 7564 h 5578274"/>
                <a:gd name="connsiteX7" fmla="*/ 3451597 w 6232297"/>
                <a:gd name="connsiteY7" fmla="*/ 399450 h 5578274"/>
                <a:gd name="connsiteX8" fmla="*/ 3712854 w 6232297"/>
                <a:gd name="connsiteY8" fmla="*/ 747793 h 5578274"/>
                <a:gd name="connsiteX9" fmla="*/ 3901539 w 6232297"/>
                <a:gd name="connsiteY9" fmla="*/ 472022 h 5578274"/>
                <a:gd name="connsiteX10" fmla="*/ 4061195 w 6232297"/>
                <a:gd name="connsiteY10" fmla="*/ 631679 h 5578274"/>
                <a:gd name="connsiteX11" fmla="*/ 4351482 w 6232297"/>
                <a:gd name="connsiteY11" fmla="*/ 921965 h 5578274"/>
                <a:gd name="connsiteX12" fmla="*/ 4496624 w 6232297"/>
                <a:gd name="connsiteY12" fmla="*/ 1429965 h 5578274"/>
                <a:gd name="connsiteX13" fmla="*/ 4583709 w 6232297"/>
                <a:gd name="connsiteY13" fmla="*/ 1850879 h 5578274"/>
                <a:gd name="connsiteX14" fmla="*/ 4801424 w 6232297"/>
                <a:gd name="connsiteY14" fmla="*/ 1996022 h 5578274"/>
                <a:gd name="connsiteX15" fmla="*/ 5323937 w 6232297"/>
                <a:gd name="connsiteY15" fmla="*/ 1647679 h 5578274"/>
                <a:gd name="connsiteX16" fmla="*/ 5352965 w 6232297"/>
                <a:gd name="connsiteY16" fmla="*/ 1836365 h 5578274"/>
                <a:gd name="connsiteX17" fmla="*/ 5643251 w 6232297"/>
                <a:gd name="connsiteY17" fmla="*/ 2068593 h 5578274"/>
                <a:gd name="connsiteX18" fmla="*/ 5802908 w 6232297"/>
                <a:gd name="connsiteY18" fmla="*/ 2562079 h 5578274"/>
                <a:gd name="connsiteX19" fmla="*/ 6049651 w 6232297"/>
                <a:gd name="connsiteY19" fmla="*/ 2997507 h 5578274"/>
                <a:gd name="connsiteX20" fmla="*/ 6209307 w 6232297"/>
                <a:gd name="connsiteY20" fmla="*/ 3432936 h 5578274"/>
                <a:gd name="connsiteX21" fmla="*/ 5991593 w 6232297"/>
                <a:gd name="connsiteY21" fmla="*/ 3897393 h 5578274"/>
                <a:gd name="connsiteX22" fmla="*/ 5962564 w 6232297"/>
                <a:gd name="connsiteY22" fmla="*/ 4144136 h 5578274"/>
                <a:gd name="connsiteX23" fmla="*/ 5701307 w 6232297"/>
                <a:gd name="connsiteY23" fmla="*/ 4637622 h 5578274"/>
                <a:gd name="connsiteX24" fmla="*/ 5411022 w 6232297"/>
                <a:gd name="connsiteY24" fmla="*/ 4942422 h 5578274"/>
                <a:gd name="connsiteX25" fmla="*/ 4620613 w 6232297"/>
                <a:gd name="connsiteY25" fmla="*/ 5506017 h 5578274"/>
                <a:gd name="connsiteX26" fmla="*/ 4046679 w 6232297"/>
                <a:gd name="connsiteY26" fmla="*/ 5421393 h 5578274"/>
                <a:gd name="connsiteX27" fmla="*/ 3219364 w 6232297"/>
                <a:gd name="connsiteY27" fmla="*/ 5406879 h 5578274"/>
                <a:gd name="connsiteX28" fmla="*/ 183394 w 6232297"/>
                <a:gd name="connsiteY28" fmla="*/ 5159489 h 5578274"/>
                <a:gd name="connsiteX29" fmla="*/ 30994 w 6232297"/>
                <a:gd name="connsiteY29" fmla="*/ 4753735 h 5578274"/>
                <a:gd name="connsiteX0" fmla="*/ 30994 w 6232297"/>
                <a:gd name="connsiteY0" fmla="*/ 4753735 h 5578274"/>
                <a:gd name="connsiteX1" fmla="*/ 1279893 w 6232297"/>
                <a:gd name="connsiteY1" fmla="*/ 2213735 h 5578274"/>
                <a:gd name="connsiteX2" fmla="*/ 2405370 w 6232297"/>
                <a:gd name="connsiteY2" fmla="*/ 2121 h 5578274"/>
                <a:gd name="connsiteX3" fmla="*/ 2885542 w 6232297"/>
                <a:gd name="connsiteY3" fmla="*/ 181735 h 5578274"/>
                <a:gd name="connsiteX4" fmla="*/ 3030684 w 6232297"/>
                <a:gd name="connsiteY4" fmla="*/ 80135 h 5578274"/>
                <a:gd name="connsiteX5" fmla="*/ 3146798 w 6232297"/>
                <a:gd name="connsiteY5" fmla="*/ 283335 h 5578274"/>
                <a:gd name="connsiteX6" fmla="*/ 3190341 w 6232297"/>
                <a:gd name="connsiteY6" fmla="*/ 7564 h 5578274"/>
                <a:gd name="connsiteX7" fmla="*/ 3451597 w 6232297"/>
                <a:gd name="connsiteY7" fmla="*/ 399450 h 5578274"/>
                <a:gd name="connsiteX8" fmla="*/ 3712854 w 6232297"/>
                <a:gd name="connsiteY8" fmla="*/ 747793 h 5578274"/>
                <a:gd name="connsiteX9" fmla="*/ 3901539 w 6232297"/>
                <a:gd name="connsiteY9" fmla="*/ 472022 h 5578274"/>
                <a:gd name="connsiteX10" fmla="*/ 4061195 w 6232297"/>
                <a:gd name="connsiteY10" fmla="*/ 631679 h 5578274"/>
                <a:gd name="connsiteX11" fmla="*/ 4351482 w 6232297"/>
                <a:gd name="connsiteY11" fmla="*/ 921965 h 5578274"/>
                <a:gd name="connsiteX12" fmla="*/ 4496624 w 6232297"/>
                <a:gd name="connsiteY12" fmla="*/ 1429965 h 5578274"/>
                <a:gd name="connsiteX13" fmla="*/ 4583709 w 6232297"/>
                <a:gd name="connsiteY13" fmla="*/ 1850879 h 5578274"/>
                <a:gd name="connsiteX14" fmla="*/ 4801424 w 6232297"/>
                <a:gd name="connsiteY14" fmla="*/ 1996022 h 5578274"/>
                <a:gd name="connsiteX15" fmla="*/ 5323937 w 6232297"/>
                <a:gd name="connsiteY15" fmla="*/ 1647679 h 5578274"/>
                <a:gd name="connsiteX16" fmla="*/ 5352965 w 6232297"/>
                <a:gd name="connsiteY16" fmla="*/ 1836365 h 5578274"/>
                <a:gd name="connsiteX17" fmla="*/ 5643251 w 6232297"/>
                <a:gd name="connsiteY17" fmla="*/ 2068593 h 5578274"/>
                <a:gd name="connsiteX18" fmla="*/ 5802908 w 6232297"/>
                <a:gd name="connsiteY18" fmla="*/ 2562079 h 5578274"/>
                <a:gd name="connsiteX19" fmla="*/ 6049651 w 6232297"/>
                <a:gd name="connsiteY19" fmla="*/ 2997507 h 5578274"/>
                <a:gd name="connsiteX20" fmla="*/ 6209307 w 6232297"/>
                <a:gd name="connsiteY20" fmla="*/ 3432936 h 5578274"/>
                <a:gd name="connsiteX21" fmla="*/ 5991593 w 6232297"/>
                <a:gd name="connsiteY21" fmla="*/ 3897393 h 5578274"/>
                <a:gd name="connsiteX22" fmla="*/ 5962564 w 6232297"/>
                <a:gd name="connsiteY22" fmla="*/ 4144136 h 5578274"/>
                <a:gd name="connsiteX23" fmla="*/ 5701307 w 6232297"/>
                <a:gd name="connsiteY23" fmla="*/ 4637622 h 5578274"/>
                <a:gd name="connsiteX24" fmla="*/ 5411022 w 6232297"/>
                <a:gd name="connsiteY24" fmla="*/ 4942422 h 5578274"/>
                <a:gd name="connsiteX25" fmla="*/ 4620613 w 6232297"/>
                <a:gd name="connsiteY25" fmla="*/ 5506017 h 5578274"/>
                <a:gd name="connsiteX26" fmla="*/ 4046679 w 6232297"/>
                <a:gd name="connsiteY26" fmla="*/ 5421393 h 5578274"/>
                <a:gd name="connsiteX27" fmla="*/ 3219364 w 6232297"/>
                <a:gd name="connsiteY27" fmla="*/ 5406879 h 5578274"/>
                <a:gd name="connsiteX28" fmla="*/ 183394 w 6232297"/>
                <a:gd name="connsiteY28" fmla="*/ 5159489 h 5578274"/>
                <a:gd name="connsiteX29" fmla="*/ 30994 w 6232297"/>
                <a:gd name="connsiteY29" fmla="*/ 4753735 h 5578274"/>
                <a:gd name="connsiteX0" fmla="*/ 30994 w 6232297"/>
                <a:gd name="connsiteY0" fmla="*/ 4753735 h 5578274"/>
                <a:gd name="connsiteX1" fmla="*/ 1279893 w 6232297"/>
                <a:gd name="connsiteY1" fmla="*/ 2213735 h 5578274"/>
                <a:gd name="connsiteX2" fmla="*/ 2405370 w 6232297"/>
                <a:gd name="connsiteY2" fmla="*/ 2121 h 5578274"/>
                <a:gd name="connsiteX3" fmla="*/ 2885542 w 6232297"/>
                <a:gd name="connsiteY3" fmla="*/ 181735 h 5578274"/>
                <a:gd name="connsiteX4" fmla="*/ 3030684 w 6232297"/>
                <a:gd name="connsiteY4" fmla="*/ 80135 h 5578274"/>
                <a:gd name="connsiteX5" fmla="*/ 3146798 w 6232297"/>
                <a:gd name="connsiteY5" fmla="*/ 283335 h 5578274"/>
                <a:gd name="connsiteX6" fmla="*/ 3190341 w 6232297"/>
                <a:gd name="connsiteY6" fmla="*/ 7564 h 5578274"/>
                <a:gd name="connsiteX7" fmla="*/ 3451597 w 6232297"/>
                <a:gd name="connsiteY7" fmla="*/ 399450 h 5578274"/>
                <a:gd name="connsiteX8" fmla="*/ 3712854 w 6232297"/>
                <a:gd name="connsiteY8" fmla="*/ 747793 h 5578274"/>
                <a:gd name="connsiteX9" fmla="*/ 3901539 w 6232297"/>
                <a:gd name="connsiteY9" fmla="*/ 472022 h 5578274"/>
                <a:gd name="connsiteX10" fmla="*/ 4061195 w 6232297"/>
                <a:gd name="connsiteY10" fmla="*/ 631679 h 5578274"/>
                <a:gd name="connsiteX11" fmla="*/ 4351482 w 6232297"/>
                <a:gd name="connsiteY11" fmla="*/ 921965 h 5578274"/>
                <a:gd name="connsiteX12" fmla="*/ 4496624 w 6232297"/>
                <a:gd name="connsiteY12" fmla="*/ 1429965 h 5578274"/>
                <a:gd name="connsiteX13" fmla="*/ 4583709 w 6232297"/>
                <a:gd name="connsiteY13" fmla="*/ 1850879 h 5578274"/>
                <a:gd name="connsiteX14" fmla="*/ 4801424 w 6232297"/>
                <a:gd name="connsiteY14" fmla="*/ 1996022 h 5578274"/>
                <a:gd name="connsiteX15" fmla="*/ 5323937 w 6232297"/>
                <a:gd name="connsiteY15" fmla="*/ 1647679 h 5578274"/>
                <a:gd name="connsiteX16" fmla="*/ 5352965 w 6232297"/>
                <a:gd name="connsiteY16" fmla="*/ 1836365 h 5578274"/>
                <a:gd name="connsiteX17" fmla="*/ 5643251 w 6232297"/>
                <a:gd name="connsiteY17" fmla="*/ 2068593 h 5578274"/>
                <a:gd name="connsiteX18" fmla="*/ 5802908 w 6232297"/>
                <a:gd name="connsiteY18" fmla="*/ 2562079 h 5578274"/>
                <a:gd name="connsiteX19" fmla="*/ 6049651 w 6232297"/>
                <a:gd name="connsiteY19" fmla="*/ 2997507 h 5578274"/>
                <a:gd name="connsiteX20" fmla="*/ 6209307 w 6232297"/>
                <a:gd name="connsiteY20" fmla="*/ 3432936 h 5578274"/>
                <a:gd name="connsiteX21" fmla="*/ 5991593 w 6232297"/>
                <a:gd name="connsiteY21" fmla="*/ 3897393 h 5578274"/>
                <a:gd name="connsiteX22" fmla="*/ 5962564 w 6232297"/>
                <a:gd name="connsiteY22" fmla="*/ 4144136 h 5578274"/>
                <a:gd name="connsiteX23" fmla="*/ 5701307 w 6232297"/>
                <a:gd name="connsiteY23" fmla="*/ 4637622 h 5578274"/>
                <a:gd name="connsiteX24" fmla="*/ 5411022 w 6232297"/>
                <a:gd name="connsiteY24" fmla="*/ 4942422 h 5578274"/>
                <a:gd name="connsiteX25" fmla="*/ 4620613 w 6232297"/>
                <a:gd name="connsiteY25" fmla="*/ 5506017 h 5578274"/>
                <a:gd name="connsiteX26" fmla="*/ 4046679 w 6232297"/>
                <a:gd name="connsiteY26" fmla="*/ 5421393 h 5578274"/>
                <a:gd name="connsiteX27" fmla="*/ 3219364 w 6232297"/>
                <a:gd name="connsiteY27" fmla="*/ 5406879 h 5578274"/>
                <a:gd name="connsiteX28" fmla="*/ 183394 w 6232297"/>
                <a:gd name="connsiteY28" fmla="*/ 5159489 h 5578274"/>
                <a:gd name="connsiteX29" fmla="*/ 30994 w 6232297"/>
                <a:gd name="connsiteY29" fmla="*/ 4753735 h 5578274"/>
                <a:gd name="connsiteX0" fmla="*/ 30994 w 6232297"/>
                <a:gd name="connsiteY0" fmla="*/ 4753968 h 5578507"/>
                <a:gd name="connsiteX1" fmla="*/ 1279893 w 6232297"/>
                <a:gd name="connsiteY1" fmla="*/ 2213968 h 5578507"/>
                <a:gd name="connsiteX2" fmla="*/ 2405370 w 6232297"/>
                <a:gd name="connsiteY2" fmla="*/ 2354 h 5578507"/>
                <a:gd name="connsiteX3" fmla="*/ 2885542 w 6232297"/>
                <a:gd name="connsiteY3" fmla="*/ 181968 h 5578507"/>
                <a:gd name="connsiteX4" fmla="*/ 3030684 w 6232297"/>
                <a:gd name="connsiteY4" fmla="*/ 80368 h 5578507"/>
                <a:gd name="connsiteX5" fmla="*/ 3146798 w 6232297"/>
                <a:gd name="connsiteY5" fmla="*/ 283568 h 5578507"/>
                <a:gd name="connsiteX6" fmla="*/ 3190341 w 6232297"/>
                <a:gd name="connsiteY6" fmla="*/ 7797 h 5578507"/>
                <a:gd name="connsiteX7" fmla="*/ 3451597 w 6232297"/>
                <a:gd name="connsiteY7" fmla="*/ 399683 h 5578507"/>
                <a:gd name="connsiteX8" fmla="*/ 3712854 w 6232297"/>
                <a:gd name="connsiteY8" fmla="*/ 748026 h 5578507"/>
                <a:gd name="connsiteX9" fmla="*/ 3901539 w 6232297"/>
                <a:gd name="connsiteY9" fmla="*/ 472255 h 5578507"/>
                <a:gd name="connsiteX10" fmla="*/ 4061195 w 6232297"/>
                <a:gd name="connsiteY10" fmla="*/ 631912 h 5578507"/>
                <a:gd name="connsiteX11" fmla="*/ 4351482 w 6232297"/>
                <a:gd name="connsiteY11" fmla="*/ 922198 h 5578507"/>
                <a:gd name="connsiteX12" fmla="*/ 4496624 w 6232297"/>
                <a:gd name="connsiteY12" fmla="*/ 1430198 h 5578507"/>
                <a:gd name="connsiteX13" fmla="*/ 4583709 w 6232297"/>
                <a:gd name="connsiteY13" fmla="*/ 1851112 h 5578507"/>
                <a:gd name="connsiteX14" fmla="*/ 4801424 w 6232297"/>
                <a:gd name="connsiteY14" fmla="*/ 1996255 h 5578507"/>
                <a:gd name="connsiteX15" fmla="*/ 5323937 w 6232297"/>
                <a:gd name="connsiteY15" fmla="*/ 1647912 h 5578507"/>
                <a:gd name="connsiteX16" fmla="*/ 5352965 w 6232297"/>
                <a:gd name="connsiteY16" fmla="*/ 1836598 h 5578507"/>
                <a:gd name="connsiteX17" fmla="*/ 5643251 w 6232297"/>
                <a:gd name="connsiteY17" fmla="*/ 2068826 h 5578507"/>
                <a:gd name="connsiteX18" fmla="*/ 5802908 w 6232297"/>
                <a:gd name="connsiteY18" fmla="*/ 2562312 h 5578507"/>
                <a:gd name="connsiteX19" fmla="*/ 6049651 w 6232297"/>
                <a:gd name="connsiteY19" fmla="*/ 2997740 h 5578507"/>
                <a:gd name="connsiteX20" fmla="*/ 6209307 w 6232297"/>
                <a:gd name="connsiteY20" fmla="*/ 3433169 h 5578507"/>
                <a:gd name="connsiteX21" fmla="*/ 5991593 w 6232297"/>
                <a:gd name="connsiteY21" fmla="*/ 3897626 h 5578507"/>
                <a:gd name="connsiteX22" fmla="*/ 5962564 w 6232297"/>
                <a:gd name="connsiteY22" fmla="*/ 4144369 h 5578507"/>
                <a:gd name="connsiteX23" fmla="*/ 5701307 w 6232297"/>
                <a:gd name="connsiteY23" fmla="*/ 4637855 h 5578507"/>
                <a:gd name="connsiteX24" fmla="*/ 5411022 w 6232297"/>
                <a:gd name="connsiteY24" fmla="*/ 4942655 h 5578507"/>
                <a:gd name="connsiteX25" fmla="*/ 4620613 w 6232297"/>
                <a:gd name="connsiteY25" fmla="*/ 5506250 h 5578507"/>
                <a:gd name="connsiteX26" fmla="*/ 4046679 w 6232297"/>
                <a:gd name="connsiteY26" fmla="*/ 5421626 h 5578507"/>
                <a:gd name="connsiteX27" fmla="*/ 3219364 w 6232297"/>
                <a:gd name="connsiteY27" fmla="*/ 5407112 h 5578507"/>
                <a:gd name="connsiteX28" fmla="*/ 183394 w 6232297"/>
                <a:gd name="connsiteY28" fmla="*/ 5159722 h 5578507"/>
                <a:gd name="connsiteX29" fmla="*/ 30994 w 6232297"/>
                <a:gd name="connsiteY29" fmla="*/ 4753968 h 5578507"/>
                <a:gd name="connsiteX0" fmla="*/ 30994 w 6232297"/>
                <a:gd name="connsiteY0" fmla="*/ 4753968 h 5578507"/>
                <a:gd name="connsiteX1" fmla="*/ 1279893 w 6232297"/>
                <a:gd name="connsiteY1" fmla="*/ 2213968 h 5578507"/>
                <a:gd name="connsiteX2" fmla="*/ 2405370 w 6232297"/>
                <a:gd name="connsiteY2" fmla="*/ 2354 h 5578507"/>
                <a:gd name="connsiteX3" fmla="*/ 2885542 w 6232297"/>
                <a:gd name="connsiteY3" fmla="*/ 181968 h 5578507"/>
                <a:gd name="connsiteX4" fmla="*/ 3030684 w 6232297"/>
                <a:gd name="connsiteY4" fmla="*/ 80368 h 5578507"/>
                <a:gd name="connsiteX5" fmla="*/ 3146798 w 6232297"/>
                <a:gd name="connsiteY5" fmla="*/ 283568 h 5578507"/>
                <a:gd name="connsiteX6" fmla="*/ 3190341 w 6232297"/>
                <a:gd name="connsiteY6" fmla="*/ 7797 h 5578507"/>
                <a:gd name="connsiteX7" fmla="*/ 3451597 w 6232297"/>
                <a:gd name="connsiteY7" fmla="*/ 399683 h 5578507"/>
                <a:gd name="connsiteX8" fmla="*/ 3712854 w 6232297"/>
                <a:gd name="connsiteY8" fmla="*/ 748026 h 5578507"/>
                <a:gd name="connsiteX9" fmla="*/ 3901539 w 6232297"/>
                <a:gd name="connsiteY9" fmla="*/ 472255 h 5578507"/>
                <a:gd name="connsiteX10" fmla="*/ 4061195 w 6232297"/>
                <a:gd name="connsiteY10" fmla="*/ 631912 h 5578507"/>
                <a:gd name="connsiteX11" fmla="*/ 4351482 w 6232297"/>
                <a:gd name="connsiteY11" fmla="*/ 922198 h 5578507"/>
                <a:gd name="connsiteX12" fmla="*/ 4496624 w 6232297"/>
                <a:gd name="connsiteY12" fmla="*/ 1430198 h 5578507"/>
                <a:gd name="connsiteX13" fmla="*/ 4583709 w 6232297"/>
                <a:gd name="connsiteY13" fmla="*/ 1851112 h 5578507"/>
                <a:gd name="connsiteX14" fmla="*/ 4801424 w 6232297"/>
                <a:gd name="connsiteY14" fmla="*/ 1996255 h 5578507"/>
                <a:gd name="connsiteX15" fmla="*/ 5323937 w 6232297"/>
                <a:gd name="connsiteY15" fmla="*/ 1647912 h 5578507"/>
                <a:gd name="connsiteX16" fmla="*/ 5352965 w 6232297"/>
                <a:gd name="connsiteY16" fmla="*/ 1836598 h 5578507"/>
                <a:gd name="connsiteX17" fmla="*/ 5643251 w 6232297"/>
                <a:gd name="connsiteY17" fmla="*/ 2068826 h 5578507"/>
                <a:gd name="connsiteX18" fmla="*/ 5802908 w 6232297"/>
                <a:gd name="connsiteY18" fmla="*/ 2562312 h 5578507"/>
                <a:gd name="connsiteX19" fmla="*/ 6049651 w 6232297"/>
                <a:gd name="connsiteY19" fmla="*/ 2997740 h 5578507"/>
                <a:gd name="connsiteX20" fmla="*/ 6209307 w 6232297"/>
                <a:gd name="connsiteY20" fmla="*/ 3433169 h 5578507"/>
                <a:gd name="connsiteX21" fmla="*/ 5991593 w 6232297"/>
                <a:gd name="connsiteY21" fmla="*/ 3897626 h 5578507"/>
                <a:gd name="connsiteX22" fmla="*/ 5962564 w 6232297"/>
                <a:gd name="connsiteY22" fmla="*/ 4144369 h 5578507"/>
                <a:gd name="connsiteX23" fmla="*/ 5701307 w 6232297"/>
                <a:gd name="connsiteY23" fmla="*/ 4637855 h 5578507"/>
                <a:gd name="connsiteX24" fmla="*/ 5411022 w 6232297"/>
                <a:gd name="connsiteY24" fmla="*/ 4942655 h 5578507"/>
                <a:gd name="connsiteX25" fmla="*/ 4620613 w 6232297"/>
                <a:gd name="connsiteY25" fmla="*/ 5506250 h 5578507"/>
                <a:gd name="connsiteX26" fmla="*/ 4046679 w 6232297"/>
                <a:gd name="connsiteY26" fmla="*/ 5421626 h 5578507"/>
                <a:gd name="connsiteX27" fmla="*/ 3219364 w 6232297"/>
                <a:gd name="connsiteY27" fmla="*/ 5407112 h 5578507"/>
                <a:gd name="connsiteX28" fmla="*/ 183394 w 6232297"/>
                <a:gd name="connsiteY28" fmla="*/ 5159722 h 5578507"/>
                <a:gd name="connsiteX29" fmla="*/ 30994 w 6232297"/>
                <a:gd name="connsiteY29" fmla="*/ 4753968 h 5578507"/>
                <a:gd name="connsiteX0" fmla="*/ 30994 w 6232297"/>
                <a:gd name="connsiteY0" fmla="*/ 4753968 h 5578507"/>
                <a:gd name="connsiteX1" fmla="*/ 1279893 w 6232297"/>
                <a:gd name="connsiteY1" fmla="*/ 2213968 h 5578507"/>
                <a:gd name="connsiteX2" fmla="*/ 2405370 w 6232297"/>
                <a:gd name="connsiteY2" fmla="*/ 2354 h 5578507"/>
                <a:gd name="connsiteX3" fmla="*/ 2885542 w 6232297"/>
                <a:gd name="connsiteY3" fmla="*/ 181968 h 5578507"/>
                <a:gd name="connsiteX4" fmla="*/ 3030684 w 6232297"/>
                <a:gd name="connsiteY4" fmla="*/ 80368 h 5578507"/>
                <a:gd name="connsiteX5" fmla="*/ 3146798 w 6232297"/>
                <a:gd name="connsiteY5" fmla="*/ 283568 h 5578507"/>
                <a:gd name="connsiteX6" fmla="*/ 3190341 w 6232297"/>
                <a:gd name="connsiteY6" fmla="*/ 7797 h 5578507"/>
                <a:gd name="connsiteX7" fmla="*/ 3451597 w 6232297"/>
                <a:gd name="connsiteY7" fmla="*/ 399683 h 5578507"/>
                <a:gd name="connsiteX8" fmla="*/ 3712854 w 6232297"/>
                <a:gd name="connsiteY8" fmla="*/ 748026 h 5578507"/>
                <a:gd name="connsiteX9" fmla="*/ 3901539 w 6232297"/>
                <a:gd name="connsiteY9" fmla="*/ 472255 h 5578507"/>
                <a:gd name="connsiteX10" fmla="*/ 4061195 w 6232297"/>
                <a:gd name="connsiteY10" fmla="*/ 631912 h 5578507"/>
                <a:gd name="connsiteX11" fmla="*/ 4351482 w 6232297"/>
                <a:gd name="connsiteY11" fmla="*/ 922198 h 5578507"/>
                <a:gd name="connsiteX12" fmla="*/ 4496624 w 6232297"/>
                <a:gd name="connsiteY12" fmla="*/ 1430198 h 5578507"/>
                <a:gd name="connsiteX13" fmla="*/ 4583709 w 6232297"/>
                <a:gd name="connsiteY13" fmla="*/ 1851112 h 5578507"/>
                <a:gd name="connsiteX14" fmla="*/ 4801424 w 6232297"/>
                <a:gd name="connsiteY14" fmla="*/ 1996255 h 5578507"/>
                <a:gd name="connsiteX15" fmla="*/ 5323937 w 6232297"/>
                <a:gd name="connsiteY15" fmla="*/ 1647912 h 5578507"/>
                <a:gd name="connsiteX16" fmla="*/ 5352965 w 6232297"/>
                <a:gd name="connsiteY16" fmla="*/ 1836598 h 5578507"/>
                <a:gd name="connsiteX17" fmla="*/ 5643251 w 6232297"/>
                <a:gd name="connsiteY17" fmla="*/ 2068826 h 5578507"/>
                <a:gd name="connsiteX18" fmla="*/ 5802908 w 6232297"/>
                <a:gd name="connsiteY18" fmla="*/ 2562312 h 5578507"/>
                <a:gd name="connsiteX19" fmla="*/ 6049651 w 6232297"/>
                <a:gd name="connsiteY19" fmla="*/ 2997740 h 5578507"/>
                <a:gd name="connsiteX20" fmla="*/ 6209307 w 6232297"/>
                <a:gd name="connsiteY20" fmla="*/ 3433169 h 5578507"/>
                <a:gd name="connsiteX21" fmla="*/ 5991593 w 6232297"/>
                <a:gd name="connsiteY21" fmla="*/ 3897626 h 5578507"/>
                <a:gd name="connsiteX22" fmla="*/ 5962564 w 6232297"/>
                <a:gd name="connsiteY22" fmla="*/ 4144369 h 5578507"/>
                <a:gd name="connsiteX23" fmla="*/ 5701307 w 6232297"/>
                <a:gd name="connsiteY23" fmla="*/ 4637855 h 5578507"/>
                <a:gd name="connsiteX24" fmla="*/ 5411022 w 6232297"/>
                <a:gd name="connsiteY24" fmla="*/ 4942655 h 5578507"/>
                <a:gd name="connsiteX25" fmla="*/ 4620613 w 6232297"/>
                <a:gd name="connsiteY25" fmla="*/ 5506250 h 5578507"/>
                <a:gd name="connsiteX26" fmla="*/ 4046679 w 6232297"/>
                <a:gd name="connsiteY26" fmla="*/ 5421626 h 5578507"/>
                <a:gd name="connsiteX27" fmla="*/ 3219364 w 6232297"/>
                <a:gd name="connsiteY27" fmla="*/ 5407112 h 5578507"/>
                <a:gd name="connsiteX28" fmla="*/ 183394 w 6232297"/>
                <a:gd name="connsiteY28" fmla="*/ 5159722 h 5578507"/>
                <a:gd name="connsiteX29" fmla="*/ 30994 w 6232297"/>
                <a:gd name="connsiteY29" fmla="*/ 4753968 h 5578507"/>
                <a:gd name="connsiteX0" fmla="*/ 30994 w 6232297"/>
                <a:gd name="connsiteY0" fmla="*/ 4753968 h 5578507"/>
                <a:gd name="connsiteX1" fmla="*/ 1279893 w 6232297"/>
                <a:gd name="connsiteY1" fmla="*/ 2213968 h 5578507"/>
                <a:gd name="connsiteX2" fmla="*/ 2405370 w 6232297"/>
                <a:gd name="connsiteY2" fmla="*/ 2354 h 5578507"/>
                <a:gd name="connsiteX3" fmla="*/ 2885542 w 6232297"/>
                <a:gd name="connsiteY3" fmla="*/ 181968 h 5578507"/>
                <a:gd name="connsiteX4" fmla="*/ 3030684 w 6232297"/>
                <a:gd name="connsiteY4" fmla="*/ 80368 h 5578507"/>
                <a:gd name="connsiteX5" fmla="*/ 3146798 w 6232297"/>
                <a:gd name="connsiteY5" fmla="*/ 283568 h 5578507"/>
                <a:gd name="connsiteX6" fmla="*/ 3190341 w 6232297"/>
                <a:gd name="connsiteY6" fmla="*/ 7797 h 5578507"/>
                <a:gd name="connsiteX7" fmla="*/ 3451597 w 6232297"/>
                <a:gd name="connsiteY7" fmla="*/ 399683 h 5578507"/>
                <a:gd name="connsiteX8" fmla="*/ 3712854 w 6232297"/>
                <a:gd name="connsiteY8" fmla="*/ 748026 h 5578507"/>
                <a:gd name="connsiteX9" fmla="*/ 3901539 w 6232297"/>
                <a:gd name="connsiteY9" fmla="*/ 472255 h 5578507"/>
                <a:gd name="connsiteX10" fmla="*/ 4061195 w 6232297"/>
                <a:gd name="connsiteY10" fmla="*/ 631912 h 5578507"/>
                <a:gd name="connsiteX11" fmla="*/ 4351482 w 6232297"/>
                <a:gd name="connsiteY11" fmla="*/ 922198 h 5578507"/>
                <a:gd name="connsiteX12" fmla="*/ 4496624 w 6232297"/>
                <a:gd name="connsiteY12" fmla="*/ 1430198 h 5578507"/>
                <a:gd name="connsiteX13" fmla="*/ 4583709 w 6232297"/>
                <a:gd name="connsiteY13" fmla="*/ 1851112 h 5578507"/>
                <a:gd name="connsiteX14" fmla="*/ 4801424 w 6232297"/>
                <a:gd name="connsiteY14" fmla="*/ 1996255 h 5578507"/>
                <a:gd name="connsiteX15" fmla="*/ 5323937 w 6232297"/>
                <a:gd name="connsiteY15" fmla="*/ 1647912 h 5578507"/>
                <a:gd name="connsiteX16" fmla="*/ 5352965 w 6232297"/>
                <a:gd name="connsiteY16" fmla="*/ 1836598 h 5578507"/>
                <a:gd name="connsiteX17" fmla="*/ 5643251 w 6232297"/>
                <a:gd name="connsiteY17" fmla="*/ 2068826 h 5578507"/>
                <a:gd name="connsiteX18" fmla="*/ 5802908 w 6232297"/>
                <a:gd name="connsiteY18" fmla="*/ 2562312 h 5578507"/>
                <a:gd name="connsiteX19" fmla="*/ 6049651 w 6232297"/>
                <a:gd name="connsiteY19" fmla="*/ 2997740 h 5578507"/>
                <a:gd name="connsiteX20" fmla="*/ 6209307 w 6232297"/>
                <a:gd name="connsiteY20" fmla="*/ 3433169 h 5578507"/>
                <a:gd name="connsiteX21" fmla="*/ 5991593 w 6232297"/>
                <a:gd name="connsiteY21" fmla="*/ 3897626 h 5578507"/>
                <a:gd name="connsiteX22" fmla="*/ 5962564 w 6232297"/>
                <a:gd name="connsiteY22" fmla="*/ 4144369 h 5578507"/>
                <a:gd name="connsiteX23" fmla="*/ 5701307 w 6232297"/>
                <a:gd name="connsiteY23" fmla="*/ 4637855 h 5578507"/>
                <a:gd name="connsiteX24" fmla="*/ 5411022 w 6232297"/>
                <a:gd name="connsiteY24" fmla="*/ 4942655 h 5578507"/>
                <a:gd name="connsiteX25" fmla="*/ 4985753 w 6232297"/>
                <a:gd name="connsiteY25" fmla="*/ 5391509 h 5578507"/>
                <a:gd name="connsiteX26" fmla="*/ 4620613 w 6232297"/>
                <a:gd name="connsiteY26" fmla="*/ 5506250 h 5578507"/>
                <a:gd name="connsiteX27" fmla="*/ 4046679 w 6232297"/>
                <a:gd name="connsiteY27" fmla="*/ 5421626 h 5578507"/>
                <a:gd name="connsiteX28" fmla="*/ 3219364 w 6232297"/>
                <a:gd name="connsiteY28" fmla="*/ 5407112 h 5578507"/>
                <a:gd name="connsiteX29" fmla="*/ 183394 w 6232297"/>
                <a:gd name="connsiteY29" fmla="*/ 5159722 h 5578507"/>
                <a:gd name="connsiteX30" fmla="*/ 30994 w 6232297"/>
                <a:gd name="connsiteY30" fmla="*/ 4753968 h 5578507"/>
                <a:gd name="connsiteX0" fmla="*/ 30994 w 6232297"/>
                <a:gd name="connsiteY0" fmla="*/ 4753968 h 5578507"/>
                <a:gd name="connsiteX1" fmla="*/ 1279893 w 6232297"/>
                <a:gd name="connsiteY1" fmla="*/ 2213968 h 5578507"/>
                <a:gd name="connsiteX2" fmla="*/ 2405370 w 6232297"/>
                <a:gd name="connsiteY2" fmla="*/ 2354 h 5578507"/>
                <a:gd name="connsiteX3" fmla="*/ 2885542 w 6232297"/>
                <a:gd name="connsiteY3" fmla="*/ 181968 h 5578507"/>
                <a:gd name="connsiteX4" fmla="*/ 3030684 w 6232297"/>
                <a:gd name="connsiteY4" fmla="*/ 80368 h 5578507"/>
                <a:gd name="connsiteX5" fmla="*/ 3146798 w 6232297"/>
                <a:gd name="connsiteY5" fmla="*/ 283568 h 5578507"/>
                <a:gd name="connsiteX6" fmla="*/ 3190341 w 6232297"/>
                <a:gd name="connsiteY6" fmla="*/ 7797 h 5578507"/>
                <a:gd name="connsiteX7" fmla="*/ 3451597 w 6232297"/>
                <a:gd name="connsiteY7" fmla="*/ 399683 h 5578507"/>
                <a:gd name="connsiteX8" fmla="*/ 3712854 w 6232297"/>
                <a:gd name="connsiteY8" fmla="*/ 748026 h 5578507"/>
                <a:gd name="connsiteX9" fmla="*/ 3901539 w 6232297"/>
                <a:gd name="connsiteY9" fmla="*/ 472255 h 5578507"/>
                <a:gd name="connsiteX10" fmla="*/ 4061195 w 6232297"/>
                <a:gd name="connsiteY10" fmla="*/ 631912 h 5578507"/>
                <a:gd name="connsiteX11" fmla="*/ 4351482 w 6232297"/>
                <a:gd name="connsiteY11" fmla="*/ 922198 h 5578507"/>
                <a:gd name="connsiteX12" fmla="*/ 4496624 w 6232297"/>
                <a:gd name="connsiteY12" fmla="*/ 1430198 h 5578507"/>
                <a:gd name="connsiteX13" fmla="*/ 4583709 w 6232297"/>
                <a:gd name="connsiteY13" fmla="*/ 1851112 h 5578507"/>
                <a:gd name="connsiteX14" fmla="*/ 4801424 w 6232297"/>
                <a:gd name="connsiteY14" fmla="*/ 1996255 h 5578507"/>
                <a:gd name="connsiteX15" fmla="*/ 5323937 w 6232297"/>
                <a:gd name="connsiteY15" fmla="*/ 1647912 h 5578507"/>
                <a:gd name="connsiteX16" fmla="*/ 5352965 w 6232297"/>
                <a:gd name="connsiteY16" fmla="*/ 1836598 h 5578507"/>
                <a:gd name="connsiteX17" fmla="*/ 5643251 w 6232297"/>
                <a:gd name="connsiteY17" fmla="*/ 2068826 h 5578507"/>
                <a:gd name="connsiteX18" fmla="*/ 5802908 w 6232297"/>
                <a:gd name="connsiteY18" fmla="*/ 2562312 h 5578507"/>
                <a:gd name="connsiteX19" fmla="*/ 6049651 w 6232297"/>
                <a:gd name="connsiteY19" fmla="*/ 2997740 h 5578507"/>
                <a:gd name="connsiteX20" fmla="*/ 6209307 w 6232297"/>
                <a:gd name="connsiteY20" fmla="*/ 3433169 h 5578507"/>
                <a:gd name="connsiteX21" fmla="*/ 5991593 w 6232297"/>
                <a:gd name="connsiteY21" fmla="*/ 3897626 h 5578507"/>
                <a:gd name="connsiteX22" fmla="*/ 5962564 w 6232297"/>
                <a:gd name="connsiteY22" fmla="*/ 4144369 h 5578507"/>
                <a:gd name="connsiteX23" fmla="*/ 5701307 w 6232297"/>
                <a:gd name="connsiteY23" fmla="*/ 4637855 h 5578507"/>
                <a:gd name="connsiteX24" fmla="*/ 5411022 w 6232297"/>
                <a:gd name="connsiteY24" fmla="*/ 4942655 h 5578507"/>
                <a:gd name="connsiteX25" fmla="*/ 4985753 w 6232297"/>
                <a:gd name="connsiteY25" fmla="*/ 5391509 h 5578507"/>
                <a:gd name="connsiteX26" fmla="*/ 4620613 w 6232297"/>
                <a:gd name="connsiteY26" fmla="*/ 5506250 h 5578507"/>
                <a:gd name="connsiteX27" fmla="*/ 4046679 w 6232297"/>
                <a:gd name="connsiteY27" fmla="*/ 5421626 h 5578507"/>
                <a:gd name="connsiteX28" fmla="*/ 3219364 w 6232297"/>
                <a:gd name="connsiteY28" fmla="*/ 5407112 h 5578507"/>
                <a:gd name="connsiteX29" fmla="*/ 183394 w 6232297"/>
                <a:gd name="connsiteY29" fmla="*/ 5159722 h 5578507"/>
                <a:gd name="connsiteX30" fmla="*/ 30994 w 6232297"/>
                <a:gd name="connsiteY30" fmla="*/ 4753968 h 5578507"/>
                <a:gd name="connsiteX0" fmla="*/ 30994 w 6232297"/>
                <a:gd name="connsiteY0" fmla="*/ 4753968 h 5578507"/>
                <a:gd name="connsiteX1" fmla="*/ 1279893 w 6232297"/>
                <a:gd name="connsiteY1" fmla="*/ 2213968 h 5578507"/>
                <a:gd name="connsiteX2" fmla="*/ 2405370 w 6232297"/>
                <a:gd name="connsiteY2" fmla="*/ 2354 h 5578507"/>
                <a:gd name="connsiteX3" fmla="*/ 2885542 w 6232297"/>
                <a:gd name="connsiteY3" fmla="*/ 181968 h 5578507"/>
                <a:gd name="connsiteX4" fmla="*/ 3030684 w 6232297"/>
                <a:gd name="connsiteY4" fmla="*/ 80368 h 5578507"/>
                <a:gd name="connsiteX5" fmla="*/ 3146798 w 6232297"/>
                <a:gd name="connsiteY5" fmla="*/ 283568 h 5578507"/>
                <a:gd name="connsiteX6" fmla="*/ 3190341 w 6232297"/>
                <a:gd name="connsiteY6" fmla="*/ 7797 h 5578507"/>
                <a:gd name="connsiteX7" fmla="*/ 3451597 w 6232297"/>
                <a:gd name="connsiteY7" fmla="*/ 399683 h 5578507"/>
                <a:gd name="connsiteX8" fmla="*/ 3712854 w 6232297"/>
                <a:gd name="connsiteY8" fmla="*/ 748026 h 5578507"/>
                <a:gd name="connsiteX9" fmla="*/ 3901539 w 6232297"/>
                <a:gd name="connsiteY9" fmla="*/ 472255 h 5578507"/>
                <a:gd name="connsiteX10" fmla="*/ 4061195 w 6232297"/>
                <a:gd name="connsiteY10" fmla="*/ 631912 h 5578507"/>
                <a:gd name="connsiteX11" fmla="*/ 4351482 w 6232297"/>
                <a:gd name="connsiteY11" fmla="*/ 922198 h 5578507"/>
                <a:gd name="connsiteX12" fmla="*/ 4496624 w 6232297"/>
                <a:gd name="connsiteY12" fmla="*/ 1430198 h 5578507"/>
                <a:gd name="connsiteX13" fmla="*/ 4583709 w 6232297"/>
                <a:gd name="connsiteY13" fmla="*/ 1851112 h 5578507"/>
                <a:gd name="connsiteX14" fmla="*/ 4801424 w 6232297"/>
                <a:gd name="connsiteY14" fmla="*/ 1996255 h 5578507"/>
                <a:gd name="connsiteX15" fmla="*/ 5323937 w 6232297"/>
                <a:gd name="connsiteY15" fmla="*/ 1647912 h 5578507"/>
                <a:gd name="connsiteX16" fmla="*/ 5352965 w 6232297"/>
                <a:gd name="connsiteY16" fmla="*/ 1836598 h 5578507"/>
                <a:gd name="connsiteX17" fmla="*/ 5643251 w 6232297"/>
                <a:gd name="connsiteY17" fmla="*/ 2068826 h 5578507"/>
                <a:gd name="connsiteX18" fmla="*/ 5802908 w 6232297"/>
                <a:gd name="connsiteY18" fmla="*/ 2562312 h 5578507"/>
                <a:gd name="connsiteX19" fmla="*/ 6049651 w 6232297"/>
                <a:gd name="connsiteY19" fmla="*/ 2997740 h 5578507"/>
                <a:gd name="connsiteX20" fmla="*/ 6209307 w 6232297"/>
                <a:gd name="connsiteY20" fmla="*/ 3433169 h 5578507"/>
                <a:gd name="connsiteX21" fmla="*/ 5991593 w 6232297"/>
                <a:gd name="connsiteY21" fmla="*/ 3897626 h 5578507"/>
                <a:gd name="connsiteX22" fmla="*/ 5962564 w 6232297"/>
                <a:gd name="connsiteY22" fmla="*/ 4144369 h 5578507"/>
                <a:gd name="connsiteX23" fmla="*/ 5701307 w 6232297"/>
                <a:gd name="connsiteY23" fmla="*/ 4637855 h 5578507"/>
                <a:gd name="connsiteX24" fmla="*/ 5411022 w 6232297"/>
                <a:gd name="connsiteY24" fmla="*/ 4942655 h 5578507"/>
                <a:gd name="connsiteX25" fmla="*/ 4985753 w 6232297"/>
                <a:gd name="connsiteY25" fmla="*/ 5391509 h 5578507"/>
                <a:gd name="connsiteX26" fmla="*/ 4620613 w 6232297"/>
                <a:gd name="connsiteY26" fmla="*/ 5506250 h 5578507"/>
                <a:gd name="connsiteX27" fmla="*/ 4046679 w 6232297"/>
                <a:gd name="connsiteY27" fmla="*/ 5421626 h 5578507"/>
                <a:gd name="connsiteX28" fmla="*/ 3219364 w 6232297"/>
                <a:gd name="connsiteY28" fmla="*/ 5407112 h 5578507"/>
                <a:gd name="connsiteX29" fmla="*/ 183394 w 6232297"/>
                <a:gd name="connsiteY29" fmla="*/ 5159722 h 5578507"/>
                <a:gd name="connsiteX30" fmla="*/ 30994 w 6232297"/>
                <a:gd name="connsiteY30" fmla="*/ 4753968 h 5578507"/>
                <a:gd name="connsiteX0" fmla="*/ 30994 w 6232297"/>
                <a:gd name="connsiteY0" fmla="*/ 4753968 h 5578507"/>
                <a:gd name="connsiteX1" fmla="*/ 1279893 w 6232297"/>
                <a:gd name="connsiteY1" fmla="*/ 2213968 h 5578507"/>
                <a:gd name="connsiteX2" fmla="*/ 2405370 w 6232297"/>
                <a:gd name="connsiteY2" fmla="*/ 2354 h 5578507"/>
                <a:gd name="connsiteX3" fmla="*/ 2885542 w 6232297"/>
                <a:gd name="connsiteY3" fmla="*/ 181968 h 5578507"/>
                <a:gd name="connsiteX4" fmla="*/ 3030684 w 6232297"/>
                <a:gd name="connsiteY4" fmla="*/ 80368 h 5578507"/>
                <a:gd name="connsiteX5" fmla="*/ 3146798 w 6232297"/>
                <a:gd name="connsiteY5" fmla="*/ 283568 h 5578507"/>
                <a:gd name="connsiteX6" fmla="*/ 3190341 w 6232297"/>
                <a:gd name="connsiteY6" fmla="*/ 7797 h 5578507"/>
                <a:gd name="connsiteX7" fmla="*/ 3451597 w 6232297"/>
                <a:gd name="connsiteY7" fmla="*/ 399683 h 5578507"/>
                <a:gd name="connsiteX8" fmla="*/ 3712854 w 6232297"/>
                <a:gd name="connsiteY8" fmla="*/ 748026 h 5578507"/>
                <a:gd name="connsiteX9" fmla="*/ 3901539 w 6232297"/>
                <a:gd name="connsiteY9" fmla="*/ 472255 h 5578507"/>
                <a:gd name="connsiteX10" fmla="*/ 4061195 w 6232297"/>
                <a:gd name="connsiteY10" fmla="*/ 631912 h 5578507"/>
                <a:gd name="connsiteX11" fmla="*/ 4351482 w 6232297"/>
                <a:gd name="connsiteY11" fmla="*/ 922198 h 5578507"/>
                <a:gd name="connsiteX12" fmla="*/ 4496624 w 6232297"/>
                <a:gd name="connsiteY12" fmla="*/ 1430198 h 5578507"/>
                <a:gd name="connsiteX13" fmla="*/ 4583709 w 6232297"/>
                <a:gd name="connsiteY13" fmla="*/ 1851112 h 5578507"/>
                <a:gd name="connsiteX14" fmla="*/ 4801424 w 6232297"/>
                <a:gd name="connsiteY14" fmla="*/ 1996255 h 5578507"/>
                <a:gd name="connsiteX15" fmla="*/ 5323937 w 6232297"/>
                <a:gd name="connsiteY15" fmla="*/ 1647912 h 5578507"/>
                <a:gd name="connsiteX16" fmla="*/ 5352965 w 6232297"/>
                <a:gd name="connsiteY16" fmla="*/ 1836598 h 5578507"/>
                <a:gd name="connsiteX17" fmla="*/ 5643251 w 6232297"/>
                <a:gd name="connsiteY17" fmla="*/ 2068826 h 5578507"/>
                <a:gd name="connsiteX18" fmla="*/ 5802908 w 6232297"/>
                <a:gd name="connsiteY18" fmla="*/ 2562312 h 5578507"/>
                <a:gd name="connsiteX19" fmla="*/ 6049651 w 6232297"/>
                <a:gd name="connsiteY19" fmla="*/ 2997740 h 5578507"/>
                <a:gd name="connsiteX20" fmla="*/ 6209307 w 6232297"/>
                <a:gd name="connsiteY20" fmla="*/ 3433169 h 5578507"/>
                <a:gd name="connsiteX21" fmla="*/ 5991593 w 6232297"/>
                <a:gd name="connsiteY21" fmla="*/ 3897626 h 5578507"/>
                <a:gd name="connsiteX22" fmla="*/ 5962564 w 6232297"/>
                <a:gd name="connsiteY22" fmla="*/ 4144369 h 5578507"/>
                <a:gd name="connsiteX23" fmla="*/ 5701307 w 6232297"/>
                <a:gd name="connsiteY23" fmla="*/ 4637855 h 5578507"/>
                <a:gd name="connsiteX24" fmla="*/ 5411022 w 6232297"/>
                <a:gd name="connsiteY24" fmla="*/ 4942655 h 5578507"/>
                <a:gd name="connsiteX25" fmla="*/ 4985753 w 6232297"/>
                <a:gd name="connsiteY25" fmla="*/ 5391509 h 5578507"/>
                <a:gd name="connsiteX26" fmla="*/ 4620613 w 6232297"/>
                <a:gd name="connsiteY26" fmla="*/ 5506250 h 5578507"/>
                <a:gd name="connsiteX27" fmla="*/ 4046679 w 6232297"/>
                <a:gd name="connsiteY27" fmla="*/ 5421626 h 5578507"/>
                <a:gd name="connsiteX28" fmla="*/ 3219364 w 6232297"/>
                <a:gd name="connsiteY28" fmla="*/ 5407112 h 5578507"/>
                <a:gd name="connsiteX29" fmla="*/ 183394 w 6232297"/>
                <a:gd name="connsiteY29" fmla="*/ 5159722 h 5578507"/>
                <a:gd name="connsiteX30" fmla="*/ 30994 w 6232297"/>
                <a:gd name="connsiteY30" fmla="*/ 4753968 h 5578507"/>
                <a:gd name="connsiteX0" fmla="*/ 30994 w 6232297"/>
                <a:gd name="connsiteY0" fmla="*/ 4753968 h 5578507"/>
                <a:gd name="connsiteX1" fmla="*/ 1279893 w 6232297"/>
                <a:gd name="connsiteY1" fmla="*/ 2213968 h 5578507"/>
                <a:gd name="connsiteX2" fmla="*/ 2405370 w 6232297"/>
                <a:gd name="connsiteY2" fmla="*/ 2354 h 5578507"/>
                <a:gd name="connsiteX3" fmla="*/ 2885542 w 6232297"/>
                <a:gd name="connsiteY3" fmla="*/ 181968 h 5578507"/>
                <a:gd name="connsiteX4" fmla="*/ 3030684 w 6232297"/>
                <a:gd name="connsiteY4" fmla="*/ 80368 h 5578507"/>
                <a:gd name="connsiteX5" fmla="*/ 3146798 w 6232297"/>
                <a:gd name="connsiteY5" fmla="*/ 283568 h 5578507"/>
                <a:gd name="connsiteX6" fmla="*/ 3190341 w 6232297"/>
                <a:gd name="connsiteY6" fmla="*/ 7797 h 5578507"/>
                <a:gd name="connsiteX7" fmla="*/ 3451597 w 6232297"/>
                <a:gd name="connsiteY7" fmla="*/ 399683 h 5578507"/>
                <a:gd name="connsiteX8" fmla="*/ 3712854 w 6232297"/>
                <a:gd name="connsiteY8" fmla="*/ 748026 h 5578507"/>
                <a:gd name="connsiteX9" fmla="*/ 3901539 w 6232297"/>
                <a:gd name="connsiteY9" fmla="*/ 472255 h 5578507"/>
                <a:gd name="connsiteX10" fmla="*/ 4061195 w 6232297"/>
                <a:gd name="connsiteY10" fmla="*/ 631912 h 5578507"/>
                <a:gd name="connsiteX11" fmla="*/ 4351482 w 6232297"/>
                <a:gd name="connsiteY11" fmla="*/ 922198 h 5578507"/>
                <a:gd name="connsiteX12" fmla="*/ 4496624 w 6232297"/>
                <a:gd name="connsiteY12" fmla="*/ 1430198 h 5578507"/>
                <a:gd name="connsiteX13" fmla="*/ 4583709 w 6232297"/>
                <a:gd name="connsiteY13" fmla="*/ 1851112 h 5578507"/>
                <a:gd name="connsiteX14" fmla="*/ 4801424 w 6232297"/>
                <a:gd name="connsiteY14" fmla="*/ 1996255 h 5578507"/>
                <a:gd name="connsiteX15" fmla="*/ 5323937 w 6232297"/>
                <a:gd name="connsiteY15" fmla="*/ 1647912 h 5578507"/>
                <a:gd name="connsiteX16" fmla="*/ 5352965 w 6232297"/>
                <a:gd name="connsiteY16" fmla="*/ 1836598 h 5578507"/>
                <a:gd name="connsiteX17" fmla="*/ 5643251 w 6232297"/>
                <a:gd name="connsiteY17" fmla="*/ 2068826 h 5578507"/>
                <a:gd name="connsiteX18" fmla="*/ 5802908 w 6232297"/>
                <a:gd name="connsiteY18" fmla="*/ 2562312 h 5578507"/>
                <a:gd name="connsiteX19" fmla="*/ 6049651 w 6232297"/>
                <a:gd name="connsiteY19" fmla="*/ 2997740 h 5578507"/>
                <a:gd name="connsiteX20" fmla="*/ 6209307 w 6232297"/>
                <a:gd name="connsiteY20" fmla="*/ 3433169 h 5578507"/>
                <a:gd name="connsiteX21" fmla="*/ 5991593 w 6232297"/>
                <a:gd name="connsiteY21" fmla="*/ 3897626 h 5578507"/>
                <a:gd name="connsiteX22" fmla="*/ 5962564 w 6232297"/>
                <a:gd name="connsiteY22" fmla="*/ 4144369 h 5578507"/>
                <a:gd name="connsiteX23" fmla="*/ 5701307 w 6232297"/>
                <a:gd name="connsiteY23" fmla="*/ 4637855 h 5578507"/>
                <a:gd name="connsiteX24" fmla="*/ 5411022 w 6232297"/>
                <a:gd name="connsiteY24" fmla="*/ 4942655 h 5578507"/>
                <a:gd name="connsiteX25" fmla="*/ 4985753 w 6232297"/>
                <a:gd name="connsiteY25" fmla="*/ 5391509 h 5578507"/>
                <a:gd name="connsiteX26" fmla="*/ 4620613 w 6232297"/>
                <a:gd name="connsiteY26" fmla="*/ 5506250 h 5578507"/>
                <a:gd name="connsiteX27" fmla="*/ 4046679 w 6232297"/>
                <a:gd name="connsiteY27" fmla="*/ 5421626 h 5578507"/>
                <a:gd name="connsiteX28" fmla="*/ 3219364 w 6232297"/>
                <a:gd name="connsiteY28" fmla="*/ 5407112 h 5578507"/>
                <a:gd name="connsiteX29" fmla="*/ 183394 w 6232297"/>
                <a:gd name="connsiteY29" fmla="*/ 5159722 h 5578507"/>
                <a:gd name="connsiteX30" fmla="*/ 30994 w 6232297"/>
                <a:gd name="connsiteY30" fmla="*/ 4753968 h 5578507"/>
                <a:gd name="connsiteX0" fmla="*/ 30994 w 6232297"/>
                <a:gd name="connsiteY0" fmla="*/ 4753968 h 5578507"/>
                <a:gd name="connsiteX1" fmla="*/ 1279893 w 6232297"/>
                <a:gd name="connsiteY1" fmla="*/ 2213968 h 5578507"/>
                <a:gd name="connsiteX2" fmla="*/ 2405370 w 6232297"/>
                <a:gd name="connsiteY2" fmla="*/ 2354 h 5578507"/>
                <a:gd name="connsiteX3" fmla="*/ 2885542 w 6232297"/>
                <a:gd name="connsiteY3" fmla="*/ 181968 h 5578507"/>
                <a:gd name="connsiteX4" fmla="*/ 3030684 w 6232297"/>
                <a:gd name="connsiteY4" fmla="*/ 80368 h 5578507"/>
                <a:gd name="connsiteX5" fmla="*/ 3146798 w 6232297"/>
                <a:gd name="connsiteY5" fmla="*/ 283568 h 5578507"/>
                <a:gd name="connsiteX6" fmla="*/ 3190341 w 6232297"/>
                <a:gd name="connsiteY6" fmla="*/ 7797 h 5578507"/>
                <a:gd name="connsiteX7" fmla="*/ 3451597 w 6232297"/>
                <a:gd name="connsiteY7" fmla="*/ 399683 h 5578507"/>
                <a:gd name="connsiteX8" fmla="*/ 3712854 w 6232297"/>
                <a:gd name="connsiteY8" fmla="*/ 748026 h 5578507"/>
                <a:gd name="connsiteX9" fmla="*/ 3901539 w 6232297"/>
                <a:gd name="connsiteY9" fmla="*/ 472255 h 5578507"/>
                <a:gd name="connsiteX10" fmla="*/ 4061195 w 6232297"/>
                <a:gd name="connsiteY10" fmla="*/ 631912 h 5578507"/>
                <a:gd name="connsiteX11" fmla="*/ 4351482 w 6232297"/>
                <a:gd name="connsiteY11" fmla="*/ 922198 h 5578507"/>
                <a:gd name="connsiteX12" fmla="*/ 4496624 w 6232297"/>
                <a:gd name="connsiteY12" fmla="*/ 1430198 h 5578507"/>
                <a:gd name="connsiteX13" fmla="*/ 4583709 w 6232297"/>
                <a:gd name="connsiteY13" fmla="*/ 1851112 h 5578507"/>
                <a:gd name="connsiteX14" fmla="*/ 4801424 w 6232297"/>
                <a:gd name="connsiteY14" fmla="*/ 1996255 h 5578507"/>
                <a:gd name="connsiteX15" fmla="*/ 5323937 w 6232297"/>
                <a:gd name="connsiteY15" fmla="*/ 1647912 h 5578507"/>
                <a:gd name="connsiteX16" fmla="*/ 5352965 w 6232297"/>
                <a:gd name="connsiteY16" fmla="*/ 1836598 h 5578507"/>
                <a:gd name="connsiteX17" fmla="*/ 5643251 w 6232297"/>
                <a:gd name="connsiteY17" fmla="*/ 2068826 h 5578507"/>
                <a:gd name="connsiteX18" fmla="*/ 5802908 w 6232297"/>
                <a:gd name="connsiteY18" fmla="*/ 2562312 h 5578507"/>
                <a:gd name="connsiteX19" fmla="*/ 6049651 w 6232297"/>
                <a:gd name="connsiteY19" fmla="*/ 2997740 h 5578507"/>
                <a:gd name="connsiteX20" fmla="*/ 6209307 w 6232297"/>
                <a:gd name="connsiteY20" fmla="*/ 3433169 h 5578507"/>
                <a:gd name="connsiteX21" fmla="*/ 5991593 w 6232297"/>
                <a:gd name="connsiteY21" fmla="*/ 3897626 h 5578507"/>
                <a:gd name="connsiteX22" fmla="*/ 5962564 w 6232297"/>
                <a:gd name="connsiteY22" fmla="*/ 4144369 h 5578507"/>
                <a:gd name="connsiteX23" fmla="*/ 5701307 w 6232297"/>
                <a:gd name="connsiteY23" fmla="*/ 4637855 h 5578507"/>
                <a:gd name="connsiteX24" fmla="*/ 5411022 w 6232297"/>
                <a:gd name="connsiteY24" fmla="*/ 4942655 h 5578507"/>
                <a:gd name="connsiteX25" fmla="*/ 4985753 w 6232297"/>
                <a:gd name="connsiteY25" fmla="*/ 5391509 h 5578507"/>
                <a:gd name="connsiteX26" fmla="*/ 4620613 w 6232297"/>
                <a:gd name="connsiteY26" fmla="*/ 5506250 h 5578507"/>
                <a:gd name="connsiteX27" fmla="*/ 4046679 w 6232297"/>
                <a:gd name="connsiteY27" fmla="*/ 5421626 h 5578507"/>
                <a:gd name="connsiteX28" fmla="*/ 3219364 w 6232297"/>
                <a:gd name="connsiteY28" fmla="*/ 5407112 h 5578507"/>
                <a:gd name="connsiteX29" fmla="*/ 183394 w 6232297"/>
                <a:gd name="connsiteY29" fmla="*/ 5159722 h 5578507"/>
                <a:gd name="connsiteX30" fmla="*/ 30994 w 6232297"/>
                <a:gd name="connsiteY30" fmla="*/ 4753968 h 5578507"/>
                <a:gd name="connsiteX0" fmla="*/ 30994 w 6232297"/>
                <a:gd name="connsiteY0" fmla="*/ 4753968 h 5578507"/>
                <a:gd name="connsiteX1" fmla="*/ 1279893 w 6232297"/>
                <a:gd name="connsiteY1" fmla="*/ 2213968 h 5578507"/>
                <a:gd name="connsiteX2" fmla="*/ 2405370 w 6232297"/>
                <a:gd name="connsiteY2" fmla="*/ 2354 h 5578507"/>
                <a:gd name="connsiteX3" fmla="*/ 2885542 w 6232297"/>
                <a:gd name="connsiteY3" fmla="*/ 181968 h 5578507"/>
                <a:gd name="connsiteX4" fmla="*/ 3030684 w 6232297"/>
                <a:gd name="connsiteY4" fmla="*/ 80368 h 5578507"/>
                <a:gd name="connsiteX5" fmla="*/ 3146798 w 6232297"/>
                <a:gd name="connsiteY5" fmla="*/ 283568 h 5578507"/>
                <a:gd name="connsiteX6" fmla="*/ 3190341 w 6232297"/>
                <a:gd name="connsiteY6" fmla="*/ 7797 h 5578507"/>
                <a:gd name="connsiteX7" fmla="*/ 3451597 w 6232297"/>
                <a:gd name="connsiteY7" fmla="*/ 399683 h 5578507"/>
                <a:gd name="connsiteX8" fmla="*/ 3712854 w 6232297"/>
                <a:gd name="connsiteY8" fmla="*/ 748026 h 5578507"/>
                <a:gd name="connsiteX9" fmla="*/ 3901539 w 6232297"/>
                <a:gd name="connsiteY9" fmla="*/ 472255 h 5578507"/>
                <a:gd name="connsiteX10" fmla="*/ 4061195 w 6232297"/>
                <a:gd name="connsiteY10" fmla="*/ 631912 h 5578507"/>
                <a:gd name="connsiteX11" fmla="*/ 4351482 w 6232297"/>
                <a:gd name="connsiteY11" fmla="*/ 922198 h 5578507"/>
                <a:gd name="connsiteX12" fmla="*/ 4496624 w 6232297"/>
                <a:gd name="connsiteY12" fmla="*/ 1430198 h 5578507"/>
                <a:gd name="connsiteX13" fmla="*/ 4583709 w 6232297"/>
                <a:gd name="connsiteY13" fmla="*/ 1851112 h 5578507"/>
                <a:gd name="connsiteX14" fmla="*/ 4801424 w 6232297"/>
                <a:gd name="connsiteY14" fmla="*/ 1996255 h 5578507"/>
                <a:gd name="connsiteX15" fmla="*/ 5323937 w 6232297"/>
                <a:gd name="connsiteY15" fmla="*/ 1647912 h 5578507"/>
                <a:gd name="connsiteX16" fmla="*/ 5352965 w 6232297"/>
                <a:gd name="connsiteY16" fmla="*/ 1836598 h 5578507"/>
                <a:gd name="connsiteX17" fmla="*/ 5643251 w 6232297"/>
                <a:gd name="connsiteY17" fmla="*/ 2068826 h 5578507"/>
                <a:gd name="connsiteX18" fmla="*/ 5802908 w 6232297"/>
                <a:gd name="connsiteY18" fmla="*/ 2562312 h 5578507"/>
                <a:gd name="connsiteX19" fmla="*/ 6049651 w 6232297"/>
                <a:gd name="connsiteY19" fmla="*/ 2997740 h 5578507"/>
                <a:gd name="connsiteX20" fmla="*/ 6209307 w 6232297"/>
                <a:gd name="connsiteY20" fmla="*/ 3433169 h 5578507"/>
                <a:gd name="connsiteX21" fmla="*/ 5991593 w 6232297"/>
                <a:gd name="connsiteY21" fmla="*/ 3897626 h 5578507"/>
                <a:gd name="connsiteX22" fmla="*/ 5962564 w 6232297"/>
                <a:gd name="connsiteY22" fmla="*/ 4144369 h 5578507"/>
                <a:gd name="connsiteX23" fmla="*/ 5411022 w 6232297"/>
                <a:gd name="connsiteY23" fmla="*/ 4942655 h 5578507"/>
                <a:gd name="connsiteX24" fmla="*/ 4985753 w 6232297"/>
                <a:gd name="connsiteY24" fmla="*/ 5391509 h 5578507"/>
                <a:gd name="connsiteX25" fmla="*/ 4620613 w 6232297"/>
                <a:gd name="connsiteY25" fmla="*/ 5506250 h 5578507"/>
                <a:gd name="connsiteX26" fmla="*/ 4046679 w 6232297"/>
                <a:gd name="connsiteY26" fmla="*/ 5421626 h 5578507"/>
                <a:gd name="connsiteX27" fmla="*/ 3219364 w 6232297"/>
                <a:gd name="connsiteY27" fmla="*/ 5407112 h 5578507"/>
                <a:gd name="connsiteX28" fmla="*/ 183394 w 6232297"/>
                <a:gd name="connsiteY28" fmla="*/ 5159722 h 5578507"/>
                <a:gd name="connsiteX29" fmla="*/ 30994 w 6232297"/>
                <a:gd name="connsiteY29" fmla="*/ 4753968 h 5578507"/>
                <a:gd name="connsiteX0" fmla="*/ 30994 w 6232297"/>
                <a:gd name="connsiteY0" fmla="*/ 4753968 h 5578507"/>
                <a:gd name="connsiteX1" fmla="*/ 1279893 w 6232297"/>
                <a:gd name="connsiteY1" fmla="*/ 2213968 h 5578507"/>
                <a:gd name="connsiteX2" fmla="*/ 2405370 w 6232297"/>
                <a:gd name="connsiteY2" fmla="*/ 2354 h 5578507"/>
                <a:gd name="connsiteX3" fmla="*/ 2885542 w 6232297"/>
                <a:gd name="connsiteY3" fmla="*/ 181968 h 5578507"/>
                <a:gd name="connsiteX4" fmla="*/ 3030684 w 6232297"/>
                <a:gd name="connsiteY4" fmla="*/ 80368 h 5578507"/>
                <a:gd name="connsiteX5" fmla="*/ 3146798 w 6232297"/>
                <a:gd name="connsiteY5" fmla="*/ 283568 h 5578507"/>
                <a:gd name="connsiteX6" fmla="*/ 3190341 w 6232297"/>
                <a:gd name="connsiteY6" fmla="*/ 7797 h 5578507"/>
                <a:gd name="connsiteX7" fmla="*/ 3451597 w 6232297"/>
                <a:gd name="connsiteY7" fmla="*/ 399683 h 5578507"/>
                <a:gd name="connsiteX8" fmla="*/ 3712854 w 6232297"/>
                <a:gd name="connsiteY8" fmla="*/ 748026 h 5578507"/>
                <a:gd name="connsiteX9" fmla="*/ 3901539 w 6232297"/>
                <a:gd name="connsiteY9" fmla="*/ 472255 h 5578507"/>
                <a:gd name="connsiteX10" fmla="*/ 4061195 w 6232297"/>
                <a:gd name="connsiteY10" fmla="*/ 631912 h 5578507"/>
                <a:gd name="connsiteX11" fmla="*/ 4351482 w 6232297"/>
                <a:gd name="connsiteY11" fmla="*/ 922198 h 5578507"/>
                <a:gd name="connsiteX12" fmla="*/ 4496624 w 6232297"/>
                <a:gd name="connsiteY12" fmla="*/ 1430198 h 5578507"/>
                <a:gd name="connsiteX13" fmla="*/ 4583709 w 6232297"/>
                <a:gd name="connsiteY13" fmla="*/ 1851112 h 5578507"/>
                <a:gd name="connsiteX14" fmla="*/ 4801424 w 6232297"/>
                <a:gd name="connsiteY14" fmla="*/ 1996255 h 5578507"/>
                <a:gd name="connsiteX15" fmla="*/ 5323937 w 6232297"/>
                <a:gd name="connsiteY15" fmla="*/ 1647912 h 5578507"/>
                <a:gd name="connsiteX16" fmla="*/ 5352965 w 6232297"/>
                <a:gd name="connsiteY16" fmla="*/ 1836598 h 5578507"/>
                <a:gd name="connsiteX17" fmla="*/ 5643251 w 6232297"/>
                <a:gd name="connsiteY17" fmla="*/ 2068826 h 5578507"/>
                <a:gd name="connsiteX18" fmla="*/ 5802908 w 6232297"/>
                <a:gd name="connsiteY18" fmla="*/ 2562312 h 5578507"/>
                <a:gd name="connsiteX19" fmla="*/ 6049651 w 6232297"/>
                <a:gd name="connsiteY19" fmla="*/ 2997740 h 5578507"/>
                <a:gd name="connsiteX20" fmla="*/ 6209307 w 6232297"/>
                <a:gd name="connsiteY20" fmla="*/ 3433169 h 5578507"/>
                <a:gd name="connsiteX21" fmla="*/ 5991593 w 6232297"/>
                <a:gd name="connsiteY21" fmla="*/ 3897626 h 5578507"/>
                <a:gd name="connsiteX22" fmla="*/ 5962564 w 6232297"/>
                <a:gd name="connsiteY22" fmla="*/ 4144369 h 5578507"/>
                <a:gd name="connsiteX23" fmla="*/ 5602973 w 6232297"/>
                <a:gd name="connsiteY23" fmla="*/ 4964789 h 5578507"/>
                <a:gd name="connsiteX24" fmla="*/ 5411022 w 6232297"/>
                <a:gd name="connsiteY24" fmla="*/ 4942655 h 5578507"/>
                <a:gd name="connsiteX25" fmla="*/ 4985753 w 6232297"/>
                <a:gd name="connsiteY25" fmla="*/ 5391509 h 5578507"/>
                <a:gd name="connsiteX26" fmla="*/ 4620613 w 6232297"/>
                <a:gd name="connsiteY26" fmla="*/ 5506250 h 5578507"/>
                <a:gd name="connsiteX27" fmla="*/ 4046679 w 6232297"/>
                <a:gd name="connsiteY27" fmla="*/ 5421626 h 5578507"/>
                <a:gd name="connsiteX28" fmla="*/ 3219364 w 6232297"/>
                <a:gd name="connsiteY28" fmla="*/ 5407112 h 5578507"/>
                <a:gd name="connsiteX29" fmla="*/ 183394 w 6232297"/>
                <a:gd name="connsiteY29" fmla="*/ 5159722 h 5578507"/>
                <a:gd name="connsiteX30" fmla="*/ 30994 w 6232297"/>
                <a:gd name="connsiteY30" fmla="*/ 4753968 h 5578507"/>
                <a:gd name="connsiteX0" fmla="*/ 30994 w 6232297"/>
                <a:gd name="connsiteY0" fmla="*/ 4753968 h 5578507"/>
                <a:gd name="connsiteX1" fmla="*/ 1279893 w 6232297"/>
                <a:gd name="connsiteY1" fmla="*/ 2213968 h 5578507"/>
                <a:gd name="connsiteX2" fmla="*/ 2405370 w 6232297"/>
                <a:gd name="connsiteY2" fmla="*/ 2354 h 5578507"/>
                <a:gd name="connsiteX3" fmla="*/ 2885542 w 6232297"/>
                <a:gd name="connsiteY3" fmla="*/ 181968 h 5578507"/>
                <a:gd name="connsiteX4" fmla="*/ 3030684 w 6232297"/>
                <a:gd name="connsiteY4" fmla="*/ 80368 h 5578507"/>
                <a:gd name="connsiteX5" fmla="*/ 3146798 w 6232297"/>
                <a:gd name="connsiteY5" fmla="*/ 283568 h 5578507"/>
                <a:gd name="connsiteX6" fmla="*/ 3190341 w 6232297"/>
                <a:gd name="connsiteY6" fmla="*/ 7797 h 5578507"/>
                <a:gd name="connsiteX7" fmla="*/ 3451597 w 6232297"/>
                <a:gd name="connsiteY7" fmla="*/ 399683 h 5578507"/>
                <a:gd name="connsiteX8" fmla="*/ 3712854 w 6232297"/>
                <a:gd name="connsiteY8" fmla="*/ 748026 h 5578507"/>
                <a:gd name="connsiteX9" fmla="*/ 3901539 w 6232297"/>
                <a:gd name="connsiteY9" fmla="*/ 472255 h 5578507"/>
                <a:gd name="connsiteX10" fmla="*/ 4061195 w 6232297"/>
                <a:gd name="connsiteY10" fmla="*/ 631912 h 5578507"/>
                <a:gd name="connsiteX11" fmla="*/ 4351482 w 6232297"/>
                <a:gd name="connsiteY11" fmla="*/ 922198 h 5578507"/>
                <a:gd name="connsiteX12" fmla="*/ 4496624 w 6232297"/>
                <a:gd name="connsiteY12" fmla="*/ 1430198 h 5578507"/>
                <a:gd name="connsiteX13" fmla="*/ 4583709 w 6232297"/>
                <a:gd name="connsiteY13" fmla="*/ 1851112 h 5578507"/>
                <a:gd name="connsiteX14" fmla="*/ 4801424 w 6232297"/>
                <a:gd name="connsiteY14" fmla="*/ 1996255 h 5578507"/>
                <a:gd name="connsiteX15" fmla="*/ 5323937 w 6232297"/>
                <a:gd name="connsiteY15" fmla="*/ 1647912 h 5578507"/>
                <a:gd name="connsiteX16" fmla="*/ 5352965 w 6232297"/>
                <a:gd name="connsiteY16" fmla="*/ 1836598 h 5578507"/>
                <a:gd name="connsiteX17" fmla="*/ 5643251 w 6232297"/>
                <a:gd name="connsiteY17" fmla="*/ 2068826 h 5578507"/>
                <a:gd name="connsiteX18" fmla="*/ 5802908 w 6232297"/>
                <a:gd name="connsiteY18" fmla="*/ 2562312 h 5578507"/>
                <a:gd name="connsiteX19" fmla="*/ 6049651 w 6232297"/>
                <a:gd name="connsiteY19" fmla="*/ 2997740 h 5578507"/>
                <a:gd name="connsiteX20" fmla="*/ 6209307 w 6232297"/>
                <a:gd name="connsiteY20" fmla="*/ 3433169 h 5578507"/>
                <a:gd name="connsiteX21" fmla="*/ 5991593 w 6232297"/>
                <a:gd name="connsiteY21" fmla="*/ 3897626 h 5578507"/>
                <a:gd name="connsiteX22" fmla="*/ 5962564 w 6232297"/>
                <a:gd name="connsiteY22" fmla="*/ 4144369 h 5578507"/>
                <a:gd name="connsiteX23" fmla="*/ 5602973 w 6232297"/>
                <a:gd name="connsiteY23" fmla="*/ 4964789 h 5578507"/>
                <a:gd name="connsiteX24" fmla="*/ 5411022 w 6232297"/>
                <a:gd name="connsiteY24" fmla="*/ 4942655 h 5578507"/>
                <a:gd name="connsiteX25" fmla="*/ 4985753 w 6232297"/>
                <a:gd name="connsiteY25" fmla="*/ 5391509 h 5578507"/>
                <a:gd name="connsiteX26" fmla="*/ 4620613 w 6232297"/>
                <a:gd name="connsiteY26" fmla="*/ 5506250 h 5578507"/>
                <a:gd name="connsiteX27" fmla="*/ 4046679 w 6232297"/>
                <a:gd name="connsiteY27" fmla="*/ 5421626 h 5578507"/>
                <a:gd name="connsiteX28" fmla="*/ 3219364 w 6232297"/>
                <a:gd name="connsiteY28" fmla="*/ 5407112 h 5578507"/>
                <a:gd name="connsiteX29" fmla="*/ 183394 w 6232297"/>
                <a:gd name="connsiteY29" fmla="*/ 5159722 h 5578507"/>
                <a:gd name="connsiteX30" fmla="*/ 30994 w 6232297"/>
                <a:gd name="connsiteY30" fmla="*/ 4753968 h 5578507"/>
                <a:gd name="connsiteX0" fmla="*/ 30994 w 6232297"/>
                <a:gd name="connsiteY0" fmla="*/ 4753968 h 5578507"/>
                <a:gd name="connsiteX1" fmla="*/ 1279893 w 6232297"/>
                <a:gd name="connsiteY1" fmla="*/ 2213968 h 5578507"/>
                <a:gd name="connsiteX2" fmla="*/ 2405370 w 6232297"/>
                <a:gd name="connsiteY2" fmla="*/ 2354 h 5578507"/>
                <a:gd name="connsiteX3" fmla="*/ 2885542 w 6232297"/>
                <a:gd name="connsiteY3" fmla="*/ 181968 h 5578507"/>
                <a:gd name="connsiteX4" fmla="*/ 3030684 w 6232297"/>
                <a:gd name="connsiteY4" fmla="*/ 80368 h 5578507"/>
                <a:gd name="connsiteX5" fmla="*/ 3146798 w 6232297"/>
                <a:gd name="connsiteY5" fmla="*/ 283568 h 5578507"/>
                <a:gd name="connsiteX6" fmla="*/ 3190341 w 6232297"/>
                <a:gd name="connsiteY6" fmla="*/ 7797 h 5578507"/>
                <a:gd name="connsiteX7" fmla="*/ 3451597 w 6232297"/>
                <a:gd name="connsiteY7" fmla="*/ 399683 h 5578507"/>
                <a:gd name="connsiteX8" fmla="*/ 3712854 w 6232297"/>
                <a:gd name="connsiteY8" fmla="*/ 748026 h 5578507"/>
                <a:gd name="connsiteX9" fmla="*/ 3901539 w 6232297"/>
                <a:gd name="connsiteY9" fmla="*/ 472255 h 5578507"/>
                <a:gd name="connsiteX10" fmla="*/ 4061195 w 6232297"/>
                <a:gd name="connsiteY10" fmla="*/ 631912 h 5578507"/>
                <a:gd name="connsiteX11" fmla="*/ 4351482 w 6232297"/>
                <a:gd name="connsiteY11" fmla="*/ 922198 h 5578507"/>
                <a:gd name="connsiteX12" fmla="*/ 4496624 w 6232297"/>
                <a:gd name="connsiteY12" fmla="*/ 1430198 h 5578507"/>
                <a:gd name="connsiteX13" fmla="*/ 4583709 w 6232297"/>
                <a:gd name="connsiteY13" fmla="*/ 1851112 h 5578507"/>
                <a:gd name="connsiteX14" fmla="*/ 4801424 w 6232297"/>
                <a:gd name="connsiteY14" fmla="*/ 1996255 h 5578507"/>
                <a:gd name="connsiteX15" fmla="*/ 5323937 w 6232297"/>
                <a:gd name="connsiteY15" fmla="*/ 1647912 h 5578507"/>
                <a:gd name="connsiteX16" fmla="*/ 5352965 w 6232297"/>
                <a:gd name="connsiteY16" fmla="*/ 1836598 h 5578507"/>
                <a:gd name="connsiteX17" fmla="*/ 5643251 w 6232297"/>
                <a:gd name="connsiteY17" fmla="*/ 2068826 h 5578507"/>
                <a:gd name="connsiteX18" fmla="*/ 5802908 w 6232297"/>
                <a:gd name="connsiteY18" fmla="*/ 2562312 h 5578507"/>
                <a:gd name="connsiteX19" fmla="*/ 6049651 w 6232297"/>
                <a:gd name="connsiteY19" fmla="*/ 2997740 h 5578507"/>
                <a:gd name="connsiteX20" fmla="*/ 6209307 w 6232297"/>
                <a:gd name="connsiteY20" fmla="*/ 3433169 h 5578507"/>
                <a:gd name="connsiteX21" fmla="*/ 5991593 w 6232297"/>
                <a:gd name="connsiteY21" fmla="*/ 3897626 h 5578507"/>
                <a:gd name="connsiteX22" fmla="*/ 5962564 w 6232297"/>
                <a:gd name="connsiteY22" fmla="*/ 4144369 h 5578507"/>
                <a:gd name="connsiteX23" fmla="*/ 5602973 w 6232297"/>
                <a:gd name="connsiteY23" fmla="*/ 4964789 h 5578507"/>
                <a:gd name="connsiteX24" fmla="*/ 5411022 w 6232297"/>
                <a:gd name="connsiteY24" fmla="*/ 4942655 h 5578507"/>
                <a:gd name="connsiteX25" fmla="*/ 4985753 w 6232297"/>
                <a:gd name="connsiteY25" fmla="*/ 5391509 h 5578507"/>
                <a:gd name="connsiteX26" fmla="*/ 4620613 w 6232297"/>
                <a:gd name="connsiteY26" fmla="*/ 5506250 h 5578507"/>
                <a:gd name="connsiteX27" fmla="*/ 4046679 w 6232297"/>
                <a:gd name="connsiteY27" fmla="*/ 5421626 h 5578507"/>
                <a:gd name="connsiteX28" fmla="*/ 3219364 w 6232297"/>
                <a:gd name="connsiteY28" fmla="*/ 5407112 h 5578507"/>
                <a:gd name="connsiteX29" fmla="*/ 183394 w 6232297"/>
                <a:gd name="connsiteY29" fmla="*/ 5159722 h 5578507"/>
                <a:gd name="connsiteX30" fmla="*/ 30994 w 6232297"/>
                <a:gd name="connsiteY30" fmla="*/ 4753968 h 5578507"/>
                <a:gd name="connsiteX0" fmla="*/ 30994 w 6232297"/>
                <a:gd name="connsiteY0" fmla="*/ 4753968 h 5578507"/>
                <a:gd name="connsiteX1" fmla="*/ 1279893 w 6232297"/>
                <a:gd name="connsiteY1" fmla="*/ 2213968 h 5578507"/>
                <a:gd name="connsiteX2" fmla="*/ 2405370 w 6232297"/>
                <a:gd name="connsiteY2" fmla="*/ 2354 h 5578507"/>
                <a:gd name="connsiteX3" fmla="*/ 2885542 w 6232297"/>
                <a:gd name="connsiteY3" fmla="*/ 181968 h 5578507"/>
                <a:gd name="connsiteX4" fmla="*/ 3030684 w 6232297"/>
                <a:gd name="connsiteY4" fmla="*/ 80368 h 5578507"/>
                <a:gd name="connsiteX5" fmla="*/ 3146798 w 6232297"/>
                <a:gd name="connsiteY5" fmla="*/ 283568 h 5578507"/>
                <a:gd name="connsiteX6" fmla="*/ 3190341 w 6232297"/>
                <a:gd name="connsiteY6" fmla="*/ 7797 h 5578507"/>
                <a:gd name="connsiteX7" fmla="*/ 3451597 w 6232297"/>
                <a:gd name="connsiteY7" fmla="*/ 399683 h 5578507"/>
                <a:gd name="connsiteX8" fmla="*/ 3712854 w 6232297"/>
                <a:gd name="connsiteY8" fmla="*/ 748026 h 5578507"/>
                <a:gd name="connsiteX9" fmla="*/ 3901539 w 6232297"/>
                <a:gd name="connsiteY9" fmla="*/ 472255 h 5578507"/>
                <a:gd name="connsiteX10" fmla="*/ 4061195 w 6232297"/>
                <a:gd name="connsiteY10" fmla="*/ 631912 h 5578507"/>
                <a:gd name="connsiteX11" fmla="*/ 4351482 w 6232297"/>
                <a:gd name="connsiteY11" fmla="*/ 922198 h 5578507"/>
                <a:gd name="connsiteX12" fmla="*/ 4496624 w 6232297"/>
                <a:gd name="connsiteY12" fmla="*/ 1430198 h 5578507"/>
                <a:gd name="connsiteX13" fmla="*/ 4583709 w 6232297"/>
                <a:gd name="connsiteY13" fmla="*/ 1851112 h 5578507"/>
                <a:gd name="connsiteX14" fmla="*/ 4801424 w 6232297"/>
                <a:gd name="connsiteY14" fmla="*/ 1996255 h 5578507"/>
                <a:gd name="connsiteX15" fmla="*/ 5323937 w 6232297"/>
                <a:gd name="connsiteY15" fmla="*/ 1647912 h 5578507"/>
                <a:gd name="connsiteX16" fmla="*/ 5352965 w 6232297"/>
                <a:gd name="connsiteY16" fmla="*/ 1836598 h 5578507"/>
                <a:gd name="connsiteX17" fmla="*/ 5643251 w 6232297"/>
                <a:gd name="connsiteY17" fmla="*/ 2068826 h 5578507"/>
                <a:gd name="connsiteX18" fmla="*/ 5802908 w 6232297"/>
                <a:gd name="connsiteY18" fmla="*/ 2562312 h 5578507"/>
                <a:gd name="connsiteX19" fmla="*/ 6049651 w 6232297"/>
                <a:gd name="connsiteY19" fmla="*/ 2997740 h 5578507"/>
                <a:gd name="connsiteX20" fmla="*/ 6209307 w 6232297"/>
                <a:gd name="connsiteY20" fmla="*/ 3433169 h 5578507"/>
                <a:gd name="connsiteX21" fmla="*/ 5991593 w 6232297"/>
                <a:gd name="connsiteY21" fmla="*/ 3897626 h 5578507"/>
                <a:gd name="connsiteX22" fmla="*/ 5962564 w 6232297"/>
                <a:gd name="connsiteY22" fmla="*/ 4144369 h 5578507"/>
                <a:gd name="connsiteX23" fmla="*/ 5602973 w 6232297"/>
                <a:gd name="connsiteY23" fmla="*/ 4964789 h 5578507"/>
                <a:gd name="connsiteX24" fmla="*/ 5411022 w 6232297"/>
                <a:gd name="connsiteY24" fmla="*/ 4942655 h 5578507"/>
                <a:gd name="connsiteX25" fmla="*/ 4985753 w 6232297"/>
                <a:gd name="connsiteY25" fmla="*/ 5391509 h 5578507"/>
                <a:gd name="connsiteX26" fmla="*/ 4620613 w 6232297"/>
                <a:gd name="connsiteY26" fmla="*/ 5506250 h 5578507"/>
                <a:gd name="connsiteX27" fmla="*/ 4046679 w 6232297"/>
                <a:gd name="connsiteY27" fmla="*/ 5421626 h 5578507"/>
                <a:gd name="connsiteX28" fmla="*/ 3219364 w 6232297"/>
                <a:gd name="connsiteY28" fmla="*/ 5407112 h 5578507"/>
                <a:gd name="connsiteX29" fmla="*/ 183394 w 6232297"/>
                <a:gd name="connsiteY29" fmla="*/ 5159722 h 5578507"/>
                <a:gd name="connsiteX30" fmla="*/ 30994 w 6232297"/>
                <a:gd name="connsiteY30" fmla="*/ 4753968 h 5578507"/>
                <a:gd name="connsiteX0" fmla="*/ 30994 w 6232297"/>
                <a:gd name="connsiteY0" fmla="*/ 4753968 h 5578507"/>
                <a:gd name="connsiteX1" fmla="*/ 1279893 w 6232297"/>
                <a:gd name="connsiteY1" fmla="*/ 2213968 h 5578507"/>
                <a:gd name="connsiteX2" fmla="*/ 2405370 w 6232297"/>
                <a:gd name="connsiteY2" fmla="*/ 2354 h 5578507"/>
                <a:gd name="connsiteX3" fmla="*/ 2885542 w 6232297"/>
                <a:gd name="connsiteY3" fmla="*/ 181968 h 5578507"/>
                <a:gd name="connsiteX4" fmla="*/ 3030684 w 6232297"/>
                <a:gd name="connsiteY4" fmla="*/ 80368 h 5578507"/>
                <a:gd name="connsiteX5" fmla="*/ 3146798 w 6232297"/>
                <a:gd name="connsiteY5" fmla="*/ 283568 h 5578507"/>
                <a:gd name="connsiteX6" fmla="*/ 3190341 w 6232297"/>
                <a:gd name="connsiteY6" fmla="*/ 7797 h 5578507"/>
                <a:gd name="connsiteX7" fmla="*/ 3451597 w 6232297"/>
                <a:gd name="connsiteY7" fmla="*/ 399683 h 5578507"/>
                <a:gd name="connsiteX8" fmla="*/ 3712854 w 6232297"/>
                <a:gd name="connsiteY8" fmla="*/ 748026 h 5578507"/>
                <a:gd name="connsiteX9" fmla="*/ 3901539 w 6232297"/>
                <a:gd name="connsiteY9" fmla="*/ 472255 h 5578507"/>
                <a:gd name="connsiteX10" fmla="*/ 4061195 w 6232297"/>
                <a:gd name="connsiteY10" fmla="*/ 631912 h 5578507"/>
                <a:gd name="connsiteX11" fmla="*/ 4351482 w 6232297"/>
                <a:gd name="connsiteY11" fmla="*/ 922198 h 5578507"/>
                <a:gd name="connsiteX12" fmla="*/ 4496624 w 6232297"/>
                <a:gd name="connsiteY12" fmla="*/ 1430198 h 5578507"/>
                <a:gd name="connsiteX13" fmla="*/ 4583709 w 6232297"/>
                <a:gd name="connsiteY13" fmla="*/ 1851112 h 5578507"/>
                <a:gd name="connsiteX14" fmla="*/ 4801424 w 6232297"/>
                <a:gd name="connsiteY14" fmla="*/ 1996255 h 5578507"/>
                <a:gd name="connsiteX15" fmla="*/ 5323937 w 6232297"/>
                <a:gd name="connsiteY15" fmla="*/ 1647912 h 5578507"/>
                <a:gd name="connsiteX16" fmla="*/ 5352965 w 6232297"/>
                <a:gd name="connsiteY16" fmla="*/ 1836598 h 5578507"/>
                <a:gd name="connsiteX17" fmla="*/ 5643251 w 6232297"/>
                <a:gd name="connsiteY17" fmla="*/ 2068826 h 5578507"/>
                <a:gd name="connsiteX18" fmla="*/ 5802908 w 6232297"/>
                <a:gd name="connsiteY18" fmla="*/ 2562312 h 5578507"/>
                <a:gd name="connsiteX19" fmla="*/ 6049651 w 6232297"/>
                <a:gd name="connsiteY19" fmla="*/ 2997740 h 5578507"/>
                <a:gd name="connsiteX20" fmla="*/ 6209307 w 6232297"/>
                <a:gd name="connsiteY20" fmla="*/ 3433169 h 5578507"/>
                <a:gd name="connsiteX21" fmla="*/ 5991593 w 6232297"/>
                <a:gd name="connsiteY21" fmla="*/ 3897626 h 5578507"/>
                <a:gd name="connsiteX22" fmla="*/ 5962564 w 6232297"/>
                <a:gd name="connsiteY22" fmla="*/ 4144369 h 5578507"/>
                <a:gd name="connsiteX23" fmla="*/ 5602973 w 6232297"/>
                <a:gd name="connsiteY23" fmla="*/ 4964789 h 5578507"/>
                <a:gd name="connsiteX24" fmla="*/ 5411022 w 6232297"/>
                <a:gd name="connsiteY24" fmla="*/ 4942655 h 5578507"/>
                <a:gd name="connsiteX25" fmla="*/ 4985753 w 6232297"/>
                <a:gd name="connsiteY25" fmla="*/ 5391509 h 5578507"/>
                <a:gd name="connsiteX26" fmla="*/ 4620613 w 6232297"/>
                <a:gd name="connsiteY26" fmla="*/ 5506250 h 5578507"/>
                <a:gd name="connsiteX27" fmla="*/ 4046679 w 6232297"/>
                <a:gd name="connsiteY27" fmla="*/ 5421626 h 5578507"/>
                <a:gd name="connsiteX28" fmla="*/ 3219364 w 6232297"/>
                <a:gd name="connsiteY28" fmla="*/ 5407112 h 5578507"/>
                <a:gd name="connsiteX29" fmla="*/ 183394 w 6232297"/>
                <a:gd name="connsiteY29" fmla="*/ 5159722 h 5578507"/>
                <a:gd name="connsiteX30" fmla="*/ 30994 w 6232297"/>
                <a:gd name="connsiteY30" fmla="*/ 4753968 h 5578507"/>
                <a:gd name="connsiteX0" fmla="*/ 30994 w 6278187"/>
                <a:gd name="connsiteY0" fmla="*/ 4753968 h 5578507"/>
                <a:gd name="connsiteX1" fmla="*/ 1279893 w 6278187"/>
                <a:gd name="connsiteY1" fmla="*/ 2213968 h 5578507"/>
                <a:gd name="connsiteX2" fmla="*/ 2405370 w 6278187"/>
                <a:gd name="connsiteY2" fmla="*/ 2354 h 5578507"/>
                <a:gd name="connsiteX3" fmla="*/ 2885542 w 6278187"/>
                <a:gd name="connsiteY3" fmla="*/ 181968 h 5578507"/>
                <a:gd name="connsiteX4" fmla="*/ 3030684 w 6278187"/>
                <a:gd name="connsiteY4" fmla="*/ 80368 h 5578507"/>
                <a:gd name="connsiteX5" fmla="*/ 3146798 w 6278187"/>
                <a:gd name="connsiteY5" fmla="*/ 283568 h 5578507"/>
                <a:gd name="connsiteX6" fmla="*/ 3190341 w 6278187"/>
                <a:gd name="connsiteY6" fmla="*/ 7797 h 5578507"/>
                <a:gd name="connsiteX7" fmla="*/ 3451597 w 6278187"/>
                <a:gd name="connsiteY7" fmla="*/ 399683 h 5578507"/>
                <a:gd name="connsiteX8" fmla="*/ 3712854 w 6278187"/>
                <a:gd name="connsiteY8" fmla="*/ 748026 h 5578507"/>
                <a:gd name="connsiteX9" fmla="*/ 3901539 w 6278187"/>
                <a:gd name="connsiteY9" fmla="*/ 472255 h 5578507"/>
                <a:gd name="connsiteX10" fmla="*/ 4061195 w 6278187"/>
                <a:gd name="connsiteY10" fmla="*/ 631912 h 5578507"/>
                <a:gd name="connsiteX11" fmla="*/ 4351482 w 6278187"/>
                <a:gd name="connsiteY11" fmla="*/ 922198 h 5578507"/>
                <a:gd name="connsiteX12" fmla="*/ 4496624 w 6278187"/>
                <a:gd name="connsiteY12" fmla="*/ 1430198 h 5578507"/>
                <a:gd name="connsiteX13" fmla="*/ 4583709 w 6278187"/>
                <a:gd name="connsiteY13" fmla="*/ 1851112 h 5578507"/>
                <a:gd name="connsiteX14" fmla="*/ 4801424 w 6278187"/>
                <a:gd name="connsiteY14" fmla="*/ 1996255 h 5578507"/>
                <a:gd name="connsiteX15" fmla="*/ 5323937 w 6278187"/>
                <a:gd name="connsiteY15" fmla="*/ 1647912 h 5578507"/>
                <a:gd name="connsiteX16" fmla="*/ 5352965 w 6278187"/>
                <a:gd name="connsiteY16" fmla="*/ 1836598 h 5578507"/>
                <a:gd name="connsiteX17" fmla="*/ 5643251 w 6278187"/>
                <a:gd name="connsiteY17" fmla="*/ 2068826 h 5578507"/>
                <a:gd name="connsiteX18" fmla="*/ 5802908 w 6278187"/>
                <a:gd name="connsiteY18" fmla="*/ 2562312 h 5578507"/>
                <a:gd name="connsiteX19" fmla="*/ 6049651 w 6278187"/>
                <a:gd name="connsiteY19" fmla="*/ 2997740 h 5578507"/>
                <a:gd name="connsiteX20" fmla="*/ 6209307 w 6278187"/>
                <a:gd name="connsiteY20" fmla="*/ 3433169 h 5578507"/>
                <a:gd name="connsiteX21" fmla="*/ 5991593 w 6278187"/>
                <a:gd name="connsiteY21" fmla="*/ 3897626 h 5578507"/>
                <a:gd name="connsiteX22" fmla="*/ 5962564 w 6278187"/>
                <a:gd name="connsiteY22" fmla="*/ 4144369 h 5578507"/>
                <a:gd name="connsiteX23" fmla="*/ 5602973 w 6278187"/>
                <a:gd name="connsiteY23" fmla="*/ 4964789 h 5578507"/>
                <a:gd name="connsiteX24" fmla="*/ 5411022 w 6278187"/>
                <a:gd name="connsiteY24" fmla="*/ 4942655 h 5578507"/>
                <a:gd name="connsiteX25" fmla="*/ 4985753 w 6278187"/>
                <a:gd name="connsiteY25" fmla="*/ 5391509 h 5578507"/>
                <a:gd name="connsiteX26" fmla="*/ 4620613 w 6278187"/>
                <a:gd name="connsiteY26" fmla="*/ 5506250 h 5578507"/>
                <a:gd name="connsiteX27" fmla="*/ 4046679 w 6278187"/>
                <a:gd name="connsiteY27" fmla="*/ 5421626 h 5578507"/>
                <a:gd name="connsiteX28" fmla="*/ 3219364 w 6278187"/>
                <a:gd name="connsiteY28" fmla="*/ 5407112 h 5578507"/>
                <a:gd name="connsiteX29" fmla="*/ 183394 w 6278187"/>
                <a:gd name="connsiteY29" fmla="*/ 5159722 h 5578507"/>
                <a:gd name="connsiteX30" fmla="*/ 30994 w 6278187"/>
                <a:gd name="connsiteY30" fmla="*/ 4753968 h 5578507"/>
                <a:gd name="connsiteX0" fmla="*/ 30994 w 6277176"/>
                <a:gd name="connsiteY0" fmla="*/ 4753968 h 5578507"/>
                <a:gd name="connsiteX1" fmla="*/ 1279893 w 6277176"/>
                <a:gd name="connsiteY1" fmla="*/ 2213968 h 5578507"/>
                <a:gd name="connsiteX2" fmla="*/ 2405370 w 6277176"/>
                <a:gd name="connsiteY2" fmla="*/ 2354 h 5578507"/>
                <a:gd name="connsiteX3" fmla="*/ 2885542 w 6277176"/>
                <a:gd name="connsiteY3" fmla="*/ 181968 h 5578507"/>
                <a:gd name="connsiteX4" fmla="*/ 3030684 w 6277176"/>
                <a:gd name="connsiteY4" fmla="*/ 80368 h 5578507"/>
                <a:gd name="connsiteX5" fmla="*/ 3146798 w 6277176"/>
                <a:gd name="connsiteY5" fmla="*/ 283568 h 5578507"/>
                <a:gd name="connsiteX6" fmla="*/ 3190341 w 6277176"/>
                <a:gd name="connsiteY6" fmla="*/ 7797 h 5578507"/>
                <a:gd name="connsiteX7" fmla="*/ 3451597 w 6277176"/>
                <a:gd name="connsiteY7" fmla="*/ 399683 h 5578507"/>
                <a:gd name="connsiteX8" fmla="*/ 3712854 w 6277176"/>
                <a:gd name="connsiteY8" fmla="*/ 748026 h 5578507"/>
                <a:gd name="connsiteX9" fmla="*/ 3901539 w 6277176"/>
                <a:gd name="connsiteY9" fmla="*/ 472255 h 5578507"/>
                <a:gd name="connsiteX10" fmla="*/ 4061195 w 6277176"/>
                <a:gd name="connsiteY10" fmla="*/ 631912 h 5578507"/>
                <a:gd name="connsiteX11" fmla="*/ 4351482 w 6277176"/>
                <a:gd name="connsiteY11" fmla="*/ 922198 h 5578507"/>
                <a:gd name="connsiteX12" fmla="*/ 4496624 w 6277176"/>
                <a:gd name="connsiteY12" fmla="*/ 1430198 h 5578507"/>
                <a:gd name="connsiteX13" fmla="*/ 4583709 w 6277176"/>
                <a:gd name="connsiteY13" fmla="*/ 1851112 h 5578507"/>
                <a:gd name="connsiteX14" fmla="*/ 4801424 w 6277176"/>
                <a:gd name="connsiteY14" fmla="*/ 1996255 h 5578507"/>
                <a:gd name="connsiteX15" fmla="*/ 5323937 w 6277176"/>
                <a:gd name="connsiteY15" fmla="*/ 1647912 h 5578507"/>
                <a:gd name="connsiteX16" fmla="*/ 5352965 w 6277176"/>
                <a:gd name="connsiteY16" fmla="*/ 1836598 h 5578507"/>
                <a:gd name="connsiteX17" fmla="*/ 5643251 w 6277176"/>
                <a:gd name="connsiteY17" fmla="*/ 2068826 h 5578507"/>
                <a:gd name="connsiteX18" fmla="*/ 5802908 w 6277176"/>
                <a:gd name="connsiteY18" fmla="*/ 2562312 h 5578507"/>
                <a:gd name="connsiteX19" fmla="*/ 6049651 w 6277176"/>
                <a:gd name="connsiteY19" fmla="*/ 2997740 h 5578507"/>
                <a:gd name="connsiteX20" fmla="*/ 6209307 w 6277176"/>
                <a:gd name="connsiteY20" fmla="*/ 3433169 h 5578507"/>
                <a:gd name="connsiteX21" fmla="*/ 5991593 w 6277176"/>
                <a:gd name="connsiteY21" fmla="*/ 3897626 h 5578507"/>
                <a:gd name="connsiteX22" fmla="*/ 5962564 w 6277176"/>
                <a:gd name="connsiteY22" fmla="*/ 4144369 h 5578507"/>
                <a:gd name="connsiteX23" fmla="*/ 5602973 w 6277176"/>
                <a:gd name="connsiteY23" fmla="*/ 4964789 h 5578507"/>
                <a:gd name="connsiteX24" fmla="*/ 5411022 w 6277176"/>
                <a:gd name="connsiteY24" fmla="*/ 4942655 h 5578507"/>
                <a:gd name="connsiteX25" fmla="*/ 4985753 w 6277176"/>
                <a:gd name="connsiteY25" fmla="*/ 5391509 h 5578507"/>
                <a:gd name="connsiteX26" fmla="*/ 4620613 w 6277176"/>
                <a:gd name="connsiteY26" fmla="*/ 5506250 h 5578507"/>
                <a:gd name="connsiteX27" fmla="*/ 4046679 w 6277176"/>
                <a:gd name="connsiteY27" fmla="*/ 5421626 h 5578507"/>
                <a:gd name="connsiteX28" fmla="*/ 3219364 w 6277176"/>
                <a:gd name="connsiteY28" fmla="*/ 5407112 h 5578507"/>
                <a:gd name="connsiteX29" fmla="*/ 183394 w 6277176"/>
                <a:gd name="connsiteY29" fmla="*/ 5159722 h 5578507"/>
                <a:gd name="connsiteX30" fmla="*/ 30994 w 6277176"/>
                <a:gd name="connsiteY30" fmla="*/ 4753968 h 5578507"/>
                <a:gd name="connsiteX0" fmla="*/ 30994 w 6277176"/>
                <a:gd name="connsiteY0" fmla="*/ 4753968 h 5578507"/>
                <a:gd name="connsiteX1" fmla="*/ 1279893 w 6277176"/>
                <a:gd name="connsiteY1" fmla="*/ 2213968 h 5578507"/>
                <a:gd name="connsiteX2" fmla="*/ 2405370 w 6277176"/>
                <a:gd name="connsiteY2" fmla="*/ 2354 h 5578507"/>
                <a:gd name="connsiteX3" fmla="*/ 2885542 w 6277176"/>
                <a:gd name="connsiteY3" fmla="*/ 181968 h 5578507"/>
                <a:gd name="connsiteX4" fmla="*/ 3030684 w 6277176"/>
                <a:gd name="connsiteY4" fmla="*/ 80368 h 5578507"/>
                <a:gd name="connsiteX5" fmla="*/ 3146798 w 6277176"/>
                <a:gd name="connsiteY5" fmla="*/ 283568 h 5578507"/>
                <a:gd name="connsiteX6" fmla="*/ 3190341 w 6277176"/>
                <a:gd name="connsiteY6" fmla="*/ 7797 h 5578507"/>
                <a:gd name="connsiteX7" fmla="*/ 3451597 w 6277176"/>
                <a:gd name="connsiteY7" fmla="*/ 399683 h 5578507"/>
                <a:gd name="connsiteX8" fmla="*/ 3712854 w 6277176"/>
                <a:gd name="connsiteY8" fmla="*/ 748026 h 5578507"/>
                <a:gd name="connsiteX9" fmla="*/ 3901539 w 6277176"/>
                <a:gd name="connsiteY9" fmla="*/ 472255 h 5578507"/>
                <a:gd name="connsiteX10" fmla="*/ 4061195 w 6277176"/>
                <a:gd name="connsiteY10" fmla="*/ 631912 h 5578507"/>
                <a:gd name="connsiteX11" fmla="*/ 4351482 w 6277176"/>
                <a:gd name="connsiteY11" fmla="*/ 922198 h 5578507"/>
                <a:gd name="connsiteX12" fmla="*/ 4496624 w 6277176"/>
                <a:gd name="connsiteY12" fmla="*/ 1430198 h 5578507"/>
                <a:gd name="connsiteX13" fmla="*/ 4583709 w 6277176"/>
                <a:gd name="connsiteY13" fmla="*/ 1851112 h 5578507"/>
                <a:gd name="connsiteX14" fmla="*/ 4801424 w 6277176"/>
                <a:gd name="connsiteY14" fmla="*/ 1996255 h 5578507"/>
                <a:gd name="connsiteX15" fmla="*/ 5323937 w 6277176"/>
                <a:gd name="connsiteY15" fmla="*/ 1647912 h 5578507"/>
                <a:gd name="connsiteX16" fmla="*/ 5352965 w 6277176"/>
                <a:gd name="connsiteY16" fmla="*/ 1836598 h 5578507"/>
                <a:gd name="connsiteX17" fmla="*/ 5643251 w 6277176"/>
                <a:gd name="connsiteY17" fmla="*/ 2068826 h 5578507"/>
                <a:gd name="connsiteX18" fmla="*/ 5802908 w 6277176"/>
                <a:gd name="connsiteY18" fmla="*/ 2562312 h 5578507"/>
                <a:gd name="connsiteX19" fmla="*/ 6049651 w 6277176"/>
                <a:gd name="connsiteY19" fmla="*/ 2997740 h 5578507"/>
                <a:gd name="connsiteX20" fmla="*/ 6209307 w 6277176"/>
                <a:gd name="connsiteY20" fmla="*/ 3433169 h 5578507"/>
                <a:gd name="connsiteX21" fmla="*/ 5991593 w 6277176"/>
                <a:gd name="connsiteY21" fmla="*/ 3897626 h 5578507"/>
                <a:gd name="connsiteX22" fmla="*/ 5962564 w 6277176"/>
                <a:gd name="connsiteY22" fmla="*/ 4144369 h 5578507"/>
                <a:gd name="connsiteX23" fmla="*/ 5602973 w 6277176"/>
                <a:gd name="connsiteY23" fmla="*/ 4964789 h 5578507"/>
                <a:gd name="connsiteX24" fmla="*/ 5411022 w 6277176"/>
                <a:gd name="connsiteY24" fmla="*/ 4942655 h 5578507"/>
                <a:gd name="connsiteX25" fmla="*/ 4985753 w 6277176"/>
                <a:gd name="connsiteY25" fmla="*/ 5391509 h 5578507"/>
                <a:gd name="connsiteX26" fmla="*/ 4620613 w 6277176"/>
                <a:gd name="connsiteY26" fmla="*/ 5506250 h 5578507"/>
                <a:gd name="connsiteX27" fmla="*/ 4046679 w 6277176"/>
                <a:gd name="connsiteY27" fmla="*/ 5421626 h 5578507"/>
                <a:gd name="connsiteX28" fmla="*/ 3219364 w 6277176"/>
                <a:gd name="connsiteY28" fmla="*/ 5407112 h 5578507"/>
                <a:gd name="connsiteX29" fmla="*/ 183394 w 6277176"/>
                <a:gd name="connsiteY29" fmla="*/ 5159722 h 5578507"/>
                <a:gd name="connsiteX30" fmla="*/ 30994 w 6277176"/>
                <a:gd name="connsiteY30" fmla="*/ 4753968 h 5578507"/>
                <a:gd name="connsiteX0" fmla="*/ 30994 w 6277176"/>
                <a:gd name="connsiteY0" fmla="*/ 4753968 h 5578507"/>
                <a:gd name="connsiteX1" fmla="*/ 1279893 w 6277176"/>
                <a:gd name="connsiteY1" fmla="*/ 2213968 h 5578507"/>
                <a:gd name="connsiteX2" fmla="*/ 2405370 w 6277176"/>
                <a:gd name="connsiteY2" fmla="*/ 2354 h 5578507"/>
                <a:gd name="connsiteX3" fmla="*/ 2885542 w 6277176"/>
                <a:gd name="connsiteY3" fmla="*/ 181968 h 5578507"/>
                <a:gd name="connsiteX4" fmla="*/ 3030684 w 6277176"/>
                <a:gd name="connsiteY4" fmla="*/ 80368 h 5578507"/>
                <a:gd name="connsiteX5" fmla="*/ 3146798 w 6277176"/>
                <a:gd name="connsiteY5" fmla="*/ 283568 h 5578507"/>
                <a:gd name="connsiteX6" fmla="*/ 3190341 w 6277176"/>
                <a:gd name="connsiteY6" fmla="*/ 7797 h 5578507"/>
                <a:gd name="connsiteX7" fmla="*/ 3451597 w 6277176"/>
                <a:gd name="connsiteY7" fmla="*/ 399683 h 5578507"/>
                <a:gd name="connsiteX8" fmla="*/ 3712854 w 6277176"/>
                <a:gd name="connsiteY8" fmla="*/ 748026 h 5578507"/>
                <a:gd name="connsiteX9" fmla="*/ 3901539 w 6277176"/>
                <a:gd name="connsiteY9" fmla="*/ 472255 h 5578507"/>
                <a:gd name="connsiteX10" fmla="*/ 4061195 w 6277176"/>
                <a:gd name="connsiteY10" fmla="*/ 631912 h 5578507"/>
                <a:gd name="connsiteX11" fmla="*/ 4351482 w 6277176"/>
                <a:gd name="connsiteY11" fmla="*/ 922198 h 5578507"/>
                <a:gd name="connsiteX12" fmla="*/ 4496624 w 6277176"/>
                <a:gd name="connsiteY12" fmla="*/ 1430198 h 5578507"/>
                <a:gd name="connsiteX13" fmla="*/ 4583709 w 6277176"/>
                <a:gd name="connsiteY13" fmla="*/ 1851112 h 5578507"/>
                <a:gd name="connsiteX14" fmla="*/ 4801424 w 6277176"/>
                <a:gd name="connsiteY14" fmla="*/ 1996255 h 5578507"/>
                <a:gd name="connsiteX15" fmla="*/ 5323937 w 6277176"/>
                <a:gd name="connsiteY15" fmla="*/ 1647912 h 5578507"/>
                <a:gd name="connsiteX16" fmla="*/ 5352965 w 6277176"/>
                <a:gd name="connsiteY16" fmla="*/ 1836598 h 5578507"/>
                <a:gd name="connsiteX17" fmla="*/ 5643251 w 6277176"/>
                <a:gd name="connsiteY17" fmla="*/ 2068826 h 5578507"/>
                <a:gd name="connsiteX18" fmla="*/ 5802908 w 6277176"/>
                <a:gd name="connsiteY18" fmla="*/ 2562312 h 5578507"/>
                <a:gd name="connsiteX19" fmla="*/ 6049651 w 6277176"/>
                <a:gd name="connsiteY19" fmla="*/ 2997740 h 5578507"/>
                <a:gd name="connsiteX20" fmla="*/ 6209307 w 6277176"/>
                <a:gd name="connsiteY20" fmla="*/ 3433169 h 5578507"/>
                <a:gd name="connsiteX21" fmla="*/ 5991593 w 6277176"/>
                <a:gd name="connsiteY21" fmla="*/ 3897626 h 5578507"/>
                <a:gd name="connsiteX22" fmla="*/ 5962564 w 6277176"/>
                <a:gd name="connsiteY22" fmla="*/ 4144369 h 5578507"/>
                <a:gd name="connsiteX23" fmla="*/ 5602973 w 6277176"/>
                <a:gd name="connsiteY23" fmla="*/ 4964789 h 5578507"/>
                <a:gd name="connsiteX24" fmla="*/ 5411022 w 6277176"/>
                <a:gd name="connsiteY24" fmla="*/ 4942655 h 5578507"/>
                <a:gd name="connsiteX25" fmla="*/ 4985753 w 6277176"/>
                <a:gd name="connsiteY25" fmla="*/ 5391509 h 5578507"/>
                <a:gd name="connsiteX26" fmla="*/ 4620613 w 6277176"/>
                <a:gd name="connsiteY26" fmla="*/ 5506250 h 5578507"/>
                <a:gd name="connsiteX27" fmla="*/ 4046679 w 6277176"/>
                <a:gd name="connsiteY27" fmla="*/ 5421626 h 5578507"/>
                <a:gd name="connsiteX28" fmla="*/ 3219364 w 6277176"/>
                <a:gd name="connsiteY28" fmla="*/ 5407112 h 5578507"/>
                <a:gd name="connsiteX29" fmla="*/ 183394 w 6277176"/>
                <a:gd name="connsiteY29" fmla="*/ 5159722 h 5578507"/>
                <a:gd name="connsiteX30" fmla="*/ 30994 w 6277176"/>
                <a:gd name="connsiteY30" fmla="*/ 4753968 h 5578507"/>
                <a:gd name="connsiteX0" fmla="*/ 30994 w 6277176"/>
                <a:gd name="connsiteY0" fmla="*/ 4753968 h 5578507"/>
                <a:gd name="connsiteX1" fmla="*/ 1279893 w 6277176"/>
                <a:gd name="connsiteY1" fmla="*/ 2213968 h 5578507"/>
                <a:gd name="connsiteX2" fmla="*/ 2405370 w 6277176"/>
                <a:gd name="connsiteY2" fmla="*/ 2354 h 5578507"/>
                <a:gd name="connsiteX3" fmla="*/ 2885542 w 6277176"/>
                <a:gd name="connsiteY3" fmla="*/ 181968 h 5578507"/>
                <a:gd name="connsiteX4" fmla="*/ 3030684 w 6277176"/>
                <a:gd name="connsiteY4" fmla="*/ 80368 h 5578507"/>
                <a:gd name="connsiteX5" fmla="*/ 3146798 w 6277176"/>
                <a:gd name="connsiteY5" fmla="*/ 283568 h 5578507"/>
                <a:gd name="connsiteX6" fmla="*/ 3190341 w 6277176"/>
                <a:gd name="connsiteY6" fmla="*/ 7797 h 5578507"/>
                <a:gd name="connsiteX7" fmla="*/ 3451597 w 6277176"/>
                <a:gd name="connsiteY7" fmla="*/ 399683 h 5578507"/>
                <a:gd name="connsiteX8" fmla="*/ 3712854 w 6277176"/>
                <a:gd name="connsiteY8" fmla="*/ 748026 h 5578507"/>
                <a:gd name="connsiteX9" fmla="*/ 3901539 w 6277176"/>
                <a:gd name="connsiteY9" fmla="*/ 472255 h 5578507"/>
                <a:gd name="connsiteX10" fmla="*/ 4061195 w 6277176"/>
                <a:gd name="connsiteY10" fmla="*/ 631912 h 5578507"/>
                <a:gd name="connsiteX11" fmla="*/ 4351482 w 6277176"/>
                <a:gd name="connsiteY11" fmla="*/ 922198 h 5578507"/>
                <a:gd name="connsiteX12" fmla="*/ 4496624 w 6277176"/>
                <a:gd name="connsiteY12" fmla="*/ 1430198 h 5578507"/>
                <a:gd name="connsiteX13" fmla="*/ 4583709 w 6277176"/>
                <a:gd name="connsiteY13" fmla="*/ 1851112 h 5578507"/>
                <a:gd name="connsiteX14" fmla="*/ 4801424 w 6277176"/>
                <a:gd name="connsiteY14" fmla="*/ 1996255 h 5578507"/>
                <a:gd name="connsiteX15" fmla="*/ 5323937 w 6277176"/>
                <a:gd name="connsiteY15" fmla="*/ 1647912 h 5578507"/>
                <a:gd name="connsiteX16" fmla="*/ 5352965 w 6277176"/>
                <a:gd name="connsiteY16" fmla="*/ 1836598 h 5578507"/>
                <a:gd name="connsiteX17" fmla="*/ 5643251 w 6277176"/>
                <a:gd name="connsiteY17" fmla="*/ 2068826 h 5578507"/>
                <a:gd name="connsiteX18" fmla="*/ 5802908 w 6277176"/>
                <a:gd name="connsiteY18" fmla="*/ 2562312 h 5578507"/>
                <a:gd name="connsiteX19" fmla="*/ 6030601 w 6277176"/>
                <a:gd name="connsiteY19" fmla="*/ 2969165 h 5578507"/>
                <a:gd name="connsiteX20" fmla="*/ 6209307 w 6277176"/>
                <a:gd name="connsiteY20" fmla="*/ 3433169 h 5578507"/>
                <a:gd name="connsiteX21" fmla="*/ 5991593 w 6277176"/>
                <a:gd name="connsiteY21" fmla="*/ 3897626 h 5578507"/>
                <a:gd name="connsiteX22" fmla="*/ 5962564 w 6277176"/>
                <a:gd name="connsiteY22" fmla="*/ 4144369 h 5578507"/>
                <a:gd name="connsiteX23" fmla="*/ 5602973 w 6277176"/>
                <a:gd name="connsiteY23" fmla="*/ 4964789 h 5578507"/>
                <a:gd name="connsiteX24" fmla="*/ 5411022 w 6277176"/>
                <a:gd name="connsiteY24" fmla="*/ 4942655 h 5578507"/>
                <a:gd name="connsiteX25" fmla="*/ 4985753 w 6277176"/>
                <a:gd name="connsiteY25" fmla="*/ 5391509 h 5578507"/>
                <a:gd name="connsiteX26" fmla="*/ 4620613 w 6277176"/>
                <a:gd name="connsiteY26" fmla="*/ 5506250 h 5578507"/>
                <a:gd name="connsiteX27" fmla="*/ 4046679 w 6277176"/>
                <a:gd name="connsiteY27" fmla="*/ 5421626 h 5578507"/>
                <a:gd name="connsiteX28" fmla="*/ 3219364 w 6277176"/>
                <a:gd name="connsiteY28" fmla="*/ 5407112 h 5578507"/>
                <a:gd name="connsiteX29" fmla="*/ 183394 w 6277176"/>
                <a:gd name="connsiteY29" fmla="*/ 5159722 h 5578507"/>
                <a:gd name="connsiteX30" fmla="*/ 30994 w 6277176"/>
                <a:gd name="connsiteY30" fmla="*/ 4753968 h 5578507"/>
                <a:gd name="connsiteX0" fmla="*/ 30994 w 6277176"/>
                <a:gd name="connsiteY0" fmla="*/ 4753968 h 5578507"/>
                <a:gd name="connsiteX1" fmla="*/ 1279893 w 6277176"/>
                <a:gd name="connsiteY1" fmla="*/ 2213968 h 5578507"/>
                <a:gd name="connsiteX2" fmla="*/ 2405370 w 6277176"/>
                <a:gd name="connsiteY2" fmla="*/ 2354 h 5578507"/>
                <a:gd name="connsiteX3" fmla="*/ 2885542 w 6277176"/>
                <a:gd name="connsiteY3" fmla="*/ 181968 h 5578507"/>
                <a:gd name="connsiteX4" fmla="*/ 3030684 w 6277176"/>
                <a:gd name="connsiteY4" fmla="*/ 80368 h 5578507"/>
                <a:gd name="connsiteX5" fmla="*/ 3146798 w 6277176"/>
                <a:gd name="connsiteY5" fmla="*/ 283568 h 5578507"/>
                <a:gd name="connsiteX6" fmla="*/ 3190341 w 6277176"/>
                <a:gd name="connsiteY6" fmla="*/ 7797 h 5578507"/>
                <a:gd name="connsiteX7" fmla="*/ 3451597 w 6277176"/>
                <a:gd name="connsiteY7" fmla="*/ 399683 h 5578507"/>
                <a:gd name="connsiteX8" fmla="*/ 3712854 w 6277176"/>
                <a:gd name="connsiteY8" fmla="*/ 748026 h 5578507"/>
                <a:gd name="connsiteX9" fmla="*/ 3901539 w 6277176"/>
                <a:gd name="connsiteY9" fmla="*/ 472255 h 5578507"/>
                <a:gd name="connsiteX10" fmla="*/ 4061195 w 6277176"/>
                <a:gd name="connsiteY10" fmla="*/ 631912 h 5578507"/>
                <a:gd name="connsiteX11" fmla="*/ 4351482 w 6277176"/>
                <a:gd name="connsiteY11" fmla="*/ 922198 h 5578507"/>
                <a:gd name="connsiteX12" fmla="*/ 4496624 w 6277176"/>
                <a:gd name="connsiteY12" fmla="*/ 1430198 h 5578507"/>
                <a:gd name="connsiteX13" fmla="*/ 4583709 w 6277176"/>
                <a:gd name="connsiteY13" fmla="*/ 1851112 h 5578507"/>
                <a:gd name="connsiteX14" fmla="*/ 4801424 w 6277176"/>
                <a:gd name="connsiteY14" fmla="*/ 1996255 h 5578507"/>
                <a:gd name="connsiteX15" fmla="*/ 5323937 w 6277176"/>
                <a:gd name="connsiteY15" fmla="*/ 1647912 h 5578507"/>
                <a:gd name="connsiteX16" fmla="*/ 5352965 w 6277176"/>
                <a:gd name="connsiteY16" fmla="*/ 1836598 h 5578507"/>
                <a:gd name="connsiteX17" fmla="*/ 5643251 w 6277176"/>
                <a:gd name="connsiteY17" fmla="*/ 2068826 h 5578507"/>
                <a:gd name="connsiteX18" fmla="*/ 5802908 w 6277176"/>
                <a:gd name="connsiteY18" fmla="*/ 2562312 h 5578507"/>
                <a:gd name="connsiteX19" fmla="*/ 6030601 w 6277176"/>
                <a:gd name="connsiteY19" fmla="*/ 2969165 h 5578507"/>
                <a:gd name="connsiteX20" fmla="*/ 6209307 w 6277176"/>
                <a:gd name="connsiteY20" fmla="*/ 3433169 h 5578507"/>
                <a:gd name="connsiteX21" fmla="*/ 5991593 w 6277176"/>
                <a:gd name="connsiteY21" fmla="*/ 3897626 h 5578507"/>
                <a:gd name="connsiteX22" fmla="*/ 5962564 w 6277176"/>
                <a:gd name="connsiteY22" fmla="*/ 4144369 h 5578507"/>
                <a:gd name="connsiteX23" fmla="*/ 5602973 w 6277176"/>
                <a:gd name="connsiteY23" fmla="*/ 4964789 h 5578507"/>
                <a:gd name="connsiteX24" fmla="*/ 5411022 w 6277176"/>
                <a:gd name="connsiteY24" fmla="*/ 4942655 h 5578507"/>
                <a:gd name="connsiteX25" fmla="*/ 4985753 w 6277176"/>
                <a:gd name="connsiteY25" fmla="*/ 5391509 h 5578507"/>
                <a:gd name="connsiteX26" fmla="*/ 4620613 w 6277176"/>
                <a:gd name="connsiteY26" fmla="*/ 5506250 h 5578507"/>
                <a:gd name="connsiteX27" fmla="*/ 4046679 w 6277176"/>
                <a:gd name="connsiteY27" fmla="*/ 5421626 h 5578507"/>
                <a:gd name="connsiteX28" fmla="*/ 3219364 w 6277176"/>
                <a:gd name="connsiteY28" fmla="*/ 5407112 h 5578507"/>
                <a:gd name="connsiteX29" fmla="*/ 183394 w 6277176"/>
                <a:gd name="connsiteY29" fmla="*/ 5159722 h 5578507"/>
                <a:gd name="connsiteX30" fmla="*/ 30994 w 6277176"/>
                <a:gd name="connsiteY30" fmla="*/ 4753968 h 5578507"/>
                <a:gd name="connsiteX0" fmla="*/ 30994 w 6277176"/>
                <a:gd name="connsiteY0" fmla="*/ 4753968 h 5578507"/>
                <a:gd name="connsiteX1" fmla="*/ 1279893 w 6277176"/>
                <a:gd name="connsiteY1" fmla="*/ 2213968 h 5578507"/>
                <a:gd name="connsiteX2" fmla="*/ 2405370 w 6277176"/>
                <a:gd name="connsiteY2" fmla="*/ 2354 h 5578507"/>
                <a:gd name="connsiteX3" fmla="*/ 2885542 w 6277176"/>
                <a:gd name="connsiteY3" fmla="*/ 181968 h 5578507"/>
                <a:gd name="connsiteX4" fmla="*/ 3030684 w 6277176"/>
                <a:gd name="connsiteY4" fmla="*/ 80368 h 5578507"/>
                <a:gd name="connsiteX5" fmla="*/ 3146798 w 6277176"/>
                <a:gd name="connsiteY5" fmla="*/ 283568 h 5578507"/>
                <a:gd name="connsiteX6" fmla="*/ 3190341 w 6277176"/>
                <a:gd name="connsiteY6" fmla="*/ 7797 h 5578507"/>
                <a:gd name="connsiteX7" fmla="*/ 3451597 w 6277176"/>
                <a:gd name="connsiteY7" fmla="*/ 399683 h 5578507"/>
                <a:gd name="connsiteX8" fmla="*/ 3712854 w 6277176"/>
                <a:gd name="connsiteY8" fmla="*/ 748026 h 5578507"/>
                <a:gd name="connsiteX9" fmla="*/ 3901539 w 6277176"/>
                <a:gd name="connsiteY9" fmla="*/ 472255 h 5578507"/>
                <a:gd name="connsiteX10" fmla="*/ 4061195 w 6277176"/>
                <a:gd name="connsiteY10" fmla="*/ 631912 h 5578507"/>
                <a:gd name="connsiteX11" fmla="*/ 4351482 w 6277176"/>
                <a:gd name="connsiteY11" fmla="*/ 922198 h 5578507"/>
                <a:gd name="connsiteX12" fmla="*/ 4496624 w 6277176"/>
                <a:gd name="connsiteY12" fmla="*/ 1430198 h 5578507"/>
                <a:gd name="connsiteX13" fmla="*/ 4583709 w 6277176"/>
                <a:gd name="connsiteY13" fmla="*/ 1851112 h 5578507"/>
                <a:gd name="connsiteX14" fmla="*/ 4801424 w 6277176"/>
                <a:gd name="connsiteY14" fmla="*/ 1996255 h 5578507"/>
                <a:gd name="connsiteX15" fmla="*/ 5323937 w 6277176"/>
                <a:gd name="connsiteY15" fmla="*/ 1647912 h 5578507"/>
                <a:gd name="connsiteX16" fmla="*/ 5352965 w 6277176"/>
                <a:gd name="connsiteY16" fmla="*/ 1836598 h 5578507"/>
                <a:gd name="connsiteX17" fmla="*/ 5643251 w 6277176"/>
                <a:gd name="connsiteY17" fmla="*/ 2068826 h 5578507"/>
                <a:gd name="connsiteX18" fmla="*/ 5802908 w 6277176"/>
                <a:gd name="connsiteY18" fmla="*/ 2562312 h 5578507"/>
                <a:gd name="connsiteX19" fmla="*/ 6030601 w 6277176"/>
                <a:gd name="connsiteY19" fmla="*/ 2969165 h 5578507"/>
                <a:gd name="connsiteX20" fmla="*/ 6209307 w 6277176"/>
                <a:gd name="connsiteY20" fmla="*/ 3433169 h 5578507"/>
                <a:gd name="connsiteX21" fmla="*/ 5991593 w 6277176"/>
                <a:gd name="connsiteY21" fmla="*/ 3897626 h 5578507"/>
                <a:gd name="connsiteX22" fmla="*/ 5962564 w 6277176"/>
                <a:gd name="connsiteY22" fmla="*/ 4144369 h 5578507"/>
                <a:gd name="connsiteX23" fmla="*/ 5602973 w 6277176"/>
                <a:gd name="connsiteY23" fmla="*/ 4964789 h 5578507"/>
                <a:gd name="connsiteX24" fmla="*/ 5411022 w 6277176"/>
                <a:gd name="connsiteY24" fmla="*/ 4942655 h 5578507"/>
                <a:gd name="connsiteX25" fmla="*/ 4985753 w 6277176"/>
                <a:gd name="connsiteY25" fmla="*/ 5391509 h 5578507"/>
                <a:gd name="connsiteX26" fmla="*/ 4620613 w 6277176"/>
                <a:gd name="connsiteY26" fmla="*/ 5506250 h 5578507"/>
                <a:gd name="connsiteX27" fmla="*/ 4046679 w 6277176"/>
                <a:gd name="connsiteY27" fmla="*/ 5421626 h 5578507"/>
                <a:gd name="connsiteX28" fmla="*/ 3219364 w 6277176"/>
                <a:gd name="connsiteY28" fmla="*/ 5407112 h 5578507"/>
                <a:gd name="connsiteX29" fmla="*/ 183394 w 6277176"/>
                <a:gd name="connsiteY29" fmla="*/ 5159722 h 5578507"/>
                <a:gd name="connsiteX30" fmla="*/ 30994 w 6277176"/>
                <a:gd name="connsiteY30" fmla="*/ 4753968 h 5578507"/>
                <a:gd name="connsiteX0" fmla="*/ 30994 w 6277176"/>
                <a:gd name="connsiteY0" fmla="*/ 4753968 h 5578507"/>
                <a:gd name="connsiteX1" fmla="*/ 1279893 w 6277176"/>
                <a:gd name="connsiteY1" fmla="*/ 2213968 h 5578507"/>
                <a:gd name="connsiteX2" fmla="*/ 2405370 w 6277176"/>
                <a:gd name="connsiteY2" fmla="*/ 2354 h 5578507"/>
                <a:gd name="connsiteX3" fmla="*/ 2885542 w 6277176"/>
                <a:gd name="connsiteY3" fmla="*/ 181968 h 5578507"/>
                <a:gd name="connsiteX4" fmla="*/ 3030684 w 6277176"/>
                <a:gd name="connsiteY4" fmla="*/ 80368 h 5578507"/>
                <a:gd name="connsiteX5" fmla="*/ 3146798 w 6277176"/>
                <a:gd name="connsiteY5" fmla="*/ 283568 h 5578507"/>
                <a:gd name="connsiteX6" fmla="*/ 3190341 w 6277176"/>
                <a:gd name="connsiteY6" fmla="*/ 7797 h 5578507"/>
                <a:gd name="connsiteX7" fmla="*/ 3451597 w 6277176"/>
                <a:gd name="connsiteY7" fmla="*/ 399683 h 5578507"/>
                <a:gd name="connsiteX8" fmla="*/ 3712854 w 6277176"/>
                <a:gd name="connsiteY8" fmla="*/ 748026 h 5578507"/>
                <a:gd name="connsiteX9" fmla="*/ 3901539 w 6277176"/>
                <a:gd name="connsiteY9" fmla="*/ 472255 h 5578507"/>
                <a:gd name="connsiteX10" fmla="*/ 4061195 w 6277176"/>
                <a:gd name="connsiteY10" fmla="*/ 631912 h 5578507"/>
                <a:gd name="connsiteX11" fmla="*/ 4351482 w 6277176"/>
                <a:gd name="connsiteY11" fmla="*/ 922198 h 5578507"/>
                <a:gd name="connsiteX12" fmla="*/ 4496624 w 6277176"/>
                <a:gd name="connsiteY12" fmla="*/ 1430198 h 5578507"/>
                <a:gd name="connsiteX13" fmla="*/ 4583709 w 6277176"/>
                <a:gd name="connsiteY13" fmla="*/ 1851112 h 5578507"/>
                <a:gd name="connsiteX14" fmla="*/ 4801424 w 6277176"/>
                <a:gd name="connsiteY14" fmla="*/ 1996255 h 5578507"/>
                <a:gd name="connsiteX15" fmla="*/ 5323937 w 6277176"/>
                <a:gd name="connsiteY15" fmla="*/ 1647912 h 5578507"/>
                <a:gd name="connsiteX16" fmla="*/ 5352965 w 6277176"/>
                <a:gd name="connsiteY16" fmla="*/ 1836598 h 5578507"/>
                <a:gd name="connsiteX17" fmla="*/ 5643251 w 6277176"/>
                <a:gd name="connsiteY17" fmla="*/ 2068826 h 5578507"/>
                <a:gd name="connsiteX18" fmla="*/ 5802908 w 6277176"/>
                <a:gd name="connsiteY18" fmla="*/ 2562312 h 5578507"/>
                <a:gd name="connsiteX19" fmla="*/ 6030601 w 6277176"/>
                <a:gd name="connsiteY19" fmla="*/ 2969165 h 5578507"/>
                <a:gd name="connsiteX20" fmla="*/ 6209307 w 6277176"/>
                <a:gd name="connsiteY20" fmla="*/ 3433169 h 5578507"/>
                <a:gd name="connsiteX21" fmla="*/ 5991593 w 6277176"/>
                <a:gd name="connsiteY21" fmla="*/ 3897626 h 5578507"/>
                <a:gd name="connsiteX22" fmla="*/ 5962564 w 6277176"/>
                <a:gd name="connsiteY22" fmla="*/ 4144369 h 5578507"/>
                <a:gd name="connsiteX23" fmla="*/ 5602973 w 6277176"/>
                <a:gd name="connsiteY23" fmla="*/ 4964789 h 5578507"/>
                <a:gd name="connsiteX24" fmla="*/ 5411022 w 6277176"/>
                <a:gd name="connsiteY24" fmla="*/ 4942655 h 5578507"/>
                <a:gd name="connsiteX25" fmla="*/ 4985753 w 6277176"/>
                <a:gd name="connsiteY25" fmla="*/ 5391509 h 5578507"/>
                <a:gd name="connsiteX26" fmla="*/ 4620613 w 6277176"/>
                <a:gd name="connsiteY26" fmla="*/ 5506250 h 5578507"/>
                <a:gd name="connsiteX27" fmla="*/ 4046679 w 6277176"/>
                <a:gd name="connsiteY27" fmla="*/ 5421626 h 5578507"/>
                <a:gd name="connsiteX28" fmla="*/ 3219364 w 6277176"/>
                <a:gd name="connsiteY28" fmla="*/ 5407112 h 5578507"/>
                <a:gd name="connsiteX29" fmla="*/ 183394 w 6277176"/>
                <a:gd name="connsiteY29" fmla="*/ 5159722 h 5578507"/>
                <a:gd name="connsiteX30" fmla="*/ 30994 w 6277176"/>
                <a:gd name="connsiteY30" fmla="*/ 4753968 h 5578507"/>
                <a:gd name="connsiteX0" fmla="*/ 30994 w 6277176"/>
                <a:gd name="connsiteY0" fmla="*/ 4753968 h 5578507"/>
                <a:gd name="connsiteX1" fmla="*/ 1279893 w 6277176"/>
                <a:gd name="connsiteY1" fmla="*/ 2213968 h 5578507"/>
                <a:gd name="connsiteX2" fmla="*/ 2405370 w 6277176"/>
                <a:gd name="connsiteY2" fmla="*/ 2354 h 5578507"/>
                <a:gd name="connsiteX3" fmla="*/ 2885542 w 6277176"/>
                <a:gd name="connsiteY3" fmla="*/ 181968 h 5578507"/>
                <a:gd name="connsiteX4" fmla="*/ 3030684 w 6277176"/>
                <a:gd name="connsiteY4" fmla="*/ 80368 h 5578507"/>
                <a:gd name="connsiteX5" fmla="*/ 3146798 w 6277176"/>
                <a:gd name="connsiteY5" fmla="*/ 283568 h 5578507"/>
                <a:gd name="connsiteX6" fmla="*/ 3190341 w 6277176"/>
                <a:gd name="connsiteY6" fmla="*/ 7797 h 5578507"/>
                <a:gd name="connsiteX7" fmla="*/ 3451597 w 6277176"/>
                <a:gd name="connsiteY7" fmla="*/ 399683 h 5578507"/>
                <a:gd name="connsiteX8" fmla="*/ 3712854 w 6277176"/>
                <a:gd name="connsiteY8" fmla="*/ 748026 h 5578507"/>
                <a:gd name="connsiteX9" fmla="*/ 3901539 w 6277176"/>
                <a:gd name="connsiteY9" fmla="*/ 472255 h 5578507"/>
                <a:gd name="connsiteX10" fmla="*/ 4061195 w 6277176"/>
                <a:gd name="connsiteY10" fmla="*/ 631912 h 5578507"/>
                <a:gd name="connsiteX11" fmla="*/ 4351482 w 6277176"/>
                <a:gd name="connsiteY11" fmla="*/ 922198 h 5578507"/>
                <a:gd name="connsiteX12" fmla="*/ 4496624 w 6277176"/>
                <a:gd name="connsiteY12" fmla="*/ 1430198 h 5578507"/>
                <a:gd name="connsiteX13" fmla="*/ 4583709 w 6277176"/>
                <a:gd name="connsiteY13" fmla="*/ 1851112 h 5578507"/>
                <a:gd name="connsiteX14" fmla="*/ 4801424 w 6277176"/>
                <a:gd name="connsiteY14" fmla="*/ 1996255 h 5578507"/>
                <a:gd name="connsiteX15" fmla="*/ 5323937 w 6277176"/>
                <a:gd name="connsiteY15" fmla="*/ 1647912 h 5578507"/>
                <a:gd name="connsiteX16" fmla="*/ 5352965 w 6277176"/>
                <a:gd name="connsiteY16" fmla="*/ 1836598 h 5578507"/>
                <a:gd name="connsiteX17" fmla="*/ 5643251 w 6277176"/>
                <a:gd name="connsiteY17" fmla="*/ 2068826 h 5578507"/>
                <a:gd name="connsiteX18" fmla="*/ 5802908 w 6277176"/>
                <a:gd name="connsiteY18" fmla="*/ 2562312 h 5578507"/>
                <a:gd name="connsiteX19" fmla="*/ 6030601 w 6277176"/>
                <a:gd name="connsiteY19" fmla="*/ 2969165 h 5578507"/>
                <a:gd name="connsiteX20" fmla="*/ 6209307 w 6277176"/>
                <a:gd name="connsiteY20" fmla="*/ 3433169 h 5578507"/>
                <a:gd name="connsiteX21" fmla="*/ 5991593 w 6277176"/>
                <a:gd name="connsiteY21" fmla="*/ 3897626 h 5578507"/>
                <a:gd name="connsiteX22" fmla="*/ 5962564 w 6277176"/>
                <a:gd name="connsiteY22" fmla="*/ 4144369 h 5578507"/>
                <a:gd name="connsiteX23" fmla="*/ 5602973 w 6277176"/>
                <a:gd name="connsiteY23" fmla="*/ 4964789 h 5578507"/>
                <a:gd name="connsiteX24" fmla="*/ 5411022 w 6277176"/>
                <a:gd name="connsiteY24" fmla="*/ 4942655 h 5578507"/>
                <a:gd name="connsiteX25" fmla="*/ 4985753 w 6277176"/>
                <a:gd name="connsiteY25" fmla="*/ 5391509 h 5578507"/>
                <a:gd name="connsiteX26" fmla="*/ 4620613 w 6277176"/>
                <a:gd name="connsiteY26" fmla="*/ 5506250 h 5578507"/>
                <a:gd name="connsiteX27" fmla="*/ 4046679 w 6277176"/>
                <a:gd name="connsiteY27" fmla="*/ 5421626 h 5578507"/>
                <a:gd name="connsiteX28" fmla="*/ 3219364 w 6277176"/>
                <a:gd name="connsiteY28" fmla="*/ 5407112 h 5578507"/>
                <a:gd name="connsiteX29" fmla="*/ 183394 w 6277176"/>
                <a:gd name="connsiteY29" fmla="*/ 5159722 h 5578507"/>
                <a:gd name="connsiteX30" fmla="*/ 30994 w 6277176"/>
                <a:gd name="connsiteY30" fmla="*/ 4753968 h 5578507"/>
                <a:gd name="connsiteX0" fmla="*/ 30994 w 6277176"/>
                <a:gd name="connsiteY0" fmla="*/ 4753968 h 5578507"/>
                <a:gd name="connsiteX1" fmla="*/ 1279893 w 6277176"/>
                <a:gd name="connsiteY1" fmla="*/ 2213968 h 5578507"/>
                <a:gd name="connsiteX2" fmla="*/ 2405370 w 6277176"/>
                <a:gd name="connsiteY2" fmla="*/ 2354 h 5578507"/>
                <a:gd name="connsiteX3" fmla="*/ 2885542 w 6277176"/>
                <a:gd name="connsiteY3" fmla="*/ 181968 h 5578507"/>
                <a:gd name="connsiteX4" fmla="*/ 3030684 w 6277176"/>
                <a:gd name="connsiteY4" fmla="*/ 80368 h 5578507"/>
                <a:gd name="connsiteX5" fmla="*/ 3146798 w 6277176"/>
                <a:gd name="connsiteY5" fmla="*/ 283568 h 5578507"/>
                <a:gd name="connsiteX6" fmla="*/ 3190341 w 6277176"/>
                <a:gd name="connsiteY6" fmla="*/ 7797 h 5578507"/>
                <a:gd name="connsiteX7" fmla="*/ 3451597 w 6277176"/>
                <a:gd name="connsiteY7" fmla="*/ 399683 h 5578507"/>
                <a:gd name="connsiteX8" fmla="*/ 3712854 w 6277176"/>
                <a:gd name="connsiteY8" fmla="*/ 748026 h 5578507"/>
                <a:gd name="connsiteX9" fmla="*/ 3901539 w 6277176"/>
                <a:gd name="connsiteY9" fmla="*/ 472255 h 5578507"/>
                <a:gd name="connsiteX10" fmla="*/ 4061195 w 6277176"/>
                <a:gd name="connsiteY10" fmla="*/ 631912 h 5578507"/>
                <a:gd name="connsiteX11" fmla="*/ 4351482 w 6277176"/>
                <a:gd name="connsiteY11" fmla="*/ 922198 h 5578507"/>
                <a:gd name="connsiteX12" fmla="*/ 4496624 w 6277176"/>
                <a:gd name="connsiteY12" fmla="*/ 1430198 h 5578507"/>
                <a:gd name="connsiteX13" fmla="*/ 4583709 w 6277176"/>
                <a:gd name="connsiteY13" fmla="*/ 1851112 h 5578507"/>
                <a:gd name="connsiteX14" fmla="*/ 4801424 w 6277176"/>
                <a:gd name="connsiteY14" fmla="*/ 1996255 h 5578507"/>
                <a:gd name="connsiteX15" fmla="*/ 5323937 w 6277176"/>
                <a:gd name="connsiteY15" fmla="*/ 1647912 h 5578507"/>
                <a:gd name="connsiteX16" fmla="*/ 5327565 w 6277176"/>
                <a:gd name="connsiteY16" fmla="*/ 1792148 h 5578507"/>
                <a:gd name="connsiteX17" fmla="*/ 5643251 w 6277176"/>
                <a:gd name="connsiteY17" fmla="*/ 2068826 h 5578507"/>
                <a:gd name="connsiteX18" fmla="*/ 5802908 w 6277176"/>
                <a:gd name="connsiteY18" fmla="*/ 2562312 h 5578507"/>
                <a:gd name="connsiteX19" fmla="*/ 6030601 w 6277176"/>
                <a:gd name="connsiteY19" fmla="*/ 2969165 h 5578507"/>
                <a:gd name="connsiteX20" fmla="*/ 6209307 w 6277176"/>
                <a:gd name="connsiteY20" fmla="*/ 3433169 h 5578507"/>
                <a:gd name="connsiteX21" fmla="*/ 5991593 w 6277176"/>
                <a:gd name="connsiteY21" fmla="*/ 3897626 h 5578507"/>
                <a:gd name="connsiteX22" fmla="*/ 5962564 w 6277176"/>
                <a:gd name="connsiteY22" fmla="*/ 4144369 h 5578507"/>
                <a:gd name="connsiteX23" fmla="*/ 5602973 w 6277176"/>
                <a:gd name="connsiteY23" fmla="*/ 4964789 h 5578507"/>
                <a:gd name="connsiteX24" fmla="*/ 5411022 w 6277176"/>
                <a:gd name="connsiteY24" fmla="*/ 4942655 h 5578507"/>
                <a:gd name="connsiteX25" fmla="*/ 4985753 w 6277176"/>
                <a:gd name="connsiteY25" fmla="*/ 5391509 h 5578507"/>
                <a:gd name="connsiteX26" fmla="*/ 4620613 w 6277176"/>
                <a:gd name="connsiteY26" fmla="*/ 5506250 h 5578507"/>
                <a:gd name="connsiteX27" fmla="*/ 4046679 w 6277176"/>
                <a:gd name="connsiteY27" fmla="*/ 5421626 h 5578507"/>
                <a:gd name="connsiteX28" fmla="*/ 3219364 w 6277176"/>
                <a:gd name="connsiteY28" fmla="*/ 5407112 h 5578507"/>
                <a:gd name="connsiteX29" fmla="*/ 183394 w 6277176"/>
                <a:gd name="connsiteY29" fmla="*/ 5159722 h 5578507"/>
                <a:gd name="connsiteX30" fmla="*/ 30994 w 6277176"/>
                <a:gd name="connsiteY30" fmla="*/ 4753968 h 5578507"/>
                <a:gd name="connsiteX0" fmla="*/ 30994 w 6277176"/>
                <a:gd name="connsiteY0" fmla="*/ 4753968 h 5578507"/>
                <a:gd name="connsiteX1" fmla="*/ 1279893 w 6277176"/>
                <a:gd name="connsiteY1" fmla="*/ 2213968 h 5578507"/>
                <a:gd name="connsiteX2" fmla="*/ 2405370 w 6277176"/>
                <a:gd name="connsiteY2" fmla="*/ 2354 h 5578507"/>
                <a:gd name="connsiteX3" fmla="*/ 2885542 w 6277176"/>
                <a:gd name="connsiteY3" fmla="*/ 181968 h 5578507"/>
                <a:gd name="connsiteX4" fmla="*/ 3030684 w 6277176"/>
                <a:gd name="connsiteY4" fmla="*/ 80368 h 5578507"/>
                <a:gd name="connsiteX5" fmla="*/ 3146798 w 6277176"/>
                <a:gd name="connsiteY5" fmla="*/ 283568 h 5578507"/>
                <a:gd name="connsiteX6" fmla="*/ 3190341 w 6277176"/>
                <a:gd name="connsiteY6" fmla="*/ 7797 h 5578507"/>
                <a:gd name="connsiteX7" fmla="*/ 3451597 w 6277176"/>
                <a:gd name="connsiteY7" fmla="*/ 399683 h 5578507"/>
                <a:gd name="connsiteX8" fmla="*/ 3712854 w 6277176"/>
                <a:gd name="connsiteY8" fmla="*/ 748026 h 5578507"/>
                <a:gd name="connsiteX9" fmla="*/ 3901539 w 6277176"/>
                <a:gd name="connsiteY9" fmla="*/ 472255 h 5578507"/>
                <a:gd name="connsiteX10" fmla="*/ 4061195 w 6277176"/>
                <a:gd name="connsiteY10" fmla="*/ 631912 h 5578507"/>
                <a:gd name="connsiteX11" fmla="*/ 4351482 w 6277176"/>
                <a:gd name="connsiteY11" fmla="*/ 922198 h 5578507"/>
                <a:gd name="connsiteX12" fmla="*/ 4496624 w 6277176"/>
                <a:gd name="connsiteY12" fmla="*/ 1430198 h 5578507"/>
                <a:gd name="connsiteX13" fmla="*/ 4583709 w 6277176"/>
                <a:gd name="connsiteY13" fmla="*/ 1851112 h 5578507"/>
                <a:gd name="connsiteX14" fmla="*/ 4801424 w 6277176"/>
                <a:gd name="connsiteY14" fmla="*/ 1996255 h 5578507"/>
                <a:gd name="connsiteX15" fmla="*/ 5323937 w 6277176"/>
                <a:gd name="connsiteY15" fmla="*/ 1647912 h 5578507"/>
                <a:gd name="connsiteX16" fmla="*/ 5327565 w 6277176"/>
                <a:gd name="connsiteY16" fmla="*/ 1792148 h 5578507"/>
                <a:gd name="connsiteX17" fmla="*/ 5643251 w 6277176"/>
                <a:gd name="connsiteY17" fmla="*/ 2068826 h 5578507"/>
                <a:gd name="connsiteX18" fmla="*/ 5802908 w 6277176"/>
                <a:gd name="connsiteY18" fmla="*/ 2562312 h 5578507"/>
                <a:gd name="connsiteX19" fmla="*/ 6030601 w 6277176"/>
                <a:gd name="connsiteY19" fmla="*/ 2969165 h 5578507"/>
                <a:gd name="connsiteX20" fmla="*/ 6209307 w 6277176"/>
                <a:gd name="connsiteY20" fmla="*/ 3433169 h 5578507"/>
                <a:gd name="connsiteX21" fmla="*/ 5991593 w 6277176"/>
                <a:gd name="connsiteY21" fmla="*/ 3897626 h 5578507"/>
                <a:gd name="connsiteX22" fmla="*/ 5962564 w 6277176"/>
                <a:gd name="connsiteY22" fmla="*/ 4144369 h 5578507"/>
                <a:gd name="connsiteX23" fmla="*/ 5602973 w 6277176"/>
                <a:gd name="connsiteY23" fmla="*/ 4964789 h 5578507"/>
                <a:gd name="connsiteX24" fmla="*/ 5411022 w 6277176"/>
                <a:gd name="connsiteY24" fmla="*/ 4942655 h 5578507"/>
                <a:gd name="connsiteX25" fmla="*/ 4985753 w 6277176"/>
                <a:gd name="connsiteY25" fmla="*/ 5391509 h 5578507"/>
                <a:gd name="connsiteX26" fmla="*/ 4620613 w 6277176"/>
                <a:gd name="connsiteY26" fmla="*/ 5506250 h 5578507"/>
                <a:gd name="connsiteX27" fmla="*/ 4046679 w 6277176"/>
                <a:gd name="connsiteY27" fmla="*/ 5421626 h 5578507"/>
                <a:gd name="connsiteX28" fmla="*/ 3219364 w 6277176"/>
                <a:gd name="connsiteY28" fmla="*/ 5407112 h 5578507"/>
                <a:gd name="connsiteX29" fmla="*/ 183394 w 6277176"/>
                <a:gd name="connsiteY29" fmla="*/ 5159722 h 5578507"/>
                <a:gd name="connsiteX30" fmla="*/ 30994 w 6277176"/>
                <a:gd name="connsiteY30" fmla="*/ 4753968 h 5578507"/>
                <a:gd name="connsiteX0" fmla="*/ 30994 w 6277176"/>
                <a:gd name="connsiteY0" fmla="*/ 4753968 h 5578507"/>
                <a:gd name="connsiteX1" fmla="*/ 1279893 w 6277176"/>
                <a:gd name="connsiteY1" fmla="*/ 2213968 h 5578507"/>
                <a:gd name="connsiteX2" fmla="*/ 2405370 w 6277176"/>
                <a:gd name="connsiteY2" fmla="*/ 2354 h 5578507"/>
                <a:gd name="connsiteX3" fmla="*/ 2885542 w 6277176"/>
                <a:gd name="connsiteY3" fmla="*/ 181968 h 5578507"/>
                <a:gd name="connsiteX4" fmla="*/ 3030684 w 6277176"/>
                <a:gd name="connsiteY4" fmla="*/ 80368 h 5578507"/>
                <a:gd name="connsiteX5" fmla="*/ 3146798 w 6277176"/>
                <a:gd name="connsiteY5" fmla="*/ 283568 h 5578507"/>
                <a:gd name="connsiteX6" fmla="*/ 3190341 w 6277176"/>
                <a:gd name="connsiteY6" fmla="*/ 7797 h 5578507"/>
                <a:gd name="connsiteX7" fmla="*/ 3451597 w 6277176"/>
                <a:gd name="connsiteY7" fmla="*/ 399683 h 5578507"/>
                <a:gd name="connsiteX8" fmla="*/ 3712854 w 6277176"/>
                <a:gd name="connsiteY8" fmla="*/ 748026 h 5578507"/>
                <a:gd name="connsiteX9" fmla="*/ 3901539 w 6277176"/>
                <a:gd name="connsiteY9" fmla="*/ 472255 h 5578507"/>
                <a:gd name="connsiteX10" fmla="*/ 4061195 w 6277176"/>
                <a:gd name="connsiteY10" fmla="*/ 631912 h 5578507"/>
                <a:gd name="connsiteX11" fmla="*/ 4351482 w 6277176"/>
                <a:gd name="connsiteY11" fmla="*/ 922198 h 5578507"/>
                <a:gd name="connsiteX12" fmla="*/ 4496624 w 6277176"/>
                <a:gd name="connsiteY12" fmla="*/ 1430198 h 5578507"/>
                <a:gd name="connsiteX13" fmla="*/ 4583709 w 6277176"/>
                <a:gd name="connsiteY13" fmla="*/ 1851112 h 5578507"/>
                <a:gd name="connsiteX14" fmla="*/ 4807774 w 6277176"/>
                <a:gd name="connsiteY14" fmla="*/ 2002605 h 5578507"/>
                <a:gd name="connsiteX15" fmla="*/ 5323937 w 6277176"/>
                <a:gd name="connsiteY15" fmla="*/ 1647912 h 5578507"/>
                <a:gd name="connsiteX16" fmla="*/ 5327565 w 6277176"/>
                <a:gd name="connsiteY16" fmla="*/ 1792148 h 5578507"/>
                <a:gd name="connsiteX17" fmla="*/ 5643251 w 6277176"/>
                <a:gd name="connsiteY17" fmla="*/ 2068826 h 5578507"/>
                <a:gd name="connsiteX18" fmla="*/ 5802908 w 6277176"/>
                <a:gd name="connsiteY18" fmla="*/ 2562312 h 5578507"/>
                <a:gd name="connsiteX19" fmla="*/ 6030601 w 6277176"/>
                <a:gd name="connsiteY19" fmla="*/ 2969165 h 5578507"/>
                <a:gd name="connsiteX20" fmla="*/ 6209307 w 6277176"/>
                <a:gd name="connsiteY20" fmla="*/ 3433169 h 5578507"/>
                <a:gd name="connsiteX21" fmla="*/ 5991593 w 6277176"/>
                <a:gd name="connsiteY21" fmla="*/ 3897626 h 5578507"/>
                <a:gd name="connsiteX22" fmla="*/ 5962564 w 6277176"/>
                <a:gd name="connsiteY22" fmla="*/ 4144369 h 5578507"/>
                <a:gd name="connsiteX23" fmla="*/ 5602973 w 6277176"/>
                <a:gd name="connsiteY23" fmla="*/ 4964789 h 5578507"/>
                <a:gd name="connsiteX24" fmla="*/ 5411022 w 6277176"/>
                <a:gd name="connsiteY24" fmla="*/ 4942655 h 5578507"/>
                <a:gd name="connsiteX25" fmla="*/ 4985753 w 6277176"/>
                <a:gd name="connsiteY25" fmla="*/ 5391509 h 5578507"/>
                <a:gd name="connsiteX26" fmla="*/ 4620613 w 6277176"/>
                <a:gd name="connsiteY26" fmla="*/ 5506250 h 5578507"/>
                <a:gd name="connsiteX27" fmla="*/ 4046679 w 6277176"/>
                <a:gd name="connsiteY27" fmla="*/ 5421626 h 5578507"/>
                <a:gd name="connsiteX28" fmla="*/ 3219364 w 6277176"/>
                <a:gd name="connsiteY28" fmla="*/ 5407112 h 5578507"/>
                <a:gd name="connsiteX29" fmla="*/ 183394 w 6277176"/>
                <a:gd name="connsiteY29" fmla="*/ 5159722 h 5578507"/>
                <a:gd name="connsiteX30" fmla="*/ 30994 w 6277176"/>
                <a:gd name="connsiteY30" fmla="*/ 4753968 h 5578507"/>
                <a:gd name="connsiteX0" fmla="*/ 30994 w 6277176"/>
                <a:gd name="connsiteY0" fmla="*/ 4753968 h 5578507"/>
                <a:gd name="connsiteX1" fmla="*/ 1279893 w 6277176"/>
                <a:gd name="connsiteY1" fmla="*/ 2213968 h 5578507"/>
                <a:gd name="connsiteX2" fmla="*/ 2405370 w 6277176"/>
                <a:gd name="connsiteY2" fmla="*/ 2354 h 5578507"/>
                <a:gd name="connsiteX3" fmla="*/ 2885542 w 6277176"/>
                <a:gd name="connsiteY3" fmla="*/ 181968 h 5578507"/>
                <a:gd name="connsiteX4" fmla="*/ 3030684 w 6277176"/>
                <a:gd name="connsiteY4" fmla="*/ 80368 h 5578507"/>
                <a:gd name="connsiteX5" fmla="*/ 3146798 w 6277176"/>
                <a:gd name="connsiteY5" fmla="*/ 283568 h 5578507"/>
                <a:gd name="connsiteX6" fmla="*/ 3190341 w 6277176"/>
                <a:gd name="connsiteY6" fmla="*/ 7797 h 5578507"/>
                <a:gd name="connsiteX7" fmla="*/ 3451597 w 6277176"/>
                <a:gd name="connsiteY7" fmla="*/ 399683 h 5578507"/>
                <a:gd name="connsiteX8" fmla="*/ 3712854 w 6277176"/>
                <a:gd name="connsiteY8" fmla="*/ 748026 h 5578507"/>
                <a:gd name="connsiteX9" fmla="*/ 3901539 w 6277176"/>
                <a:gd name="connsiteY9" fmla="*/ 472255 h 5578507"/>
                <a:gd name="connsiteX10" fmla="*/ 4061195 w 6277176"/>
                <a:gd name="connsiteY10" fmla="*/ 631912 h 5578507"/>
                <a:gd name="connsiteX11" fmla="*/ 4351482 w 6277176"/>
                <a:gd name="connsiteY11" fmla="*/ 922198 h 5578507"/>
                <a:gd name="connsiteX12" fmla="*/ 4496624 w 6277176"/>
                <a:gd name="connsiteY12" fmla="*/ 1430198 h 5578507"/>
                <a:gd name="connsiteX13" fmla="*/ 4583709 w 6277176"/>
                <a:gd name="connsiteY13" fmla="*/ 1851112 h 5578507"/>
                <a:gd name="connsiteX14" fmla="*/ 4807774 w 6277176"/>
                <a:gd name="connsiteY14" fmla="*/ 2002605 h 5578507"/>
                <a:gd name="connsiteX15" fmla="*/ 5323937 w 6277176"/>
                <a:gd name="connsiteY15" fmla="*/ 1647912 h 5578507"/>
                <a:gd name="connsiteX16" fmla="*/ 5327565 w 6277176"/>
                <a:gd name="connsiteY16" fmla="*/ 1792148 h 5578507"/>
                <a:gd name="connsiteX17" fmla="*/ 5643251 w 6277176"/>
                <a:gd name="connsiteY17" fmla="*/ 2068826 h 5578507"/>
                <a:gd name="connsiteX18" fmla="*/ 5802908 w 6277176"/>
                <a:gd name="connsiteY18" fmla="*/ 2562312 h 5578507"/>
                <a:gd name="connsiteX19" fmla="*/ 6030601 w 6277176"/>
                <a:gd name="connsiteY19" fmla="*/ 2969165 h 5578507"/>
                <a:gd name="connsiteX20" fmla="*/ 6209307 w 6277176"/>
                <a:gd name="connsiteY20" fmla="*/ 3433169 h 5578507"/>
                <a:gd name="connsiteX21" fmla="*/ 5991593 w 6277176"/>
                <a:gd name="connsiteY21" fmla="*/ 3897626 h 5578507"/>
                <a:gd name="connsiteX22" fmla="*/ 5962564 w 6277176"/>
                <a:gd name="connsiteY22" fmla="*/ 4144369 h 5578507"/>
                <a:gd name="connsiteX23" fmla="*/ 5602973 w 6277176"/>
                <a:gd name="connsiteY23" fmla="*/ 4964789 h 5578507"/>
                <a:gd name="connsiteX24" fmla="*/ 5411022 w 6277176"/>
                <a:gd name="connsiteY24" fmla="*/ 4942655 h 5578507"/>
                <a:gd name="connsiteX25" fmla="*/ 4985753 w 6277176"/>
                <a:gd name="connsiteY25" fmla="*/ 5391509 h 5578507"/>
                <a:gd name="connsiteX26" fmla="*/ 4620613 w 6277176"/>
                <a:gd name="connsiteY26" fmla="*/ 5506250 h 5578507"/>
                <a:gd name="connsiteX27" fmla="*/ 4046679 w 6277176"/>
                <a:gd name="connsiteY27" fmla="*/ 5421626 h 5578507"/>
                <a:gd name="connsiteX28" fmla="*/ 3219364 w 6277176"/>
                <a:gd name="connsiteY28" fmla="*/ 5407112 h 5578507"/>
                <a:gd name="connsiteX29" fmla="*/ 183394 w 6277176"/>
                <a:gd name="connsiteY29" fmla="*/ 5159722 h 5578507"/>
                <a:gd name="connsiteX30" fmla="*/ 30994 w 6277176"/>
                <a:gd name="connsiteY30" fmla="*/ 4753968 h 5578507"/>
                <a:gd name="connsiteX0" fmla="*/ 30994 w 6277176"/>
                <a:gd name="connsiteY0" fmla="*/ 4753968 h 5578507"/>
                <a:gd name="connsiteX1" fmla="*/ 1279893 w 6277176"/>
                <a:gd name="connsiteY1" fmla="*/ 2213968 h 5578507"/>
                <a:gd name="connsiteX2" fmla="*/ 2405370 w 6277176"/>
                <a:gd name="connsiteY2" fmla="*/ 2354 h 5578507"/>
                <a:gd name="connsiteX3" fmla="*/ 2885542 w 6277176"/>
                <a:gd name="connsiteY3" fmla="*/ 181968 h 5578507"/>
                <a:gd name="connsiteX4" fmla="*/ 3030684 w 6277176"/>
                <a:gd name="connsiteY4" fmla="*/ 80368 h 5578507"/>
                <a:gd name="connsiteX5" fmla="*/ 3146798 w 6277176"/>
                <a:gd name="connsiteY5" fmla="*/ 283568 h 5578507"/>
                <a:gd name="connsiteX6" fmla="*/ 3190341 w 6277176"/>
                <a:gd name="connsiteY6" fmla="*/ 7797 h 5578507"/>
                <a:gd name="connsiteX7" fmla="*/ 3451597 w 6277176"/>
                <a:gd name="connsiteY7" fmla="*/ 399683 h 5578507"/>
                <a:gd name="connsiteX8" fmla="*/ 3712854 w 6277176"/>
                <a:gd name="connsiteY8" fmla="*/ 748026 h 5578507"/>
                <a:gd name="connsiteX9" fmla="*/ 3901539 w 6277176"/>
                <a:gd name="connsiteY9" fmla="*/ 472255 h 5578507"/>
                <a:gd name="connsiteX10" fmla="*/ 4061195 w 6277176"/>
                <a:gd name="connsiteY10" fmla="*/ 631912 h 5578507"/>
                <a:gd name="connsiteX11" fmla="*/ 4351482 w 6277176"/>
                <a:gd name="connsiteY11" fmla="*/ 922198 h 5578507"/>
                <a:gd name="connsiteX12" fmla="*/ 4496624 w 6277176"/>
                <a:gd name="connsiteY12" fmla="*/ 1430198 h 5578507"/>
                <a:gd name="connsiteX13" fmla="*/ 4583709 w 6277176"/>
                <a:gd name="connsiteY13" fmla="*/ 1851112 h 5578507"/>
                <a:gd name="connsiteX14" fmla="*/ 4807774 w 6277176"/>
                <a:gd name="connsiteY14" fmla="*/ 2002605 h 5578507"/>
                <a:gd name="connsiteX15" fmla="*/ 5323937 w 6277176"/>
                <a:gd name="connsiteY15" fmla="*/ 1647912 h 5578507"/>
                <a:gd name="connsiteX16" fmla="*/ 5327565 w 6277176"/>
                <a:gd name="connsiteY16" fmla="*/ 1792148 h 5578507"/>
                <a:gd name="connsiteX17" fmla="*/ 5643251 w 6277176"/>
                <a:gd name="connsiteY17" fmla="*/ 2068826 h 5578507"/>
                <a:gd name="connsiteX18" fmla="*/ 5802908 w 6277176"/>
                <a:gd name="connsiteY18" fmla="*/ 2562312 h 5578507"/>
                <a:gd name="connsiteX19" fmla="*/ 6030601 w 6277176"/>
                <a:gd name="connsiteY19" fmla="*/ 2969165 h 5578507"/>
                <a:gd name="connsiteX20" fmla="*/ 6209307 w 6277176"/>
                <a:gd name="connsiteY20" fmla="*/ 3433169 h 5578507"/>
                <a:gd name="connsiteX21" fmla="*/ 5991593 w 6277176"/>
                <a:gd name="connsiteY21" fmla="*/ 3897626 h 5578507"/>
                <a:gd name="connsiteX22" fmla="*/ 5962564 w 6277176"/>
                <a:gd name="connsiteY22" fmla="*/ 4144369 h 5578507"/>
                <a:gd name="connsiteX23" fmla="*/ 5602973 w 6277176"/>
                <a:gd name="connsiteY23" fmla="*/ 4964789 h 5578507"/>
                <a:gd name="connsiteX24" fmla="*/ 5411022 w 6277176"/>
                <a:gd name="connsiteY24" fmla="*/ 4942655 h 5578507"/>
                <a:gd name="connsiteX25" fmla="*/ 4985753 w 6277176"/>
                <a:gd name="connsiteY25" fmla="*/ 5391509 h 5578507"/>
                <a:gd name="connsiteX26" fmla="*/ 4620613 w 6277176"/>
                <a:gd name="connsiteY26" fmla="*/ 5506250 h 5578507"/>
                <a:gd name="connsiteX27" fmla="*/ 4046679 w 6277176"/>
                <a:gd name="connsiteY27" fmla="*/ 5421626 h 5578507"/>
                <a:gd name="connsiteX28" fmla="*/ 3219364 w 6277176"/>
                <a:gd name="connsiteY28" fmla="*/ 5407112 h 5578507"/>
                <a:gd name="connsiteX29" fmla="*/ 183394 w 6277176"/>
                <a:gd name="connsiteY29" fmla="*/ 5159722 h 5578507"/>
                <a:gd name="connsiteX30" fmla="*/ 30994 w 6277176"/>
                <a:gd name="connsiteY30" fmla="*/ 4753968 h 5578507"/>
                <a:gd name="connsiteX0" fmla="*/ 30994 w 6277176"/>
                <a:gd name="connsiteY0" fmla="*/ 4753968 h 5578507"/>
                <a:gd name="connsiteX1" fmla="*/ 1279893 w 6277176"/>
                <a:gd name="connsiteY1" fmla="*/ 2213968 h 5578507"/>
                <a:gd name="connsiteX2" fmla="*/ 2405370 w 6277176"/>
                <a:gd name="connsiteY2" fmla="*/ 2354 h 5578507"/>
                <a:gd name="connsiteX3" fmla="*/ 2885542 w 6277176"/>
                <a:gd name="connsiteY3" fmla="*/ 181968 h 5578507"/>
                <a:gd name="connsiteX4" fmla="*/ 3030684 w 6277176"/>
                <a:gd name="connsiteY4" fmla="*/ 80368 h 5578507"/>
                <a:gd name="connsiteX5" fmla="*/ 3146798 w 6277176"/>
                <a:gd name="connsiteY5" fmla="*/ 283568 h 5578507"/>
                <a:gd name="connsiteX6" fmla="*/ 3190341 w 6277176"/>
                <a:gd name="connsiteY6" fmla="*/ 7797 h 5578507"/>
                <a:gd name="connsiteX7" fmla="*/ 3451597 w 6277176"/>
                <a:gd name="connsiteY7" fmla="*/ 399683 h 5578507"/>
                <a:gd name="connsiteX8" fmla="*/ 3712854 w 6277176"/>
                <a:gd name="connsiteY8" fmla="*/ 748026 h 5578507"/>
                <a:gd name="connsiteX9" fmla="*/ 3901539 w 6277176"/>
                <a:gd name="connsiteY9" fmla="*/ 472255 h 5578507"/>
                <a:gd name="connsiteX10" fmla="*/ 4061195 w 6277176"/>
                <a:gd name="connsiteY10" fmla="*/ 631912 h 5578507"/>
                <a:gd name="connsiteX11" fmla="*/ 4351482 w 6277176"/>
                <a:gd name="connsiteY11" fmla="*/ 922198 h 5578507"/>
                <a:gd name="connsiteX12" fmla="*/ 4496624 w 6277176"/>
                <a:gd name="connsiteY12" fmla="*/ 1430198 h 5578507"/>
                <a:gd name="connsiteX13" fmla="*/ 4583709 w 6277176"/>
                <a:gd name="connsiteY13" fmla="*/ 1851112 h 5578507"/>
                <a:gd name="connsiteX14" fmla="*/ 4852224 w 6277176"/>
                <a:gd name="connsiteY14" fmla="*/ 2002605 h 5578507"/>
                <a:gd name="connsiteX15" fmla="*/ 5323937 w 6277176"/>
                <a:gd name="connsiteY15" fmla="*/ 1647912 h 5578507"/>
                <a:gd name="connsiteX16" fmla="*/ 5327565 w 6277176"/>
                <a:gd name="connsiteY16" fmla="*/ 1792148 h 5578507"/>
                <a:gd name="connsiteX17" fmla="*/ 5643251 w 6277176"/>
                <a:gd name="connsiteY17" fmla="*/ 2068826 h 5578507"/>
                <a:gd name="connsiteX18" fmla="*/ 5802908 w 6277176"/>
                <a:gd name="connsiteY18" fmla="*/ 2562312 h 5578507"/>
                <a:gd name="connsiteX19" fmla="*/ 6030601 w 6277176"/>
                <a:gd name="connsiteY19" fmla="*/ 2969165 h 5578507"/>
                <a:gd name="connsiteX20" fmla="*/ 6209307 w 6277176"/>
                <a:gd name="connsiteY20" fmla="*/ 3433169 h 5578507"/>
                <a:gd name="connsiteX21" fmla="*/ 5991593 w 6277176"/>
                <a:gd name="connsiteY21" fmla="*/ 3897626 h 5578507"/>
                <a:gd name="connsiteX22" fmla="*/ 5962564 w 6277176"/>
                <a:gd name="connsiteY22" fmla="*/ 4144369 h 5578507"/>
                <a:gd name="connsiteX23" fmla="*/ 5602973 w 6277176"/>
                <a:gd name="connsiteY23" fmla="*/ 4964789 h 5578507"/>
                <a:gd name="connsiteX24" fmla="*/ 5411022 w 6277176"/>
                <a:gd name="connsiteY24" fmla="*/ 4942655 h 5578507"/>
                <a:gd name="connsiteX25" fmla="*/ 4985753 w 6277176"/>
                <a:gd name="connsiteY25" fmla="*/ 5391509 h 5578507"/>
                <a:gd name="connsiteX26" fmla="*/ 4620613 w 6277176"/>
                <a:gd name="connsiteY26" fmla="*/ 5506250 h 5578507"/>
                <a:gd name="connsiteX27" fmla="*/ 4046679 w 6277176"/>
                <a:gd name="connsiteY27" fmla="*/ 5421626 h 5578507"/>
                <a:gd name="connsiteX28" fmla="*/ 3219364 w 6277176"/>
                <a:gd name="connsiteY28" fmla="*/ 5407112 h 5578507"/>
                <a:gd name="connsiteX29" fmla="*/ 183394 w 6277176"/>
                <a:gd name="connsiteY29" fmla="*/ 5159722 h 5578507"/>
                <a:gd name="connsiteX30" fmla="*/ 30994 w 6277176"/>
                <a:gd name="connsiteY30" fmla="*/ 4753968 h 5578507"/>
                <a:gd name="connsiteX0" fmla="*/ 30994 w 6277176"/>
                <a:gd name="connsiteY0" fmla="*/ 4753968 h 5578507"/>
                <a:gd name="connsiteX1" fmla="*/ 1279893 w 6277176"/>
                <a:gd name="connsiteY1" fmla="*/ 2213968 h 5578507"/>
                <a:gd name="connsiteX2" fmla="*/ 2405370 w 6277176"/>
                <a:gd name="connsiteY2" fmla="*/ 2354 h 5578507"/>
                <a:gd name="connsiteX3" fmla="*/ 2885542 w 6277176"/>
                <a:gd name="connsiteY3" fmla="*/ 181968 h 5578507"/>
                <a:gd name="connsiteX4" fmla="*/ 3030684 w 6277176"/>
                <a:gd name="connsiteY4" fmla="*/ 80368 h 5578507"/>
                <a:gd name="connsiteX5" fmla="*/ 3146798 w 6277176"/>
                <a:gd name="connsiteY5" fmla="*/ 283568 h 5578507"/>
                <a:gd name="connsiteX6" fmla="*/ 3190341 w 6277176"/>
                <a:gd name="connsiteY6" fmla="*/ 7797 h 5578507"/>
                <a:gd name="connsiteX7" fmla="*/ 3451597 w 6277176"/>
                <a:gd name="connsiteY7" fmla="*/ 399683 h 5578507"/>
                <a:gd name="connsiteX8" fmla="*/ 3712854 w 6277176"/>
                <a:gd name="connsiteY8" fmla="*/ 748026 h 5578507"/>
                <a:gd name="connsiteX9" fmla="*/ 3901539 w 6277176"/>
                <a:gd name="connsiteY9" fmla="*/ 472255 h 5578507"/>
                <a:gd name="connsiteX10" fmla="*/ 4061195 w 6277176"/>
                <a:gd name="connsiteY10" fmla="*/ 631912 h 5578507"/>
                <a:gd name="connsiteX11" fmla="*/ 4351482 w 6277176"/>
                <a:gd name="connsiteY11" fmla="*/ 922198 h 5578507"/>
                <a:gd name="connsiteX12" fmla="*/ 4496624 w 6277176"/>
                <a:gd name="connsiteY12" fmla="*/ 1430198 h 5578507"/>
                <a:gd name="connsiteX13" fmla="*/ 4583709 w 6277176"/>
                <a:gd name="connsiteY13" fmla="*/ 1851112 h 5578507"/>
                <a:gd name="connsiteX14" fmla="*/ 4814124 w 6277176"/>
                <a:gd name="connsiteY14" fmla="*/ 2015305 h 5578507"/>
                <a:gd name="connsiteX15" fmla="*/ 5323937 w 6277176"/>
                <a:gd name="connsiteY15" fmla="*/ 1647912 h 5578507"/>
                <a:gd name="connsiteX16" fmla="*/ 5327565 w 6277176"/>
                <a:gd name="connsiteY16" fmla="*/ 1792148 h 5578507"/>
                <a:gd name="connsiteX17" fmla="*/ 5643251 w 6277176"/>
                <a:gd name="connsiteY17" fmla="*/ 2068826 h 5578507"/>
                <a:gd name="connsiteX18" fmla="*/ 5802908 w 6277176"/>
                <a:gd name="connsiteY18" fmla="*/ 2562312 h 5578507"/>
                <a:gd name="connsiteX19" fmla="*/ 6030601 w 6277176"/>
                <a:gd name="connsiteY19" fmla="*/ 2969165 h 5578507"/>
                <a:gd name="connsiteX20" fmla="*/ 6209307 w 6277176"/>
                <a:gd name="connsiteY20" fmla="*/ 3433169 h 5578507"/>
                <a:gd name="connsiteX21" fmla="*/ 5991593 w 6277176"/>
                <a:gd name="connsiteY21" fmla="*/ 3897626 h 5578507"/>
                <a:gd name="connsiteX22" fmla="*/ 5962564 w 6277176"/>
                <a:gd name="connsiteY22" fmla="*/ 4144369 h 5578507"/>
                <a:gd name="connsiteX23" fmla="*/ 5602973 w 6277176"/>
                <a:gd name="connsiteY23" fmla="*/ 4964789 h 5578507"/>
                <a:gd name="connsiteX24" fmla="*/ 5411022 w 6277176"/>
                <a:gd name="connsiteY24" fmla="*/ 4942655 h 5578507"/>
                <a:gd name="connsiteX25" fmla="*/ 4985753 w 6277176"/>
                <a:gd name="connsiteY25" fmla="*/ 5391509 h 5578507"/>
                <a:gd name="connsiteX26" fmla="*/ 4620613 w 6277176"/>
                <a:gd name="connsiteY26" fmla="*/ 5506250 h 5578507"/>
                <a:gd name="connsiteX27" fmla="*/ 4046679 w 6277176"/>
                <a:gd name="connsiteY27" fmla="*/ 5421626 h 5578507"/>
                <a:gd name="connsiteX28" fmla="*/ 3219364 w 6277176"/>
                <a:gd name="connsiteY28" fmla="*/ 5407112 h 5578507"/>
                <a:gd name="connsiteX29" fmla="*/ 183394 w 6277176"/>
                <a:gd name="connsiteY29" fmla="*/ 5159722 h 5578507"/>
                <a:gd name="connsiteX30" fmla="*/ 30994 w 6277176"/>
                <a:gd name="connsiteY30" fmla="*/ 4753968 h 5578507"/>
                <a:gd name="connsiteX0" fmla="*/ 30994 w 6277176"/>
                <a:gd name="connsiteY0" fmla="*/ 4753968 h 5578507"/>
                <a:gd name="connsiteX1" fmla="*/ 1279893 w 6277176"/>
                <a:gd name="connsiteY1" fmla="*/ 2213968 h 5578507"/>
                <a:gd name="connsiteX2" fmla="*/ 2405370 w 6277176"/>
                <a:gd name="connsiteY2" fmla="*/ 2354 h 5578507"/>
                <a:gd name="connsiteX3" fmla="*/ 2885542 w 6277176"/>
                <a:gd name="connsiteY3" fmla="*/ 181968 h 5578507"/>
                <a:gd name="connsiteX4" fmla="*/ 3030684 w 6277176"/>
                <a:gd name="connsiteY4" fmla="*/ 80368 h 5578507"/>
                <a:gd name="connsiteX5" fmla="*/ 3146798 w 6277176"/>
                <a:gd name="connsiteY5" fmla="*/ 283568 h 5578507"/>
                <a:gd name="connsiteX6" fmla="*/ 3190341 w 6277176"/>
                <a:gd name="connsiteY6" fmla="*/ 7797 h 5578507"/>
                <a:gd name="connsiteX7" fmla="*/ 3451597 w 6277176"/>
                <a:gd name="connsiteY7" fmla="*/ 399683 h 5578507"/>
                <a:gd name="connsiteX8" fmla="*/ 3712854 w 6277176"/>
                <a:gd name="connsiteY8" fmla="*/ 748026 h 5578507"/>
                <a:gd name="connsiteX9" fmla="*/ 3901539 w 6277176"/>
                <a:gd name="connsiteY9" fmla="*/ 472255 h 5578507"/>
                <a:gd name="connsiteX10" fmla="*/ 4061195 w 6277176"/>
                <a:gd name="connsiteY10" fmla="*/ 631912 h 5578507"/>
                <a:gd name="connsiteX11" fmla="*/ 4351482 w 6277176"/>
                <a:gd name="connsiteY11" fmla="*/ 922198 h 5578507"/>
                <a:gd name="connsiteX12" fmla="*/ 4496624 w 6277176"/>
                <a:gd name="connsiteY12" fmla="*/ 1430198 h 5578507"/>
                <a:gd name="connsiteX13" fmla="*/ 4583709 w 6277176"/>
                <a:gd name="connsiteY13" fmla="*/ 1851112 h 5578507"/>
                <a:gd name="connsiteX14" fmla="*/ 4814124 w 6277176"/>
                <a:gd name="connsiteY14" fmla="*/ 2015305 h 5578507"/>
                <a:gd name="connsiteX15" fmla="*/ 5323937 w 6277176"/>
                <a:gd name="connsiteY15" fmla="*/ 1647912 h 5578507"/>
                <a:gd name="connsiteX16" fmla="*/ 5327565 w 6277176"/>
                <a:gd name="connsiteY16" fmla="*/ 1792148 h 5578507"/>
                <a:gd name="connsiteX17" fmla="*/ 5643251 w 6277176"/>
                <a:gd name="connsiteY17" fmla="*/ 2068826 h 5578507"/>
                <a:gd name="connsiteX18" fmla="*/ 5802908 w 6277176"/>
                <a:gd name="connsiteY18" fmla="*/ 2562312 h 5578507"/>
                <a:gd name="connsiteX19" fmla="*/ 6030601 w 6277176"/>
                <a:gd name="connsiteY19" fmla="*/ 2969165 h 5578507"/>
                <a:gd name="connsiteX20" fmla="*/ 6209307 w 6277176"/>
                <a:gd name="connsiteY20" fmla="*/ 3433169 h 5578507"/>
                <a:gd name="connsiteX21" fmla="*/ 5991593 w 6277176"/>
                <a:gd name="connsiteY21" fmla="*/ 3897626 h 5578507"/>
                <a:gd name="connsiteX22" fmla="*/ 5962564 w 6277176"/>
                <a:gd name="connsiteY22" fmla="*/ 4144369 h 5578507"/>
                <a:gd name="connsiteX23" fmla="*/ 5602973 w 6277176"/>
                <a:gd name="connsiteY23" fmla="*/ 4964789 h 5578507"/>
                <a:gd name="connsiteX24" fmla="*/ 5411022 w 6277176"/>
                <a:gd name="connsiteY24" fmla="*/ 4942655 h 5578507"/>
                <a:gd name="connsiteX25" fmla="*/ 4985753 w 6277176"/>
                <a:gd name="connsiteY25" fmla="*/ 5391509 h 5578507"/>
                <a:gd name="connsiteX26" fmla="*/ 4620613 w 6277176"/>
                <a:gd name="connsiteY26" fmla="*/ 5506250 h 5578507"/>
                <a:gd name="connsiteX27" fmla="*/ 4046679 w 6277176"/>
                <a:gd name="connsiteY27" fmla="*/ 5421626 h 5578507"/>
                <a:gd name="connsiteX28" fmla="*/ 3219364 w 6277176"/>
                <a:gd name="connsiteY28" fmla="*/ 5407112 h 5578507"/>
                <a:gd name="connsiteX29" fmla="*/ 183394 w 6277176"/>
                <a:gd name="connsiteY29" fmla="*/ 5159722 h 5578507"/>
                <a:gd name="connsiteX30" fmla="*/ 30994 w 6277176"/>
                <a:gd name="connsiteY30" fmla="*/ 4753968 h 5578507"/>
                <a:gd name="connsiteX0" fmla="*/ 30994 w 6277176"/>
                <a:gd name="connsiteY0" fmla="*/ 4753968 h 5578507"/>
                <a:gd name="connsiteX1" fmla="*/ 1279893 w 6277176"/>
                <a:gd name="connsiteY1" fmla="*/ 2213968 h 5578507"/>
                <a:gd name="connsiteX2" fmla="*/ 2405370 w 6277176"/>
                <a:gd name="connsiteY2" fmla="*/ 2354 h 5578507"/>
                <a:gd name="connsiteX3" fmla="*/ 2885542 w 6277176"/>
                <a:gd name="connsiteY3" fmla="*/ 181968 h 5578507"/>
                <a:gd name="connsiteX4" fmla="*/ 3030684 w 6277176"/>
                <a:gd name="connsiteY4" fmla="*/ 80368 h 5578507"/>
                <a:gd name="connsiteX5" fmla="*/ 3146798 w 6277176"/>
                <a:gd name="connsiteY5" fmla="*/ 283568 h 5578507"/>
                <a:gd name="connsiteX6" fmla="*/ 3190341 w 6277176"/>
                <a:gd name="connsiteY6" fmla="*/ 7797 h 5578507"/>
                <a:gd name="connsiteX7" fmla="*/ 3451597 w 6277176"/>
                <a:gd name="connsiteY7" fmla="*/ 399683 h 5578507"/>
                <a:gd name="connsiteX8" fmla="*/ 3712854 w 6277176"/>
                <a:gd name="connsiteY8" fmla="*/ 748026 h 5578507"/>
                <a:gd name="connsiteX9" fmla="*/ 3901539 w 6277176"/>
                <a:gd name="connsiteY9" fmla="*/ 472255 h 5578507"/>
                <a:gd name="connsiteX10" fmla="*/ 4061195 w 6277176"/>
                <a:gd name="connsiteY10" fmla="*/ 631912 h 5578507"/>
                <a:gd name="connsiteX11" fmla="*/ 4351482 w 6277176"/>
                <a:gd name="connsiteY11" fmla="*/ 922198 h 5578507"/>
                <a:gd name="connsiteX12" fmla="*/ 4496624 w 6277176"/>
                <a:gd name="connsiteY12" fmla="*/ 1430198 h 5578507"/>
                <a:gd name="connsiteX13" fmla="*/ 4545609 w 6277176"/>
                <a:gd name="connsiteY13" fmla="*/ 1927312 h 5578507"/>
                <a:gd name="connsiteX14" fmla="*/ 4814124 w 6277176"/>
                <a:gd name="connsiteY14" fmla="*/ 2015305 h 5578507"/>
                <a:gd name="connsiteX15" fmla="*/ 5323937 w 6277176"/>
                <a:gd name="connsiteY15" fmla="*/ 1647912 h 5578507"/>
                <a:gd name="connsiteX16" fmla="*/ 5327565 w 6277176"/>
                <a:gd name="connsiteY16" fmla="*/ 1792148 h 5578507"/>
                <a:gd name="connsiteX17" fmla="*/ 5643251 w 6277176"/>
                <a:gd name="connsiteY17" fmla="*/ 2068826 h 5578507"/>
                <a:gd name="connsiteX18" fmla="*/ 5802908 w 6277176"/>
                <a:gd name="connsiteY18" fmla="*/ 2562312 h 5578507"/>
                <a:gd name="connsiteX19" fmla="*/ 6030601 w 6277176"/>
                <a:gd name="connsiteY19" fmla="*/ 2969165 h 5578507"/>
                <a:gd name="connsiteX20" fmla="*/ 6209307 w 6277176"/>
                <a:gd name="connsiteY20" fmla="*/ 3433169 h 5578507"/>
                <a:gd name="connsiteX21" fmla="*/ 5991593 w 6277176"/>
                <a:gd name="connsiteY21" fmla="*/ 3897626 h 5578507"/>
                <a:gd name="connsiteX22" fmla="*/ 5962564 w 6277176"/>
                <a:gd name="connsiteY22" fmla="*/ 4144369 h 5578507"/>
                <a:gd name="connsiteX23" fmla="*/ 5602973 w 6277176"/>
                <a:gd name="connsiteY23" fmla="*/ 4964789 h 5578507"/>
                <a:gd name="connsiteX24" fmla="*/ 5411022 w 6277176"/>
                <a:gd name="connsiteY24" fmla="*/ 4942655 h 5578507"/>
                <a:gd name="connsiteX25" fmla="*/ 4985753 w 6277176"/>
                <a:gd name="connsiteY25" fmla="*/ 5391509 h 5578507"/>
                <a:gd name="connsiteX26" fmla="*/ 4620613 w 6277176"/>
                <a:gd name="connsiteY26" fmla="*/ 5506250 h 5578507"/>
                <a:gd name="connsiteX27" fmla="*/ 4046679 w 6277176"/>
                <a:gd name="connsiteY27" fmla="*/ 5421626 h 5578507"/>
                <a:gd name="connsiteX28" fmla="*/ 3219364 w 6277176"/>
                <a:gd name="connsiteY28" fmla="*/ 5407112 h 5578507"/>
                <a:gd name="connsiteX29" fmla="*/ 183394 w 6277176"/>
                <a:gd name="connsiteY29" fmla="*/ 5159722 h 5578507"/>
                <a:gd name="connsiteX30" fmla="*/ 30994 w 6277176"/>
                <a:gd name="connsiteY30" fmla="*/ 4753968 h 5578507"/>
                <a:gd name="connsiteX0" fmla="*/ 30994 w 6277176"/>
                <a:gd name="connsiteY0" fmla="*/ 4753968 h 5578507"/>
                <a:gd name="connsiteX1" fmla="*/ 1279893 w 6277176"/>
                <a:gd name="connsiteY1" fmla="*/ 2213968 h 5578507"/>
                <a:gd name="connsiteX2" fmla="*/ 2405370 w 6277176"/>
                <a:gd name="connsiteY2" fmla="*/ 2354 h 5578507"/>
                <a:gd name="connsiteX3" fmla="*/ 2885542 w 6277176"/>
                <a:gd name="connsiteY3" fmla="*/ 181968 h 5578507"/>
                <a:gd name="connsiteX4" fmla="*/ 3030684 w 6277176"/>
                <a:gd name="connsiteY4" fmla="*/ 80368 h 5578507"/>
                <a:gd name="connsiteX5" fmla="*/ 3146798 w 6277176"/>
                <a:gd name="connsiteY5" fmla="*/ 283568 h 5578507"/>
                <a:gd name="connsiteX6" fmla="*/ 3190341 w 6277176"/>
                <a:gd name="connsiteY6" fmla="*/ 7797 h 5578507"/>
                <a:gd name="connsiteX7" fmla="*/ 3451597 w 6277176"/>
                <a:gd name="connsiteY7" fmla="*/ 399683 h 5578507"/>
                <a:gd name="connsiteX8" fmla="*/ 3712854 w 6277176"/>
                <a:gd name="connsiteY8" fmla="*/ 748026 h 5578507"/>
                <a:gd name="connsiteX9" fmla="*/ 3901539 w 6277176"/>
                <a:gd name="connsiteY9" fmla="*/ 472255 h 5578507"/>
                <a:gd name="connsiteX10" fmla="*/ 4061195 w 6277176"/>
                <a:gd name="connsiteY10" fmla="*/ 631912 h 5578507"/>
                <a:gd name="connsiteX11" fmla="*/ 4351482 w 6277176"/>
                <a:gd name="connsiteY11" fmla="*/ 922198 h 5578507"/>
                <a:gd name="connsiteX12" fmla="*/ 4496624 w 6277176"/>
                <a:gd name="connsiteY12" fmla="*/ 1430198 h 5578507"/>
                <a:gd name="connsiteX13" fmla="*/ 4545609 w 6277176"/>
                <a:gd name="connsiteY13" fmla="*/ 1927312 h 5578507"/>
                <a:gd name="connsiteX14" fmla="*/ 4814124 w 6277176"/>
                <a:gd name="connsiteY14" fmla="*/ 2015305 h 5578507"/>
                <a:gd name="connsiteX15" fmla="*/ 5323937 w 6277176"/>
                <a:gd name="connsiteY15" fmla="*/ 1647912 h 5578507"/>
                <a:gd name="connsiteX16" fmla="*/ 5327565 w 6277176"/>
                <a:gd name="connsiteY16" fmla="*/ 1792148 h 5578507"/>
                <a:gd name="connsiteX17" fmla="*/ 5643251 w 6277176"/>
                <a:gd name="connsiteY17" fmla="*/ 2068826 h 5578507"/>
                <a:gd name="connsiteX18" fmla="*/ 5802908 w 6277176"/>
                <a:gd name="connsiteY18" fmla="*/ 2562312 h 5578507"/>
                <a:gd name="connsiteX19" fmla="*/ 6030601 w 6277176"/>
                <a:gd name="connsiteY19" fmla="*/ 2969165 h 5578507"/>
                <a:gd name="connsiteX20" fmla="*/ 6209307 w 6277176"/>
                <a:gd name="connsiteY20" fmla="*/ 3433169 h 5578507"/>
                <a:gd name="connsiteX21" fmla="*/ 5991593 w 6277176"/>
                <a:gd name="connsiteY21" fmla="*/ 3897626 h 5578507"/>
                <a:gd name="connsiteX22" fmla="*/ 5962564 w 6277176"/>
                <a:gd name="connsiteY22" fmla="*/ 4144369 h 5578507"/>
                <a:gd name="connsiteX23" fmla="*/ 5602973 w 6277176"/>
                <a:gd name="connsiteY23" fmla="*/ 4964789 h 5578507"/>
                <a:gd name="connsiteX24" fmla="*/ 5411022 w 6277176"/>
                <a:gd name="connsiteY24" fmla="*/ 4942655 h 5578507"/>
                <a:gd name="connsiteX25" fmla="*/ 4985753 w 6277176"/>
                <a:gd name="connsiteY25" fmla="*/ 5391509 h 5578507"/>
                <a:gd name="connsiteX26" fmla="*/ 4620613 w 6277176"/>
                <a:gd name="connsiteY26" fmla="*/ 5506250 h 5578507"/>
                <a:gd name="connsiteX27" fmla="*/ 4046679 w 6277176"/>
                <a:gd name="connsiteY27" fmla="*/ 5421626 h 5578507"/>
                <a:gd name="connsiteX28" fmla="*/ 3219364 w 6277176"/>
                <a:gd name="connsiteY28" fmla="*/ 5407112 h 5578507"/>
                <a:gd name="connsiteX29" fmla="*/ 183394 w 6277176"/>
                <a:gd name="connsiteY29" fmla="*/ 5159722 h 5578507"/>
                <a:gd name="connsiteX30" fmla="*/ 30994 w 6277176"/>
                <a:gd name="connsiteY30" fmla="*/ 4753968 h 5578507"/>
                <a:gd name="connsiteX0" fmla="*/ 30994 w 6277176"/>
                <a:gd name="connsiteY0" fmla="*/ 4753968 h 5578507"/>
                <a:gd name="connsiteX1" fmla="*/ 1279893 w 6277176"/>
                <a:gd name="connsiteY1" fmla="*/ 2213968 h 5578507"/>
                <a:gd name="connsiteX2" fmla="*/ 2405370 w 6277176"/>
                <a:gd name="connsiteY2" fmla="*/ 2354 h 5578507"/>
                <a:gd name="connsiteX3" fmla="*/ 2885542 w 6277176"/>
                <a:gd name="connsiteY3" fmla="*/ 181968 h 5578507"/>
                <a:gd name="connsiteX4" fmla="*/ 3030684 w 6277176"/>
                <a:gd name="connsiteY4" fmla="*/ 80368 h 5578507"/>
                <a:gd name="connsiteX5" fmla="*/ 3146798 w 6277176"/>
                <a:gd name="connsiteY5" fmla="*/ 283568 h 5578507"/>
                <a:gd name="connsiteX6" fmla="*/ 3190341 w 6277176"/>
                <a:gd name="connsiteY6" fmla="*/ 7797 h 5578507"/>
                <a:gd name="connsiteX7" fmla="*/ 3451597 w 6277176"/>
                <a:gd name="connsiteY7" fmla="*/ 399683 h 5578507"/>
                <a:gd name="connsiteX8" fmla="*/ 3712854 w 6277176"/>
                <a:gd name="connsiteY8" fmla="*/ 748026 h 5578507"/>
                <a:gd name="connsiteX9" fmla="*/ 3901539 w 6277176"/>
                <a:gd name="connsiteY9" fmla="*/ 472255 h 5578507"/>
                <a:gd name="connsiteX10" fmla="*/ 4061195 w 6277176"/>
                <a:gd name="connsiteY10" fmla="*/ 631912 h 5578507"/>
                <a:gd name="connsiteX11" fmla="*/ 4351482 w 6277176"/>
                <a:gd name="connsiteY11" fmla="*/ 922198 h 5578507"/>
                <a:gd name="connsiteX12" fmla="*/ 4496624 w 6277176"/>
                <a:gd name="connsiteY12" fmla="*/ 1430198 h 5578507"/>
                <a:gd name="connsiteX13" fmla="*/ 4545609 w 6277176"/>
                <a:gd name="connsiteY13" fmla="*/ 1927312 h 5578507"/>
                <a:gd name="connsiteX14" fmla="*/ 4814124 w 6277176"/>
                <a:gd name="connsiteY14" fmla="*/ 2015305 h 5578507"/>
                <a:gd name="connsiteX15" fmla="*/ 5323937 w 6277176"/>
                <a:gd name="connsiteY15" fmla="*/ 1647912 h 5578507"/>
                <a:gd name="connsiteX16" fmla="*/ 5327565 w 6277176"/>
                <a:gd name="connsiteY16" fmla="*/ 1792148 h 5578507"/>
                <a:gd name="connsiteX17" fmla="*/ 5643251 w 6277176"/>
                <a:gd name="connsiteY17" fmla="*/ 2068826 h 5578507"/>
                <a:gd name="connsiteX18" fmla="*/ 5802908 w 6277176"/>
                <a:gd name="connsiteY18" fmla="*/ 2562312 h 5578507"/>
                <a:gd name="connsiteX19" fmla="*/ 6030601 w 6277176"/>
                <a:gd name="connsiteY19" fmla="*/ 2969165 h 5578507"/>
                <a:gd name="connsiteX20" fmla="*/ 6209307 w 6277176"/>
                <a:gd name="connsiteY20" fmla="*/ 3433169 h 5578507"/>
                <a:gd name="connsiteX21" fmla="*/ 5991593 w 6277176"/>
                <a:gd name="connsiteY21" fmla="*/ 3897626 h 5578507"/>
                <a:gd name="connsiteX22" fmla="*/ 5962564 w 6277176"/>
                <a:gd name="connsiteY22" fmla="*/ 4144369 h 5578507"/>
                <a:gd name="connsiteX23" fmla="*/ 5602973 w 6277176"/>
                <a:gd name="connsiteY23" fmla="*/ 4964789 h 5578507"/>
                <a:gd name="connsiteX24" fmla="*/ 5411022 w 6277176"/>
                <a:gd name="connsiteY24" fmla="*/ 4942655 h 5578507"/>
                <a:gd name="connsiteX25" fmla="*/ 4985753 w 6277176"/>
                <a:gd name="connsiteY25" fmla="*/ 5391509 h 5578507"/>
                <a:gd name="connsiteX26" fmla="*/ 4620613 w 6277176"/>
                <a:gd name="connsiteY26" fmla="*/ 5506250 h 5578507"/>
                <a:gd name="connsiteX27" fmla="*/ 4046679 w 6277176"/>
                <a:gd name="connsiteY27" fmla="*/ 5421626 h 5578507"/>
                <a:gd name="connsiteX28" fmla="*/ 3219364 w 6277176"/>
                <a:gd name="connsiteY28" fmla="*/ 5407112 h 5578507"/>
                <a:gd name="connsiteX29" fmla="*/ 183394 w 6277176"/>
                <a:gd name="connsiteY29" fmla="*/ 5159722 h 5578507"/>
                <a:gd name="connsiteX30" fmla="*/ 30994 w 6277176"/>
                <a:gd name="connsiteY30" fmla="*/ 4753968 h 5578507"/>
                <a:gd name="connsiteX0" fmla="*/ 30994 w 6277176"/>
                <a:gd name="connsiteY0" fmla="*/ 4753968 h 5578507"/>
                <a:gd name="connsiteX1" fmla="*/ 1279893 w 6277176"/>
                <a:gd name="connsiteY1" fmla="*/ 2213968 h 5578507"/>
                <a:gd name="connsiteX2" fmla="*/ 2405370 w 6277176"/>
                <a:gd name="connsiteY2" fmla="*/ 2354 h 5578507"/>
                <a:gd name="connsiteX3" fmla="*/ 2885542 w 6277176"/>
                <a:gd name="connsiteY3" fmla="*/ 181968 h 5578507"/>
                <a:gd name="connsiteX4" fmla="*/ 3030684 w 6277176"/>
                <a:gd name="connsiteY4" fmla="*/ 80368 h 5578507"/>
                <a:gd name="connsiteX5" fmla="*/ 3146798 w 6277176"/>
                <a:gd name="connsiteY5" fmla="*/ 283568 h 5578507"/>
                <a:gd name="connsiteX6" fmla="*/ 3190341 w 6277176"/>
                <a:gd name="connsiteY6" fmla="*/ 7797 h 5578507"/>
                <a:gd name="connsiteX7" fmla="*/ 3451597 w 6277176"/>
                <a:gd name="connsiteY7" fmla="*/ 399683 h 5578507"/>
                <a:gd name="connsiteX8" fmla="*/ 3712854 w 6277176"/>
                <a:gd name="connsiteY8" fmla="*/ 748026 h 5578507"/>
                <a:gd name="connsiteX9" fmla="*/ 3901539 w 6277176"/>
                <a:gd name="connsiteY9" fmla="*/ 472255 h 5578507"/>
                <a:gd name="connsiteX10" fmla="*/ 4061195 w 6277176"/>
                <a:gd name="connsiteY10" fmla="*/ 631912 h 5578507"/>
                <a:gd name="connsiteX11" fmla="*/ 4351482 w 6277176"/>
                <a:gd name="connsiteY11" fmla="*/ 922198 h 5578507"/>
                <a:gd name="connsiteX12" fmla="*/ 4496624 w 6277176"/>
                <a:gd name="connsiteY12" fmla="*/ 1430198 h 5578507"/>
                <a:gd name="connsiteX13" fmla="*/ 4545609 w 6277176"/>
                <a:gd name="connsiteY13" fmla="*/ 1927312 h 5578507"/>
                <a:gd name="connsiteX14" fmla="*/ 4814124 w 6277176"/>
                <a:gd name="connsiteY14" fmla="*/ 2015305 h 5578507"/>
                <a:gd name="connsiteX15" fmla="*/ 5323937 w 6277176"/>
                <a:gd name="connsiteY15" fmla="*/ 1647912 h 5578507"/>
                <a:gd name="connsiteX16" fmla="*/ 5327565 w 6277176"/>
                <a:gd name="connsiteY16" fmla="*/ 1792148 h 5578507"/>
                <a:gd name="connsiteX17" fmla="*/ 5643251 w 6277176"/>
                <a:gd name="connsiteY17" fmla="*/ 2068826 h 5578507"/>
                <a:gd name="connsiteX18" fmla="*/ 5802908 w 6277176"/>
                <a:gd name="connsiteY18" fmla="*/ 2562312 h 5578507"/>
                <a:gd name="connsiteX19" fmla="*/ 6030601 w 6277176"/>
                <a:gd name="connsiteY19" fmla="*/ 2969165 h 5578507"/>
                <a:gd name="connsiteX20" fmla="*/ 6209307 w 6277176"/>
                <a:gd name="connsiteY20" fmla="*/ 3433169 h 5578507"/>
                <a:gd name="connsiteX21" fmla="*/ 5991593 w 6277176"/>
                <a:gd name="connsiteY21" fmla="*/ 3897626 h 5578507"/>
                <a:gd name="connsiteX22" fmla="*/ 5962564 w 6277176"/>
                <a:gd name="connsiteY22" fmla="*/ 4144369 h 5578507"/>
                <a:gd name="connsiteX23" fmla="*/ 5602973 w 6277176"/>
                <a:gd name="connsiteY23" fmla="*/ 4964789 h 5578507"/>
                <a:gd name="connsiteX24" fmla="*/ 5411022 w 6277176"/>
                <a:gd name="connsiteY24" fmla="*/ 4942655 h 5578507"/>
                <a:gd name="connsiteX25" fmla="*/ 4985753 w 6277176"/>
                <a:gd name="connsiteY25" fmla="*/ 5391509 h 5578507"/>
                <a:gd name="connsiteX26" fmla="*/ 4620613 w 6277176"/>
                <a:gd name="connsiteY26" fmla="*/ 5506250 h 5578507"/>
                <a:gd name="connsiteX27" fmla="*/ 4046679 w 6277176"/>
                <a:gd name="connsiteY27" fmla="*/ 5421626 h 5578507"/>
                <a:gd name="connsiteX28" fmla="*/ 3219364 w 6277176"/>
                <a:gd name="connsiteY28" fmla="*/ 5407112 h 5578507"/>
                <a:gd name="connsiteX29" fmla="*/ 183394 w 6277176"/>
                <a:gd name="connsiteY29" fmla="*/ 5159722 h 5578507"/>
                <a:gd name="connsiteX30" fmla="*/ 30994 w 6277176"/>
                <a:gd name="connsiteY30" fmla="*/ 4753968 h 5578507"/>
                <a:gd name="connsiteX0" fmla="*/ 30994 w 6277176"/>
                <a:gd name="connsiteY0" fmla="*/ 4753968 h 5578507"/>
                <a:gd name="connsiteX1" fmla="*/ 1279893 w 6277176"/>
                <a:gd name="connsiteY1" fmla="*/ 2213968 h 5578507"/>
                <a:gd name="connsiteX2" fmla="*/ 2405370 w 6277176"/>
                <a:gd name="connsiteY2" fmla="*/ 2354 h 5578507"/>
                <a:gd name="connsiteX3" fmla="*/ 2885542 w 6277176"/>
                <a:gd name="connsiteY3" fmla="*/ 181968 h 5578507"/>
                <a:gd name="connsiteX4" fmla="*/ 3030684 w 6277176"/>
                <a:gd name="connsiteY4" fmla="*/ 80368 h 5578507"/>
                <a:gd name="connsiteX5" fmla="*/ 3146798 w 6277176"/>
                <a:gd name="connsiteY5" fmla="*/ 283568 h 5578507"/>
                <a:gd name="connsiteX6" fmla="*/ 3190341 w 6277176"/>
                <a:gd name="connsiteY6" fmla="*/ 7797 h 5578507"/>
                <a:gd name="connsiteX7" fmla="*/ 3451597 w 6277176"/>
                <a:gd name="connsiteY7" fmla="*/ 399683 h 5578507"/>
                <a:gd name="connsiteX8" fmla="*/ 3712854 w 6277176"/>
                <a:gd name="connsiteY8" fmla="*/ 748026 h 5578507"/>
                <a:gd name="connsiteX9" fmla="*/ 3901539 w 6277176"/>
                <a:gd name="connsiteY9" fmla="*/ 472255 h 5578507"/>
                <a:gd name="connsiteX10" fmla="*/ 4061195 w 6277176"/>
                <a:gd name="connsiteY10" fmla="*/ 631912 h 5578507"/>
                <a:gd name="connsiteX11" fmla="*/ 4351482 w 6277176"/>
                <a:gd name="connsiteY11" fmla="*/ 922198 h 5578507"/>
                <a:gd name="connsiteX12" fmla="*/ 4496624 w 6277176"/>
                <a:gd name="connsiteY12" fmla="*/ 1430198 h 5578507"/>
                <a:gd name="connsiteX13" fmla="*/ 4545609 w 6277176"/>
                <a:gd name="connsiteY13" fmla="*/ 1927312 h 5578507"/>
                <a:gd name="connsiteX14" fmla="*/ 4814124 w 6277176"/>
                <a:gd name="connsiteY14" fmla="*/ 2015305 h 5578507"/>
                <a:gd name="connsiteX15" fmla="*/ 5323937 w 6277176"/>
                <a:gd name="connsiteY15" fmla="*/ 1647912 h 5578507"/>
                <a:gd name="connsiteX16" fmla="*/ 5327565 w 6277176"/>
                <a:gd name="connsiteY16" fmla="*/ 1792148 h 5578507"/>
                <a:gd name="connsiteX17" fmla="*/ 5643251 w 6277176"/>
                <a:gd name="connsiteY17" fmla="*/ 2068826 h 5578507"/>
                <a:gd name="connsiteX18" fmla="*/ 5802908 w 6277176"/>
                <a:gd name="connsiteY18" fmla="*/ 2562312 h 5578507"/>
                <a:gd name="connsiteX19" fmla="*/ 6030601 w 6277176"/>
                <a:gd name="connsiteY19" fmla="*/ 2969165 h 5578507"/>
                <a:gd name="connsiteX20" fmla="*/ 6209307 w 6277176"/>
                <a:gd name="connsiteY20" fmla="*/ 3433169 h 5578507"/>
                <a:gd name="connsiteX21" fmla="*/ 5991593 w 6277176"/>
                <a:gd name="connsiteY21" fmla="*/ 3897626 h 5578507"/>
                <a:gd name="connsiteX22" fmla="*/ 5962564 w 6277176"/>
                <a:gd name="connsiteY22" fmla="*/ 4144369 h 5578507"/>
                <a:gd name="connsiteX23" fmla="*/ 5602973 w 6277176"/>
                <a:gd name="connsiteY23" fmla="*/ 4964789 h 5578507"/>
                <a:gd name="connsiteX24" fmla="*/ 5411022 w 6277176"/>
                <a:gd name="connsiteY24" fmla="*/ 4942655 h 5578507"/>
                <a:gd name="connsiteX25" fmla="*/ 4985753 w 6277176"/>
                <a:gd name="connsiteY25" fmla="*/ 5391509 h 5578507"/>
                <a:gd name="connsiteX26" fmla="*/ 4620613 w 6277176"/>
                <a:gd name="connsiteY26" fmla="*/ 5506250 h 5578507"/>
                <a:gd name="connsiteX27" fmla="*/ 4046679 w 6277176"/>
                <a:gd name="connsiteY27" fmla="*/ 5421626 h 5578507"/>
                <a:gd name="connsiteX28" fmla="*/ 3219364 w 6277176"/>
                <a:gd name="connsiteY28" fmla="*/ 5407112 h 5578507"/>
                <a:gd name="connsiteX29" fmla="*/ 183394 w 6277176"/>
                <a:gd name="connsiteY29" fmla="*/ 5159722 h 5578507"/>
                <a:gd name="connsiteX30" fmla="*/ 30994 w 6277176"/>
                <a:gd name="connsiteY30" fmla="*/ 4753968 h 5578507"/>
                <a:gd name="connsiteX0" fmla="*/ 30994 w 6277176"/>
                <a:gd name="connsiteY0" fmla="*/ 4753968 h 5578507"/>
                <a:gd name="connsiteX1" fmla="*/ 1279893 w 6277176"/>
                <a:gd name="connsiteY1" fmla="*/ 2213968 h 5578507"/>
                <a:gd name="connsiteX2" fmla="*/ 2405370 w 6277176"/>
                <a:gd name="connsiteY2" fmla="*/ 2354 h 5578507"/>
                <a:gd name="connsiteX3" fmla="*/ 2885542 w 6277176"/>
                <a:gd name="connsiteY3" fmla="*/ 181968 h 5578507"/>
                <a:gd name="connsiteX4" fmla="*/ 3030684 w 6277176"/>
                <a:gd name="connsiteY4" fmla="*/ 80368 h 5578507"/>
                <a:gd name="connsiteX5" fmla="*/ 3146798 w 6277176"/>
                <a:gd name="connsiteY5" fmla="*/ 283568 h 5578507"/>
                <a:gd name="connsiteX6" fmla="*/ 3190341 w 6277176"/>
                <a:gd name="connsiteY6" fmla="*/ 7797 h 5578507"/>
                <a:gd name="connsiteX7" fmla="*/ 3451597 w 6277176"/>
                <a:gd name="connsiteY7" fmla="*/ 399683 h 5578507"/>
                <a:gd name="connsiteX8" fmla="*/ 3712854 w 6277176"/>
                <a:gd name="connsiteY8" fmla="*/ 748026 h 5578507"/>
                <a:gd name="connsiteX9" fmla="*/ 3901539 w 6277176"/>
                <a:gd name="connsiteY9" fmla="*/ 472255 h 5578507"/>
                <a:gd name="connsiteX10" fmla="*/ 4061195 w 6277176"/>
                <a:gd name="connsiteY10" fmla="*/ 631912 h 5578507"/>
                <a:gd name="connsiteX11" fmla="*/ 4351482 w 6277176"/>
                <a:gd name="connsiteY11" fmla="*/ 922198 h 5578507"/>
                <a:gd name="connsiteX12" fmla="*/ 4496624 w 6277176"/>
                <a:gd name="connsiteY12" fmla="*/ 1430198 h 5578507"/>
                <a:gd name="connsiteX13" fmla="*/ 4545609 w 6277176"/>
                <a:gd name="connsiteY13" fmla="*/ 1927312 h 5578507"/>
                <a:gd name="connsiteX14" fmla="*/ 4814124 w 6277176"/>
                <a:gd name="connsiteY14" fmla="*/ 2015305 h 5578507"/>
                <a:gd name="connsiteX15" fmla="*/ 5323937 w 6277176"/>
                <a:gd name="connsiteY15" fmla="*/ 1647912 h 5578507"/>
                <a:gd name="connsiteX16" fmla="*/ 5327565 w 6277176"/>
                <a:gd name="connsiteY16" fmla="*/ 1792148 h 5578507"/>
                <a:gd name="connsiteX17" fmla="*/ 5643251 w 6277176"/>
                <a:gd name="connsiteY17" fmla="*/ 2068826 h 5578507"/>
                <a:gd name="connsiteX18" fmla="*/ 5802908 w 6277176"/>
                <a:gd name="connsiteY18" fmla="*/ 2562312 h 5578507"/>
                <a:gd name="connsiteX19" fmla="*/ 6030601 w 6277176"/>
                <a:gd name="connsiteY19" fmla="*/ 2969165 h 5578507"/>
                <a:gd name="connsiteX20" fmla="*/ 6209307 w 6277176"/>
                <a:gd name="connsiteY20" fmla="*/ 3433169 h 5578507"/>
                <a:gd name="connsiteX21" fmla="*/ 5991593 w 6277176"/>
                <a:gd name="connsiteY21" fmla="*/ 3897626 h 5578507"/>
                <a:gd name="connsiteX22" fmla="*/ 5962564 w 6277176"/>
                <a:gd name="connsiteY22" fmla="*/ 4144369 h 5578507"/>
                <a:gd name="connsiteX23" fmla="*/ 5602973 w 6277176"/>
                <a:gd name="connsiteY23" fmla="*/ 4964789 h 5578507"/>
                <a:gd name="connsiteX24" fmla="*/ 5411022 w 6277176"/>
                <a:gd name="connsiteY24" fmla="*/ 4942655 h 5578507"/>
                <a:gd name="connsiteX25" fmla="*/ 4985753 w 6277176"/>
                <a:gd name="connsiteY25" fmla="*/ 5391509 h 5578507"/>
                <a:gd name="connsiteX26" fmla="*/ 4620613 w 6277176"/>
                <a:gd name="connsiteY26" fmla="*/ 5506250 h 5578507"/>
                <a:gd name="connsiteX27" fmla="*/ 4046679 w 6277176"/>
                <a:gd name="connsiteY27" fmla="*/ 5421626 h 5578507"/>
                <a:gd name="connsiteX28" fmla="*/ 3219364 w 6277176"/>
                <a:gd name="connsiteY28" fmla="*/ 5407112 h 5578507"/>
                <a:gd name="connsiteX29" fmla="*/ 183394 w 6277176"/>
                <a:gd name="connsiteY29" fmla="*/ 5159722 h 5578507"/>
                <a:gd name="connsiteX30" fmla="*/ 30994 w 6277176"/>
                <a:gd name="connsiteY30" fmla="*/ 4753968 h 5578507"/>
                <a:gd name="connsiteX0" fmla="*/ 30994 w 6277176"/>
                <a:gd name="connsiteY0" fmla="*/ 4753968 h 5578507"/>
                <a:gd name="connsiteX1" fmla="*/ 1279893 w 6277176"/>
                <a:gd name="connsiteY1" fmla="*/ 2213968 h 5578507"/>
                <a:gd name="connsiteX2" fmla="*/ 2405370 w 6277176"/>
                <a:gd name="connsiteY2" fmla="*/ 2354 h 5578507"/>
                <a:gd name="connsiteX3" fmla="*/ 2885542 w 6277176"/>
                <a:gd name="connsiteY3" fmla="*/ 181968 h 5578507"/>
                <a:gd name="connsiteX4" fmla="*/ 3030684 w 6277176"/>
                <a:gd name="connsiteY4" fmla="*/ 80368 h 5578507"/>
                <a:gd name="connsiteX5" fmla="*/ 3146798 w 6277176"/>
                <a:gd name="connsiteY5" fmla="*/ 283568 h 5578507"/>
                <a:gd name="connsiteX6" fmla="*/ 3190341 w 6277176"/>
                <a:gd name="connsiteY6" fmla="*/ 7797 h 5578507"/>
                <a:gd name="connsiteX7" fmla="*/ 3451597 w 6277176"/>
                <a:gd name="connsiteY7" fmla="*/ 399683 h 5578507"/>
                <a:gd name="connsiteX8" fmla="*/ 3712854 w 6277176"/>
                <a:gd name="connsiteY8" fmla="*/ 748026 h 5578507"/>
                <a:gd name="connsiteX9" fmla="*/ 3901539 w 6277176"/>
                <a:gd name="connsiteY9" fmla="*/ 472255 h 5578507"/>
                <a:gd name="connsiteX10" fmla="*/ 4061195 w 6277176"/>
                <a:gd name="connsiteY10" fmla="*/ 631912 h 5578507"/>
                <a:gd name="connsiteX11" fmla="*/ 4351482 w 6277176"/>
                <a:gd name="connsiteY11" fmla="*/ 922198 h 5578507"/>
                <a:gd name="connsiteX12" fmla="*/ 4496624 w 6277176"/>
                <a:gd name="connsiteY12" fmla="*/ 1430198 h 5578507"/>
                <a:gd name="connsiteX13" fmla="*/ 4545609 w 6277176"/>
                <a:gd name="connsiteY13" fmla="*/ 1927312 h 5578507"/>
                <a:gd name="connsiteX14" fmla="*/ 4814124 w 6277176"/>
                <a:gd name="connsiteY14" fmla="*/ 2015305 h 5578507"/>
                <a:gd name="connsiteX15" fmla="*/ 5323937 w 6277176"/>
                <a:gd name="connsiteY15" fmla="*/ 1647912 h 5578507"/>
                <a:gd name="connsiteX16" fmla="*/ 5327565 w 6277176"/>
                <a:gd name="connsiteY16" fmla="*/ 1792148 h 5578507"/>
                <a:gd name="connsiteX17" fmla="*/ 5643251 w 6277176"/>
                <a:gd name="connsiteY17" fmla="*/ 2068826 h 5578507"/>
                <a:gd name="connsiteX18" fmla="*/ 5802908 w 6277176"/>
                <a:gd name="connsiteY18" fmla="*/ 2562312 h 5578507"/>
                <a:gd name="connsiteX19" fmla="*/ 6030601 w 6277176"/>
                <a:gd name="connsiteY19" fmla="*/ 2969165 h 5578507"/>
                <a:gd name="connsiteX20" fmla="*/ 6209307 w 6277176"/>
                <a:gd name="connsiteY20" fmla="*/ 3433169 h 5578507"/>
                <a:gd name="connsiteX21" fmla="*/ 5991593 w 6277176"/>
                <a:gd name="connsiteY21" fmla="*/ 3897626 h 5578507"/>
                <a:gd name="connsiteX22" fmla="*/ 5962564 w 6277176"/>
                <a:gd name="connsiteY22" fmla="*/ 4144369 h 5578507"/>
                <a:gd name="connsiteX23" fmla="*/ 5602973 w 6277176"/>
                <a:gd name="connsiteY23" fmla="*/ 4964789 h 5578507"/>
                <a:gd name="connsiteX24" fmla="*/ 5411022 w 6277176"/>
                <a:gd name="connsiteY24" fmla="*/ 4942655 h 5578507"/>
                <a:gd name="connsiteX25" fmla="*/ 4985753 w 6277176"/>
                <a:gd name="connsiteY25" fmla="*/ 5391509 h 5578507"/>
                <a:gd name="connsiteX26" fmla="*/ 4620613 w 6277176"/>
                <a:gd name="connsiteY26" fmla="*/ 5506250 h 5578507"/>
                <a:gd name="connsiteX27" fmla="*/ 4046679 w 6277176"/>
                <a:gd name="connsiteY27" fmla="*/ 5421626 h 5578507"/>
                <a:gd name="connsiteX28" fmla="*/ 3219364 w 6277176"/>
                <a:gd name="connsiteY28" fmla="*/ 5407112 h 5578507"/>
                <a:gd name="connsiteX29" fmla="*/ 183394 w 6277176"/>
                <a:gd name="connsiteY29" fmla="*/ 5159722 h 5578507"/>
                <a:gd name="connsiteX30" fmla="*/ 30994 w 6277176"/>
                <a:gd name="connsiteY30" fmla="*/ 4753968 h 5578507"/>
                <a:gd name="connsiteX0" fmla="*/ 30994 w 6277176"/>
                <a:gd name="connsiteY0" fmla="*/ 4810615 h 5635154"/>
                <a:gd name="connsiteX1" fmla="*/ 1279893 w 6277176"/>
                <a:gd name="connsiteY1" fmla="*/ 2270615 h 5635154"/>
                <a:gd name="connsiteX2" fmla="*/ 2405370 w 6277176"/>
                <a:gd name="connsiteY2" fmla="*/ 59001 h 5635154"/>
                <a:gd name="connsiteX3" fmla="*/ 2885542 w 6277176"/>
                <a:gd name="connsiteY3" fmla="*/ 238615 h 5635154"/>
                <a:gd name="connsiteX4" fmla="*/ 3030684 w 6277176"/>
                <a:gd name="connsiteY4" fmla="*/ 137015 h 5635154"/>
                <a:gd name="connsiteX5" fmla="*/ 3146798 w 6277176"/>
                <a:gd name="connsiteY5" fmla="*/ 340215 h 5635154"/>
                <a:gd name="connsiteX6" fmla="*/ 3190341 w 6277176"/>
                <a:gd name="connsiteY6" fmla="*/ 64444 h 5635154"/>
                <a:gd name="connsiteX7" fmla="*/ 3451597 w 6277176"/>
                <a:gd name="connsiteY7" fmla="*/ 456330 h 5635154"/>
                <a:gd name="connsiteX8" fmla="*/ 3712854 w 6277176"/>
                <a:gd name="connsiteY8" fmla="*/ 804673 h 5635154"/>
                <a:gd name="connsiteX9" fmla="*/ 3901539 w 6277176"/>
                <a:gd name="connsiteY9" fmla="*/ 528902 h 5635154"/>
                <a:gd name="connsiteX10" fmla="*/ 4061195 w 6277176"/>
                <a:gd name="connsiteY10" fmla="*/ 688559 h 5635154"/>
                <a:gd name="connsiteX11" fmla="*/ 4351482 w 6277176"/>
                <a:gd name="connsiteY11" fmla="*/ 978845 h 5635154"/>
                <a:gd name="connsiteX12" fmla="*/ 4496624 w 6277176"/>
                <a:gd name="connsiteY12" fmla="*/ 1486845 h 5635154"/>
                <a:gd name="connsiteX13" fmla="*/ 4545609 w 6277176"/>
                <a:gd name="connsiteY13" fmla="*/ 1983959 h 5635154"/>
                <a:gd name="connsiteX14" fmla="*/ 4814124 w 6277176"/>
                <a:gd name="connsiteY14" fmla="*/ 2071952 h 5635154"/>
                <a:gd name="connsiteX15" fmla="*/ 5323937 w 6277176"/>
                <a:gd name="connsiteY15" fmla="*/ 1704559 h 5635154"/>
                <a:gd name="connsiteX16" fmla="*/ 5327565 w 6277176"/>
                <a:gd name="connsiteY16" fmla="*/ 1848795 h 5635154"/>
                <a:gd name="connsiteX17" fmla="*/ 5643251 w 6277176"/>
                <a:gd name="connsiteY17" fmla="*/ 2125473 h 5635154"/>
                <a:gd name="connsiteX18" fmla="*/ 5802908 w 6277176"/>
                <a:gd name="connsiteY18" fmla="*/ 2618959 h 5635154"/>
                <a:gd name="connsiteX19" fmla="*/ 6030601 w 6277176"/>
                <a:gd name="connsiteY19" fmla="*/ 3025812 h 5635154"/>
                <a:gd name="connsiteX20" fmla="*/ 6209307 w 6277176"/>
                <a:gd name="connsiteY20" fmla="*/ 3489816 h 5635154"/>
                <a:gd name="connsiteX21" fmla="*/ 5991593 w 6277176"/>
                <a:gd name="connsiteY21" fmla="*/ 3954273 h 5635154"/>
                <a:gd name="connsiteX22" fmla="*/ 5962564 w 6277176"/>
                <a:gd name="connsiteY22" fmla="*/ 4201016 h 5635154"/>
                <a:gd name="connsiteX23" fmla="*/ 5602973 w 6277176"/>
                <a:gd name="connsiteY23" fmla="*/ 5021436 h 5635154"/>
                <a:gd name="connsiteX24" fmla="*/ 5411022 w 6277176"/>
                <a:gd name="connsiteY24" fmla="*/ 4999302 h 5635154"/>
                <a:gd name="connsiteX25" fmla="*/ 4985753 w 6277176"/>
                <a:gd name="connsiteY25" fmla="*/ 5448156 h 5635154"/>
                <a:gd name="connsiteX26" fmla="*/ 4620613 w 6277176"/>
                <a:gd name="connsiteY26" fmla="*/ 5562897 h 5635154"/>
                <a:gd name="connsiteX27" fmla="*/ 4046679 w 6277176"/>
                <a:gd name="connsiteY27" fmla="*/ 5478273 h 5635154"/>
                <a:gd name="connsiteX28" fmla="*/ 3219364 w 6277176"/>
                <a:gd name="connsiteY28" fmla="*/ 5463759 h 5635154"/>
                <a:gd name="connsiteX29" fmla="*/ 183394 w 6277176"/>
                <a:gd name="connsiteY29" fmla="*/ 5216369 h 5635154"/>
                <a:gd name="connsiteX30" fmla="*/ 30994 w 6277176"/>
                <a:gd name="connsiteY30" fmla="*/ 4810615 h 5635154"/>
                <a:gd name="connsiteX0" fmla="*/ 30994 w 6277176"/>
                <a:gd name="connsiteY0" fmla="*/ 4840626 h 5665165"/>
                <a:gd name="connsiteX1" fmla="*/ 1279893 w 6277176"/>
                <a:gd name="connsiteY1" fmla="*/ 2300626 h 5665165"/>
                <a:gd name="connsiteX2" fmla="*/ 2405370 w 6277176"/>
                <a:gd name="connsiteY2" fmla="*/ 89012 h 5665165"/>
                <a:gd name="connsiteX3" fmla="*/ 2885542 w 6277176"/>
                <a:gd name="connsiteY3" fmla="*/ 268626 h 5665165"/>
                <a:gd name="connsiteX4" fmla="*/ 3030684 w 6277176"/>
                <a:gd name="connsiteY4" fmla="*/ 167026 h 5665165"/>
                <a:gd name="connsiteX5" fmla="*/ 3146798 w 6277176"/>
                <a:gd name="connsiteY5" fmla="*/ 370226 h 5665165"/>
                <a:gd name="connsiteX6" fmla="*/ 3157003 w 6277176"/>
                <a:gd name="connsiteY6" fmla="*/ 61118 h 5665165"/>
                <a:gd name="connsiteX7" fmla="*/ 3451597 w 6277176"/>
                <a:gd name="connsiteY7" fmla="*/ 486341 h 5665165"/>
                <a:gd name="connsiteX8" fmla="*/ 3712854 w 6277176"/>
                <a:gd name="connsiteY8" fmla="*/ 834684 h 5665165"/>
                <a:gd name="connsiteX9" fmla="*/ 3901539 w 6277176"/>
                <a:gd name="connsiteY9" fmla="*/ 558913 h 5665165"/>
                <a:gd name="connsiteX10" fmla="*/ 4061195 w 6277176"/>
                <a:gd name="connsiteY10" fmla="*/ 718570 h 5665165"/>
                <a:gd name="connsiteX11" fmla="*/ 4351482 w 6277176"/>
                <a:gd name="connsiteY11" fmla="*/ 1008856 h 5665165"/>
                <a:gd name="connsiteX12" fmla="*/ 4496624 w 6277176"/>
                <a:gd name="connsiteY12" fmla="*/ 1516856 h 5665165"/>
                <a:gd name="connsiteX13" fmla="*/ 4545609 w 6277176"/>
                <a:gd name="connsiteY13" fmla="*/ 2013970 h 5665165"/>
                <a:gd name="connsiteX14" fmla="*/ 4814124 w 6277176"/>
                <a:gd name="connsiteY14" fmla="*/ 2101963 h 5665165"/>
                <a:gd name="connsiteX15" fmla="*/ 5323937 w 6277176"/>
                <a:gd name="connsiteY15" fmla="*/ 1734570 h 5665165"/>
                <a:gd name="connsiteX16" fmla="*/ 5327565 w 6277176"/>
                <a:gd name="connsiteY16" fmla="*/ 1878806 h 5665165"/>
                <a:gd name="connsiteX17" fmla="*/ 5643251 w 6277176"/>
                <a:gd name="connsiteY17" fmla="*/ 2155484 h 5665165"/>
                <a:gd name="connsiteX18" fmla="*/ 5802908 w 6277176"/>
                <a:gd name="connsiteY18" fmla="*/ 2648970 h 5665165"/>
                <a:gd name="connsiteX19" fmla="*/ 6030601 w 6277176"/>
                <a:gd name="connsiteY19" fmla="*/ 3055823 h 5665165"/>
                <a:gd name="connsiteX20" fmla="*/ 6209307 w 6277176"/>
                <a:gd name="connsiteY20" fmla="*/ 3519827 h 5665165"/>
                <a:gd name="connsiteX21" fmla="*/ 5991593 w 6277176"/>
                <a:gd name="connsiteY21" fmla="*/ 3984284 h 5665165"/>
                <a:gd name="connsiteX22" fmla="*/ 5962564 w 6277176"/>
                <a:gd name="connsiteY22" fmla="*/ 4231027 h 5665165"/>
                <a:gd name="connsiteX23" fmla="*/ 5602973 w 6277176"/>
                <a:gd name="connsiteY23" fmla="*/ 5051447 h 5665165"/>
                <a:gd name="connsiteX24" fmla="*/ 5411022 w 6277176"/>
                <a:gd name="connsiteY24" fmla="*/ 5029313 h 5665165"/>
                <a:gd name="connsiteX25" fmla="*/ 4985753 w 6277176"/>
                <a:gd name="connsiteY25" fmla="*/ 5478167 h 5665165"/>
                <a:gd name="connsiteX26" fmla="*/ 4620613 w 6277176"/>
                <a:gd name="connsiteY26" fmla="*/ 5592908 h 5665165"/>
                <a:gd name="connsiteX27" fmla="*/ 4046679 w 6277176"/>
                <a:gd name="connsiteY27" fmla="*/ 5508284 h 5665165"/>
                <a:gd name="connsiteX28" fmla="*/ 3219364 w 6277176"/>
                <a:gd name="connsiteY28" fmla="*/ 5493770 h 5665165"/>
                <a:gd name="connsiteX29" fmla="*/ 183394 w 6277176"/>
                <a:gd name="connsiteY29" fmla="*/ 5246380 h 5665165"/>
                <a:gd name="connsiteX30" fmla="*/ 30994 w 6277176"/>
                <a:gd name="connsiteY30" fmla="*/ 4840626 h 5665165"/>
                <a:gd name="connsiteX0" fmla="*/ 30994 w 6277176"/>
                <a:gd name="connsiteY0" fmla="*/ 4828370 h 5652909"/>
                <a:gd name="connsiteX1" fmla="*/ 1279893 w 6277176"/>
                <a:gd name="connsiteY1" fmla="*/ 2288370 h 5652909"/>
                <a:gd name="connsiteX2" fmla="*/ 2405370 w 6277176"/>
                <a:gd name="connsiteY2" fmla="*/ 76756 h 5652909"/>
                <a:gd name="connsiteX3" fmla="*/ 2885542 w 6277176"/>
                <a:gd name="connsiteY3" fmla="*/ 256370 h 5652909"/>
                <a:gd name="connsiteX4" fmla="*/ 3030684 w 6277176"/>
                <a:gd name="connsiteY4" fmla="*/ 154770 h 5652909"/>
                <a:gd name="connsiteX5" fmla="*/ 3146798 w 6277176"/>
                <a:gd name="connsiteY5" fmla="*/ 357970 h 5652909"/>
                <a:gd name="connsiteX6" fmla="*/ 3157003 w 6277176"/>
                <a:gd name="connsiteY6" fmla="*/ 48862 h 5652909"/>
                <a:gd name="connsiteX7" fmla="*/ 3451597 w 6277176"/>
                <a:gd name="connsiteY7" fmla="*/ 474085 h 5652909"/>
                <a:gd name="connsiteX8" fmla="*/ 3712854 w 6277176"/>
                <a:gd name="connsiteY8" fmla="*/ 822428 h 5652909"/>
                <a:gd name="connsiteX9" fmla="*/ 3901539 w 6277176"/>
                <a:gd name="connsiteY9" fmla="*/ 546657 h 5652909"/>
                <a:gd name="connsiteX10" fmla="*/ 4061195 w 6277176"/>
                <a:gd name="connsiteY10" fmla="*/ 706314 h 5652909"/>
                <a:gd name="connsiteX11" fmla="*/ 4351482 w 6277176"/>
                <a:gd name="connsiteY11" fmla="*/ 996600 h 5652909"/>
                <a:gd name="connsiteX12" fmla="*/ 4496624 w 6277176"/>
                <a:gd name="connsiteY12" fmla="*/ 1504600 h 5652909"/>
                <a:gd name="connsiteX13" fmla="*/ 4545609 w 6277176"/>
                <a:gd name="connsiteY13" fmla="*/ 2001714 h 5652909"/>
                <a:gd name="connsiteX14" fmla="*/ 4814124 w 6277176"/>
                <a:gd name="connsiteY14" fmla="*/ 2089707 h 5652909"/>
                <a:gd name="connsiteX15" fmla="*/ 5323937 w 6277176"/>
                <a:gd name="connsiteY15" fmla="*/ 1722314 h 5652909"/>
                <a:gd name="connsiteX16" fmla="*/ 5327565 w 6277176"/>
                <a:gd name="connsiteY16" fmla="*/ 1866550 h 5652909"/>
                <a:gd name="connsiteX17" fmla="*/ 5643251 w 6277176"/>
                <a:gd name="connsiteY17" fmla="*/ 2143228 h 5652909"/>
                <a:gd name="connsiteX18" fmla="*/ 5802908 w 6277176"/>
                <a:gd name="connsiteY18" fmla="*/ 2636714 h 5652909"/>
                <a:gd name="connsiteX19" fmla="*/ 6030601 w 6277176"/>
                <a:gd name="connsiteY19" fmla="*/ 3043567 h 5652909"/>
                <a:gd name="connsiteX20" fmla="*/ 6209307 w 6277176"/>
                <a:gd name="connsiteY20" fmla="*/ 3507571 h 5652909"/>
                <a:gd name="connsiteX21" fmla="*/ 5991593 w 6277176"/>
                <a:gd name="connsiteY21" fmla="*/ 3972028 h 5652909"/>
                <a:gd name="connsiteX22" fmla="*/ 5962564 w 6277176"/>
                <a:gd name="connsiteY22" fmla="*/ 4218771 h 5652909"/>
                <a:gd name="connsiteX23" fmla="*/ 5602973 w 6277176"/>
                <a:gd name="connsiteY23" fmla="*/ 5039191 h 5652909"/>
                <a:gd name="connsiteX24" fmla="*/ 5411022 w 6277176"/>
                <a:gd name="connsiteY24" fmla="*/ 5017057 h 5652909"/>
                <a:gd name="connsiteX25" fmla="*/ 4985753 w 6277176"/>
                <a:gd name="connsiteY25" fmla="*/ 5465911 h 5652909"/>
                <a:gd name="connsiteX26" fmla="*/ 4620613 w 6277176"/>
                <a:gd name="connsiteY26" fmla="*/ 5580652 h 5652909"/>
                <a:gd name="connsiteX27" fmla="*/ 4046679 w 6277176"/>
                <a:gd name="connsiteY27" fmla="*/ 5496028 h 5652909"/>
                <a:gd name="connsiteX28" fmla="*/ 3219364 w 6277176"/>
                <a:gd name="connsiteY28" fmla="*/ 5481514 h 5652909"/>
                <a:gd name="connsiteX29" fmla="*/ 183394 w 6277176"/>
                <a:gd name="connsiteY29" fmla="*/ 5234124 h 5652909"/>
                <a:gd name="connsiteX30" fmla="*/ 30994 w 6277176"/>
                <a:gd name="connsiteY30" fmla="*/ 4828370 h 5652909"/>
                <a:gd name="connsiteX0" fmla="*/ 30994 w 6277176"/>
                <a:gd name="connsiteY0" fmla="*/ 4828370 h 5652909"/>
                <a:gd name="connsiteX1" fmla="*/ 1279893 w 6277176"/>
                <a:gd name="connsiteY1" fmla="*/ 2288370 h 5652909"/>
                <a:gd name="connsiteX2" fmla="*/ 2405370 w 6277176"/>
                <a:gd name="connsiteY2" fmla="*/ 76756 h 5652909"/>
                <a:gd name="connsiteX3" fmla="*/ 2885542 w 6277176"/>
                <a:gd name="connsiteY3" fmla="*/ 256370 h 5652909"/>
                <a:gd name="connsiteX4" fmla="*/ 3030684 w 6277176"/>
                <a:gd name="connsiteY4" fmla="*/ 154770 h 5652909"/>
                <a:gd name="connsiteX5" fmla="*/ 3146798 w 6277176"/>
                <a:gd name="connsiteY5" fmla="*/ 357970 h 5652909"/>
                <a:gd name="connsiteX6" fmla="*/ 3157003 w 6277176"/>
                <a:gd name="connsiteY6" fmla="*/ 48862 h 5652909"/>
                <a:gd name="connsiteX7" fmla="*/ 3451597 w 6277176"/>
                <a:gd name="connsiteY7" fmla="*/ 474085 h 5652909"/>
                <a:gd name="connsiteX8" fmla="*/ 3712854 w 6277176"/>
                <a:gd name="connsiteY8" fmla="*/ 822428 h 5652909"/>
                <a:gd name="connsiteX9" fmla="*/ 3901539 w 6277176"/>
                <a:gd name="connsiteY9" fmla="*/ 546657 h 5652909"/>
                <a:gd name="connsiteX10" fmla="*/ 4061195 w 6277176"/>
                <a:gd name="connsiteY10" fmla="*/ 706314 h 5652909"/>
                <a:gd name="connsiteX11" fmla="*/ 4351482 w 6277176"/>
                <a:gd name="connsiteY11" fmla="*/ 996600 h 5652909"/>
                <a:gd name="connsiteX12" fmla="*/ 4496624 w 6277176"/>
                <a:gd name="connsiteY12" fmla="*/ 1504600 h 5652909"/>
                <a:gd name="connsiteX13" fmla="*/ 4545609 w 6277176"/>
                <a:gd name="connsiteY13" fmla="*/ 2001714 h 5652909"/>
                <a:gd name="connsiteX14" fmla="*/ 4814124 w 6277176"/>
                <a:gd name="connsiteY14" fmla="*/ 2089707 h 5652909"/>
                <a:gd name="connsiteX15" fmla="*/ 5323937 w 6277176"/>
                <a:gd name="connsiteY15" fmla="*/ 1722314 h 5652909"/>
                <a:gd name="connsiteX16" fmla="*/ 5327565 w 6277176"/>
                <a:gd name="connsiteY16" fmla="*/ 1866550 h 5652909"/>
                <a:gd name="connsiteX17" fmla="*/ 5643251 w 6277176"/>
                <a:gd name="connsiteY17" fmla="*/ 2143228 h 5652909"/>
                <a:gd name="connsiteX18" fmla="*/ 5802908 w 6277176"/>
                <a:gd name="connsiteY18" fmla="*/ 2636714 h 5652909"/>
                <a:gd name="connsiteX19" fmla="*/ 6030601 w 6277176"/>
                <a:gd name="connsiteY19" fmla="*/ 3043567 h 5652909"/>
                <a:gd name="connsiteX20" fmla="*/ 6209307 w 6277176"/>
                <a:gd name="connsiteY20" fmla="*/ 3507571 h 5652909"/>
                <a:gd name="connsiteX21" fmla="*/ 5991593 w 6277176"/>
                <a:gd name="connsiteY21" fmla="*/ 3972028 h 5652909"/>
                <a:gd name="connsiteX22" fmla="*/ 5962564 w 6277176"/>
                <a:gd name="connsiteY22" fmla="*/ 4218771 h 5652909"/>
                <a:gd name="connsiteX23" fmla="*/ 5602973 w 6277176"/>
                <a:gd name="connsiteY23" fmla="*/ 5039191 h 5652909"/>
                <a:gd name="connsiteX24" fmla="*/ 5411022 w 6277176"/>
                <a:gd name="connsiteY24" fmla="*/ 5017057 h 5652909"/>
                <a:gd name="connsiteX25" fmla="*/ 4985753 w 6277176"/>
                <a:gd name="connsiteY25" fmla="*/ 5465911 h 5652909"/>
                <a:gd name="connsiteX26" fmla="*/ 4620613 w 6277176"/>
                <a:gd name="connsiteY26" fmla="*/ 5580652 h 5652909"/>
                <a:gd name="connsiteX27" fmla="*/ 4046679 w 6277176"/>
                <a:gd name="connsiteY27" fmla="*/ 5496028 h 5652909"/>
                <a:gd name="connsiteX28" fmla="*/ 3219364 w 6277176"/>
                <a:gd name="connsiteY28" fmla="*/ 5481514 h 5652909"/>
                <a:gd name="connsiteX29" fmla="*/ 183394 w 6277176"/>
                <a:gd name="connsiteY29" fmla="*/ 5234124 h 5652909"/>
                <a:gd name="connsiteX30" fmla="*/ 30994 w 6277176"/>
                <a:gd name="connsiteY30" fmla="*/ 4828370 h 5652909"/>
                <a:gd name="connsiteX0" fmla="*/ 30994 w 6277176"/>
                <a:gd name="connsiteY0" fmla="*/ 4828370 h 5652909"/>
                <a:gd name="connsiteX1" fmla="*/ 1279893 w 6277176"/>
                <a:gd name="connsiteY1" fmla="*/ 2288370 h 5652909"/>
                <a:gd name="connsiteX2" fmla="*/ 2405370 w 6277176"/>
                <a:gd name="connsiteY2" fmla="*/ 76756 h 5652909"/>
                <a:gd name="connsiteX3" fmla="*/ 2885542 w 6277176"/>
                <a:gd name="connsiteY3" fmla="*/ 256370 h 5652909"/>
                <a:gd name="connsiteX4" fmla="*/ 3030684 w 6277176"/>
                <a:gd name="connsiteY4" fmla="*/ 154770 h 5652909"/>
                <a:gd name="connsiteX5" fmla="*/ 3146798 w 6277176"/>
                <a:gd name="connsiteY5" fmla="*/ 357970 h 5652909"/>
                <a:gd name="connsiteX6" fmla="*/ 3157003 w 6277176"/>
                <a:gd name="connsiteY6" fmla="*/ 48862 h 5652909"/>
                <a:gd name="connsiteX7" fmla="*/ 3451597 w 6277176"/>
                <a:gd name="connsiteY7" fmla="*/ 474085 h 5652909"/>
                <a:gd name="connsiteX8" fmla="*/ 3712854 w 6277176"/>
                <a:gd name="connsiteY8" fmla="*/ 822428 h 5652909"/>
                <a:gd name="connsiteX9" fmla="*/ 3901539 w 6277176"/>
                <a:gd name="connsiteY9" fmla="*/ 546657 h 5652909"/>
                <a:gd name="connsiteX10" fmla="*/ 4061195 w 6277176"/>
                <a:gd name="connsiteY10" fmla="*/ 706314 h 5652909"/>
                <a:gd name="connsiteX11" fmla="*/ 4351482 w 6277176"/>
                <a:gd name="connsiteY11" fmla="*/ 996600 h 5652909"/>
                <a:gd name="connsiteX12" fmla="*/ 4496624 w 6277176"/>
                <a:gd name="connsiteY12" fmla="*/ 1504600 h 5652909"/>
                <a:gd name="connsiteX13" fmla="*/ 4545609 w 6277176"/>
                <a:gd name="connsiteY13" fmla="*/ 2001714 h 5652909"/>
                <a:gd name="connsiteX14" fmla="*/ 4814124 w 6277176"/>
                <a:gd name="connsiteY14" fmla="*/ 2089707 h 5652909"/>
                <a:gd name="connsiteX15" fmla="*/ 5323937 w 6277176"/>
                <a:gd name="connsiteY15" fmla="*/ 1722314 h 5652909"/>
                <a:gd name="connsiteX16" fmla="*/ 5327565 w 6277176"/>
                <a:gd name="connsiteY16" fmla="*/ 1866550 h 5652909"/>
                <a:gd name="connsiteX17" fmla="*/ 5643251 w 6277176"/>
                <a:gd name="connsiteY17" fmla="*/ 2143228 h 5652909"/>
                <a:gd name="connsiteX18" fmla="*/ 5802908 w 6277176"/>
                <a:gd name="connsiteY18" fmla="*/ 2636714 h 5652909"/>
                <a:gd name="connsiteX19" fmla="*/ 6030601 w 6277176"/>
                <a:gd name="connsiteY19" fmla="*/ 3043567 h 5652909"/>
                <a:gd name="connsiteX20" fmla="*/ 6209307 w 6277176"/>
                <a:gd name="connsiteY20" fmla="*/ 3507571 h 5652909"/>
                <a:gd name="connsiteX21" fmla="*/ 5991593 w 6277176"/>
                <a:gd name="connsiteY21" fmla="*/ 3972028 h 5652909"/>
                <a:gd name="connsiteX22" fmla="*/ 5962564 w 6277176"/>
                <a:gd name="connsiteY22" fmla="*/ 4218771 h 5652909"/>
                <a:gd name="connsiteX23" fmla="*/ 5602973 w 6277176"/>
                <a:gd name="connsiteY23" fmla="*/ 5039191 h 5652909"/>
                <a:gd name="connsiteX24" fmla="*/ 5411022 w 6277176"/>
                <a:gd name="connsiteY24" fmla="*/ 5017057 h 5652909"/>
                <a:gd name="connsiteX25" fmla="*/ 4985753 w 6277176"/>
                <a:gd name="connsiteY25" fmla="*/ 5465911 h 5652909"/>
                <a:gd name="connsiteX26" fmla="*/ 4620613 w 6277176"/>
                <a:gd name="connsiteY26" fmla="*/ 5580652 h 5652909"/>
                <a:gd name="connsiteX27" fmla="*/ 4046679 w 6277176"/>
                <a:gd name="connsiteY27" fmla="*/ 5496028 h 5652909"/>
                <a:gd name="connsiteX28" fmla="*/ 3219364 w 6277176"/>
                <a:gd name="connsiteY28" fmla="*/ 5481514 h 5652909"/>
                <a:gd name="connsiteX29" fmla="*/ 183394 w 6277176"/>
                <a:gd name="connsiteY29" fmla="*/ 5234124 h 5652909"/>
                <a:gd name="connsiteX30" fmla="*/ 30994 w 6277176"/>
                <a:gd name="connsiteY30" fmla="*/ 4828370 h 5652909"/>
                <a:gd name="connsiteX0" fmla="*/ 30994 w 6277176"/>
                <a:gd name="connsiteY0" fmla="*/ 4828370 h 5652909"/>
                <a:gd name="connsiteX1" fmla="*/ 1279893 w 6277176"/>
                <a:gd name="connsiteY1" fmla="*/ 2288370 h 5652909"/>
                <a:gd name="connsiteX2" fmla="*/ 2405370 w 6277176"/>
                <a:gd name="connsiteY2" fmla="*/ 76756 h 5652909"/>
                <a:gd name="connsiteX3" fmla="*/ 2885542 w 6277176"/>
                <a:gd name="connsiteY3" fmla="*/ 256370 h 5652909"/>
                <a:gd name="connsiteX4" fmla="*/ 3030684 w 6277176"/>
                <a:gd name="connsiteY4" fmla="*/ 154770 h 5652909"/>
                <a:gd name="connsiteX5" fmla="*/ 3146798 w 6277176"/>
                <a:gd name="connsiteY5" fmla="*/ 357970 h 5652909"/>
                <a:gd name="connsiteX6" fmla="*/ 3157003 w 6277176"/>
                <a:gd name="connsiteY6" fmla="*/ 48862 h 5652909"/>
                <a:gd name="connsiteX7" fmla="*/ 3451597 w 6277176"/>
                <a:gd name="connsiteY7" fmla="*/ 474085 h 5652909"/>
                <a:gd name="connsiteX8" fmla="*/ 3712854 w 6277176"/>
                <a:gd name="connsiteY8" fmla="*/ 822428 h 5652909"/>
                <a:gd name="connsiteX9" fmla="*/ 3901539 w 6277176"/>
                <a:gd name="connsiteY9" fmla="*/ 546657 h 5652909"/>
                <a:gd name="connsiteX10" fmla="*/ 4061195 w 6277176"/>
                <a:gd name="connsiteY10" fmla="*/ 706314 h 5652909"/>
                <a:gd name="connsiteX11" fmla="*/ 4351482 w 6277176"/>
                <a:gd name="connsiteY11" fmla="*/ 996600 h 5652909"/>
                <a:gd name="connsiteX12" fmla="*/ 4496624 w 6277176"/>
                <a:gd name="connsiteY12" fmla="*/ 1504600 h 5652909"/>
                <a:gd name="connsiteX13" fmla="*/ 4545609 w 6277176"/>
                <a:gd name="connsiteY13" fmla="*/ 2001714 h 5652909"/>
                <a:gd name="connsiteX14" fmla="*/ 4814124 w 6277176"/>
                <a:gd name="connsiteY14" fmla="*/ 2089707 h 5652909"/>
                <a:gd name="connsiteX15" fmla="*/ 5323937 w 6277176"/>
                <a:gd name="connsiteY15" fmla="*/ 1722314 h 5652909"/>
                <a:gd name="connsiteX16" fmla="*/ 5327565 w 6277176"/>
                <a:gd name="connsiteY16" fmla="*/ 1866550 h 5652909"/>
                <a:gd name="connsiteX17" fmla="*/ 5643251 w 6277176"/>
                <a:gd name="connsiteY17" fmla="*/ 2143228 h 5652909"/>
                <a:gd name="connsiteX18" fmla="*/ 5802908 w 6277176"/>
                <a:gd name="connsiteY18" fmla="*/ 2636714 h 5652909"/>
                <a:gd name="connsiteX19" fmla="*/ 6030601 w 6277176"/>
                <a:gd name="connsiteY19" fmla="*/ 3043567 h 5652909"/>
                <a:gd name="connsiteX20" fmla="*/ 6209307 w 6277176"/>
                <a:gd name="connsiteY20" fmla="*/ 3507571 h 5652909"/>
                <a:gd name="connsiteX21" fmla="*/ 5991593 w 6277176"/>
                <a:gd name="connsiteY21" fmla="*/ 3972028 h 5652909"/>
                <a:gd name="connsiteX22" fmla="*/ 5962564 w 6277176"/>
                <a:gd name="connsiteY22" fmla="*/ 4218771 h 5652909"/>
                <a:gd name="connsiteX23" fmla="*/ 5602973 w 6277176"/>
                <a:gd name="connsiteY23" fmla="*/ 5039191 h 5652909"/>
                <a:gd name="connsiteX24" fmla="*/ 5411022 w 6277176"/>
                <a:gd name="connsiteY24" fmla="*/ 5017057 h 5652909"/>
                <a:gd name="connsiteX25" fmla="*/ 4985753 w 6277176"/>
                <a:gd name="connsiteY25" fmla="*/ 5465911 h 5652909"/>
                <a:gd name="connsiteX26" fmla="*/ 4620613 w 6277176"/>
                <a:gd name="connsiteY26" fmla="*/ 5580652 h 5652909"/>
                <a:gd name="connsiteX27" fmla="*/ 4046679 w 6277176"/>
                <a:gd name="connsiteY27" fmla="*/ 5496028 h 5652909"/>
                <a:gd name="connsiteX28" fmla="*/ 3219364 w 6277176"/>
                <a:gd name="connsiteY28" fmla="*/ 5481514 h 5652909"/>
                <a:gd name="connsiteX29" fmla="*/ 183394 w 6277176"/>
                <a:gd name="connsiteY29" fmla="*/ 5234124 h 5652909"/>
                <a:gd name="connsiteX30" fmla="*/ 30994 w 6277176"/>
                <a:gd name="connsiteY30" fmla="*/ 4828370 h 5652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277176" h="5652909">
                  <a:moveTo>
                    <a:pt x="30994" y="4828370"/>
                  </a:moveTo>
                  <a:cubicBezTo>
                    <a:pt x="-162306" y="3511803"/>
                    <a:pt x="584193" y="3058837"/>
                    <a:pt x="1279893" y="2288370"/>
                  </a:cubicBezTo>
                  <a:cubicBezTo>
                    <a:pt x="2988552" y="1081265"/>
                    <a:pt x="2436611" y="458361"/>
                    <a:pt x="2405370" y="76756"/>
                  </a:cubicBezTo>
                  <a:cubicBezTo>
                    <a:pt x="2529746" y="61637"/>
                    <a:pt x="2875466" y="119089"/>
                    <a:pt x="2885542" y="256370"/>
                  </a:cubicBezTo>
                  <a:cubicBezTo>
                    <a:pt x="2880704" y="333780"/>
                    <a:pt x="3035522" y="77360"/>
                    <a:pt x="3030684" y="154770"/>
                  </a:cubicBezTo>
                  <a:cubicBezTo>
                    <a:pt x="3016170" y="246694"/>
                    <a:pt x="3094637" y="275571"/>
                    <a:pt x="3146798" y="357970"/>
                  </a:cubicBezTo>
                  <a:cubicBezTo>
                    <a:pt x="3237210" y="225678"/>
                    <a:pt x="3104691" y="104954"/>
                    <a:pt x="3157003" y="48862"/>
                  </a:cubicBezTo>
                  <a:cubicBezTo>
                    <a:pt x="3490075" y="-143377"/>
                    <a:pt x="3470950" y="280561"/>
                    <a:pt x="3451597" y="474085"/>
                  </a:cubicBezTo>
                  <a:cubicBezTo>
                    <a:pt x="3551232" y="480737"/>
                    <a:pt x="3670369" y="634801"/>
                    <a:pt x="3712854" y="822428"/>
                  </a:cubicBezTo>
                  <a:cubicBezTo>
                    <a:pt x="3698339" y="875647"/>
                    <a:pt x="3916054" y="493438"/>
                    <a:pt x="3901539" y="546657"/>
                  </a:cubicBezTo>
                  <a:cubicBezTo>
                    <a:pt x="3843482" y="691800"/>
                    <a:pt x="4119252" y="561171"/>
                    <a:pt x="4061195" y="706314"/>
                  </a:cubicBezTo>
                  <a:cubicBezTo>
                    <a:pt x="4027328" y="769209"/>
                    <a:pt x="4280574" y="476505"/>
                    <a:pt x="4351482" y="996600"/>
                  </a:cubicBezTo>
                  <a:cubicBezTo>
                    <a:pt x="4307939" y="1064333"/>
                    <a:pt x="4837347" y="888227"/>
                    <a:pt x="4496624" y="1504600"/>
                  </a:cubicBezTo>
                  <a:cubicBezTo>
                    <a:pt x="4409538" y="1611038"/>
                    <a:pt x="4721595" y="1800026"/>
                    <a:pt x="4545609" y="2001714"/>
                  </a:cubicBezTo>
                  <a:cubicBezTo>
                    <a:pt x="4782978" y="1969057"/>
                    <a:pt x="4824405" y="2090614"/>
                    <a:pt x="4814124" y="2089707"/>
                  </a:cubicBezTo>
                  <a:cubicBezTo>
                    <a:pt x="4749716" y="1971476"/>
                    <a:pt x="5032745" y="1650045"/>
                    <a:pt x="5323937" y="1722314"/>
                  </a:cubicBezTo>
                  <a:cubicBezTo>
                    <a:pt x="5255901" y="1699635"/>
                    <a:pt x="5414651" y="1793979"/>
                    <a:pt x="5327565" y="1866550"/>
                  </a:cubicBezTo>
                  <a:cubicBezTo>
                    <a:pt x="5235641" y="1948797"/>
                    <a:pt x="5690725" y="1794281"/>
                    <a:pt x="5643251" y="2143228"/>
                  </a:cubicBezTo>
                  <a:cubicBezTo>
                    <a:pt x="5787336" y="2285649"/>
                    <a:pt x="5992198" y="2462543"/>
                    <a:pt x="5802908" y="2636714"/>
                  </a:cubicBezTo>
                  <a:cubicBezTo>
                    <a:pt x="5919627" y="2680559"/>
                    <a:pt x="6180582" y="2980672"/>
                    <a:pt x="6030601" y="3043567"/>
                  </a:cubicBezTo>
                  <a:cubicBezTo>
                    <a:pt x="6168728" y="3156416"/>
                    <a:pt x="6330260" y="3478542"/>
                    <a:pt x="6209307" y="3507571"/>
                  </a:cubicBezTo>
                  <a:cubicBezTo>
                    <a:pt x="6411177" y="3781165"/>
                    <a:pt x="6109763" y="3873694"/>
                    <a:pt x="5991593" y="3972028"/>
                  </a:cubicBezTo>
                  <a:cubicBezTo>
                    <a:pt x="5856126" y="3967190"/>
                    <a:pt x="6098031" y="4223609"/>
                    <a:pt x="5962564" y="4218771"/>
                  </a:cubicBezTo>
                  <a:cubicBezTo>
                    <a:pt x="6092104" y="4507121"/>
                    <a:pt x="5595837" y="4517523"/>
                    <a:pt x="5602973" y="5039191"/>
                  </a:cubicBezTo>
                  <a:cubicBezTo>
                    <a:pt x="5488189" y="5172239"/>
                    <a:pt x="5510082" y="4904027"/>
                    <a:pt x="5411022" y="5017057"/>
                  </a:cubicBezTo>
                  <a:cubicBezTo>
                    <a:pt x="5276886" y="5105715"/>
                    <a:pt x="5363729" y="5461073"/>
                    <a:pt x="4985753" y="5465911"/>
                  </a:cubicBezTo>
                  <a:cubicBezTo>
                    <a:pt x="4810700" y="5694658"/>
                    <a:pt x="4742326" y="5542405"/>
                    <a:pt x="4620613" y="5580652"/>
                  </a:cubicBezTo>
                  <a:cubicBezTo>
                    <a:pt x="4356730" y="5562120"/>
                    <a:pt x="4371522" y="5773640"/>
                    <a:pt x="4046679" y="5496028"/>
                  </a:cubicBezTo>
                  <a:cubicBezTo>
                    <a:pt x="3770907" y="5626656"/>
                    <a:pt x="3466107" y="5510543"/>
                    <a:pt x="3219364" y="5481514"/>
                  </a:cubicBezTo>
                  <a:cubicBezTo>
                    <a:pt x="2207374" y="5399051"/>
                    <a:pt x="876070" y="6056815"/>
                    <a:pt x="183394" y="5234124"/>
                  </a:cubicBezTo>
                  <a:lnTo>
                    <a:pt x="30994" y="4828370"/>
                  </a:lnTo>
                  <a:close/>
                </a:path>
              </a:pathLst>
            </a:cu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971E4F2D-0842-F89A-85B4-078403D15683}"/>
                </a:ext>
              </a:extLst>
            </p:cNvPr>
            <p:cNvSpPr/>
            <p:nvPr/>
          </p:nvSpPr>
          <p:spPr>
            <a:xfrm>
              <a:off x="2099742" y="2788770"/>
              <a:ext cx="6149355" cy="3928567"/>
            </a:xfrm>
            <a:custGeom>
              <a:avLst/>
              <a:gdLst>
                <a:gd name="connsiteX0" fmla="*/ 5087964 w 6149355"/>
                <a:gd name="connsiteY0" fmla="*/ 656 h 3928567"/>
                <a:gd name="connsiteX1" fmla="*/ 5141696 w 6149355"/>
                <a:gd name="connsiteY1" fmla="*/ 1386 h 3928567"/>
                <a:gd name="connsiteX2" fmla="*/ 5180301 w 6149355"/>
                <a:gd name="connsiteY2" fmla="*/ 7829 h 3928567"/>
                <a:gd name="connsiteX3" fmla="*/ 5180227 w 6149355"/>
                <a:gd name="connsiteY3" fmla="*/ 13232 h 3928567"/>
                <a:gd name="connsiteX4" fmla="*/ 5199744 w 6149355"/>
                <a:gd name="connsiteY4" fmla="*/ 154704 h 3928567"/>
                <a:gd name="connsiteX5" fmla="*/ 5515430 w 6149355"/>
                <a:gd name="connsiteY5" fmla="*/ 431382 h 3928567"/>
                <a:gd name="connsiteX6" fmla="*/ 5675087 w 6149355"/>
                <a:gd name="connsiteY6" fmla="*/ 924868 h 3928567"/>
                <a:gd name="connsiteX7" fmla="*/ 5902780 w 6149355"/>
                <a:gd name="connsiteY7" fmla="*/ 1331721 h 3928567"/>
                <a:gd name="connsiteX8" fmla="*/ 6081486 w 6149355"/>
                <a:gd name="connsiteY8" fmla="*/ 1795725 h 3928567"/>
                <a:gd name="connsiteX9" fmla="*/ 5863772 w 6149355"/>
                <a:gd name="connsiteY9" fmla="*/ 2260182 h 3928567"/>
                <a:gd name="connsiteX10" fmla="*/ 5834743 w 6149355"/>
                <a:gd name="connsiteY10" fmla="*/ 2506925 h 3928567"/>
                <a:gd name="connsiteX11" fmla="*/ 5475152 w 6149355"/>
                <a:gd name="connsiteY11" fmla="*/ 3327345 h 3928567"/>
                <a:gd name="connsiteX12" fmla="*/ 5283201 w 6149355"/>
                <a:gd name="connsiteY12" fmla="*/ 3305211 h 3928567"/>
                <a:gd name="connsiteX13" fmla="*/ 4857932 w 6149355"/>
                <a:gd name="connsiteY13" fmla="*/ 3754065 h 3928567"/>
                <a:gd name="connsiteX14" fmla="*/ 4492792 w 6149355"/>
                <a:gd name="connsiteY14" fmla="*/ 3868806 h 3928567"/>
                <a:gd name="connsiteX15" fmla="*/ 3918858 w 6149355"/>
                <a:gd name="connsiteY15" fmla="*/ 3784182 h 3928567"/>
                <a:gd name="connsiteX16" fmla="*/ 3910251 w 6149355"/>
                <a:gd name="connsiteY16" fmla="*/ 3787315 h 3928567"/>
                <a:gd name="connsiteX17" fmla="*/ 3908879 w 6149355"/>
                <a:gd name="connsiteY17" fmla="*/ 3785423 h 3928567"/>
                <a:gd name="connsiteX18" fmla="*/ 3280229 w 6149355"/>
                <a:gd name="connsiteY18" fmla="*/ 3232640 h 3928567"/>
                <a:gd name="connsiteX19" fmla="*/ 319315 w 6149355"/>
                <a:gd name="connsiteY19" fmla="*/ 3377783 h 3928567"/>
                <a:gd name="connsiteX20" fmla="*/ 0 w 6149355"/>
                <a:gd name="connsiteY20" fmla="*/ 3013220 h 3928567"/>
                <a:gd name="connsiteX21" fmla="*/ 2786743 w 6149355"/>
                <a:gd name="connsiteY21" fmla="*/ 1781212 h 3928567"/>
                <a:gd name="connsiteX22" fmla="*/ 3120572 w 6149355"/>
                <a:gd name="connsiteY22" fmla="*/ 1414726 h 3928567"/>
                <a:gd name="connsiteX23" fmla="*/ 3471092 w 6149355"/>
                <a:gd name="connsiteY23" fmla="*/ 1224226 h 3928567"/>
                <a:gd name="connsiteX24" fmla="*/ 3768272 w 6149355"/>
                <a:gd name="connsiteY24" fmla="*/ 1071826 h 3928567"/>
                <a:gd name="connsiteX25" fmla="*/ 4233092 w 6149355"/>
                <a:gd name="connsiteY25" fmla="*/ 538426 h 3928567"/>
                <a:gd name="connsiteX26" fmla="*/ 4488817 w 6149355"/>
                <a:gd name="connsiteY26" fmla="*/ 284940 h 3928567"/>
                <a:gd name="connsiteX27" fmla="*/ 4497898 w 6149355"/>
                <a:gd name="connsiteY27" fmla="*/ 284310 h 3928567"/>
                <a:gd name="connsiteX28" fmla="*/ 4668449 w 6149355"/>
                <a:gd name="connsiteY28" fmla="*/ 341807 h 3928567"/>
                <a:gd name="connsiteX29" fmla="*/ 4679002 w 6149355"/>
                <a:gd name="connsiteY29" fmla="*/ 355831 h 3928567"/>
                <a:gd name="connsiteX30" fmla="*/ 4686303 w 6149355"/>
                <a:gd name="connsiteY30" fmla="*/ 377861 h 3928567"/>
                <a:gd name="connsiteX31" fmla="*/ 4682065 w 6149355"/>
                <a:gd name="connsiteY31" fmla="*/ 359902 h 3928567"/>
                <a:gd name="connsiteX32" fmla="*/ 4679002 w 6149355"/>
                <a:gd name="connsiteY32" fmla="*/ 355831 h 3928567"/>
                <a:gd name="connsiteX33" fmla="*/ 4678215 w 6149355"/>
                <a:gd name="connsiteY33" fmla="*/ 353457 h 3928567"/>
                <a:gd name="connsiteX34" fmla="*/ 5087964 w 6149355"/>
                <a:gd name="connsiteY34" fmla="*/ 656 h 3928567"/>
                <a:gd name="connsiteX0" fmla="*/ 0 w 6149355"/>
                <a:gd name="connsiteY0" fmla="*/ 3013220 h 3928567"/>
                <a:gd name="connsiteX1" fmla="*/ 2786743 w 6149355"/>
                <a:gd name="connsiteY1" fmla="*/ 1781212 h 3928567"/>
                <a:gd name="connsiteX2" fmla="*/ 3120572 w 6149355"/>
                <a:gd name="connsiteY2" fmla="*/ 1414726 h 3928567"/>
                <a:gd name="connsiteX3" fmla="*/ 3471092 w 6149355"/>
                <a:gd name="connsiteY3" fmla="*/ 1224226 h 3928567"/>
                <a:gd name="connsiteX4" fmla="*/ 3768272 w 6149355"/>
                <a:gd name="connsiteY4" fmla="*/ 1071826 h 3928567"/>
                <a:gd name="connsiteX5" fmla="*/ 4233092 w 6149355"/>
                <a:gd name="connsiteY5" fmla="*/ 538426 h 3928567"/>
                <a:gd name="connsiteX6" fmla="*/ 4488817 w 6149355"/>
                <a:gd name="connsiteY6" fmla="*/ 284940 h 3928567"/>
                <a:gd name="connsiteX7" fmla="*/ 4497898 w 6149355"/>
                <a:gd name="connsiteY7" fmla="*/ 284310 h 3928567"/>
                <a:gd name="connsiteX8" fmla="*/ 4668449 w 6149355"/>
                <a:gd name="connsiteY8" fmla="*/ 341807 h 3928567"/>
                <a:gd name="connsiteX9" fmla="*/ 4679002 w 6149355"/>
                <a:gd name="connsiteY9" fmla="*/ 355831 h 3928567"/>
                <a:gd name="connsiteX10" fmla="*/ 4686303 w 6149355"/>
                <a:gd name="connsiteY10" fmla="*/ 377861 h 3928567"/>
                <a:gd name="connsiteX11" fmla="*/ 4682065 w 6149355"/>
                <a:gd name="connsiteY11" fmla="*/ 359902 h 3928567"/>
                <a:gd name="connsiteX12" fmla="*/ 4679002 w 6149355"/>
                <a:gd name="connsiteY12" fmla="*/ 355831 h 3928567"/>
                <a:gd name="connsiteX13" fmla="*/ 4678215 w 6149355"/>
                <a:gd name="connsiteY13" fmla="*/ 353457 h 3928567"/>
                <a:gd name="connsiteX14" fmla="*/ 5087964 w 6149355"/>
                <a:gd name="connsiteY14" fmla="*/ 656 h 3928567"/>
                <a:gd name="connsiteX15" fmla="*/ 5141696 w 6149355"/>
                <a:gd name="connsiteY15" fmla="*/ 1386 h 3928567"/>
                <a:gd name="connsiteX16" fmla="*/ 5180301 w 6149355"/>
                <a:gd name="connsiteY16" fmla="*/ 7829 h 3928567"/>
                <a:gd name="connsiteX17" fmla="*/ 5180227 w 6149355"/>
                <a:gd name="connsiteY17" fmla="*/ 13232 h 3928567"/>
                <a:gd name="connsiteX18" fmla="*/ 5199744 w 6149355"/>
                <a:gd name="connsiteY18" fmla="*/ 154704 h 3928567"/>
                <a:gd name="connsiteX19" fmla="*/ 5515430 w 6149355"/>
                <a:gd name="connsiteY19" fmla="*/ 431382 h 3928567"/>
                <a:gd name="connsiteX20" fmla="*/ 5675087 w 6149355"/>
                <a:gd name="connsiteY20" fmla="*/ 924868 h 3928567"/>
                <a:gd name="connsiteX21" fmla="*/ 5902780 w 6149355"/>
                <a:gd name="connsiteY21" fmla="*/ 1331721 h 3928567"/>
                <a:gd name="connsiteX22" fmla="*/ 6081486 w 6149355"/>
                <a:gd name="connsiteY22" fmla="*/ 1795725 h 3928567"/>
                <a:gd name="connsiteX23" fmla="*/ 5863772 w 6149355"/>
                <a:gd name="connsiteY23" fmla="*/ 2260182 h 3928567"/>
                <a:gd name="connsiteX24" fmla="*/ 5834743 w 6149355"/>
                <a:gd name="connsiteY24" fmla="*/ 2506925 h 3928567"/>
                <a:gd name="connsiteX25" fmla="*/ 5475152 w 6149355"/>
                <a:gd name="connsiteY25" fmla="*/ 3327345 h 3928567"/>
                <a:gd name="connsiteX26" fmla="*/ 5283201 w 6149355"/>
                <a:gd name="connsiteY26" fmla="*/ 3305211 h 3928567"/>
                <a:gd name="connsiteX27" fmla="*/ 4857932 w 6149355"/>
                <a:gd name="connsiteY27" fmla="*/ 3754065 h 3928567"/>
                <a:gd name="connsiteX28" fmla="*/ 4492792 w 6149355"/>
                <a:gd name="connsiteY28" fmla="*/ 3868806 h 3928567"/>
                <a:gd name="connsiteX29" fmla="*/ 3918858 w 6149355"/>
                <a:gd name="connsiteY29" fmla="*/ 3784182 h 3928567"/>
                <a:gd name="connsiteX30" fmla="*/ 3910251 w 6149355"/>
                <a:gd name="connsiteY30" fmla="*/ 3787315 h 3928567"/>
                <a:gd name="connsiteX31" fmla="*/ 3908879 w 6149355"/>
                <a:gd name="connsiteY31" fmla="*/ 3785423 h 3928567"/>
                <a:gd name="connsiteX32" fmla="*/ 3280229 w 6149355"/>
                <a:gd name="connsiteY32" fmla="*/ 3232640 h 3928567"/>
                <a:gd name="connsiteX33" fmla="*/ 319315 w 6149355"/>
                <a:gd name="connsiteY33" fmla="*/ 3377783 h 3928567"/>
                <a:gd name="connsiteX34" fmla="*/ 91440 w 6149355"/>
                <a:gd name="connsiteY34" fmla="*/ 3104660 h 3928567"/>
                <a:gd name="connsiteX0" fmla="*/ 0 w 6149355"/>
                <a:gd name="connsiteY0" fmla="*/ 3013220 h 3928567"/>
                <a:gd name="connsiteX1" fmla="*/ 2786743 w 6149355"/>
                <a:gd name="connsiteY1" fmla="*/ 1781212 h 3928567"/>
                <a:gd name="connsiteX2" fmla="*/ 3120572 w 6149355"/>
                <a:gd name="connsiteY2" fmla="*/ 1414726 h 3928567"/>
                <a:gd name="connsiteX3" fmla="*/ 3471092 w 6149355"/>
                <a:gd name="connsiteY3" fmla="*/ 1224226 h 3928567"/>
                <a:gd name="connsiteX4" fmla="*/ 3768272 w 6149355"/>
                <a:gd name="connsiteY4" fmla="*/ 1071826 h 3928567"/>
                <a:gd name="connsiteX5" fmla="*/ 4233092 w 6149355"/>
                <a:gd name="connsiteY5" fmla="*/ 538426 h 3928567"/>
                <a:gd name="connsiteX6" fmla="*/ 4488817 w 6149355"/>
                <a:gd name="connsiteY6" fmla="*/ 284940 h 3928567"/>
                <a:gd name="connsiteX7" fmla="*/ 4497898 w 6149355"/>
                <a:gd name="connsiteY7" fmla="*/ 284310 h 3928567"/>
                <a:gd name="connsiteX8" fmla="*/ 4668449 w 6149355"/>
                <a:gd name="connsiteY8" fmla="*/ 341807 h 3928567"/>
                <a:gd name="connsiteX9" fmla="*/ 4679002 w 6149355"/>
                <a:gd name="connsiteY9" fmla="*/ 355831 h 3928567"/>
                <a:gd name="connsiteX10" fmla="*/ 4686303 w 6149355"/>
                <a:gd name="connsiteY10" fmla="*/ 377861 h 3928567"/>
                <a:gd name="connsiteX11" fmla="*/ 4682065 w 6149355"/>
                <a:gd name="connsiteY11" fmla="*/ 359902 h 3928567"/>
                <a:gd name="connsiteX12" fmla="*/ 4679002 w 6149355"/>
                <a:gd name="connsiteY12" fmla="*/ 355831 h 3928567"/>
                <a:gd name="connsiteX13" fmla="*/ 4678215 w 6149355"/>
                <a:gd name="connsiteY13" fmla="*/ 353457 h 3928567"/>
                <a:gd name="connsiteX14" fmla="*/ 5087964 w 6149355"/>
                <a:gd name="connsiteY14" fmla="*/ 656 h 3928567"/>
                <a:gd name="connsiteX15" fmla="*/ 5141696 w 6149355"/>
                <a:gd name="connsiteY15" fmla="*/ 1386 h 3928567"/>
                <a:gd name="connsiteX16" fmla="*/ 5180301 w 6149355"/>
                <a:gd name="connsiteY16" fmla="*/ 7829 h 3928567"/>
                <a:gd name="connsiteX17" fmla="*/ 5180227 w 6149355"/>
                <a:gd name="connsiteY17" fmla="*/ 13232 h 3928567"/>
                <a:gd name="connsiteX18" fmla="*/ 5199744 w 6149355"/>
                <a:gd name="connsiteY18" fmla="*/ 154704 h 3928567"/>
                <a:gd name="connsiteX19" fmla="*/ 5515430 w 6149355"/>
                <a:gd name="connsiteY19" fmla="*/ 431382 h 3928567"/>
                <a:gd name="connsiteX20" fmla="*/ 5675087 w 6149355"/>
                <a:gd name="connsiteY20" fmla="*/ 924868 h 3928567"/>
                <a:gd name="connsiteX21" fmla="*/ 5902780 w 6149355"/>
                <a:gd name="connsiteY21" fmla="*/ 1331721 h 3928567"/>
                <a:gd name="connsiteX22" fmla="*/ 6081486 w 6149355"/>
                <a:gd name="connsiteY22" fmla="*/ 1795725 h 3928567"/>
                <a:gd name="connsiteX23" fmla="*/ 5863772 w 6149355"/>
                <a:gd name="connsiteY23" fmla="*/ 2260182 h 3928567"/>
                <a:gd name="connsiteX24" fmla="*/ 5834743 w 6149355"/>
                <a:gd name="connsiteY24" fmla="*/ 2506925 h 3928567"/>
                <a:gd name="connsiteX25" fmla="*/ 5475152 w 6149355"/>
                <a:gd name="connsiteY25" fmla="*/ 3327345 h 3928567"/>
                <a:gd name="connsiteX26" fmla="*/ 5283201 w 6149355"/>
                <a:gd name="connsiteY26" fmla="*/ 3305211 h 3928567"/>
                <a:gd name="connsiteX27" fmla="*/ 4857932 w 6149355"/>
                <a:gd name="connsiteY27" fmla="*/ 3754065 h 3928567"/>
                <a:gd name="connsiteX28" fmla="*/ 4492792 w 6149355"/>
                <a:gd name="connsiteY28" fmla="*/ 3868806 h 3928567"/>
                <a:gd name="connsiteX29" fmla="*/ 3918858 w 6149355"/>
                <a:gd name="connsiteY29" fmla="*/ 3784182 h 3928567"/>
                <a:gd name="connsiteX30" fmla="*/ 3910251 w 6149355"/>
                <a:gd name="connsiteY30" fmla="*/ 3787315 h 3928567"/>
                <a:gd name="connsiteX31" fmla="*/ 3908879 w 6149355"/>
                <a:gd name="connsiteY31" fmla="*/ 3785423 h 3928567"/>
                <a:gd name="connsiteX32" fmla="*/ 3280229 w 6149355"/>
                <a:gd name="connsiteY32" fmla="*/ 3232640 h 3928567"/>
                <a:gd name="connsiteX33" fmla="*/ 319315 w 6149355"/>
                <a:gd name="connsiteY33" fmla="*/ 3377783 h 392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6149355" h="3928567">
                  <a:moveTo>
                    <a:pt x="0" y="3013220"/>
                  </a:moveTo>
                  <a:cubicBezTo>
                    <a:pt x="720876" y="1920379"/>
                    <a:pt x="2228064" y="2094636"/>
                    <a:pt x="2786743" y="1781212"/>
                  </a:cubicBezTo>
                  <a:cubicBezTo>
                    <a:pt x="2882779" y="1600630"/>
                    <a:pt x="3009296" y="1519108"/>
                    <a:pt x="3120572" y="1414726"/>
                  </a:cubicBezTo>
                  <a:cubicBezTo>
                    <a:pt x="3176452" y="1244546"/>
                    <a:pt x="3369492" y="1325826"/>
                    <a:pt x="3471092" y="1224226"/>
                  </a:cubicBezTo>
                  <a:cubicBezTo>
                    <a:pt x="3514272" y="1021026"/>
                    <a:pt x="3633652" y="1099766"/>
                    <a:pt x="3768272" y="1071826"/>
                  </a:cubicBezTo>
                  <a:cubicBezTo>
                    <a:pt x="3885112" y="695906"/>
                    <a:pt x="3940992" y="617166"/>
                    <a:pt x="4233092" y="538426"/>
                  </a:cubicBezTo>
                  <a:lnTo>
                    <a:pt x="4488817" y="284940"/>
                  </a:lnTo>
                  <a:lnTo>
                    <a:pt x="4497898" y="284310"/>
                  </a:lnTo>
                  <a:cubicBezTo>
                    <a:pt x="4593217" y="285097"/>
                    <a:pt x="4644057" y="315791"/>
                    <a:pt x="4668449" y="341807"/>
                  </a:cubicBezTo>
                  <a:lnTo>
                    <a:pt x="4679002" y="355831"/>
                  </a:lnTo>
                  <a:lnTo>
                    <a:pt x="4686303" y="377861"/>
                  </a:lnTo>
                  <a:cubicBezTo>
                    <a:pt x="4688873" y="378088"/>
                    <a:pt x="4688212" y="370661"/>
                    <a:pt x="4682065" y="359902"/>
                  </a:cubicBezTo>
                  <a:lnTo>
                    <a:pt x="4679002" y="355831"/>
                  </a:lnTo>
                  <a:lnTo>
                    <a:pt x="4678215" y="353457"/>
                  </a:lnTo>
                  <a:cubicBezTo>
                    <a:pt x="4660094" y="238652"/>
                    <a:pt x="4857336" y="14330"/>
                    <a:pt x="5087964" y="656"/>
                  </a:cubicBezTo>
                  <a:cubicBezTo>
                    <a:pt x="5105705" y="-396"/>
                    <a:pt x="5123643" y="-201"/>
                    <a:pt x="5141696" y="1386"/>
                  </a:cubicBezTo>
                  <a:lnTo>
                    <a:pt x="5180301" y="7829"/>
                  </a:lnTo>
                  <a:cubicBezTo>
                    <a:pt x="5180276" y="9630"/>
                    <a:pt x="5180252" y="11431"/>
                    <a:pt x="5180227" y="13232"/>
                  </a:cubicBezTo>
                  <a:cubicBezTo>
                    <a:pt x="5192090" y="33600"/>
                    <a:pt x="5265059" y="100276"/>
                    <a:pt x="5199744" y="154704"/>
                  </a:cubicBezTo>
                  <a:cubicBezTo>
                    <a:pt x="5107820" y="236951"/>
                    <a:pt x="5562904" y="82435"/>
                    <a:pt x="5515430" y="431382"/>
                  </a:cubicBezTo>
                  <a:cubicBezTo>
                    <a:pt x="5659515" y="573803"/>
                    <a:pt x="5864377" y="750697"/>
                    <a:pt x="5675087" y="924868"/>
                  </a:cubicBezTo>
                  <a:cubicBezTo>
                    <a:pt x="5791806" y="968713"/>
                    <a:pt x="6052761" y="1268826"/>
                    <a:pt x="5902780" y="1331721"/>
                  </a:cubicBezTo>
                  <a:cubicBezTo>
                    <a:pt x="6040907" y="1444570"/>
                    <a:pt x="6202439" y="1766696"/>
                    <a:pt x="6081486" y="1795725"/>
                  </a:cubicBezTo>
                  <a:cubicBezTo>
                    <a:pt x="6283356" y="2069319"/>
                    <a:pt x="5981942" y="2161848"/>
                    <a:pt x="5863772" y="2260182"/>
                  </a:cubicBezTo>
                  <a:cubicBezTo>
                    <a:pt x="5728305" y="2255344"/>
                    <a:pt x="5970210" y="2511763"/>
                    <a:pt x="5834743" y="2506925"/>
                  </a:cubicBezTo>
                  <a:cubicBezTo>
                    <a:pt x="5964283" y="2795275"/>
                    <a:pt x="5468016" y="2805677"/>
                    <a:pt x="5475152" y="3327345"/>
                  </a:cubicBezTo>
                  <a:cubicBezTo>
                    <a:pt x="5360368" y="3460393"/>
                    <a:pt x="5382261" y="3192181"/>
                    <a:pt x="5283201" y="3305211"/>
                  </a:cubicBezTo>
                  <a:cubicBezTo>
                    <a:pt x="5149065" y="3393869"/>
                    <a:pt x="5235908" y="3749227"/>
                    <a:pt x="4857932" y="3754065"/>
                  </a:cubicBezTo>
                  <a:cubicBezTo>
                    <a:pt x="4682879" y="3982812"/>
                    <a:pt x="4614505" y="3830559"/>
                    <a:pt x="4492792" y="3868806"/>
                  </a:cubicBezTo>
                  <a:cubicBezTo>
                    <a:pt x="4228909" y="3850274"/>
                    <a:pt x="4243701" y="4061794"/>
                    <a:pt x="3918858" y="3784182"/>
                  </a:cubicBezTo>
                  <a:lnTo>
                    <a:pt x="3910251" y="3787315"/>
                  </a:lnTo>
                  <a:lnTo>
                    <a:pt x="3908879" y="3785423"/>
                  </a:lnTo>
                  <a:cubicBezTo>
                    <a:pt x="3739697" y="3540686"/>
                    <a:pt x="3582610" y="3243828"/>
                    <a:pt x="3280229" y="3232640"/>
                  </a:cubicBezTo>
                  <a:cubicBezTo>
                    <a:pt x="2624667" y="3324564"/>
                    <a:pt x="757163" y="3453058"/>
                    <a:pt x="319315" y="3377783"/>
                  </a:cubicBezTo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AFCF3D24-B5C0-A661-DC9E-C1747F215743}"/>
                </a:ext>
              </a:extLst>
            </p:cNvPr>
            <p:cNvSpPr/>
            <p:nvPr/>
          </p:nvSpPr>
          <p:spPr>
            <a:xfrm>
              <a:off x="4860383" y="1236664"/>
              <a:ext cx="660440" cy="640370"/>
            </a:xfrm>
            <a:custGeom>
              <a:avLst/>
              <a:gdLst>
                <a:gd name="connsiteX0" fmla="*/ 512398 w 660440"/>
                <a:gd name="connsiteY0" fmla="*/ 0 h 640370"/>
                <a:gd name="connsiteX1" fmla="*/ 519939 w 660440"/>
                <a:gd name="connsiteY1" fmla="*/ 35942 h 640370"/>
                <a:gd name="connsiteX2" fmla="*/ 516824 w 660440"/>
                <a:gd name="connsiteY2" fmla="*/ 306218 h 640370"/>
                <a:gd name="connsiteX3" fmla="*/ 632070 w 660440"/>
                <a:gd name="connsiteY3" fmla="*/ 369887 h 640370"/>
                <a:gd name="connsiteX4" fmla="*/ 660440 w 660440"/>
                <a:gd name="connsiteY4" fmla="*/ 402744 h 640370"/>
                <a:gd name="connsiteX5" fmla="*/ 601980 w 660440"/>
                <a:gd name="connsiteY5" fmla="*/ 464377 h 640370"/>
                <a:gd name="connsiteX6" fmla="*/ 301159 w 660440"/>
                <a:gd name="connsiteY6" fmla="*/ 533993 h 640370"/>
                <a:gd name="connsiteX7" fmla="*/ 11066 w 660440"/>
                <a:gd name="connsiteY7" fmla="*/ 434762 h 640370"/>
                <a:gd name="connsiteX8" fmla="*/ 512398 w 660440"/>
                <a:gd name="connsiteY8" fmla="*/ 0 h 640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60440" h="640370">
                  <a:moveTo>
                    <a:pt x="512398" y="0"/>
                  </a:moveTo>
                  <a:lnTo>
                    <a:pt x="519939" y="35942"/>
                  </a:lnTo>
                  <a:cubicBezTo>
                    <a:pt x="531307" y="128673"/>
                    <a:pt x="524081" y="233647"/>
                    <a:pt x="516824" y="306218"/>
                  </a:cubicBezTo>
                  <a:cubicBezTo>
                    <a:pt x="554187" y="308713"/>
                    <a:pt x="594293" y="331937"/>
                    <a:pt x="632070" y="369887"/>
                  </a:cubicBezTo>
                  <a:lnTo>
                    <a:pt x="660440" y="402744"/>
                  </a:lnTo>
                  <a:lnTo>
                    <a:pt x="601980" y="464377"/>
                  </a:lnTo>
                  <a:cubicBezTo>
                    <a:pt x="462456" y="611475"/>
                    <a:pt x="329473" y="737925"/>
                    <a:pt x="301159" y="533993"/>
                  </a:cubicBezTo>
                  <a:cubicBezTo>
                    <a:pt x="204461" y="500916"/>
                    <a:pt x="-56629" y="517449"/>
                    <a:pt x="11066" y="434762"/>
                  </a:cubicBezTo>
                  <a:lnTo>
                    <a:pt x="512398" y="0"/>
                  </a:lnTo>
                  <a:close/>
                </a:path>
              </a:pathLst>
            </a:cu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75993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DA4B698C-DD7B-FC07-5F67-9377CA1D9816}"/>
              </a:ext>
            </a:extLst>
          </p:cNvPr>
          <p:cNvGrpSpPr/>
          <p:nvPr/>
        </p:nvGrpSpPr>
        <p:grpSpPr>
          <a:xfrm rot="2111091">
            <a:off x="100748" y="2459268"/>
            <a:ext cx="8669298" cy="3098489"/>
            <a:chOff x="2415540" y="2755215"/>
            <a:chExt cx="4925060" cy="1760263"/>
          </a:xfrm>
        </p:grpSpPr>
        <p:sp>
          <p:nvSpPr>
            <p:cNvPr id="18" name="Rectangle 2">
              <a:extLst>
                <a:ext uri="{FF2B5EF4-FFF2-40B4-BE49-F238E27FC236}">
                  <a16:creationId xmlns:a16="http://schemas.microsoft.com/office/drawing/2014/main" id="{9D875D2D-8A57-0D7F-95E7-935411A8EF2F}"/>
                </a:ext>
              </a:extLst>
            </p:cNvPr>
            <p:cNvSpPr/>
            <p:nvPr/>
          </p:nvSpPr>
          <p:spPr>
            <a:xfrm>
              <a:off x="2415540" y="2755215"/>
              <a:ext cx="3605633" cy="1760263"/>
            </a:xfrm>
            <a:custGeom>
              <a:avLst/>
              <a:gdLst>
                <a:gd name="connsiteX0" fmla="*/ 0 w 1470660"/>
                <a:gd name="connsiteY0" fmla="*/ 0 h 487680"/>
                <a:gd name="connsiteX1" fmla="*/ 1470660 w 1470660"/>
                <a:gd name="connsiteY1" fmla="*/ 0 h 487680"/>
                <a:gd name="connsiteX2" fmla="*/ 1470660 w 1470660"/>
                <a:gd name="connsiteY2" fmla="*/ 487680 h 487680"/>
                <a:gd name="connsiteX3" fmla="*/ 0 w 1470660"/>
                <a:gd name="connsiteY3" fmla="*/ 487680 h 487680"/>
                <a:gd name="connsiteX4" fmla="*/ 0 w 1470660"/>
                <a:gd name="connsiteY4" fmla="*/ 0 h 487680"/>
                <a:gd name="connsiteX0" fmla="*/ 0 w 2400300"/>
                <a:gd name="connsiteY0" fmla="*/ 0 h 800100"/>
                <a:gd name="connsiteX1" fmla="*/ 2400300 w 2400300"/>
                <a:gd name="connsiteY1" fmla="*/ 312420 h 800100"/>
                <a:gd name="connsiteX2" fmla="*/ 2400300 w 2400300"/>
                <a:gd name="connsiteY2" fmla="*/ 800100 h 800100"/>
                <a:gd name="connsiteX3" fmla="*/ 929640 w 2400300"/>
                <a:gd name="connsiteY3" fmla="*/ 800100 h 800100"/>
                <a:gd name="connsiteX4" fmla="*/ 0 w 2400300"/>
                <a:gd name="connsiteY4" fmla="*/ 0 h 800100"/>
                <a:gd name="connsiteX0" fmla="*/ 0 w 2400300"/>
                <a:gd name="connsiteY0" fmla="*/ 207832 h 1007932"/>
                <a:gd name="connsiteX1" fmla="*/ 723900 w 2400300"/>
                <a:gd name="connsiteY1" fmla="*/ 2092 h 1007932"/>
                <a:gd name="connsiteX2" fmla="*/ 2400300 w 2400300"/>
                <a:gd name="connsiteY2" fmla="*/ 520252 h 1007932"/>
                <a:gd name="connsiteX3" fmla="*/ 2400300 w 2400300"/>
                <a:gd name="connsiteY3" fmla="*/ 1007932 h 1007932"/>
                <a:gd name="connsiteX4" fmla="*/ 929640 w 2400300"/>
                <a:gd name="connsiteY4" fmla="*/ 1007932 h 1007932"/>
                <a:gd name="connsiteX5" fmla="*/ 0 w 2400300"/>
                <a:gd name="connsiteY5" fmla="*/ 207832 h 1007932"/>
                <a:gd name="connsiteX0" fmla="*/ 0 w 2400300"/>
                <a:gd name="connsiteY0" fmla="*/ 207832 h 1419412"/>
                <a:gd name="connsiteX1" fmla="*/ 723900 w 2400300"/>
                <a:gd name="connsiteY1" fmla="*/ 2092 h 1419412"/>
                <a:gd name="connsiteX2" fmla="*/ 2400300 w 2400300"/>
                <a:gd name="connsiteY2" fmla="*/ 520252 h 1419412"/>
                <a:gd name="connsiteX3" fmla="*/ 2400300 w 2400300"/>
                <a:gd name="connsiteY3" fmla="*/ 1007932 h 1419412"/>
                <a:gd name="connsiteX4" fmla="*/ 853440 w 2400300"/>
                <a:gd name="connsiteY4" fmla="*/ 1419412 h 1419412"/>
                <a:gd name="connsiteX5" fmla="*/ 0 w 2400300"/>
                <a:gd name="connsiteY5" fmla="*/ 207832 h 1419412"/>
                <a:gd name="connsiteX0" fmla="*/ 0 w 3604260"/>
                <a:gd name="connsiteY0" fmla="*/ 207832 h 1419412"/>
                <a:gd name="connsiteX1" fmla="*/ 723900 w 3604260"/>
                <a:gd name="connsiteY1" fmla="*/ 2092 h 1419412"/>
                <a:gd name="connsiteX2" fmla="*/ 2400300 w 3604260"/>
                <a:gd name="connsiteY2" fmla="*/ 520252 h 1419412"/>
                <a:gd name="connsiteX3" fmla="*/ 3604260 w 3604260"/>
                <a:gd name="connsiteY3" fmla="*/ 565972 h 1419412"/>
                <a:gd name="connsiteX4" fmla="*/ 853440 w 3604260"/>
                <a:gd name="connsiteY4" fmla="*/ 1419412 h 1419412"/>
                <a:gd name="connsiteX5" fmla="*/ 0 w 3604260"/>
                <a:gd name="connsiteY5" fmla="*/ 207832 h 1419412"/>
                <a:gd name="connsiteX0" fmla="*/ 0 w 3604260"/>
                <a:gd name="connsiteY0" fmla="*/ 289560 h 1501140"/>
                <a:gd name="connsiteX1" fmla="*/ 723900 w 3604260"/>
                <a:gd name="connsiteY1" fmla="*/ 83820 h 1501140"/>
                <a:gd name="connsiteX2" fmla="*/ 2118360 w 3604260"/>
                <a:gd name="connsiteY2" fmla="*/ 0 h 1501140"/>
                <a:gd name="connsiteX3" fmla="*/ 3604260 w 3604260"/>
                <a:gd name="connsiteY3" fmla="*/ 647700 h 1501140"/>
                <a:gd name="connsiteX4" fmla="*/ 853440 w 3604260"/>
                <a:gd name="connsiteY4" fmla="*/ 1501140 h 1501140"/>
                <a:gd name="connsiteX5" fmla="*/ 0 w 3604260"/>
                <a:gd name="connsiteY5" fmla="*/ 289560 h 1501140"/>
                <a:gd name="connsiteX0" fmla="*/ 0 w 3604260"/>
                <a:gd name="connsiteY0" fmla="*/ 302144 h 1513724"/>
                <a:gd name="connsiteX1" fmla="*/ 723900 w 3604260"/>
                <a:gd name="connsiteY1" fmla="*/ 96404 h 1513724"/>
                <a:gd name="connsiteX2" fmla="*/ 2118360 w 3604260"/>
                <a:gd name="connsiteY2" fmla="*/ 12584 h 1513724"/>
                <a:gd name="connsiteX3" fmla="*/ 3604260 w 3604260"/>
                <a:gd name="connsiteY3" fmla="*/ 660284 h 1513724"/>
                <a:gd name="connsiteX4" fmla="*/ 853440 w 3604260"/>
                <a:gd name="connsiteY4" fmla="*/ 1513724 h 1513724"/>
                <a:gd name="connsiteX5" fmla="*/ 0 w 3604260"/>
                <a:gd name="connsiteY5" fmla="*/ 302144 h 1513724"/>
                <a:gd name="connsiteX0" fmla="*/ 0 w 3604260"/>
                <a:gd name="connsiteY0" fmla="*/ 315869 h 1527449"/>
                <a:gd name="connsiteX1" fmla="*/ 723900 w 3604260"/>
                <a:gd name="connsiteY1" fmla="*/ 110129 h 1527449"/>
                <a:gd name="connsiteX2" fmla="*/ 2118360 w 3604260"/>
                <a:gd name="connsiteY2" fmla="*/ 26309 h 1527449"/>
                <a:gd name="connsiteX3" fmla="*/ 3604260 w 3604260"/>
                <a:gd name="connsiteY3" fmla="*/ 674009 h 1527449"/>
                <a:gd name="connsiteX4" fmla="*/ 853440 w 3604260"/>
                <a:gd name="connsiteY4" fmla="*/ 1527449 h 1527449"/>
                <a:gd name="connsiteX5" fmla="*/ 0 w 3604260"/>
                <a:gd name="connsiteY5" fmla="*/ 315869 h 1527449"/>
                <a:gd name="connsiteX0" fmla="*/ 0 w 3604260"/>
                <a:gd name="connsiteY0" fmla="*/ 315869 h 1527449"/>
                <a:gd name="connsiteX1" fmla="*/ 723900 w 3604260"/>
                <a:gd name="connsiteY1" fmla="*/ 110129 h 1527449"/>
                <a:gd name="connsiteX2" fmla="*/ 2118360 w 3604260"/>
                <a:gd name="connsiteY2" fmla="*/ 26309 h 1527449"/>
                <a:gd name="connsiteX3" fmla="*/ 3604260 w 3604260"/>
                <a:gd name="connsiteY3" fmla="*/ 674009 h 1527449"/>
                <a:gd name="connsiteX4" fmla="*/ 853440 w 3604260"/>
                <a:gd name="connsiteY4" fmla="*/ 1527449 h 1527449"/>
                <a:gd name="connsiteX5" fmla="*/ 0 w 3604260"/>
                <a:gd name="connsiteY5" fmla="*/ 315869 h 1527449"/>
                <a:gd name="connsiteX0" fmla="*/ 1502 w 3605762"/>
                <a:gd name="connsiteY0" fmla="*/ 315869 h 1527449"/>
                <a:gd name="connsiteX1" fmla="*/ 725402 w 3605762"/>
                <a:gd name="connsiteY1" fmla="*/ 110129 h 1527449"/>
                <a:gd name="connsiteX2" fmla="*/ 2119862 w 3605762"/>
                <a:gd name="connsiteY2" fmla="*/ 26309 h 1527449"/>
                <a:gd name="connsiteX3" fmla="*/ 3605762 w 3605762"/>
                <a:gd name="connsiteY3" fmla="*/ 674009 h 1527449"/>
                <a:gd name="connsiteX4" fmla="*/ 854942 w 3605762"/>
                <a:gd name="connsiteY4" fmla="*/ 1527449 h 1527449"/>
                <a:gd name="connsiteX5" fmla="*/ 1502 w 3605762"/>
                <a:gd name="connsiteY5" fmla="*/ 315869 h 1527449"/>
                <a:gd name="connsiteX0" fmla="*/ 1373 w 3605633"/>
                <a:gd name="connsiteY0" fmla="*/ 315869 h 1527449"/>
                <a:gd name="connsiteX1" fmla="*/ 725273 w 3605633"/>
                <a:gd name="connsiteY1" fmla="*/ 110129 h 1527449"/>
                <a:gd name="connsiteX2" fmla="*/ 2119733 w 3605633"/>
                <a:gd name="connsiteY2" fmla="*/ 26309 h 1527449"/>
                <a:gd name="connsiteX3" fmla="*/ 3605633 w 3605633"/>
                <a:gd name="connsiteY3" fmla="*/ 674009 h 1527449"/>
                <a:gd name="connsiteX4" fmla="*/ 854813 w 3605633"/>
                <a:gd name="connsiteY4" fmla="*/ 1527449 h 1527449"/>
                <a:gd name="connsiteX5" fmla="*/ 1373 w 3605633"/>
                <a:gd name="connsiteY5" fmla="*/ 315869 h 1527449"/>
                <a:gd name="connsiteX0" fmla="*/ 1373 w 3605633"/>
                <a:gd name="connsiteY0" fmla="*/ 315869 h 1612849"/>
                <a:gd name="connsiteX1" fmla="*/ 725273 w 3605633"/>
                <a:gd name="connsiteY1" fmla="*/ 110129 h 1612849"/>
                <a:gd name="connsiteX2" fmla="*/ 2119733 w 3605633"/>
                <a:gd name="connsiteY2" fmla="*/ 26309 h 1612849"/>
                <a:gd name="connsiteX3" fmla="*/ 3605633 w 3605633"/>
                <a:gd name="connsiteY3" fmla="*/ 674009 h 1612849"/>
                <a:gd name="connsiteX4" fmla="*/ 854813 w 3605633"/>
                <a:gd name="connsiteY4" fmla="*/ 1527449 h 1612849"/>
                <a:gd name="connsiteX5" fmla="*/ 1373 w 3605633"/>
                <a:gd name="connsiteY5" fmla="*/ 315869 h 1612849"/>
                <a:gd name="connsiteX0" fmla="*/ 1373 w 3605633"/>
                <a:gd name="connsiteY0" fmla="*/ 315869 h 1745248"/>
                <a:gd name="connsiteX1" fmla="*/ 725273 w 3605633"/>
                <a:gd name="connsiteY1" fmla="*/ 110129 h 1745248"/>
                <a:gd name="connsiteX2" fmla="*/ 2119733 w 3605633"/>
                <a:gd name="connsiteY2" fmla="*/ 26309 h 1745248"/>
                <a:gd name="connsiteX3" fmla="*/ 3605633 w 3605633"/>
                <a:gd name="connsiteY3" fmla="*/ 674009 h 1745248"/>
                <a:gd name="connsiteX4" fmla="*/ 854813 w 3605633"/>
                <a:gd name="connsiteY4" fmla="*/ 1527449 h 1745248"/>
                <a:gd name="connsiteX5" fmla="*/ 1373 w 3605633"/>
                <a:gd name="connsiteY5" fmla="*/ 315869 h 1745248"/>
                <a:gd name="connsiteX0" fmla="*/ 1373 w 3605633"/>
                <a:gd name="connsiteY0" fmla="*/ 315869 h 1745248"/>
                <a:gd name="connsiteX1" fmla="*/ 725273 w 3605633"/>
                <a:gd name="connsiteY1" fmla="*/ 110129 h 1745248"/>
                <a:gd name="connsiteX2" fmla="*/ 2119733 w 3605633"/>
                <a:gd name="connsiteY2" fmla="*/ 26309 h 1745248"/>
                <a:gd name="connsiteX3" fmla="*/ 3605633 w 3605633"/>
                <a:gd name="connsiteY3" fmla="*/ 674009 h 1745248"/>
                <a:gd name="connsiteX4" fmla="*/ 854813 w 3605633"/>
                <a:gd name="connsiteY4" fmla="*/ 1527449 h 1745248"/>
                <a:gd name="connsiteX5" fmla="*/ 1373 w 3605633"/>
                <a:gd name="connsiteY5" fmla="*/ 315869 h 1745248"/>
                <a:gd name="connsiteX0" fmla="*/ 1373 w 3605633"/>
                <a:gd name="connsiteY0" fmla="*/ 315869 h 1745248"/>
                <a:gd name="connsiteX1" fmla="*/ 725273 w 3605633"/>
                <a:gd name="connsiteY1" fmla="*/ 110129 h 1745248"/>
                <a:gd name="connsiteX2" fmla="*/ 2119733 w 3605633"/>
                <a:gd name="connsiteY2" fmla="*/ 26309 h 1745248"/>
                <a:gd name="connsiteX3" fmla="*/ 3605633 w 3605633"/>
                <a:gd name="connsiteY3" fmla="*/ 674009 h 1745248"/>
                <a:gd name="connsiteX4" fmla="*/ 854813 w 3605633"/>
                <a:gd name="connsiteY4" fmla="*/ 1527449 h 1745248"/>
                <a:gd name="connsiteX5" fmla="*/ 1373 w 3605633"/>
                <a:gd name="connsiteY5" fmla="*/ 315869 h 1745248"/>
                <a:gd name="connsiteX0" fmla="*/ 1373 w 3605633"/>
                <a:gd name="connsiteY0" fmla="*/ 306444 h 1735823"/>
                <a:gd name="connsiteX1" fmla="*/ 2119733 w 3605633"/>
                <a:gd name="connsiteY1" fmla="*/ 16884 h 1735823"/>
                <a:gd name="connsiteX2" fmla="*/ 3605633 w 3605633"/>
                <a:gd name="connsiteY2" fmla="*/ 664584 h 1735823"/>
                <a:gd name="connsiteX3" fmla="*/ 854813 w 3605633"/>
                <a:gd name="connsiteY3" fmla="*/ 1518024 h 1735823"/>
                <a:gd name="connsiteX4" fmla="*/ 1373 w 3605633"/>
                <a:gd name="connsiteY4" fmla="*/ 306444 h 1735823"/>
                <a:gd name="connsiteX0" fmla="*/ 1373 w 3605633"/>
                <a:gd name="connsiteY0" fmla="*/ 334388 h 1763767"/>
                <a:gd name="connsiteX1" fmla="*/ 2119733 w 3605633"/>
                <a:gd name="connsiteY1" fmla="*/ 44828 h 1763767"/>
                <a:gd name="connsiteX2" fmla="*/ 3605633 w 3605633"/>
                <a:gd name="connsiteY2" fmla="*/ 692528 h 1763767"/>
                <a:gd name="connsiteX3" fmla="*/ 854813 w 3605633"/>
                <a:gd name="connsiteY3" fmla="*/ 1545968 h 1763767"/>
                <a:gd name="connsiteX4" fmla="*/ 1373 w 3605633"/>
                <a:gd name="connsiteY4" fmla="*/ 334388 h 1763767"/>
                <a:gd name="connsiteX0" fmla="*/ 1373 w 3605633"/>
                <a:gd name="connsiteY0" fmla="*/ 316734 h 1746113"/>
                <a:gd name="connsiteX1" fmla="*/ 2119733 w 3605633"/>
                <a:gd name="connsiteY1" fmla="*/ 27174 h 1746113"/>
                <a:gd name="connsiteX2" fmla="*/ 3605633 w 3605633"/>
                <a:gd name="connsiteY2" fmla="*/ 674874 h 1746113"/>
                <a:gd name="connsiteX3" fmla="*/ 854813 w 3605633"/>
                <a:gd name="connsiteY3" fmla="*/ 1528314 h 1746113"/>
                <a:gd name="connsiteX4" fmla="*/ 1373 w 3605633"/>
                <a:gd name="connsiteY4" fmla="*/ 316734 h 1746113"/>
                <a:gd name="connsiteX0" fmla="*/ 1373 w 3605633"/>
                <a:gd name="connsiteY0" fmla="*/ 320787 h 1750166"/>
                <a:gd name="connsiteX1" fmla="*/ 2119733 w 3605633"/>
                <a:gd name="connsiteY1" fmla="*/ 31227 h 1750166"/>
                <a:gd name="connsiteX2" fmla="*/ 3605633 w 3605633"/>
                <a:gd name="connsiteY2" fmla="*/ 678927 h 1750166"/>
                <a:gd name="connsiteX3" fmla="*/ 854813 w 3605633"/>
                <a:gd name="connsiteY3" fmla="*/ 1532367 h 1750166"/>
                <a:gd name="connsiteX4" fmla="*/ 1373 w 3605633"/>
                <a:gd name="connsiteY4" fmla="*/ 320787 h 1750166"/>
                <a:gd name="connsiteX0" fmla="*/ 1373 w 3605633"/>
                <a:gd name="connsiteY0" fmla="*/ 330884 h 1760263"/>
                <a:gd name="connsiteX1" fmla="*/ 2119733 w 3605633"/>
                <a:gd name="connsiteY1" fmla="*/ 41324 h 1760263"/>
                <a:gd name="connsiteX2" fmla="*/ 3605633 w 3605633"/>
                <a:gd name="connsiteY2" fmla="*/ 689024 h 1760263"/>
                <a:gd name="connsiteX3" fmla="*/ 854813 w 3605633"/>
                <a:gd name="connsiteY3" fmla="*/ 1542464 h 1760263"/>
                <a:gd name="connsiteX4" fmla="*/ 1373 w 3605633"/>
                <a:gd name="connsiteY4" fmla="*/ 330884 h 1760263"/>
                <a:gd name="connsiteX0" fmla="*/ 1373 w 3605633"/>
                <a:gd name="connsiteY0" fmla="*/ 330884 h 1760263"/>
                <a:gd name="connsiteX1" fmla="*/ 2119733 w 3605633"/>
                <a:gd name="connsiteY1" fmla="*/ 41324 h 1760263"/>
                <a:gd name="connsiteX2" fmla="*/ 3605633 w 3605633"/>
                <a:gd name="connsiteY2" fmla="*/ 689024 h 1760263"/>
                <a:gd name="connsiteX3" fmla="*/ 854813 w 3605633"/>
                <a:gd name="connsiteY3" fmla="*/ 1542464 h 1760263"/>
                <a:gd name="connsiteX4" fmla="*/ 1373 w 3605633"/>
                <a:gd name="connsiteY4" fmla="*/ 330884 h 1760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05633" h="1760263">
                  <a:moveTo>
                    <a:pt x="1373" y="330884"/>
                  </a:moveTo>
                  <a:cubicBezTo>
                    <a:pt x="75033" y="-25986"/>
                    <a:pt x="1778103" y="-41226"/>
                    <a:pt x="2119733" y="41324"/>
                  </a:cubicBezTo>
                  <a:cubicBezTo>
                    <a:pt x="2508353" y="135304"/>
                    <a:pt x="2973173" y="320724"/>
                    <a:pt x="3605633" y="689024"/>
                  </a:cubicBezTo>
                  <a:cubicBezTo>
                    <a:pt x="2802993" y="1918384"/>
                    <a:pt x="1726033" y="1913304"/>
                    <a:pt x="854813" y="1542464"/>
                  </a:cubicBezTo>
                  <a:cubicBezTo>
                    <a:pt x="631293" y="1390064"/>
                    <a:pt x="-34187" y="1191944"/>
                    <a:pt x="1373" y="330884"/>
                  </a:cubicBezTo>
                  <a:close/>
                </a:path>
              </a:pathLst>
            </a:custGeom>
            <a:solidFill>
              <a:srgbClr val="649E25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3D70D2D-3B18-37C5-2E07-E1B8F6080E18}"/>
                </a:ext>
              </a:extLst>
            </p:cNvPr>
            <p:cNvSpPr/>
            <p:nvPr/>
          </p:nvSpPr>
          <p:spPr>
            <a:xfrm>
              <a:off x="3295650" y="3024188"/>
              <a:ext cx="952500" cy="547687"/>
            </a:xfrm>
            <a:custGeom>
              <a:avLst/>
              <a:gdLst>
                <a:gd name="connsiteX0" fmla="*/ 952500 w 952500"/>
                <a:gd name="connsiteY0" fmla="*/ 547687 h 547687"/>
                <a:gd name="connsiteX1" fmla="*/ 0 w 952500"/>
                <a:gd name="connsiteY1" fmla="*/ 0 h 547687"/>
                <a:gd name="connsiteX2" fmla="*/ 0 w 952500"/>
                <a:gd name="connsiteY2" fmla="*/ 0 h 547687"/>
                <a:gd name="connsiteX0" fmla="*/ 952500 w 952500"/>
                <a:gd name="connsiteY0" fmla="*/ 547687 h 547687"/>
                <a:gd name="connsiteX1" fmla="*/ 0 w 952500"/>
                <a:gd name="connsiteY1" fmla="*/ 0 h 547687"/>
                <a:gd name="connsiteX2" fmla="*/ 0 w 952500"/>
                <a:gd name="connsiteY2" fmla="*/ 0 h 547687"/>
                <a:gd name="connsiteX0" fmla="*/ 952500 w 952500"/>
                <a:gd name="connsiteY0" fmla="*/ 547687 h 547687"/>
                <a:gd name="connsiteX1" fmla="*/ 0 w 952500"/>
                <a:gd name="connsiteY1" fmla="*/ 0 h 547687"/>
                <a:gd name="connsiteX2" fmla="*/ 0 w 952500"/>
                <a:gd name="connsiteY2" fmla="*/ 0 h 547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00" h="547687">
                  <a:moveTo>
                    <a:pt x="952500" y="547687"/>
                  </a:moveTo>
                  <a:cubicBezTo>
                    <a:pt x="611187" y="431800"/>
                    <a:pt x="269875" y="49212"/>
                    <a:pt x="0" y="0"/>
                  </a:cubicBez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A9CEB5A-1C4B-D8F2-B482-10BF5C450239}"/>
                </a:ext>
              </a:extLst>
            </p:cNvPr>
            <p:cNvSpPr/>
            <p:nvPr/>
          </p:nvSpPr>
          <p:spPr>
            <a:xfrm flipH="1">
              <a:off x="3342056" y="3617120"/>
              <a:ext cx="1028700" cy="430498"/>
            </a:xfrm>
            <a:custGeom>
              <a:avLst/>
              <a:gdLst>
                <a:gd name="connsiteX0" fmla="*/ 952500 w 952500"/>
                <a:gd name="connsiteY0" fmla="*/ 547687 h 547687"/>
                <a:gd name="connsiteX1" fmla="*/ 0 w 952500"/>
                <a:gd name="connsiteY1" fmla="*/ 0 h 547687"/>
                <a:gd name="connsiteX2" fmla="*/ 0 w 952500"/>
                <a:gd name="connsiteY2" fmla="*/ 0 h 547687"/>
                <a:gd name="connsiteX0" fmla="*/ 952500 w 952500"/>
                <a:gd name="connsiteY0" fmla="*/ 547687 h 547687"/>
                <a:gd name="connsiteX1" fmla="*/ 0 w 952500"/>
                <a:gd name="connsiteY1" fmla="*/ 0 h 547687"/>
                <a:gd name="connsiteX2" fmla="*/ 0 w 952500"/>
                <a:gd name="connsiteY2" fmla="*/ 0 h 547687"/>
                <a:gd name="connsiteX0" fmla="*/ 952500 w 952500"/>
                <a:gd name="connsiteY0" fmla="*/ 547687 h 547687"/>
                <a:gd name="connsiteX1" fmla="*/ 0 w 952500"/>
                <a:gd name="connsiteY1" fmla="*/ 0 h 547687"/>
                <a:gd name="connsiteX2" fmla="*/ 0 w 952500"/>
                <a:gd name="connsiteY2" fmla="*/ 0 h 547687"/>
                <a:gd name="connsiteX0" fmla="*/ 1038225 w 1038225"/>
                <a:gd name="connsiteY0" fmla="*/ 547687 h 547687"/>
                <a:gd name="connsiteX1" fmla="*/ 85725 w 1038225"/>
                <a:gd name="connsiteY1" fmla="*/ 0 h 547687"/>
                <a:gd name="connsiteX2" fmla="*/ 0 w 1038225"/>
                <a:gd name="connsiteY2" fmla="*/ 138113 h 547687"/>
                <a:gd name="connsiteX0" fmla="*/ 952500 w 952500"/>
                <a:gd name="connsiteY0" fmla="*/ 547687 h 547687"/>
                <a:gd name="connsiteX1" fmla="*/ 0 w 952500"/>
                <a:gd name="connsiteY1" fmla="*/ 0 h 547687"/>
                <a:gd name="connsiteX0" fmla="*/ 1028700 w 1028700"/>
                <a:gd name="connsiteY0" fmla="*/ 419100 h 419100"/>
                <a:gd name="connsiteX1" fmla="*/ 0 w 1028700"/>
                <a:gd name="connsiteY1" fmla="*/ 0 h 419100"/>
                <a:gd name="connsiteX0" fmla="*/ 1028700 w 1028700"/>
                <a:gd name="connsiteY0" fmla="*/ 419100 h 430498"/>
                <a:gd name="connsiteX1" fmla="*/ 0 w 1028700"/>
                <a:gd name="connsiteY1" fmla="*/ 0 h 430498"/>
                <a:gd name="connsiteX0" fmla="*/ 1028700 w 1028700"/>
                <a:gd name="connsiteY0" fmla="*/ 419100 h 430498"/>
                <a:gd name="connsiteX1" fmla="*/ 0 w 1028700"/>
                <a:gd name="connsiteY1" fmla="*/ 0 h 430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28700" h="430498">
                  <a:moveTo>
                    <a:pt x="1028700" y="419100"/>
                  </a:moveTo>
                  <a:cubicBezTo>
                    <a:pt x="468312" y="508001"/>
                    <a:pt x="269875" y="49212"/>
                    <a:pt x="0" y="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923EB7FC-5AA2-1791-B526-B13AD4747FDC}"/>
                </a:ext>
              </a:extLst>
            </p:cNvPr>
            <p:cNvSpPr/>
            <p:nvPr/>
          </p:nvSpPr>
          <p:spPr>
            <a:xfrm>
              <a:off x="4195763" y="2940824"/>
              <a:ext cx="1071562" cy="576262"/>
            </a:xfrm>
            <a:custGeom>
              <a:avLst/>
              <a:gdLst>
                <a:gd name="connsiteX0" fmla="*/ 952500 w 952500"/>
                <a:gd name="connsiteY0" fmla="*/ 547687 h 547687"/>
                <a:gd name="connsiteX1" fmla="*/ 0 w 952500"/>
                <a:gd name="connsiteY1" fmla="*/ 0 h 547687"/>
                <a:gd name="connsiteX2" fmla="*/ 0 w 952500"/>
                <a:gd name="connsiteY2" fmla="*/ 0 h 547687"/>
                <a:gd name="connsiteX0" fmla="*/ 952500 w 952500"/>
                <a:gd name="connsiteY0" fmla="*/ 547687 h 547687"/>
                <a:gd name="connsiteX1" fmla="*/ 0 w 952500"/>
                <a:gd name="connsiteY1" fmla="*/ 0 h 547687"/>
                <a:gd name="connsiteX2" fmla="*/ 0 w 952500"/>
                <a:gd name="connsiteY2" fmla="*/ 0 h 547687"/>
                <a:gd name="connsiteX0" fmla="*/ 952500 w 952500"/>
                <a:gd name="connsiteY0" fmla="*/ 547687 h 547687"/>
                <a:gd name="connsiteX1" fmla="*/ 0 w 952500"/>
                <a:gd name="connsiteY1" fmla="*/ 0 h 547687"/>
                <a:gd name="connsiteX2" fmla="*/ 0 w 952500"/>
                <a:gd name="connsiteY2" fmla="*/ 0 h 547687"/>
                <a:gd name="connsiteX0" fmla="*/ 1071562 w 1071562"/>
                <a:gd name="connsiteY0" fmla="*/ 576262 h 576262"/>
                <a:gd name="connsiteX1" fmla="*/ 119062 w 1071562"/>
                <a:gd name="connsiteY1" fmla="*/ 28575 h 576262"/>
                <a:gd name="connsiteX2" fmla="*/ 0 w 1071562"/>
                <a:gd name="connsiteY2" fmla="*/ 0 h 576262"/>
                <a:gd name="connsiteX0" fmla="*/ 1071562 w 1071562"/>
                <a:gd name="connsiteY0" fmla="*/ 576262 h 576262"/>
                <a:gd name="connsiteX1" fmla="*/ 0 w 1071562"/>
                <a:gd name="connsiteY1" fmla="*/ 0 h 576262"/>
                <a:gd name="connsiteX0" fmla="*/ 1071562 w 1071562"/>
                <a:gd name="connsiteY0" fmla="*/ 576262 h 576262"/>
                <a:gd name="connsiteX1" fmla="*/ 0 w 1071562"/>
                <a:gd name="connsiteY1" fmla="*/ 0 h 5762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71562" h="576262">
                  <a:moveTo>
                    <a:pt x="1071562" y="576262"/>
                  </a:moveTo>
                  <a:cubicBezTo>
                    <a:pt x="200025" y="312738"/>
                    <a:pt x="357187" y="192087"/>
                    <a:pt x="0" y="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AB27438-4932-6D20-97EB-BBFBD01BBCF4}"/>
                </a:ext>
              </a:extLst>
            </p:cNvPr>
            <p:cNvSpPr/>
            <p:nvPr/>
          </p:nvSpPr>
          <p:spPr>
            <a:xfrm flipH="1">
              <a:off x="4449762" y="3517086"/>
              <a:ext cx="1042987" cy="712212"/>
            </a:xfrm>
            <a:custGeom>
              <a:avLst/>
              <a:gdLst>
                <a:gd name="connsiteX0" fmla="*/ 952500 w 952500"/>
                <a:gd name="connsiteY0" fmla="*/ 547687 h 547687"/>
                <a:gd name="connsiteX1" fmla="*/ 0 w 952500"/>
                <a:gd name="connsiteY1" fmla="*/ 0 h 547687"/>
                <a:gd name="connsiteX2" fmla="*/ 0 w 952500"/>
                <a:gd name="connsiteY2" fmla="*/ 0 h 547687"/>
                <a:gd name="connsiteX0" fmla="*/ 952500 w 952500"/>
                <a:gd name="connsiteY0" fmla="*/ 547687 h 547687"/>
                <a:gd name="connsiteX1" fmla="*/ 0 w 952500"/>
                <a:gd name="connsiteY1" fmla="*/ 0 h 547687"/>
                <a:gd name="connsiteX2" fmla="*/ 0 w 952500"/>
                <a:gd name="connsiteY2" fmla="*/ 0 h 547687"/>
                <a:gd name="connsiteX0" fmla="*/ 952500 w 952500"/>
                <a:gd name="connsiteY0" fmla="*/ 547687 h 547687"/>
                <a:gd name="connsiteX1" fmla="*/ 0 w 952500"/>
                <a:gd name="connsiteY1" fmla="*/ 0 h 547687"/>
                <a:gd name="connsiteX2" fmla="*/ 0 w 952500"/>
                <a:gd name="connsiteY2" fmla="*/ 0 h 547687"/>
                <a:gd name="connsiteX0" fmla="*/ 1038225 w 1038225"/>
                <a:gd name="connsiteY0" fmla="*/ 547687 h 547687"/>
                <a:gd name="connsiteX1" fmla="*/ 85725 w 1038225"/>
                <a:gd name="connsiteY1" fmla="*/ 0 h 547687"/>
                <a:gd name="connsiteX2" fmla="*/ 0 w 1038225"/>
                <a:gd name="connsiteY2" fmla="*/ 138113 h 547687"/>
                <a:gd name="connsiteX0" fmla="*/ 952500 w 952500"/>
                <a:gd name="connsiteY0" fmla="*/ 547687 h 547687"/>
                <a:gd name="connsiteX1" fmla="*/ 0 w 952500"/>
                <a:gd name="connsiteY1" fmla="*/ 0 h 547687"/>
                <a:gd name="connsiteX0" fmla="*/ 1028700 w 1028700"/>
                <a:gd name="connsiteY0" fmla="*/ 419100 h 419100"/>
                <a:gd name="connsiteX1" fmla="*/ 0 w 1028700"/>
                <a:gd name="connsiteY1" fmla="*/ 0 h 419100"/>
                <a:gd name="connsiteX0" fmla="*/ 1028700 w 1028700"/>
                <a:gd name="connsiteY0" fmla="*/ 419100 h 430498"/>
                <a:gd name="connsiteX1" fmla="*/ 0 w 1028700"/>
                <a:gd name="connsiteY1" fmla="*/ 0 h 430498"/>
                <a:gd name="connsiteX0" fmla="*/ 1028700 w 1028700"/>
                <a:gd name="connsiteY0" fmla="*/ 419100 h 430498"/>
                <a:gd name="connsiteX1" fmla="*/ 0 w 1028700"/>
                <a:gd name="connsiteY1" fmla="*/ 0 h 430498"/>
                <a:gd name="connsiteX0" fmla="*/ 1042987 w 1042987"/>
                <a:gd name="connsiteY0" fmla="*/ 704850 h 712212"/>
                <a:gd name="connsiteX1" fmla="*/ 0 w 1042987"/>
                <a:gd name="connsiteY1" fmla="*/ 0 h 712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42987" h="712212">
                  <a:moveTo>
                    <a:pt x="1042987" y="704850"/>
                  </a:moveTo>
                  <a:cubicBezTo>
                    <a:pt x="482599" y="793751"/>
                    <a:pt x="269875" y="49212"/>
                    <a:pt x="0" y="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3">
              <a:extLst>
                <a:ext uri="{FF2B5EF4-FFF2-40B4-BE49-F238E27FC236}">
                  <a16:creationId xmlns:a16="http://schemas.microsoft.com/office/drawing/2014/main" id="{F404A9EE-68AF-E7FE-BF3B-DFED58E41923}"/>
                </a:ext>
              </a:extLst>
            </p:cNvPr>
            <p:cNvSpPr/>
            <p:nvPr/>
          </p:nvSpPr>
          <p:spPr>
            <a:xfrm>
              <a:off x="2565400" y="2833687"/>
              <a:ext cx="4775200" cy="819113"/>
            </a:xfrm>
            <a:custGeom>
              <a:avLst/>
              <a:gdLst>
                <a:gd name="connsiteX0" fmla="*/ 0 w 711200"/>
                <a:gd name="connsiteY0" fmla="*/ 0 h 393700"/>
                <a:gd name="connsiteX1" fmla="*/ 711200 w 711200"/>
                <a:gd name="connsiteY1" fmla="*/ 0 h 393700"/>
                <a:gd name="connsiteX2" fmla="*/ 711200 w 711200"/>
                <a:gd name="connsiteY2" fmla="*/ 393700 h 393700"/>
                <a:gd name="connsiteX3" fmla="*/ 0 w 711200"/>
                <a:gd name="connsiteY3" fmla="*/ 393700 h 393700"/>
                <a:gd name="connsiteX4" fmla="*/ 0 w 711200"/>
                <a:gd name="connsiteY4" fmla="*/ 0 h 393700"/>
                <a:gd name="connsiteX0" fmla="*/ 4025900 w 4737100"/>
                <a:gd name="connsiteY0" fmla="*/ 0 h 444500"/>
                <a:gd name="connsiteX1" fmla="*/ 4737100 w 4737100"/>
                <a:gd name="connsiteY1" fmla="*/ 0 h 444500"/>
                <a:gd name="connsiteX2" fmla="*/ 4737100 w 4737100"/>
                <a:gd name="connsiteY2" fmla="*/ 393700 h 444500"/>
                <a:gd name="connsiteX3" fmla="*/ 0 w 4737100"/>
                <a:gd name="connsiteY3" fmla="*/ 444500 h 444500"/>
                <a:gd name="connsiteX4" fmla="*/ 4025900 w 4737100"/>
                <a:gd name="connsiteY4" fmla="*/ 0 h 444500"/>
                <a:gd name="connsiteX0" fmla="*/ 0 w 4737100"/>
                <a:gd name="connsiteY0" fmla="*/ 444500 h 444500"/>
                <a:gd name="connsiteX1" fmla="*/ 4737100 w 4737100"/>
                <a:gd name="connsiteY1" fmla="*/ 0 h 444500"/>
                <a:gd name="connsiteX2" fmla="*/ 4737100 w 4737100"/>
                <a:gd name="connsiteY2" fmla="*/ 393700 h 444500"/>
                <a:gd name="connsiteX3" fmla="*/ 0 w 4737100"/>
                <a:gd name="connsiteY3" fmla="*/ 444500 h 444500"/>
                <a:gd name="connsiteX0" fmla="*/ 0 w 4737100"/>
                <a:gd name="connsiteY0" fmla="*/ 430212 h 430212"/>
                <a:gd name="connsiteX1" fmla="*/ 4732338 w 4737100"/>
                <a:gd name="connsiteY1" fmla="*/ 0 h 430212"/>
                <a:gd name="connsiteX2" fmla="*/ 4737100 w 4737100"/>
                <a:gd name="connsiteY2" fmla="*/ 379412 h 430212"/>
                <a:gd name="connsiteX3" fmla="*/ 0 w 4737100"/>
                <a:gd name="connsiteY3" fmla="*/ 430212 h 430212"/>
                <a:gd name="connsiteX0" fmla="*/ 0 w 4775200"/>
                <a:gd name="connsiteY0" fmla="*/ 430212 h 430212"/>
                <a:gd name="connsiteX1" fmla="*/ 4732338 w 4775200"/>
                <a:gd name="connsiteY1" fmla="*/ 0 h 430212"/>
                <a:gd name="connsiteX2" fmla="*/ 4775200 w 4775200"/>
                <a:gd name="connsiteY2" fmla="*/ 150812 h 430212"/>
                <a:gd name="connsiteX3" fmla="*/ 0 w 4775200"/>
                <a:gd name="connsiteY3" fmla="*/ 430212 h 430212"/>
                <a:gd name="connsiteX0" fmla="*/ 0 w 4775200"/>
                <a:gd name="connsiteY0" fmla="*/ 430212 h 430212"/>
                <a:gd name="connsiteX1" fmla="*/ 4732338 w 4775200"/>
                <a:gd name="connsiteY1" fmla="*/ 0 h 430212"/>
                <a:gd name="connsiteX2" fmla="*/ 4775200 w 4775200"/>
                <a:gd name="connsiteY2" fmla="*/ 150812 h 430212"/>
                <a:gd name="connsiteX3" fmla="*/ 0 w 4775200"/>
                <a:gd name="connsiteY3" fmla="*/ 430212 h 430212"/>
                <a:gd name="connsiteX0" fmla="*/ 0 w 4775200"/>
                <a:gd name="connsiteY0" fmla="*/ 430212 h 782996"/>
                <a:gd name="connsiteX1" fmla="*/ 4732338 w 4775200"/>
                <a:gd name="connsiteY1" fmla="*/ 0 h 782996"/>
                <a:gd name="connsiteX2" fmla="*/ 4775200 w 4775200"/>
                <a:gd name="connsiteY2" fmla="*/ 150812 h 782996"/>
                <a:gd name="connsiteX3" fmla="*/ 0 w 4775200"/>
                <a:gd name="connsiteY3" fmla="*/ 430212 h 782996"/>
                <a:gd name="connsiteX0" fmla="*/ 0 w 4775200"/>
                <a:gd name="connsiteY0" fmla="*/ 430212 h 782996"/>
                <a:gd name="connsiteX1" fmla="*/ 4732338 w 4775200"/>
                <a:gd name="connsiteY1" fmla="*/ 0 h 782996"/>
                <a:gd name="connsiteX2" fmla="*/ 4775200 w 4775200"/>
                <a:gd name="connsiteY2" fmla="*/ 150812 h 782996"/>
                <a:gd name="connsiteX3" fmla="*/ 0 w 4775200"/>
                <a:gd name="connsiteY3" fmla="*/ 430212 h 782996"/>
                <a:gd name="connsiteX0" fmla="*/ 0 w 4775200"/>
                <a:gd name="connsiteY0" fmla="*/ 430212 h 873413"/>
                <a:gd name="connsiteX1" fmla="*/ 4732338 w 4775200"/>
                <a:gd name="connsiteY1" fmla="*/ 0 h 873413"/>
                <a:gd name="connsiteX2" fmla="*/ 4775200 w 4775200"/>
                <a:gd name="connsiteY2" fmla="*/ 150812 h 873413"/>
                <a:gd name="connsiteX3" fmla="*/ 0 w 4775200"/>
                <a:gd name="connsiteY3" fmla="*/ 430212 h 873413"/>
                <a:gd name="connsiteX0" fmla="*/ 0 w 4775200"/>
                <a:gd name="connsiteY0" fmla="*/ 430212 h 873413"/>
                <a:gd name="connsiteX1" fmla="*/ 4732338 w 4775200"/>
                <a:gd name="connsiteY1" fmla="*/ 0 h 873413"/>
                <a:gd name="connsiteX2" fmla="*/ 4775200 w 4775200"/>
                <a:gd name="connsiteY2" fmla="*/ 150812 h 873413"/>
                <a:gd name="connsiteX3" fmla="*/ 0 w 4775200"/>
                <a:gd name="connsiteY3" fmla="*/ 430212 h 873413"/>
                <a:gd name="connsiteX0" fmla="*/ 0 w 4775200"/>
                <a:gd name="connsiteY0" fmla="*/ 430212 h 873413"/>
                <a:gd name="connsiteX1" fmla="*/ 4732338 w 4775200"/>
                <a:gd name="connsiteY1" fmla="*/ 0 h 873413"/>
                <a:gd name="connsiteX2" fmla="*/ 4775200 w 4775200"/>
                <a:gd name="connsiteY2" fmla="*/ 150812 h 873413"/>
                <a:gd name="connsiteX3" fmla="*/ 0 w 4775200"/>
                <a:gd name="connsiteY3" fmla="*/ 430212 h 873413"/>
                <a:gd name="connsiteX0" fmla="*/ 0 w 4775200"/>
                <a:gd name="connsiteY0" fmla="*/ 430212 h 851530"/>
                <a:gd name="connsiteX1" fmla="*/ 4732338 w 4775200"/>
                <a:gd name="connsiteY1" fmla="*/ 0 h 851530"/>
                <a:gd name="connsiteX2" fmla="*/ 4775200 w 4775200"/>
                <a:gd name="connsiteY2" fmla="*/ 150812 h 851530"/>
                <a:gd name="connsiteX3" fmla="*/ 0 w 4775200"/>
                <a:gd name="connsiteY3" fmla="*/ 430212 h 851530"/>
                <a:gd name="connsiteX0" fmla="*/ 0 w 4775200"/>
                <a:gd name="connsiteY0" fmla="*/ 430212 h 851530"/>
                <a:gd name="connsiteX1" fmla="*/ 4732338 w 4775200"/>
                <a:gd name="connsiteY1" fmla="*/ 0 h 851530"/>
                <a:gd name="connsiteX2" fmla="*/ 4775200 w 4775200"/>
                <a:gd name="connsiteY2" fmla="*/ 150812 h 851530"/>
                <a:gd name="connsiteX3" fmla="*/ 0 w 4775200"/>
                <a:gd name="connsiteY3" fmla="*/ 430212 h 851530"/>
                <a:gd name="connsiteX0" fmla="*/ 0 w 4775200"/>
                <a:gd name="connsiteY0" fmla="*/ 430212 h 786915"/>
                <a:gd name="connsiteX1" fmla="*/ 4732338 w 4775200"/>
                <a:gd name="connsiteY1" fmla="*/ 0 h 786915"/>
                <a:gd name="connsiteX2" fmla="*/ 4775200 w 4775200"/>
                <a:gd name="connsiteY2" fmla="*/ 150812 h 786915"/>
                <a:gd name="connsiteX3" fmla="*/ 0 w 4775200"/>
                <a:gd name="connsiteY3" fmla="*/ 430212 h 786915"/>
                <a:gd name="connsiteX0" fmla="*/ 0 w 4775200"/>
                <a:gd name="connsiteY0" fmla="*/ 430212 h 819113"/>
                <a:gd name="connsiteX1" fmla="*/ 4732338 w 4775200"/>
                <a:gd name="connsiteY1" fmla="*/ 0 h 819113"/>
                <a:gd name="connsiteX2" fmla="*/ 4775200 w 4775200"/>
                <a:gd name="connsiteY2" fmla="*/ 150812 h 819113"/>
                <a:gd name="connsiteX3" fmla="*/ 0 w 4775200"/>
                <a:gd name="connsiteY3" fmla="*/ 430212 h 819113"/>
                <a:gd name="connsiteX0" fmla="*/ 0 w 4775200"/>
                <a:gd name="connsiteY0" fmla="*/ 430212 h 819113"/>
                <a:gd name="connsiteX1" fmla="*/ 4732338 w 4775200"/>
                <a:gd name="connsiteY1" fmla="*/ 0 h 819113"/>
                <a:gd name="connsiteX2" fmla="*/ 4775200 w 4775200"/>
                <a:gd name="connsiteY2" fmla="*/ 150812 h 819113"/>
                <a:gd name="connsiteX3" fmla="*/ 0 w 4775200"/>
                <a:gd name="connsiteY3" fmla="*/ 430212 h 819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75200" h="819113">
                  <a:moveTo>
                    <a:pt x="0" y="430212"/>
                  </a:moveTo>
                  <a:cubicBezTo>
                    <a:pt x="1010708" y="624945"/>
                    <a:pt x="2326217" y="1153054"/>
                    <a:pt x="4732338" y="0"/>
                  </a:cubicBezTo>
                  <a:cubicBezTo>
                    <a:pt x="4776787" y="64559"/>
                    <a:pt x="4773613" y="24341"/>
                    <a:pt x="4775200" y="150812"/>
                  </a:cubicBezTo>
                  <a:cubicBezTo>
                    <a:pt x="2021417" y="1367895"/>
                    <a:pt x="758296" y="579966"/>
                    <a:pt x="0" y="430212"/>
                  </a:cubicBezTo>
                  <a:close/>
                </a:path>
              </a:pathLst>
            </a:custGeom>
            <a:solidFill>
              <a:srgbClr val="B2E958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E7683932-6508-A705-F36F-E31375D636B8}"/>
              </a:ext>
            </a:extLst>
          </p:cNvPr>
          <p:cNvGrpSpPr/>
          <p:nvPr/>
        </p:nvGrpSpPr>
        <p:grpSpPr>
          <a:xfrm rot="2111091">
            <a:off x="3479378" y="1885830"/>
            <a:ext cx="8669298" cy="3098489"/>
            <a:chOff x="2415540" y="2755215"/>
            <a:chExt cx="4925060" cy="1760263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D074BBB-1E09-1945-7039-4699850CC106}"/>
                </a:ext>
              </a:extLst>
            </p:cNvPr>
            <p:cNvSpPr/>
            <p:nvPr/>
          </p:nvSpPr>
          <p:spPr>
            <a:xfrm>
              <a:off x="2415540" y="2755215"/>
              <a:ext cx="3605633" cy="1760263"/>
            </a:xfrm>
            <a:custGeom>
              <a:avLst/>
              <a:gdLst>
                <a:gd name="connsiteX0" fmla="*/ 0 w 1470660"/>
                <a:gd name="connsiteY0" fmla="*/ 0 h 487680"/>
                <a:gd name="connsiteX1" fmla="*/ 1470660 w 1470660"/>
                <a:gd name="connsiteY1" fmla="*/ 0 h 487680"/>
                <a:gd name="connsiteX2" fmla="*/ 1470660 w 1470660"/>
                <a:gd name="connsiteY2" fmla="*/ 487680 h 487680"/>
                <a:gd name="connsiteX3" fmla="*/ 0 w 1470660"/>
                <a:gd name="connsiteY3" fmla="*/ 487680 h 487680"/>
                <a:gd name="connsiteX4" fmla="*/ 0 w 1470660"/>
                <a:gd name="connsiteY4" fmla="*/ 0 h 487680"/>
                <a:gd name="connsiteX0" fmla="*/ 0 w 2400300"/>
                <a:gd name="connsiteY0" fmla="*/ 0 h 800100"/>
                <a:gd name="connsiteX1" fmla="*/ 2400300 w 2400300"/>
                <a:gd name="connsiteY1" fmla="*/ 312420 h 800100"/>
                <a:gd name="connsiteX2" fmla="*/ 2400300 w 2400300"/>
                <a:gd name="connsiteY2" fmla="*/ 800100 h 800100"/>
                <a:gd name="connsiteX3" fmla="*/ 929640 w 2400300"/>
                <a:gd name="connsiteY3" fmla="*/ 800100 h 800100"/>
                <a:gd name="connsiteX4" fmla="*/ 0 w 2400300"/>
                <a:gd name="connsiteY4" fmla="*/ 0 h 800100"/>
                <a:gd name="connsiteX0" fmla="*/ 0 w 2400300"/>
                <a:gd name="connsiteY0" fmla="*/ 207832 h 1007932"/>
                <a:gd name="connsiteX1" fmla="*/ 723900 w 2400300"/>
                <a:gd name="connsiteY1" fmla="*/ 2092 h 1007932"/>
                <a:gd name="connsiteX2" fmla="*/ 2400300 w 2400300"/>
                <a:gd name="connsiteY2" fmla="*/ 520252 h 1007932"/>
                <a:gd name="connsiteX3" fmla="*/ 2400300 w 2400300"/>
                <a:gd name="connsiteY3" fmla="*/ 1007932 h 1007932"/>
                <a:gd name="connsiteX4" fmla="*/ 929640 w 2400300"/>
                <a:gd name="connsiteY4" fmla="*/ 1007932 h 1007932"/>
                <a:gd name="connsiteX5" fmla="*/ 0 w 2400300"/>
                <a:gd name="connsiteY5" fmla="*/ 207832 h 1007932"/>
                <a:gd name="connsiteX0" fmla="*/ 0 w 2400300"/>
                <a:gd name="connsiteY0" fmla="*/ 207832 h 1419412"/>
                <a:gd name="connsiteX1" fmla="*/ 723900 w 2400300"/>
                <a:gd name="connsiteY1" fmla="*/ 2092 h 1419412"/>
                <a:gd name="connsiteX2" fmla="*/ 2400300 w 2400300"/>
                <a:gd name="connsiteY2" fmla="*/ 520252 h 1419412"/>
                <a:gd name="connsiteX3" fmla="*/ 2400300 w 2400300"/>
                <a:gd name="connsiteY3" fmla="*/ 1007932 h 1419412"/>
                <a:gd name="connsiteX4" fmla="*/ 853440 w 2400300"/>
                <a:gd name="connsiteY4" fmla="*/ 1419412 h 1419412"/>
                <a:gd name="connsiteX5" fmla="*/ 0 w 2400300"/>
                <a:gd name="connsiteY5" fmla="*/ 207832 h 1419412"/>
                <a:gd name="connsiteX0" fmla="*/ 0 w 3604260"/>
                <a:gd name="connsiteY0" fmla="*/ 207832 h 1419412"/>
                <a:gd name="connsiteX1" fmla="*/ 723900 w 3604260"/>
                <a:gd name="connsiteY1" fmla="*/ 2092 h 1419412"/>
                <a:gd name="connsiteX2" fmla="*/ 2400300 w 3604260"/>
                <a:gd name="connsiteY2" fmla="*/ 520252 h 1419412"/>
                <a:gd name="connsiteX3" fmla="*/ 3604260 w 3604260"/>
                <a:gd name="connsiteY3" fmla="*/ 565972 h 1419412"/>
                <a:gd name="connsiteX4" fmla="*/ 853440 w 3604260"/>
                <a:gd name="connsiteY4" fmla="*/ 1419412 h 1419412"/>
                <a:gd name="connsiteX5" fmla="*/ 0 w 3604260"/>
                <a:gd name="connsiteY5" fmla="*/ 207832 h 1419412"/>
                <a:gd name="connsiteX0" fmla="*/ 0 w 3604260"/>
                <a:gd name="connsiteY0" fmla="*/ 289560 h 1501140"/>
                <a:gd name="connsiteX1" fmla="*/ 723900 w 3604260"/>
                <a:gd name="connsiteY1" fmla="*/ 83820 h 1501140"/>
                <a:gd name="connsiteX2" fmla="*/ 2118360 w 3604260"/>
                <a:gd name="connsiteY2" fmla="*/ 0 h 1501140"/>
                <a:gd name="connsiteX3" fmla="*/ 3604260 w 3604260"/>
                <a:gd name="connsiteY3" fmla="*/ 647700 h 1501140"/>
                <a:gd name="connsiteX4" fmla="*/ 853440 w 3604260"/>
                <a:gd name="connsiteY4" fmla="*/ 1501140 h 1501140"/>
                <a:gd name="connsiteX5" fmla="*/ 0 w 3604260"/>
                <a:gd name="connsiteY5" fmla="*/ 289560 h 1501140"/>
                <a:gd name="connsiteX0" fmla="*/ 0 w 3604260"/>
                <a:gd name="connsiteY0" fmla="*/ 302144 h 1513724"/>
                <a:gd name="connsiteX1" fmla="*/ 723900 w 3604260"/>
                <a:gd name="connsiteY1" fmla="*/ 96404 h 1513724"/>
                <a:gd name="connsiteX2" fmla="*/ 2118360 w 3604260"/>
                <a:gd name="connsiteY2" fmla="*/ 12584 h 1513724"/>
                <a:gd name="connsiteX3" fmla="*/ 3604260 w 3604260"/>
                <a:gd name="connsiteY3" fmla="*/ 660284 h 1513724"/>
                <a:gd name="connsiteX4" fmla="*/ 853440 w 3604260"/>
                <a:gd name="connsiteY4" fmla="*/ 1513724 h 1513724"/>
                <a:gd name="connsiteX5" fmla="*/ 0 w 3604260"/>
                <a:gd name="connsiteY5" fmla="*/ 302144 h 1513724"/>
                <a:gd name="connsiteX0" fmla="*/ 0 w 3604260"/>
                <a:gd name="connsiteY0" fmla="*/ 315869 h 1527449"/>
                <a:gd name="connsiteX1" fmla="*/ 723900 w 3604260"/>
                <a:gd name="connsiteY1" fmla="*/ 110129 h 1527449"/>
                <a:gd name="connsiteX2" fmla="*/ 2118360 w 3604260"/>
                <a:gd name="connsiteY2" fmla="*/ 26309 h 1527449"/>
                <a:gd name="connsiteX3" fmla="*/ 3604260 w 3604260"/>
                <a:gd name="connsiteY3" fmla="*/ 674009 h 1527449"/>
                <a:gd name="connsiteX4" fmla="*/ 853440 w 3604260"/>
                <a:gd name="connsiteY4" fmla="*/ 1527449 h 1527449"/>
                <a:gd name="connsiteX5" fmla="*/ 0 w 3604260"/>
                <a:gd name="connsiteY5" fmla="*/ 315869 h 1527449"/>
                <a:gd name="connsiteX0" fmla="*/ 0 w 3604260"/>
                <a:gd name="connsiteY0" fmla="*/ 315869 h 1527449"/>
                <a:gd name="connsiteX1" fmla="*/ 723900 w 3604260"/>
                <a:gd name="connsiteY1" fmla="*/ 110129 h 1527449"/>
                <a:gd name="connsiteX2" fmla="*/ 2118360 w 3604260"/>
                <a:gd name="connsiteY2" fmla="*/ 26309 h 1527449"/>
                <a:gd name="connsiteX3" fmla="*/ 3604260 w 3604260"/>
                <a:gd name="connsiteY3" fmla="*/ 674009 h 1527449"/>
                <a:gd name="connsiteX4" fmla="*/ 853440 w 3604260"/>
                <a:gd name="connsiteY4" fmla="*/ 1527449 h 1527449"/>
                <a:gd name="connsiteX5" fmla="*/ 0 w 3604260"/>
                <a:gd name="connsiteY5" fmla="*/ 315869 h 1527449"/>
                <a:gd name="connsiteX0" fmla="*/ 1502 w 3605762"/>
                <a:gd name="connsiteY0" fmla="*/ 315869 h 1527449"/>
                <a:gd name="connsiteX1" fmla="*/ 725402 w 3605762"/>
                <a:gd name="connsiteY1" fmla="*/ 110129 h 1527449"/>
                <a:gd name="connsiteX2" fmla="*/ 2119862 w 3605762"/>
                <a:gd name="connsiteY2" fmla="*/ 26309 h 1527449"/>
                <a:gd name="connsiteX3" fmla="*/ 3605762 w 3605762"/>
                <a:gd name="connsiteY3" fmla="*/ 674009 h 1527449"/>
                <a:gd name="connsiteX4" fmla="*/ 854942 w 3605762"/>
                <a:gd name="connsiteY4" fmla="*/ 1527449 h 1527449"/>
                <a:gd name="connsiteX5" fmla="*/ 1502 w 3605762"/>
                <a:gd name="connsiteY5" fmla="*/ 315869 h 1527449"/>
                <a:gd name="connsiteX0" fmla="*/ 1373 w 3605633"/>
                <a:gd name="connsiteY0" fmla="*/ 315869 h 1527449"/>
                <a:gd name="connsiteX1" fmla="*/ 725273 w 3605633"/>
                <a:gd name="connsiteY1" fmla="*/ 110129 h 1527449"/>
                <a:gd name="connsiteX2" fmla="*/ 2119733 w 3605633"/>
                <a:gd name="connsiteY2" fmla="*/ 26309 h 1527449"/>
                <a:gd name="connsiteX3" fmla="*/ 3605633 w 3605633"/>
                <a:gd name="connsiteY3" fmla="*/ 674009 h 1527449"/>
                <a:gd name="connsiteX4" fmla="*/ 854813 w 3605633"/>
                <a:gd name="connsiteY4" fmla="*/ 1527449 h 1527449"/>
                <a:gd name="connsiteX5" fmla="*/ 1373 w 3605633"/>
                <a:gd name="connsiteY5" fmla="*/ 315869 h 1527449"/>
                <a:gd name="connsiteX0" fmla="*/ 1373 w 3605633"/>
                <a:gd name="connsiteY0" fmla="*/ 315869 h 1612849"/>
                <a:gd name="connsiteX1" fmla="*/ 725273 w 3605633"/>
                <a:gd name="connsiteY1" fmla="*/ 110129 h 1612849"/>
                <a:gd name="connsiteX2" fmla="*/ 2119733 w 3605633"/>
                <a:gd name="connsiteY2" fmla="*/ 26309 h 1612849"/>
                <a:gd name="connsiteX3" fmla="*/ 3605633 w 3605633"/>
                <a:gd name="connsiteY3" fmla="*/ 674009 h 1612849"/>
                <a:gd name="connsiteX4" fmla="*/ 854813 w 3605633"/>
                <a:gd name="connsiteY4" fmla="*/ 1527449 h 1612849"/>
                <a:gd name="connsiteX5" fmla="*/ 1373 w 3605633"/>
                <a:gd name="connsiteY5" fmla="*/ 315869 h 1612849"/>
                <a:gd name="connsiteX0" fmla="*/ 1373 w 3605633"/>
                <a:gd name="connsiteY0" fmla="*/ 315869 h 1745248"/>
                <a:gd name="connsiteX1" fmla="*/ 725273 w 3605633"/>
                <a:gd name="connsiteY1" fmla="*/ 110129 h 1745248"/>
                <a:gd name="connsiteX2" fmla="*/ 2119733 w 3605633"/>
                <a:gd name="connsiteY2" fmla="*/ 26309 h 1745248"/>
                <a:gd name="connsiteX3" fmla="*/ 3605633 w 3605633"/>
                <a:gd name="connsiteY3" fmla="*/ 674009 h 1745248"/>
                <a:gd name="connsiteX4" fmla="*/ 854813 w 3605633"/>
                <a:gd name="connsiteY4" fmla="*/ 1527449 h 1745248"/>
                <a:gd name="connsiteX5" fmla="*/ 1373 w 3605633"/>
                <a:gd name="connsiteY5" fmla="*/ 315869 h 1745248"/>
                <a:gd name="connsiteX0" fmla="*/ 1373 w 3605633"/>
                <a:gd name="connsiteY0" fmla="*/ 315869 h 1745248"/>
                <a:gd name="connsiteX1" fmla="*/ 725273 w 3605633"/>
                <a:gd name="connsiteY1" fmla="*/ 110129 h 1745248"/>
                <a:gd name="connsiteX2" fmla="*/ 2119733 w 3605633"/>
                <a:gd name="connsiteY2" fmla="*/ 26309 h 1745248"/>
                <a:gd name="connsiteX3" fmla="*/ 3605633 w 3605633"/>
                <a:gd name="connsiteY3" fmla="*/ 674009 h 1745248"/>
                <a:gd name="connsiteX4" fmla="*/ 854813 w 3605633"/>
                <a:gd name="connsiteY4" fmla="*/ 1527449 h 1745248"/>
                <a:gd name="connsiteX5" fmla="*/ 1373 w 3605633"/>
                <a:gd name="connsiteY5" fmla="*/ 315869 h 1745248"/>
                <a:gd name="connsiteX0" fmla="*/ 1373 w 3605633"/>
                <a:gd name="connsiteY0" fmla="*/ 315869 h 1745248"/>
                <a:gd name="connsiteX1" fmla="*/ 725273 w 3605633"/>
                <a:gd name="connsiteY1" fmla="*/ 110129 h 1745248"/>
                <a:gd name="connsiteX2" fmla="*/ 2119733 w 3605633"/>
                <a:gd name="connsiteY2" fmla="*/ 26309 h 1745248"/>
                <a:gd name="connsiteX3" fmla="*/ 3605633 w 3605633"/>
                <a:gd name="connsiteY3" fmla="*/ 674009 h 1745248"/>
                <a:gd name="connsiteX4" fmla="*/ 854813 w 3605633"/>
                <a:gd name="connsiteY4" fmla="*/ 1527449 h 1745248"/>
                <a:gd name="connsiteX5" fmla="*/ 1373 w 3605633"/>
                <a:gd name="connsiteY5" fmla="*/ 315869 h 1745248"/>
                <a:gd name="connsiteX0" fmla="*/ 1373 w 3605633"/>
                <a:gd name="connsiteY0" fmla="*/ 306444 h 1735823"/>
                <a:gd name="connsiteX1" fmla="*/ 2119733 w 3605633"/>
                <a:gd name="connsiteY1" fmla="*/ 16884 h 1735823"/>
                <a:gd name="connsiteX2" fmla="*/ 3605633 w 3605633"/>
                <a:gd name="connsiteY2" fmla="*/ 664584 h 1735823"/>
                <a:gd name="connsiteX3" fmla="*/ 854813 w 3605633"/>
                <a:gd name="connsiteY3" fmla="*/ 1518024 h 1735823"/>
                <a:gd name="connsiteX4" fmla="*/ 1373 w 3605633"/>
                <a:gd name="connsiteY4" fmla="*/ 306444 h 1735823"/>
                <a:gd name="connsiteX0" fmla="*/ 1373 w 3605633"/>
                <a:gd name="connsiteY0" fmla="*/ 334388 h 1763767"/>
                <a:gd name="connsiteX1" fmla="*/ 2119733 w 3605633"/>
                <a:gd name="connsiteY1" fmla="*/ 44828 h 1763767"/>
                <a:gd name="connsiteX2" fmla="*/ 3605633 w 3605633"/>
                <a:gd name="connsiteY2" fmla="*/ 692528 h 1763767"/>
                <a:gd name="connsiteX3" fmla="*/ 854813 w 3605633"/>
                <a:gd name="connsiteY3" fmla="*/ 1545968 h 1763767"/>
                <a:gd name="connsiteX4" fmla="*/ 1373 w 3605633"/>
                <a:gd name="connsiteY4" fmla="*/ 334388 h 1763767"/>
                <a:gd name="connsiteX0" fmla="*/ 1373 w 3605633"/>
                <a:gd name="connsiteY0" fmla="*/ 316734 h 1746113"/>
                <a:gd name="connsiteX1" fmla="*/ 2119733 w 3605633"/>
                <a:gd name="connsiteY1" fmla="*/ 27174 h 1746113"/>
                <a:gd name="connsiteX2" fmla="*/ 3605633 w 3605633"/>
                <a:gd name="connsiteY2" fmla="*/ 674874 h 1746113"/>
                <a:gd name="connsiteX3" fmla="*/ 854813 w 3605633"/>
                <a:gd name="connsiteY3" fmla="*/ 1528314 h 1746113"/>
                <a:gd name="connsiteX4" fmla="*/ 1373 w 3605633"/>
                <a:gd name="connsiteY4" fmla="*/ 316734 h 1746113"/>
                <a:gd name="connsiteX0" fmla="*/ 1373 w 3605633"/>
                <a:gd name="connsiteY0" fmla="*/ 320787 h 1750166"/>
                <a:gd name="connsiteX1" fmla="*/ 2119733 w 3605633"/>
                <a:gd name="connsiteY1" fmla="*/ 31227 h 1750166"/>
                <a:gd name="connsiteX2" fmla="*/ 3605633 w 3605633"/>
                <a:gd name="connsiteY2" fmla="*/ 678927 h 1750166"/>
                <a:gd name="connsiteX3" fmla="*/ 854813 w 3605633"/>
                <a:gd name="connsiteY3" fmla="*/ 1532367 h 1750166"/>
                <a:gd name="connsiteX4" fmla="*/ 1373 w 3605633"/>
                <a:gd name="connsiteY4" fmla="*/ 320787 h 1750166"/>
                <a:gd name="connsiteX0" fmla="*/ 1373 w 3605633"/>
                <a:gd name="connsiteY0" fmla="*/ 330884 h 1760263"/>
                <a:gd name="connsiteX1" fmla="*/ 2119733 w 3605633"/>
                <a:gd name="connsiteY1" fmla="*/ 41324 h 1760263"/>
                <a:gd name="connsiteX2" fmla="*/ 3605633 w 3605633"/>
                <a:gd name="connsiteY2" fmla="*/ 689024 h 1760263"/>
                <a:gd name="connsiteX3" fmla="*/ 854813 w 3605633"/>
                <a:gd name="connsiteY3" fmla="*/ 1542464 h 1760263"/>
                <a:gd name="connsiteX4" fmla="*/ 1373 w 3605633"/>
                <a:gd name="connsiteY4" fmla="*/ 330884 h 1760263"/>
                <a:gd name="connsiteX0" fmla="*/ 1373 w 3605633"/>
                <a:gd name="connsiteY0" fmla="*/ 330884 h 1760263"/>
                <a:gd name="connsiteX1" fmla="*/ 2119733 w 3605633"/>
                <a:gd name="connsiteY1" fmla="*/ 41324 h 1760263"/>
                <a:gd name="connsiteX2" fmla="*/ 3605633 w 3605633"/>
                <a:gd name="connsiteY2" fmla="*/ 689024 h 1760263"/>
                <a:gd name="connsiteX3" fmla="*/ 854813 w 3605633"/>
                <a:gd name="connsiteY3" fmla="*/ 1542464 h 1760263"/>
                <a:gd name="connsiteX4" fmla="*/ 1373 w 3605633"/>
                <a:gd name="connsiteY4" fmla="*/ 330884 h 1760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05633" h="1760263">
                  <a:moveTo>
                    <a:pt x="1373" y="330884"/>
                  </a:moveTo>
                  <a:cubicBezTo>
                    <a:pt x="75033" y="-25986"/>
                    <a:pt x="1778103" y="-41226"/>
                    <a:pt x="2119733" y="41324"/>
                  </a:cubicBezTo>
                  <a:cubicBezTo>
                    <a:pt x="2508353" y="135304"/>
                    <a:pt x="2973173" y="320724"/>
                    <a:pt x="3605633" y="689024"/>
                  </a:cubicBezTo>
                  <a:cubicBezTo>
                    <a:pt x="2802993" y="1918384"/>
                    <a:pt x="1726033" y="1913304"/>
                    <a:pt x="854813" y="1542464"/>
                  </a:cubicBezTo>
                  <a:cubicBezTo>
                    <a:pt x="631293" y="1390064"/>
                    <a:pt x="-34187" y="1191944"/>
                    <a:pt x="1373" y="330884"/>
                  </a:cubicBezTo>
                  <a:close/>
                </a:path>
              </a:pathLst>
            </a:custGeom>
            <a:solidFill>
              <a:srgbClr val="649E25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49C95260-36C7-5424-558D-C8FEB5E21C66}"/>
                </a:ext>
              </a:extLst>
            </p:cNvPr>
            <p:cNvSpPr/>
            <p:nvPr/>
          </p:nvSpPr>
          <p:spPr>
            <a:xfrm>
              <a:off x="3295650" y="3024188"/>
              <a:ext cx="952500" cy="547687"/>
            </a:xfrm>
            <a:custGeom>
              <a:avLst/>
              <a:gdLst>
                <a:gd name="connsiteX0" fmla="*/ 952500 w 952500"/>
                <a:gd name="connsiteY0" fmla="*/ 547687 h 547687"/>
                <a:gd name="connsiteX1" fmla="*/ 0 w 952500"/>
                <a:gd name="connsiteY1" fmla="*/ 0 h 547687"/>
                <a:gd name="connsiteX2" fmla="*/ 0 w 952500"/>
                <a:gd name="connsiteY2" fmla="*/ 0 h 547687"/>
                <a:gd name="connsiteX0" fmla="*/ 952500 w 952500"/>
                <a:gd name="connsiteY0" fmla="*/ 547687 h 547687"/>
                <a:gd name="connsiteX1" fmla="*/ 0 w 952500"/>
                <a:gd name="connsiteY1" fmla="*/ 0 h 547687"/>
                <a:gd name="connsiteX2" fmla="*/ 0 w 952500"/>
                <a:gd name="connsiteY2" fmla="*/ 0 h 547687"/>
                <a:gd name="connsiteX0" fmla="*/ 952500 w 952500"/>
                <a:gd name="connsiteY0" fmla="*/ 547687 h 547687"/>
                <a:gd name="connsiteX1" fmla="*/ 0 w 952500"/>
                <a:gd name="connsiteY1" fmla="*/ 0 h 547687"/>
                <a:gd name="connsiteX2" fmla="*/ 0 w 952500"/>
                <a:gd name="connsiteY2" fmla="*/ 0 h 547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00" h="547687">
                  <a:moveTo>
                    <a:pt x="952500" y="547687"/>
                  </a:moveTo>
                  <a:cubicBezTo>
                    <a:pt x="611187" y="431800"/>
                    <a:pt x="269875" y="49212"/>
                    <a:pt x="0" y="0"/>
                  </a:cubicBez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A28B2699-AD95-970C-C04A-43C940C6611B}"/>
                </a:ext>
              </a:extLst>
            </p:cNvPr>
            <p:cNvSpPr/>
            <p:nvPr/>
          </p:nvSpPr>
          <p:spPr>
            <a:xfrm flipH="1">
              <a:off x="3342056" y="3617120"/>
              <a:ext cx="1028700" cy="430498"/>
            </a:xfrm>
            <a:custGeom>
              <a:avLst/>
              <a:gdLst>
                <a:gd name="connsiteX0" fmla="*/ 952500 w 952500"/>
                <a:gd name="connsiteY0" fmla="*/ 547687 h 547687"/>
                <a:gd name="connsiteX1" fmla="*/ 0 w 952500"/>
                <a:gd name="connsiteY1" fmla="*/ 0 h 547687"/>
                <a:gd name="connsiteX2" fmla="*/ 0 w 952500"/>
                <a:gd name="connsiteY2" fmla="*/ 0 h 547687"/>
                <a:gd name="connsiteX0" fmla="*/ 952500 w 952500"/>
                <a:gd name="connsiteY0" fmla="*/ 547687 h 547687"/>
                <a:gd name="connsiteX1" fmla="*/ 0 w 952500"/>
                <a:gd name="connsiteY1" fmla="*/ 0 h 547687"/>
                <a:gd name="connsiteX2" fmla="*/ 0 w 952500"/>
                <a:gd name="connsiteY2" fmla="*/ 0 h 547687"/>
                <a:gd name="connsiteX0" fmla="*/ 952500 w 952500"/>
                <a:gd name="connsiteY0" fmla="*/ 547687 h 547687"/>
                <a:gd name="connsiteX1" fmla="*/ 0 w 952500"/>
                <a:gd name="connsiteY1" fmla="*/ 0 h 547687"/>
                <a:gd name="connsiteX2" fmla="*/ 0 w 952500"/>
                <a:gd name="connsiteY2" fmla="*/ 0 h 547687"/>
                <a:gd name="connsiteX0" fmla="*/ 1038225 w 1038225"/>
                <a:gd name="connsiteY0" fmla="*/ 547687 h 547687"/>
                <a:gd name="connsiteX1" fmla="*/ 85725 w 1038225"/>
                <a:gd name="connsiteY1" fmla="*/ 0 h 547687"/>
                <a:gd name="connsiteX2" fmla="*/ 0 w 1038225"/>
                <a:gd name="connsiteY2" fmla="*/ 138113 h 547687"/>
                <a:gd name="connsiteX0" fmla="*/ 952500 w 952500"/>
                <a:gd name="connsiteY0" fmla="*/ 547687 h 547687"/>
                <a:gd name="connsiteX1" fmla="*/ 0 w 952500"/>
                <a:gd name="connsiteY1" fmla="*/ 0 h 547687"/>
                <a:gd name="connsiteX0" fmla="*/ 1028700 w 1028700"/>
                <a:gd name="connsiteY0" fmla="*/ 419100 h 419100"/>
                <a:gd name="connsiteX1" fmla="*/ 0 w 1028700"/>
                <a:gd name="connsiteY1" fmla="*/ 0 h 419100"/>
                <a:gd name="connsiteX0" fmla="*/ 1028700 w 1028700"/>
                <a:gd name="connsiteY0" fmla="*/ 419100 h 430498"/>
                <a:gd name="connsiteX1" fmla="*/ 0 w 1028700"/>
                <a:gd name="connsiteY1" fmla="*/ 0 h 430498"/>
                <a:gd name="connsiteX0" fmla="*/ 1028700 w 1028700"/>
                <a:gd name="connsiteY0" fmla="*/ 419100 h 430498"/>
                <a:gd name="connsiteX1" fmla="*/ 0 w 1028700"/>
                <a:gd name="connsiteY1" fmla="*/ 0 h 430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28700" h="430498">
                  <a:moveTo>
                    <a:pt x="1028700" y="419100"/>
                  </a:moveTo>
                  <a:cubicBezTo>
                    <a:pt x="468312" y="508001"/>
                    <a:pt x="269875" y="49212"/>
                    <a:pt x="0" y="0"/>
                  </a:cubicBezTo>
                </a:path>
              </a:pathLst>
            </a:custGeom>
            <a:noFill/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4690873C-5301-0A75-B953-D65503FA8D6A}"/>
                </a:ext>
              </a:extLst>
            </p:cNvPr>
            <p:cNvSpPr/>
            <p:nvPr/>
          </p:nvSpPr>
          <p:spPr>
            <a:xfrm>
              <a:off x="4195763" y="2940824"/>
              <a:ext cx="1071562" cy="576262"/>
            </a:xfrm>
            <a:custGeom>
              <a:avLst/>
              <a:gdLst>
                <a:gd name="connsiteX0" fmla="*/ 952500 w 952500"/>
                <a:gd name="connsiteY0" fmla="*/ 547687 h 547687"/>
                <a:gd name="connsiteX1" fmla="*/ 0 w 952500"/>
                <a:gd name="connsiteY1" fmla="*/ 0 h 547687"/>
                <a:gd name="connsiteX2" fmla="*/ 0 w 952500"/>
                <a:gd name="connsiteY2" fmla="*/ 0 h 547687"/>
                <a:gd name="connsiteX0" fmla="*/ 952500 w 952500"/>
                <a:gd name="connsiteY0" fmla="*/ 547687 h 547687"/>
                <a:gd name="connsiteX1" fmla="*/ 0 w 952500"/>
                <a:gd name="connsiteY1" fmla="*/ 0 h 547687"/>
                <a:gd name="connsiteX2" fmla="*/ 0 w 952500"/>
                <a:gd name="connsiteY2" fmla="*/ 0 h 547687"/>
                <a:gd name="connsiteX0" fmla="*/ 952500 w 952500"/>
                <a:gd name="connsiteY0" fmla="*/ 547687 h 547687"/>
                <a:gd name="connsiteX1" fmla="*/ 0 w 952500"/>
                <a:gd name="connsiteY1" fmla="*/ 0 h 547687"/>
                <a:gd name="connsiteX2" fmla="*/ 0 w 952500"/>
                <a:gd name="connsiteY2" fmla="*/ 0 h 547687"/>
                <a:gd name="connsiteX0" fmla="*/ 1071562 w 1071562"/>
                <a:gd name="connsiteY0" fmla="*/ 576262 h 576262"/>
                <a:gd name="connsiteX1" fmla="*/ 119062 w 1071562"/>
                <a:gd name="connsiteY1" fmla="*/ 28575 h 576262"/>
                <a:gd name="connsiteX2" fmla="*/ 0 w 1071562"/>
                <a:gd name="connsiteY2" fmla="*/ 0 h 576262"/>
                <a:gd name="connsiteX0" fmla="*/ 1071562 w 1071562"/>
                <a:gd name="connsiteY0" fmla="*/ 576262 h 576262"/>
                <a:gd name="connsiteX1" fmla="*/ 0 w 1071562"/>
                <a:gd name="connsiteY1" fmla="*/ 0 h 576262"/>
                <a:gd name="connsiteX0" fmla="*/ 1071562 w 1071562"/>
                <a:gd name="connsiteY0" fmla="*/ 576262 h 576262"/>
                <a:gd name="connsiteX1" fmla="*/ 0 w 1071562"/>
                <a:gd name="connsiteY1" fmla="*/ 0 h 5762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71562" h="576262">
                  <a:moveTo>
                    <a:pt x="1071562" y="576262"/>
                  </a:moveTo>
                  <a:cubicBezTo>
                    <a:pt x="200025" y="312738"/>
                    <a:pt x="357187" y="192087"/>
                    <a:pt x="0" y="0"/>
                  </a:cubicBezTo>
                </a:path>
              </a:pathLst>
            </a:custGeom>
            <a:noFill/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34694979-BB4E-6E5B-67F1-FCA44A96D280}"/>
                </a:ext>
              </a:extLst>
            </p:cNvPr>
            <p:cNvSpPr/>
            <p:nvPr/>
          </p:nvSpPr>
          <p:spPr>
            <a:xfrm flipH="1">
              <a:off x="4449762" y="3517086"/>
              <a:ext cx="1042987" cy="712212"/>
            </a:xfrm>
            <a:custGeom>
              <a:avLst/>
              <a:gdLst>
                <a:gd name="connsiteX0" fmla="*/ 952500 w 952500"/>
                <a:gd name="connsiteY0" fmla="*/ 547687 h 547687"/>
                <a:gd name="connsiteX1" fmla="*/ 0 w 952500"/>
                <a:gd name="connsiteY1" fmla="*/ 0 h 547687"/>
                <a:gd name="connsiteX2" fmla="*/ 0 w 952500"/>
                <a:gd name="connsiteY2" fmla="*/ 0 h 547687"/>
                <a:gd name="connsiteX0" fmla="*/ 952500 w 952500"/>
                <a:gd name="connsiteY0" fmla="*/ 547687 h 547687"/>
                <a:gd name="connsiteX1" fmla="*/ 0 w 952500"/>
                <a:gd name="connsiteY1" fmla="*/ 0 h 547687"/>
                <a:gd name="connsiteX2" fmla="*/ 0 w 952500"/>
                <a:gd name="connsiteY2" fmla="*/ 0 h 547687"/>
                <a:gd name="connsiteX0" fmla="*/ 952500 w 952500"/>
                <a:gd name="connsiteY0" fmla="*/ 547687 h 547687"/>
                <a:gd name="connsiteX1" fmla="*/ 0 w 952500"/>
                <a:gd name="connsiteY1" fmla="*/ 0 h 547687"/>
                <a:gd name="connsiteX2" fmla="*/ 0 w 952500"/>
                <a:gd name="connsiteY2" fmla="*/ 0 h 547687"/>
                <a:gd name="connsiteX0" fmla="*/ 1038225 w 1038225"/>
                <a:gd name="connsiteY0" fmla="*/ 547687 h 547687"/>
                <a:gd name="connsiteX1" fmla="*/ 85725 w 1038225"/>
                <a:gd name="connsiteY1" fmla="*/ 0 h 547687"/>
                <a:gd name="connsiteX2" fmla="*/ 0 w 1038225"/>
                <a:gd name="connsiteY2" fmla="*/ 138113 h 547687"/>
                <a:gd name="connsiteX0" fmla="*/ 952500 w 952500"/>
                <a:gd name="connsiteY0" fmla="*/ 547687 h 547687"/>
                <a:gd name="connsiteX1" fmla="*/ 0 w 952500"/>
                <a:gd name="connsiteY1" fmla="*/ 0 h 547687"/>
                <a:gd name="connsiteX0" fmla="*/ 1028700 w 1028700"/>
                <a:gd name="connsiteY0" fmla="*/ 419100 h 419100"/>
                <a:gd name="connsiteX1" fmla="*/ 0 w 1028700"/>
                <a:gd name="connsiteY1" fmla="*/ 0 h 419100"/>
                <a:gd name="connsiteX0" fmla="*/ 1028700 w 1028700"/>
                <a:gd name="connsiteY0" fmla="*/ 419100 h 430498"/>
                <a:gd name="connsiteX1" fmla="*/ 0 w 1028700"/>
                <a:gd name="connsiteY1" fmla="*/ 0 h 430498"/>
                <a:gd name="connsiteX0" fmla="*/ 1028700 w 1028700"/>
                <a:gd name="connsiteY0" fmla="*/ 419100 h 430498"/>
                <a:gd name="connsiteX1" fmla="*/ 0 w 1028700"/>
                <a:gd name="connsiteY1" fmla="*/ 0 h 430498"/>
                <a:gd name="connsiteX0" fmla="*/ 1042987 w 1042987"/>
                <a:gd name="connsiteY0" fmla="*/ 704850 h 712212"/>
                <a:gd name="connsiteX1" fmla="*/ 0 w 1042987"/>
                <a:gd name="connsiteY1" fmla="*/ 0 h 712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42987" h="712212">
                  <a:moveTo>
                    <a:pt x="1042987" y="704850"/>
                  </a:moveTo>
                  <a:cubicBezTo>
                    <a:pt x="482599" y="793751"/>
                    <a:pt x="269875" y="49212"/>
                    <a:pt x="0" y="0"/>
                  </a:cubicBezTo>
                </a:path>
              </a:pathLst>
            </a:custGeom>
            <a:noFill/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3">
              <a:extLst>
                <a:ext uri="{FF2B5EF4-FFF2-40B4-BE49-F238E27FC236}">
                  <a16:creationId xmlns:a16="http://schemas.microsoft.com/office/drawing/2014/main" id="{1F8EF958-F644-3A44-837D-BCED265CA697}"/>
                </a:ext>
              </a:extLst>
            </p:cNvPr>
            <p:cNvSpPr/>
            <p:nvPr/>
          </p:nvSpPr>
          <p:spPr>
            <a:xfrm>
              <a:off x="2565400" y="2833687"/>
              <a:ext cx="4775200" cy="819113"/>
            </a:xfrm>
            <a:custGeom>
              <a:avLst/>
              <a:gdLst>
                <a:gd name="connsiteX0" fmla="*/ 0 w 711200"/>
                <a:gd name="connsiteY0" fmla="*/ 0 h 393700"/>
                <a:gd name="connsiteX1" fmla="*/ 711200 w 711200"/>
                <a:gd name="connsiteY1" fmla="*/ 0 h 393700"/>
                <a:gd name="connsiteX2" fmla="*/ 711200 w 711200"/>
                <a:gd name="connsiteY2" fmla="*/ 393700 h 393700"/>
                <a:gd name="connsiteX3" fmla="*/ 0 w 711200"/>
                <a:gd name="connsiteY3" fmla="*/ 393700 h 393700"/>
                <a:gd name="connsiteX4" fmla="*/ 0 w 711200"/>
                <a:gd name="connsiteY4" fmla="*/ 0 h 393700"/>
                <a:gd name="connsiteX0" fmla="*/ 4025900 w 4737100"/>
                <a:gd name="connsiteY0" fmla="*/ 0 h 444500"/>
                <a:gd name="connsiteX1" fmla="*/ 4737100 w 4737100"/>
                <a:gd name="connsiteY1" fmla="*/ 0 h 444500"/>
                <a:gd name="connsiteX2" fmla="*/ 4737100 w 4737100"/>
                <a:gd name="connsiteY2" fmla="*/ 393700 h 444500"/>
                <a:gd name="connsiteX3" fmla="*/ 0 w 4737100"/>
                <a:gd name="connsiteY3" fmla="*/ 444500 h 444500"/>
                <a:gd name="connsiteX4" fmla="*/ 4025900 w 4737100"/>
                <a:gd name="connsiteY4" fmla="*/ 0 h 444500"/>
                <a:gd name="connsiteX0" fmla="*/ 0 w 4737100"/>
                <a:gd name="connsiteY0" fmla="*/ 444500 h 444500"/>
                <a:gd name="connsiteX1" fmla="*/ 4737100 w 4737100"/>
                <a:gd name="connsiteY1" fmla="*/ 0 h 444500"/>
                <a:gd name="connsiteX2" fmla="*/ 4737100 w 4737100"/>
                <a:gd name="connsiteY2" fmla="*/ 393700 h 444500"/>
                <a:gd name="connsiteX3" fmla="*/ 0 w 4737100"/>
                <a:gd name="connsiteY3" fmla="*/ 444500 h 444500"/>
                <a:gd name="connsiteX0" fmla="*/ 0 w 4737100"/>
                <a:gd name="connsiteY0" fmla="*/ 430212 h 430212"/>
                <a:gd name="connsiteX1" fmla="*/ 4732338 w 4737100"/>
                <a:gd name="connsiteY1" fmla="*/ 0 h 430212"/>
                <a:gd name="connsiteX2" fmla="*/ 4737100 w 4737100"/>
                <a:gd name="connsiteY2" fmla="*/ 379412 h 430212"/>
                <a:gd name="connsiteX3" fmla="*/ 0 w 4737100"/>
                <a:gd name="connsiteY3" fmla="*/ 430212 h 430212"/>
                <a:gd name="connsiteX0" fmla="*/ 0 w 4775200"/>
                <a:gd name="connsiteY0" fmla="*/ 430212 h 430212"/>
                <a:gd name="connsiteX1" fmla="*/ 4732338 w 4775200"/>
                <a:gd name="connsiteY1" fmla="*/ 0 h 430212"/>
                <a:gd name="connsiteX2" fmla="*/ 4775200 w 4775200"/>
                <a:gd name="connsiteY2" fmla="*/ 150812 h 430212"/>
                <a:gd name="connsiteX3" fmla="*/ 0 w 4775200"/>
                <a:gd name="connsiteY3" fmla="*/ 430212 h 430212"/>
                <a:gd name="connsiteX0" fmla="*/ 0 w 4775200"/>
                <a:gd name="connsiteY0" fmla="*/ 430212 h 430212"/>
                <a:gd name="connsiteX1" fmla="*/ 4732338 w 4775200"/>
                <a:gd name="connsiteY1" fmla="*/ 0 h 430212"/>
                <a:gd name="connsiteX2" fmla="*/ 4775200 w 4775200"/>
                <a:gd name="connsiteY2" fmla="*/ 150812 h 430212"/>
                <a:gd name="connsiteX3" fmla="*/ 0 w 4775200"/>
                <a:gd name="connsiteY3" fmla="*/ 430212 h 430212"/>
                <a:gd name="connsiteX0" fmla="*/ 0 w 4775200"/>
                <a:gd name="connsiteY0" fmla="*/ 430212 h 782996"/>
                <a:gd name="connsiteX1" fmla="*/ 4732338 w 4775200"/>
                <a:gd name="connsiteY1" fmla="*/ 0 h 782996"/>
                <a:gd name="connsiteX2" fmla="*/ 4775200 w 4775200"/>
                <a:gd name="connsiteY2" fmla="*/ 150812 h 782996"/>
                <a:gd name="connsiteX3" fmla="*/ 0 w 4775200"/>
                <a:gd name="connsiteY3" fmla="*/ 430212 h 782996"/>
                <a:gd name="connsiteX0" fmla="*/ 0 w 4775200"/>
                <a:gd name="connsiteY0" fmla="*/ 430212 h 782996"/>
                <a:gd name="connsiteX1" fmla="*/ 4732338 w 4775200"/>
                <a:gd name="connsiteY1" fmla="*/ 0 h 782996"/>
                <a:gd name="connsiteX2" fmla="*/ 4775200 w 4775200"/>
                <a:gd name="connsiteY2" fmla="*/ 150812 h 782996"/>
                <a:gd name="connsiteX3" fmla="*/ 0 w 4775200"/>
                <a:gd name="connsiteY3" fmla="*/ 430212 h 782996"/>
                <a:gd name="connsiteX0" fmla="*/ 0 w 4775200"/>
                <a:gd name="connsiteY0" fmla="*/ 430212 h 873413"/>
                <a:gd name="connsiteX1" fmla="*/ 4732338 w 4775200"/>
                <a:gd name="connsiteY1" fmla="*/ 0 h 873413"/>
                <a:gd name="connsiteX2" fmla="*/ 4775200 w 4775200"/>
                <a:gd name="connsiteY2" fmla="*/ 150812 h 873413"/>
                <a:gd name="connsiteX3" fmla="*/ 0 w 4775200"/>
                <a:gd name="connsiteY3" fmla="*/ 430212 h 873413"/>
                <a:gd name="connsiteX0" fmla="*/ 0 w 4775200"/>
                <a:gd name="connsiteY0" fmla="*/ 430212 h 873413"/>
                <a:gd name="connsiteX1" fmla="*/ 4732338 w 4775200"/>
                <a:gd name="connsiteY1" fmla="*/ 0 h 873413"/>
                <a:gd name="connsiteX2" fmla="*/ 4775200 w 4775200"/>
                <a:gd name="connsiteY2" fmla="*/ 150812 h 873413"/>
                <a:gd name="connsiteX3" fmla="*/ 0 w 4775200"/>
                <a:gd name="connsiteY3" fmla="*/ 430212 h 873413"/>
                <a:gd name="connsiteX0" fmla="*/ 0 w 4775200"/>
                <a:gd name="connsiteY0" fmla="*/ 430212 h 873413"/>
                <a:gd name="connsiteX1" fmla="*/ 4732338 w 4775200"/>
                <a:gd name="connsiteY1" fmla="*/ 0 h 873413"/>
                <a:gd name="connsiteX2" fmla="*/ 4775200 w 4775200"/>
                <a:gd name="connsiteY2" fmla="*/ 150812 h 873413"/>
                <a:gd name="connsiteX3" fmla="*/ 0 w 4775200"/>
                <a:gd name="connsiteY3" fmla="*/ 430212 h 873413"/>
                <a:gd name="connsiteX0" fmla="*/ 0 w 4775200"/>
                <a:gd name="connsiteY0" fmla="*/ 430212 h 851530"/>
                <a:gd name="connsiteX1" fmla="*/ 4732338 w 4775200"/>
                <a:gd name="connsiteY1" fmla="*/ 0 h 851530"/>
                <a:gd name="connsiteX2" fmla="*/ 4775200 w 4775200"/>
                <a:gd name="connsiteY2" fmla="*/ 150812 h 851530"/>
                <a:gd name="connsiteX3" fmla="*/ 0 w 4775200"/>
                <a:gd name="connsiteY3" fmla="*/ 430212 h 851530"/>
                <a:gd name="connsiteX0" fmla="*/ 0 w 4775200"/>
                <a:gd name="connsiteY0" fmla="*/ 430212 h 851530"/>
                <a:gd name="connsiteX1" fmla="*/ 4732338 w 4775200"/>
                <a:gd name="connsiteY1" fmla="*/ 0 h 851530"/>
                <a:gd name="connsiteX2" fmla="*/ 4775200 w 4775200"/>
                <a:gd name="connsiteY2" fmla="*/ 150812 h 851530"/>
                <a:gd name="connsiteX3" fmla="*/ 0 w 4775200"/>
                <a:gd name="connsiteY3" fmla="*/ 430212 h 851530"/>
                <a:gd name="connsiteX0" fmla="*/ 0 w 4775200"/>
                <a:gd name="connsiteY0" fmla="*/ 430212 h 786915"/>
                <a:gd name="connsiteX1" fmla="*/ 4732338 w 4775200"/>
                <a:gd name="connsiteY1" fmla="*/ 0 h 786915"/>
                <a:gd name="connsiteX2" fmla="*/ 4775200 w 4775200"/>
                <a:gd name="connsiteY2" fmla="*/ 150812 h 786915"/>
                <a:gd name="connsiteX3" fmla="*/ 0 w 4775200"/>
                <a:gd name="connsiteY3" fmla="*/ 430212 h 786915"/>
                <a:gd name="connsiteX0" fmla="*/ 0 w 4775200"/>
                <a:gd name="connsiteY0" fmla="*/ 430212 h 819113"/>
                <a:gd name="connsiteX1" fmla="*/ 4732338 w 4775200"/>
                <a:gd name="connsiteY1" fmla="*/ 0 h 819113"/>
                <a:gd name="connsiteX2" fmla="*/ 4775200 w 4775200"/>
                <a:gd name="connsiteY2" fmla="*/ 150812 h 819113"/>
                <a:gd name="connsiteX3" fmla="*/ 0 w 4775200"/>
                <a:gd name="connsiteY3" fmla="*/ 430212 h 819113"/>
                <a:gd name="connsiteX0" fmla="*/ 0 w 4775200"/>
                <a:gd name="connsiteY0" fmla="*/ 430212 h 819113"/>
                <a:gd name="connsiteX1" fmla="*/ 4732338 w 4775200"/>
                <a:gd name="connsiteY1" fmla="*/ 0 h 819113"/>
                <a:gd name="connsiteX2" fmla="*/ 4775200 w 4775200"/>
                <a:gd name="connsiteY2" fmla="*/ 150812 h 819113"/>
                <a:gd name="connsiteX3" fmla="*/ 0 w 4775200"/>
                <a:gd name="connsiteY3" fmla="*/ 430212 h 819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75200" h="819113">
                  <a:moveTo>
                    <a:pt x="0" y="430212"/>
                  </a:moveTo>
                  <a:cubicBezTo>
                    <a:pt x="1010708" y="624945"/>
                    <a:pt x="2326217" y="1153054"/>
                    <a:pt x="4732338" y="0"/>
                  </a:cubicBezTo>
                  <a:cubicBezTo>
                    <a:pt x="4776787" y="64559"/>
                    <a:pt x="4773613" y="24341"/>
                    <a:pt x="4775200" y="150812"/>
                  </a:cubicBezTo>
                  <a:cubicBezTo>
                    <a:pt x="2021417" y="1367895"/>
                    <a:pt x="758296" y="579966"/>
                    <a:pt x="0" y="430212"/>
                  </a:cubicBezTo>
                  <a:close/>
                </a:path>
              </a:pathLst>
            </a:custGeom>
            <a:solidFill>
              <a:srgbClr val="B2E958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0858544-0F42-B6B6-BD35-B8231C4BE857}"/>
              </a:ext>
            </a:extLst>
          </p:cNvPr>
          <p:cNvGrpSpPr/>
          <p:nvPr/>
        </p:nvGrpSpPr>
        <p:grpSpPr>
          <a:xfrm rot="2111091">
            <a:off x="-1905109" y="2583254"/>
            <a:ext cx="8669298" cy="3098489"/>
            <a:chOff x="2415540" y="2755215"/>
            <a:chExt cx="4925060" cy="1760263"/>
          </a:xfrm>
          <a:solidFill>
            <a:schemeClr val="bg1"/>
          </a:solidFill>
        </p:grpSpPr>
        <p:sp>
          <p:nvSpPr>
            <p:cNvPr id="10" name="Rectangle 2">
              <a:extLst>
                <a:ext uri="{FF2B5EF4-FFF2-40B4-BE49-F238E27FC236}">
                  <a16:creationId xmlns:a16="http://schemas.microsoft.com/office/drawing/2014/main" id="{05AED28B-D02D-CA7C-585F-9E5B8A99CE8C}"/>
                </a:ext>
              </a:extLst>
            </p:cNvPr>
            <p:cNvSpPr/>
            <p:nvPr/>
          </p:nvSpPr>
          <p:spPr>
            <a:xfrm>
              <a:off x="2415540" y="2755215"/>
              <a:ext cx="3605633" cy="1760263"/>
            </a:xfrm>
            <a:custGeom>
              <a:avLst/>
              <a:gdLst>
                <a:gd name="connsiteX0" fmla="*/ 0 w 1470660"/>
                <a:gd name="connsiteY0" fmla="*/ 0 h 487680"/>
                <a:gd name="connsiteX1" fmla="*/ 1470660 w 1470660"/>
                <a:gd name="connsiteY1" fmla="*/ 0 h 487680"/>
                <a:gd name="connsiteX2" fmla="*/ 1470660 w 1470660"/>
                <a:gd name="connsiteY2" fmla="*/ 487680 h 487680"/>
                <a:gd name="connsiteX3" fmla="*/ 0 w 1470660"/>
                <a:gd name="connsiteY3" fmla="*/ 487680 h 487680"/>
                <a:gd name="connsiteX4" fmla="*/ 0 w 1470660"/>
                <a:gd name="connsiteY4" fmla="*/ 0 h 487680"/>
                <a:gd name="connsiteX0" fmla="*/ 0 w 2400300"/>
                <a:gd name="connsiteY0" fmla="*/ 0 h 800100"/>
                <a:gd name="connsiteX1" fmla="*/ 2400300 w 2400300"/>
                <a:gd name="connsiteY1" fmla="*/ 312420 h 800100"/>
                <a:gd name="connsiteX2" fmla="*/ 2400300 w 2400300"/>
                <a:gd name="connsiteY2" fmla="*/ 800100 h 800100"/>
                <a:gd name="connsiteX3" fmla="*/ 929640 w 2400300"/>
                <a:gd name="connsiteY3" fmla="*/ 800100 h 800100"/>
                <a:gd name="connsiteX4" fmla="*/ 0 w 2400300"/>
                <a:gd name="connsiteY4" fmla="*/ 0 h 800100"/>
                <a:gd name="connsiteX0" fmla="*/ 0 w 2400300"/>
                <a:gd name="connsiteY0" fmla="*/ 207832 h 1007932"/>
                <a:gd name="connsiteX1" fmla="*/ 723900 w 2400300"/>
                <a:gd name="connsiteY1" fmla="*/ 2092 h 1007932"/>
                <a:gd name="connsiteX2" fmla="*/ 2400300 w 2400300"/>
                <a:gd name="connsiteY2" fmla="*/ 520252 h 1007932"/>
                <a:gd name="connsiteX3" fmla="*/ 2400300 w 2400300"/>
                <a:gd name="connsiteY3" fmla="*/ 1007932 h 1007932"/>
                <a:gd name="connsiteX4" fmla="*/ 929640 w 2400300"/>
                <a:gd name="connsiteY4" fmla="*/ 1007932 h 1007932"/>
                <a:gd name="connsiteX5" fmla="*/ 0 w 2400300"/>
                <a:gd name="connsiteY5" fmla="*/ 207832 h 1007932"/>
                <a:gd name="connsiteX0" fmla="*/ 0 w 2400300"/>
                <a:gd name="connsiteY0" fmla="*/ 207832 h 1419412"/>
                <a:gd name="connsiteX1" fmla="*/ 723900 w 2400300"/>
                <a:gd name="connsiteY1" fmla="*/ 2092 h 1419412"/>
                <a:gd name="connsiteX2" fmla="*/ 2400300 w 2400300"/>
                <a:gd name="connsiteY2" fmla="*/ 520252 h 1419412"/>
                <a:gd name="connsiteX3" fmla="*/ 2400300 w 2400300"/>
                <a:gd name="connsiteY3" fmla="*/ 1007932 h 1419412"/>
                <a:gd name="connsiteX4" fmla="*/ 853440 w 2400300"/>
                <a:gd name="connsiteY4" fmla="*/ 1419412 h 1419412"/>
                <a:gd name="connsiteX5" fmla="*/ 0 w 2400300"/>
                <a:gd name="connsiteY5" fmla="*/ 207832 h 1419412"/>
                <a:gd name="connsiteX0" fmla="*/ 0 w 3604260"/>
                <a:gd name="connsiteY0" fmla="*/ 207832 h 1419412"/>
                <a:gd name="connsiteX1" fmla="*/ 723900 w 3604260"/>
                <a:gd name="connsiteY1" fmla="*/ 2092 h 1419412"/>
                <a:gd name="connsiteX2" fmla="*/ 2400300 w 3604260"/>
                <a:gd name="connsiteY2" fmla="*/ 520252 h 1419412"/>
                <a:gd name="connsiteX3" fmla="*/ 3604260 w 3604260"/>
                <a:gd name="connsiteY3" fmla="*/ 565972 h 1419412"/>
                <a:gd name="connsiteX4" fmla="*/ 853440 w 3604260"/>
                <a:gd name="connsiteY4" fmla="*/ 1419412 h 1419412"/>
                <a:gd name="connsiteX5" fmla="*/ 0 w 3604260"/>
                <a:gd name="connsiteY5" fmla="*/ 207832 h 1419412"/>
                <a:gd name="connsiteX0" fmla="*/ 0 w 3604260"/>
                <a:gd name="connsiteY0" fmla="*/ 289560 h 1501140"/>
                <a:gd name="connsiteX1" fmla="*/ 723900 w 3604260"/>
                <a:gd name="connsiteY1" fmla="*/ 83820 h 1501140"/>
                <a:gd name="connsiteX2" fmla="*/ 2118360 w 3604260"/>
                <a:gd name="connsiteY2" fmla="*/ 0 h 1501140"/>
                <a:gd name="connsiteX3" fmla="*/ 3604260 w 3604260"/>
                <a:gd name="connsiteY3" fmla="*/ 647700 h 1501140"/>
                <a:gd name="connsiteX4" fmla="*/ 853440 w 3604260"/>
                <a:gd name="connsiteY4" fmla="*/ 1501140 h 1501140"/>
                <a:gd name="connsiteX5" fmla="*/ 0 w 3604260"/>
                <a:gd name="connsiteY5" fmla="*/ 289560 h 1501140"/>
                <a:gd name="connsiteX0" fmla="*/ 0 w 3604260"/>
                <a:gd name="connsiteY0" fmla="*/ 302144 h 1513724"/>
                <a:gd name="connsiteX1" fmla="*/ 723900 w 3604260"/>
                <a:gd name="connsiteY1" fmla="*/ 96404 h 1513724"/>
                <a:gd name="connsiteX2" fmla="*/ 2118360 w 3604260"/>
                <a:gd name="connsiteY2" fmla="*/ 12584 h 1513724"/>
                <a:gd name="connsiteX3" fmla="*/ 3604260 w 3604260"/>
                <a:gd name="connsiteY3" fmla="*/ 660284 h 1513724"/>
                <a:gd name="connsiteX4" fmla="*/ 853440 w 3604260"/>
                <a:gd name="connsiteY4" fmla="*/ 1513724 h 1513724"/>
                <a:gd name="connsiteX5" fmla="*/ 0 w 3604260"/>
                <a:gd name="connsiteY5" fmla="*/ 302144 h 1513724"/>
                <a:gd name="connsiteX0" fmla="*/ 0 w 3604260"/>
                <a:gd name="connsiteY0" fmla="*/ 315869 h 1527449"/>
                <a:gd name="connsiteX1" fmla="*/ 723900 w 3604260"/>
                <a:gd name="connsiteY1" fmla="*/ 110129 h 1527449"/>
                <a:gd name="connsiteX2" fmla="*/ 2118360 w 3604260"/>
                <a:gd name="connsiteY2" fmla="*/ 26309 h 1527449"/>
                <a:gd name="connsiteX3" fmla="*/ 3604260 w 3604260"/>
                <a:gd name="connsiteY3" fmla="*/ 674009 h 1527449"/>
                <a:gd name="connsiteX4" fmla="*/ 853440 w 3604260"/>
                <a:gd name="connsiteY4" fmla="*/ 1527449 h 1527449"/>
                <a:gd name="connsiteX5" fmla="*/ 0 w 3604260"/>
                <a:gd name="connsiteY5" fmla="*/ 315869 h 1527449"/>
                <a:gd name="connsiteX0" fmla="*/ 0 w 3604260"/>
                <a:gd name="connsiteY0" fmla="*/ 315869 h 1527449"/>
                <a:gd name="connsiteX1" fmla="*/ 723900 w 3604260"/>
                <a:gd name="connsiteY1" fmla="*/ 110129 h 1527449"/>
                <a:gd name="connsiteX2" fmla="*/ 2118360 w 3604260"/>
                <a:gd name="connsiteY2" fmla="*/ 26309 h 1527449"/>
                <a:gd name="connsiteX3" fmla="*/ 3604260 w 3604260"/>
                <a:gd name="connsiteY3" fmla="*/ 674009 h 1527449"/>
                <a:gd name="connsiteX4" fmla="*/ 853440 w 3604260"/>
                <a:gd name="connsiteY4" fmla="*/ 1527449 h 1527449"/>
                <a:gd name="connsiteX5" fmla="*/ 0 w 3604260"/>
                <a:gd name="connsiteY5" fmla="*/ 315869 h 1527449"/>
                <a:gd name="connsiteX0" fmla="*/ 1502 w 3605762"/>
                <a:gd name="connsiteY0" fmla="*/ 315869 h 1527449"/>
                <a:gd name="connsiteX1" fmla="*/ 725402 w 3605762"/>
                <a:gd name="connsiteY1" fmla="*/ 110129 h 1527449"/>
                <a:gd name="connsiteX2" fmla="*/ 2119862 w 3605762"/>
                <a:gd name="connsiteY2" fmla="*/ 26309 h 1527449"/>
                <a:gd name="connsiteX3" fmla="*/ 3605762 w 3605762"/>
                <a:gd name="connsiteY3" fmla="*/ 674009 h 1527449"/>
                <a:gd name="connsiteX4" fmla="*/ 854942 w 3605762"/>
                <a:gd name="connsiteY4" fmla="*/ 1527449 h 1527449"/>
                <a:gd name="connsiteX5" fmla="*/ 1502 w 3605762"/>
                <a:gd name="connsiteY5" fmla="*/ 315869 h 1527449"/>
                <a:gd name="connsiteX0" fmla="*/ 1373 w 3605633"/>
                <a:gd name="connsiteY0" fmla="*/ 315869 h 1527449"/>
                <a:gd name="connsiteX1" fmla="*/ 725273 w 3605633"/>
                <a:gd name="connsiteY1" fmla="*/ 110129 h 1527449"/>
                <a:gd name="connsiteX2" fmla="*/ 2119733 w 3605633"/>
                <a:gd name="connsiteY2" fmla="*/ 26309 h 1527449"/>
                <a:gd name="connsiteX3" fmla="*/ 3605633 w 3605633"/>
                <a:gd name="connsiteY3" fmla="*/ 674009 h 1527449"/>
                <a:gd name="connsiteX4" fmla="*/ 854813 w 3605633"/>
                <a:gd name="connsiteY4" fmla="*/ 1527449 h 1527449"/>
                <a:gd name="connsiteX5" fmla="*/ 1373 w 3605633"/>
                <a:gd name="connsiteY5" fmla="*/ 315869 h 1527449"/>
                <a:gd name="connsiteX0" fmla="*/ 1373 w 3605633"/>
                <a:gd name="connsiteY0" fmla="*/ 315869 h 1612849"/>
                <a:gd name="connsiteX1" fmla="*/ 725273 w 3605633"/>
                <a:gd name="connsiteY1" fmla="*/ 110129 h 1612849"/>
                <a:gd name="connsiteX2" fmla="*/ 2119733 w 3605633"/>
                <a:gd name="connsiteY2" fmla="*/ 26309 h 1612849"/>
                <a:gd name="connsiteX3" fmla="*/ 3605633 w 3605633"/>
                <a:gd name="connsiteY3" fmla="*/ 674009 h 1612849"/>
                <a:gd name="connsiteX4" fmla="*/ 854813 w 3605633"/>
                <a:gd name="connsiteY4" fmla="*/ 1527449 h 1612849"/>
                <a:gd name="connsiteX5" fmla="*/ 1373 w 3605633"/>
                <a:gd name="connsiteY5" fmla="*/ 315869 h 1612849"/>
                <a:gd name="connsiteX0" fmla="*/ 1373 w 3605633"/>
                <a:gd name="connsiteY0" fmla="*/ 315869 h 1745248"/>
                <a:gd name="connsiteX1" fmla="*/ 725273 w 3605633"/>
                <a:gd name="connsiteY1" fmla="*/ 110129 h 1745248"/>
                <a:gd name="connsiteX2" fmla="*/ 2119733 w 3605633"/>
                <a:gd name="connsiteY2" fmla="*/ 26309 h 1745248"/>
                <a:gd name="connsiteX3" fmla="*/ 3605633 w 3605633"/>
                <a:gd name="connsiteY3" fmla="*/ 674009 h 1745248"/>
                <a:gd name="connsiteX4" fmla="*/ 854813 w 3605633"/>
                <a:gd name="connsiteY4" fmla="*/ 1527449 h 1745248"/>
                <a:gd name="connsiteX5" fmla="*/ 1373 w 3605633"/>
                <a:gd name="connsiteY5" fmla="*/ 315869 h 1745248"/>
                <a:gd name="connsiteX0" fmla="*/ 1373 w 3605633"/>
                <a:gd name="connsiteY0" fmla="*/ 315869 h 1745248"/>
                <a:gd name="connsiteX1" fmla="*/ 725273 w 3605633"/>
                <a:gd name="connsiteY1" fmla="*/ 110129 h 1745248"/>
                <a:gd name="connsiteX2" fmla="*/ 2119733 w 3605633"/>
                <a:gd name="connsiteY2" fmla="*/ 26309 h 1745248"/>
                <a:gd name="connsiteX3" fmla="*/ 3605633 w 3605633"/>
                <a:gd name="connsiteY3" fmla="*/ 674009 h 1745248"/>
                <a:gd name="connsiteX4" fmla="*/ 854813 w 3605633"/>
                <a:gd name="connsiteY4" fmla="*/ 1527449 h 1745248"/>
                <a:gd name="connsiteX5" fmla="*/ 1373 w 3605633"/>
                <a:gd name="connsiteY5" fmla="*/ 315869 h 1745248"/>
                <a:gd name="connsiteX0" fmla="*/ 1373 w 3605633"/>
                <a:gd name="connsiteY0" fmla="*/ 315869 h 1745248"/>
                <a:gd name="connsiteX1" fmla="*/ 725273 w 3605633"/>
                <a:gd name="connsiteY1" fmla="*/ 110129 h 1745248"/>
                <a:gd name="connsiteX2" fmla="*/ 2119733 w 3605633"/>
                <a:gd name="connsiteY2" fmla="*/ 26309 h 1745248"/>
                <a:gd name="connsiteX3" fmla="*/ 3605633 w 3605633"/>
                <a:gd name="connsiteY3" fmla="*/ 674009 h 1745248"/>
                <a:gd name="connsiteX4" fmla="*/ 854813 w 3605633"/>
                <a:gd name="connsiteY4" fmla="*/ 1527449 h 1745248"/>
                <a:gd name="connsiteX5" fmla="*/ 1373 w 3605633"/>
                <a:gd name="connsiteY5" fmla="*/ 315869 h 1745248"/>
                <a:gd name="connsiteX0" fmla="*/ 1373 w 3605633"/>
                <a:gd name="connsiteY0" fmla="*/ 306444 h 1735823"/>
                <a:gd name="connsiteX1" fmla="*/ 2119733 w 3605633"/>
                <a:gd name="connsiteY1" fmla="*/ 16884 h 1735823"/>
                <a:gd name="connsiteX2" fmla="*/ 3605633 w 3605633"/>
                <a:gd name="connsiteY2" fmla="*/ 664584 h 1735823"/>
                <a:gd name="connsiteX3" fmla="*/ 854813 w 3605633"/>
                <a:gd name="connsiteY3" fmla="*/ 1518024 h 1735823"/>
                <a:gd name="connsiteX4" fmla="*/ 1373 w 3605633"/>
                <a:gd name="connsiteY4" fmla="*/ 306444 h 1735823"/>
                <a:gd name="connsiteX0" fmla="*/ 1373 w 3605633"/>
                <a:gd name="connsiteY0" fmla="*/ 334388 h 1763767"/>
                <a:gd name="connsiteX1" fmla="*/ 2119733 w 3605633"/>
                <a:gd name="connsiteY1" fmla="*/ 44828 h 1763767"/>
                <a:gd name="connsiteX2" fmla="*/ 3605633 w 3605633"/>
                <a:gd name="connsiteY2" fmla="*/ 692528 h 1763767"/>
                <a:gd name="connsiteX3" fmla="*/ 854813 w 3605633"/>
                <a:gd name="connsiteY3" fmla="*/ 1545968 h 1763767"/>
                <a:gd name="connsiteX4" fmla="*/ 1373 w 3605633"/>
                <a:gd name="connsiteY4" fmla="*/ 334388 h 1763767"/>
                <a:gd name="connsiteX0" fmla="*/ 1373 w 3605633"/>
                <a:gd name="connsiteY0" fmla="*/ 316734 h 1746113"/>
                <a:gd name="connsiteX1" fmla="*/ 2119733 w 3605633"/>
                <a:gd name="connsiteY1" fmla="*/ 27174 h 1746113"/>
                <a:gd name="connsiteX2" fmla="*/ 3605633 w 3605633"/>
                <a:gd name="connsiteY2" fmla="*/ 674874 h 1746113"/>
                <a:gd name="connsiteX3" fmla="*/ 854813 w 3605633"/>
                <a:gd name="connsiteY3" fmla="*/ 1528314 h 1746113"/>
                <a:gd name="connsiteX4" fmla="*/ 1373 w 3605633"/>
                <a:gd name="connsiteY4" fmla="*/ 316734 h 1746113"/>
                <a:gd name="connsiteX0" fmla="*/ 1373 w 3605633"/>
                <a:gd name="connsiteY0" fmla="*/ 320787 h 1750166"/>
                <a:gd name="connsiteX1" fmla="*/ 2119733 w 3605633"/>
                <a:gd name="connsiteY1" fmla="*/ 31227 h 1750166"/>
                <a:gd name="connsiteX2" fmla="*/ 3605633 w 3605633"/>
                <a:gd name="connsiteY2" fmla="*/ 678927 h 1750166"/>
                <a:gd name="connsiteX3" fmla="*/ 854813 w 3605633"/>
                <a:gd name="connsiteY3" fmla="*/ 1532367 h 1750166"/>
                <a:gd name="connsiteX4" fmla="*/ 1373 w 3605633"/>
                <a:gd name="connsiteY4" fmla="*/ 320787 h 1750166"/>
                <a:gd name="connsiteX0" fmla="*/ 1373 w 3605633"/>
                <a:gd name="connsiteY0" fmla="*/ 330884 h 1760263"/>
                <a:gd name="connsiteX1" fmla="*/ 2119733 w 3605633"/>
                <a:gd name="connsiteY1" fmla="*/ 41324 h 1760263"/>
                <a:gd name="connsiteX2" fmla="*/ 3605633 w 3605633"/>
                <a:gd name="connsiteY2" fmla="*/ 689024 h 1760263"/>
                <a:gd name="connsiteX3" fmla="*/ 854813 w 3605633"/>
                <a:gd name="connsiteY3" fmla="*/ 1542464 h 1760263"/>
                <a:gd name="connsiteX4" fmla="*/ 1373 w 3605633"/>
                <a:gd name="connsiteY4" fmla="*/ 330884 h 1760263"/>
                <a:gd name="connsiteX0" fmla="*/ 1373 w 3605633"/>
                <a:gd name="connsiteY0" fmla="*/ 330884 h 1760263"/>
                <a:gd name="connsiteX1" fmla="*/ 2119733 w 3605633"/>
                <a:gd name="connsiteY1" fmla="*/ 41324 h 1760263"/>
                <a:gd name="connsiteX2" fmla="*/ 3605633 w 3605633"/>
                <a:gd name="connsiteY2" fmla="*/ 689024 h 1760263"/>
                <a:gd name="connsiteX3" fmla="*/ 854813 w 3605633"/>
                <a:gd name="connsiteY3" fmla="*/ 1542464 h 1760263"/>
                <a:gd name="connsiteX4" fmla="*/ 1373 w 3605633"/>
                <a:gd name="connsiteY4" fmla="*/ 330884 h 1760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05633" h="1760263">
                  <a:moveTo>
                    <a:pt x="1373" y="330884"/>
                  </a:moveTo>
                  <a:cubicBezTo>
                    <a:pt x="75033" y="-25986"/>
                    <a:pt x="1778103" y="-41226"/>
                    <a:pt x="2119733" y="41324"/>
                  </a:cubicBezTo>
                  <a:cubicBezTo>
                    <a:pt x="2508353" y="135304"/>
                    <a:pt x="2973173" y="320724"/>
                    <a:pt x="3605633" y="689024"/>
                  </a:cubicBezTo>
                  <a:cubicBezTo>
                    <a:pt x="2802993" y="1918384"/>
                    <a:pt x="1726033" y="1913304"/>
                    <a:pt x="854813" y="1542464"/>
                  </a:cubicBezTo>
                  <a:cubicBezTo>
                    <a:pt x="631293" y="1390064"/>
                    <a:pt x="-34187" y="1191944"/>
                    <a:pt x="1373" y="330884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FBB1796-1FBA-B319-A2FA-0172149A4B73}"/>
                </a:ext>
              </a:extLst>
            </p:cNvPr>
            <p:cNvSpPr/>
            <p:nvPr/>
          </p:nvSpPr>
          <p:spPr>
            <a:xfrm>
              <a:off x="3295650" y="3024188"/>
              <a:ext cx="952500" cy="547687"/>
            </a:xfrm>
            <a:custGeom>
              <a:avLst/>
              <a:gdLst>
                <a:gd name="connsiteX0" fmla="*/ 952500 w 952500"/>
                <a:gd name="connsiteY0" fmla="*/ 547687 h 547687"/>
                <a:gd name="connsiteX1" fmla="*/ 0 w 952500"/>
                <a:gd name="connsiteY1" fmla="*/ 0 h 547687"/>
                <a:gd name="connsiteX2" fmla="*/ 0 w 952500"/>
                <a:gd name="connsiteY2" fmla="*/ 0 h 547687"/>
                <a:gd name="connsiteX0" fmla="*/ 952500 w 952500"/>
                <a:gd name="connsiteY0" fmla="*/ 547687 h 547687"/>
                <a:gd name="connsiteX1" fmla="*/ 0 w 952500"/>
                <a:gd name="connsiteY1" fmla="*/ 0 h 547687"/>
                <a:gd name="connsiteX2" fmla="*/ 0 w 952500"/>
                <a:gd name="connsiteY2" fmla="*/ 0 h 547687"/>
                <a:gd name="connsiteX0" fmla="*/ 952500 w 952500"/>
                <a:gd name="connsiteY0" fmla="*/ 547687 h 547687"/>
                <a:gd name="connsiteX1" fmla="*/ 0 w 952500"/>
                <a:gd name="connsiteY1" fmla="*/ 0 h 547687"/>
                <a:gd name="connsiteX2" fmla="*/ 0 w 952500"/>
                <a:gd name="connsiteY2" fmla="*/ 0 h 547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2500" h="547687">
                  <a:moveTo>
                    <a:pt x="952500" y="547687"/>
                  </a:moveTo>
                  <a:cubicBezTo>
                    <a:pt x="611187" y="431800"/>
                    <a:pt x="269875" y="49212"/>
                    <a:pt x="0" y="0"/>
                  </a:cubicBezTo>
                  <a:lnTo>
                    <a:pt x="0" y="0"/>
                  </a:lnTo>
                </a:path>
              </a:pathLst>
            </a:cu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4B00DF9-E0E0-B16C-D072-1D87C6499EAB}"/>
                </a:ext>
              </a:extLst>
            </p:cNvPr>
            <p:cNvSpPr/>
            <p:nvPr/>
          </p:nvSpPr>
          <p:spPr>
            <a:xfrm flipH="1">
              <a:off x="3342056" y="3617120"/>
              <a:ext cx="1028700" cy="430498"/>
            </a:xfrm>
            <a:custGeom>
              <a:avLst/>
              <a:gdLst>
                <a:gd name="connsiteX0" fmla="*/ 952500 w 952500"/>
                <a:gd name="connsiteY0" fmla="*/ 547687 h 547687"/>
                <a:gd name="connsiteX1" fmla="*/ 0 w 952500"/>
                <a:gd name="connsiteY1" fmla="*/ 0 h 547687"/>
                <a:gd name="connsiteX2" fmla="*/ 0 w 952500"/>
                <a:gd name="connsiteY2" fmla="*/ 0 h 547687"/>
                <a:gd name="connsiteX0" fmla="*/ 952500 w 952500"/>
                <a:gd name="connsiteY0" fmla="*/ 547687 h 547687"/>
                <a:gd name="connsiteX1" fmla="*/ 0 w 952500"/>
                <a:gd name="connsiteY1" fmla="*/ 0 h 547687"/>
                <a:gd name="connsiteX2" fmla="*/ 0 w 952500"/>
                <a:gd name="connsiteY2" fmla="*/ 0 h 547687"/>
                <a:gd name="connsiteX0" fmla="*/ 952500 w 952500"/>
                <a:gd name="connsiteY0" fmla="*/ 547687 h 547687"/>
                <a:gd name="connsiteX1" fmla="*/ 0 w 952500"/>
                <a:gd name="connsiteY1" fmla="*/ 0 h 547687"/>
                <a:gd name="connsiteX2" fmla="*/ 0 w 952500"/>
                <a:gd name="connsiteY2" fmla="*/ 0 h 547687"/>
                <a:gd name="connsiteX0" fmla="*/ 1038225 w 1038225"/>
                <a:gd name="connsiteY0" fmla="*/ 547687 h 547687"/>
                <a:gd name="connsiteX1" fmla="*/ 85725 w 1038225"/>
                <a:gd name="connsiteY1" fmla="*/ 0 h 547687"/>
                <a:gd name="connsiteX2" fmla="*/ 0 w 1038225"/>
                <a:gd name="connsiteY2" fmla="*/ 138113 h 547687"/>
                <a:gd name="connsiteX0" fmla="*/ 952500 w 952500"/>
                <a:gd name="connsiteY0" fmla="*/ 547687 h 547687"/>
                <a:gd name="connsiteX1" fmla="*/ 0 w 952500"/>
                <a:gd name="connsiteY1" fmla="*/ 0 h 547687"/>
                <a:gd name="connsiteX0" fmla="*/ 1028700 w 1028700"/>
                <a:gd name="connsiteY0" fmla="*/ 419100 h 419100"/>
                <a:gd name="connsiteX1" fmla="*/ 0 w 1028700"/>
                <a:gd name="connsiteY1" fmla="*/ 0 h 419100"/>
                <a:gd name="connsiteX0" fmla="*/ 1028700 w 1028700"/>
                <a:gd name="connsiteY0" fmla="*/ 419100 h 430498"/>
                <a:gd name="connsiteX1" fmla="*/ 0 w 1028700"/>
                <a:gd name="connsiteY1" fmla="*/ 0 h 430498"/>
                <a:gd name="connsiteX0" fmla="*/ 1028700 w 1028700"/>
                <a:gd name="connsiteY0" fmla="*/ 419100 h 430498"/>
                <a:gd name="connsiteX1" fmla="*/ 0 w 1028700"/>
                <a:gd name="connsiteY1" fmla="*/ 0 h 430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28700" h="430498">
                  <a:moveTo>
                    <a:pt x="1028700" y="419100"/>
                  </a:moveTo>
                  <a:cubicBezTo>
                    <a:pt x="468312" y="508001"/>
                    <a:pt x="269875" y="49212"/>
                    <a:pt x="0" y="0"/>
                  </a:cubicBezTo>
                </a:path>
              </a:pathLst>
            </a:cu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F4D1A85-779D-7DDA-8572-28882DD97160}"/>
                </a:ext>
              </a:extLst>
            </p:cNvPr>
            <p:cNvSpPr/>
            <p:nvPr/>
          </p:nvSpPr>
          <p:spPr>
            <a:xfrm>
              <a:off x="4195763" y="2940824"/>
              <a:ext cx="1071562" cy="576262"/>
            </a:xfrm>
            <a:custGeom>
              <a:avLst/>
              <a:gdLst>
                <a:gd name="connsiteX0" fmla="*/ 952500 w 952500"/>
                <a:gd name="connsiteY0" fmla="*/ 547687 h 547687"/>
                <a:gd name="connsiteX1" fmla="*/ 0 w 952500"/>
                <a:gd name="connsiteY1" fmla="*/ 0 h 547687"/>
                <a:gd name="connsiteX2" fmla="*/ 0 w 952500"/>
                <a:gd name="connsiteY2" fmla="*/ 0 h 547687"/>
                <a:gd name="connsiteX0" fmla="*/ 952500 w 952500"/>
                <a:gd name="connsiteY0" fmla="*/ 547687 h 547687"/>
                <a:gd name="connsiteX1" fmla="*/ 0 w 952500"/>
                <a:gd name="connsiteY1" fmla="*/ 0 h 547687"/>
                <a:gd name="connsiteX2" fmla="*/ 0 w 952500"/>
                <a:gd name="connsiteY2" fmla="*/ 0 h 547687"/>
                <a:gd name="connsiteX0" fmla="*/ 952500 w 952500"/>
                <a:gd name="connsiteY0" fmla="*/ 547687 h 547687"/>
                <a:gd name="connsiteX1" fmla="*/ 0 w 952500"/>
                <a:gd name="connsiteY1" fmla="*/ 0 h 547687"/>
                <a:gd name="connsiteX2" fmla="*/ 0 w 952500"/>
                <a:gd name="connsiteY2" fmla="*/ 0 h 547687"/>
                <a:gd name="connsiteX0" fmla="*/ 1071562 w 1071562"/>
                <a:gd name="connsiteY0" fmla="*/ 576262 h 576262"/>
                <a:gd name="connsiteX1" fmla="*/ 119062 w 1071562"/>
                <a:gd name="connsiteY1" fmla="*/ 28575 h 576262"/>
                <a:gd name="connsiteX2" fmla="*/ 0 w 1071562"/>
                <a:gd name="connsiteY2" fmla="*/ 0 h 576262"/>
                <a:gd name="connsiteX0" fmla="*/ 1071562 w 1071562"/>
                <a:gd name="connsiteY0" fmla="*/ 576262 h 576262"/>
                <a:gd name="connsiteX1" fmla="*/ 0 w 1071562"/>
                <a:gd name="connsiteY1" fmla="*/ 0 h 576262"/>
                <a:gd name="connsiteX0" fmla="*/ 1071562 w 1071562"/>
                <a:gd name="connsiteY0" fmla="*/ 576262 h 576262"/>
                <a:gd name="connsiteX1" fmla="*/ 0 w 1071562"/>
                <a:gd name="connsiteY1" fmla="*/ 0 h 5762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71562" h="576262">
                  <a:moveTo>
                    <a:pt x="1071562" y="576262"/>
                  </a:moveTo>
                  <a:cubicBezTo>
                    <a:pt x="200025" y="312738"/>
                    <a:pt x="357187" y="192087"/>
                    <a:pt x="0" y="0"/>
                  </a:cubicBezTo>
                </a:path>
              </a:pathLst>
            </a:cu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98EA674-AFCD-EF0C-7E3D-19705D0652E9}"/>
                </a:ext>
              </a:extLst>
            </p:cNvPr>
            <p:cNvSpPr/>
            <p:nvPr/>
          </p:nvSpPr>
          <p:spPr>
            <a:xfrm flipH="1">
              <a:off x="4449762" y="3517086"/>
              <a:ext cx="1042987" cy="712212"/>
            </a:xfrm>
            <a:custGeom>
              <a:avLst/>
              <a:gdLst>
                <a:gd name="connsiteX0" fmla="*/ 952500 w 952500"/>
                <a:gd name="connsiteY0" fmla="*/ 547687 h 547687"/>
                <a:gd name="connsiteX1" fmla="*/ 0 w 952500"/>
                <a:gd name="connsiteY1" fmla="*/ 0 h 547687"/>
                <a:gd name="connsiteX2" fmla="*/ 0 w 952500"/>
                <a:gd name="connsiteY2" fmla="*/ 0 h 547687"/>
                <a:gd name="connsiteX0" fmla="*/ 952500 w 952500"/>
                <a:gd name="connsiteY0" fmla="*/ 547687 h 547687"/>
                <a:gd name="connsiteX1" fmla="*/ 0 w 952500"/>
                <a:gd name="connsiteY1" fmla="*/ 0 h 547687"/>
                <a:gd name="connsiteX2" fmla="*/ 0 w 952500"/>
                <a:gd name="connsiteY2" fmla="*/ 0 h 547687"/>
                <a:gd name="connsiteX0" fmla="*/ 952500 w 952500"/>
                <a:gd name="connsiteY0" fmla="*/ 547687 h 547687"/>
                <a:gd name="connsiteX1" fmla="*/ 0 w 952500"/>
                <a:gd name="connsiteY1" fmla="*/ 0 h 547687"/>
                <a:gd name="connsiteX2" fmla="*/ 0 w 952500"/>
                <a:gd name="connsiteY2" fmla="*/ 0 h 547687"/>
                <a:gd name="connsiteX0" fmla="*/ 1038225 w 1038225"/>
                <a:gd name="connsiteY0" fmla="*/ 547687 h 547687"/>
                <a:gd name="connsiteX1" fmla="*/ 85725 w 1038225"/>
                <a:gd name="connsiteY1" fmla="*/ 0 h 547687"/>
                <a:gd name="connsiteX2" fmla="*/ 0 w 1038225"/>
                <a:gd name="connsiteY2" fmla="*/ 138113 h 547687"/>
                <a:gd name="connsiteX0" fmla="*/ 952500 w 952500"/>
                <a:gd name="connsiteY0" fmla="*/ 547687 h 547687"/>
                <a:gd name="connsiteX1" fmla="*/ 0 w 952500"/>
                <a:gd name="connsiteY1" fmla="*/ 0 h 547687"/>
                <a:gd name="connsiteX0" fmla="*/ 1028700 w 1028700"/>
                <a:gd name="connsiteY0" fmla="*/ 419100 h 419100"/>
                <a:gd name="connsiteX1" fmla="*/ 0 w 1028700"/>
                <a:gd name="connsiteY1" fmla="*/ 0 h 419100"/>
                <a:gd name="connsiteX0" fmla="*/ 1028700 w 1028700"/>
                <a:gd name="connsiteY0" fmla="*/ 419100 h 430498"/>
                <a:gd name="connsiteX1" fmla="*/ 0 w 1028700"/>
                <a:gd name="connsiteY1" fmla="*/ 0 h 430498"/>
                <a:gd name="connsiteX0" fmla="*/ 1028700 w 1028700"/>
                <a:gd name="connsiteY0" fmla="*/ 419100 h 430498"/>
                <a:gd name="connsiteX1" fmla="*/ 0 w 1028700"/>
                <a:gd name="connsiteY1" fmla="*/ 0 h 430498"/>
                <a:gd name="connsiteX0" fmla="*/ 1042987 w 1042987"/>
                <a:gd name="connsiteY0" fmla="*/ 704850 h 712212"/>
                <a:gd name="connsiteX1" fmla="*/ 0 w 1042987"/>
                <a:gd name="connsiteY1" fmla="*/ 0 h 712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42987" h="712212">
                  <a:moveTo>
                    <a:pt x="1042987" y="704850"/>
                  </a:moveTo>
                  <a:cubicBezTo>
                    <a:pt x="482599" y="793751"/>
                    <a:pt x="269875" y="49212"/>
                    <a:pt x="0" y="0"/>
                  </a:cubicBezTo>
                </a:path>
              </a:pathLst>
            </a:cu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3">
              <a:extLst>
                <a:ext uri="{FF2B5EF4-FFF2-40B4-BE49-F238E27FC236}">
                  <a16:creationId xmlns:a16="http://schemas.microsoft.com/office/drawing/2014/main" id="{23CB145E-9C83-D1DC-BFA3-17DC5AC68FD2}"/>
                </a:ext>
              </a:extLst>
            </p:cNvPr>
            <p:cNvSpPr/>
            <p:nvPr/>
          </p:nvSpPr>
          <p:spPr>
            <a:xfrm>
              <a:off x="2565400" y="2833687"/>
              <a:ext cx="4775200" cy="819113"/>
            </a:xfrm>
            <a:custGeom>
              <a:avLst/>
              <a:gdLst>
                <a:gd name="connsiteX0" fmla="*/ 0 w 711200"/>
                <a:gd name="connsiteY0" fmla="*/ 0 h 393700"/>
                <a:gd name="connsiteX1" fmla="*/ 711200 w 711200"/>
                <a:gd name="connsiteY1" fmla="*/ 0 h 393700"/>
                <a:gd name="connsiteX2" fmla="*/ 711200 w 711200"/>
                <a:gd name="connsiteY2" fmla="*/ 393700 h 393700"/>
                <a:gd name="connsiteX3" fmla="*/ 0 w 711200"/>
                <a:gd name="connsiteY3" fmla="*/ 393700 h 393700"/>
                <a:gd name="connsiteX4" fmla="*/ 0 w 711200"/>
                <a:gd name="connsiteY4" fmla="*/ 0 h 393700"/>
                <a:gd name="connsiteX0" fmla="*/ 4025900 w 4737100"/>
                <a:gd name="connsiteY0" fmla="*/ 0 h 444500"/>
                <a:gd name="connsiteX1" fmla="*/ 4737100 w 4737100"/>
                <a:gd name="connsiteY1" fmla="*/ 0 h 444500"/>
                <a:gd name="connsiteX2" fmla="*/ 4737100 w 4737100"/>
                <a:gd name="connsiteY2" fmla="*/ 393700 h 444500"/>
                <a:gd name="connsiteX3" fmla="*/ 0 w 4737100"/>
                <a:gd name="connsiteY3" fmla="*/ 444500 h 444500"/>
                <a:gd name="connsiteX4" fmla="*/ 4025900 w 4737100"/>
                <a:gd name="connsiteY4" fmla="*/ 0 h 444500"/>
                <a:gd name="connsiteX0" fmla="*/ 0 w 4737100"/>
                <a:gd name="connsiteY0" fmla="*/ 444500 h 444500"/>
                <a:gd name="connsiteX1" fmla="*/ 4737100 w 4737100"/>
                <a:gd name="connsiteY1" fmla="*/ 0 h 444500"/>
                <a:gd name="connsiteX2" fmla="*/ 4737100 w 4737100"/>
                <a:gd name="connsiteY2" fmla="*/ 393700 h 444500"/>
                <a:gd name="connsiteX3" fmla="*/ 0 w 4737100"/>
                <a:gd name="connsiteY3" fmla="*/ 444500 h 444500"/>
                <a:gd name="connsiteX0" fmla="*/ 0 w 4737100"/>
                <a:gd name="connsiteY0" fmla="*/ 430212 h 430212"/>
                <a:gd name="connsiteX1" fmla="*/ 4732338 w 4737100"/>
                <a:gd name="connsiteY1" fmla="*/ 0 h 430212"/>
                <a:gd name="connsiteX2" fmla="*/ 4737100 w 4737100"/>
                <a:gd name="connsiteY2" fmla="*/ 379412 h 430212"/>
                <a:gd name="connsiteX3" fmla="*/ 0 w 4737100"/>
                <a:gd name="connsiteY3" fmla="*/ 430212 h 430212"/>
                <a:gd name="connsiteX0" fmla="*/ 0 w 4775200"/>
                <a:gd name="connsiteY0" fmla="*/ 430212 h 430212"/>
                <a:gd name="connsiteX1" fmla="*/ 4732338 w 4775200"/>
                <a:gd name="connsiteY1" fmla="*/ 0 h 430212"/>
                <a:gd name="connsiteX2" fmla="*/ 4775200 w 4775200"/>
                <a:gd name="connsiteY2" fmla="*/ 150812 h 430212"/>
                <a:gd name="connsiteX3" fmla="*/ 0 w 4775200"/>
                <a:gd name="connsiteY3" fmla="*/ 430212 h 430212"/>
                <a:gd name="connsiteX0" fmla="*/ 0 w 4775200"/>
                <a:gd name="connsiteY0" fmla="*/ 430212 h 430212"/>
                <a:gd name="connsiteX1" fmla="*/ 4732338 w 4775200"/>
                <a:gd name="connsiteY1" fmla="*/ 0 h 430212"/>
                <a:gd name="connsiteX2" fmla="*/ 4775200 w 4775200"/>
                <a:gd name="connsiteY2" fmla="*/ 150812 h 430212"/>
                <a:gd name="connsiteX3" fmla="*/ 0 w 4775200"/>
                <a:gd name="connsiteY3" fmla="*/ 430212 h 430212"/>
                <a:gd name="connsiteX0" fmla="*/ 0 w 4775200"/>
                <a:gd name="connsiteY0" fmla="*/ 430212 h 782996"/>
                <a:gd name="connsiteX1" fmla="*/ 4732338 w 4775200"/>
                <a:gd name="connsiteY1" fmla="*/ 0 h 782996"/>
                <a:gd name="connsiteX2" fmla="*/ 4775200 w 4775200"/>
                <a:gd name="connsiteY2" fmla="*/ 150812 h 782996"/>
                <a:gd name="connsiteX3" fmla="*/ 0 w 4775200"/>
                <a:gd name="connsiteY3" fmla="*/ 430212 h 782996"/>
                <a:gd name="connsiteX0" fmla="*/ 0 w 4775200"/>
                <a:gd name="connsiteY0" fmla="*/ 430212 h 782996"/>
                <a:gd name="connsiteX1" fmla="*/ 4732338 w 4775200"/>
                <a:gd name="connsiteY1" fmla="*/ 0 h 782996"/>
                <a:gd name="connsiteX2" fmla="*/ 4775200 w 4775200"/>
                <a:gd name="connsiteY2" fmla="*/ 150812 h 782996"/>
                <a:gd name="connsiteX3" fmla="*/ 0 w 4775200"/>
                <a:gd name="connsiteY3" fmla="*/ 430212 h 782996"/>
                <a:gd name="connsiteX0" fmla="*/ 0 w 4775200"/>
                <a:gd name="connsiteY0" fmla="*/ 430212 h 873413"/>
                <a:gd name="connsiteX1" fmla="*/ 4732338 w 4775200"/>
                <a:gd name="connsiteY1" fmla="*/ 0 h 873413"/>
                <a:gd name="connsiteX2" fmla="*/ 4775200 w 4775200"/>
                <a:gd name="connsiteY2" fmla="*/ 150812 h 873413"/>
                <a:gd name="connsiteX3" fmla="*/ 0 w 4775200"/>
                <a:gd name="connsiteY3" fmla="*/ 430212 h 873413"/>
                <a:gd name="connsiteX0" fmla="*/ 0 w 4775200"/>
                <a:gd name="connsiteY0" fmla="*/ 430212 h 873413"/>
                <a:gd name="connsiteX1" fmla="*/ 4732338 w 4775200"/>
                <a:gd name="connsiteY1" fmla="*/ 0 h 873413"/>
                <a:gd name="connsiteX2" fmla="*/ 4775200 w 4775200"/>
                <a:gd name="connsiteY2" fmla="*/ 150812 h 873413"/>
                <a:gd name="connsiteX3" fmla="*/ 0 w 4775200"/>
                <a:gd name="connsiteY3" fmla="*/ 430212 h 873413"/>
                <a:gd name="connsiteX0" fmla="*/ 0 w 4775200"/>
                <a:gd name="connsiteY0" fmla="*/ 430212 h 873413"/>
                <a:gd name="connsiteX1" fmla="*/ 4732338 w 4775200"/>
                <a:gd name="connsiteY1" fmla="*/ 0 h 873413"/>
                <a:gd name="connsiteX2" fmla="*/ 4775200 w 4775200"/>
                <a:gd name="connsiteY2" fmla="*/ 150812 h 873413"/>
                <a:gd name="connsiteX3" fmla="*/ 0 w 4775200"/>
                <a:gd name="connsiteY3" fmla="*/ 430212 h 873413"/>
                <a:gd name="connsiteX0" fmla="*/ 0 w 4775200"/>
                <a:gd name="connsiteY0" fmla="*/ 430212 h 851530"/>
                <a:gd name="connsiteX1" fmla="*/ 4732338 w 4775200"/>
                <a:gd name="connsiteY1" fmla="*/ 0 h 851530"/>
                <a:gd name="connsiteX2" fmla="*/ 4775200 w 4775200"/>
                <a:gd name="connsiteY2" fmla="*/ 150812 h 851530"/>
                <a:gd name="connsiteX3" fmla="*/ 0 w 4775200"/>
                <a:gd name="connsiteY3" fmla="*/ 430212 h 851530"/>
                <a:gd name="connsiteX0" fmla="*/ 0 w 4775200"/>
                <a:gd name="connsiteY0" fmla="*/ 430212 h 851530"/>
                <a:gd name="connsiteX1" fmla="*/ 4732338 w 4775200"/>
                <a:gd name="connsiteY1" fmla="*/ 0 h 851530"/>
                <a:gd name="connsiteX2" fmla="*/ 4775200 w 4775200"/>
                <a:gd name="connsiteY2" fmla="*/ 150812 h 851530"/>
                <a:gd name="connsiteX3" fmla="*/ 0 w 4775200"/>
                <a:gd name="connsiteY3" fmla="*/ 430212 h 851530"/>
                <a:gd name="connsiteX0" fmla="*/ 0 w 4775200"/>
                <a:gd name="connsiteY0" fmla="*/ 430212 h 786915"/>
                <a:gd name="connsiteX1" fmla="*/ 4732338 w 4775200"/>
                <a:gd name="connsiteY1" fmla="*/ 0 h 786915"/>
                <a:gd name="connsiteX2" fmla="*/ 4775200 w 4775200"/>
                <a:gd name="connsiteY2" fmla="*/ 150812 h 786915"/>
                <a:gd name="connsiteX3" fmla="*/ 0 w 4775200"/>
                <a:gd name="connsiteY3" fmla="*/ 430212 h 786915"/>
                <a:gd name="connsiteX0" fmla="*/ 0 w 4775200"/>
                <a:gd name="connsiteY0" fmla="*/ 430212 h 819113"/>
                <a:gd name="connsiteX1" fmla="*/ 4732338 w 4775200"/>
                <a:gd name="connsiteY1" fmla="*/ 0 h 819113"/>
                <a:gd name="connsiteX2" fmla="*/ 4775200 w 4775200"/>
                <a:gd name="connsiteY2" fmla="*/ 150812 h 819113"/>
                <a:gd name="connsiteX3" fmla="*/ 0 w 4775200"/>
                <a:gd name="connsiteY3" fmla="*/ 430212 h 819113"/>
                <a:gd name="connsiteX0" fmla="*/ 0 w 4775200"/>
                <a:gd name="connsiteY0" fmla="*/ 430212 h 819113"/>
                <a:gd name="connsiteX1" fmla="*/ 4732338 w 4775200"/>
                <a:gd name="connsiteY1" fmla="*/ 0 h 819113"/>
                <a:gd name="connsiteX2" fmla="*/ 4775200 w 4775200"/>
                <a:gd name="connsiteY2" fmla="*/ 150812 h 819113"/>
                <a:gd name="connsiteX3" fmla="*/ 0 w 4775200"/>
                <a:gd name="connsiteY3" fmla="*/ 430212 h 819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75200" h="819113">
                  <a:moveTo>
                    <a:pt x="0" y="430212"/>
                  </a:moveTo>
                  <a:cubicBezTo>
                    <a:pt x="1010708" y="624945"/>
                    <a:pt x="2326217" y="1153054"/>
                    <a:pt x="4732338" y="0"/>
                  </a:cubicBezTo>
                  <a:cubicBezTo>
                    <a:pt x="4776787" y="64559"/>
                    <a:pt x="4773613" y="24341"/>
                    <a:pt x="4775200" y="150812"/>
                  </a:cubicBezTo>
                  <a:cubicBezTo>
                    <a:pt x="2021417" y="1367895"/>
                    <a:pt x="758296" y="579966"/>
                    <a:pt x="0" y="430212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721261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>
            <a:extLst>
              <a:ext uri="{FF2B5EF4-FFF2-40B4-BE49-F238E27FC236}">
                <a16:creationId xmlns:a16="http://schemas.microsoft.com/office/drawing/2014/main" id="{5E625755-6C94-CDF5-2643-7F2964317DB3}"/>
              </a:ext>
            </a:extLst>
          </p:cNvPr>
          <p:cNvGrpSpPr/>
          <p:nvPr/>
        </p:nvGrpSpPr>
        <p:grpSpPr>
          <a:xfrm>
            <a:off x="1504246" y="300315"/>
            <a:ext cx="3731880" cy="7154369"/>
            <a:chOff x="2989644" y="300316"/>
            <a:chExt cx="3731880" cy="715436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F67F91C-0C41-9007-B133-4BE9E703D1EB}"/>
                </a:ext>
              </a:extLst>
            </p:cNvPr>
            <p:cNvSpPr/>
            <p:nvPr/>
          </p:nvSpPr>
          <p:spPr>
            <a:xfrm>
              <a:off x="3213407" y="300316"/>
              <a:ext cx="3373175" cy="7154369"/>
            </a:xfrm>
            <a:custGeom>
              <a:avLst/>
              <a:gdLst>
                <a:gd name="connsiteX0" fmla="*/ 0 w 557939"/>
                <a:gd name="connsiteY0" fmla="*/ 0 h 1379349"/>
                <a:gd name="connsiteX1" fmla="*/ 557939 w 557939"/>
                <a:gd name="connsiteY1" fmla="*/ 0 h 1379349"/>
                <a:gd name="connsiteX2" fmla="*/ 557939 w 557939"/>
                <a:gd name="connsiteY2" fmla="*/ 1379349 h 1379349"/>
                <a:gd name="connsiteX3" fmla="*/ 0 w 557939"/>
                <a:gd name="connsiteY3" fmla="*/ 1379349 h 1379349"/>
                <a:gd name="connsiteX4" fmla="*/ 0 w 557939"/>
                <a:gd name="connsiteY4" fmla="*/ 0 h 1379349"/>
                <a:gd name="connsiteX0" fmla="*/ 0 w 759417"/>
                <a:gd name="connsiteY0" fmla="*/ 0 h 3766088"/>
                <a:gd name="connsiteX1" fmla="*/ 557939 w 759417"/>
                <a:gd name="connsiteY1" fmla="*/ 0 h 3766088"/>
                <a:gd name="connsiteX2" fmla="*/ 557939 w 759417"/>
                <a:gd name="connsiteY2" fmla="*/ 1379349 h 3766088"/>
                <a:gd name="connsiteX3" fmla="*/ 759417 w 759417"/>
                <a:gd name="connsiteY3" fmla="*/ 3766088 h 3766088"/>
                <a:gd name="connsiteX4" fmla="*/ 0 w 759417"/>
                <a:gd name="connsiteY4" fmla="*/ 0 h 3766088"/>
                <a:gd name="connsiteX0" fmla="*/ 0 w 759417"/>
                <a:gd name="connsiteY0" fmla="*/ 0 h 3766088"/>
                <a:gd name="connsiteX1" fmla="*/ 557939 w 759417"/>
                <a:gd name="connsiteY1" fmla="*/ 0 h 3766088"/>
                <a:gd name="connsiteX2" fmla="*/ 557939 w 759417"/>
                <a:gd name="connsiteY2" fmla="*/ 1379349 h 3766088"/>
                <a:gd name="connsiteX3" fmla="*/ 759417 w 759417"/>
                <a:gd name="connsiteY3" fmla="*/ 3766088 h 3766088"/>
                <a:gd name="connsiteX4" fmla="*/ 61993 w 759417"/>
                <a:gd name="connsiteY4" fmla="*/ 2185260 h 3766088"/>
                <a:gd name="connsiteX5" fmla="*/ 0 w 759417"/>
                <a:gd name="connsiteY5" fmla="*/ 0 h 3766088"/>
                <a:gd name="connsiteX0" fmla="*/ 464949 w 1224366"/>
                <a:gd name="connsiteY0" fmla="*/ 0 h 3766088"/>
                <a:gd name="connsiteX1" fmla="*/ 1022888 w 1224366"/>
                <a:gd name="connsiteY1" fmla="*/ 0 h 3766088"/>
                <a:gd name="connsiteX2" fmla="*/ 1022888 w 1224366"/>
                <a:gd name="connsiteY2" fmla="*/ 1379349 h 3766088"/>
                <a:gd name="connsiteX3" fmla="*/ 1224366 w 1224366"/>
                <a:gd name="connsiteY3" fmla="*/ 3766088 h 3766088"/>
                <a:gd name="connsiteX4" fmla="*/ 526942 w 1224366"/>
                <a:gd name="connsiteY4" fmla="*/ 2185260 h 3766088"/>
                <a:gd name="connsiteX5" fmla="*/ 0 w 1224366"/>
                <a:gd name="connsiteY5" fmla="*/ 588934 h 3766088"/>
                <a:gd name="connsiteX6" fmla="*/ 464949 w 1224366"/>
                <a:gd name="connsiteY6" fmla="*/ 0 h 3766088"/>
                <a:gd name="connsiteX0" fmla="*/ 1286359 w 1286359"/>
                <a:gd name="connsiteY0" fmla="*/ 0 h 7129221"/>
                <a:gd name="connsiteX1" fmla="*/ 1022888 w 1286359"/>
                <a:gd name="connsiteY1" fmla="*/ 3363133 h 7129221"/>
                <a:gd name="connsiteX2" fmla="*/ 1022888 w 1286359"/>
                <a:gd name="connsiteY2" fmla="*/ 4742482 h 7129221"/>
                <a:gd name="connsiteX3" fmla="*/ 1224366 w 1286359"/>
                <a:gd name="connsiteY3" fmla="*/ 7129221 h 7129221"/>
                <a:gd name="connsiteX4" fmla="*/ 526942 w 1286359"/>
                <a:gd name="connsiteY4" fmla="*/ 5548393 h 7129221"/>
                <a:gd name="connsiteX5" fmla="*/ 0 w 1286359"/>
                <a:gd name="connsiteY5" fmla="*/ 3952067 h 7129221"/>
                <a:gd name="connsiteX6" fmla="*/ 1286359 w 1286359"/>
                <a:gd name="connsiteY6" fmla="*/ 0 h 7129221"/>
                <a:gd name="connsiteX0" fmla="*/ 1650203 w 1650203"/>
                <a:gd name="connsiteY0" fmla="*/ 0 h 7129221"/>
                <a:gd name="connsiteX1" fmla="*/ 1386732 w 1650203"/>
                <a:gd name="connsiteY1" fmla="*/ 3363133 h 7129221"/>
                <a:gd name="connsiteX2" fmla="*/ 1386732 w 1650203"/>
                <a:gd name="connsiteY2" fmla="*/ 4742482 h 7129221"/>
                <a:gd name="connsiteX3" fmla="*/ 1588210 w 1650203"/>
                <a:gd name="connsiteY3" fmla="*/ 7129221 h 7129221"/>
                <a:gd name="connsiteX4" fmla="*/ 890786 w 1650203"/>
                <a:gd name="connsiteY4" fmla="*/ 5548393 h 7129221"/>
                <a:gd name="connsiteX5" fmla="*/ 363844 w 1650203"/>
                <a:gd name="connsiteY5" fmla="*/ 3952067 h 7129221"/>
                <a:gd name="connsiteX6" fmla="*/ 22881 w 1650203"/>
                <a:gd name="connsiteY6" fmla="*/ 3084163 h 7129221"/>
                <a:gd name="connsiteX7" fmla="*/ 1650203 w 1650203"/>
                <a:gd name="connsiteY7" fmla="*/ 0 h 7129221"/>
                <a:gd name="connsiteX0" fmla="*/ 1650203 w 1650203"/>
                <a:gd name="connsiteY0" fmla="*/ 0 h 7129221"/>
                <a:gd name="connsiteX1" fmla="*/ 1386732 w 1650203"/>
                <a:gd name="connsiteY1" fmla="*/ 3363133 h 7129221"/>
                <a:gd name="connsiteX2" fmla="*/ 1386732 w 1650203"/>
                <a:gd name="connsiteY2" fmla="*/ 4742482 h 7129221"/>
                <a:gd name="connsiteX3" fmla="*/ 1588210 w 1650203"/>
                <a:gd name="connsiteY3" fmla="*/ 7129221 h 7129221"/>
                <a:gd name="connsiteX4" fmla="*/ 890786 w 1650203"/>
                <a:gd name="connsiteY4" fmla="*/ 5548393 h 7129221"/>
                <a:gd name="connsiteX5" fmla="*/ 363844 w 1650203"/>
                <a:gd name="connsiteY5" fmla="*/ 3952067 h 7129221"/>
                <a:gd name="connsiteX6" fmla="*/ 22881 w 1650203"/>
                <a:gd name="connsiteY6" fmla="*/ 3084163 h 7129221"/>
                <a:gd name="connsiteX7" fmla="*/ 131369 w 1650203"/>
                <a:gd name="connsiteY7" fmla="*/ 2030278 h 7129221"/>
                <a:gd name="connsiteX8" fmla="*/ 1650203 w 1650203"/>
                <a:gd name="connsiteY8" fmla="*/ 0 h 7129221"/>
                <a:gd name="connsiteX0" fmla="*/ 1650203 w 1650203"/>
                <a:gd name="connsiteY0" fmla="*/ 0 h 7129221"/>
                <a:gd name="connsiteX1" fmla="*/ 1386732 w 1650203"/>
                <a:gd name="connsiteY1" fmla="*/ 3363133 h 7129221"/>
                <a:gd name="connsiteX2" fmla="*/ 1386732 w 1650203"/>
                <a:gd name="connsiteY2" fmla="*/ 4742482 h 7129221"/>
                <a:gd name="connsiteX3" fmla="*/ 1588210 w 1650203"/>
                <a:gd name="connsiteY3" fmla="*/ 7129221 h 7129221"/>
                <a:gd name="connsiteX4" fmla="*/ 890786 w 1650203"/>
                <a:gd name="connsiteY4" fmla="*/ 5548393 h 7129221"/>
                <a:gd name="connsiteX5" fmla="*/ 363844 w 1650203"/>
                <a:gd name="connsiteY5" fmla="*/ 3952067 h 7129221"/>
                <a:gd name="connsiteX6" fmla="*/ 22881 w 1650203"/>
                <a:gd name="connsiteY6" fmla="*/ 3084163 h 7129221"/>
                <a:gd name="connsiteX7" fmla="*/ 131369 w 1650203"/>
                <a:gd name="connsiteY7" fmla="*/ 2030278 h 7129221"/>
                <a:gd name="connsiteX8" fmla="*/ 875288 w 1650203"/>
                <a:gd name="connsiteY8" fmla="*/ 604434 h 7129221"/>
                <a:gd name="connsiteX9" fmla="*/ 1650203 w 1650203"/>
                <a:gd name="connsiteY9" fmla="*/ 0 h 7129221"/>
                <a:gd name="connsiteX0" fmla="*/ 1650203 w 2208442"/>
                <a:gd name="connsiteY0" fmla="*/ 0 h 7129221"/>
                <a:gd name="connsiteX1" fmla="*/ 2208142 w 2208442"/>
                <a:gd name="connsiteY1" fmla="*/ 371960 h 7129221"/>
                <a:gd name="connsiteX2" fmla="*/ 1386732 w 2208442"/>
                <a:gd name="connsiteY2" fmla="*/ 3363133 h 7129221"/>
                <a:gd name="connsiteX3" fmla="*/ 1386732 w 2208442"/>
                <a:gd name="connsiteY3" fmla="*/ 4742482 h 7129221"/>
                <a:gd name="connsiteX4" fmla="*/ 1588210 w 2208442"/>
                <a:gd name="connsiteY4" fmla="*/ 7129221 h 7129221"/>
                <a:gd name="connsiteX5" fmla="*/ 890786 w 2208442"/>
                <a:gd name="connsiteY5" fmla="*/ 5548393 h 7129221"/>
                <a:gd name="connsiteX6" fmla="*/ 363844 w 2208442"/>
                <a:gd name="connsiteY6" fmla="*/ 3952067 h 7129221"/>
                <a:gd name="connsiteX7" fmla="*/ 22881 w 2208442"/>
                <a:gd name="connsiteY7" fmla="*/ 3084163 h 7129221"/>
                <a:gd name="connsiteX8" fmla="*/ 131369 w 2208442"/>
                <a:gd name="connsiteY8" fmla="*/ 2030278 h 7129221"/>
                <a:gd name="connsiteX9" fmla="*/ 875288 w 2208442"/>
                <a:gd name="connsiteY9" fmla="*/ 604434 h 7129221"/>
                <a:gd name="connsiteX10" fmla="*/ 1650203 w 2208442"/>
                <a:gd name="connsiteY10" fmla="*/ 0 h 7129221"/>
                <a:gd name="connsiteX0" fmla="*/ 1650203 w 2921831"/>
                <a:gd name="connsiteY0" fmla="*/ 0 h 7129221"/>
                <a:gd name="connsiteX1" fmla="*/ 2208142 w 2921831"/>
                <a:gd name="connsiteY1" fmla="*/ 371960 h 7129221"/>
                <a:gd name="connsiteX2" fmla="*/ 2905565 w 2921831"/>
                <a:gd name="connsiteY2" fmla="*/ 1425844 h 7129221"/>
                <a:gd name="connsiteX3" fmla="*/ 1386732 w 2921831"/>
                <a:gd name="connsiteY3" fmla="*/ 3363133 h 7129221"/>
                <a:gd name="connsiteX4" fmla="*/ 1386732 w 2921831"/>
                <a:gd name="connsiteY4" fmla="*/ 4742482 h 7129221"/>
                <a:gd name="connsiteX5" fmla="*/ 1588210 w 2921831"/>
                <a:gd name="connsiteY5" fmla="*/ 7129221 h 7129221"/>
                <a:gd name="connsiteX6" fmla="*/ 890786 w 2921831"/>
                <a:gd name="connsiteY6" fmla="*/ 5548393 h 7129221"/>
                <a:gd name="connsiteX7" fmla="*/ 363844 w 2921831"/>
                <a:gd name="connsiteY7" fmla="*/ 3952067 h 7129221"/>
                <a:gd name="connsiteX8" fmla="*/ 22881 w 2921831"/>
                <a:gd name="connsiteY8" fmla="*/ 3084163 h 7129221"/>
                <a:gd name="connsiteX9" fmla="*/ 131369 w 2921831"/>
                <a:gd name="connsiteY9" fmla="*/ 2030278 h 7129221"/>
                <a:gd name="connsiteX10" fmla="*/ 875288 w 2921831"/>
                <a:gd name="connsiteY10" fmla="*/ 604434 h 7129221"/>
                <a:gd name="connsiteX11" fmla="*/ 1650203 w 2921831"/>
                <a:gd name="connsiteY11" fmla="*/ 0 h 7129221"/>
                <a:gd name="connsiteX0" fmla="*/ 1650203 w 3076047"/>
                <a:gd name="connsiteY0" fmla="*/ 0 h 7129221"/>
                <a:gd name="connsiteX1" fmla="*/ 2208142 w 3076047"/>
                <a:gd name="connsiteY1" fmla="*/ 371960 h 7129221"/>
                <a:gd name="connsiteX2" fmla="*/ 2905565 w 3076047"/>
                <a:gd name="connsiteY2" fmla="*/ 1425844 h 7129221"/>
                <a:gd name="connsiteX3" fmla="*/ 3076047 w 3076047"/>
                <a:gd name="connsiteY3" fmla="*/ 2588218 h 7129221"/>
                <a:gd name="connsiteX4" fmla="*/ 1386732 w 3076047"/>
                <a:gd name="connsiteY4" fmla="*/ 4742482 h 7129221"/>
                <a:gd name="connsiteX5" fmla="*/ 1588210 w 3076047"/>
                <a:gd name="connsiteY5" fmla="*/ 7129221 h 7129221"/>
                <a:gd name="connsiteX6" fmla="*/ 890786 w 3076047"/>
                <a:gd name="connsiteY6" fmla="*/ 5548393 h 7129221"/>
                <a:gd name="connsiteX7" fmla="*/ 363844 w 3076047"/>
                <a:gd name="connsiteY7" fmla="*/ 3952067 h 7129221"/>
                <a:gd name="connsiteX8" fmla="*/ 22881 w 3076047"/>
                <a:gd name="connsiteY8" fmla="*/ 3084163 h 7129221"/>
                <a:gd name="connsiteX9" fmla="*/ 131369 w 3076047"/>
                <a:gd name="connsiteY9" fmla="*/ 2030278 h 7129221"/>
                <a:gd name="connsiteX10" fmla="*/ 875288 w 3076047"/>
                <a:gd name="connsiteY10" fmla="*/ 604434 h 7129221"/>
                <a:gd name="connsiteX11" fmla="*/ 1650203 w 3076047"/>
                <a:gd name="connsiteY11" fmla="*/ 0 h 7129221"/>
                <a:gd name="connsiteX0" fmla="*/ 1650203 w 3076047"/>
                <a:gd name="connsiteY0" fmla="*/ 0 h 7129221"/>
                <a:gd name="connsiteX1" fmla="*/ 2208142 w 3076047"/>
                <a:gd name="connsiteY1" fmla="*/ 371960 h 7129221"/>
                <a:gd name="connsiteX2" fmla="*/ 2905565 w 3076047"/>
                <a:gd name="connsiteY2" fmla="*/ 1425844 h 7129221"/>
                <a:gd name="connsiteX3" fmla="*/ 3076047 w 3076047"/>
                <a:gd name="connsiteY3" fmla="*/ 2588218 h 7129221"/>
                <a:gd name="connsiteX4" fmla="*/ 2905566 w 3076047"/>
                <a:gd name="connsiteY4" fmla="*/ 3626604 h 7129221"/>
                <a:gd name="connsiteX5" fmla="*/ 1588210 w 3076047"/>
                <a:gd name="connsiteY5" fmla="*/ 7129221 h 7129221"/>
                <a:gd name="connsiteX6" fmla="*/ 890786 w 3076047"/>
                <a:gd name="connsiteY6" fmla="*/ 5548393 h 7129221"/>
                <a:gd name="connsiteX7" fmla="*/ 363844 w 3076047"/>
                <a:gd name="connsiteY7" fmla="*/ 3952067 h 7129221"/>
                <a:gd name="connsiteX8" fmla="*/ 22881 w 3076047"/>
                <a:gd name="connsiteY8" fmla="*/ 3084163 h 7129221"/>
                <a:gd name="connsiteX9" fmla="*/ 131369 w 3076047"/>
                <a:gd name="connsiteY9" fmla="*/ 2030278 h 7129221"/>
                <a:gd name="connsiteX10" fmla="*/ 875288 w 3076047"/>
                <a:gd name="connsiteY10" fmla="*/ 604434 h 7129221"/>
                <a:gd name="connsiteX11" fmla="*/ 1650203 w 3076047"/>
                <a:gd name="connsiteY11" fmla="*/ 0 h 7129221"/>
                <a:gd name="connsiteX0" fmla="*/ 1650203 w 3076047"/>
                <a:gd name="connsiteY0" fmla="*/ 0 h 7129221"/>
                <a:gd name="connsiteX1" fmla="*/ 2208142 w 3076047"/>
                <a:gd name="connsiteY1" fmla="*/ 371960 h 7129221"/>
                <a:gd name="connsiteX2" fmla="*/ 2905565 w 3076047"/>
                <a:gd name="connsiteY2" fmla="*/ 1425844 h 7129221"/>
                <a:gd name="connsiteX3" fmla="*/ 3076047 w 3076047"/>
                <a:gd name="connsiteY3" fmla="*/ 2588218 h 7129221"/>
                <a:gd name="connsiteX4" fmla="*/ 2905566 w 3076047"/>
                <a:gd name="connsiteY4" fmla="*/ 3626604 h 7129221"/>
                <a:gd name="connsiteX5" fmla="*/ 2580100 w 3076047"/>
                <a:gd name="connsiteY5" fmla="*/ 4448014 h 7129221"/>
                <a:gd name="connsiteX6" fmla="*/ 1588210 w 3076047"/>
                <a:gd name="connsiteY6" fmla="*/ 7129221 h 7129221"/>
                <a:gd name="connsiteX7" fmla="*/ 890786 w 3076047"/>
                <a:gd name="connsiteY7" fmla="*/ 5548393 h 7129221"/>
                <a:gd name="connsiteX8" fmla="*/ 363844 w 3076047"/>
                <a:gd name="connsiteY8" fmla="*/ 3952067 h 7129221"/>
                <a:gd name="connsiteX9" fmla="*/ 22881 w 3076047"/>
                <a:gd name="connsiteY9" fmla="*/ 3084163 h 7129221"/>
                <a:gd name="connsiteX10" fmla="*/ 131369 w 3076047"/>
                <a:gd name="connsiteY10" fmla="*/ 2030278 h 7129221"/>
                <a:gd name="connsiteX11" fmla="*/ 875288 w 3076047"/>
                <a:gd name="connsiteY11" fmla="*/ 604434 h 7129221"/>
                <a:gd name="connsiteX12" fmla="*/ 1650203 w 3076047"/>
                <a:gd name="connsiteY12" fmla="*/ 0 h 7129221"/>
                <a:gd name="connsiteX0" fmla="*/ 1650203 w 3076047"/>
                <a:gd name="connsiteY0" fmla="*/ 0 h 7129221"/>
                <a:gd name="connsiteX1" fmla="*/ 2208142 w 3076047"/>
                <a:gd name="connsiteY1" fmla="*/ 371960 h 7129221"/>
                <a:gd name="connsiteX2" fmla="*/ 2905565 w 3076047"/>
                <a:gd name="connsiteY2" fmla="*/ 1425844 h 7129221"/>
                <a:gd name="connsiteX3" fmla="*/ 3076047 w 3076047"/>
                <a:gd name="connsiteY3" fmla="*/ 2588218 h 7129221"/>
                <a:gd name="connsiteX4" fmla="*/ 2905566 w 3076047"/>
                <a:gd name="connsiteY4" fmla="*/ 3626604 h 7129221"/>
                <a:gd name="connsiteX5" fmla="*/ 2580100 w 3076047"/>
                <a:gd name="connsiteY5" fmla="*/ 4448014 h 7129221"/>
                <a:gd name="connsiteX6" fmla="*/ 1944670 w 3076047"/>
                <a:gd name="connsiteY6" fmla="*/ 5827363 h 7129221"/>
                <a:gd name="connsiteX7" fmla="*/ 1588210 w 3076047"/>
                <a:gd name="connsiteY7" fmla="*/ 7129221 h 7129221"/>
                <a:gd name="connsiteX8" fmla="*/ 890786 w 3076047"/>
                <a:gd name="connsiteY8" fmla="*/ 5548393 h 7129221"/>
                <a:gd name="connsiteX9" fmla="*/ 363844 w 3076047"/>
                <a:gd name="connsiteY9" fmla="*/ 3952067 h 7129221"/>
                <a:gd name="connsiteX10" fmla="*/ 22881 w 3076047"/>
                <a:gd name="connsiteY10" fmla="*/ 3084163 h 7129221"/>
                <a:gd name="connsiteX11" fmla="*/ 131369 w 3076047"/>
                <a:gd name="connsiteY11" fmla="*/ 2030278 h 7129221"/>
                <a:gd name="connsiteX12" fmla="*/ 875288 w 3076047"/>
                <a:gd name="connsiteY12" fmla="*/ 604434 h 7129221"/>
                <a:gd name="connsiteX13" fmla="*/ 1650203 w 3076047"/>
                <a:gd name="connsiteY13" fmla="*/ 0 h 7129221"/>
                <a:gd name="connsiteX0" fmla="*/ 1650203 w 3076047"/>
                <a:gd name="connsiteY0" fmla="*/ 0 h 7129221"/>
                <a:gd name="connsiteX1" fmla="*/ 2208142 w 3076047"/>
                <a:gd name="connsiteY1" fmla="*/ 371960 h 7129221"/>
                <a:gd name="connsiteX2" fmla="*/ 2905565 w 3076047"/>
                <a:gd name="connsiteY2" fmla="*/ 1425844 h 7129221"/>
                <a:gd name="connsiteX3" fmla="*/ 3076047 w 3076047"/>
                <a:gd name="connsiteY3" fmla="*/ 2588218 h 7129221"/>
                <a:gd name="connsiteX4" fmla="*/ 2905566 w 3076047"/>
                <a:gd name="connsiteY4" fmla="*/ 3626604 h 7129221"/>
                <a:gd name="connsiteX5" fmla="*/ 2580100 w 3076047"/>
                <a:gd name="connsiteY5" fmla="*/ 4448014 h 7129221"/>
                <a:gd name="connsiteX6" fmla="*/ 1944670 w 3076047"/>
                <a:gd name="connsiteY6" fmla="*/ 5827363 h 7129221"/>
                <a:gd name="connsiteX7" fmla="*/ 1588210 w 3076047"/>
                <a:gd name="connsiteY7" fmla="*/ 7129221 h 7129221"/>
                <a:gd name="connsiteX8" fmla="*/ 890786 w 3076047"/>
                <a:gd name="connsiteY8" fmla="*/ 5548393 h 7129221"/>
                <a:gd name="connsiteX9" fmla="*/ 363844 w 3076047"/>
                <a:gd name="connsiteY9" fmla="*/ 3952067 h 7129221"/>
                <a:gd name="connsiteX10" fmla="*/ 22881 w 3076047"/>
                <a:gd name="connsiteY10" fmla="*/ 3084163 h 7129221"/>
                <a:gd name="connsiteX11" fmla="*/ 131369 w 3076047"/>
                <a:gd name="connsiteY11" fmla="*/ 2030278 h 7129221"/>
                <a:gd name="connsiteX12" fmla="*/ 875288 w 3076047"/>
                <a:gd name="connsiteY12" fmla="*/ 604434 h 7129221"/>
                <a:gd name="connsiteX13" fmla="*/ 1650203 w 3076047"/>
                <a:gd name="connsiteY13" fmla="*/ 0 h 7129221"/>
                <a:gd name="connsiteX0" fmla="*/ 1650203 w 3076047"/>
                <a:gd name="connsiteY0" fmla="*/ 0 h 7129221"/>
                <a:gd name="connsiteX1" fmla="*/ 2208142 w 3076047"/>
                <a:gd name="connsiteY1" fmla="*/ 371960 h 7129221"/>
                <a:gd name="connsiteX2" fmla="*/ 2905565 w 3076047"/>
                <a:gd name="connsiteY2" fmla="*/ 1425844 h 7129221"/>
                <a:gd name="connsiteX3" fmla="*/ 3076047 w 3076047"/>
                <a:gd name="connsiteY3" fmla="*/ 2588218 h 7129221"/>
                <a:gd name="connsiteX4" fmla="*/ 2905566 w 3076047"/>
                <a:gd name="connsiteY4" fmla="*/ 3626604 h 7129221"/>
                <a:gd name="connsiteX5" fmla="*/ 2580100 w 3076047"/>
                <a:gd name="connsiteY5" fmla="*/ 4448014 h 7129221"/>
                <a:gd name="connsiteX6" fmla="*/ 1944670 w 3076047"/>
                <a:gd name="connsiteY6" fmla="*/ 5827363 h 7129221"/>
                <a:gd name="connsiteX7" fmla="*/ 1588210 w 3076047"/>
                <a:gd name="connsiteY7" fmla="*/ 7129221 h 7129221"/>
                <a:gd name="connsiteX8" fmla="*/ 890786 w 3076047"/>
                <a:gd name="connsiteY8" fmla="*/ 5548393 h 7129221"/>
                <a:gd name="connsiteX9" fmla="*/ 363844 w 3076047"/>
                <a:gd name="connsiteY9" fmla="*/ 3952067 h 7129221"/>
                <a:gd name="connsiteX10" fmla="*/ 22881 w 3076047"/>
                <a:gd name="connsiteY10" fmla="*/ 3084163 h 7129221"/>
                <a:gd name="connsiteX11" fmla="*/ 131369 w 3076047"/>
                <a:gd name="connsiteY11" fmla="*/ 2030278 h 7129221"/>
                <a:gd name="connsiteX12" fmla="*/ 875288 w 3076047"/>
                <a:gd name="connsiteY12" fmla="*/ 604434 h 7129221"/>
                <a:gd name="connsiteX13" fmla="*/ 1650203 w 3076047"/>
                <a:gd name="connsiteY13" fmla="*/ 0 h 7129221"/>
                <a:gd name="connsiteX0" fmla="*/ 1650203 w 3076047"/>
                <a:gd name="connsiteY0" fmla="*/ 0 h 7129221"/>
                <a:gd name="connsiteX1" fmla="*/ 2208142 w 3076047"/>
                <a:gd name="connsiteY1" fmla="*/ 371960 h 7129221"/>
                <a:gd name="connsiteX2" fmla="*/ 2905565 w 3076047"/>
                <a:gd name="connsiteY2" fmla="*/ 1425844 h 7129221"/>
                <a:gd name="connsiteX3" fmla="*/ 3076047 w 3076047"/>
                <a:gd name="connsiteY3" fmla="*/ 2588218 h 7129221"/>
                <a:gd name="connsiteX4" fmla="*/ 2905566 w 3076047"/>
                <a:gd name="connsiteY4" fmla="*/ 3626604 h 7129221"/>
                <a:gd name="connsiteX5" fmla="*/ 2580100 w 3076047"/>
                <a:gd name="connsiteY5" fmla="*/ 4448014 h 7129221"/>
                <a:gd name="connsiteX6" fmla="*/ 1944670 w 3076047"/>
                <a:gd name="connsiteY6" fmla="*/ 5827363 h 7129221"/>
                <a:gd name="connsiteX7" fmla="*/ 1588210 w 3076047"/>
                <a:gd name="connsiteY7" fmla="*/ 7129221 h 7129221"/>
                <a:gd name="connsiteX8" fmla="*/ 890786 w 3076047"/>
                <a:gd name="connsiteY8" fmla="*/ 5548393 h 7129221"/>
                <a:gd name="connsiteX9" fmla="*/ 363844 w 3076047"/>
                <a:gd name="connsiteY9" fmla="*/ 3952067 h 7129221"/>
                <a:gd name="connsiteX10" fmla="*/ 22881 w 3076047"/>
                <a:gd name="connsiteY10" fmla="*/ 3084163 h 7129221"/>
                <a:gd name="connsiteX11" fmla="*/ 131369 w 3076047"/>
                <a:gd name="connsiteY11" fmla="*/ 2030278 h 7129221"/>
                <a:gd name="connsiteX12" fmla="*/ 875288 w 3076047"/>
                <a:gd name="connsiteY12" fmla="*/ 604434 h 7129221"/>
                <a:gd name="connsiteX13" fmla="*/ 1650203 w 3076047"/>
                <a:gd name="connsiteY13" fmla="*/ 0 h 7129221"/>
                <a:gd name="connsiteX0" fmla="*/ 1650203 w 3177568"/>
                <a:gd name="connsiteY0" fmla="*/ 0 h 7129221"/>
                <a:gd name="connsiteX1" fmla="*/ 2208142 w 3177568"/>
                <a:gd name="connsiteY1" fmla="*/ 371960 h 7129221"/>
                <a:gd name="connsiteX2" fmla="*/ 2905565 w 3177568"/>
                <a:gd name="connsiteY2" fmla="*/ 1425844 h 7129221"/>
                <a:gd name="connsiteX3" fmla="*/ 3076047 w 3177568"/>
                <a:gd name="connsiteY3" fmla="*/ 2588218 h 7129221"/>
                <a:gd name="connsiteX4" fmla="*/ 2905566 w 3177568"/>
                <a:gd name="connsiteY4" fmla="*/ 3626604 h 7129221"/>
                <a:gd name="connsiteX5" fmla="*/ 2580100 w 3177568"/>
                <a:gd name="connsiteY5" fmla="*/ 4448014 h 7129221"/>
                <a:gd name="connsiteX6" fmla="*/ 1944670 w 3177568"/>
                <a:gd name="connsiteY6" fmla="*/ 5827363 h 7129221"/>
                <a:gd name="connsiteX7" fmla="*/ 1588210 w 3177568"/>
                <a:gd name="connsiteY7" fmla="*/ 7129221 h 7129221"/>
                <a:gd name="connsiteX8" fmla="*/ 890786 w 3177568"/>
                <a:gd name="connsiteY8" fmla="*/ 5548393 h 7129221"/>
                <a:gd name="connsiteX9" fmla="*/ 363844 w 3177568"/>
                <a:gd name="connsiteY9" fmla="*/ 3952067 h 7129221"/>
                <a:gd name="connsiteX10" fmla="*/ 22881 w 3177568"/>
                <a:gd name="connsiteY10" fmla="*/ 3084163 h 7129221"/>
                <a:gd name="connsiteX11" fmla="*/ 131369 w 3177568"/>
                <a:gd name="connsiteY11" fmla="*/ 2030278 h 7129221"/>
                <a:gd name="connsiteX12" fmla="*/ 875288 w 3177568"/>
                <a:gd name="connsiteY12" fmla="*/ 604434 h 7129221"/>
                <a:gd name="connsiteX13" fmla="*/ 1650203 w 3177568"/>
                <a:gd name="connsiteY13" fmla="*/ 0 h 7129221"/>
                <a:gd name="connsiteX0" fmla="*/ 1650203 w 3204515"/>
                <a:gd name="connsiteY0" fmla="*/ 0 h 7129221"/>
                <a:gd name="connsiteX1" fmla="*/ 2208142 w 3204515"/>
                <a:gd name="connsiteY1" fmla="*/ 371960 h 7129221"/>
                <a:gd name="connsiteX2" fmla="*/ 2905565 w 3204515"/>
                <a:gd name="connsiteY2" fmla="*/ 1425844 h 7129221"/>
                <a:gd name="connsiteX3" fmla="*/ 3076047 w 3204515"/>
                <a:gd name="connsiteY3" fmla="*/ 2588218 h 7129221"/>
                <a:gd name="connsiteX4" fmla="*/ 2905566 w 3204515"/>
                <a:gd name="connsiteY4" fmla="*/ 3626604 h 7129221"/>
                <a:gd name="connsiteX5" fmla="*/ 2580100 w 3204515"/>
                <a:gd name="connsiteY5" fmla="*/ 4448014 h 7129221"/>
                <a:gd name="connsiteX6" fmla="*/ 1944670 w 3204515"/>
                <a:gd name="connsiteY6" fmla="*/ 5827363 h 7129221"/>
                <a:gd name="connsiteX7" fmla="*/ 1588210 w 3204515"/>
                <a:gd name="connsiteY7" fmla="*/ 7129221 h 7129221"/>
                <a:gd name="connsiteX8" fmla="*/ 890786 w 3204515"/>
                <a:gd name="connsiteY8" fmla="*/ 5548393 h 7129221"/>
                <a:gd name="connsiteX9" fmla="*/ 363844 w 3204515"/>
                <a:gd name="connsiteY9" fmla="*/ 3952067 h 7129221"/>
                <a:gd name="connsiteX10" fmla="*/ 22881 w 3204515"/>
                <a:gd name="connsiteY10" fmla="*/ 3084163 h 7129221"/>
                <a:gd name="connsiteX11" fmla="*/ 131369 w 3204515"/>
                <a:gd name="connsiteY11" fmla="*/ 2030278 h 7129221"/>
                <a:gd name="connsiteX12" fmla="*/ 875288 w 3204515"/>
                <a:gd name="connsiteY12" fmla="*/ 604434 h 7129221"/>
                <a:gd name="connsiteX13" fmla="*/ 1650203 w 3204515"/>
                <a:gd name="connsiteY13" fmla="*/ 0 h 7129221"/>
                <a:gd name="connsiteX0" fmla="*/ 1650203 w 3215332"/>
                <a:gd name="connsiteY0" fmla="*/ 0 h 7129221"/>
                <a:gd name="connsiteX1" fmla="*/ 2208142 w 3215332"/>
                <a:gd name="connsiteY1" fmla="*/ 371960 h 7129221"/>
                <a:gd name="connsiteX2" fmla="*/ 2905565 w 3215332"/>
                <a:gd name="connsiteY2" fmla="*/ 1425844 h 7129221"/>
                <a:gd name="connsiteX3" fmla="*/ 3076047 w 3215332"/>
                <a:gd name="connsiteY3" fmla="*/ 2588218 h 7129221"/>
                <a:gd name="connsiteX4" fmla="*/ 2905566 w 3215332"/>
                <a:gd name="connsiteY4" fmla="*/ 3626604 h 7129221"/>
                <a:gd name="connsiteX5" fmla="*/ 2580100 w 3215332"/>
                <a:gd name="connsiteY5" fmla="*/ 4448014 h 7129221"/>
                <a:gd name="connsiteX6" fmla="*/ 1944670 w 3215332"/>
                <a:gd name="connsiteY6" fmla="*/ 5827363 h 7129221"/>
                <a:gd name="connsiteX7" fmla="*/ 1588210 w 3215332"/>
                <a:gd name="connsiteY7" fmla="*/ 7129221 h 7129221"/>
                <a:gd name="connsiteX8" fmla="*/ 890786 w 3215332"/>
                <a:gd name="connsiteY8" fmla="*/ 5548393 h 7129221"/>
                <a:gd name="connsiteX9" fmla="*/ 363844 w 3215332"/>
                <a:gd name="connsiteY9" fmla="*/ 3952067 h 7129221"/>
                <a:gd name="connsiteX10" fmla="*/ 22881 w 3215332"/>
                <a:gd name="connsiteY10" fmla="*/ 3084163 h 7129221"/>
                <a:gd name="connsiteX11" fmla="*/ 131369 w 3215332"/>
                <a:gd name="connsiteY11" fmla="*/ 2030278 h 7129221"/>
                <a:gd name="connsiteX12" fmla="*/ 875288 w 3215332"/>
                <a:gd name="connsiteY12" fmla="*/ 604434 h 7129221"/>
                <a:gd name="connsiteX13" fmla="*/ 1650203 w 3215332"/>
                <a:gd name="connsiteY13" fmla="*/ 0 h 7129221"/>
                <a:gd name="connsiteX0" fmla="*/ 1650203 w 3215332"/>
                <a:gd name="connsiteY0" fmla="*/ 0 h 7129221"/>
                <a:gd name="connsiteX1" fmla="*/ 2208142 w 3215332"/>
                <a:gd name="connsiteY1" fmla="*/ 371960 h 7129221"/>
                <a:gd name="connsiteX2" fmla="*/ 2905565 w 3215332"/>
                <a:gd name="connsiteY2" fmla="*/ 1425844 h 7129221"/>
                <a:gd name="connsiteX3" fmla="*/ 3076047 w 3215332"/>
                <a:gd name="connsiteY3" fmla="*/ 2588218 h 7129221"/>
                <a:gd name="connsiteX4" fmla="*/ 2905566 w 3215332"/>
                <a:gd name="connsiteY4" fmla="*/ 3626604 h 7129221"/>
                <a:gd name="connsiteX5" fmla="*/ 2580100 w 3215332"/>
                <a:gd name="connsiteY5" fmla="*/ 4448014 h 7129221"/>
                <a:gd name="connsiteX6" fmla="*/ 1944670 w 3215332"/>
                <a:gd name="connsiteY6" fmla="*/ 5827363 h 7129221"/>
                <a:gd name="connsiteX7" fmla="*/ 1588210 w 3215332"/>
                <a:gd name="connsiteY7" fmla="*/ 7129221 h 7129221"/>
                <a:gd name="connsiteX8" fmla="*/ 890786 w 3215332"/>
                <a:gd name="connsiteY8" fmla="*/ 5548393 h 7129221"/>
                <a:gd name="connsiteX9" fmla="*/ 363844 w 3215332"/>
                <a:gd name="connsiteY9" fmla="*/ 3952067 h 7129221"/>
                <a:gd name="connsiteX10" fmla="*/ 22881 w 3215332"/>
                <a:gd name="connsiteY10" fmla="*/ 3084163 h 7129221"/>
                <a:gd name="connsiteX11" fmla="*/ 131369 w 3215332"/>
                <a:gd name="connsiteY11" fmla="*/ 2030278 h 7129221"/>
                <a:gd name="connsiteX12" fmla="*/ 875288 w 3215332"/>
                <a:gd name="connsiteY12" fmla="*/ 604434 h 7129221"/>
                <a:gd name="connsiteX13" fmla="*/ 1650203 w 3215332"/>
                <a:gd name="connsiteY13" fmla="*/ 0 h 7129221"/>
                <a:gd name="connsiteX0" fmla="*/ 1650203 w 3215332"/>
                <a:gd name="connsiteY0" fmla="*/ 18975 h 7148196"/>
                <a:gd name="connsiteX1" fmla="*/ 2208142 w 3215332"/>
                <a:gd name="connsiteY1" fmla="*/ 390935 h 7148196"/>
                <a:gd name="connsiteX2" fmla="*/ 2905565 w 3215332"/>
                <a:gd name="connsiteY2" fmla="*/ 1444819 h 7148196"/>
                <a:gd name="connsiteX3" fmla="*/ 3076047 w 3215332"/>
                <a:gd name="connsiteY3" fmla="*/ 2607193 h 7148196"/>
                <a:gd name="connsiteX4" fmla="*/ 2905566 w 3215332"/>
                <a:gd name="connsiteY4" fmla="*/ 3645579 h 7148196"/>
                <a:gd name="connsiteX5" fmla="*/ 2580100 w 3215332"/>
                <a:gd name="connsiteY5" fmla="*/ 4466989 h 7148196"/>
                <a:gd name="connsiteX6" fmla="*/ 1944670 w 3215332"/>
                <a:gd name="connsiteY6" fmla="*/ 5846338 h 7148196"/>
                <a:gd name="connsiteX7" fmla="*/ 1588210 w 3215332"/>
                <a:gd name="connsiteY7" fmla="*/ 7148196 h 7148196"/>
                <a:gd name="connsiteX8" fmla="*/ 890786 w 3215332"/>
                <a:gd name="connsiteY8" fmla="*/ 5567368 h 7148196"/>
                <a:gd name="connsiteX9" fmla="*/ 363844 w 3215332"/>
                <a:gd name="connsiteY9" fmla="*/ 3971042 h 7148196"/>
                <a:gd name="connsiteX10" fmla="*/ 22881 w 3215332"/>
                <a:gd name="connsiteY10" fmla="*/ 3103138 h 7148196"/>
                <a:gd name="connsiteX11" fmla="*/ 131369 w 3215332"/>
                <a:gd name="connsiteY11" fmla="*/ 2049253 h 7148196"/>
                <a:gd name="connsiteX12" fmla="*/ 875288 w 3215332"/>
                <a:gd name="connsiteY12" fmla="*/ 623409 h 7148196"/>
                <a:gd name="connsiteX13" fmla="*/ 1650203 w 3215332"/>
                <a:gd name="connsiteY13" fmla="*/ 18975 h 7148196"/>
                <a:gd name="connsiteX0" fmla="*/ 875288 w 3215332"/>
                <a:gd name="connsiteY0" fmla="*/ 232474 h 6757261"/>
                <a:gd name="connsiteX1" fmla="*/ 2208142 w 3215332"/>
                <a:gd name="connsiteY1" fmla="*/ 0 h 6757261"/>
                <a:gd name="connsiteX2" fmla="*/ 2905565 w 3215332"/>
                <a:gd name="connsiteY2" fmla="*/ 1053884 h 6757261"/>
                <a:gd name="connsiteX3" fmla="*/ 3076047 w 3215332"/>
                <a:gd name="connsiteY3" fmla="*/ 2216258 h 6757261"/>
                <a:gd name="connsiteX4" fmla="*/ 2905566 w 3215332"/>
                <a:gd name="connsiteY4" fmla="*/ 3254644 h 6757261"/>
                <a:gd name="connsiteX5" fmla="*/ 2580100 w 3215332"/>
                <a:gd name="connsiteY5" fmla="*/ 4076054 h 6757261"/>
                <a:gd name="connsiteX6" fmla="*/ 1944670 w 3215332"/>
                <a:gd name="connsiteY6" fmla="*/ 5455403 h 6757261"/>
                <a:gd name="connsiteX7" fmla="*/ 1588210 w 3215332"/>
                <a:gd name="connsiteY7" fmla="*/ 6757261 h 6757261"/>
                <a:gd name="connsiteX8" fmla="*/ 890786 w 3215332"/>
                <a:gd name="connsiteY8" fmla="*/ 5176433 h 6757261"/>
                <a:gd name="connsiteX9" fmla="*/ 363844 w 3215332"/>
                <a:gd name="connsiteY9" fmla="*/ 3580107 h 6757261"/>
                <a:gd name="connsiteX10" fmla="*/ 22881 w 3215332"/>
                <a:gd name="connsiteY10" fmla="*/ 2712203 h 6757261"/>
                <a:gd name="connsiteX11" fmla="*/ 131369 w 3215332"/>
                <a:gd name="connsiteY11" fmla="*/ 1658318 h 6757261"/>
                <a:gd name="connsiteX12" fmla="*/ 875288 w 3215332"/>
                <a:gd name="connsiteY12" fmla="*/ 232474 h 6757261"/>
                <a:gd name="connsiteX0" fmla="*/ 875288 w 3215332"/>
                <a:gd name="connsiteY0" fmla="*/ 629582 h 7154369"/>
                <a:gd name="connsiteX1" fmla="*/ 2208142 w 3215332"/>
                <a:gd name="connsiteY1" fmla="*/ 397108 h 7154369"/>
                <a:gd name="connsiteX2" fmla="*/ 2905565 w 3215332"/>
                <a:gd name="connsiteY2" fmla="*/ 1450992 h 7154369"/>
                <a:gd name="connsiteX3" fmla="*/ 3076047 w 3215332"/>
                <a:gd name="connsiteY3" fmla="*/ 2613366 h 7154369"/>
                <a:gd name="connsiteX4" fmla="*/ 2905566 w 3215332"/>
                <a:gd name="connsiteY4" fmla="*/ 3651752 h 7154369"/>
                <a:gd name="connsiteX5" fmla="*/ 2580100 w 3215332"/>
                <a:gd name="connsiteY5" fmla="*/ 4473162 h 7154369"/>
                <a:gd name="connsiteX6" fmla="*/ 1944670 w 3215332"/>
                <a:gd name="connsiteY6" fmla="*/ 5852511 h 7154369"/>
                <a:gd name="connsiteX7" fmla="*/ 1588210 w 3215332"/>
                <a:gd name="connsiteY7" fmla="*/ 7154369 h 7154369"/>
                <a:gd name="connsiteX8" fmla="*/ 890786 w 3215332"/>
                <a:gd name="connsiteY8" fmla="*/ 5573541 h 7154369"/>
                <a:gd name="connsiteX9" fmla="*/ 363844 w 3215332"/>
                <a:gd name="connsiteY9" fmla="*/ 3977215 h 7154369"/>
                <a:gd name="connsiteX10" fmla="*/ 22881 w 3215332"/>
                <a:gd name="connsiteY10" fmla="*/ 3109311 h 7154369"/>
                <a:gd name="connsiteX11" fmla="*/ 131369 w 3215332"/>
                <a:gd name="connsiteY11" fmla="*/ 2055426 h 7154369"/>
                <a:gd name="connsiteX12" fmla="*/ 875288 w 3215332"/>
                <a:gd name="connsiteY12" fmla="*/ 629582 h 7154369"/>
                <a:gd name="connsiteX0" fmla="*/ 875288 w 3215332"/>
                <a:gd name="connsiteY0" fmla="*/ 629582 h 7154369"/>
                <a:gd name="connsiteX1" fmla="*/ 2208142 w 3215332"/>
                <a:gd name="connsiteY1" fmla="*/ 397108 h 7154369"/>
                <a:gd name="connsiteX2" fmla="*/ 2905565 w 3215332"/>
                <a:gd name="connsiteY2" fmla="*/ 1450992 h 7154369"/>
                <a:gd name="connsiteX3" fmla="*/ 3076047 w 3215332"/>
                <a:gd name="connsiteY3" fmla="*/ 2613366 h 7154369"/>
                <a:gd name="connsiteX4" fmla="*/ 2905566 w 3215332"/>
                <a:gd name="connsiteY4" fmla="*/ 3651752 h 7154369"/>
                <a:gd name="connsiteX5" fmla="*/ 2580100 w 3215332"/>
                <a:gd name="connsiteY5" fmla="*/ 4473162 h 7154369"/>
                <a:gd name="connsiteX6" fmla="*/ 1944670 w 3215332"/>
                <a:gd name="connsiteY6" fmla="*/ 5852511 h 7154369"/>
                <a:gd name="connsiteX7" fmla="*/ 1588210 w 3215332"/>
                <a:gd name="connsiteY7" fmla="*/ 7154369 h 7154369"/>
                <a:gd name="connsiteX8" fmla="*/ 890786 w 3215332"/>
                <a:gd name="connsiteY8" fmla="*/ 5573541 h 7154369"/>
                <a:gd name="connsiteX9" fmla="*/ 363844 w 3215332"/>
                <a:gd name="connsiteY9" fmla="*/ 3977215 h 7154369"/>
                <a:gd name="connsiteX10" fmla="*/ 22881 w 3215332"/>
                <a:gd name="connsiteY10" fmla="*/ 3109311 h 7154369"/>
                <a:gd name="connsiteX11" fmla="*/ 131369 w 3215332"/>
                <a:gd name="connsiteY11" fmla="*/ 2055426 h 7154369"/>
                <a:gd name="connsiteX12" fmla="*/ 875288 w 3215332"/>
                <a:gd name="connsiteY12" fmla="*/ 629582 h 7154369"/>
                <a:gd name="connsiteX0" fmla="*/ 1033131 w 3373175"/>
                <a:gd name="connsiteY0" fmla="*/ 629582 h 7154369"/>
                <a:gd name="connsiteX1" fmla="*/ 2365985 w 3373175"/>
                <a:gd name="connsiteY1" fmla="*/ 397108 h 7154369"/>
                <a:gd name="connsiteX2" fmla="*/ 3063408 w 3373175"/>
                <a:gd name="connsiteY2" fmla="*/ 1450992 h 7154369"/>
                <a:gd name="connsiteX3" fmla="*/ 3233890 w 3373175"/>
                <a:gd name="connsiteY3" fmla="*/ 2613366 h 7154369"/>
                <a:gd name="connsiteX4" fmla="*/ 3063409 w 3373175"/>
                <a:gd name="connsiteY4" fmla="*/ 3651752 h 7154369"/>
                <a:gd name="connsiteX5" fmla="*/ 2737943 w 3373175"/>
                <a:gd name="connsiteY5" fmla="*/ 4473162 h 7154369"/>
                <a:gd name="connsiteX6" fmla="*/ 2102513 w 3373175"/>
                <a:gd name="connsiteY6" fmla="*/ 5852511 h 7154369"/>
                <a:gd name="connsiteX7" fmla="*/ 1746053 w 3373175"/>
                <a:gd name="connsiteY7" fmla="*/ 7154369 h 7154369"/>
                <a:gd name="connsiteX8" fmla="*/ 1048629 w 3373175"/>
                <a:gd name="connsiteY8" fmla="*/ 5573541 h 7154369"/>
                <a:gd name="connsiteX9" fmla="*/ 521687 w 3373175"/>
                <a:gd name="connsiteY9" fmla="*/ 3977215 h 7154369"/>
                <a:gd name="connsiteX10" fmla="*/ 180724 w 3373175"/>
                <a:gd name="connsiteY10" fmla="*/ 3109311 h 7154369"/>
                <a:gd name="connsiteX11" fmla="*/ 289212 w 3373175"/>
                <a:gd name="connsiteY11" fmla="*/ 2055426 h 7154369"/>
                <a:gd name="connsiteX12" fmla="*/ 1033131 w 3373175"/>
                <a:gd name="connsiteY12" fmla="*/ 629582 h 7154369"/>
                <a:gd name="connsiteX0" fmla="*/ 1033131 w 3373175"/>
                <a:gd name="connsiteY0" fmla="*/ 629582 h 7154369"/>
                <a:gd name="connsiteX1" fmla="*/ 2365985 w 3373175"/>
                <a:gd name="connsiteY1" fmla="*/ 397108 h 7154369"/>
                <a:gd name="connsiteX2" fmla="*/ 3063408 w 3373175"/>
                <a:gd name="connsiteY2" fmla="*/ 1450992 h 7154369"/>
                <a:gd name="connsiteX3" fmla="*/ 3233890 w 3373175"/>
                <a:gd name="connsiteY3" fmla="*/ 2613366 h 7154369"/>
                <a:gd name="connsiteX4" fmla="*/ 3063409 w 3373175"/>
                <a:gd name="connsiteY4" fmla="*/ 3651752 h 7154369"/>
                <a:gd name="connsiteX5" fmla="*/ 2737943 w 3373175"/>
                <a:gd name="connsiteY5" fmla="*/ 4473162 h 7154369"/>
                <a:gd name="connsiteX6" fmla="*/ 2102513 w 3373175"/>
                <a:gd name="connsiteY6" fmla="*/ 5852511 h 7154369"/>
                <a:gd name="connsiteX7" fmla="*/ 1746053 w 3373175"/>
                <a:gd name="connsiteY7" fmla="*/ 7154369 h 7154369"/>
                <a:gd name="connsiteX8" fmla="*/ 1048629 w 3373175"/>
                <a:gd name="connsiteY8" fmla="*/ 5573541 h 7154369"/>
                <a:gd name="connsiteX9" fmla="*/ 521687 w 3373175"/>
                <a:gd name="connsiteY9" fmla="*/ 3977215 h 7154369"/>
                <a:gd name="connsiteX10" fmla="*/ 180724 w 3373175"/>
                <a:gd name="connsiteY10" fmla="*/ 3109311 h 7154369"/>
                <a:gd name="connsiteX11" fmla="*/ 289212 w 3373175"/>
                <a:gd name="connsiteY11" fmla="*/ 2055426 h 7154369"/>
                <a:gd name="connsiteX12" fmla="*/ 1033131 w 3373175"/>
                <a:gd name="connsiteY12" fmla="*/ 629582 h 7154369"/>
                <a:gd name="connsiteX0" fmla="*/ 1033131 w 3373175"/>
                <a:gd name="connsiteY0" fmla="*/ 629582 h 7154369"/>
                <a:gd name="connsiteX1" fmla="*/ 2365985 w 3373175"/>
                <a:gd name="connsiteY1" fmla="*/ 397108 h 7154369"/>
                <a:gd name="connsiteX2" fmla="*/ 3063408 w 3373175"/>
                <a:gd name="connsiteY2" fmla="*/ 1450992 h 7154369"/>
                <a:gd name="connsiteX3" fmla="*/ 3233890 w 3373175"/>
                <a:gd name="connsiteY3" fmla="*/ 2613366 h 7154369"/>
                <a:gd name="connsiteX4" fmla="*/ 3063409 w 3373175"/>
                <a:gd name="connsiteY4" fmla="*/ 3651752 h 7154369"/>
                <a:gd name="connsiteX5" fmla="*/ 2737943 w 3373175"/>
                <a:gd name="connsiteY5" fmla="*/ 4473162 h 7154369"/>
                <a:gd name="connsiteX6" fmla="*/ 2102513 w 3373175"/>
                <a:gd name="connsiteY6" fmla="*/ 5852511 h 7154369"/>
                <a:gd name="connsiteX7" fmla="*/ 1746053 w 3373175"/>
                <a:gd name="connsiteY7" fmla="*/ 7154369 h 7154369"/>
                <a:gd name="connsiteX8" fmla="*/ 1048629 w 3373175"/>
                <a:gd name="connsiteY8" fmla="*/ 5573541 h 7154369"/>
                <a:gd name="connsiteX9" fmla="*/ 521687 w 3373175"/>
                <a:gd name="connsiteY9" fmla="*/ 3977215 h 7154369"/>
                <a:gd name="connsiteX10" fmla="*/ 180724 w 3373175"/>
                <a:gd name="connsiteY10" fmla="*/ 3109311 h 7154369"/>
                <a:gd name="connsiteX11" fmla="*/ 289212 w 3373175"/>
                <a:gd name="connsiteY11" fmla="*/ 2055426 h 7154369"/>
                <a:gd name="connsiteX12" fmla="*/ 1033131 w 3373175"/>
                <a:gd name="connsiteY12" fmla="*/ 629582 h 7154369"/>
                <a:gd name="connsiteX0" fmla="*/ 1033131 w 3373175"/>
                <a:gd name="connsiteY0" fmla="*/ 629582 h 7155806"/>
                <a:gd name="connsiteX1" fmla="*/ 2365985 w 3373175"/>
                <a:gd name="connsiteY1" fmla="*/ 397108 h 7155806"/>
                <a:gd name="connsiteX2" fmla="*/ 3063408 w 3373175"/>
                <a:gd name="connsiteY2" fmla="*/ 1450992 h 7155806"/>
                <a:gd name="connsiteX3" fmla="*/ 3233890 w 3373175"/>
                <a:gd name="connsiteY3" fmla="*/ 2613366 h 7155806"/>
                <a:gd name="connsiteX4" fmla="*/ 3063409 w 3373175"/>
                <a:gd name="connsiteY4" fmla="*/ 3651752 h 7155806"/>
                <a:gd name="connsiteX5" fmla="*/ 2737943 w 3373175"/>
                <a:gd name="connsiteY5" fmla="*/ 4473162 h 7155806"/>
                <a:gd name="connsiteX6" fmla="*/ 2102513 w 3373175"/>
                <a:gd name="connsiteY6" fmla="*/ 5852511 h 7155806"/>
                <a:gd name="connsiteX7" fmla="*/ 1746053 w 3373175"/>
                <a:gd name="connsiteY7" fmla="*/ 7154369 h 7155806"/>
                <a:gd name="connsiteX8" fmla="*/ 1048629 w 3373175"/>
                <a:gd name="connsiteY8" fmla="*/ 5573541 h 7155806"/>
                <a:gd name="connsiteX9" fmla="*/ 521687 w 3373175"/>
                <a:gd name="connsiteY9" fmla="*/ 3977215 h 7155806"/>
                <a:gd name="connsiteX10" fmla="*/ 180724 w 3373175"/>
                <a:gd name="connsiteY10" fmla="*/ 3109311 h 7155806"/>
                <a:gd name="connsiteX11" fmla="*/ 289212 w 3373175"/>
                <a:gd name="connsiteY11" fmla="*/ 2055426 h 7155806"/>
                <a:gd name="connsiteX12" fmla="*/ 1033131 w 3373175"/>
                <a:gd name="connsiteY12" fmla="*/ 629582 h 7155806"/>
                <a:gd name="connsiteX0" fmla="*/ 1033131 w 3373175"/>
                <a:gd name="connsiteY0" fmla="*/ 629582 h 7155806"/>
                <a:gd name="connsiteX1" fmla="*/ 2365985 w 3373175"/>
                <a:gd name="connsiteY1" fmla="*/ 397108 h 7155806"/>
                <a:gd name="connsiteX2" fmla="*/ 3063408 w 3373175"/>
                <a:gd name="connsiteY2" fmla="*/ 1450992 h 7155806"/>
                <a:gd name="connsiteX3" fmla="*/ 3233890 w 3373175"/>
                <a:gd name="connsiteY3" fmla="*/ 2613366 h 7155806"/>
                <a:gd name="connsiteX4" fmla="*/ 3063409 w 3373175"/>
                <a:gd name="connsiteY4" fmla="*/ 3651752 h 7155806"/>
                <a:gd name="connsiteX5" fmla="*/ 2737943 w 3373175"/>
                <a:gd name="connsiteY5" fmla="*/ 4473162 h 7155806"/>
                <a:gd name="connsiteX6" fmla="*/ 2102513 w 3373175"/>
                <a:gd name="connsiteY6" fmla="*/ 5852511 h 7155806"/>
                <a:gd name="connsiteX7" fmla="*/ 1746053 w 3373175"/>
                <a:gd name="connsiteY7" fmla="*/ 7154369 h 7155806"/>
                <a:gd name="connsiteX8" fmla="*/ 1048629 w 3373175"/>
                <a:gd name="connsiteY8" fmla="*/ 5573541 h 7155806"/>
                <a:gd name="connsiteX9" fmla="*/ 521687 w 3373175"/>
                <a:gd name="connsiteY9" fmla="*/ 3977215 h 7155806"/>
                <a:gd name="connsiteX10" fmla="*/ 180724 w 3373175"/>
                <a:gd name="connsiteY10" fmla="*/ 3109311 h 7155806"/>
                <a:gd name="connsiteX11" fmla="*/ 289212 w 3373175"/>
                <a:gd name="connsiteY11" fmla="*/ 2055426 h 7155806"/>
                <a:gd name="connsiteX12" fmla="*/ 1033131 w 3373175"/>
                <a:gd name="connsiteY12" fmla="*/ 629582 h 7155806"/>
                <a:gd name="connsiteX0" fmla="*/ 1033131 w 3373175"/>
                <a:gd name="connsiteY0" fmla="*/ 629582 h 7156077"/>
                <a:gd name="connsiteX1" fmla="*/ 2365985 w 3373175"/>
                <a:gd name="connsiteY1" fmla="*/ 397108 h 7156077"/>
                <a:gd name="connsiteX2" fmla="*/ 3063408 w 3373175"/>
                <a:gd name="connsiteY2" fmla="*/ 1450992 h 7156077"/>
                <a:gd name="connsiteX3" fmla="*/ 3233890 w 3373175"/>
                <a:gd name="connsiteY3" fmla="*/ 2613366 h 7156077"/>
                <a:gd name="connsiteX4" fmla="*/ 3063409 w 3373175"/>
                <a:gd name="connsiteY4" fmla="*/ 3651752 h 7156077"/>
                <a:gd name="connsiteX5" fmla="*/ 2737943 w 3373175"/>
                <a:gd name="connsiteY5" fmla="*/ 4473162 h 7156077"/>
                <a:gd name="connsiteX6" fmla="*/ 2102513 w 3373175"/>
                <a:gd name="connsiteY6" fmla="*/ 5852511 h 7156077"/>
                <a:gd name="connsiteX7" fmla="*/ 1746053 w 3373175"/>
                <a:gd name="connsiteY7" fmla="*/ 7154369 h 7156077"/>
                <a:gd name="connsiteX8" fmla="*/ 1048629 w 3373175"/>
                <a:gd name="connsiteY8" fmla="*/ 5573541 h 7156077"/>
                <a:gd name="connsiteX9" fmla="*/ 521687 w 3373175"/>
                <a:gd name="connsiteY9" fmla="*/ 3977215 h 7156077"/>
                <a:gd name="connsiteX10" fmla="*/ 180724 w 3373175"/>
                <a:gd name="connsiteY10" fmla="*/ 3109311 h 7156077"/>
                <a:gd name="connsiteX11" fmla="*/ 289212 w 3373175"/>
                <a:gd name="connsiteY11" fmla="*/ 2055426 h 7156077"/>
                <a:gd name="connsiteX12" fmla="*/ 1033131 w 3373175"/>
                <a:gd name="connsiteY12" fmla="*/ 629582 h 7156077"/>
                <a:gd name="connsiteX0" fmla="*/ 1033131 w 3373175"/>
                <a:gd name="connsiteY0" fmla="*/ 629582 h 7155806"/>
                <a:gd name="connsiteX1" fmla="*/ 2365985 w 3373175"/>
                <a:gd name="connsiteY1" fmla="*/ 397108 h 7155806"/>
                <a:gd name="connsiteX2" fmla="*/ 3063408 w 3373175"/>
                <a:gd name="connsiteY2" fmla="*/ 1450992 h 7155806"/>
                <a:gd name="connsiteX3" fmla="*/ 3233890 w 3373175"/>
                <a:gd name="connsiteY3" fmla="*/ 2613366 h 7155806"/>
                <a:gd name="connsiteX4" fmla="*/ 3063409 w 3373175"/>
                <a:gd name="connsiteY4" fmla="*/ 3651752 h 7155806"/>
                <a:gd name="connsiteX5" fmla="*/ 2737943 w 3373175"/>
                <a:gd name="connsiteY5" fmla="*/ 4473162 h 7155806"/>
                <a:gd name="connsiteX6" fmla="*/ 2102513 w 3373175"/>
                <a:gd name="connsiteY6" fmla="*/ 5852511 h 7155806"/>
                <a:gd name="connsiteX7" fmla="*/ 1746053 w 3373175"/>
                <a:gd name="connsiteY7" fmla="*/ 7154369 h 7155806"/>
                <a:gd name="connsiteX8" fmla="*/ 1048629 w 3373175"/>
                <a:gd name="connsiteY8" fmla="*/ 5573541 h 7155806"/>
                <a:gd name="connsiteX9" fmla="*/ 521687 w 3373175"/>
                <a:gd name="connsiteY9" fmla="*/ 3977215 h 7155806"/>
                <a:gd name="connsiteX10" fmla="*/ 180724 w 3373175"/>
                <a:gd name="connsiteY10" fmla="*/ 3109311 h 7155806"/>
                <a:gd name="connsiteX11" fmla="*/ 289212 w 3373175"/>
                <a:gd name="connsiteY11" fmla="*/ 2055426 h 7155806"/>
                <a:gd name="connsiteX12" fmla="*/ 1033131 w 3373175"/>
                <a:gd name="connsiteY12" fmla="*/ 629582 h 7155806"/>
                <a:gd name="connsiteX0" fmla="*/ 1033131 w 3373175"/>
                <a:gd name="connsiteY0" fmla="*/ 629582 h 7154369"/>
                <a:gd name="connsiteX1" fmla="*/ 2365985 w 3373175"/>
                <a:gd name="connsiteY1" fmla="*/ 397108 h 7154369"/>
                <a:gd name="connsiteX2" fmla="*/ 3063408 w 3373175"/>
                <a:gd name="connsiteY2" fmla="*/ 1450992 h 7154369"/>
                <a:gd name="connsiteX3" fmla="*/ 3233890 w 3373175"/>
                <a:gd name="connsiteY3" fmla="*/ 2613366 h 7154369"/>
                <a:gd name="connsiteX4" fmla="*/ 3063409 w 3373175"/>
                <a:gd name="connsiteY4" fmla="*/ 3651752 h 7154369"/>
                <a:gd name="connsiteX5" fmla="*/ 2737943 w 3373175"/>
                <a:gd name="connsiteY5" fmla="*/ 4473162 h 7154369"/>
                <a:gd name="connsiteX6" fmla="*/ 2102513 w 3373175"/>
                <a:gd name="connsiteY6" fmla="*/ 5852511 h 7154369"/>
                <a:gd name="connsiteX7" fmla="*/ 1746053 w 3373175"/>
                <a:gd name="connsiteY7" fmla="*/ 7154369 h 7154369"/>
                <a:gd name="connsiteX8" fmla="*/ 1048629 w 3373175"/>
                <a:gd name="connsiteY8" fmla="*/ 5573541 h 7154369"/>
                <a:gd name="connsiteX9" fmla="*/ 521687 w 3373175"/>
                <a:gd name="connsiteY9" fmla="*/ 3977215 h 7154369"/>
                <a:gd name="connsiteX10" fmla="*/ 180724 w 3373175"/>
                <a:gd name="connsiteY10" fmla="*/ 3109311 h 7154369"/>
                <a:gd name="connsiteX11" fmla="*/ 289212 w 3373175"/>
                <a:gd name="connsiteY11" fmla="*/ 2055426 h 7154369"/>
                <a:gd name="connsiteX12" fmla="*/ 1033131 w 3373175"/>
                <a:gd name="connsiteY12" fmla="*/ 629582 h 7154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73175" h="7154369">
                  <a:moveTo>
                    <a:pt x="1033131" y="629582"/>
                  </a:moveTo>
                  <a:cubicBezTo>
                    <a:pt x="2319244" y="-681623"/>
                    <a:pt x="1921700" y="474599"/>
                    <a:pt x="2365985" y="397108"/>
                  </a:cubicBezTo>
                  <a:cubicBezTo>
                    <a:pt x="2934902" y="504950"/>
                    <a:pt x="3218391" y="924050"/>
                    <a:pt x="3063408" y="1450992"/>
                  </a:cubicBezTo>
                  <a:cubicBezTo>
                    <a:pt x="3679035" y="1965450"/>
                    <a:pt x="3177063" y="2225908"/>
                    <a:pt x="3233890" y="2613366"/>
                  </a:cubicBezTo>
                  <a:cubicBezTo>
                    <a:pt x="3535203" y="3210955"/>
                    <a:pt x="3234536" y="3214183"/>
                    <a:pt x="3063409" y="3651752"/>
                  </a:cubicBezTo>
                  <a:cubicBezTo>
                    <a:pt x="3082006" y="4093454"/>
                    <a:pt x="2841266" y="4183860"/>
                    <a:pt x="2737943" y="4473162"/>
                  </a:cubicBezTo>
                  <a:cubicBezTo>
                    <a:pt x="2603624" y="4819291"/>
                    <a:pt x="2903259" y="5180917"/>
                    <a:pt x="2102513" y="5852511"/>
                  </a:cubicBezTo>
                  <a:cubicBezTo>
                    <a:pt x="1983693" y="6286464"/>
                    <a:pt x="2081850" y="7123372"/>
                    <a:pt x="1746053" y="7154369"/>
                  </a:cubicBezTo>
                  <a:cubicBezTo>
                    <a:pt x="1405091" y="7149203"/>
                    <a:pt x="1203612" y="6338124"/>
                    <a:pt x="1048629" y="5573541"/>
                  </a:cubicBezTo>
                  <a:cubicBezTo>
                    <a:pt x="1027965" y="5103426"/>
                    <a:pt x="310122" y="5114988"/>
                    <a:pt x="521687" y="3977215"/>
                  </a:cubicBezTo>
                  <a:cubicBezTo>
                    <a:pt x="671504" y="3507100"/>
                    <a:pt x="-99722" y="3884226"/>
                    <a:pt x="180724" y="3109311"/>
                  </a:cubicBezTo>
                  <a:cubicBezTo>
                    <a:pt x="-221985" y="2599097"/>
                    <a:pt x="154893" y="2318897"/>
                    <a:pt x="289212" y="2055426"/>
                  </a:cubicBezTo>
                  <a:cubicBezTo>
                    <a:pt x="537185" y="1714463"/>
                    <a:pt x="-216328" y="1144717"/>
                    <a:pt x="1033131" y="629582"/>
                  </a:cubicBezTo>
                  <a:close/>
                </a:path>
              </a:pathLst>
            </a:custGeom>
            <a:solidFill>
              <a:srgbClr val="385539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7">
              <a:extLst>
                <a:ext uri="{FF2B5EF4-FFF2-40B4-BE49-F238E27FC236}">
                  <a16:creationId xmlns:a16="http://schemas.microsoft.com/office/drawing/2014/main" id="{0C452F15-D11E-DDE6-48A4-54B2538B6F43}"/>
                </a:ext>
              </a:extLst>
            </p:cNvPr>
            <p:cNvSpPr/>
            <p:nvPr/>
          </p:nvSpPr>
          <p:spPr>
            <a:xfrm rot="19571292" flipH="1" flipV="1">
              <a:off x="4575185" y="5026599"/>
              <a:ext cx="1458610" cy="499699"/>
            </a:xfrm>
            <a:custGeom>
              <a:avLst/>
              <a:gdLst>
                <a:gd name="connsiteX0" fmla="*/ 0 w 1007285"/>
                <a:gd name="connsiteY0" fmla="*/ 0 h 94954"/>
                <a:gd name="connsiteX1" fmla="*/ 1007285 w 1007285"/>
                <a:gd name="connsiteY1" fmla="*/ 0 h 94954"/>
                <a:gd name="connsiteX2" fmla="*/ 1007285 w 1007285"/>
                <a:gd name="connsiteY2" fmla="*/ 94954 h 94954"/>
                <a:gd name="connsiteX3" fmla="*/ 0 w 1007285"/>
                <a:gd name="connsiteY3" fmla="*/ 94954 h 94954"/>
                <a:gd name="connsiteX4" fmla="*/ 0 w 1007285"/>
                <a:gd name="connsiteY4" fmla="*/ 0 h 94954"/>
                <a:gd name="connsiteX0" fmla="*/ 2819400 w 3826685"/>
                <a:gd name="connsiteY0" fmla="*/ 0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4" fmla="*/ 2819400 w 3826685"/>
                <a:gd name="connsiteY4" fmla="*/ 0 h 869654"/>
                <a:gd name="connsiteX0" fmla="*/ 0 w 3826685"/>
                <a:gd name="connsiteY0" fmla="*/ 869654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968065 h 1033547"/>
                <a:gd name="connsiteX1" fmla="*/ 3826685 w 3826685"/>
                <a:gd name="connsiteY1" fmla="*/ 98411 h 1033547"/>
                <a:gd name="connsiteX2" fmla="*/ 3826685 w 3826685"/>
                <a:gd name="connsiteY2" fmla="*/ 193365 h 1033547"/>
                <a:gd name="connsiteX3" fmla="*/ 0 w 3826685"/>
                <a:gd name="connsiteY3" fmla="*/ 968065 h 1033547"/>
                <a:gd name="connsiteX0" fmla="*/ 0 w 3826685"/>
                <a:gd name="connsiteY0" fmla="*/ 968065 h 1013810"/>
                <a:gd name="connsiteX1" fmla="*/ 3826685 w 3826685"/>
                <a:gd name="connsiteY1" fmla="*/ 98411 h 1013810"/>
                <a:gd name="connsiteX2" fmla="*/ 3826685 w 3826685"/>
                <a:gd name="connsiteY2" fmla="*/ 193365 h 1013810"/>
                <a:gd name="connsiteX3" fmla="*/ 0 w 3826685"/>
                <a:gd name="connsiteY3" fmla="*/ 968065 h 1013810"/>
                <a:gd name="connsiteX0" fmla="*/ 0 w 3826685"/>
                <a:gd name="connsiteY0" fmla="*/ 968065 h 1012429"/>
                <a:gd name="connsiteX1" fmla="*/ 3826685 w 3826685"/>
                <a:gd name="connsiteY1" fmla="*/ 98411 h 1012429"/>
                <a:gd name="connsiteX2" fmla="*/ 3826685 w 3826685"/>
                <a:gd name="connsiteY2" fmla="*/ 193365 h 1012429"/>
                <a:gd name="connsiteX3" fmla="*/ 0 w 3826685"/>
                <a:gd name="connsiteY3" fmla="*/ 968065 h 1012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26685" h="1012429">
                  <a:moveTo>
                    <a:pt x="0" y="968065"/>
                  </a:moveTo>
                  <a:cubicBezTo>
                    <a:pt x="1199362" y="1008380"/>
                    <a:pt x="2779723" y="-373704"/>
                    <a:pt x="3826685" y="98411"/>
                  </a:cubicBezTo>
                  <a:lnTo>
                    <a:pt x="3826685" y="193365"/>
                  </a:lnTo>
                  <a:cubicBezTo>
                    <a:pt x="2614623" y="-65927"/>
                    <a:pt x="932662" y="1268632"/>
                    <a:pt x="0" y="968065"/>
                  </a:cubicBezTo>
                  <a:close/>
                </a:path>
              </a:pathLst>
            </a:custGeom>
            <a:solidFill>
              <a:srgbClr val="D4E39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7">
              <a:extLst>
                <a:ext uri="{FF2B5EF4-FFF2-40B4-BE49-F238E27FC236}">
                  <a16:creationId xmlns:a16="http://schemas.microsoft.com/office/drawing/2014/main" id="{AD388F64-2753-2D2A-D4FE-EDDB28E604A2}"/>
                </a:ext>
              </a:extLst>
            </p:cNvPr>
            <p:cNvSpPr/>
            <p:nvPr/>
          </p:nvSpPr>
          <p:spPr>
            <a:xfrm rot="2028708" flipV="1">
              <a:off x="3976204" y="5448330"/>
              <a:ext cx="1031551" cy="353395"/>
            </a:xfrm>
            <a:custGeom>
              <a:avLst/>
              <a:gdLst>
                <a:gd name="connsiteX0" fmla="*/ 0 w 1007285"/>
                <a:gd name="connsiteY0" fmla="*/ 0 h 94954"/>
                <a:gd name="connsiteX1" fmla="*/ 1007285 w 1007285"/>
                <a:gd name="connsiteY1" fmla="*/ 0 h 94954"/>
                <a:gd name="connsiteX2" fmla="*/ 1007285 w 1007285"/>
                <a:gd name="connsiteY2" fmla="*/ 94954 h 94954"/>
                <a:gd name="connsiteX3" fmla="*/ 0 w 1007285"/>
                <a:gd name="connsiteY3" fmla="*/ 94954 h 94954"/>
                <a:gd name="connsiteX4" fmla="*/ 0 w 1007285"/>
                <a:gd name="connsiteY4" fmla="*/ 0 h 94954"/>
                <a:gd name="connsiteX0" fmla="*/ 2819400 w 3826685"/>
                <a:gd name="connsiteY0" fmla="*/ 0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4" fmla="*/ 2819400 w 3826685"/>
                <a:gd name="connsiteY4" fmla="*/ 0 h 869654"/>
                <a:gd name="connsiteX0" fmla="*/ 0 w 3826685"/>
                <a:gd name="connsiteY0" fmla="*/ 869654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968065 h 1033547"/>
                <a:gd name="connsiteX1" fmla="*/ 3826685 w 3826685"/>
                <a:gd name="connsiteY1" fmla="*/ 98411 h 1033547"/>
                <a:gd name="connsiteX2" fmla="*/ 3826685 w 3826685"/>
                <a:gd name="connsiteY2" fmla="*/ 193365 h 1033547"/>
                <a:gd name="connsiteX3" fmla="*/ 0 w 3826685"/>
                <a:gd name="connsiteY3" fmla="*/ 968065 h 1033547"/>
                <a:gd name="connsiteX0" fmla="*/ 0 w 3826685"/>
                <a:gd name="connsiteY0" fmla="*/ 968065 h 1013810"/>
                <a:gd name="connsiteX1" fmla="*/ 3826685 w 3826685"/>
                <a:gd name="connsiteY1" fmla="*/ 98411 h 1013810"/>
                <a:gd name="connsiteX2" fmla="*/ 3826685 w 3826685"/>
                <a:gd name="connsiteY2" fmla="*/ 193365 h 1013810"/>
                <a:gd name="connsiteX3" fmla="*/ 0 w 3826685"/>
                <a:gd name="connsiteY3" fmla="*/ 968065 h 1013810"/>
                <a:gd name="connsiteX0" fmla="*/ 0 w 3826685"/>
                <a:gd name="connsiteY0" fmla="*/ 968065 h 1012429"/>
                <a:gd name="connsiteX1" fmla="*/ 3826685 w 3826685"/>
                <a:gd name="connsiteY1" fmla="*/ 98411 h 1012429"/>
                <a:gd name="connsiteX2" fmla="*/ 3826685 w 3826685"/>
                <a:gd name="connsiteY2" fmla="*/ 193365 h 1012429"/>
                <a:gd name="connsiteX3" fmla="*/ 0 w 3826685"/>
                <a:gd name="connsiteY3" fmla="*/ 968065 h 1012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26685" h="1012429">
                  <a:moveTo>
                    <a:pt x="0" y="968065"/>
                  </a:moveTo>
                  <a:cubicBezTo>
                    <a:pt x="1199362" y="1008380"/>
                    <a:pt x="2779723" y="-373704"/>
                    <a:pt x="3826685" y="98411"/>
                  </a:cubicBezTo>
                  <a:lnTo>
                    <a:pt x="3826685" y="193365"/>
                  </a:lnTo>
                  <a:cubicBezTo>
                    <a:pt x="2614623" y="-65927"/>
                    <a:pt x="932662" y="1268632"/>
                    <a:pt x="0" y="968065"/>
                  </a:cubicBezTo>
                  <a:close/>
                </a:path>
              </a:pathLst>
            </a:custGeom>
            <a:solidFill>
              <a:srgbClr val="D4E39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7">
              <a:extLst>
                <a:ext uri="{FF2B5EF4-FFF2-40B4-BE49-F238E27FC236}">
                  <a16:creationId xmlns:a16="http://schemas.microsoft.com/office/drawing/2014/main" id="{028C4B07-FCC1-0A0E-4173-F526A684AC40}"/>
                </a:ext>
              </a:extLst>
            </p:cNvPr>
            <p:cNvSpPr/>
            <p:nvPr/>
          </p:nvSpPr>
          <p:spPr>
            <a:xfrm rot="19571292" flipH="1" flipV="1">
              <a:off x="4451654" y="3413851"/>
              <a:ext cx="2269870" cy="777625"/>
            </a:xfrm>
            <a:custGeom>
              <a:avLst/>
              <a:gdLst>
                <a:gd name="connsiteX0" fmla="*/ 0 w 1007285"/>
                <a:gd name="connsiteY0" fmla="*/ 0 h 94954"/>
                <a:gd name="connsiteX1" fmla="*/ 1007285 w 1007285"/>
                <a:gd name="connsiteY1" fmla="*/ 0 h 94954"/>
                <a:gd name="connsiteX2" fmla="*/ 1007285 w 1007285"/>
                <a:gd name="connsiteY2" fmla="*/ 94954 h 94954"/>
                <a:gd name="connsiteX3" fmla="*/ 0 w 1007285"/>
                <a:gd name="connsiteY3" fmla="*/ 94954 h 94954"/>
                <a:gd name="connsiteX4" fmla="*/ 0 w 1007285"/>
                <a:gd name="connsiteY4" fmla="*/ 0 h 94954"/>
                <a:gd name="connsiteX0" fmla="*/ 2819400 w 3826685"/>
                <a:gd name="connsiteY0" fmla="*/ 0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4" fmla="*/ 2819400 w 3826685"/>
                <a:gd name="connsiteY4" fmla="*/ 0 h 869654"/>
                <a:gd name="connsiteX0" fmla="*/ 0 w 3826685"/>
                <a:gd name="connsiteY0" fmla="*/ 869654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968065 h 1033547"/>
                <a:gd name="connsiteX1" fmla="*/ 3826685 w 3826685"/>
                <a:gd name="connsiteY1" fmla="*/ 98411 h 1033547"/>
                <a:gd name="connsiteX2" fmla="*/ 3826685 w 3826685"/>
                <a:gd name="connsiteY2" fmla="*/ 193365 h 1033547"/>
                <a:gd name="connsiteX3" fmla="*/ 0 w 3826685"/>
                <a:gd name="connsiteY3" fmla="*/ 968065 h 1033547"/>
                <a:gd name="connsiteX0" fmla="*/ 0 w 3826685"/>
                <a:gd name="connsiteY0" fmla="*/ 968065 h 1013810"/>
                <a:gd name="connsiteX1" fmla="*/ 3826685 w 3826685"/>
                <a:gd name="connsiteY1" fmla="*/ 98411 h 1013810"/>
                <a:gd name="connsiteX2" fmla="*/ 3826685 w 3826685"/>
                <a:gd name="connsiteY2" fmla="*/ 193365 h 1013810"/>
                <a:gd name="connsiteX3" fmla="*/ 0 w 3826685"/>
                <a:gd name="connsiteY3" fmla="*/ 968065 h 1013810"/>
                <a:gd name="connsiteX0" fmla="*/ 0 w 3826685"/>
                <a:gd name="connsiteY0" fmla="*/ 968065 h 1012429"/>
                <a:gd name="connsiteX1" fmla="*/ 3826685 w 3826685"/>
                <a:gd name="connsiteY1" fmla="*/ 98411 h 1012429"/>
                <a:gd name="connsiteX2" fmla="*/ 3826685 w 3826685"/>
                <a:gd name="connsiteY2" fmla="*/ 193365 h 1012429"/>
                <a:gd name="connsiteX3" fmla="*/ 0 w 3826685"/>
                <a:gd name="connsiteY3" fmla="*/ 968065 h 1012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26685" h="1012429">
                  <a:moveTo>
                    <a:pt x="0" y="968065"/>
                  </a:moveTo>
                  <a:cubicBezTo>
                    <a:pt x="1199362" y="1008380"/>
                    <a:pt x="2779723" y="-373704"/>
                    <a:pt x="3826685" y="98411"/>
                  </a:cubicBezTo>
                  <a:lnTo>
                    <a:pt x="3826685" y="193365"/>
                  </a:lnTo>
                  <a:cubicBezTo>
                    <a:pt x="2614623" y="-65927"/>
                    <a:pt x="932662" y="1268632"/>
                    <a:pt x="0" y="968065"/>
                  </a:cubicBezTo>
                  <a:close/>
                </a:path>
              </a:pathLst>
            </a:custGeom>
            <a:solidFill>
              <a:srgbClr val="D4E39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7">
              <a:extLst>
                <a:ext uri="{FF2B5EF4-FFF2-40B4-BE49-F238E27FC236}">
                  <a16:creationId xmlns:a16="http://schemas.microsoft.com/office/drawing/2014/main" id="{094BD5D2-4381-83E0-62A7-9A3E50624FF3}"/>
                </a:ext>
              </a:extLst>
            </p:cNvPr>
            <p:cNvSpPr/>
            <p:nvPr/>
          </p:nvSpPr>
          <p:spPr>
            <a:xfrm rot="2342720" flipV="1">
              <a:off x="2989644" y="3742251"/>
              <a:ext cx="2269870" cy="777625"/>
            </a:xfrm>
            <a:custGeom>
              <a:avLst/>
              <a:gdLst>
                <a:gd name="connsiteX0" fmla="*/ 0 w 1007285"/>
                <a:gd name="connsiteY0" fmla="*/ 0 h 94954"/>
                <a:gd name="connsiteX1" fmla="*/ 1007285 w 1007285"/>
                <a:gd name="connsiteY1" fmla="*/ 0 h 94954"/>
                <a:gd name="connsiteX2" fmla="*/ 1007285 w 1007285"/>
                <a:gd name="connsiteY2" fmla="*/ 94954 h 94954"/>
                <a:gd name="connsiteX3" fmla="*/ 0 w 1007285"/>
                <a:gd name="connsiteY3" fmla="*/ 94954 h 94954"/>
                <a:gd name="connsiteX4" fmla="*/ 0 w 1007285"/>
                <a:gd name="connsiteY4" fmla="*/ 0 h 94954"/>
                <a:gd name="connsiteX0" fmla="*/ 2819400 w 3826685"/>
                <a:gd name="connsiteY0" fmla="*/ 0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4" fmla="*/ 2819400 w 3826685"/>
                <a:gd name="connsiteY4" fmla="*/ 0 h 869654"/>
                <a:gd name="connsiteX0" fmla="*/ 0 w 3826685"/>
                <a:gd name="connsiteY0" fmla="*/ 869654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968065 h 1033547"/>
                <a:gd name="connsiteX1" fmla="*/ 3826685 w 3826685"/>
                <a:gd name="connsiteY1" fmla="*/ 98411 h 1033547"/>
                <a:gd name="connsiteX2" fmla="*/ 3826685 w 3826685"/>
                <a:gd name="connsiteY2" fmla="*/ 193365 h 1033547"/>
                <a:gd name="connsiteX3" fmla="*/ 0 w 3826685"/>
                <a:gd name="connsiteY3" fmla="*/ 968065 h 1033547"/>
                <a:gd name="connsiteX0" fmla="*/ 0 w 3826685"/>
                <a:gd name="connsiteY0" fmla="*/ 968065 h 1013810"/>
                <a:gd name="connsiteX1" fmla="*/ 3826685 w 3826685"/>
                <a:gd name="connsiteY1" fmla="*/ 98411 h 1013810"/>
                <a:gd name="connsiteX2" fmla="*/ 3826685 w 3826685"/>
                <a:gd name="connsiteY2" fmla="*/ 193365 h 1013810"/>
                <a:gd name="connsiteX3" fmla="*/ 0 w 3826685"/>
                <a:gd name="connsiteY3" fmla="*/ 968065 h 1013810"/>
                <a:gd name="connsiteX0" fmla="*/ 0 w 3826685"/>
                <a:gd name="connsiteY0" fmla="*/ 968065 h 1012429"/>
                <a:gd name="connsiteX1" fmla="*/ 3826685 w 3826685"/>
                <a:gd name="connsiteY1" fmla="*/ 98411 h 1012429"/>
                <a:gd name="connsiteX2" fmla="*/ 3826685 w 3826685"/>
                <a:gd name="connsiteY2" fmla="*/ 193365 h 1012429"/>
                <a:gd name="connsiteX3" fmla="*/ 0 w 3826685"/>
                <a:gd name="connsiteY3" fmla="*/ 968065 h 1012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26685" h="1012429">
                  <a:moveTo>
                    <a:pt x="0" y="968065"/>
                  </a:moveTo>
                  <a:cubicBezTo>
                    <a:pt x="1199362" y="1008380"/>
                    <a:pt x="2779723" y="-373704"/>
                    <a:pt x="3826685" y="98411"/>
                  </a:cubicBezTo>
                  <a:lnTo>
                    <a:pt x="3826685" y="193365"/>
                  </a:lnTo>
                  <a:cubicBezTo>
                    <a:pt x="2614623" y="-65927"/>
                    <a:pt x="932662" y="1268632"/>
                    <a:pt x="0" y="968065"/>
                  </a:cubicBezTo>
                  <a:close/>
                </a:path>
              </a:pathLst>
            </a:custGeom>
            <a:solidFill>
              <a:srgbClr val="D4E39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7">
              <a:extLst>
                <a:ext uri="{FF2B5EF4-FFF2-40B4-BE49-F238E27FC236}">
                  <a16:creationId xmlns:a16="http://schemas.microsoft.com/office/drawing/2014/main" id="{845338F4-71C1-3352-B673-79A4829E75D3}"/>
                </a:ext>
              </a:extLst>
            </p:cNvPr>
            <p:cNvSpPr/>
            <p:nvPr/>
          </p:nvSpPr>
          <p:spPr>
            <a:xfrm rot="19913197" flipH="1" flipV="1">
              <a:off x="4772124" y="2266444"/>
              <a:ext cx="1834353" cy="664398"/>
            </a:xfrm>
            <a:custGeom>
              <a:avLst/>
              <a:gdLst>
                <a:gd name="connsiteX0" fmla="*/ 0 w 1007285"/>
                <a:gd name="connsiteY0" fmla="*/ 0 h 94954"/>
                <a:gd name="connsiteX1" fmla="*/ 1007285 w 1007285"/>
                <a:gd name="connsiteY1" fmla="*/ 0 h 94954"/>
                <a:gd name="connsiteX2" fmla="*/ 1007285 w 1007285"/>
                <a:gd name="connsiteY2" fmla="*/ 94954 h 94954"/>
                <a:gd name="connsiteX3" fmla="*/ 0 w 1007285"/>
                <a:gd name="connsiteY3" fmla="*/ 94954 h 94954"/>
                <a:gd name="connsiteX4" fmla="*/ 0 w 1007285"/>
                <a:gd name="connsiteY4" fmla="*/ 0 h 94954"/>
                <a:gd name="connsiteX0" fmla="*/ 2819400 w 3826685"/>
                <a:gd name="connsiteY0" fmla="*/ 0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4" fmla="*/ 2819400 w 3826685"/>
                <a:gd name="connsiteY4" fmla="*/ 0 h 869654"/>
                <a:gd name="connsiteX0" fmla="*/ 0 w 3826685"/>
                <a:gd name="connsiteY0" fmla="*/ 869654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968065 h 1033547"/>
                <a:gd name="connsiteX1" fmla="*/ 3826685 w 3826685"/>
                <a:gd name="connsiteY1" fmla="*/ 98411 h 1033547"/>
                <a:gd name="connsiteX2" fmla="*/ 3826685 w 3826685"/>
                <a:gd name="connsiteY2" fmla="*/ 193365 h 1033547"/>
                <a:gd name="connsiteX3" fmla="*/ 0 w 3826685"/>
                <a:gd name="connsiteY3" fmla="*/ 968065 h 1033547"/>
                <a:gd name="connsiteX0" fmla="*/ 0 w 3826685"/>
                <a:gd name="connsiteY0" fmla="*/ 968065 h 1013810"/>
                <a:gd name="connsiteX1" fmla="*/ 3826685 w 3826685"/>
                <a:gd name="connsiteY1" fmla="*/ 98411 h 1013810"/>
                <a:gd name="connsiteX2" fmla="*/ 3826685 w 3826685"/>
                <a:gd name="connsiteY2" fmla="*/ 193365 h 1013810"/>
                <a:gd name="connsiteX3" fmla="*/ 0 w 3826685"/>
                <a:gd name="connsiteY3" fmla="*/ 968065 h 1013810"/>
                <a:gd name="connsiteX0" fmla="*/ 0 w 3826685"/>
                <a:gd name="connsiteY0" fmla="*/ 968065 h 1012429"/>
                <a:gd name="connsiteX1" fmla="*/ 3826685 w 3826685"/>
                <a:gd name="connsiteY1" fmla="*/ 98411 h 1012429"/>
                <a:gd name="connsiteX2" fmla="*/ 3826685 w 3826685"/>
                <a:gd name="connsiteY2" fmla="*/ 193365 h 1012429"/>
                <a:gd name="connsiteX3" fmla="*/ 0 w 3826685"/>
                <a:gd name="connsiteY3" fmla="*/ 968065 h 1012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26685" h="1012429">
                  <a:moveTo>
                    <a:pt x="0" y="968065"/>
                  </a:moveTo>
                  <a:cubicBezTo>
                    <a:pt x="1199362" y="1008380"/>
                    <a:pt x="2779723" y="-373704"/>
                    <a:pt x="3826685" y="98411"/>
                  </a:cubicBezTo>
                  <a:lnTo>
                    <a:pt x="3826685" y="193365"/>
                  </a:lnTo>
                  <a:cubicBezTo>
                    <a:pt x="2614623" y="-65927"/>
                    <a:pt x="932662" y="1268632"/>
                    <a:pt x="0" y="968065"/>
                  </a:cubicBezTo>
                  <a:close/>
                </a:path>
              </a:pathLst>
            </a:custGeom>
            <a:solidFill>
              <a:srgbClr val="D4E39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7">
              <a:extLst>
                <a:ext uri="{FF2B5EF4-FFF2-40B4-BE49-F238E27FC236}">
                  <a16:creationId xmlns:a16="http://schemas.microsoft.com/office/drawing/2014/main" id="{DA848449-0BDF-1FA1-A5A7-A5B0FC335252}"/>
                </a:ext>
              </a:extLst>
            </p:cNvPr>
            <p:cNvSpPr/>
            <p:nvPr/>
          </p:nvSpPr>
          <p:spPr>
            <a:xfrm rot="2342720" flipV="1">
              <a:off x="3228933" y="2382310"/>
              <a:ext cx="2240978" cy="1134720"/>
            </a:xfrm>
            <a:custGeom>
              <a:avLst/>
              <a:gdLst>
                <a:gd name="connsiteX0" fmla="*/ 0 w 1007285"/>
                <a:gd name="connsiteY0" fmla="*/ 0 h 94954"/>
                <a:gd name="connsiteX1" fmla="*/ 1007285 w 1007285"/>
                <a:gd name="connsiteY1" fmla="*/ 0 h 94954"/>
                <a:gd name="connsiteX2" fmla="*/ 1007285 w 1007285"/>
                <a:gd name="connsiteY2" fmla="*/ 94954 h 94954"/>
                <a:gd name="connsiteX3" fmla="*/ 0 w 1007285"/>
                <a:gd name="connsiteY3" fmla="*/ 94954 h 94954"/>
                <a:gd name="connsiteX4" fmla="*/ 0 w 1007285"/>
                <a:gd name="connsiteY4" fmla="*/ 0 h 94954"/>
                <a:gd name="connsiteX0" fmla="*/ 2819400 w 3826685"/>
                <a:gd name="connsiteY0" fmla="*/ 0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4" fmla="*/ 2819400 w 3826685"/>
                <a:gd name="connsiteY4" fmla="*/ 0 h 869654"/>
                <a:gd name="connsiteX0" fmla="*/ 0 w 3826685"/>
                <a:gd name="connsiteY0" fmla="*/ 869654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968065 h 1033547"/>
                <a:gd name="connsiteX1" fmla="*/ 3826685 w 3826685"/>
                <a:gd name="connsiteY1" fmla="*/ 98411 h 1033547"/>
                <a:gd name="connsiteX2" fmla="*/ 3826685 w 3826685"/>
                <a:gd name="connsiteY2" fmla="*/ 193365 h 1033547"/>
                <a:gd name="connsiteX3" fmla="*/ 0 w 3826685"/>
                <a:gd name="connsiteY3" fmla="*/ 968065 h 1033547"/>
                <a:gd name="connsiteX0" fmla="*/ 0 w 3826685"/>
                <a:gd name="connsiteY0" fmla="*/ 968065 h 1013810"/>
                <a:gd name="connsiteX1" fmla="*/ 3826685 w 3826685"/>
                <a:gd name="connsiteY1" fmla="*/ 98411 h 1013810"/>
                <a:gd name="connsiteX2" fmla="*/ 3826685 w 3826685"/>
                <a:gd name="connsiteY2" fmla="*/ 193365 h 1013810"/>
                <a:gd name="connsiteX3" fmla="*/ 0 w 3826685"/>
                <a:gd name="connsiteY3" fmla="*/ 968065 h 1013810"/>
                <a:gd name="connsiteX0" fmla="*/ 0 w 3826685"/>
                <a:gd name="connsiteY0" fmla="*/ 968065 h 1012429"/>
                <a:gd name="connsiteX1" fmla="*/ 3826685 w 3826685"/>
                <a:gd name="connsiteY1" fmla="*/ 98411 h 1012429"/>
                <a:gd name="connsiteX2" fmla="*/ 3826685 w 3826685"/>
                <a:gd name="connsiteY2" fmla="*/ 193365 h 1012429"/>
                <a:gd name="connsiteX3" fmla="*/ 0 w 3826685"/>
                <a:gd name="connsiteY3" fmla="*/ 968065 h 1012429"/>
                <a:gd name="connsiteX0" fmla="*/ 0 w 3777977"/>
                <a:gd name="connsiteY0" fmla="*/ 1443931 h 1477349"/>
                <a:gd name="connsiteX1" fmla="*/ 3777977 w 3777977"/>
                <a:gd name="connsiteY1" fmla="*/ 76111 h 1477349"/>
                <a:gd name="connsiteX2" fmla="*/ 3777977 w 3777977"/>
                <a:gd name="connsiteY2" fmla="*/ 171065 h 1477349"/>
                <a:gd name="connsiteX3" fmla="*/ 0 w 3777977"/>
                <a:gd name="connsiteY3" fmla="*/ 1443931 h 1477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77977" h="1477349">
                  <a:moveTo>
                    <a:pt x="0" y="1443931"/>
                  </a:moveTo>
                  <a:cubicBezTo>
                    <a:pt x="1199362" y="1484246"/>
                    <a:pt x="2731015" y="-396004"/>
                    <a:pt x="3777977" y="76111"/>
                  </a:cubicBezTo>
                  <a:lnTo>
                    <a:pt x="3777977" y="171065"/>
                  </a:lnTo>
                  <a:cubicBezTo>
                    <a:pt x="2565915" y="-88227"/>
                    <a:pt x="932662" y="1744498"/>
                    <a:pt x="0" y="1443931"/>
                  </a:cubicBezTo>
                  <a:close/>
                </a:path>
              </a:pathLst>
            </a:custGeom>
            <a:solidFill>
              <a:srgbClr val="D4E39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7">
              <a:extLst>
                <a:ext uri="{FF2B5EF4-FFF2-40B4-BE49-F238E27FC236}">
                  <a16:creationId xmlns:a16="http://schemas.microsoft.com/office/drawing/2014/main" id="{B4AF86CE-B30E-5CCE-2B12-E79C2972E448}"/>
                </a:ext>
              </a:extLst>
            </p:cNvPr>
            <p:cNvSpPr/>
            <p:nvPr/>
          </p:nvSpPr>
          <p:spPr>
            <a:xfrm rot="2342720" flipV="1">
              <a:off x="4128419" y="1607523"/>
              <a:ext cx="1309447" cy="663039"/>
            </a:xfrm>
            <a:custGeom>
              <a:avLst/>
              <a:gdLst>
                <a:gd name="connsiteX0" fmla="*/ 0 w 1007285"/>
                <a:gd name="connsiteY0" fmla="*/ 0 h 94954"/>
                <a:gd name="connsiteX1" fmla="*/ 1007285 w 1007285"/>
                <a:gd name="connsiteY1" fmla="*/ 0 h 94954"/>
                <a:gd name="connsiteX2" fmla="*/ 1007285 w 1007285"/>
                <a:gd name="connsiteY2" fmla="*/ 94954 h 94954"/>
                <a:gd name="connsiteX3" fmla="*/ 0 w 1007285"/>
                <a:gd name="connsiteY3" fmla="*/ 94954 h 94954"/>
                <a:gd name="connsiteX4" fmla="*/ 0 w 1007285"/>
                <a:gd name="connsiteY4" fmla="*/ 0 h 94954"/>
                <a:gd name="connsiteX0" fmla="*/ 2819400 w 3826685"/>
                <a:gd name="connsiteY0" fmla="*/ 0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4" fmla="*/ 2819400 w 3826685"/>
                <a:gd name="connsiteY4" fmla="*/ 0 h 869654"/>
                <a:gd name="connsiteX0" fmla="*/ 0 w 3826685"/>
                <a:gd name="connsiteY0" fmla="*/ 869654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968065 h 1033547"/>
                <a:gd name="connsiteX1" fmla="*/ 3826685 w 3826685"/>
                <a:gd name="connsiteY1" fmla="*/ 98411 h 1033547"/>
                <a:gd name="connsiteX2" fmla="*/ 3826685 w 3826685"/>
                <a:gd name="connsiteY2" fmla="*/ 193365 h 1033547"/>
                <a:gd name="connsiteX3" fmla="*/ 0 w 3826685"/>
                <a:gd name="connsiteY3" fmla="*/ 968065 h 1033547"/>
                <a:gd name="connsiteX0" fmla="*/ 0 w 3826685"/>
                <a:gd name="connsiteY0" fmla="*/ 968065 h 1013810"/>
                <a:gd name="connsiteX1" fmla="*/ 3826685 w 3826685"/>
                <a:gd name="connsiteY1" fmla="*/ 98411 h 1013810"/>
                <a:gd name="connsiteX2" fmla="*/ 3826685 w 3826685"/>
                <a:gd name="connsiteY2" fmla="*/ 193365 h 1013810"/>
                <a:gd name="connsiteX3" fmla="*/ 0 w 3826685"/>
                <a:gd name="connsiteY3" fmla="*/ 968065 h 1013810"/>
                <a:gd name="connsiteX0" fmla="*/ 0 w 3826685"/>
                <a:gd name="connsiteY0" fmla="*/ 968065 h 1012429"/>
                <a:gd name="connsiteX1" fmla="*/ 3826685 w 3826685"/>
                <a:gd name="connsiteY1" fmla="*/ 98411 h 1012429"/>
                <a:gd name="connsiteX2" fmla="*/ 3826685 w 3826685"/>
                <a:gd name="connsiteY2" fmla="*/ 193365 h 1012429"/>
                <a:gd name="connsiteX3" fmla="*/ 0 w 3826685"/>
                <a:gd name="connsiteY3" fmla="*/ 968065 h 1012429"/>
                <a:gd name="connsiteX0" fmla="*/ 0 w 3777977"/>
                <a:gd name="connsiteY0" fmla="*/ 1443931 h 1477349"/>
                <a:gd name="connsiteX1" fmla="*/ 3777977 w 3777977"/>
                <a:gd name="connsiteY1" fmla="*/ 76111 h 1477349"/>
                <a:gd name="connsiteX2" fmla="*/ 3777977 w 3777977"/>
                <a:gd name="connsiteY2" fmla="*/ 171065 h 1477349"/>
                <a:gd name="connsiteX3" fmla="*/ 0 w 3777977"/>
                <a:gd name="connsiteY3" fmla="*/ 1443931 h 1477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77977" h="1477349">
                  <a:moveTo>
                    <a:pt x="0" y="1443931"/>
                  </a:moveTo>
                  <a:cubicBezTo>
                    <a:pt x="1199362" y="1484246"/>
                    <a:pt x="2731015" y="-396004"/>
                    <a:pt x="3777977" y="76111"/>
                  </a:cubicBezTo>
                  <a:lnTo>
                    <a:pt x="3777977" y="171065"/>
                  </a:lnTo>
                  <a:cubicBezTo>
                    <a:pt x="2565915" y="-88227"/>
                    <a:pt x="932662" y="1744498"/>
                    <a:pt x="0" y="1443931"/>
                  </a:cubicBezTo>
                  <a:close/>
                </a:path>
              </a:pathLst>
            </a:custGeom>
            <a:solidFill>
              <a:srgbClr val="D4E39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7">
              <a:extLst>
                <a:ext uri="{FF2B5EF4-FFF2-40B4-BE49-F238E27FC236}">
                  <a16:creationId xmlns:a16="http://schemas.microsoft.com/office/drawing/2014/main" id="{8C2F2FA4-8872-1115-8B03-F2F3FDA5A6A8}"/>
                </a:ext>
              </a:extLst>
            </p:cNvPr>
            <p:cNvSpPr/>
            <p:nvPr/>
          </p:nvSpPr>
          <p:spPr>
            <a:xfrm rot="19257280" flipH="1" flipV="1">
              <a:off x="4856477" y="1298218"/>
              <a:ext cx="1309447" cy="663039"/>
            </a:xfrm>
            <a:custGeom>
              <a:avLst/>
              <a:gdLst>
                <a:gd name="connsiteX0" fmla="*/ 0 w 1007285"/>
                <a:gd name="connsiteY0" fmla="*/ 0 h 94954"/>
                <a:gd name="connsiteX1" fmla="*/ 1007285 w 1007285"/>
                <a:gd name="connsiteY1" fmla="*/ 0 h 94954"/>
                <a:gd name="connsiteX2" fmla="*/ 1007285 w 1007285"/>
                <a:gd name="connsiteY2" fmla="*/ 94954 h 94954"/>
                <a:gd name="connsiteX3" fmla="*/ 0 w 1007285"/>
                <a:gd name="connsiteY3" fmla="*/ 94954 h 94954"/>
                <a:gd name="connsiteX4" fmla="*/ 0 w 1007285"/>
                <a:gd name="connsiteY4" fmla="*/ 0 h 94954"/>
                <a:gd name="connsiteX0" fmla="*/ 2819400 w 3826685"/>
                <a:gd name="connsiteY0" fmla="*/ 0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4" fmla="*/ 2819400 w 3826685"/>
                <a:gd name="connsiteY4" fmla="*/ 0 h 869654"/>
                <a:gd name="connsiteX0" fmla="*/ 0 w 3826685"/>
                <a:gd name="connsiteY0" fmla="*/ 869654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968065 h 1033547"/>
                <a:gd name="connsiteX1" fmla="*/ 3826685 w 3826685"/>
                <a:gd name="connsiteY1" fmla="*/ 98411 h 1033547"/>
                <a:gd name="connsiteX2" fmla="*/ 3826685 w 3826685"/>
                <a:gd name="connsiteY2" fmla="*/ 193365 h 1033547"/>
                <a:gd name="connsiteX3" fmla="*/ 0 w 3826685"/>
                <a:gd name="connsiteY3" fmla="*/ 968065 h 1033547"/>
                <a:gd name="connsiteX0" fmla="*/ 0 w 3826685"/>
                <a:gd name="connsiteY0" fmla="*/ 968065 h 1013810"/>
                <a:gd name="connsiteX1" fmla="*/ 3826685 w 3826685"/>
                <a:gd name="connsiteY1" fmla="*/ 98411 h 1013810"/>
                <a:gd name="connsiteX2" fmla="*/ 3826685 w 3826685"/>
                <a:gd name="connsiteY2" fmla="*/ 193365 h 1013810"/>
                <a:gd name="connsiteX3" fmla="*/ 0 w 3826685"/>
                <a:gd name="connsiteY3" fmla="*/ 968065 h 1013810"/>
                <a:gd name="connsiteX0" fmla="*/ 0 w 3826685"/>
                <a:gd name="connsiteY0" fmla="*/ 968065 h 1012429"/>
                <a:gd name="connsiteX1" fmla="*/ 3826685 w 3826685"/>
                <a:gd name="connsiteY1" fmla="*/ 98411 h 1012429"/>
                <a:gd name="connsiteX2" fmla="*/ 3826685 w 3826685"/>
                <a:gd name="connsiteY2" fmla="*/ 193365 h 1012429"/>
                <a:gd name="connsiteX3" fmla="*/ 0 w 3826685"/>
                <a:gd name="connsiteY3" fmla="*/ 968065 h 1012429"/>
                <a:gd name="connsiteX0" fmla="*/ 0 w 3777977"/>
                <a:gd name="connsiteY0" fmla="*/ 1443931 h 1477349"/>
                <a:gd name="connsiteX1" fmla="*/ 3777977 w 3777977"/>
                <a:gd name="connsiteY1" fmla="*/ 76111 h 1477349"/>
                <a:gd name="connsiteX2" fmla="*/ 3777977 w 3777977"/>
                <a:gd name="connsiteY2" fmla="*/ 171065 h 1477349"/>
                <a:gd name="connsiteX3" fmla="*/ 0 w 3777977"/>
                <a:gd name="connsiteY3" fmla="*/ 1443931 h 1477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77977" h="1477349">
                  <a:moveTo>
                    <a:pt x="0" y="1443931"/>
                  </a:moveTo>
                  <a:cubicBezTo>
                    <a:pt x="1199362" y="1484246"/>
                    <a:pt x="2731015" y="-396004"/>
                    <a:pt x="3777977" y="76111"/>
                  </a:cubicBezTo>
                  <a:lnTo>
                    <a:pt x="3777977" y="171065"/>
                  </a:lnTo>
                  <a:cubicBezTo>
                    <a:pt x="2565915" y="-88227"/>
                    <a:pt x="932662" y="1744498"/>
                    <a:pt x="0" y="1443931"/>
                  </a:cubicBezTo>
                  <a:close/>
                </a:path>
              </a:pathLst>
            </a:custGeom>
            <a:solidFill>
              <a:srgbClr val="D4E39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A8CAC8-B5FF-98E0-4D09-5223F3B057FF}"/>
                </a:ext>
              </a:extLst>
            </p:cNvPr>
            <p:cNvSpPr/>
            <p:nvPr/>
          </p:nvSpPr>
          <p:spPr>
            <a:xfrm>
              <a:off x="4658011" y="945397"/>
              <a:ext cx="617145" cy="6509288"/>
            </a:xfrm>
            <a:custGeom>
              <a:avLst/>
              <a:gdLst>
                <a:gd name="connsiteX0" fmla="*/ 469438 w 617145"/>
                <a:gd name="connsiteY0" fmla="*/ 0 h 6509288"/>
                <a:gd name="connsiteX1" fmla="*/ 385238 w 617145"/>
                <a:gd name="connsiteY1" fmla="*/ 6164783 h 6509288"/>
                <a:gd name="connsiteX2" fmla="*/ 419530 w 617145"/>
                <a:gd name="connsiteY2" fmla="*/ 6468512 h 6509288"/>
                <a:gd name="connsiteX3" fmla="*/ 380244 w 617145"/>
                <a:gd name="connsiteY3" fmla="*/ 6494327 h 6509288"/>
                <a:gd name="connsiteX4" fmla="*/ 322209 w 617145"/>
                <a:gd name="connsiteY4" fmla="*/ 6509288 h 6509288"/>
                <a:gd name="connsiteX5" fmla="*/ 200705 w 617145"/>
                <a:gd name="connsiteY5" fmla="*/ 6471238 h 6509288"/>
                <a:gd name="connsiteX6" fmla="*/ 186604 w 617145"/>
                <a:gd name="connsiteY6" fmla="*/ 6460137 h 6509288"/>
                <a:gd name="connsiteX7" fmla="*/ 186656 w 617145"/>
                <a:gd name="connsiteY7" fmla="*/ 6448280 h 6509288"/>
                <a:gd name="connsiteX8" fmla="*/ 469438 w 617145"/>
                <a:gd name="connsiteY8" fmla="*/ 0 h 6509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7145" h="6509288">
                  <a:moveTo>
                    <a:pt x="469438" y="0"/>
                  </a:moveTo>
                  <a:cubicBezTo>
                    <a:pt x="965376" y="923718"/>
                    <a:pt x="23083" y="2634990"/>
                    <a:pt x="385238" y="6164783"/>
                  </a:cubicBezTo>
                  <a:lnTo>
                    <a:pt x="419530" y="6468512"/>
                  </a:lnTo>
                  <a:lnTo>
                    <a:pt x="380244" y="6494327"/>
                  </a:lnTo>
                  <a:cubicBezTo>
                    <a:pt x="362489" y="6502266"/>
                    <a:pt x="343196" y="6507351"/>
                    <a:pt x="322209" y="6509288"/>
                  </a:cubicBezTo>
                  <a:cubicBezTo>
                    <a:pt x="279589" y="6508642"/>
                    <a:pt x="239148" y="6495404"/>
                    <a:pt x="200705" y="6471238"/>
                  </a:cubicBezTo>
                  <a:lnTo>
                    <a:pt x="186604" y="6460137"/>
                  </a:lnTo>
                  <a:lnTo>
                    <a:pt x="186656" y="6448280"/>
                  </a:lnTo>
                  <a:cubicBezTo>
                    <a:pt x="-484692" y="3502988"/>
                    <a:pt x="904190" y="829528"/>
                    <a:pt x="469438" y="0"/>
                  </a:cubicBezTo>
                  <a:close/>
                </a:path>
              </a:pathLst>
            </a:custGeom>
            <a:solidFill>
              <a:srgbClr val="D4E39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75C33EC-96B4-71DC-B7AD-10BB637981BA}"/>
              </a:ext>
            </a:extLst>
          </p:cNvPr>
          <p:cNvGrpSpPr/>
          <p:nvPr/>
        </p:nvGrpSpPr>
        <p:grpSpPr>
          <a:xfrm>
            <a:off x="11528401" y="0"/>
            <a:ext cx="3373175" cy="7154369"/>
            <a:chOff x="8008382" y="0"/>
            <a:chExt cx="3373175" cy="7154369"/>
          </a:xfrm>
        </p:grpSpPr>
        <p:sp>
          <p:nvSpPr>
            <p:cNvPr id="28" name="Rectangle 2">
              <a:extLst>
                <a:ext uri="{FF2B5EF4-FFF2-40B4-BE49-F238E27FC236}">
                  <a16:creationId xmlns:a16="http://schemas.microsoft.com/office/drawing/2014/main" id="{2912E914-0C61-E180-D5F3-425A3DE27443}"/>
                </a:ext>
              </a:extLst>
            </p:cNvPr>
            <p:cNvSpPr/>
            <p:nvPr/>
          </p:nvSpPr>
          <p:spPr>
            <a:xfrm>
              <a:off x="8008382" y="0"/>
              <a:ext cx="3373175" cy="7154369"/>
            </a:xfrm>
            <a:custGeom>
              <a:avLst/>
              <a:gdLst>
                <a:gd name="connsiteX0" fmla="*/ 0 w 557939"/>
                <a:gd name="connsiteY0" fmla="*/ 0 h 1379349"/>
                <a:gd name="connsiteX1" fmla="*/ 557939 w 557939"/>
                <a:gd name="connsiteY1" fmla="*/ 0 h 1379349"/>
                <a:gd name="connsiteX2" fmla="*/ 557939 w 557939"/>
                <a:gd name="connsiteY2" fmla="*/ 1379349 h 1379349"/>
                <a:gd name="connsiteX3" fmla="*/ 0 w 557939"/>
                <a:gd name="connsiteY3" fmla="*/ 1379349 h 1379349"/>
                <a:gd name="connsiteX4" fmla="*/ 0 w 557939"/>
                <a:gd name="connsiteY4" fmla="*/ 0 h 1379349"/>
                <a:gd name="connsiteX0" fmla="*/ 0 w 759417"/>
                <a:gd name="connsiteY0" fmla="*/ 0 h 3766088"/>
                <a:gd name="connsiteX1" fmla="*/ 557939 w 759417"/>
                <a:gd name="connsiteY1" fmla="*/ 0 h 3766088"/>
                <a:gd name="connsiteX2" fmla="*/ 557939 w 759417"/>
                <a:gd name="connsiteY2" fmla="*/ 1379349 h 3766088"/>
                <a:gd name="connsiteX3" fmla="*/ 759417 w 759417"/>
                <a:gd name="connsiteY3" fmla="*/ 3766088 h 3766088"/>
                <a:gd name="connsiteX4" fmla="*/ 0 w 759417"/>
                <a:gd name="connsiteY4" fmla="*/ 0 h 3766088"/>
                <a:gd name="connsiteX0" fmla="*/ 0 w 759417"/>
                <a:gd name="connsiteY0" fmla="*/ 0 h 3766088"/>
                <a:gd name="connsiteX1" fmla="*/ 557939 w 759417"/>
                <a:gd name="connsiteY1" fmla="*/ 0 h 3766088"/>
                <a:gd name="connsiteX2" fmla="*/ 557939 w 759417"/>
                <a:gd name="connsiteY2" fmla="*/ 1379349 h 3766088"/>
                <a:gd name="connsiteX3" fmla="*/ 759417 w 759417"/>
                <a:gd name="connsiteY3" fmla="*/ 3766088 h 3766088"/>
                <a:gd name="connsiteX4" fmla="*/ 61993 w 759417"/>
                <a:gd name="connsiteY4" fmla="*/ 2185260 h 3766088"/>
                <a:gd name="connsiteX5" fmla="*/ 0 w 759417"/>
                <a:gd name="connsiteY5" fmla="*/ 0 h 3766088"/>
                <a:gd name="connsiteX0" fmla="*/ 464949 w 1224366"/>
                <a:gd name="connsiteY0" fmla="*/ 0 h 3766088"/>
                <a:gd name="connsiteX1" fmla="*/ 1022888 w 1224366"/>
                <a:gd name="connsiteY1" fmla="*/ 0 h 3766088"/>
                <a:gd name="connsiteX2" fmla="*/ 1022888 w 1224366"/>
                <a:gd name="connsiteY2" fmla="*/ 1379349 h 3766088"/>
                <a:gd name="connsiteX3" fmla="*/ 1224366 w 1224366"/>
                <a:gd name="connsiteY3" fmla="*/ 3766088 h 3766088"/>
                <a:gd name="connsiteX4" fmla="*/ 526942 w 1224366"/>
                <a:gd name="connsiteY4" fmla="*/ 2185260 h 3766088"/>
                <a:gd name="connsiteX5" fmla="*/ 0 w 1224366"/>
                <a:gd name="connsiteY5" fmla="*/ 588934 h 3766088"/>
                <a:gd name="connsiteX6" fmla="*/ 464949 w 1224366"/>
                <a:gd name="connsiteY6" fmla="*/ 0 h 3766088"/>
                <a:gd name="connsiteX0" fmla="*/ 1286359 w 1286359"/>
                <a:gd name="connsiteY0" fmla="*/ 0 h 7129221"/>
                <a:gd name="connsiteX1" fmla="*/ 1022888 w 1286359"/>
                <a:gd name="connsiteY1" fmla="*/ 3363133 h 7129221"/>
                <a:gd name="connsiteX2" fmla="*/ 1022888 w 1286359"/>
                <a:gd name="connsiteY2" fmla="*/ 4742482 h 7129221"/>
                <a:gd name="connsiteX3" fmla="*/ 1224366 w 1286359"/>
                <a:gd name="connsiteY3" fmla="*/ 7129221 h 7129221"/>
                <a:gd name="connsiteX4" fmla="*/ 526942 w 1286359"/>
                <a:gd name="connsiteY4" fmla="*/ 5548393 h 7129221"/>
                <a:gd name="connsiteX5" fmla="*/ 0 w 1286359"/>
                <a:gd name="connsiteY5" fmla="*/ 3952067 h 7129221"/>
                <a:gd name="connsiteX6" fmla="*/ 1286359 w 1286359"/>
                <a:gd name="connsiteY6" fmla="*/ 0 h 7129221"/>
                <a:gd name="connsiteX0" fmla="*/ 1650203 w 1650203"/>
                <a:gd name="connsiteY0" fmla="*/ 0 h 7129221"/>
                <a:gd name="connsiteX1" fmla="*/ 1386732 w 1650203"/>
                <a:gd name="connsiteY1" fmla="*/ 3363133 h 7129221"/>
                <a:gd name="connsiteX2" fmla="*/ 1386732 w 1650203"/>
                <a:gd name="connsiteY2" fmla="*/ 4742482 h 7129221"/>
                <a:gd name="connsiteX3" fmla="*/ 1588210 w 1650203"/>
                <a:gd name="connsiteY3" fmla="*/ 7129221 h 7129221"/>
                <a:gd name="connsiteX4" fmla="*/ 890786 w 1650203"/>
                <a:gd name="connsiteY4" fmla="*/ 5548393 h 7129221"/>
                <a:gd name="connsiteX5" fmla="*/ 363844 w 1650203"/>
                <a:gd name="connsiteY5" fmla="*/ 3952067 h 7129221"/>
                <a:gd name="connsiteX6" fmla="*/ 22881 w 1650203"/>
                <a:gd name="connsiteY6" fmla="*/ 3084163 h 7129221"/>
                <a:gd name="connsiteX7" fmla="*/ 1650203 w 1650203"/>
                <a:gd name="connsiteY7" fmla="*/ 0 h 7129221"/>
                <a:gd name="connsiteX0" fmla="*/ 1650203 w 1650203"/>
                <a:gd name="connsiteY0" fmla="*/ 0 h 7129221"/>
                <a:gd name="connsiteX1" fmla="*/ 1386732 w 1650203"/>
                <a:gd name="connsiteY1" fmla="*/ 3363133 h 7129221"/>
                <a:gd name="connsiteX2" fmla="*/ 1386732 w 1650203"/>
                <a:gd name="connsiteY2" fmla="*/ 4742482 h 7129221"/>
                <a:gd name="connsiteX3" fmla="*/ 1588210 w 1650203"/>
                <a:gd name="connsiteY3" fmla="*/ 7129221 h 7129221"/>
                <a:gd name="connsiteX4" fmla="*/ 890786 w 1650203"/>
                <a:gd name="connsiteY4" fmla="*/ 5548393 h 7129221"/>
                <a:gd name="connsiteX5" fmla="*/ 363844 w 1650203"/>
                <a:gd name="connsiteY5" fmla="*/ 3952067 h 7129221"/>
                <a:gd name="connsiteX6" fmla="*/ 22881 w 1650203"/>
                <a:gd name="connsiteY6" fmla="*/ 3084163 h 7129221"/>
                <a:gd name="connsiteX7" fmla="*/ 131369 w 1650203"/>
                <a:gd name="connsiteY7" fmla="*/ 2030278 h 7129221"/>
                <a:gd name="connsiteX8" fmla="*/ 1650203 w 1650203"/>
                <a:gd name="connsiteY8" fmla="*/ 0 h 7129221"/>
                <a:gd name="connsiteX0" fmla="*/ 1650203 w 1650203"/>
                <a:gd name="connsiteY0" fmla="*/ 0 h 7129221"/>
                <a:gd name="connsiteX1" fmla="*/ 1386732 w 1650203"/>
                <a:gd name="connsiteY1" fmla="*/ 3363133 h 7129221"/>
                <a:gd name="connsiteX2" fmla="*/ 1386732 w 1650203"/>
                <a:gd name="connsiteY2" fmla="*/ 4742482 h 7129221"/>
                <a:gd name="connsiteX3" fmla="*/ 1588210 w 1650203"/>
                <a:gd name="connsiteY3" fmla="*/ 7129221 h 7129221"/>
                <a:gd name="connsiteX4" fmla="*/ 890786 w 1650203"/>
                <a:gd name="connsiteY4" fmla="*/ 5548393 h 7129221"/>
                <a:gd name="connsiteX5" fmla="*/ 363844 w 1650203"/>
                <a:gd name="connsiteY5" fmla="*/ 3952067 h 7129221"/>
                <a:gd name="connsiteX6" fmla="*/ 22881 w 1650203"/>
                <a:gd name="connsiteY6" fmla="*/ 3084163 h 7129221"/>
                <a:gd name="connsiteX7" fmla="*/ 131369 w 1650203"/>
                <a:gd name="connsiteY7" fmla="*/ 2030278 h 7129221"/>
                <a:gd name="connsiteX8" fmla="*/ 875288 w 1650203"/>
                <a:gd name="connsiteY8" fmla="*/ 604434 h 7129221"/>
                <a:gd name="connsiteX9" fmla="*/ 1650203 w 1650203"/>
                <a:gd name="connsiteY9" fmla="*/ 0 h 7129221"/>
                <a:gd name="connsiteX0" fmla="*/ 1650203 w 2208442"/>
                <a:gd name="connsiteY0" fmla="*/ 0 h 7129221"/>
                <a:gd name="connsiteX1" fmla="*/ 2208142 w 2208442"/>
                <a:gd name="connsiteY1" fmla="*/ 371960 h 7129221"/>
                <a:gd name="connsiteX2" fmla="*/ 1386732 w 2208442"/>
                <a:gd name="connsiteY2" fmla="*/ 3363133 h 7129221"/>
                <a:gd name="connsiteX3" fmla="*/ 1386732 w 2208442"/>
                <a:gd name="connsiteY3" fmla="*/ 4742482 h 7129221"/>
                <a:gd name="connsiteX4" fmla="*/ 1588210 w 2208442"/>
                <a:gd name="connsiteY4" fmla="*/ 7129221 h 7129221"/>
                <a:gd name="connsiteX5" fmla="*/ 890786 w 2208442"/>
                <a:gd name="connsiteY5" fmla="*/ 5548393 h 7129221"/>
                <a:gd name="connsiteX6" fmla="*/ 363844 w 2208442"/>
                <a:gd name="connsiteY6" fmla="*/ 3952067 h 7129221"/>
                <a:gd name="connsiteX7" fmla="*/ 22881 w 2208442"/>
                <a:gd name="connsiteY7" fmla="*/ 3084163 h 7129221"/>
                <a:gd name="connsiteX8" fmla="*/ 131369 w 2208442"/>
                <a:gd name="connsiteY8" fmla="*/ 2030278 h 7129221"/>
                <a:gd name="connsiteX9" fmla="*/ 875288 w 2208442"/>
                <a:gd name="connsiteY9" fmla="*/ 604434 h 7129221"/>
                <a:gd name="connsiteX10" fmla="*/ 1650203 w 2208442"/>
                <a:gd name="connsiteY10" fmla="*/ 0 h 7129221"/>
                <a:gd name="connsiteX0" fmla="*/ 1650203 w 2921831"/>
                <a:gd name="connsiteY0" fmla="*/ 0 h 7129221"/>
                <a:gd name="connsiteX1" fmla="*/ 2208142 w 2921831"/>
                <a:gd name="connsiteY1" fmla="*/ 371960 h 7129221"/>
                <a:gd name="connsiteX2" fmla="*/ 2905565 w 2921831"/>
                <a:gd name="connsiteY2" fmla="*/ 1425844 h 7129221"/>
                <a:gd name="connsiteX3" fmla="*/ 1386732 w 2921831"/>
                <a:gd name="connsiteY3" fmla="*/ 3363133 h 7129221"/>
                <a:gd name="connsiteX4" fmla="*/ 1386732 w 2921831"/>
                <a:gd name="connsiteY4" fmla="*/ 4742482 h 7129221"/>
                <a:gd name="connsiteX5" fmla="*/ 1588210 w 2921831"/>
                <a:gd name="connsiteY5" fmla="*/ 7129221 h 7129221"/>
                <a:gd name="connsiteX6" fmla="*/ 890786 w 2921831"/>
                <a:gd name="connsiteY6" fmla="*/ 5548393 h 7129221"/>
                <a:gd name="connsiteX7" fmla="*/ 363844 w 2921831"/>
                <a:gd name="connsiteY7" fmla="*/ 3952067 h 7129221"/>
                <a:gd name="connsiteX8" fmla="*/ 22881 w 2921831"/>
                <a:gd name="connsiteY8" fmla="*/ 3084163 h 7129221"/>
                <a:gd name="connsiteX9" fmla="*/ 131369 w 2921831"/>
                <a:gd name="connsiteY9" fmla="*/ 2030278 h 7129221"/>
                <a:gd name="connsiteX10" fmla="*/ 875288 w 2921831"/>
                <a:gd name="connsiteY10" fmla="*/ 604434 h 7129221"/>
                <a:gd name="connsiteX11" fmla="*/ 1650203 w 2921831"/>
                <a:gd name="connsiteY11" fmla="*/ 0 h 7129221"/>
                <a:gd name="connsiteX0" fmla="*/ 1650203 w 3076047"/>
                <a:gd name="connsiteY0" fmla="*/ 0 h 7129221"/>
                <a:gd name="connsiteX1" fmla="*/ 2208142 w 3076047"/>
                <a:gd name="connsiteY1" fmla="*/ 371960 h 7129221"/>
                <a:gd name="connsiteX2" fmla="*/ 2905565 w 3076047"/>
                <a:gd name="connsiteY2" fmla="*/ 1425844 h 7129221"/>
                <a:gd name="connsiteX3" fmla="*/ 3076047 w 3076047"/>
                <a:gd name="connsiteY3" fmla="*/ 2588218 h 7129221"/>
                <a:gd name="connsiteX4" fmla="*/ 1386732 w 3076047"/>
                <a:gd name="connsiteY4" fmla="*/ 4742482 h 7129221"/>
                <a:gd name="connsiteX5" fmla="*/ 1588210 w 3076047"/>
                <a:gd name="connsiteY5" fmla="*/ 7129221 h 7129221"/>
                <a:gd name="connsiteX6" fmla="*/ 890786 w 3076047"/>
                <a:gd name="connsiteY6" fmla="*/ 5548393 h 7129221"/>
                <a:gd name="connsiteX7" fmla="*/ 363844 w 3076047"/>
                <a:gd name="connsiteY7" fmla="*/ 3952067 h 7129221"/>
                <a:gd name="connsiteX8" fmla="*/ 22881 w 3076047"/>
                <a:gd name="connsiteY8" fmla="*/ 3084163 h 7129221"/>
                <a:gd name="connsiteX9" fmla="*/ 131369 w 3076047"/>
                <a:gd name="connsiteY9" fmla="*/ 2030278 h 7129221"/>
                <a:gd name="connsiteX10" fmla="*/ 875288 w 3076047"/>
                <a:gd name="connsiteY10" fmla="*/ 604434 h 7129221"/>
                <a:gd name="connsiteX11" fmla="*/ 1650203 w 3076047"/>
                <a:gd name="connsiteY11" fmla="*/ 0 h 7129221"/>
                <a:gd name="connsiteX0" fmla="*/ 1650203 w 3076047"/>
                <a:gd name="connsiteY0" fmla="*/ 0 h 7129221"/>
                <a:gd name="connsiteX1" fmla="*/ 2208142 w 3076047"/>
                <a:gd name="connsiteY1" fmla="*/ 371960 h 7129221"/>
                <a:gd name="connsiteX2" fmla="*/ 2905565 w 3076047"/>
                <a:gd name="connsiteY2" fmla="*/ 1425844 h 7129221"/>
                <a:gd name="connsiteX3" fmla="*/ 3076047 w 3076047"/>
                <a:gd name="connsiteY3" fmla="*/ 2588218 h 7129221"/>
                <a:gd name="connsiteX4" fmla="*/ 2905566 w 3076047"/>
                <a:gd name="connsiteY4" fmla="*/ 3626604 h 7129221"/>
                <a:gd name="connsiteX5" fmla="*/ 1588210 w 3076047"/>
                <a:gd name="connsiteY5" fmla="*/ 7129221 h 7129221"/>
                <a:gd name="connsiteX6" fmla="*/ 890786 w 3076047"/>
                <a:gd name="connsiteY6" fmla="*/ 5548393 h 7129221"/>
                <a:gd name="connsiteX7" fmla="*/ 363844 w 3076047"/>
                <a:gd name="connsiteY7" fmla="*/ 3952067 h 7129221"/>
                <a:gd name="connsiteX8" fmla="*/ 22881 w 3076047"/>
                <a:gd name="connsiteY8" fmla="*/ 3084163 h 7129221"/>
                <a:gd name="connsiteX9" fmla="*/ 131369 w 3076047"/>
                <a:gd name="connsiteY9" fmla="*/ 2030278 h 7129221"/>
                <a:gd name="connsiteX10" fmla="*/ 875288 w 3076047"/>
                <a:gd name="connsiteY10" fmla="*/ 604434 h 7129221"/>
                <a:gd name="connsiteX11" fmla="*/ 1650203 w 3076047"/>
                <a:gd name="connsiteY11" fmla="*/ 0 h 7129221"/>
                <a:gd name="connsiteX0" fmla="*/ 1650203 w 3076047"/>
                <a:gd name="connsiteY0" fmla="*/ 0 h 7129221"/>
                <a:gd name="connsiteX1" fmla="*/ 2208142 w 3076047"/>
                <a:gd name="connsiteY1" fmla="*/ 371960 h 7129221"/>
                <a:gd name="connsiteX2" fmla="*/ 2905565 w 3076047"/>
                <a:gd name="connsiteY2" fmla="*/ 1425844 h 7129221"/>
                <a:gd name="connsiteX3" fmla="*/ 3076047 w 3076047"/>
                <a:gd name="connsiteY3" fmla="*/ 2588218 h 7129221"/>
                <a:gd name="connsiteX4" fmla="*/ 2905566 w 3076047"/>
                <a:gd name="connsiteY4" fmla="*/ 3626604 h 7129221"/>
                <a:gd name="connsiteX5" fmla="*/ 2580100 w 3076047"/>
                <a:gd name="connsiteY5" fmla="*/ 4448014 h 7129221"/>
                <a:gd name="connsiteX6" fmla="*/ 1588210 w 3076047"/>
                <a:gd name="connsiteY6" fmla="*/ 7129221 h 7129221"/>
                <a:gd name="connsiteX7" fmla="*/ 890786 w 3076047"/>
                <a:gd name="connsiteY7" fmla="*/ 5548393 h 7129221"/>
                <a:gd name="connsiteX8" fmla="*/ 363844 w 3076047"/>
                <a:gd name="connsiteY8" fmla="*/ 3952067 h 7129221"/>
                <a:gd name="connsiteX9" fmla="*/ 22881 w 3076047"/>
                <a:gd name="connsiteY9" fmla="*/ 3084163 h 7129221"/>
                <a:gd name="connsiteX10" fmla="*/ 131369 w 3076047"/>
                <a:gd name="connsiteY10" fmla="*/ 2030278 h 7129221"/>
                <a:gd name="connsiteX11" fmla="*/ 875288 w 3076047"/>
                <a:gd name="connsiteY11" fmla="*/ 604434 h 7129221"/>
                <a:gd name="connsiteX12" fmla="*/ 1650203 w 3076047"/>
                <a:gd name="connsiteY12" fmla="*/ 0 h 7129221"/>
                <a:gd name="connsiteX0" fmla="*/ 1650203 w 3076047"/>
                <a:gd name="connsiteY0" fmla="*/ 0 h 7129221"/>
                <a:gd name="connsiteX1" fmla="*/ 2208142 w 3076047"/>
                <a:gd name="connsiteY1" fmla="*/ 371960 h 7129221"/>
                <a:gd name="connsiteX2" fmla="*/ 2905565 w 3076047"/>
                <a:gd name="connsiteY2" fmla="*/ 1425844 h 7129221"/>
                <a:gd name="connsiteX3" fmla="*/ 3076047 w 3076047"/>
                <a:gd name="connsiteY3" fmla="*/ 2588218 h 7129221"/>
                <a:gd name="connsiteX4" fmla="*/ 2905566 w 3076047"/>
                <a:gd name="connsiteY4" fmla="*/ 3626604 h 7129221"/>
                <a:gd name="connsiteX5" fmla="*/ 2580100 w 3076047"/>
                <a:gd name="connsiteY5" fmla="*/ 4448014 h 7129221"/>
                <a:gd name="connsiteX6" fmla="*/ 1944670 w 3076047"/>
                <a:gd name="connsiteY6" fmla="*/ 5827363 h 7129221"/>
                <a:gd name="connsiteX7" fmla="*/ 1588210 w 3076047"/>
                <a:gd name="connsiteY7" fmla="*/ 7129221 h 7129221"/>
                <a:gd name="connsiteX8" fmla="*/ 890786 w 3076047"/>
                <a:gd name="connsiteY8" fmla="*/ 5548393 h 7129221"/>
                <a:gd name="connsiteX9" fmla="*/ 363844 w 3076047"/>
                <a:gd name="connsiteY9" fmla="*/ 3952067 h 7129221"/>
                <a:gd name="connsiteX10" fmla="*/ 22881 w 3076047"/>
                <a:gd name="connsiteY10" fmla="*/ 3084163 h 7129221"/>
                <a:gd name="connsiteX11" fmla="*/ 131369 w 3076047"/>
                <a:gd name="connsiteY11" fmla="*/ 2030278 h 7129221"/>
                <a:gd name="connsiteX12" fmla="*/ 875288 w 3076047"/>
                <a:gd name="connsiteY12" fmla="*/ 604434 h 7129221"/>
                <a:gd name="connsiteX13" fmla="*/ 1650203 w 3076047"/>
                <a:gd name="connsiteY13" fmla="*/ 0 h 7129221"/>
                <a:gd name="connsiteX0" fmla="*/ 1650203 w 3076047"/>
                <a:gd name="connsiteY0" fmla="*/ 0 h 7129221"/>
                <a:gd name="connsiteX1" fmla="*/ 2208142 w 3076047"/>
                <a:gd name="connsiteY1" fmla="*/ 371960 h 7129221"/>
                <a:gd name="connsiteX2" fmla="*/ 2905565 w 3076047"/>
                <a:gd name="connsiteY2" fmla="*/ 1425844 h 7129221"/>
                <a:gd name="connsiteX3" fmla="*/ 3076047 w 3076047"/>
                <a:gd name="connsiteY3" fmla="*/ 2588218 h 7129221"/>
                <a:gd name="connsiteX4" fmla="*/ 2905566 w 3076047"/>
                <a:gd name="connsiteY4" fmla="*/ 3626604 h 7129221"/>
                <a:gd name="connsiteX5" fmla="*/ 2580100 w 3076047"/>
                <a:gd name="connsiteY5" fmla="*/ 4448014 h 7129221"/>
                <a:gd name="connsiteX6" fmla="*/ 1944670 w 3076047"/>
                <a:gd name="connsiteY6" fmla="*/ 5827363 h 7129221"/>
                <a:gd name="connsiteX7" fmla="*/ 1588210 w 3076047"/>
                <a:gd name="connsiteY7" fmla="*/ 7129221 h 7129221"/>
                <a:gd name="connsiteX8" fmla="*/ 890786 w 3076047"/>
                <a:gd name="connsiteY8" fmla="*/ 5548393 h 7129221"/>
                <a:gd name="connsiteX9" fmla="*/ 363844 w 3076047"/>
                <a:gd name="connsiteY9" fmla="*/ 3952067 h 7129221"/>
                <a:gd name="connsiteX10" fmla="*/ 22881 w 3076047"/>
                <a:gd name="connsiteY10" fmla="*/ 3084163 h 7129221"/>
                <a:gd name="connsiteX11" fmla="*/ 131369 w 3076047"/>
                <a:gd name="connsiteY11" fmla="*/ 2030278 h 7129221"/>
                <a:gd name="connsiteX12" fmla="*/ 875288 w 3076047"/>
                <a:gd name="connsiteY12" fmla="*/ 604434 h 7129221"/>
                <a:gd name="connsiteX13" fmla="*/ 1650203 w 3076047"/>
                <a:gd name="connsiteY13" fmla="*/ 0 h 7129221"/>
                <a:gd name="connsiteX0" fmla="*/ 1650203 w 3076047"/>
                <a:gd name="connsiteY0" fmla="*/ 0 h 7129221"/>
                <a:gd name="connsiteX1" fmla="*/ 2208142 w 3076047"/>
                <a:gd name="connsiteY1" fmla="*/ 371960 h 7129221"/>
                <a:gd name="connsiteX2" fmla="*/ 2905565 w 3076047"/>
                <a:gd name="connsiteY2" fmla="*/ 1425844 h 7129221"/>
                <a:gd name="connsiteX3" fmla="*/ 3076047 w 3076047"/>
                <a:gd name="connsiteY3" fmla="*/ 2588218 h 7129221"/>
                <a:gd name="connsiteX4" fmla="*/ 2905566 w 3076047"/>
                <a:gd name="connsiteY4" fmla="*/ 3626604 h 7129221"/>
                <a:gd name="connsiteX5" fmla="*/ 2580100 w 3076047"/>
                <a:gd name="connsiteY5" fmla="*/ 4448014 h 7129221"/>
                <a:gd name="connsiteX6" fmla="*/ 1944670 w 3076047"/>
                <a:gd name="connsiteY6" fmla="*/ 5827363 h 7129221"/>
                <a:gd name="connsiteX7" fmla="*/ 1588210 w 3076047"/>
                <a:gd name="connsiteY7" fmla="*/ 7129221 h 7129221"/>
                <a:gd name="connsiteX8" fmla="*/ 890786 w 3076047"/>
                <a:gd name="connsiteY8" fmla="*/ 5548393 h 7129221"/>
                <a:gd name="connsiteX9" fmla="*/ 363844 w 3076047"/>
                <a:gd name="connsiteY9" fmla="*/ 3952067 h 7129221"/>
                <a:gd name="connsiteX10" fmla="*/ 22881 w 3076047"/>
                <a:gd name="connsiteY10" fmla="*/ 3084163 h 7129221"/>
                <a:gd name="connsiteX11" fmla="*/ 131369 w 3076047"/>
                <a:gd name="connsiteY11" fmla="*/ 2030278 h 7129221"/>
                <a:gd name="connsiteX12" fmla="*/ 875288 w 3076047"/>
                <a:gd name="connsiteY12" fmla="*/ 604434 h 7129221"/>
                <a:gd name="connsiteX13" fmla="*/ 1650203 w 3076047"/>
                <a:gd name="connsiteY13" fmla="*/ 0 h 7129221"/>
                <a:gd name="connsiteX0" fmla="*/ 1650203 w 3076047"/>
                <a:gd name="connsiteY0" fmla="*/ 0 h 7129221"/>
                <a:gd name="connsiteX1" fmla="*/ 2208142 w 3076047"/>
                <a:gd name="connsiteY1" fmla="*/ 371960 h 7129221"/>
                <a:gd name="connsiteX2" fmla="*/ 2905565 w 3076047"/>
                <a:gd name="connsiteY2" fmla="*/ 1425844 h 7129221"/>
                <a:gd name="connsiteX3" fmla="*/ 3076047 w 3076047"/>
                <a:gd name="connsiteY3" fmla="*/ 2588218 h 7129221"/>
                <a:gd name="connsiteX4" fmla="*/ 2905566 w 3076047"/>
                <a:gd name="connsiteY4" fmla="*/ 3626604 h 7129221"/>
                <a:gd name="connsiteX5" fmla="*/ 2580100 w 3076047"/>
                <a:gd name="connsiteY5" fmla="*/ 4448014 h 7129221"/>
                <a:gd name="connsiteX6" fmla="*/ 1944670 w 3076047"/>
                <a:gd name="connsiteY6" fmla="*/ 5827363 h 7129221"/>
                <a:gd name="connsiteX7" fmla="*/ 1588210 w 3076047"/>
                <a:gd name="connsiteY7" fmla="*/ 7129221 h 7129221"/>
                <a:gd name="connsiteX8" fmla="*/ 890786 w 3076047"/>
                <a:gd name="connsiteY8" fmla="*/ 5548393 h 7129221"/>
                <a:gd name="connsiteX9" fmla="*/ 363844 w 3076047"/>
                <a:gd name="connsiteY9" fmla="*/ 3952067 h 7129221"/>
                <a:gd name="connsiteX10" fmla="*/ 22881 w 3076047"/>
                <a:gd name="connsiteY10" fmla="*/ 3084163 h 7129221"/>
                <a:gd name="connsiteX11" fmla="*/ 131369 w 3076047"/>
                <a:gd name="connsiteY11" fmla="*/ 2030278 h 7129221"/>
                <a:gd name="connsiteX12" fmla="*/ 875288 w 3076047"/>
                <a:gd name="connsiteY12" fmla="*/ 604434 h 7129221"/>
                <a:gd name="connsiteX13" fmla="*/ 1650203 w 3076047"/>
                <a:gd name="connsiteY13" fmla="*/ 0 h 7129221"/>
                <a:gd name="connsiteX0" fmla="*/ 1650203 w 3177568"/>
                <a:gd name="connsiteY0" fmla="*/ 0 h 7129221"/>
                <a:gd name="connsiteX1" fmla="*/ 2208142 w 3177568"/>
                <a:gd name="connsiteY1" fmla="*/ 371960 h 7129221"/>
                <a:gd name="connsiteX2" fmla="*/ 2905565 w 3177568"/>
                <a:gd name="connsiteY2" fmla="*/ 1425844 h 7129221"/>
                <a:gd name="connsiteX3" fmla="*/ 3076047 w 3177568"/>
                <a:gd name="connsiteY3" fmla="*/ 2588218 h 7129221"/>
                <a:gd name="connsiteX4" fmla="*/ 2905566 w 3177568"/>
                <a:gd name="connsiteY4" fmla="*/ 3626604 h 7129221"/>
                <a:gd name="connsiteX5" fmla="*/ 2580100 w 3177568"/>
                <a:gd name="connsiteY5" fmla="*/ 4448014 h 7129221"/>
                <a:gd name="connsiteX6" fmla="*/ 1944670 w 3177568"/>
                <a:gd name="connsiteY6" fmla="*/ 5827363 h 7129221"/>
                <a:gd name="connsiteX7" fmla="*/ 1588210 w 3177568"/>
                <a:gd name="connsiteY7" fmla="*/ 7129221 h 7129221"/>
                <a:gd name="connsiteX8" fmla="*/ 890786 w 3177568"/>
                <a:gd name="connsiteY8" fmla="*/ 5548393 h 7129221"/>
                <a:gd name="connsiteX9" fmla="*/ 363844 w 3177568"/>
                <a:gd name="connsiteY9" fmla="*/ 3952067 h 7129221"/>
                <a:gd name="connsiteX10" fmla="*/ 22881 w 3177568"/>
                <a:gd name="connsiteY10" fmla="*/ 3084163 h 7129221"/>
                <a:gd name="connsiteX11" fmla="*/ 131369 w 3177568"/>
                <a:gd name="connsiteY11" fmla="*/ 2030278 h 7129221"/>
                <a:gd name="connsiteX12" fmla="*/ 875288 w 3177568"/>
                <a:gd name="connsiteY12" fmla="*/ 604434 h 7129221"/>
                <a:gd name="connsiteX13" fmla="*/ 1650203 w 3177568"/>
                <a:gd name="connsiteY13" fmla="*/ 0 h 7129221"/>
                <a:gd name="connsiteX0" fmla="*/ 1650203 w 3204515"/>
                <a:gd name="connsiteY0" fmla="*/ 0 h 7129221"/>
                <a:gd name="connsiteX1" fmla="*/ 2208142 w 3204515"/>
                <a:gd name="connsiteY1" fmla="*/ 371960 h 7129221"/>
                <a:gd name="connsiteX2" fmla="*/ 2905565 w 3204515"/>
                <a:gd name="connsiteY2" fmla="*/ 1425844 h 7129221"/>
                <a:gd name="connsiteX3" fmla="*/ 3076047 w 3204515"/>
                <a:gd name="connsiteY3" fmla="*/ 2588218 h 7129221"/>
                <a:gd name="connsiteX4" fmla="*/ 2905566 w 3204515"/>
                <a:gd name="connsiteY4" fmla="*/ 3626604 h 7129221"/>
                <a:gd name="connsiteX5" fmla="*/ 2580100 w 3204515"/>
                <a:gd name="connsiteY5" fmla="*/ 4448014 h 7129221"/>
                <a:gd name="connsiteX6" fmla="*/ 1944670 w 3204515"/>
                <a:gd name="connsiteY6" fmla="*/ 5827363 h 7129221"/>
                <a:gd name="connsiteX7" fmla="*/ 1588210 w 3204515"/>
                <a:gd name="connsiteY7" fmla="*/ 7129221 h 7129221"/>
                <a:gd name="connsiteX8" fmla="*/ 890786 w 3204515"/>
                <a:gd name="connsiteY8" fmla="*/ 5548393 h 7129221"/>
                <a:gd name="connsiteX9" fmla="*/ 363844 w 3204515"/>
                <a:gd name="connsiteY9" fmla="*/ 3952067 h 7129221"/>
                <a:gd name="connsiteX10" fmla="*/ 22881 w 3204515"/>
                <a:gd name="connsiteY10" fmla="*/ 3084163 h 7129221"/>
                <a:gd name="connsiteX11" fmla="*/ 131369 w 3204515"/>
                <a:gd name="connsiteY11" fmla="*/ 2030278 h 7129221"/>
                <a:gd name="connsiteX12" fmla="*/ 875288 w 3204515"/>
                <a:gd name="connsiteY12" fmla="*/ 604434 h 7129221"/>
                <a:gd name="connsiteX13" fmla="*/ 1650203 w 3204515"/>
                <a:gd name="connsiteY13" fmla="*/ 0 h 7129221"/>
                <a:gd name="connsiteX0" fmla="*/ 1650203 w 3215332"/>
                <a:gd name="connsiteY0" fmla="*/ 0 h 7129221"/>
                <a:gd name="connsiteX1" fmla="*/ 2208142 w 3215332"/>
                <a:gd name="connsiteY1" fmla="*/ 371960 h 7129221"/>
                <a:gd name="connsiteX2" fmla="*/ 2905565 w 3215332"/>
                <a:gd name="connsiteY2" fmla="*/ 1425844 h 7129221"/>
                <a:gd name="connsiteX3" fmla="*/ 3076047 w 3215332"/>
                <a:gd name="connsiteY3" fmla="*/ 2588218 h 7129221"/>
                <a:gd name="connsiteX4" fmla="*/ 2905566 w 3215332"/>
                <a:gd name="connsiteY4" fmla="*/ 3626604 h 7129221"/>
                <a:gd name="connsiteX5" fmla="*/ 2580100 w 3215332"/>
                <a:gd name="connsiteY5" fmla="*/ 4448014 h 7129221"/>
                <a:gd name="connsiteX6" fmla="*/ 1944670 w 3215332"/>
                <a:gd name="connsiteY6" fmla="*/ 5827363 h 7129221"/>
                <a:gd name="connsiteX7" fmla="*/ 1588210 w 3215332"/>
                <a:gd name="connsiteY7" fmla="*/ 7129221 h 7129221"/>
                <a:gd name="connsiteX8" fmla="*/ 890786 w 3215332"/>
                <a:gd name="connsiteY8" fmla="*/ 5548393 h 7129221"/>
                <a:gd name="connsiteX9" fmla="*/ 363844 w 3215332"/>
                <a:gd name="connsiteY9" fmla="*/ 3952067 h 7129221"/>
                <a:gd name="connsiteX10" fmla="*/ 22881 w 3215332"/>
                <a:gd name="connsiteY10" fmla="*/ 3084163 h 7129221"/>
                <a:gd name="connsiteX11" fmla="*/ 131369 w 3215332"/>
                <a:gd name="connsiteY11" fmla="*/ 2030278 h 7129221"/>
                <a:gd name="connsiteX12" fmla="*/ 875288 w 3215332"/>
                <a:gd name="connsiteY12" fmla="*/ 604434 h 7129221"/>
                <a:gd name="connsiteX13" fmla="*/ 1650203 w 3215332"/>
                <a:gd name="connsiteY13" fmla="*/ 0 h 7129221"/>
                <a:gd name="connsiteX0" fmla="*/ 1650203 w 3215332"/>
                <a:gd name="connsiteY0" fmla="*/ 0 h 7129221"/>
                <a:gd name="connsiteX1" fmla="*/ 2208142 w 3215332"/>
                <a:gd name="connsiteY1" fmla="*/ 371960 h 7129221"/>
                <a:gd name="connsiteX2" fmla="*/ 2905565 w 3215332"/>
                <a:gd name="connsiteY2" fmla="*/ 1425844 h 7129221"/>
                <a:gd name="connsiteX3" fmla="*/ 3076047 w 3215332"/>
                <a:gd name="connsiteY3" fmla="*/ 2588218 h 7129221"/>
                <a:gd name="connsiteX4" fmla="*/ 2905566 w 3215332"/>
                <a:gd name="connsiteY4" fmla="*/ 3626604 h 7129221"/>
                <a:gd name="connsiteX5" fmla="*/ 2580100 w 3215332"/>
                <a:gd name="connsiteY5" fmla="*/ 4448014 h 7129221"/>
                <a:gd name="connsiteX6" fmla="*/ 1944670 w 3215332"/>
                <a:gd name="connsiteY6" fmla="*/ 5827363 h 7129221"/>
                <a:gd name="connsiteX7" fmla="*/ 1588210 w 3215332"/>
                <a:gd name="connsiteY7" fmla="*/ 7129221 h 7129221"/>
                <a:gd name="connsiteX8" fmla="*/ 890786 w 3215332"/>
                <a:gd name="connsiteY8" fmla="*/ 5548393 h 7129221"/>
                <a:gd name="connsiteX9" fmla="*/ 363844 w 3215332"/>
                <a:gd name="connsiteY9" fmla="*/ 3952067 h 7129221"/>
                <a:gd name="connsiteX10" fmla="*/ 22881 w 3215332"/>
                <a:gd name="connsiteY10" fmla="*/ 3084163 h 7129221"/>
                <a:gd name="connsiteX11" fmla="*/ 131369 w 3215332"/>
                <a:gd name="connsiteY11" fmla="*/ 2030278 h 7129221"/>
                <a:gd name="connsiteX12" fmla="*/ 875288 w 3215332"/>
                <a:gd name="connsiteY12" fmla="*/ 604434 h 7129221"/>
                <a:gd name="connsiteX13" fmla="*/ 1650203 w 3215332"/>
                <a:gd name="connsiteY13" fmla="*/ 0 h 7129221"/>
                <a:gd name="connsiteX0" fmla="*/ 1650203 w 3215332"/>
                <a:gd name="connsiteY0" fmla="*/ 18975 h 7148196"/>
                <a:gd name="connsiteX1" fmla="*/ 2208142 w 3215332"/>
                <a:gd name="connsiteY1" fmla="*/ 390935 h 7148196"/>
                <a:gd name="connsiteX2" fmla="*/ 2905565 w 3215332"/>
                <a:gd name="connsiteY2" fmla="*/ 1444819 h 7148196"/>
                <a:gd name="connsiteX3" fmla="*/ 3076047 w 3215332"/>
                <a:gd name="connsiteY3" fmla="*/ 2607193 h 7148196"/>
                <a:gd name="connsiteX4" fmla="*/ 2905566 w 3215332"/>
                <a:gd name="connsiteY4" fmla="*/ 3645579 h 7148196"/>
                <a:gd name="connsiteX5" fmla="*/ 2580100 w 3215332"/>
                <a:gd name="connsiteY5" fmla="*/ 4466989 h 7148196"/>
                <a:gd name="connsiteX6" fmla="*/ 1944670 w 3215332"/>
                <a:gd name="connsiteY6" fmla="*/ 5846338 h 7148196"/>
                <a:gd name="connsiteX7" fmla="*/ 1588210 w 3215332"/>
                <a:gd name="connsiteY7" fmla="*/ 7148196 h 7148196"/>
                <a:gd name="connsiteX8" fmla="*/ 890786 w 3215332"/>
                <a:gd name="connsiteY8" fmla="*/ 5567368 h 7148196"/>
                <a:gd name="connsiteX9" fmla="*/ 363844 w 3215332"/>
                <a:gd name="connsiteY9" fmla="*/ 3971042 h 7148196"/>
                <a:gd name="connsiteX10" fmla="*/ 22881 w 3215332"/>
                <a:gd name="connsiteY10" fmla="*/ 3103138 h 7148196"/>
                <a:gd name="connsiteX11" fmla="*/ 131369 w 3215332"/>
                <a:gd name="connsiteY11" fmla="*/ 2049253 h 7148196"/>
                <a:gd name="connsiteX12" fmla="*/ 875288 w 3215332"/>
                <a:gd name="connsiteY12" fmla="*/ 623409 h 7148196"/>
                <a:gd name="connsiteX13" fmla="*/ 1650203 w 3215332"/>
                <a:gd name="connsiteY13" fmla="*/ 18975 h 7148196"/>
                <a:gd name="connsiteX0" fmla="*/ 875288 w 3215332"/>
                <a:gd name="connsiteY0" fmla="*/ 232474 h 6757261"/>
                <a:gd name="connsiteX1" fmla="*/ 2208142 w 3215332"/>
                <a:gd name="connsiteY1" fmla="*/ 0 h 6757261"/>
                <a:gd name="connsiteX2" fmla="*/ 2905565 w 3215332"/>
                <a:gd name="connsiteY2" fmla="*/ 1053884 h 6757261"/>
                <a:gd name="connsiteX3" fmla="*/ 3076047 w 3215332"/>
                <a:gd name="connsiteY3" fmla="*/ 2216258 h 6757261"/>
                <a:gd name="connsiteX4" fmla="*/ 2905566 w 3215332"/>
                <a:gd name="connsiteY4" fmla="*/ 3254644 h 6757261"/>
                <a:gd name="connsiteX5" fmla="*/ 2580100 w 3215332"/>
                <a:gd name="connsiteY5" fmla="*/ 4076054 h 6757261"/>
                <a:gd name="connsiteX6" fmla="*/ 1944670 w 3215332"/>
                <a:gd name="connsiteY6" fmla="*/ 5455403 h 6757261"/>
                <a:gd name="connsiteX7" fmla="*/ 1588210 w 3215332"/>
                <a:gd name="connsiteY7" fmla="*/ 6757261 h 6757261"/>
                <a:gd name="connsiteX8" fmla="*/ 890786 w 3215332"/>
                <a:gd name="connsiteY8" fmla="*/ 5176433 h 6757261"/>
                <a:gd name="connsiteX9" fmla="*/ 363844 w 3215332"/>
                <a:gd name="connsiteY9" fmla="*/ 3580107 h 6757261"/>
                <a:gd name="connsiteX10" fmla="*/ 22881 w 3215332"/>
                <a:gd name="connsiteY10" fmla="*/ 2712203 h 6757261"/>
                <a:gd name="connsiteX11" fmla="*/ 131369 w 3215332"/>
                <a:gd name="connsiteY11" fmla="*/ 1658318 h 6757261"/>
                <a:gd name="connsiteX12" fmla="*/ 875288 w 3215332"/>
                <a:gd name="connsiteY12" fmla="*/ 232474 h 6757261"/>
                <a:gd name="connsiteX0" fmla="*/ 875288 w 3215332"/>
                <a:gd name="connsiteY0" fmla="*/ 629582 h 7154369"/>
                <a:gd name="connsiteX1" fmla="*/ 2208142 w 3215332"/>
                <a:gd name="connsiteY1" fmla="*/ 397108 h 7154369"/>
                <a:gd name="connsiteX2" fmla="*/ 2905565 w 3215332"/>
                <a:gd name="connsiteY2" fmla="*/ 1450992 h 7154369"/>
                <a:gd name="connsiteX3" fmla="*/ 3076047 w 3215332"/>
                <a:gd name="connsiteY3" fmla="*/ 2613366 h 7154369"/>
                <a:gd name="connsiteX4" fmla="*/ 2905566 w 3215332"/>
                <a:gd name="connsiteY4" fmla="*/ 3651752 h 7154369"/>
                <a:gd name="connsiteX5" fmla="*/ 2580100 w 3215332"/>
                <a:gd name="connsiteY5" fmla="*/ 4473162 h 7154369"/>
                <a:gd name="connsiteX6" fmla="*/ 1944670 w 3215332"/>
                <a:gd name="connsiteY6" fmla="*/ 5852511 h 7154369"/>
                <a:gd name="connsiteX7" fmla="*/ 1588210 w 3215332"/>
                <a:gd name="connsiteY7" fmla="*/ 7154369 h 7154369"/>
                <a:gd name="connsiteX8" fmla="*/ 890786 w 3215332"/>
                <a:gd name="connsiteY8" fmla="*/ 5573541 h 7154369"/>
                <a:gd name="connsiteX9" fmla="*/ 363844 w 3215332"/>
                <a:gd name="connsiteY9" fmla="*/ 3977215 h 7154369"/>
                <a:gd name="connsiteX10" fmla="*/ 22881 w 3215332"/>
                <a:gd name="connsiteY10" fmla="*/ 3109311 h 7154369"/>
                <a:gd name="connsiteX11" fmla="*/ 131369 w 3215332"/>
                <a:gd name="connsiteY11" fmla="*/ 2055426 h 7154369"/>
                <a:gd name="connsiteX12" fmla="*/ 875288 w 3215332"/>
                <a:gd name="connsiteY12" fmla="*/ 629582 h 7154369"/>
                <a:gd name="connsiteX0" fmla="*/ 875288 w 3215332"/>
                <a:gd name="connsiteY0" fmla="*/ 629582 h 7154369"/>
                <a:gd name="connsiteX1" fmla="*/ 2208142 w 3215332"/>
                <a:gd name="connsiteY1" fmla="*/ 397108 h 7154369"/>
                <a:gd name="connsiteX2" fmla="*/ 2905565 w 3215332"/>
                <a:gd name="connsiteY2" fmla="*/ 1450992 h 7154369"/>
                <a:gd name="connsiteX3" fmla="*/ 3076047 w 3215332"/>
                <a:gd name="connsiteY3" fmla="*/ 2613366 h 7154369"/>
                <a:gd name="connsiteX4" fmla="*/ 2905566 w 3215332"/>
                <a:gd name="connsiteY4" fmla="*/ 3651752 h 7154369"/>
                <a:gd name="connsiteX5" fmla="*/ 2580100 w 3215332"/>
                <a:gd name="connsiteY5" fmla="*/ 4473162 h 7154369"/>
                <a:gd name="connsiteX6" fmla="*/ 1944670 w 3215332"/>
                <a:gd name="connsiteY6" fmla="*/ 5852511 h 7154369"/>
                <a:gd name="connsiteX7" fmla="*/ 1588210 w 3215332"/>
                <a:gd name="connsiteY7" fmla="*/ 7154369 h 7154369"/>
                <a:gd name="connsiteX8" fmla="*/ 890786 w 3215332"/>
                <a:gd name="connsiteY8" fmla="*/ 5573541 h 7154369"/>
                <a:gd name="connsiteX9" fmla="*/ 363844 w 3215332"/>
                <a:gd name="connsiteY9" fmla="*/ 3977215 h 7154369"/>
                <a:gd name="connsiteX10" fmla="*/ 22881 w 3215332"/>
                <a:gd name="connsiteY10" fmla="*/ 3109311 h 7154369"/>
                <a:gd name="connsiteX11" fmla="*/ 131369 w 3215332"/>
                <a:gd name="connsiteY11" fmla="*/ 2055426 h 7154369"/>
                <a:gd name="connsiteX12" fmla="*/ 875288 w 3215332"/>
                <a:gd name="connsiteY12" fmla="*/ 629582 h 7154369"/>
                <a:gd name="connsiteX0" fmla="*/ 1033131 w 3373175"/>
                <a:gd name="connsiteY0" fmla="*/ 629582 h 7154369"/>
                <a:gd name="connsiteX1" fmla="*/ 2365985 w 3373175"/>
                <a:gd name="connsiteY1" fmla="*/ 397108 h 7154369"/>
                <a:gd name="connsiteX2" fmla="*/ 3063408 w 3373175"/>
                <a:gd name="connsiteY2" fmla="*/ 1450992 h 7154369"/>
                <a:gd name="connsiteX3" fmla="*/ 3233890 w 3373175"/>
                <a:gd name="connsiteY3" fmla="*/ 2613366 h 7154369"/>
                <a:gd name="connsiteX4" fmla="*/ 3063409 w 3373175"/>
                <a:gd name="connsiteY4" fmla="*/ 3651752 h 7154369"/>
                <a:gd name="connsiteX5" fmla="*/ 2737943 w 3373175"/>
                <a:gd name="connsiteY5" fmla="*/ 4473162 h 7154369"/>
                <a:gd name="connsiteX6" fmla="*/ 2102513 w 3373175"/>
                <a:gd name="connsiteY6" fmla="*/ 5852511 h 7154369"/>
                <a:gd name="connsiteX7" fmla="*/ 1746053 w 3373175"/>
                <a:gd name="connsiteY7" fmla="*/ 7154369 h 7154369"/>
                <a:gd name="connsiteX8" fmla="*/ 1048629 w 3373175"/>
                <a:gd name="connsiteY8" fmla="*/ 5573541 h 7154369"/>
                <a:gd name="connsiteX9" fmla="*/ 521687 w 3373175"/>
                <a:gd name="connsiteY9" fmla="*/ 3977215 h 7154369"/>
                <a:gd name="connsiteX10" fmla="*/ 180724 w 3373175"/>
                <a:gd name="connsiteY10" fmla="*/ 3109311 h 7154369"/>
                <a:gd name="connsiteX11" fmla="*/ 289212 w 3373175"/>
                <a:gd name="connsiteY11" fmla="*/ 2055426 h 7154369"/>
                <a:gd name="connsiteX12" fmla="*/ 1033131 w 3373175"/>
                <a:gd name="connsiteY12" fmla="*/ 629582 h 7154369"/>
                <a:gd name="connsiteX0" fmla="*/ 1033131 w 3373175"/>
                <a:gd name="connsiteY0" fmla="*/ 629582 h 7154369"/>
                <a:gd name="connsiteX1" fmla="*/ 2365985 w 3373175"/>
                <a:gd name="connsiteY1" fmla="*/ 397108 h 7154369"/>
                <a:gd name="connsiteX2" fmla="*/ 3063408 w 3373175"/>
                <a:gd name="connsiteY2" fmla="*/ 1450992 h 7154369"/>
                <a:gd name="connsiteX3" fmla="*/ 3233890 w 3373175"/>
                <a:gd name="connsiteY3" fmla="*/ 2613366 h 7154369"/>
                <a:gd name="connsiteX4" fmla="*/ 3063409 w 3373175"/>
                <a:gd name="connsiteY4" fmla="*/ 3651752 h 7154369"/>
                <a:gd name="connsiteX5" fmla="*/ 2737943 w 3373175"/>
                <a:gd name="connsiteY5" fmla="*/ 4473162 h 7154369"/>
                <a:gd name="connsiteX6" fmla="*/ 2102513 w 3373175"/>
                <a:gd name="connsiteY6" fmla="*/ 5852511 h 7154369"/>
                <a:gd name="connsiteX7" fmla="*/ 1746053 w 3373175"/>
                <a:gd name="connsiteY7" fmla="*/ 7154369 h 7154369"/>
                <a:gd name="connsiteX8" fmla="*/ 1048629 w 3373175"/>
                <a:gd name="connsiteY8" fmla="*/ 5573541 h 7154369"/>
                <a:gd name="connsiteX9" fmla="*/ 521687 w 3373175"/>
                <a:gd name="connsiteY9" fmla="*/ 3977215 h 7154369"/>
                <a:gd name="connsiteX10" fmla="*/ 180724 w 3373175"/>
                <a:gd name="connsiteY10" fmla="*/ 3109311 h 7154369"/>
                <a:gd name="connsiteX11" fmla="*/ 289212 w 3373175"/>
                <a:gd name="connsiteY11" fmla="*/ 2055426 h 7154369"/>
                <a:gd name="connsiteX12" fmla="*/ 1033131 w 3373175"/>
                <a:gd name="connsiteY12" fmla="*/ 629582 h 7154369"/>
                <a:gd name="connsiteX0" fmla="*/ 1033131 w 3373175"/>
                <a:gd name="connsiteY0" fmla="*/ 629582 h 7154369"/>
                <a:gd name="connsiteX1" fmla="*/ 2365985 w 3373175"/>
                <a:gd name="connsiteY1" fmla="*/ 397108 h 7154369"/>
                <a:gd name="connsiteX2" fmla="*/ 3063408 w 3373175"/>
                <a:gd name="connsiteY2" fmla="*/ 1450992 h 7154369"/>
                <a:gd name="connsiteX3" fmla="*/ 3233890 w 3373175"/>
                <a:gd name="connsiteY3" fmla="*/ 2613366 h 7154369"/>
                <a:gd name="connsiteX4" fmla="*/ 3063409 w 3373175"/>
                <a:gd name="connsiteY4" fmla="*/ 3651752 h 7154369"/>
                <a:gd name="connsiteX5" fmla="*/ 2737943 w 3373175"/>
                <a:gd name="connsiteY5" fmla="*/ 4473162 h 7154369"/>
                <a:gd name="connsiteX6" fmla="*/ 2102513 w 3373175"/>
                <a:gd name="connsiteY6" fmla="*/ 5852511 h 7154369"/>
                <a:gd name="connsiteX7" fmla="*/ 1746053 w 3373175"/>
                <a:gd name="connsiteY7" fmla="*/ 7154369 h 7154369"/>
                <a:gd name="connsiteX8" fmla="*/ 1048629 w 3373175"/>
                <a:gd name="connsiteY8" fmla="*/ 5573541 h 7154369"/>
                <a:gd name="connsiteX9" fmla="*/ 521687 w 3373175"/>
                <a:gd name="connsiteY9" fmla="*/ 3977215 h 7154369"/>
                <a:gd name="connsiteX10" fmla="*/ 180724 w 3373175"/>
                <a:gd name="connsiteY10" fmla="*/ 3109311 h 7154369"/>
                <a:gd name="connsiteX11" fmla="*/ 289212 w 3373175"/>
                <a:gd name="connsiteY11" fmla="*/ 2055426 h 7154369"/>
                <a:gd name="connsiteX12" fmla="*/ 1033131 w 3373175"/>
                <a:gd name="connsiteY12" fmla="*/ 629582 h 7154369"/>
                <a:gd name="connsiteX0" fmla="*/ 1033131 w 3373175"/>
                <a:gd name="connsiteY0" fmla="*/ 629582 h 7155806"/>
                <a:gd name="connsiteX1" fmla="*/ 2365985 w 3373175"/>
                <a:gd name="connsiteY1" fmla="*/ 397108 h 7155806"/>
                <a:gd name="connsiteX2" fmla="*/ 3063408 w 3373175"/>
                <a:gd name="connsiteY2" fmla="*/ 1450992 h 7155806"/>
                <a:gd name="connsiteX3" fmla="*/ 3233890 w 3373175"/>
                <a:gd name="connsiteY3" fmla="*/ 2613366 h 7155806"/>
                <a:gd name="connsiteX4" fmla="*/ 3063409 w 3373175"/>
                <a:gd name="connsiteY4" fmla="*/ 3651752 h 7155806"/>
                <a:gd name="connsiteX5" fmla="*/ 2737943 w 3373175"/>
                <a:gd name="connsiteY5" fmla="*/ 4473162 h 7155806"/>
                <a:gd name="connsiteX6" fmla="*/ 2102513 w 3373175"/>
                <a:gd name="connsiteY6" fmla="*/ 5852511 h 7155806"/>
                <a:gd name="connsiteX7" fmla="*/ 1746053 w 3373175"/>
                <a:gd name="connsiteY7" fmla="*/ 7154369 h 7155806"/>
                <a:gd name="connsiteX8" fmla="*/ 1048629 w 3373175"/>
                <a:gd name="connsiteY8" fmla="*/ 5573541 h 7155806"/>
                <a:gd name="connsiteX9" fmla="*/ 521687 w 3373175"/>
                <a:gd name="connsiteY9" fmla="*/ 3977215 h 7155806"/>
                <a:gd name="connsiteX10" fmla="*/ 180724 w 3373175"/>
                <a:gd name="connsiteY10" fmla="*/ 3109311 h 7155806"/>
                <a:gd name="connsiteX11" fmla="*/ 289212 w 3373175"/>
                <a:gd name="connsiteY11" fmla="*/ 2055426 h 7155806"/>
                <a:gd name="connsiteX12" fmla="*/ 1033131 w 3373175"/>
                <a:gd name="connsiteY12" fmla="*/ 629582 h 7155806"/>
                <a:gd name="connsiteX0" fmla="*/ 1033131 w 3373175"/>
                <a:gd name="connsiteY0" fmla="*/ 629582 h 7155806"/>
                <a:gd name="connsiteX1" fmla="*/ 2365985 w 3373175"/>
                <a:gd name="connsiteY1" fmla="*/ 397108 h 7155806"/>
                <a:gd name="connsiteX2" fmla="*/ 3063408 w 3373175"/>
                <a:gd name="connsiteY2" fmla="*/ 1450992 h 7155806"/>
                <a:gd name="connsiteX3" fmla="*/ 3233890 w 3373175"/>
                <a:gd name="connsiteY3" fmla="*/ 2613366 h 7155806"/>
                <a:gd name="connsiteX4" fmla="*/ 3063409 w 3373175"/>
                <a:gd name="connsiteY4" fmla="*/ 3651752 h 7155806"/>
                <a:gd name="connsiteX5" fmla="*/ 2737943 w 3373175"/>
                <a:gd name="connsiteY5" fmla="*/ 4473162 h 7155806"/>
                <a:gd name="connsiteX6" fmla="*/ 2102513 w 3373175"/>
                <a:gd name="connsiteY6" fmla="*/ 5852511 h 7155806"/>
                <a:gd name="connsiteX7" fmla="*/ 1746053 w 3373175"/>
                <a:gd name="connsiteY7" fmla="*/ 7154369 h 7155806"/>
                <a:gd name="connsiteX8" fmla="*/ 1048629 w 3373175"/>
                <a:gd name="connsiteY8" fmla="*/ 5573541 h 7155806"/>
                <a:gd name="connsiteX9" fmla="*/ 521687 w 3373175"/>
                <a:gd name="connsiteY9" fmla="*/ 3977215 h 7155806"/>
                <a:gd name="connsiteX10" fmla="*/ 180724 w 3373175"/>
                <a:gd name="connsiteY10" fmla="*/ 3109311 h 7155806"/>
                <a:gd name="connsiteX11" fmla="*/ 289212 w 3373175"/>
                <a:gd name="connsiteY11" fmla="*/ 2055426 h 7155806"/>
                <a:gd name="connsiteX12" fmla="*/ 1033131 w 3373175"/>
                <a:gd name="connsiteY12" fmla="*/ 629582 h 7155806"/>
                <a:gd name="connsiteX0" fmla="*/ 1033131 w 3373175"/>
                <a:gd name="connsiteY0" fmla="*/ 629582 h 7156077"/>
                <a:gd name="connsiteX1" fmla="*/ 2365985 w 3373175"/>
                <a:gd name="connsiteY1" fmla="*/ 397108 h 7156077"/>
                <a:gd name="connsiteX2" fmla="*/ 3063408 w 3373175"/>
                <a:gd name="connsiteY2" fmla="*/ 1450992 h 7156077"/>
                <a:gd name="connsiteX3" fmla="*/ 3233890 w 3373175"/>
                <a:gd name="connsiteY3" fmla="*/ 2613366 h 7156077"/>
                <a:gd name="connsiteX4" fmla="*/ 3063409 w 3373175"/>
                <a:gd name="connsiteY4" fmla="*/ 3651752 h 7156077"/>
                <a:gd name="connsiteX5" fmla="*/ 2737943 w 3373175"/>
                <a:gd name="connsiteY5" fmla="*/ 4473162 h 7156077"/>
                <a:gd name="connsiteX6" fmla="*/ 2102513 w 3373175"/>
                <a:gd name="connsiteY6" fmla="*/ 5852511 h 7156077"/>
                <a:gd name="connsiteX7" fmla="*/ 1746053 w 3373175"/>
                <a:gd name="connsiteY7" fmla="*/ 7154369 h 7156077"/>
                <a:gd name="connsiteX8" fmla="*/ 1048629 w 3373175"/>
                <a:gd name="connsiteY8" fmla="*/ 5573541 h 7156077"/>
                <a:gd name="connsiteX9" fmla="*/ 521687 w 3373175"/>
                <a:gd name="connsiteY9" fmla="*/ 3977215 h 7156077"/>
                <a:gd name="connsiteX10" fmla="*/ 180724 w 3373175"/>
                <a:gd name="connsiteY10" fmla="*/ 3109311 h 7156077"/>
                <a:gd name="connsiteX11" fmla="*/ 289212 w 3373175"/>
                <a:gd name="connsiteY11" fmla="*/ 2055426 h 7156077"/>
                <a:gd name="connsiteX12" fmla="*/ 1033131 w 3373175"/>
                <a:gd name="connsiteY12" fmla="*/ 629582 h 7156077"/>
                <a:gd name="connsiteX0" fmla="*/ 1033131 w 3373175"/>
                <a:gd name="connsiteY0" fmla="*/ 629582 h 7155806"/>
                <a:gd name="connsiteX1" fmla="*/ 2365985 w 3373175"/>
                <a:gd name="connsiteY1" fmla="*/ 397108 h 7155806"/>
                <a:gd name="connsiteX2" fmla="*/ 3063408 w 3373175"/>
                <a:gd name="connsiteY2" fmla="*/ 1450992 h 7155806"/>
                <a:gd name="connsiteX3" fmla="*/ 3233890 w 3373175"/>
                <a:gd name="connsiteY3" fmla="*/ 2613366 h 7155806"/>
                <a:gd name="connsiteX4" fmla="*/ 3063409 w 3373175"/>
                <a:gd name="connsiteY4" fmla="*/ 3651752 h 7155806"/>
                <a:gd name="connsiteX5" fmla="*/ 2737943 w 3373175"/>
                <a:gd name="connsiteY5" fmla="*/ 4473162 h 7155806"/>
                <a:gd name="connsiteX6" fmla="*/ 2102513 w 3373175"/>
                <a:gd name="connsiteY6" fmla="*/ 5852511 h 7155806"/>
                <a:gd name="connsiteX7" fmla="*/ 1746053 w 3373175"/>
                <a:gd name="connsiteY7" fmla="*/ 7154369 h 7155806"/>
                <a:gd name="connsiteX8" fmla="*/ 1048629 w 3373175"/>
                <a:gd name="connsiteY8" fmla="*/ 5573541 h 7155806"/>
                <a:gd name="connsiteX9" fmla="*/ 521687 w 3373175"/>
                <a:gd name="connsiteY9" fmla="*/ 3977215 h 7155806"/>
                <a:gd name="connsiteX10" fmla="*/ 180724 w 3373175"/>
                <a:gd name="connsiteY10" fmla="*/ 3109311 h 7155806"/>
                <a:gd name="connsiteX11" fmla="*/ 289212 w 3373175"/>
                <a:gd name="connsiteY11" fmla="*/ 2055426 h 7155806"/>
                <a:gd name="connsiteX12" fmla="*/ 1033131 w 3373175"/>
                <a:gd name="connsiteY12" fmla="*/ 629582 h 7155806"/>
                <a:gd name="connsiteX0" fmla="*/ 1033131 w 3373175"/>
                <a:gd name="connsiteY0" fmla="*/ 629582 h 7154369"/>
                <a:gd name="connsiteX1" fmla="*/ 2365985 w 3373175"/>
                <a:gd name="connsiteY1" fmla="*/ 397108 h 7154369"/>
                <a:gd name="connsiteX2" fmla="*/ 3063408 w 3373175"/>
                <a:gd name="connsiteY2" fmla="*/ 1450992 h 7154369"/>
                <a:gd name="connsiteX3" fmla="*/ 3233890 w 3373175"/>
                <a:gd name="connsiteY3" fmla="*/ 2613366 h 7154369"/>
                <a:gd name="connsiteX4" fmla="*/ 3063409 w 3373175"/>
                <a:gd name="connsiteY4" fmla="*/ 3651752 h 7154369"/>
                <a:gd name="connsiteX5" fmla="*/ 2737943 w 3373175"/>
                <a:gd name="connsiteY5" fmla="*/ 4473162 h 7154369"/>
                <a:gd name="connsiteX6" fmla="*/ 2102513 w 3373175"/>
                <a:gd name="connsiteY6" fmla="*/ 5852511 h 7154369"/>
                <a:gd name="connsiteX7" fmla="*/ 1746053 w 3373175"/>
                <a:gd name="connsiteY7" fmla="*/ 7154369 h 7154369"/>
                <a:gd name="connsiteX8" fmla="*/ 1048629 w 3373175"/>
                <a:gd name="connsiteY8" fmla="*/ 5573541 h 7154369"/>
                <a:gd name="connsiteX9" fmla="*/ 521687 w 3373175"/>
                <a:gd name="connsiteY9" fmla="*/ 3977215 h 7154369"/>
                <a:gd name="connsiteX10" fmla="*/ 180724 w 3373175"/>
                <a:gd name="connsiteY10" fmla="*/ 3109311 h 7154369"/>
                <a:gd name="connsiteX11" fmla="*/ 289212 w 3373175"/>
                <a:gd name="connsiteY11" fmla="*/ 2055426 h 7154369"/>
                <a:gd name="connsiteX12" fmla="*/ 1033131 w 3373175"/>
                <a:gd name="connsiteY12" fmla="*/ 629582 h 7154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73175" h="7154369">
                  <a:moveTo>
                    <a:pt x="1033131" y="629582"/>
                  </a:moveTo>
                  <a:cubicBezTo>
                    <a:pt x="2319244" y="-681623"/>
                    <a:pt x="1921700" y="474599"/>
                    <a:pt x="2365985" y="397108"/>
                  </a:cubicBezTo>
                  <a:cubicBezTo>
                    <a:pt x="2934902" y="504950"/>
                    <a:pt x="3218391" y="924050"/>
                    <a:pt x="3063408" y="1450992"/>
                  </a:cubicBezTo>
                  <a:cubicBezTo>
                    <a:pt x="3679035" y="1965450"/>
                    <a:pt x="3177063" y="2225908"/>
                    <a:pt x="3233890" y="2613366"/>
                  </a:cubicBezTo>
                  <a:cubicBezTo>
                    <a:pt x="3535203" y="3210955"/>
                    <a:pt x="3234536" y="3214183"/>
                    <a:pt x="3063409" y="3651752"/>
                  </a:cubicBezTo>
                  <a:cubicBezTo>
                    <a:pt x="3082006" y="4093454"/>
                    <a:pt x="2841266" y="4183860"/>
                    <a:pt x="2737943" y="4473162"/>
                  </a:cubicBezTo>
                  <a:cubicBezTo>
                    <a:pt x="2603624" y="4819291"/>
                    <a:pt x="2903259" y="5180917"/>
                    <a:pt x="2102513" y="5852511"/>
                  </a:cubicBezTo>
                  <a:cubicBezTo>
                    <a:pt x="1983693" y="6286464"/>
                    <a:pt x="2081850" y="7123372"/>
                    <a:pt x="1746053" y="7154369"/>
                  </a:cubicBezTo>
                  <a:cubicBezTo>
                    <a:pt x="1405091" y="7149203"/>
                    <a:pt x="1203612" y="6338124"/>
                    <a:pt x="1048629" y="5573541"/>
                  </a:cubicBezTo>
                  <a:cubicBezTo>
                    <a:pt x="1027965" y="5103426"/>
                    <a:pt x="310122" y="5114988"/>
                    <a:pt x="521687" y="3977215"/>
                  </a:cubicBezTo>
                  <a:cubicBezTo>
                    <a:pt x="671504" y="3507100"/>
                    <a:pt x="-99722" y="3884226"/>
                    <a:pt x="180724" y="3109311"/>
                  </a:cubicBezTo>
                  <a:cubicBezTo>
                    <a:pt x="-221985" y="2599097"/>
                    <a:pt x="154893" y="2318897"/>
                    <a:pt x="289212" y="2055426"/>
                  </a:cubicBezTo>
                  <a:cubicBezTo>
                    <a:pt x="537185" y="1714463"/>
                    <a:pt x="-216328" y="1144717"/>
                    <a:pt x="1033131" y="629582"/>
                  </a:cubicBezTo>
                  <a:close/>
                </a:path>
              </a:pathLst>
            </a:custGeom>
            <a:solidFill>
              <a:srgbClr val="385539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7">
              <a:extLst>
                <a:ext uri="{FF2B5EF4-FFF2-40B4-BE49-F238E27FC236}">
                  <a16:creationId xmlns:a16="http://schemas.microsoft.com/office/drawing/2014/main" id="{5142A8D6-826C-7CF5-066F-4E1678182692}"/>
                </a:ext>
              </a:extLst>
            </p:cNvPr>
            <p:cNvSpPr/>
            <p:nvPr/>
          </p:nvSpPr>
          <p:spPr>
            <a:xfrm rot="19571292" flipH="1" flipV="1">
              <a:off x="9370160" y="4726283"/>
              <a:ext cx="1458610" cy="499699"/>
            </a:xfrm>
            <a:custGeom>
              <a:avLst/>
              <a:gdLst>
                <a:gd name="connsiteX0" fmla="*/ 0 w 1007285"/>
                <a:gd name="connsiteY0" fmla="*/ 0 h 94954"/>
                <a:gd name="connsiteX1" fmla="*/ 1007285 w 1007285"/>
                <a:gd name="connsiteY1" fmla="*/ 0 h 94954"/>
                <a:gd name="connsiteX2" fmla="*/ 1007285 w 1007285"/>
                <a:gd name="connsiteY2" fmla="*/ 94954 h 94954"/>
                <a:gd name="connsiteX3" fmla="*/ 0 w 1007285"/>
                <a:gd name="connsiteY3" fmla="*/ 94954 h 94954"/>
                <a:gd name="connsiteX4" fmla="*/ 0 w 1007285"/>
                <a:gd name="connsiteY4" fmla="*/ 0 h 94954"/>
                <a:gd name="connsiteX0" fmla="*/ 2819400 w 3826685"/>
                <a:gd name="connsiteY0" fmla="*/ 0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4" fmla="*/ 2819400 w 3826685"/>
                <a:gd name="connsiteY4" fmla="*/ 0 h 869654"/>
                <a:gd name="connsiteX0" fmla="*/ 0 w 3826685"/>
                <a:gd name="connsiteY0" fmla="*/ 869654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968065 h 1033547"/>
                <a:gd name="connsiteX1" fmla="*/ 3826685 w 3826685"/>
                <a:gd name="connsiteY1" fmla="*/ 98411 h 1033547"/>
                <a:gd name="connsiteX2" fmla="*/ 3826685 w 3826685"/>
                <a:gd name="connsiteY2" fmla="*/ 193365 h 1033547"/>
                <a:gd name="connsiteX3" fmla="*/ 0 w 3826685"/>
                <a:gd name="connsiteY3" fmla="*/ 968065 h 1033547"/>
                <a:gd name="connsiteX0" fmla="*/ 0 w 3826685"/>
                <a:gd name="connsiteY0" fmla="*/ 968065 h 1013810"/>
                <a:gd name="connsiteX1" fmla="*/ 3826685 w 3826685"/>
                <a:gd name="connsiteY1" fmla="*/ 98411 h 1013810"/>
                <a:gd name="connsiteX2" fmla="*/ 3826685 w 3826685"/>
                <a:gd name="connsiteY2" fmla="*/ 193365 h 1013810"/>
                <a:gd name="connsiteX3" fmla="*/ 0 w 3826685"/>
                <a:gd name="connsiteY3" fmla="*/ 968065 h 1013810"/>
                <a:gd name="connsiteX0" fmla="*/ 0 w 3826685"/>
                <a:gd name="connsiteY0" fmla="*/ 968065 h 1012429"/>
                <a:gd name="connsiteX1" fmla="*/ 3826685 w 3826685"/>
                <a:gd name="connsiteY1" fmla="*/ 98411 h 1012429"/>
                <a:gd name="connsiteX2" fmla="*/ 3826685 w 3826685"/>
                <a:gd name="connsiteY2" fmla="*/ 193365 h 1012429"/>
                <a:gd name="connsiteX3" fmla="*/ 0 w 3826685"/>
                <a:gd name="connsiteY3" fmla="*/ 968065 h 1012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26685" h="1012429">
                  <a:moveTo>
                    <a:pt x="0" y="968065"/>
                  </a:moveTo>
                  <a:cubicBezTo>
                    <a:pt x="1199362" y="1008380"/>
                    <a:pt x="2779723" y="-373704"/>
                    <a:pt x="3826685" y="98411"/>
                  </a:cubicBezTo>
                  <a:lnTo>
                    <a:pt x="3826685" y="193365"/>
                  </a:lnTo>
                  <a:cubicBezTo>
                    <a:pt x="2614623" y="-65927"/>
                    <a:pt x="932662" y="1268632"/>
                    <a:pt x="0" y="968065"/>
                  </a:cubicBezTo>
                  <a:close/>
                </a:path>
              </a:pathLst>
            </a:custGeom>
            <a:solidFill>
              <a:srgbClr val="D4E39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7">
              <a:extLst>
                <a:ext uri="{FF2B5EF4-FFF2-40B4-BE49-F238E27FC236}">
                  <a16:creationId xmlns:a16="http://schemas.microsoft.com/office/drawing/2014/main" id="{63A908CE-3A0C-70DC-021C-571D85318CC1}"/>
                </a:ext>
              </a:extLst>
            </p:cNvPr>
            <p:cNvSpPr/>
            <p:nvPr/>
          </p:nvSpPr>
          <p:spPr>
            <a:xfrm rot="2028708" flipV="1">
              <a:off x="8771179" y="5148014"/>
              <a:ext cx="1031551" cy="353395"/>
            </a:xfrm>
            <a:custGeom>
              <a:avLst/>
              <a:gdLst>
                <a:gd name="connsiteX0" fmla="*/ 0 w 1007285"/>
                <a:gd name="connsiteY0" fmla="*/ 0 h 94954"/>
                <a:gd name="connsiteX1" fmla="*/ 1007285 w 1007285"/>
                <a:gd name="connsiteY1" fmla="*/ 0 h 94954"/>
                <a:gd name="connsiteX2" fmla="*/ 1007285 w 1007285"/>
                <a:gd name="connsiteY2" fmla="*/ 94954 h 94954"/>
                <a:gd name="connsiteX3" fmla="*/ 0 w 1007285"/>
                <a:gd name="connsiteY3" fmla="*/ 94954 h 94954"/>
                <a:gd name="connsiteX4" fmla="*/ 0 w 1007285"/>
                <a:gd name="connsiteY4" fmla="*/ 0 h 94954"/>
                <a:gd name="connsiteX0" fmla="*/ 2819400 w 3826685"/>
                <a:gd name="connsiteY0" fmla="*/ 0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4" fmla="*/ 2819400 w 3826685"/>
                <a:gd name="connsiteY4" fmla="*/ 0 h 869654"/>
                <a:gd name="connsiteX0" fmla="*/ 0 w 3826685"/>
                <a:gd name="connsiteY0" fmla="*/ 869654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968065 h 1033547"/>
                <a:gd name="connsiteX1" fmla="*/ 3826685 w 3826685"/>
                <a:gd name="connsiteY1" fmla="*/ 98411 h 1033547"/>
                <a:gd name="connsiteX2" fmla="*/ 3826685 w 3826685"/>
                <a:gd name="connsiteY2" fmla="*/ 193365 h 1033547"/>
                <a:gd name="connsiteX3" fmla="*/ 0 w 3826685"/>
                <a:gd name="connsiteY3" fmla="*/ 968065 h 1033547"/>
                <a:gd name="connsiteX0" fmla="*/ 0 w 3826685"/>
                <a:gd name="connsiteY0" fmla="*/ 968065 h 1013810"/>
                <a:gd name="connsiteX1" fmla="*/ 3826685 w 3826685"/>
                <a:gd name="connsiteY1" fmla="*/ 98411 h 1013810"/>
                <a:gd name="connsiteX2" fmla="*/ 3826685 w 3826685"/>
                <a:gd name="connsiteY2" fmla="*/ 193365 h 1013810"/>
                <a:gd name="connsiteX3" fmla="*/ 0 w 3826685"/>
                <a:gd name="connsiteY3" fmla="*/ 968065 h 1013810"/>
                <a:gd name="connsiteX0" fmla="*/ 0 w 3826685"/>
                <a:gd name="connsiteY0" fmla="*/ 968065 h 1012429"/>
                <a:gd name="connsiteX1" fmla="*/ 3826685 w 3826685"/>
                <a:gd name="connsiteY1" fmla="*/ 98411 h 1012429"/>
                <a:gd name="connsiteX2" fmla="*/ 3826685 w 3826685"/>
                <a:gd name="connsiteY2" fmla="*/ 193365 h 1012429"/>
                <a:gd name="connsiteX3" fmla="*/ 0 w 3826685"/>
                <a:gd name="connsiteY3" fmla="*/ 968065 h 1012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26685" h="1012429">
                  <a:moveTo>
                    <a:pt x="0" y="968065"/>
                  </a:moveTo>
                  <a:cubicBezTo>
                    <a:pt x="1199362" y="1008380"/>
                    <a:pt x="2779723" y="-373704"/>
                    <a:pt x="3826685" y="98411"/>
                  </a:cubicBezTo>
                  <a:lnTo>
                    <a:pt x="3826685" y="193365"/>
                  </a:lnTo>
                  <a:cubicBezTo>
                    <a:pt x="2614623" y="-65927"/>
                    <a:pt x="932662" y="1268632"/>
                    <a:pt x="0" y="968065"/>
                  </a:cubicBezTo>
                  <a:close/>
                </a:path>
              </a:pathLst>
            </a:custGeom>
            <a:solidFill>
              <a:srgbClr val="D4E39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3AEF2F19-7C6F-2F52-B214-F5AD76B57CF6}"/>
                </a:ext>
              </a:extLst>
            </p:cNvPr>
            <p:cNvSpPr/>
            <p:nvPr/>
          </p:nvSpPr>
          <p:spPr>
            <a:xfrm>
              <a:off x="8496877" y="2663864"/>
              <a:ext cx="1052978" cy="2049780"/>
            </a:xfrm>
            <a:custGeom>
              <a:avLst/>
              <a:gdLst>
                <a:gd name="connsiteX0" fmla="*/ 1051560 w 1051560"/>
                <a:gd name="connsiteY0" fmla="*/ 1996440 h 1996440"/>
                <a:gd name="connsiteX1" fmla="*/ 0 w 1051560"/>
                <a:gd name="connsiteY1" fmla="*/ 0 h 1996440"/>
                <a:gd name="connsiteX2" fmla="*/ 0 w 1051560"/>
                <a:gd name="connsiteY2" fmla="*/ 0 h 1996440"/>
                <a:gd name="connsiteX0" fmla="*/ 1051560 w 1051560"/>
                <a:gd name="connsiteY0" fmla="*/ 2049780 h 2049780"/>
                <a:gd name="connsiteX1" fmla="*/ 0 w 1051560"/>
                <a:gd name="connsiteY1" fmla="*/ 0 h 2049780"/>
                <a:gd name="connsiteX2" fmla="*/ 0 w 1051560"/>
                <a:gd name="connsiteY2" fmla="*/ 0 h 2049780"/>
                <a:gd name="connsiteX0" fmla="*/ 1052978 w 1052978"/>
                <a:gd name="connsiteY0" fmla="*/ 2049780 h 2049780"/>
                <a:gd name="connsiteX1" fmla="*/ 1418 w 1052978"/>
                <a:gd name="connsiteY1" fmla="*/ 0 h 2049780"/>
                <a:gd name="connsiteX2" fmla="*/ 1418 w 1052978"/>
                <a:gd name="connsiteY2" fmla="*/ 0 h 2049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52978" h="2049780">
                  <a:moveTo>
                    <a:pt x="1052978" y="2049780"/>
                  </a:moveTo>
                  <a:cubicBezTo>
                    <a:pt x="702458" y="1366520"/>
                    <a:pt x="-36682" y="1231900"/>
                    <a:pt x="1418" y="0"/>
                  </a:cubicBezTo>
                  <a:lnTo>
                    <a:pt x="1418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B860367-C481-FACB-9B15-2FF2F20D62A9}"/>
                </a:ext>
              </a:extLst>
            </p:cNvPr>
            <p:cNvSpPr/>
            <p:nvPr/>
          </p:nvSpPr>
          <p:spPr>
            <a:xfrm flipH="1">
              <a:off x="9615874" y="2732552"/>
              <a:ext cx="1584960" cy="1775460"/>
            </a:xfrm>
            <a:custGeom>
              <a:avLst/>
              <a:gdLst>
                <a:gd name="connsiteX0" fmla="*/ 1051560 w 1051560"/>
                <a:gd name="connsiteY0" fmla="*/ 1996440 h 1996440"/>
                <a:gd name="connsiteX1" fmla="*/ 0 w 1051560"/>
                <a:gd name="connsiteY1" fmla="*/ 0 h 1996440"/>
                <a:gd name="connsiteX2" fmla="*/ 0 w 1051560"/>
                <a:gd name="connsiteY2" fmla="*/ 0 h 1996440"/>
                <a:gd name="connsiteX0" fmla="*/ 1051560 w 1051560"/>
                <a:gd name="connsiteY0" fmla="*/ 2049780 h 2049780"/>
                <a:gd name="connsiteX1" fmla="*/ 0 w 1051560"/>
                <a:gd name="connsiteY1" fmla="*/ 0 h 2049780"/>
                <a:gd name="connsiteX2" fmla="*/ 0 w 1051560"/>
                <a:gd name="connsiteY2" fmla="*/ 0 h 2049780"/>
                <a:gd name="connsiteX0" fmla="*/ 1052978 w 1052978"/>
                <a:gd name="connsiteY0" fmla="*/ 2049780 h 2049780"/>
                <a:gd name="connsiteX1" fmla="*/ 1418 w 1052978"/>
                <a:gd name="connsiteY1" fmla="*/ 0 h 2049780"/>
                <a:gd name="connsiteX2" fmla="*/ 1418 w 1052978"/>
                <a:gd name="connsiteY2" fmla="*/ 0 h 2049780"/>
                <a:gd name="connsiteX0" fmla="*/ 1600200 w 1600200"/>
                <a:gd name="connsiteY0" fmla="*/ 2049780 h 2049780"/>
                <a:gd name="connsiteX1" fmla="*/ 548640 w 1600200"/>
                <a:gd name="connsiteY1" fmla="*/ 0 h 2049780"/>
                <a:gd name="connsiteX2" fmla="*/ 0 w 1600200"/>
                <a:gd name="connsiteY2" fmla="*/ 251460 h 2049780"/>
                <a:gd name="connsiteX0" fmla="*/ 1600200 w 1600200"/>
                <a:gd name="connsiteY0" fmla="*/ 1798320 h 1798320"/>
                <a:gd name="connsiteX1" fmla="*/ 480060 w 1600200"/>
                <a:gd name="connsiteY1" fmla="*/ 548640 h 1798320"/>
                <a:gd name="connsiteX2" fmla="*/ 0 w 1600200"/>
                <a:gd name="connsiteY2" fmla="*/ 0 h 1798320"/>
                <a:gd name="connsiteX0" fmla="*/ 1600200 w 1600200"/>
                <a:gd name="connsiteY0" fmla="*/ 1798320 h 1798320"/>
                <a:gd name="connsiteX1" fmla="*/ 480060 w 1600200"/>
                <a:gd name="connsiteY1" fmla="*/ 548640 h 1798320"/>
                <a:gd name="connsiteX2" fmla="*/ 0 w 1600200"/>
                <a:gd name="connsiteY2" fmla="*/ 0 h 1798320"/>
                <a:gd name="connsiteX0" fmla="*/ 1584960 w 1584960"/>
                <a:gd name="connsiteY0" fmla="*/ 1775460 h 1775460"/>
                <a:gd name="connsiteX1" fmla="*/ 480060 w 1584960"/>
                <a:gd name="connsiteY1" fmla="*/ 548640 h 1775460"/>
                <a:gd name="connsiteX2" fmla="*/ 0 w 1584960"/>
                <a:gd name="connsiteY2" fmla="*/ 0 h 1775460"/>
                <a:gd name="connsiteX0" fmla="*/ 1584960 w 1584960"/>
                <a:gd name="connsiteY0" fmla="*/ 1775460 h 1775460"/>
                <a:gd name="connsiteX1" fmla="*/ 480060 w 1584960"/>
                <a:gd name="connsiteY1" fmla="*/ 548640 h 1775460"/>
                <a:gd name="connsiteX2" fmla="*/ 0 w 1584960"/>
                <a:gd name="connsiteY2" fmla="*/ 0 h 1775460"/>
                <a:gd name="connsiteX0" fmla="*/ 1584960 w 1584960"/>
                <a:gd name="connsiteY0" fmla="*/ 1775460 h 1775460"/>
                <a:gd name="connsiteX1" fmla="*/ 480060 w 1584960"/>
                <a:gd name="connsiteY1" fmla="*/ 548640 h 1775460"/>
                <a:gd name="connsiteX2" fmla="*/ 0 w 1584960"/>
                <a:gd name="connsiteY2" fmla="*/ 0 h 1775460"/>
                <a:gd name="connsiteX0" fmla="*/ 1584960 w 1584960"/>
                <a:gd name="connsiteY0" fmla="*/ 1775460 h 1775460"/>
                <a:gd name="connsiteX1" fmla="*/ 480060 w 1584960"/>
                <a:gd name="connsiteY1" fmla="*/ 548640 h 1775460"/>
                <a:gd name="connsiteX2" fmla="*/ 0 w 1584960"/>
                <a:gd name="connsiteY2" fmla="*/ 0 h 1775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84960" h="1775460">
                  <a:moveTo>
                    <a:pt x="1584960" y="1775460"/>
                  </a:moveTo>
                  <a:cubicBezTo>
                    <a:pt x="1234440" y="1092200"/>
                    <a:pt x="594360" y="1521460"/>
                    <a:pt x="480060" y="548640"/>
                  </a:cubicBezTo>
                  <a:cubicBezTo>
                    <a:pt x="358140" y="68580"/>
                    <a:pt x="190500" y="121920"/>
                    <a:pt x="0" y="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C634A3FC-77E5-83E6-A9D4-8DB7830E7305}"/>
                </a:ext>
              </a:extLst>
            </p:cNvPr>
            <p:cNvSpPr/>
            <p:nvPr/>
          </p:nvSpPr>
          <p:spPr>
            <a:xfrm rot="311853" flipH="1">
              <a:off x="9835643" y="1682379"/>
              <a:ext cx="1299121" cy="1455265"/>
            </a:xfrm>
            <a:custGeom>
              <a:avLst/>
              <a:gdLst>
                <a:gd name="connsiteX0" fmla="*/ 1051560 w 1051560"/>
                <a:gd name="connsiteY0" fmla="*/ 1996440 h 1996440"/>
                <a:gd name="connsiteX1" fmla="*/ 0 w 1051560"/>
                <a:gd name="connsiteY1" fmla="*/ 0 h 1996440"/>
                <a:gd name="connsiteX2" fmla="*/ 0 w 1051560"/>
                <a:gd name="connsiteY2" fmla="*/ 0 h 1996440"/>
                <a:gd name="connsiteX0" fmla="*/ 1051560 w 1051560"/>
                <a:gd name="connsiteY0" fmla="*/ 2049780 h 2049780"/>
                <a:gd name="connsiteX1" fmla="*/ 0 w 1051560"/>
                <a:gd name="connsiteY1" fmla="*/ 0 h 2049780"/>
                <a:gd name="connsiteX2" fmla="*/ 0 w 1051560"/>
                <a:gd name="connsiteY2" fmla="*/ 0 h 2049780"/>
                <a:gd name="connsiteX0" fmla="*/ 1052978 w 1052978"/>
                <a:gd name="connsiteY0" fmla="*/ 2049780 h 2049780"/>
                <a:gd name="connsiteX1" fmla="*/ 1418 w 1052978"/>
                <a:gd name="connsiteY1" fmla="*/ 0 h 2049780"/>
                <a:gd name="connsiteX2" fmla="*/ 1418 w 1052978"/>
                <a:gd name="connsiteY2" fmla="*/ 0 h 2049780"/>
                <a:gd name="connsiteX0" fmla="*/ 1600200 w 1600200"/>
                <a:gd name="connsiteY0" fmla="*/ 2049780 h 2049780"/>
                <a:gd name="connsiteX1" fmla="*/ 548640 w 1600200"/>
                <a:gd name="connsiteY1" fmla="*/ 0 h 2049780"/>
                <a:gd name="connsiteX2" fmla="*/ 0 w 1600200"/>
                <a:gd name="connsiteY2" fmla="*/ 251460 h 2049780"/>
                <a:gd name="connsiteX0" fmla="*/ 1600200 w 1600200"/>
                <a:gd name="connsiteY0" fmla="*/ 1798320 h 1798320"/>
                <a:gd name="connsiteX1" fmla="*/ 480060 w 1600200"/>
                <a:gd name="connsiteY1" fmla="*/ 548640 h 1798320"/>
                <a:gd name="connsiteX2" fmla="*/ 0 w 1600200"/>
                <a:gd name="connsiteY2" fmla="*/ 0 h 1798320"/>
                <a:gd name="connsiteX0" fmla="*/ 1600200 w 1600200"/>
                <a:gd name="connsiteY0" fmla="*/ 1798320 h 1798320"/>
                <a:gd name="connsiteX1" fmla="*/ 480060 w 1600200"/>
                <a:gd name="connsiteY1" fmla="*/ 548640 h 1798320"/>
                <a:gd name="connsiteX2" fmla="*/ 0 w 1600200"/>
                <a:gd name="connsiteY2" fmla="*/ 0 h 1798320"/>
                <a:gd name="connsiteX0" fmla="*/ 1584960 w 1584960"/>
                <a:gd name="connsiteY0" fmla="*/ 1775460 h 1775460"/>
                <a:gd name="connsiteX1" fmla="*/ 480060 w 1584960"/>
                <a:gd name="connsiteY1" fmla="*/ 548640 h 1775460"/>
                <a:gd name="connsiteX2" fmla="*/ 0 w 1584960"/>
                <a:gd name="connsiteY2" fmla="*/ 0 h 1775460"/>
                <a:gd name="connsiteX0" fmla="*/ 1584960 w 1584960"/>
                <a:gd name="connsiteY0" fmla="*/ 1775460 h 1775460"/>
                <a:gd name="connsiteX1" fmla="*/ 480060 w 1584960"/>
                <a:gd name="connsiteY1" fmla="*/ 548640 h 1775460"/>
                <a:gd name="connsiteX2" fmla="*/ 0 w 1584960"/>
                <a:gd name="connsiteY2" fmla="*/ 0 h 1775460"/>
                <a:gd name="connsiteX0" fmla="*/ 1584960 w 1584960"/>
                <a:gd name="connsiteY0" fmla="*/ 1775460 h 1775460"/>
                <a:gd name="connsiteX1" fmla="*/ 480060 w 1584960"/>
                <a:gd name="connsiteY1" fmla="*/ 548640 h 1775460"/>
                <a:gd name="connsiteX2" fmla="*/ 0 w 1584960"/>
                <a:gd name="connsiteY2" fmla="*/ 0 h 1775460"/>
                <a:gd name="connsiteX0" fmla="*/ 1584960 w 1584960"/>
                <a:gd name="connsiteY0" fmla="*/ 1775460 h 1775460"/>
                <a:gd name="connsiteX1" fmla="*/ 480060 w 1584960"/>
                <a:gd name="connsiteY1" fmla="*/ 548640 h 1775460"/>
                <a:gd name="connsiteX2" fmla="*/ 0 w 1584960"/>
                <a:gd name="connsiteY2" fmla="*/ 0 h 1775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84960" h="1775460">
                  <a:moveTo>
                    <a:pt x="1584960" y="1775460"/>
                  </a:moveTo>
                  <a:cubicBezTo>
                    <a:pt x="1234440" y="1092200"/>
                    <a:pt x="594360" y="1521460"/>
                    <a:pt x="480060" y="548640"/>
                  </a:cubicBezTo>
                  <a:cubicBezTo>
                    <a:pt x="358140" y="68580"/>
                    <a:pt x="190500" y="121920"/>
                    <a:pt x="0" y="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18CBE33D-EF68-7728-F6C5-AB34D530F8B4}"/>
                </a:ext>
              </a:extLst>
            </p:cNvPr>
            <p:cNvSpPr/>
            <p:nvPr/>
          </p:nvSpPr>
          <p:spPr>
            <a:xfrm rot="17431176" flipH="1">
              <a:off x="8203071" y="1873616"/>
              <a:ext cx="2010062" cy="1664398"/>
            </a:xfrm>
            <a:custGeom>
              <a:avLst/>
              <a:gdLst>
                <a:gd name="connsiteX0" fmla="*/ 1051560 w 1051560"/>
                <a:gd name="connsiteY0" fmla="*/ 1996440 h 1996440"/>
                <a:gd name="connsiteX1" fmla="*/ 0 w 1051560"/>
                <a:gd name="connsiteY1" fmla="*/ 0 h 1996440"/>
                <a:gd name="connsiteX2" fmla="*/ 0 w 1051560"/>
                <a:gd name="connsiteY2" fmla="*/ 0 h 1996440"/>
                <a:gd name="connsiteX0" fmla="*/ 1051560 w 1051560"/>
                <a:gd name="connsiteY0" fmla="*/ 2049780 h 2049780"/>
                <a:gd name="connsiteX1" fmla="*/ 0 w 1051560"/>
                <a:gd name="connsiteY1" fmla="*/ 0 h 2049780"/>
                <a:gd name="connsiteX2" fmla="*/ 0 w 1051560"/>
                <a:gd name="connsiteY2" fmla="*/ 0 h 2049780"/>
                <a:gd name="connsiteX0" fmla="*/ 1052978 w 1052978"/>
                <a:gd name="connsiteY0" fmla="*/ 2049780 h 2049780"/>
                <a:gd name="connsiteX1" fmla="*/ 1418 w 1052978"/>
                <a:gd name="connsiteY1" fmla="*/ 0 h 2049780"/>
                <a:gd name="connsiteX2" fmla="*/ 1418 w 1052978"/>
                <a:gd name="connsiteY2" fmla="*/ 0 h 2049780"/>
                <a:gd name="connsiteX0" fmla="*/ 1600200 w 1600200"/>
                <a:gd name="connsiteY0" fmla="*/ 2049780 h 2049780"/>
                <a:gd name="connsiteX1" fmla="*/ 548640 w 1600200"/>
                <a:gd name="connsiteY1" fmla="*/ 0 h 2049780"/>
                <a:gd name="connsiteX2" fmla="*/ 0 w 1600200"/>
                <a:gd name="connsiteY2" fmla="*/ 251460 h 2049780"/>
                <a:gd name="connsiteX0" fmla="*/ 1600200 w 1600200"/>
                <a:gd name="connsiteY0" fmla="*/ 1798320 h 1798320"/>
                <a:gd name="connsiteX1" fmla="*/ 480060 w 1600200"/>
                <a:gd name="connsiteY1" fmla="*/ 548640 h 1798320"/>
                <a:gd name="connsiteX2" fmla="*/ 0 w 1600200"/>
                <a:gd name="connsiteY2" fmla="*/ 0 h 1798320"/>
                <a:gd name="connsiteX0" fmla="*/ 1600200 w 1600200"/>
                <a:gd name="connsiteY0" fmla="*/ 1798320 h 1798320"/>
                <a:gd name="connsiteX1" fmla="*/ 480060 w 1600200"/>
                <a:gd name="connsiteY1" fmla="*/ 548640 h 1798320"/>
                <a:gd name="connsiteX2" fmla="*/ 0 w 1600200"/>
                <a:gd name="connsiteY2" fmla="*/ 0 h 1798320"/>
                <a:gd name="connsiteX0" fmla="*/ 1584960 w 1584960"/>
                <a:gd name="connsiteY0" fmla="*/ 1775460 h 1775460"/>
                <a:gd name="connsiteX1" fmla="*/ 480060 w 1584960"/>
                <a:gd name="connsiteY1" fmla="*/ 548640 h 1775460"/>
                <a:gd name="connsiteX2" fmla="*/ 0 w 1584960"/>
                <a:gd name="connsiteY2" fmla="*/ 0 h 1775460"/>
                <a:gd name="connsiteX0" fmla="*/ 1584960 w 1584960"/>
                <a:gd name="connsiteY0" fmla="*/ 1775460 h 1775460"/>
                <a:gd name="connsiteX1" fmla="*/ 480060 w 1584960"/>
                <a:gd name="connsiteY1" fmla="*/ 548640 h 1775460"/>
                <a:gd name="connsiteX2" fmla="*/ 0 w 1584960"/>
                <a:gd name="connsiteY2" fmla="*/ 0 h 1775460"/>
                <a:gd name="connsiteX0" fmla="*/ 1584960 w 1584960"/>
                <a:gd name="connsiteY0" fmla="*/ 1775460 h 1775460"/>
                <a:gd name="connsiteX1" fmla="*/ 480060 w 1584960"/>
                <a:gd name="connsiteY1" fmla="*/ 548640 h 1775460"/>
                <a:gd name="connsiteX2" fmla="*/ 0 w 1584960"/>
                <a:gd name="connsiteY2" fmla="*/ 0 h 1775460"/>
                <a:gd name="connsiteX0" fmla="*/ 1584960 w 1584960"/>
                <a:gd name="connsiteY0" fmla="*/ 1775460 h 1775460"/>
                <a:gd name="connsiteX1" fmla="*/ 480060 w 1584960"/>
                <a:gd name="connsiteY1" fmla="*/ 548640 h 1775460"/>
                <a:gd name="connsiteX2" fmla="*/ 0 w 1584960"/>
                <a:gd name="connsiteY2" fmla="*/ 0 h 1775460"/>
                <a:gd name="connsiteX0" fmla="*/ 2452326 w 2452326"/>
                <a:gd name="connsiteY0" fmla="*/ 2030608 h 2030608"/>
                <a:gd name="connsiteX1" fmla="*/ 1347426 w 2452326"/>
                <a:gd name="connsiteY1" fmla="*/ 803788 h 2030608"/>
                <a:gd name="connsiteX2" fmla="*/ 0 w 2452326"/>
                <a:gd name="connsiteY2" fmla="*/ 0 h 2030608"/>
                <a:gd name="connsiteX0" fmla="*/ 2452326 w 2452326"/>
                <a:gd name="connsiteY0" fmla="*/ 2030608 h 2030608"/>
                <a:gd name="connsiteX1" fmla="*/ 1347426 w 2452326"/>
                <a:gd name="connsiteY1" fmla="*/ 803788 h 2030608"/>
                <a:gd name="connsiteX2" fmla="*/ 0 w 2452326"/>
                <a:gd name="connsiteY2" fmla="*/ 0 h 2030608"/>
                <a:gd name="connsiteX0" fmla="*/ 2452326 w 2452326"/>
                <a:gd name="connsiteY0" fmla="*/ 2030608 h 2030608"/>
                <a:gd name="connsiteX1" fmla="*/ 1347426 w 2452326"/>
                <a:gd name="connsiteY1" fmla="*/ 803788 h 2030608"/>
                <a:gd name="connsiteX2" fmla="*/ 0 w 2452326"/>
                <a:gd name="connsiteY2" fmla="*/ 0 h 203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52326" h="2030608">
                  <a:moveTo>
                    <a:pt x="2452326" y="2030608"/>
                  </a:moveTo>
                  <a:cubicBezTo>
                    <a:pt x="2231439" y="1584468"/>
                    <a:pt x="1633670" y="1821111"/>
                    <a:pt x="1347426" y="803788"/>
                  </a:cubicBezTo>
                  <a:cubicBezTo>
                    <a:pt x="1225506" y="323728"/>
                    <a:pt x="190500" y="121920"/>
                    <a:pt x="0" y="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254E0993-D426-DEEC-05FE-F490E9D040B3}"/>
                </a:ext>
              </a:extLst>
            </p:cNvPr>
            <p:cNvSpPr/>
            <p:nvPr/>
          </p:nvSpPr>
          <p:spPr>
            <a:xfrm rot="17431176" flipH="1">
              <a:off x="8974571" y="1059568"/>
              <a:ext cx="1535936" cy="878975"/>
            </a:xfrm>
            <a:custGeom>
              <a:avLst/>
              <a:gdLst>
                <a:gd name="connsiteX0" fmla="*/ 1051560 w 1051560"/>
                <a:gd name="connsiteY0" fmla="*/ 1996440 h 1996440"/>
                <a:gd name="connsiteX1" fmla="*/ 0 w 1051560"/>
                <a:gd name="connsiteY1" fmla="*/ 0 h 1996440"/>
                <a:gd name="connsiteX2" fmla="*/ 0 w 1051560"/>
                <a:gd name="connsiteY2" fmla="*/ 0 h 1996440"/>
                <a:gd name="connsiteX0" fmla="*/ 1051560 w 1051560"/>
                <a:gd name="connsiteY0" fmla="*/ 2049780 h 2049780"/>
                <a:gd name="connsiteX1" fmla="*/ 0 w 1051560"/>
                <a:gd name="connsiteY1" fmla="*/ 0 h 2049780"/>
                <a:gd name="connsiteX2" fmla="*/ 0 w 1051560"/>
                <a:gd name="connsiteY2" fmla="*/ 0 h 2049780"/>
                <a:gd name="connsiteX0" fmla="*/ 1052978 w 1052978"/>
                <a:gd name="connsiteY0" fmla="*/ 2049780 h 2049780"/>
                <a:gd name="connsiteX1" fmla="*/ 1418 w 1052978"/>
                <a:gd name="connsiteY1" fmla="*/ 0 h 2049780"/>
                <a:gd name="connsiteX2" fmla="*/ 1418 w 1052978"/>
                <a:gd name="connsiteY2" fmla="*/ 0 h 2049780"/>
                <a:gd name="connsiteX0" fmla="*/ 1600200 w 1600200"/>
                <a:gd name="connsiteY0" fmla="*/ 2049780 h 2049780"/>
                <a:gd name="connsiteX1" fmla="*/ 548640 w 1600200"/>
                <a:gd name="connsiteY1" fmla="*/ 0 h 2049780"/>
                <a:gd name="connsiteX2" fmla="*/ 0 w 1600200"/>
                <a:gd name="connsiteY2" fmla="*/ 251460 h 2049780"/>
                <a:gd name="connsiteX0" fmla="*/ 1600200 w 1600200"/>
                <a:gd name="connsiteY0" fmla="*/ 1798320 h 1798320"/>
                <a:gd name="connsiteX1" fmla="*/ 480060 w 1600200"/>
                <a:gd name="connsiteY1" fmla="*/ 548640 h 1798320"/>
                <a:gd name="connsiteX2" fmla="*/ 0 w 1600200"/>
                <a:gd name="connsiteY2" fmla="*/ 0 h 1798320"/>
                <a:gd name="connsiteX0" fmla="*/ 1600200 w 1600200"/>
                <a:gd name="connsiteY0" fmla="*/ 1798320 h 1798320"/>
                <a:gd name="connsiteX1" fmla="*/ 480060 w 1600200"/>
                <a:gd name="connsiteY1" fmla="*/ 548640 h 1798320"/>
                <a:gd name="connsiteX2" fmla="*/ 0 w 1600200"/>
                <a:gd name="connsiteY2" fmla="*/ 0 h 1798320"/>
                <a:gd name="connsiteX0" fmla="*/ 1584960 w 1584960"/>
                <a:gd name="connsiteY0" fmla="*/ 1775460 h 1775460"/>
                <a:gd name="connsiteX1" fmla="*/ 480060 w 1584960"/>
                <a:gd name="connsiteY1" fmla="*/ 548640 h 1775460"/>
                <a:gd name="connsiteX2" fmla="*/ 0 w 1584960"/>
                <a:gd name="connsiteY2" fmla="*/ 0 h 1775460"/>
                <a:gd name="connsiteX0" fmla="*/ 1584960 w 1584960"/>
                <a:gd name="connsiteY0" fmla="*/ 1775460 h 1775460"/>
                <a:gd name="connsiteX1" fmla="*/ 480060 w 1584960"/>
                <a:gd name="connsiteY1" fmla="*/ 548640 h 1775460"/>
                <a:gd name="connsiteX2" fmla="*/ 0 w 1584960"/>
                <a:gd name="connsiteY2" fmla="*/ 0 h 1775460"/>
                <a:gd name="connsiteX0" fmla="*/ 1584960 w 1584960"/>
                <a:gd name="connsiteY0" fmla="*/ 1775460 h 1775460"/>
                <a:gd name="connsiteX1" fmla="*/ 480060 w 1584960"/>
                <a:gd name="connsiteY1" fmla="*/ 548640 h 1775460"/>
                <a:gd name="connsiteX2" fmla="*/ 0 w 1584960"/>
                <a:gd name="connsiteY2" fmla="*/ 0 h 1775460"/>
                <a:gd name="connsiteX0" fmla="*/ 1584960 w 1584960"/>
                <a:gd name="connsiteY0" fmla="*/ 1775460 h 1775460"/>
                <a:gd name="connsiteX1" fmla="*/ 480060 w 1584960"/>
                <a:gd name="connsiteY1" fmla="*/ 548640 h 1775460"/>
                <a:gd name="connsiteX2" fmla="*/ 0 w 1584960"/>
                <a:gd name="connsiteY2" fmla="*/ 0 h 1775460"/>
                <a:gd name="connsiteX0" fmla="*/ 2452326 w 2452326"/>
                <a:gd name="connsiteY0" fmla="*/ 2030608 h 2030608"/>
                <a:gd name="connsiteX1" fmla="*/ 1347426 w 2452326"/>
                <a:gd name="connsiteY1" fmla="*/ 803788 h 2030608"/>
                <a:gd name="connsiteX2" fmla="*/ 0 w 2452326"/>
                <a:gd name="connsiteY2" fmla="*/ 0 h 2030608"/>
                <a:gd name="connsiteX0" fmla="*/ 2452326 w 2452326"/>
                <a:gd name="connsiteY0" fmla="*/ 2030608 h 2030608"/>
                <a:gd name="connsiteX1" fmla="*/ 1347426 w 2452326"/>
                <a:gd name="connsiteY1" fmla="*/ 803788 h 2030608"/>
                <a:gd name="connsiteX2" fmla="*/ 0 w 2452326"/>
                <a:gd name="connsiteY2" fmla="*/ 0 h 2030608"/>
                <a:gd name="connsiteX0" fmla="*/ 2452326 w 2452326"/>
                <a:gd name="connsiteY0" fmla="*/ 2030608 h 2030608"/>
                <a:gd name="connsiteX1" fmla="*/ 1347426 w 2452326"/>
                <a:gd name="connsiteY1" fmla="*/ 803788 h 2030608"/>
                <a:gd name="connsiteX2" fmla="*/ 0 w 2452326"/>
                <a:gd name="connsiteY2" fmla="*/ 0 h 2030608"/>
                <a:gd name="connsiteX0" fmla="*/ 2704480 w 2704480"/>
                <a:gd name="connsiteY0" fmla="*/ 1477457 h 1477457"/>
                <a:gd name="connsiteX1" fmla="*/ 1599580 w 2704480"/>
                <a:gd name="connsiteY1" fmla="*/ 250637 h 1477457"/>
                <a:gd name="connsiteX2" fmla="*/ 0 w 2704480"/>
                <a:gd name="connsiteY2" fmla="*/ 28693 h 1477457"/>
                <a:gd name="connsiteX0" fmla="*/ 2704480 w 2704480"/>
                <a:gd name="connsiteY0" fmla="*/ 1448764 h 1448764"/>
                <a:gd name="connsiteX1" fmla="*/ 0 w 2704480"/>
                <a:gd name="connsiteY1" fmla="*/ 0 h 1448764"/>
                <a:gd name="connsiteX0" fmla="*/ 2704480 w 2704480"/>
                <a:gd name="connsiteY0" fmla="*/ 1611323 h 1611323"/>
                <a:gd name="connsiteX1" fmla="*/ 0 w 2704480"/>
                <a:gd name="connsiteY1" fmla="*/ 162559 h 1611323"/>
                <a:gd name="connsiteX0" fmla="*/ 2596366 w 2596366"/>
                <a:gd name="connsiteY0" fmla="*/ 1510651 h 1510650"/>
                <a:gd name="connsiteX1" fmla="*/ 0 w 2596366"/>
                <a:gd name="connsiteY1" fmla="*/ 171118 h 1510650"/>
                <a:gd name="connsiteX0" fmla="*/ 2596366 w 2596366"/>
                <a:gd name="connsiteY0" fmla="*/ 1485831 h 1485831"/>
                <a:gd name="connsiteX1" fmla="*/ 0 w 2596366"/>
                <a:gd name="connsiteY1" fmla="*/ 146298 h 1485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96366" h="1485831">
                  <a:moveTo>
                    <a:pt x="2596366" y="1485831"/>
                  </a:moveTo>
                  <a:cubicBezTo>
                    <a:pt x="1830793" y="1374698"/>
                    <a:pt x="1222375" y="-534351"/>
                    <a:pt x="0" y="146298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46C33DF-4362-0422-0FFC-1159D8731813}"/>
                </a:ext>
              </a:extLst>
            </p:cNvPr>
            <p:cNvSpPr/>
            <p:nvPr/>
          </p:nvSpPr>
          <p:spPr>
            <a:xfrm rot="4168824">
              <a:off x="9413661" y="1118921"/>
              <a:ext cx="1528106" cy="1338695"/>
            </a:xfrm>
            <a:custGeom>
              <a:avLst/>
              <a:gdLst>
                <a:gd name="connsiteX0" fmla="*/ 1051560 w 1051560"/>
                <a:gd name="connsiteY0" fmla="*/ 1996440 h 1996440"/>
                <a:gd name="connsiteX1" fmla="*/ 0 w 1051560"/>
                <a:gd name="connsiteY1" fmla="*/ 0 h 1996440"/>
                <a:gd name="connsiteX2" fmla="*/ 0 w 1051560"/>
                <a:gd name="connsiteY2" fmla="*/ 0 h 1996440"/>
                <a:gd name="connsiteX0" fmla="*/ 1051560 w 1051560"/>
                <a:gd name="connsiteY0" fmla="*/ 2049780 h 2049780"/>
                <a:gd name="connsiteX1" fmla="*/ 0 w 1051560"/>
                <a:gd name="connsiteY1" fmla="*/ 0 h 2049780"/>
                <a:gd name="connsiteX2" fmla="*/ 0 w 1051560"/>
                <a:gd name="connsiteY2" fmla="*/ 0 h 2049780"/>
                <a:gd name="connsiteX0" fmla="*/ 1052978 w 1052978"/>
                <a:gd name="connsiteY0" fmla="*/ 2049780 h 2049780"/>
                <a:gd name="connsiteX1" fmla="*/ 1418 w 1052978"/>
                <a:gd name="connsiteY1" fmla="*/ 0 h 2049780"/>
                <a:gd name="connsiteX2" fmla="*/ 1418 w 1052978"/>
                <a:gd name="connsiteY2" fmla="*/ 0 h 2049780"/>
                <a:gd name="connsiteX0" fmla="*/ 1600200 w 1600200"/>
                <a:gd name="connsiteY0" fmla="*/ 2049780 h 2049780"/>
                <a:gd name="connsiteX1" fmla="*/ 548640 w 1600200"/>
                <a:gd name="connsiteY1" fmla="*/ 0 h 2049780"/>
                <a:gd name="connsiteX2" fmla="*/ 0 w 1600200"/>
                <a:gd name="connsiteY2" fmla="*/ 251460 h 2049780"/>
                <a:gd name="connsiteX0" fmla="*/ 1600200 w 1600200"/>
                <a:gd name="connsiteY0" fmla="*/ 1798320 h 1798320"/>
                <a:gd name="connsiteX1" fmla="*/ 480060 w 1600200"/>
                <a:gd name="connsiteY1" fmla="*/ 548640 h 1798320"/>
                <a:gd name="connsiteX2" fmla="*/ 0 w 1600200"/>
                <a:gd name="connsiteY2" fmla="*/ 0 h 1798320"/>
                <a:gd name="connsiteX0" fmla="*/ 1600200 w 1600200"/>
                <a:gd name="connsiteY0" fmla="*/ 1798320 h 1798320"/>
                <a:gd name="connsiteX1" fmla="*/ 480060 w 1600200"/>
                <a:gd name="connsiteY1" fmla="*/ 548640 h 1798320"/>
                <a:gd name="connsiteX2" fmla="*/ 0 w 1600200"/>
                <a:gd name="connsiteY2" fmla="*/ 0 h 1798320"/>
                <a:gd name="connsiteX0" fmla="*/ 1584960 w 1584960"/>
                <a:gd name="connsiteY0" fmla="*/ 1775460 h 1775460"/>
                <a:gd name="connsiteX1" fmla="*/ 480060 w 1584960"/>
                <a:gd name="connsiteY1" fmla="*/ 548640 h 1775460"/>
                <a:gd name="connsiteX2" fmla="*/ 0 w 1584960"/>
                <a:gd name="connsiteY2" fmla="*/ 0 h 1775460"/>
                <a:gd name="connsiteX0" fmla="*/ 1584960 w 1584960"/>
                <a:gd name="connsiteY0" fmla="*/ 1775460 h 1775460"/>
                <a:gd name="connsiteX1" fmla="*/ 480060 w 1584960"/>
                <a:gd name="connsiteY1" fmla="*/ 548640 h 1775460"/>
                <a:gd name="connsiteX2" fmla="*/ 0 w 1584960"/>
                <a:gd name="connsiteY2" fmla="*/ 0 h 1775460"/>
                <a:gd name="connsiteX0" fmla="*/ 1584960 w 1584960"/>
                <a:gd name="connsiteY0" fmla="*/ 1775460 h 1775460"/>
                <a:gd name="connsiteX1" fmla="*/ 480060 w 1584960"/>
                <a:gd name="connsiteY1" fmla="*/ 548640 h 1775460"/>
                <a:gd name="connsiteX2" fmla="*/ 0 w 1584960"/>
                <a:gd name="connsiteY2" fmla="*/ 0 h 1775460"/>
                <a:gd name="connsiteX0" fmla="*/ 1584960 w 1584960"/>
                <a:gd name="connsiteY0" fmla="*/ 1775460 h 1775460"/>
                <a:gd name="connsiteX1" fmla="*/ 480060 w 1584960"/>
                <a:gd name="connsiteY1" fmla="*/ 548640 h 1775460"/>
                <a:gd name="connsiteX2" fmla="*/ 0 w 1584960"/>
                <a:gd name="connsiteY2" fmla="*/ 0 h 1775460"/>
                <a:gd name="connsiteX0" fmla="*/ 2452326 w 2452326"/>
                <a:gd name="connsiteY0" fmla="*/ 2030608 h 2030608"/>
                <a:gd name="connsiteX1" fmla="*/ 1347426 w 2452326"/>
                <a:gd name="connsiteY1" fmla="*/ 803788 h 2030608"/>
                <a:gd name="connsiteX2" fmla="*/ 0 w 2452326"/>
                <a:gd name="connsiteY2" fmla="*/ 0 h 2030608"/>
                <a:gd name="connsiteX0" fmla="*/ 2452326 w 2452326"/>
                <a:gd name="connsiteY0" fmla="*/ 2030608 h 2030608"/>
                <a:gd name="connsiteX1" fmla="*/ 1347426 w 2452326"/>
                <a:gd name="connsiteY1" fmla="*/ 803788 h 2030608"/>
                <a:gd name="connsiteX2" fmla="*/ 0 w 2452326"/>
                <a:gd name="connsiteY2" fmla="*/ 0 h 2030608"/>
                <a:gd name="connsiteX0" fmla="*/ 2452326 w 2452326"/>
                <a:gd name="connsiteY0" fmla="*/ 2030608 h 2030608"/>
                <a:gd name="connsiteX1" fmla="*/ 1347426 w 2452326"/>
                <a:gd name="connsiteY1" fmla="*/ 803788 h 2030608"/>
                <a:gd name="connsiteX2" fmla="*/ 0 w 2452326"/>
                <a:gd name="connsiteY2" fmla="*/ 0 h 2030608"/>
                <a:gd name="connsiteX0" fmla="*/ 2704480 w 2704480"/>
                <a:gd name="connsiteY0" fmla="*/ 1477457 h 1477457"/>
                <a:gd name="connsiteX1" fmla="*/ 1599580 w 2704480"/>
                <a:gd name="connsiteY1" fmla="*/ 250637 h 1477457"/>
                <a:gd name="connsiteX2" fmla="*/ 0 w 2704480"/>
                <a:gd name="connsiteY2" fmla="*/ 28693 h 1477457"/>
                <a:gd name="connsiteX0" fmla="*/ 2704480 w 2704480"/>
                <a:gd name="connsiteY0" fmla="*/ 1448764 h 1448764"/>
                <a:gd name="connsiteX1" fmla="*/ 0 w 2704480"/>
                <a:gd name="connsiteY1" fmla="*/ 0 h 1448764"/>
                <a:gd name="connsiteX0" fmla="*/ 2704480 w 2704480"/>
                <a:gd name="connsiteY0" fmla="*/ 1611323 h 1611323"/>
                <a:gd name="connsiteX1" fmla="*/ 0 w 2704480"/>
                <a:gd name="connsiteY1" fmla="*/ 162559 h 1611323"/>
                <a:gd name="connsiteX0" fmla="*/ 2596366 w 2596366"/>
                <a:gd name="connsiteY0" fmla="*/ 1510651 h 1510650"/>
                <a:gd name="connsiteX1" fmla="*/ 0 w 2596366"/>
                <a:gd name="connsiteY1" fmla="*/ 171118 h 1510650"/>
                <a:gd name="connsiteX0" fmla="*/ 2596366 w 2596366"/>
                <a:gd name="connsiteY0" fmla="*/ 1485831 h 1485831"/>
                <a:gd name="connsiteX1" fmla="*/ 0 w 2596366"/>
                <a:gd name="connsiteY1" fmla="*/ 146298 h 1485831"/>
                <a:gd name="connsiteX0" fmla="*/ 2575549 w 2575549"/>
                <a:gd name="connsiteY0" fmla="*/ 2299138 h 2299138"/>
                <a:gd name="connsiteX1" fmla="*/ 0 w 2575549"/>
                <a:gd name="connsiteY1" fmla="*/ 107798 h 2299138"/>
                <a:gd name="connsiteX0" fmla="*/ 2546681 w 2546682"/>
                <a:gd name="connsiteY0" fmla="*/ 2344112 h 2344111"/>
                <a:gd name="connsiteX1" fmla="*/ 0 w 2546682"/>
                <a:gd name="connsiteY1" fmla="*/ 106268 h 2344111"/>
                <a:gd name="connsiteX0" fmla="*/ 2546681 w 2546680"/>
                <a:gd name="connsiteY0" fmla="*/ 2237844 h 2237845"/>
                <a:gd name="connsiteX1" fmla="*/ 0 w 2546680"/>
                <a:gd name="connsiteY1" fmla="*/ 0 h 2237845"/>
                <a:gd name="connsiteX0" fmla="*/ 2659734 w 2659735"/>
                <a:gd name="connsiteY0" fmla="*/ 2211389 h 2211388"/>
                <a:gd name="connsiteX1" fmla="*/ 0 w 2659735"/>
                <a:gd name="connsiteY1" fmla="*/ 0 h 2211388"/>
                <a:gd name="connsiteX0" fmla="*/ 2659734 w 2659733"/>
                <a:gd name="connsiteY0" fmla="*/ 2211389 h 2211390"/>
                <a:gd name="connsiteX1" fmla="*/ 0 w 2659733"/>
                <a:gd name="connsiteY1" fmla="*/ 0 h 2211390"/>
                <a:gd name="connsiteX0" fmla="*/ 2583130 w 2583130"/>
                <a:gd name="connsiteY0" fmla="*/ 2262948 h 2262948"/>
                <a:gd name="connsiteX1" fmla="*/ 0 w 2583130"/>
                <a:gd name="connsiteY1" fmla="*/ 0 h 2262948"/>
                <a:gd name="connsiteX0" fmla="*/ 2583130 w 2583130"/>
                <a:gd name="connsiteY0" fmla="*/ 2262948 h 2262948"/>
                <a:gd name="connsiteX1" fmla="*/ 0 w 2583130"/>
                <a:gd name="connsiteY1" fmla="*/ 0 h 2262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83130" h="2262948">
                  <a:moveTo>
                    <a:pt x="2583130" y="2262948"/>
                  </a:moveTo>
                  <a:cubicBezTo>
                    <a:pt x="2121444" y="1921711"/>
                    <a:pt x="1352587" y="594449"/>
                    <a:pt x="0" y="0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DDCE8B8-BE11-78F8-9481-7CEFF5FA26BA}"/>
                </a:ext>
              </a:extLst>
            </p:cNvPr>
            <p:cNvSpPr/>
            <p:nvPr/>
          </p:nvSpPr>
          <p:spPr>
            <a:xfrm>
              <a:off x="9452986" y="645081"/>
              <a:ext cx="617145" cy="6509288"/>
            </a:xfrm>
            <a:custGeom>
              <a:avLst/>
              <a:gdLst>
                <a:gd name="connsiteX0" fmla="*/ 469438 w 617145"/>
                <a:gd name="connsiteY0" fmla="*/ 0 h 6509288"/>
                <a:gd name="connsiteX1" fmla="*/ 385238 w 617145"/>
                <a:gd name="connsiteY1" fmla="*/ 6164783 h 6509288"/>
                <a:gd name="connsiteX2" fmla="*/ 419530 w 617145"/>
                <a:gd name="connsiteY2" fmla="*/ 6468512 h 6509288"/>
                <a:gd name="connsiteX3" fmla="*/ 380244 w 617145"/>
                <a:gd name="connsiteY3" fmla="*/ 6494327 h 6509288"/>
                <a:gd name="connsiteX4" fmla="*/ 322209 w 617145"/>
                <a:gd name="connsiteY4" fmla="*/ 6509288 h 6509288"/>
                <a:gd name="connsiteX5" fmla="*/ 200705 w 617145"/>
                <a:gd name="connsiteY5" fmla="*/ 6471238 h 6509288"/>
                <a:gd name="connsiteX6" fmla="*/ 186604 w 617145"/>
                <a:gd name="connsiteY6" fmla="*/ 6460137 h 6509288"/>
                <a:gd name="connsiteX7" fmla="*/ 186656 w 617145"/>
                <a:gd name="connsiteY7" fmla="*/ 6448280 h 6509288"/>
                <a:gd name="connsiteX8" fmla="*/ 469438 w 617145"/>
                <a:gd name="connsiteY8" fmla="*/ 0 h 6509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7145" h="6509288">
                  <a:moveTo>
                    <a:pt x="469438" y="0"/>
                  </a:moveTo>
                  <a:cubicBezTo>
                    <a:pt x="965376" y="923718"/>
                    <a:pt x="23083" y="2634990"/>
                    <a:pt x="385238" y="6164783"/>
                  </a:cubicBezTo>
                  <a:lnTo>
                    <a:pt x="419530" y="6468512"/>
                  </a:lnTo>
                  <a:lnTo>
                    <a:pt x="380244" y="6494327"/>
                  </a:lnTo>
                  <a:cubicBezTo>
                    <a:pt x="362489" y="6502266"/>
                    <a:pt x="343196" y="6507351"/>
                    <a:pt x="322209" y="6509288"/>
                  </a:cubicBezTo>
                  <a:cubicBezTo>
                    <a:pt x="279589" y="6508642"/>
                    <a:pt x="239148" y="6495404"/>
                    <a:pt x="200705" y="6471238"/>
                  </a:cubicBezTo>
                  <a:lnTo>
                    <a:pt x="186604" y="6460137"/>
                  </a:lnTo>
                  <a:lnTo>
                    <a:pt x="186656" y="6448280"/>
                  </a:lnTo>
                  <a:cubicBezTo>
                    <a:pt x="-484692" y="3502988"/>
                    <a:pt x="904190" y="829528"/>
                    <a:pt x="469438" y="0"/>
                  </a:cubicBezTo>
                  <a:close/>
                </a:path>
              </a:pathLst>
            </a:custGeom>
            <a:solidFill>
              <a:srgbClr val="D4E39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CFDD7ABD-81E5-CB06-8702-874273FA987D}"/>
              </a:ext>
            </a:extLst>
          </p:cNvPr>
          <p:cNvGrpSpPr/>
          <p:nvPr/>
        </p:nvGrpSpPr>
        <p:grpSpPr>
          <a:xfrm>
            <a:off x="4482659" y="225477"/>
            <a:ext cx="3731880" cy="7154369"/>
            <a:chOff x="2989644" y="300316"/>
            <a:chExt cx="3731880" cy="7154369"/>
          </a:xfrm>
          <a:solidFill>
            <a:schemeClr val="bg1"/>
          </a:solidFill>
        </p:grpSpPr>
        <p:sp>
          <p:nvSpPr>
            <p:cNvPr id="4" name="Rectangle 2">
              <a:extLst>
                <a:ext uri="{FF2B5EF4-FFF2-40B4-BE49-F238E27FC236}">
                  <a16:creationId xmlns:a16="http://schemas.microsoft.com/office/drawing/2014/main" id="{01E6B20C-99E9-1697-357A-9A73FEC02B9B}"/>
                </a:ext>
              </a:extLst>
            </p:cNvPr>
            <p:cNvSpPr/>
            <p:nvPr/>
          </p:nvSpPr>
          <p:spPr>
            <a:xfrm>
              <a:off x="3213407" y="300316"/>
              <a:ext cx="3373175" cy="7154369"/>
            </a:xfrm>
            <a:custGeom>
              <a:avLst/>
              <a:gdLst>
                <a:gd name="connsiteX0" fmla="*/ 0 w 557939"/>
                <a:gd name="connsiteY0" fmla="*/ 0 h 1379349"/>
                <a:gd name="connsiteX1" fmla="*/ 557939 w 557939"/>
                <a:gd name="connsiteY1" fmla="*/ 0 h 1379349"/>
                <a:gd name="connsiteX2" fmla="*/ 557939 w 557939"/>
                <a:gd name="connsiteY2" fmla="*/ 1379349 h 1379349"/>
                <a:gd name="connsiteX3" fmla="*/ 0 w 557939"/>
                <a:gd name="connsiteY3" fmla="*/ 1379349 h 1379349"/>
                <a:gd name="connsiteX4" fmla="*/ 0 w 557939"/>
                <a:gd name="connsiteY4" fmla="*/ 0 h 1379349"/>
                <a:gd name="connsiteX0" fmla="*/ 0 w 759417"/>
                <a:gd name="connsiteY0" fmla="*/ 0 h 3766088"/>
                <a:gd name="connsiteX1" fmla="*/ 557939 w 759417"/>
                <a:gd name="connsiteY1" fmla="*/ 0 h 3766088"/>
                <a:gd name="connsiteX2" fmla="*/ 557939 w 759417"/>
                <a:gd name="connsiteY2" fmla="*/ 1379349 h 3766088"/>
                <a:gd name="connsiteX3" fmla="*/ 759417 w 759417"/>
                <a:gd name="connsiteY3" fmla="*/ 3766088 h 3766088"/>
                <a:gd name="connsiteX4" fmla="*/ 0 w 759417"/>
                <a:gd name="connsiteY4" fmla="*/ 0 h 3766088"/>
                <a:gd name="connsiteX0" fmla="*/ 0 w 759417"/>
                <a:gd name="connsiteY0" fmla="*/ 0 h 3766088"/>
                <a:gd name="connsiteX1" fmla="*/ 557939 w 759417"/>
                <a:gd name="connsiteY1" fmla="*/ 0 h 3766088"/>
                <a:gd name="connsiteX2" fmla="*/ 557939 w 759417"/>
                <a:gd name="connsiteY2" fmla="*/ 1379349 h 3766088"/>
                <a:gd name="connsiteX3" fmla="*/ 759417 w 759417"/>
                <a:gd name="connsiteY3" fmla="*/ 3766088 h 3766088"/>
                <a:gd name="connsiteX4" fmla="*/ 61993 w 759417"/>
                <a:gd name="connsiteY4" fmla="*/ 2185260 h 3766088"/>
                <a:gd name="connsiteX5" fmla="*/ 0 w 759417"/>
                <a:gd name="connsiteY5" fmla="*/ 0 h 3766088"/>
                <a:gd name="connsiteX0" fmla="*/ 464949 w 1224366"/>
                <a:gd name="connsiteY0" fmla="*/ 0 h 3766088"/>
                <a:gd name="connsiteX1" fmla="*/ 1022888 w 1224366"/>
                <a:gd name="connsiteY1" fmla="*/ 0 h 3766088"/>
                <a:gd name="connsiteX2" fmla="*/ 1022888 w 1224366"/>
                <a:gd name="connsiteY2" fmla="*/ 1379349 h 3766088"/>
                <a:gd name="connsiteX3" fmla="*/ 1224366 w 1224366"/>
                <a:gd name="connsiteY3" fmla="*/ 3766088 h 3766088"/>
                <a:gd name="connsiteX4" fmla="*/ 526942 w 1224366"/>
                <a:gd name="connsiteY4" fmla="*/ 2185260 h 3766088"/>
                <a:gd name="connsiteX5" fmla="*/ 0 w 1224366"/>
                <a:gd name="connsiteY5" fmla="*/ 588934 h 3766088"/>
                <a:gd name="connsiteX6" fmla="*/ 464949 w 1224366"/>
                <a:gd name="connsiteY6" fmla="*/ 0 h 3766088"/>
                <a:gd name="connsiteX0" fmla="*/ 1286359 w 1286359"/>
                <a:gd name="connsiteY0" fmla="*/ 0 h 7129221"/>
                <a:gd name="connsiteX1" fmla="*/ 1022888 w 1286359"/>
                <a:gd name="connsiteY1" fmla="*/ 3363133 h 7129221"/>
                <a:gd name="connsiteX2" fmla="*/ 1022888 w 1286359"/>
                <a:gd name="connsiteY2" fmla="*/ 4742482 h 7129221"/>
                <a:gd name="connsiteX3" fmla="*/ 1224366 w 1286359"/>
                <a:gd name="connsiteY3" fmla="*/ 7129221 h 7129221"/>
                <a:gd name="connsiteX4" fmla="*/ 526942 w 1286359"/>
                <a:gd name="connsiteY4" fmla="*/ 5548393 h 7129221"/>
                <a:gd name="connsiteX5" fmla="*/ 0 w 1286359"/>
                <a:gd name="connsiteY5" fmla="*/ 3952067 h 7129221"/>
                <a:gd name="connsiteX6" fmla="*/ 1286359 w 1286359"/>
                <a:gd name="connsiteY6" fmla="*/ 0 h 7129221"/>
                <a:gd name="connsiteX0" fmla="*/ 1650203 w 1650203"/>
                <a:gd name="connsiteY0" fmla="*/ 0 h 7129221"/>
                <a:gd name="connsiteX1" fmla="*/ 1386732 w 1650203"/>
                <a:gd name="connsiteY1" fmla="*/ 3363133 h 7129221"/>
                <a:gd name="connsiteX2" fmla="*/ 1386732 w 1650203"/>
                <a:gd name="connsiteY2" fmla="*/ 4742482 h 7129221"/>
                <a:gd name="connsiteX3" fmla="*/ 1588210 w 1650203"/>
                <a:gd name="connsiteY3" fmla="*/ 7129221 h 7129221"/>
                <a:gd name="connsiteX4" fmla="*/ 890786 w 1650203"/>
                <a:gd name="connsiteY4" fmla="*/ 5548393 h 7129221"/>
                <a:gd name="connsiteX5" fmla="*/ 363844 w 1650203"/>
                <a:gd name="connsiteY5" fmla="*/ 3952067 h 7129221"/>
                <a:gd name="connsiteX6" fmla="*/ 22881 w 1650203"/>
                <a:gd name="connsiteY6" fmla="*/ 3084163 h 7129221"/>
                <a:gd name="connsiteX7" fmla="*/ 1650203 w 1650203"/>
                <a:gd name="connsiteY7" fmla="*/ 0 h 7129221"/>
                <a:gd name="connsiteX0" fmla="*/ 1650203 w 1650203"/>
                <a:gd name="connsiteY0" fmla="*/ 0 h 7129221"/>
                <a:gd name="connsiteX1" fmla="*/ 1386732 w 1650203"/>
                <a:gd name="connsiteY1" fmla="*/ 3363133 h 7129221"/>
                <a:gd name="connsiteX2" fmla="*/ 1386732 w 1650203"/>
                <a:gd name="connsiteY2" fmla="*/ 4742482 h 7129221"/>
                <a:gd name="connsiteX3" fmla="*/ 1588210 w 1650203"/>
                <a:gd name="connsiteY3" fmla="*/ 7129221 h 7129221"/>
                <a:gd name="connsiteX4" fmla="*/ 890786 w 1650203"/>
                <a:gd name="connsiteY4" fmla="*/ 5548393 h 7129221"/>
                <a:gd name="connsiteX5" fmla="*/ 363844 w 1650203"/>
                <a:gd name="connsiteY5" fmla="*/ 3952067 h 7129221"/>
                <a:gd name="connsiteX6" fmla="*/ 22881 w 1650203"/>
                <a:gd name="connsiteY6" fmla="*/ 3084163 h 7129221"/>
                <a:gd name="connsiteX7" fmla="*/ 131369 w 1650203"/>
                <a:gd name="connsiteY7" fmla="*/ 2030278 h 7129221"/>
                <a:gd name="connsiteX8" fmla="*/ 1650203 w 1650203"/>
                <a:gd name="connsiteY8" fmla="*/ 0 h 7129221"/>
                <a:gd name="connsiteX0" fmla="*/ 1650203 w 1650203"/>
                <a:gd name="connsiteY0" fmla="*/ 0 h 7129221"/>
                <a:gd name="connsiteX1" fmla="*/ 1386732 w 1650203"/>
                <a:gd name="connsiteY1" fmla="*/ 3363133 h 7129221"/>
                <a:gd name="connsiteX2" fmla="*/ 1386732 w 1650203"/>
                <a:gd name="connsiteY2" fmla="*/ 4742482 h 7129221"/>
                <a:gd name="connsiteX3" fmla="*/ 1588210 w 1650203"/>
                <a:gd name="connsiteY3" fmla="*/ 7129221 h 7129221"/>
                <a:gd name="connsiteX4" fmla="*/ 890786 w 1650203"/>
                <a:gd name="connsiteY4" fmla="*/ 5548393 h 7129221"/>
                <a:gd name="connsiteX5" fmla="*/ 363844 w 1650203"/>
                <a:gd name="connsiteY5" fmla="*/ 3952067 h 7129221"/>
                <a:gd name="connsiteX6" fmla="*/ 22881 w 1650203"/>
                <a:gd name="connsiteY6" fmla="*/ 3084163 h 7129221"/>
                <a:gd name="connsiteX7" fmla="*/ 131369 w 1650203"/>
                <a:gd name="connsiteY7" fmla="*/ 2030278 h 7129221"/>
                <a:gd name="connsiteX8" fmla="*/ 875288 w 1650203"/>
                <a:gd name="connsiteY8" fmla="*/ 604434 h 7129221"/>
                <a:gd name="connsiteX9" fmla="*/ 1650203 w 1650203"/>
                <a:gd name="connsiteY9" fmla="*/ 0 h 7129221"/>
                <a:gd name="connsiteX0" fmla="*/ 1650203 w 2208442"/>
                <a:gd name="connsiteY0" fmla="*/ 0 h 7129221"/>
                <a:gd name="connsiteX1" fmla="*/ 2208142 w 2208442"/>
                <a:gd name="connsiteY1" fmla="*/ 371960 h 7129221"/>
                <a:gd name="connsiteX2" fmla="*/ 1386732 w 2208442"/>
                <a:gd name="connsiteY2" fmla="*/ 3363133 h 7129221"/>
                <a:gd name="connsiteX3" fmla="*/ 1386732 w 2208442"/>
                <a:gd name="connsiteY3" fmla="*/ 4742482 h 7129221"/>
                <a:gd name="connsiteX4" fmla="*/ 1588210 w 2208442"/>
                <a:gd name="connsiteY4" fmla="*/ 7129221 h 7129221"/>
                <a:gd name="connsiteX5" fmla="*/ 890786 w 2208442"/>
                <a:gd name="connsiteY5" fmla="*/ 5548393 h 7129221"/>
                <a:gd name="connsiteX6" fmla="*/ 363844 w 2208442"/>
                <a:gd name="connsiteY6" fmla="*/ 3952067 h 7129221"/>
                <a:gd name="connsiteX7" fmla="*/ 22881 w 2208442"/>
                <a:gd name="connsiteY7" fmla="*/ 3084163 h 7129221"/>
                <a:gd name="connsiteX8" fmla="*/ 131369 w 2208442"/>
                <a:gd name="connsiteY8" fmla="*/ 2030278 h 7129221"/>
                <a:gd name="connsiteX9" fmla="*/ 875288 w 2208442"/>
                <a:gd name="connsiteY9" fmla="*/ 604434 h 7129221"/>
                <a:gd name="connsiteX10" fmla="*/ 1650203 w 2208442"/>
                <a:gd name="connsiteY10" fmla="*/ 0 h 7129221"/>
                <a:gd name="connsiteX0" fmla="*/ 1650203 w 2921831"/>
                <a:gd name="connsiteY0" fmla="*/ 0 h 7129221"/>
                <a:gd name="connsiteX1" fmla="*/ 2208142 w 2921831"/>
                <a:gd name="connsiteY1" fmla="*/ 371960 h 7129221"/>
                <a:gd name="connsiteX2" fmla="*/ 2905565 w 2921831"/>
                <a:gd name="connsiteY2" fmla="*/ 1425844 h 7129221"/>
                <a:gd name="connsiteX3" fmla="*/ 1386732 w 2921831"/>
                <a:gd name="connsiteY3" fmla="*/ 3363133 h 7129221"/>
                <a:gd name="connsiteX4" fmla="*/ 1386732 w 2921831"/>
                <a:gd name="connsiteY4" fmla="*/ 4742482 h 7129221"/>
                <a:gd name="connsiteX5" fmla="*/ 1588210 w 2921831"/>
                <a:gd name="connsiteY5" fmla="*/ 7129221 h 7129221"/>
                <a:gd name="connsiteX6" fmla="*/ 890786 w 2921831"/>
                <a:gd name="connsiteY6" fmla="*/ 5548393 h 7129221"/>
                <a:gd name="connsiteX7" fmla="*/ 363844 w 2921831"/>
                <a:gd name="connsiteY7" fmla="*/ 3952067 h 7129221"/>
                <a:gd name="connsiteX8" fmla="*/ 22881 w 2921831"/>
                <a:gd name="connsiteY8" fmla="*/ 3084163 h 7129221"/>
                <a:gd name="connsiteX9" fmla="*/ 131369 w 2921831"/>
                <a:gd name="connsiteY9" fmla="*/ 2030278 h 7129221"/>
                <a:gd name="connsiteX10" fmla="*/ 875288 w 2921831"/>
                <a:gd name="connsiteY10" fmla="*/ 604434 h 7129221"/>
                <a:gd name="connsiteX11" fmla="*/ 1650203 w 2921831"/>
                <a:gd name="connsiteY11" fmla="*/ 0 h 7129221"/>
                <a:gd name="connsiteX0" fmla="*/ 1650203 w 3076047"/>
                <a:gd name="connsiteY0" fmla="*/ 0 h 7129221"/>
                <a:gd name="connsiteX1" fmla="*/ 2208142 w 3076047"/>
                <a:gd name="connsiteY1" fmla="*/ 371960 h 7129221"/>
                <a:gd name="connsiteX2" fmla="*/ 2905565 w 3076047"/>
                <a:gd name="connsiteY2" fmla="*/ 1425844 h 7129221"/>
                <a:gd name="connsiteX3" fmla="*/ 3076047 w 3076047"/>
                <a:gd name="connsiteY3" fmla="*/ 2588218 h 7129221"/>
                <a:gd name="connsiteX4" fmla="*/ 1386732 w 3076047"/>
                <a:gd name="connsiteY4" fmla="*/ 4742482 h 7129221"/>
                <a:gd name="connsiteX5" fmla="*/ 1588210 w 3076047"/>
                <a:gd name="connsiteY5" fmla="*/ 7129221 h 7129221"/>
                <a:gd name="connsiteX6" fmla="*/ 890786 w 3076047"/>
                <a:gd name="connsiteY6" fmla="*/ 5548393 h 7129221"/>
                <a:gd name="connsiteX7" fmla="*/ 363844 w 3076047"/>
                <a:gd name="connsiteY7" fmla="*/ 3952067 h 7129221"/>
                <a:gd name="connsiteX8" fmla="*/ 22881 w 3076047"/>
                <a:gd name="connsiteY8" fmla="*/ 3084163 h 7129221"/>
                <a:gd name="connsiteX9" fmla="*/ 131369 w 3076047"/>
                <a:gd name="connsiteY9" fmla="*/ 2030278 h 7129221"/>
                <a:gd name="connsiteX10" fmla="*/ 875288 w 3076047"/>
                <a:gd name="connsiteY10" fmla="*/ 604434 h 7129221"/>
                <a:gd name="connsiteX11" fmla="*/ 1650203 w 3076047"/>
                <a:gd name="connsiteY11" fmla="*/ 0 h 7129221"/>
                <a:gd name="connsiteX0" fmla="*/ 1650203 w 3076047"/>
                <a:gd name="connsiteY0" fmla="*/ 0 h 7129221"/>
                <a:gd name="connsiteX1" fmla="*/ 2208142 w 3076047"/>
                <a:gd name="connsiteY1" fmla="*/ 371960 h 7129221"/>
                <a:gd name="connsiteX2" fmla="*/ 2905565 w 3076047"/>
                <a:gd name="connsiteY2" fmla="*/ 1425844 h 7129221"/>
                <a:gd name="connsiteX3" fmla="*/ 3076047 w 3076047"/>
                <a:gd name="connsiteY3" fmla="*/ 2588218 h 7129221"/>
                <a:gd name="connsiteX4" fmla="*/ 2905566 w 3076047"/>
                <a:gd name="connsiteY4" fmla="*/ 3626604 h 7129221"/>
                <a:gd name="connsiteX5" fmla="*/ 1588210 w 3076047"/>
                <a:gd name="connsiteY5" fmla="*/ 7129221 h 7129221"/>
                <a:gd name="connsiteX6" fmla="*/ 890786 w 3076047"/>
                <a:gd name="connsiteY6" fmla="*/ 5548393 h 7129221"/>
                <a:gd name="connsiteX7" fmla="*/ 363844 w 3076047"/>
                <a:gd name="connsiteY7" fmla="*/ 3952067 h 7129221"/>
                <a:gd name="connsiteX8" fmla="*/ 22881 w 3076047"/>
                <a:gd name="connsiteY8" fmla="*/ 3084163 h 7129221"/>
                <a:gd name="connsiteX9" fmla="*/ 131369 w 3076047"/>
                <a:gd name="connsiteY9" fmla="*/ 2030278 h 7129221"/>
                <a:gd name="connsiteX10" fmla="*/ 875288 w 3076047"/>
                <a:gd name="connsiteY10" fmla="*/ 604434 h 7129221"/>
                <a:gd name="connsiteX11" fmla="*/ 1650203 w 3076047"/>
                <a:gd name="connsiteY11" fmla="*/ 0 h 7129221"/>
                <a:gd name="connsiteX0" fmla="*/ 1650203 w 3076047"/>
                <a:gd name="connsiteY0" fmla="*/ 0 h 7129221"/>
                <a:gd name="connsiteX1" fmla="*/ 2208142 w 3076047"/>
                <a:gd name="connsiteY1" fmla="*/ 371960 h 7129221"/>
                <a:gd name="connsiteX2" fmla="*/ 2905565 w 3076047"/>
                <a:gd name="connsiteY2" fmla="*/ 1425844 h 7129221"/>
                <a:gd name="connsiteX3" fmla="*/ 3076047 w 3076047"/>
                <a:gd name="connsiteY3" fmla="*/ 2588218 h 7129221"/>
                <a:gd name="connsiteX4" fmla="*/ 2905566 w 3076047"/>
                <a:gd name="connsiteY4" fmla="*/ 3626604 h 7129221"/>
                <a:gd name="connsiteX5" fmla="*/ 2580100 w 3076047"/>
                <a:gd name="connsiteY5" fmla="*/ 4448014 h 7129221"/>
                <a:gd name="connsiteX6" fmla="*/ 1588210 w 3076047"/>
                <a:gd name="connsiteY6" fmla="*/ 7129221 h 7129221"/>
                <a:gd name="connsiteX7" fmla="*/ 890786 w 3076047"/>
                <a:gd name="connsiteY7" fmla="*/ 5548393 h 7129221"/>
                <a:gd name="connsiteX8" fmla="*/ 363844 w 3076047"/>
                <a:gd name="connsiteY8" fmla="*/ 3952067 h 7129221"/>
                <a:gd name="connsiteX9" fmla="*/ 22881 w 3076047"/>
                <a:gd name="connsiteY9" fmla="*/ 3084163 h 7129221"/>
                <a:gd name="connsiteX10" fmla="*/ 131369 w 3076047"/>
                <a:gd name="connsiteY10" fmla="*/ 2030278 h 7129221"/>
                <a:gd name="connsiteX11" fmla="*/ 875288 w 3076047"/>
                <a:gd name="connsiteY11" fmla="*/ 604434 h 7129221"/>
                <a:gd name="connsiteX12" fmla="*/ 1650203 w 3076047"/>
                <a:gd name="connsiteY12" fmla="*/ 0 h 7129221"/>
                <a:gd name="connsiteX0" fmla="*/ 1650203 w 3076047"/>
                <a:gd name="connsiteY0" fmla="*/ 0 h 7129221"/>
                <a:gd name="connsiteX1" fmla="*/ 2208142 w 3076047"/>
                <a:gd name="connsiteY1" fmla="*/ 371960 h 7129221"/>
                <a:gd name="connsiteX2" fmla="*/ 2905565 w 3076047"/>
                <a:gd name="connsiteY2" fmla="*/ 1425844 h 7129221"/>
                <a:gd name="connsiteX3" fmla="*/ 3076047 w 3076047"/>
                <a:gd name="connsiteY3" fmla="*/ 2588218 h 7129221"/>
                <a:gd name="connsiteX4" fmla="*/ 2905566 w 3076047"/>
                <a:gd name="connsiteY4" fmla="*/ 3626604 h 7129221"/>
                <a:gd name="connsiteX5" fmla="*/ 2580100 w 3076047"/>
                <a:gd name="connsiteY5" fmla="*/ 4448014 h 7129221"/>
                <a:gd name="connsiteX6" fmla="*/ 1944670 w 3076047"/>
                <a:gd name="connsiteY6" fmla="*/ 5827363 h 7129221"/>
                <a:gd name="connsiteX7" fmla="*/ 1588210 w 3076047"/>
                <a:gd name="connsiteY7" fmla="*/ 7129221 h 7129221"/>
                <a:gd name="connsiteX8" fmla="*/ 890786 w 3076047"/>
                <a:gd name="connsiteY8" fmla="*/ 5548393 h 7129221"/>
                <a:gd name="connsiteX9" fmla="*/ 363844 w 3076047"/>
                <a:gd name="connsiteY9" fmla="*/ 3952067 h 7129221"/>
                <a:gd name="connsiteX10" fmla="*/ 22881 w 3076047"/>
                <a:gd name="connsiteY10" fmla="*/ 3084163 h 7129221"/>
                <a:gd name="connsiteX11" fmla="*/ 131369 w 3076047"/>
                <a:gd name="connsiteY11" fmla="*/ 2030278 h 7129221"/>
                <a:gd name="connsiteX12" fmla="*/ 875288 w 3076047"/>
                <a:gd name="connsiteY12" fmla="*/ 604434 h 7129221"/>
                <a:gd name="connsiteX13" fmla="*/ 1650203 w 3076047"/>
                <a:gd name="connsiteY13" fmla="*/ 0 h 7129221"/>
                <a:gd name="connsiteX0" fmla="*/ 1650203 w 3076047"/>
                <a:gd name="connsiteY0" fmla="*/ 0 h 7129221"/>
                <a:gd name="connsiteX1" fmla="*/ 2208142 w 3076047"/>
                <a:gd name="connsiteY1" fmla="*/ 371960 h 7129221"/>
                <a:gd name="connsiteX2" fmla="*/ 2905565 w 3076047"/>
                <a:gd name="connsiteY2" fmla="*/ 1425844 h 7129221"/>
                <a:gd name="connsiteX3" fmla="*/ 3076047 w 3076047"/>
                <a:gd name="connsiteY3" fmla="*/ 2588218 h 7129221"/>
                <a:gd name="connsiteX4" fmla="*/ 2905566 w 3076047"/>
                <a:gd name="connsiteY4" fmla="*/ 3626604 h 7129221"/>
                <a:gd name="connsiteX5" fmla="*/ 2580100 w 3076047"/>
                <a:gd name="connsiteY5" fmla="*/ 4448014 h 7129221"/>
                <a:gd name="connsiteX6" fmla="*/ 1944670 w 3076047"/>
                <a:gd name="connsiteY6" fmla="*/ 5827363 h 7129221"/>
                <a:gd name="connsiteX7" fmla="*/ 1588210 w 3076047"/>
                <a:gd name="connsiteY7" fmla="*/ 7129221 h 7129221"/>
                <a:gd name="connsiteX8" fmla="*/ 890786 w 3076047"/>
                <a:gd name="connsiteY8" fmla="*/ 5548393 h 7129221"/>
                <a:gd name="connsiteX9" fmla="*/ 363844 w 3076047"/>
                <a:gd name="connsiteY9" fmla="*/ 3952067 h 7129221"/>
                <a:gd name="connsiteX10" fmla="*/ 22881 w 3076047"/>
                <a:gd name="connsiteY10" fmla="*/ 3084163 h 7129221"/>
                <a:gd name="connsiteX11" fmla="*/ 131369 w 3076047"/>
                <a:gd name="connsiteY11" fmla="*/ 2030278 h 7129221"/>
                <a:gd name="connsiteX12" fmla="*/ 875288 w 3076047"/>
                <a:gd name="connsiteY12" fmla="*/ 604434 h 7129221"/>
                <a:gd name="connsiteX13" fmla="*/ 1650203 w 3076047"/>
                <a:gd name="connsiteY13" fmla="*/ 0 h 7129221"/>
                <a:gd name="connsiteX0" fmla="*/ 1650203 w 3076047"/>
                <a:gd name="connsiteY0" fmla="*/ 0 h 7129221"/>
                <a:gd name="connsiteX1" fmla="*/ 2208142 w 3076047"/>
                <a:gd name="connsiteY1" fmla="*/ 371960 h 7129221"/>
                <a:gd name="connsiteX2" fmla="*/ 2905565 w 3076047"/>
                <a:gd name="connsiteY2" fmla="*/ 1425844 h 7129221"/>
                <a:gd name="connsiteX3" fmla="*/ 3076047 w 3076047"/>
                <a:gd name="connsiteY3" fmla="*/ 2588218 h 7129221"/>
                <a:gd name="connsiteX4" fmla="*/ 2905566 w 3076047"/>
                <a:gd name="connsiteY4" fmla="*/ 3626604 h 7129221"/>
                <a:gd name="connsiteX5" fmla="*/ 2580100 w 3076047"/>
                <a:gd name="connsiteY5" fmla="*/ 4448014 h 7129221"/>
                <a:gd name="connsiteX6" fmla="*/ 1944670 w 3076047"/>
                <a:gd name="connsiteY6" fmla="*/ 5827363 h 7129221"/>
                <a:gd name="connsiteX7" fmla="*/ 1588210 w 3076047"/>
                <a:gd name="connsiteY7" fmla="*/ 7129221 h 7129221"/>
                <a:gd name="connsiteX8" fmla="*/ 890786 w 3076047"/>
                <a:gd name="connsiteY8" fmla="*/ 5548393 h 7129221"/>
                <a:gd name="connsiteX9" fmla="*/ 363844 w 3076047"/>
                <a:gd name="connsiteY9" fmla="*/ 3952067 h 7129221"/>
                <a:gd name="connsiteX10" fmla="*/ 22881 w 3076047"/>
                <a:gd name="connsiteY10" fmla="*/ 3084163 h 7129221"/>
                <a:gd name="connsiteX11" fmla="*/ 131369 w 3076047"/>
                <a:gd name="connsiteY11" fmla="*/ 2030278 h 7129221"/>
                <a:gd name="connsiteX12" fmla="*/ 875288 w 3076047"/>
                <a:gd name="connsiteY12" fmla="*/ 604434 h 7129221"/>
                <a:gd name="connsiteX13" fmla="*/ 1650203 w 3076047"/>
                <a:gd name="connsiteY13" fmla="*/ 0 h 7129221"/>
                <a:gd name="connsiteX0" fmla="*/ 1650203 w 3076047"/>
                <a:gd name="connsiteY0" fmla="*/ 0 h 7129221"/>
                <a:gd name="connsiteX1" fmla="*/ 2208142 w 3076047"/>
                <a:gd name="connsiteY1" fmla="*/ 371960 h 7129221"/>
                <a:gd name="connsiteX2" fmla="*/ 2905565 w 3076047"/>
                <a:gd name="connsiteY2" fmla="*/ 1425844 h 7129221"/>
                <a:gd name="connsiteX3" fmla="*/ 3076047 w 3076047"/>
                <a:gd name="connsiteY3" fmla="*/ 2588218 h 7129221"/>
                <a:gd name="connsiteX4" fmla="*/ 2905566 w 3076047"/>
                <a:gd name="connsiteY4" fmla="*/ 3626604 h 7129221"/>
                <a:gd name="connsiteX5" fmla="*/ 2580100 w 3076047"/>
                <a:gd name="connsiteY5" fmla="*/ 4448014 h 7129221"/>
                <a:gd name="connsiteX6" fmla="*/ 1944670 w 3076047"/>
                <a:gd name="connsiteY6" fmla="*/ 5827363 h 7129221"/>
                <a:gd name="connsiteX7" fmla="*/ 1588210 w 3076047"/>
                <a:gd name="connsiteY7" fmla="*/ 7129221 h 7129221"/>
                <a:gd name="connsiteX8" fmla="*/ 890786 w 3076047"/>
                <a:gd name="connsiteY8" fmla="*/ 5548393 h 7129221"/>
                <a:gd name="connsiteX9" fmla="*/ 363844 w 3076047"/>
                <a:gd name="connsiteY9" fmla="*/ 3952067 h 7129221"/>
                <a:gd name="connsiteX10" fmla="*/ 22881 w 3076047"/>
                <a:gd name="connsiteY10" fmla="*/ 3084163 h 7129221"/>
                <a:gd name="connsiteX11" fmla="*/ 131369 w 3076047"/>
                <a:gd name="connsiteY11" fmla="*/ 2030278 h 7129221"/>
                <a:gd name="connsiteX12" fmla="*/ 875288 w 3076047"/>
                <a:gd name="connsiteY12" fmla="*/ 604434 h 7129221"/>
                <a:gd name="connsiteX13" fmla="*/ 1650203 w 3076047"/>
                <a:gd name="connsiteY13" fmla="*/ 0 h 7129221"/>
                <a:gd name="connsiteX0" fmla="*/ 1650203 w 3177568"/>
                <a:gd name="connsiteY0" fmla="*/ 0 h 7129221"/>
                <a:gd name="connsiteX1" fmla="*/ 2208142 w 3177568"/>
                <a:gd name="connsiteY1" fmla="*/ 371960 h 7129221"/>
                <a:gd name="connsiteX2" fmla="*/ 2905565 w 3177568"/>
                <a:gd name="connsiteY2" fmla="*/ 1425844 h 7129221"/>
                <a:gd name="connsiteX3" fmla="*/ 3076047 w 3177568"/>
                <a:gd name="connsiteY3" fmla="*/ 2588218 h 7129221"/>
                <a:gd name="connsiteX4" fmla="*/ 2905566 w 3177568"/>
                <a:gd name="connsiteY4" fmla="*/ 3626604 h 7129221"/>
                <a:gd name="connsiteX5" fmla="*/ 2580100 w 3177568"/>
                <a:gd name="connsiteY5" fmla="*/ 4448014 h 7129221"/>
                <a:gd name="connsiteX6" fmla="*/ 1944670 w 3177568"/>
                <a:gd name="connsiteY6" fmla="*/ 5827363 h 7129221"/>
                <a:gd name="connsiteX7" fmla="*/ 1588210 w 3177568"/>
                <a:gd name="connsiteY7" fmla="*/ 7129221 h 7129221"/>
                <a:gd name="connsiteX8" fmla="*/ 890786 w 3177568"/>
                <a:gd name="connsiteY8" fmla="*/ 5548393 h 7129221"/>
                <a:gd name="connsiteX9" fmla="*/ 363844 w 3177568"/>
                <a:gd name="connsiteY9" fmla="*/ 3952067 h 7129221"/>
                <a:gd name="connsiteX10" fmla="*/ 22881 w 3177568"/>
                <a:gd name="connsiteY10" fmla="*/ 3084163 h 7129221"/>
                <a:gd name="connsiteX11" fmla="*/ 131369 w 3177568"/>
                <a:gd name="connsiteY11" fmla="*/ 2030278 h 7129221"/>
                <a:gd name="connsiteX12" fmla="*/ 875288 w 3177568"/>
                <a:gd name="connsiteY12" fmla="*/ 604434 h 7129221"/>
                <a:gd name="connsiteX13" fmla="*/ 1650203 w 3177568"/>
                <a:gd name="connsiteY13" fmla="*/ 0 h 7129221"/>
                <a:gd name="connsiteX0" fmla="*/ 1650203 w 3204515"/>
                <a:gd name="connsiteY0" fmla="*/ 0 h 7129221"/>
                <a:gd name="connsiteX1" fmla="*/ 2208142 w 3204515"/>
                <a:gd name="connsiteY1" fmla="*/ 371960 h 7129221"/>
                <a:gd name="connsiteX2" fmla="*/ 2905565 w 3204515"/>
                <a:gd name="connsiteY2" fmla="*/ 1425844 h 7129221"/>
                <a:gd name="connsiteX3" fmla="*/ 3076047 w 3204515"/>
                <a:gd name="connsiteY3" fmla="*/ 2588218 h 7129221"/>
                <a:gd name="connsiteX4" fmla="*/ 2905566 w 3204515"/>
                <a:gd name="connsiteY4" fmla="*/ 3626604 h 7129221"/>
                <a:gd name="connsiteX5" fmla="*/ 2580100 w 3204515"/>
                <a:gd name="connsiteY5" fmla="*/ 4448014 h 7129221"/>
                <a:gd name="connsiteX6" fmla="*/ 1944670 w 3204515"/>
                <a:gd name="connsiteY6" fmla="*/ 5827363 h 7129221"/>
                <a:gd name="connsiteX7" fmla="*/ 1588210 w 3204515"/>
                <a:gd name="connsiteY7" fmla="*/ 7129221 h 7129221"/>
                <a:gd name="connsiteX8" fmla="*/ 890786 w 3204515"/>
                <a:gd name="connsiteY8" fmla="*/ 5548393 h 7129221"/>
                <a:gd name="connsiteX9" fmla="*/ 363844 w 3204515"/>
                <a:gd name="connsiteY9" fmla="*/ 3952067 h 7129221"/>
                <a:gd name="connsiteX10" fmla="*/ 22881 w 3204515"/>
                <a:gd name="connsiteY10" fmla="*/ 3084163 h 7129221"/>
                <a:gd name="connsiteX11" fmla="*/ 131369 w 3204515"/>
                <a:gd name="connsiteY11" fmla="*/ 2030278 h 7129221"/>
                <a:gd name="connsiteX12" fmla="*/ 875288 w 3204515"/>
                <a:gd name="connsiteY12" fmla="*/ 604434 h 7129221"/>
                <a:gd name="connsiteX13" fmla="*/ 1650203 w 3204515"/>
                <a:gd name="connsiteY13" fmla="*/ 0 h 7129221"/>
                <a:gd name="connsiteX0" fmla="*/ 1650203 w 3215332"/>
                <a:gd name="connsiteY0" fmla="*/ 0 h 7129221"/>
                <a:gd name="connsiteX1" fmla="*/ 2208142 w 3215332"/>
                <a:gd name="connsiteY1" fmla="*/ 371960 h 7129221"/>
                <a:gd name="connsiteX2" fmla="*/ 2905565 w 3215332"/>
                <a:gd name="connsiteY2" fmla="*/ 1425844 h 7129221"/>
                <a:gd name="connsiteX3" fmla="*/ 3076047 w 3215332"/>
                <a:gd name="connsiteY3" fmla="*/ 2588218 h 7129221"/>
                <a:gd name="connsiteX4" fmla="*/ 2905566 w 3215332"/>
                <a:gd name="connsiteY4" fmla="*/ 3626604 h 7129221"/>
                <a:gd name="connsiteX5" fmla="*/ 2580100 w 3215332"/>
                <a:gd name="connsiteY5" fmla="*/ 4448014 h 7129221"/>
                <a:gd name="connsiteX6" fmla="*/ 1944670 w 3215332"/>
                <a:gd name="connsiteY6" fmla="*/ 5827363 h 7129221"/>
                <a:gd name="connsiteX7" fmla="*/ 1588210 w 3215332"/>
                <a:gd name="connsiteY7" fmla="*/ 7129221 h 7129221"/>
                <a:gd name="connsiteX8" fmla="*/ 890786 w 3215332"/>
                <a:gd name="connsiteY8" fmla="*/ 5548393 h 7129221"/>
                <a:gd name="connsiteX9" fmla="*/ 363844 w 3215332"/>
                <a:gd name="connsiteY9" fmla="*/ 3952067 h 7129221"/>
                <a:gd name="connsiteX10" fmla="*/ 22881 w 3215332"/>
                <a:gd name="connsiteY10" fmla="*/ 3084163 h 7129221"/>
                <a:gd name="connsiteX11" fmla="*/ 131369 w 3215332"/>
                <a:gd name="connsiteY11" fmla="*/ 2030278 h 7129221"/>
                <a:gd name="connsiteX12" fmla="*/ 875288 w 3215332"/>
                <a:gd name="connsiteY12" fmla="*/ 604434 h 7129221"/>
                <a:gd name="connsiteX13" fmla="*/ 1650203 w 3215332"/>
                <a:gd name="connsiteY13" fmla="*/ 0 h 7129221"/>
                <a:gd name="connsiteX0" fmla="*/ 1650203 w 3215332"/>
                <a:gd name="connsiteY0" fmla="*/ 0 h 7129221"/>
                <a:gd name="connsiteX1" fmla="*/ 2208142 w 3215332"/>
                <a:gd name="connsiteY1" fmla="*/ 371960 h 7129221"/>
                <a:gd name="connsiteX2" fmla="*/ 2905565 w 3215332"/>
                <a:gd name="connsiteY2" fmla="*/ 1425844 h 7129221"/>
                <a:gd name="connsiteX3" fmla="*/ 3076047 w 3215332"/>
                <a:gd name="connsiteY3" fmla="*/ 2588218 h 7129221"/>
                <a:gd name="connsiteX4" fmla="*/ 2905566 w 3215332"/>
                <a:gd name="connsiteY4" fmla="*/ 3626604 h 7129221"/>
                <a:gd name="connsiteX5" fmla="*/ 2580100 w 3215332"/>
                <a:gd name="connsiteY5" fmla="*/ 4448014 h 7129221"/>
                <a:gd name="connsiteX6" fmla="*/ 1944670 w 3215332"/>
                <a:gd name="connsiteY6" fmla="*/ 5827363 h 7129221"/>
                <a:gd name="connsiteX7" fmla="*/ 1588210 w 3215332"/>
                <a:gd name="connsiteY7" fmla="*/ 7129221 h 7129221"/>
                <a:gd name="connsiteX8" fmla="*/ 890786 w 3215332"/>
                <a:gd name="connsiteY8" fmla="*/ 5548393 h 7129221"/>
                <a:gd name="connsiteX9" fmla="*/ 363844 w 3215332"/>
                <a:gd name="connsiteY9" fmla="*/ 3952067 h 7129221"/>
                <a:gd name="connsiteX10" fmla="*/ 22881 w 3215332"/>
                <a:gd name="connsiteY10" fmla="*/ 3084163 h 7129221"/>
                <a:gd name="connsiteX11" fmla="*/ 131369 w 3215332"/>
                <a:gd name="connsiteY11" fmla="*/ 2030278 h 7129221"/>
                <a:gd name="connsiteX12" fmla="*/ 875288 w 3215332"/>
                <a:gd name="connsiteY12" fmla="*/ 604434 h 7129221"/>
                <a:gd name="connsiteX13" fmla="*/ 1650203 w 3215332"/>
                <a:gd name="connsiteY13" fmla="*/ 0 h 7129221"/>
                <a:gd name="connsiteX0" fmla="*/ 1650203 w 3215332"/>
                <a:gd name="connsiteY0" fmla="*/ 18975 h 7148196"/>
                <a:gd name="connsiteX1" fmla="*/ 2208142 w 3215332"/>
                <a:gd name="connsiteY1" fmla="*/ 390935 h 7148196"/>
                <a:gd name="connsiteX2" fmla="*/ 2905565 w 3215332"/>
                <a:gd name="connsiteY2" fmla="*/ 1444819 h 7148196"/>
                <a:gd name="connsiteX3" fmla="*/ 3076047 w 3215332"/>
                <a:gd name="connsiteY3" fmla="*/ 2607193 h 7148196"/>
                <a:gd name="connsiteX4" fmla="*/ 2905566 w 3215332"/>
                <a:gd name="connsiteY4" fmla="*/ 3645579 h 7148196"/>
                <a:gd name="connsiteX5" fmla="*/ 2580100 w 3215332"/>
                <a:gd name="connsiteY5" fmla="*/ 4466989 h 7148196"/>
                <a:gd name="connsiteX6" fmla="*/ 1944670 w 3215332"/>
                <a:gd name="connsiteY6" fmla="*/ 5846338 h 7148196"/>
                <a:gd name="connsiteX7" fmla="*/ 1588210 w 3215332"/>
                <a:gd name="connsiteY7" fmla="*/ 7148196 h 7148196"/>
                <a:gd name="connsiteX8" fmla="*/ 890786 w 3215332"/>
                <a:gd name="connsiteY8" fmla="*/ 5567368 h 7148196"/>
                <a:gd name="connsiteX9" fmla="*/ 363844 w 3215332"/>
                <a:gd name="connsiteY9" fmla="*/ 3971042 h 7148196"/>
                <a:gd name="connsiteX10" fmla="*/ 22881 w 3215332"/>
                <a:gd name="connsiteY10" fmla="*/ 3103138 h 7148196"/>
                <a:gd name="connsiteX11" fmla="*/ 131369 w 3215332"/>
                <a:gd name="connsiteY11" fmla="*/ 2049253 h 7148196"/>
                <a:gd name="connsiteX12" fmla="*/ 875288 w 3215332"/>
                <a:gd name="connsiteY12" fmla="*/ 623409 h 7148196"/>
                <a:gd name="connsiteX13" fmla="*/ 1650203 w 3215332"/>
                <a:gd name="connsiteY13" fmla="*/ 18975 h 7148196"/>
                <a:gd name="connsiteX0" fmla="*/ 875288 w 3215332"/>
                <a:gd name="connsiteY0" fmla="*/ 232474 h 6757261"/>
                <a:gd name="connsiteX1" fmla="*/ 2208142 w 3215332"/>
                <a:gd name="connsiteY1" fmla="*/ 0 h 6757261"/>
                <a:gd name="connsiteX2" fmla="*/ 2905565 w 3215332"/>
                <a:gd name="connsiteY2" fmla="*/ 1053884 h 6757261"/>
                <a:gd name="connsiteX3" fmla="*/ 3076047 w 3215332"/>
                <a:gd name="connsiteY3" fmla="*/ 2216258 h 6757261"/>
                <a:gd name="connsiteX4" fmla="*/ 2905566 w 3215332"/>
                <a:gd name="connsiteY4" fmla="*/ 3254644 h 6757261"/>
                <a:gd name="connsiteX5" fmla="*/ 2580100 w 3215332"/>
                <a:gd name="connsiteY5" fmla="*/ 4076054 h 6757261"/>
                <a:gd name="connsiteX6" fmla="*/ 1944670 w 3215332"/>
                <a:gd name="connsiteY6" fmla="*/ 5455403 h 6757261"/>
                <a:gd name="connsiteX7" fmla="*/ 1588210 w 3215332"/>
                <a:gd name="connsiteY7" fmla="*/ 6757261 h 6757261"/>
                <a:gd name="connsiteX8" fmla="*/ 890786 w 3215332"/>
                <a:gd name="connsiteY8" fmla="*/ 5176433 h 6757261"/>
                <a:gd name="connsiteX9" fmla="*/ 363844 w 3215332"/>
                <a:gd name="connsiteY9" fmla="*/ 3580107 h 6757261"/>
                <a:gd name="connsiteX10" fmla="*/ 22881 w 3215332"/>
                <a:gd name="connsiteY10" fmla="*/ 2712203 h 6757261"/>
                <a:gd name="connsiteX11" fmla="*/ 131369 w 3215332"/>
                <a:gd name="connsiteY11" fmla="*/ 1658318 h 6757261"/>
                <a:gd name="connsiteX12" fmla="*/ 875288 w 3215332"/>
                <a:gd name="connsiteY12" fmla="*/ 232474 h 6757261"/>
                <a:gd name="connsiteX0" fmla="*/ 875288 w 3215332"/>
                <a:gd name="connsiteY0" fmla="*/ 629582 h 7154369"/>
                <a:gd name="connsiteX1" fmla="*/ 2208142 w 3215332"/>
                <a:gd name="connsiteY1" fmla="*/ 397108 h 7154369"/>
                <a:gd name="connsiteX2" fmla="*/ 2905565 w 3215332"/>
                <a:gd name="connsiteY2" fmla="*/ 1450992 h 7154369"/>
                <a:gd name="connsiteX3" fmla="*/ 3076047 w 3215332"/>
                <a:gd name="connsiteY3" fmla="*/ 2613366 h 7154369"/>
                <a:gd name="connsiteX4" fmla="*/ 2905566 w 3215332"/>
                <a:gd name="connsiteY4" fmla="*/ 3651752 h 7154369"/>
                <a:gd name="connsiteX5" fmla="*/ 2580100 w 3215332"/>
                <a:gd name="connsiteY5" fmla="*/ 4473162 h 7154369"/>
                <a:gd name="connsiteX6" fmla="*/ 1944670 w 3215332"/>
                <a:gd name="connsiteY6" fmla="*/ 5852511 h 7154369"/>
                <a:gd name="connsiteX7" fmla="*/ 1588210 w 3215332"/>
                <a:gd name="connsiteY7" fmla="*/ 7154369 h 7154369"/>
                <a:gd name="connsiteX8" fmla="*/ 890786 w 3215332"/>
                <a:gd name="connsiteY8" fmla="*/ 5573541 h 7154369"/>
                <a:gd name="connsiteX9" fmla="*/ 363844 w 3215332"/>
                <a:gd name="connsiteY9" fmla="*/ 3977215 h 7154369"/>
                <a:gd name="connsiteX10" fmla="*/ 22881 w 3215332"/>
                <a:gd name="connsiteY10" fmla="*/ 3109311 h 7154369"/>
                <a:gd name="connsiteX11" fmla="*/ 131369 w 3215332"/>
                <a:gd name="connsiteY11" fmla="*/ 2055426 h 7154369"/>
                <a:gd name="connsiteX12" fmla="*/ 875288 w 3215332"/>
                <a:gd name="connsiteY12" fmla="*/ 629582 h 7154369"/>
                <a:gd name="connsiteX0" fmla="*/ 875288 w 3215332"/>
                <a:gd name="connsiteY0" fmla="*/ 629582 h 7154369"/>
                <a:gd name="connsiteX1" fmla="*/ 2208142 w 3215332"/>
                <a:gd name="connsiteY1" fmla="*/ 397108 h 7154369"/>
                <a:gd name="connsiteX2" fmla="*/ 2905565 w 3215332"/>
                <a:gd name="connsiteY2" fmla="*/ 1450992 h 7154369"/>
                <a:gd name="connsiteX3" fmla="*/ 3076047 w 3215332"/>
                <a:gd name="connsiteY3" fmla="*/ 2613366 h 7154369"/>
                <a:gd name="connsiteX4" fmla="*/ 2905566 w 3215332"/>
                <a:gd name="connsiteY4" fmla="*/ 3651752 h 7154369"/>
                <a:gd name="connsiteX5" fmla="*/ 2580100 w 3215332"/>
                <a:gd name="connsiteY5" fmla="*/ 4473162 h 7154369"/>
                <a:gd name="connsiteX6" fmla="*/ 1944670 w 3215332"/>
                <a:gd name="connsiteY6" fmla="*/ 5852511 h 7154369"/>
                <a:gd name="connsiteX7" fmla="*/ 1588210 w 3215332"/>
                <a:gd name="connsiteY7" fmla="*/ 7154369 h 7154369"/>
                <a:gd name="connsiteX8" fmla="*/ 890786 w 3215332"/>
                <a:gd name="connsiteY8" fmla="*/ 5573541 h 7154369"/>
                <a:gd name="connsiteX9" fmla="*/ 363844 w 3215332"/>
                <a:gd name="connsiteY9" fmla="*/ 3977215 h 7154369"/>
                <a:gd name="connsiteX10" fmla="*/ 22881 w 3215332"/>
                <a:gd name="connsiteY10" fmla="*/ 3109311 h 7154369"/>
                <a:gd name="connsiteX11" fmla="*/ 131369 w 3215332"/>
                <a:gd name="connsiteY11" fmla="*/ 2055426 h 7154369"/>
                <a:gd name="connsiteX12" fmla="*/ 875288 w 3215332"/>
                <a:gd name="connsiteY12" fmla="*/ 629582 h 7154369"/>
                <a:gd name="connsiteX0" fmla="*/ 1033131 w 3373175"/>
                <a:gd name="connsiteY0" fmla="*/ 629582 h 7154369"/>
                <a:gd name="connsiteX1" fmla="*/ 2365985 w 3373175"/>
                <a:gd name="connsiteY1" fmla="*/ 397108 h 7154369"/>
                <a:gd name="connsiteX2" fmla="*/ 3063408 w 3373175"/>
                <a:gd name="connsiteY2" fmla="*/ 1450992 h 7154369"/>
                <a:gd name="connsiteX3" fmla="*/ 3233890 w 3373175"/>
                <a:gd name="connsiteY3" fmla="*/ 2613366 h 7154369"/>
                <a:gd name="connsiteX4" fmla="*/ 3063409 w 3373175"/>
                <a:gd name="connsiteY4" fmla="*/ 3651752 h 7154369"/>
                <a:gd name="connsiteX5" fmla="*/ 2737943 w 3373175"/>
                <a:gd name="connsiteY5" fmla="*/ 4473162 h 7154369"/>
                <a:gd name="connsiteX6" fmla="*/ 2102513 w 3373175"/>
                <a:gd name="connsiteY6" fmla="*/ 5852511 h 7154369"/>
                <a:gd name="connsiteX7" fmla="*/ 1746053 w 3373175"/>
                <a:gd name="connsiteY7" fmla="*/ 7154369 h 7154369"/>
                <a:gd name="connsiteX8" fmla="*/ 1048629 w 3373175"/>
                <a:gd name="connsiteY8" fmla="*/ 5573541 h 7154369"/>
                <a:gd name="connsiteX9" fmla="*/ 521687 w 3373175"/>
                <a:gd name="connsiteY9" fmla="*/ 3977215 h 7154369"/>
                <a:gd name="connsiteX10" fmla="*/ 180724 w 3373175"/>
                <a:gd name="connsiteY10" fmla="*/ 3109311 h 7154369"/>
                <a:gd name="connsiteX11" fmla="*/ 289212 w 3373175"/>
                <a:gd name="connsiteY11" fmla="*/ 2055426 h 7154369"/>
                <a:gd name="connsiteX12" fmla="*/ 1033131 w 3373175"/>
                <a:gd name="connsiteY12" fmla="*/ 629582 h 7154369"/>
                <a:gd name="connsiteX0" fmla="*/ 1033131 w 3373175"/>
                <a:gd name="connsiteY0" fmla="*/ 629582 h 7154369"/>
                <a:gd name="connsiteX1" fmla="*/ 2365985 w 3373175"/>
                <a:gd name="connsiteY1" fmla="*/ 397108 h 7154369"/>
                <a:gd name="connsiteX2" fmla="*/ 3063408 w 3373175"/>
                <a:gd name="connsiteY2" fmla="*/ 1450992 h 7154369"/>
                <a:gd name="connsiteX3" fmla="*/ 3233890 w 3373175"/>
                <a:gd name="connsiteY3" fmla="*/ 2613366 h 7154369"/>
                <a:gd name="connsiteX4" fmla="*/ 3063409 w 3373175"/>
                <a:gd name="connsiteY4" fmla="*/ 3651752 h 7154369"/>
                <a:gd name="connsiteX5" fmla="*/ 2737943 w 3373175"/>
                <a:gd name="connsiteY5" fmla="*/ 4473162 h 7154369"/>
                <a:gd name="connsiteX6" fmla="*/ 2102513 w 3373175"/>
                <a:gd name="connsiteY6" fmla="*/ 5852511 h 7154369"/>
                <a:gd name="connsiteX7" fmla="*/ 1746053 w 3373175"/>
                <a:gd name="connsiteY7" fmla="*/ 7154369 h 7154369"/>
                <a:gd name="connsiteX8" fmla="*/ 1048629 w 3373175"/>
                <a:gd name="connsiteY8" fmla="*/ 5573541 h 7154369"/>
                <a:gd name="connsiteX9" fmla="*/ 521687 w 3373175"/>
                <a:gd name="connsiteY9" fmla="*/ 3977215 h 7154369"/>
                <a:gd name="connsiteX10" fmla="*/ 180724 w 3373175"/>
                <a:gd name="connsiteY10" fmla="*/ 3109311 h 7154369"/>
                <a:gd name="connsiteX11" fmla="*/ 289212 w 3373175"/>
                <a:gd name="connsiteY11" fmla="*/ 2055426 h 7154369"/>
                <a:gd name="connsiteX12" fmla="*/ 1033131 w 3373175"/>
                <a:gd name="connsiteY12" fmla="*/ 629582 h 7154369"/>
                <a:gd name="connsiteX0" fmla="*/ 1033131 w 3373175"/>
                <a:gd name="connsiteY0" fmla="*/ 629582 h 7154369"/>
                <a:gd name="connsiteX1" fmla="*/ 2365985 w 3373175"/>
                <a:gd name="connsiteY1" fmla="*/ 397108 h 7154369"/>
                <a:gd name="connsiteX2" fmla="*/ 3063408 w 3373175"/>
                <a:gd name="connsiteY2" fmla="*/ 1450992 h 7154369"/>
                <a:gd name="connsiteX3" fmla="*/ 3233890 w 3373175"/>
                <a:gd name="connsiteY3" fmla="*/ 2613366 h 7154369"/>
                <a:gd name="connsiteX4" fmla="*/ 3063409 w 3373175"/>
                <a:gd name="connsiteY4" fmla="*/ 3651752 h 7154369"/>
                <a:gd name="connsiteX5" fmla="*/ 2737943 w 3373175"/>
                <a:gd name="connsiteY5" fmla="*/ 4473162 h 7154369"/>
                <a:gd name="connsiteX6" fmla="*/ 2102513 w 3373175"/>
                <a:gd name="connsiteY6" fmla="*/ 5852511 h 7154369"/>
                <a:gd name="connsiteX7" fmla="*/ 1746053 w 3373175"/>
                <a:gd name="connsiteY7" fmla="*/ 7154369 h 7154369"/>
                <a:gd name="connsiteX8" fmla="*/ 1048629 w 3373175"/>
                <a:gd name="connsiteY8" fmla="*/ 5573541 h 7154369"/>
                <a:gd name="connsiteX9" fmla="*/ 521687 w 3373175"/>
                <a:gd name="connsiteY9" fmla="*/ 3977215 h 7154369"/>
                <a:gd name="connsiteX10" fmla="*/ 180724 w 3373175"/>
                <a:gd name="connsiteY10" fmla="*/ 3109311 h 7154369"/>
                <a:gd name="connsiteX11" fmla="*/ 289212 w 3373175"/>
                <a:gd name="connsiteY11" fmla="*/ 2055426 h 7154369"/>
                <a:gd name="connsiteX12" fmla="*/ 1033131 w 3373175"/>
                <a:gd name="connsiteY12" fmla="*/ 629582 h 7154369"/>
                <a:gd name="connsiteX0" fmla="*/ 1033131 w 3373175"/>
                <a:gd name="connsiteY0" fmla="*/ 629582 h 7155806"/>
                <a:gd name="connsiteX1" fmla="*/ 2365985 w 3373175"/>
                <a:gd name="connsiteY1" fmla="*/ 397108 h 7155806"/>
                <a:gd name="connsiteX2" fmla="*/ 3063408 w 3373175"/>
                <a:gd name="connsiteY2" fmla="*/ 1450992 h 7155806"/>
                <a:gd name="connsiteX3" fmla="*/ 3233890 w 3373175"/>
                <a:gd name="connsiteY3" fmla="*/ 2613366 h 7155806"/>
                <a:gd name="connsiteX4" fmla="*/ 3063409 w 3373175"/>
                <a:gd name="connsiteY4" fmla="*/ 3651752 h 7155806"/>
                <a:gd name="connsiteX5" fmla="*/ 2737943 w 3373175"/>
                <a:gd name="connsiteY5" fmla="*/ 4473162 h 7155806"/>
                <a:gd name="connsiteX6" fmla="*/ 2102513 w 3373175"/>
                <a:gd name="connsiteY6" fmla="*/ 5852511 h 7155806"/>
                <a:gd name="connsiteX7" fmla="*/ 1746053 w 3373175"/>
                <a:gd name="connsiteY7" fmla="*/ 7154369 h 7155806"/>
                <a:gd name="connsiteX8" fmla="*/ 1048629 w 3373175"/>
                <a:gd name="connsiteY8" fmla="*/ 5573541 h 7155806"/>
                <a:gd name="connsiteX9" fmla="*/ 521687 w 3373175"/>
                <a:gd name="connsiteY9" fmla="*/ 3977215 h 7155806"/>
                <a:gd name="connsiteX10" fmla="*/ 180724 w 3373175"/>
                <a:gd name="connsiteY10" fmla="*/ 3109311 h 7155806"/>
                <a:gd name="connsiteX11" fmla="*/ 289212 w 3373175"/>
                <a:gd name="connsiteY11" fmla="*/ 2055426 h 7155806"/>
                <a:gd name="connsiteX12" fmla="*/ 1033131 w 3373175"/>
                <a:gd name="connsiteY12" fmla="*/ 629582 h 7155806"/>
                <a:gd name="connsiteX0" fmla="*/ 1033131 w 3373175"/>
                <a:gd name="connsiteY0" fmla="*/ 629582 h 7155806"/>
                <a:gd name="connsiteX1" fmla="*/ 2365985 w 3373175"/>
                <a:gd name="connsiteY1" fmla="*/ 397108 h 7155806"/>
                <a:gd name="connsiteX2" fmla="*/ 3063408 w 3373175"/>
                <a:gd name="connsiteY2" fmla="*/ 1450992 h 7155806"/>
                <a:gd name="connsiteX3" fmla="*/ 3233890 w 3373175"/>
                <a:gd name="connsiteY3" fmla="*/ 2613366 h 7155806"/>
                <a:gd name="connsiteX4" fmla="*/ 3063409 w 3373175"/>
                <a:gd name="connsiteY4" fmla="*/ 3651752 h 7155806"/>
                <a:gd name="connsiteX5" fmla="*/ 2737943 w 3373175"/>
                <a:gd name="connsiteY5" fmla="*/ 4473162 h 7155806"/>
                <a:gd name="connsiteX6" fmla="*/ 2102513 w 3373175"/>
                <a:gd name="connsiteY6" fmla="*/ 5852511 h 7155806"/>
                <a:gd name="connsiteX7" fmla="*/ 1746053 w 3373175"/>
                <a:gd name="connsiteY7" fmla="*/ 7154369 h 7155806"/>
                <a:gd name="connsiteX8" fmla="*/ 1048629 w 3373175"/>
                <a:gd name="connsiteY8" fmla="*/ 5573541 h 7155806"/>
                <a:gd name="connsiteX9" fmla="*/ 521687 w 3373175"/>
                <a:gd name="connsiteY9" fmla="*/ 3977215 h 7155806"/>
                <a:gd name="connsiteX10" fmla="*/ 180724 w 3373175"/>
                <a:gd name="connsiteY10" fmla="*/ 3109311 h 7155806"/>
                <a:gd name="connsiteX11" fmla="*/ 289212 w 3373175"/>
                <a:gd name="connsiteY11" fmla="*/ 2055426 h 7155806"/>
                <a:gd name="connsiteX12" fmla="*/ 1033131 w 3373175"/>
                <a:gd name="connsiteY12" fmla="*/ 629582 h 7155806"/>
                <a:gd name="connsiteX0" fmla="*/ 1033131 w 3373175"/>
                <a:gd name="connsiteY0" fmla="*/ 629582 h 7156077"/>
                <a:gd name="connsiteX1" fmla="*/ 2365985 w 3373175"/>
                <a:gd name="connsiteY1" fmla="*/ 397108 h 7156077"/>
                <a:gd name="connsiteX2" fmla="*/ 3063408 w 3373175"/>
                <a:gd name="connsiteY2" fmla="*/ 1450992 h 7156077"/>
                <a:gd name="connsiteX3" fmla="*/ 3233890 w 3373175"/>
                <a:gd name="connsiteY3" fmla="*/ 2613366 h 7156077"/>
                <a:gd name="connsiteX4" fmla="*/ 3063409 w 3373175"/>
                <a:gd name="connsiteY4" fmla="*/ 3651752 h 7156077"/>
                <a:gd name="connsiteX5" fmla="*/ 2737943 w 3373175"/>
                <a:gd name="connsiteY5" fmla="*/ 4473162 h 7156077"/>
                <a:gd name="connsiteX6" fmla="*/ 2102513 w 3373175"/>
                <a:gd name="connsiteY6" fmla="*/ 5852511 h 7156077"/>
                <a:gd name="connsiteX7" fmla="*/ 1746053 w 3373175"/>
                <a:gd name="connsiteY7" fmla="*/ 7154369 h 7156077"/>
                <a:gd name="connsiteX8" fmla="*/ 1048629 w 3373175"/>
                <a:gd name="connsiteY8" fmla="*/ 5573541 h 7156077"/>
                <a:gd name="connsiteX9" fmla="*/ 521687 w 3373175"/>
                <a:gd name="connsiteY9" fmla="*/ 3977215 h 7156077"/>
                <a:gd name="connsiteX10" fmla="*/ 180724 w 3373175"/>
                <a:gd name="connsiteY10" fmla="*/ 3109311 h 7156077"/>
                <a:gd name="connsiteX11" fmla="*/ 289212 w 3373175"/>
                <a:gd name="connsiteY11" fmla="*/ 2055426 h 7156077"/>
                <a:gd name="connsiteX12" fmla="*/ 1033131 w 3373175"/>
                <a:gd name="connsiteY12" fmla="*/ 629582 h 7156077"/>
                <a:gd name="connsiteX0" fmla="*/ 1033131 w 3373175"/>
                <a:gd name="connsiteY0" fmla="*/ 629582 h 7155806"/>
                <a:gd name="connsiteX1" fmla="*/ 2365985 w 3373175"/>
                <a:gd name="connsiteY1" fmla="*/ 397108 h 7155806"/>
                <a:gd name="connsiteX2" fmla="*/ 3063408 w 3373175"/>
                <a:gd name="connsiteY2" fmla="*/ 1450992 h 7155806"/>
                <a:gd name="connsiteX3" fmla="*/ 3233890 w 3373175"/>
                <a:gd name="connsiteY3" fmla="*/ 2613366 h 7155806"/>
                <a:gd name="connsiteX4" fmla="*/ 3063409 w 3373175"/>
                <a:gd name="connsiteY4" fmla="*/ 3651752 h 7155806"/>
                <a:gd name="connsiteX5" fmla="*/ 2737943 w 3373175"/>
                <a:gd name="connsiteY5" fmla="*/ 4473162 h 7155806"/>
                <a:gd name="connsiteX6" fmla="*/ 2102513 w 3373175"/>
                <a:gd name="connsiteY6" fmla="*/ 5852511 h 7155806"/>
                <a:gd name="connsiteX7" fmla="*/ 1746053 w 3373175"/>
                <a:gd name="connsiteY7" fmla="*/ 7154369 h 7155806"/>
                <a:gd name="connsiteX8" fmla="*/ 1048629 w 3373175"/>
                <a:gd name="connsiteY8" fmla="*/ 5573541 h 7155806"/>
                <a:gd name="connsiteX9" fmla="*/ 521687 w 3373175"/>
                <a:gd name="connsiteY9" fmla="*/ 3977215 h 7155806"/>
                <a:gd name="connsiteX10" fmla="*/ 180724 w 3373175"/>
                <a:gd name="connsiteY10" fmla="*/ 3109311 h 7155806"/>
                <a:gd name="connsiteX11" fmla="*/ 289212 w 3373175"/>
                <a:gd name="connsiteY11" fmla="*/ 2055426 h 7155806"/>
                <a:gd name="connsiteX12" fmla="*/ 1033131 w 3373175"/>
                <a:gd name="connsiteY12" fmla="*/ 629582 h 7155806"/>
                <a:gd name="connsiteX0" fmla="*/ 1033131 w 3373175"/>
                <a:gd name="connsiteY0" fmla="*/ 629582 h 7154369"/>
                <a:gd name="connsiteX1" fmla="*/ 2365985 w 3373175"/>
                <a:gd name="connsiteY1" fmla="*/ 397108 h 7154369"/>
                <a:gd name="connsiteX2" fmla="*/ 3063408 w 3373175"/>
                <a:gd name="connsiteY2" fmla="*/ 1450992 h 7154369"/>
                <a:gd name="connsiteX3" fmla="*/ 3233890 w 3373175"/>
                <a:gd name="connsiteY3" fmla="*/ 2613366 h 7154369"/>
                <a:gd name="connsiteX4" fmla="*/ 3063409 w 3373175"/>
                <a:gd name="connsiteY4" fmla="*/ 3651752 h 7154369"/>
                <a:gd name="connsiteX5" fmla="*/ 2737943 w 3373175"/>
                <a:gd name="connsiteY5" fmla="*/ 4473162 h 7154369"/>
                <a:gd name="connsiteX6" fmla="*/ 2102513 w 3373175"/>
                <a:gd name="connsiteY6" fmla="*/ 5852511 h 7154369"/>
                <a:gd name="connsiteX7" fmla="*/ 1746053 w 3373175"/>
                <a:gd name="connsiteY7" fmla="*/ 7154369 h 7154369"/>
                <a:gd name="connsiteX8" fmla="*/ 1048629 w 3373175"/>
                <a:gd name="connsiteY8" fmla="*/ 5573541 h 7154369"/>
                <a:gd name="connsiteX9" fmla="*/ 521687 w 3373175"/>
                <a:gd name="connsiteY9" fmla="*/ 3977215 h 7154369"/>
                <a:gd name="connsiteX10" fmla="*/ 180724 w 3373175"/>
                <a:gd name="connsiteY10" fmla="*/ 3109311 h 7154369"/>
                <a:gd name="connsiteX11" fmla="*/ 289212 w 3373175"/>
                <a:gd name="connsiteY11" fmla="*/ 2055426 h 7154369"/>
                <a:gd name="connsiteX12" fmla="*/ 1033131 w 3373175"/>
                <a:gd name="connsiteY12" fmla="*/ 629582 h 7154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73175" h="7154369">
                  <a:moveTo>
                    <a:pt x="1033131" y="629582"/>
                  </a:moveTo>
                  <a:cubicBezTo>
                    <a:pt x="2319244" y="-681623"/>
                    <a:pt x="1921700" y="474599"/>
                    <a:pt x="2365985" y="397108"/>
                  </a:cubicBezTo>
                  <a:cubicBezTo>
                    <a:pt x="2934902" y="504950"/>
                    <a:pt x="3218391" y="924050"/>
                    <a:pt x="3063408" y="1450992"/>
                  </a:cubicBezTo>
                  <a:cubicBezTo>
                    <a:pt x="3679035" y="1965450"/>
                    <a:pt x="3177063" y="2225908"/>
                    <a:pt x="3233890" y="2613366"/>
                  </a:cubicBezTo>
                  <a:cubicBezTo>
                    <a:pt x="3535203" y="3210955"/>
                    <a:pt x="3234536" y="3214183"/>
                    <a:pt x="3063409" y="3651752"/>
                  </a:cubicBezTo>
                  <a:cubicBezTo>
                    <a:pt x="3082006" y="4093454"/>
                    <a:pt x="2841266" y="4183860"/>
                    <a:pt x="2737943" y="4473162"/>
                  </a:cubicBezTo>
                  <a:cubicBezTo>
                    <a:pt x="2603624" y="4819291"/>
                    <a:pt x="2903259" y="5180917"/>
                    <a:pt x="2102513" y="5852511"/>
                  </a:cubicBezTo>
                  <a:cubicBezTo>
                    <a:pt x="1983693" y="6286464"/>
                    <a:pt x="2081850" y="7123372"/>
                    <a:pt x="1746053" y="7154369"/>
                  </a:cubicBezTo>
                  <a:cubicBezTo>
                    <a:pt x="1405091" y="7149203"/>
                    <a:pt x="1203612" y="6338124"/>
                    <a:pt x="1048629" y="5573541"/>
                  </a:cubicBezTo>
                  <a:cubicBezTo>
                    <a:pt x="1027965" y="5103426"/>
                    <a:pt x="310122" y="5114988"/>
                    <a:pt x="521687" y="3977215"/>
                  </a:cubicBezTo>
                  <a:cubicBezTo>
                    <a:pt x="671504" y="3507100"/>
                    <a:pt x="-99722" y="3884226"/>
                    <a:pt x="180724" y="3109311"/>
                  </a:cubicBezTo>
                  <a:cubicBezTo>
                    <a:pt x="-221985" y="2599097"/>
                    <a:pt x="154893" y="2318897"/>
                    <a:pt x="289212" y="2055426"/>
                  </a:cubicBezTo>
                  <a:cubicBezTo>
                    <a:pt x="537185" y="1714463"/>
                    <a:pt x="-216328" y="1144717"/>
                    <a:pt x="1033131" y="629582"/>
                  </a:cubicBezTo>
                  <a:close/>
                </a:path>
              </a:pathLst>
            </a:cu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5453F0A3-2847-1B32-6076-CFAA404878AA}"/>
                </a:ext>
              </a:extLst>
            </p:cNvPr>
            <p:cNvSpPr/>
            <p:nvPr/>
          </p:nvSpPr>
          <p:spPr>
            <a:xfrm rot="19571292" flipH="1" flipV="1">
              <a:off x="4575185" y="5026599"/>
              <a:ext cx="1458610" cy="499699"/>
            </a:xfrm>
            <a:custGeom>
              <a:avLst/>
              <a:gdLst>
                <a:gd name="connsiteX0" fmla="*/ 0 w 1007285"/>
                <a:gd name="connsiteY0" fmla="*/ 0 h 94954"/>
                <a:gd name="connsiteX1" fmla="*/ 1007285 w 1007285"/>
                <a:gd name="connsiteY1" fmla="*/ 0 h 94954"/>
                <a:gd name="connsiteX2" fmla="*/ 1007285 w 1007285"/>
                <a:gd name="connsiteY2" fmla="*/ 94954 h 94954"/>
                <a:gd name="connsiteX3" fmla="*/ 0 w 1007285"/>
                <a:gd name="connsiteY3" fmla="*/ 94954 h 94954"/>
                <a:gd name="connsiteX4" fmla="*/ 0 w 1007285"/>
                <a:gd name="connsiteY4" fmla="*/ 0 h 94954"/>
                <a:gd name="connsiteX0" fmla="*/ 2819400 w 3826685"/>
                <a:gd name="connsiteY0" fmla="*/ 0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4" fmla="*/ 2819400 w 3826685"/>
                <a:gd name="connsiteY4" fmla="*/ 0 h 869654"/>
                <a:gd name="connsiteX0" fmla="*/ 0 w 3826685"/>
                <a:gd name="connsiteY0" fmla="*/ 869654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968065 h 1033547"/>
                <a:gd name="connsiteX1" fmla="*/ 3826685 w 3826685"/>
                <a:gd name="connsiteY1" fmla="*/ 98411 h 1033547"/>
                <a:gd name="connsiteX2" fmla="*/ 3826685 w 3826685"/>
                <a:gd name="connsiteY2" fmla="*/ 193365 h 1033547"/>
                <a:gd name="connsiteX3" fmla="*/ 0 w 3826685"/>
                <a:gd name="connsiteY3" fmla="*/ 968065 h 1033547"/>
                <a:gd name="connsiteX0" fmla="*/ 0 w 3826685"/>
                <a:gd name="connsiteY0" fmla="*/ 968065 h 1013810"/>
                <a:gd name="connsiteX1" fmla="*/ 3826685 w 3826685"/>
                <a:gd name="connsiteY1" fmla="*/ 98411 h 1013810"/>
                <a:gd name="connsiteX2" fmla="*/ 3826685 w 3826685"/>
                <a:gd name="connsiteY2" fmla="*/ 193365 h 1013810"/>
                <a:gd name="connsiteX3" fmla="*/ 0 w 3826685"/>
                <a:gd name="connsiteY3" fmla="*/ 968065 h 1013810"/>
                <a:gd name="connsiteX0" fmla="*/ 0 w 3826685"/>
                <a:gd name="connsiteY0" fmla="*/ 968065 h 1012429"/>
                <a:gd name="connsiteX1" fmla="*/ 3826685 w 3826685"/>
                <a:gd name="connsiteY1" fmla="*/ 98411 h 1012429"/>
                <a:gd name="connsiteX2" fmla="*/ 3826685 w 3826685"/>
                <a:gd name="connsiteY2" fmla="*/ 193365 h 1012429"/>
                <a:gd name="connsiteX3" fmla="*/ 0 w 3826685"/>
                <a:gd name="connsiteY3" fmla="*/ 968065 h 1012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26685" h="1012429">
                  <a:moveTo>
                    <a:pt x="0" y="968065"/>
                  </a:moveTo>
                  <a:cubicBezTo>
                    <a:pt x="1199362" y="1008380"/>
                    <a:pt x="2779723" y="-373704"/>
                    <a:pt x="3826685" y="98411"/>
                  </a:cubicBezTo>
                  <a:lnTo>
                    <a:pt x="3826685" y="193365"/>
                  </a:lnTo>
                  <a:cubicBezTo>
                    <a:pt x="2614623" y="-65927"/>
                    <a:pt x="932662" y="1268632"/>
                    <a:pt x="0" y="968065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2803120-960C-2275-D186-A4A5EE0DC4FA}"/>
                </a:ext>
              </a:extLst>
            </p:cNvPr>
            <p:cNvSpPr/>
            <p:nvPr/>
          </p:nvSpPr>
          <p:spPr>
            <a:xfrm rot="2028708" flipV="1">
              <a:off x="3976204" y="5448330"/>
              <a:ext cx="1031551" cy="353395"/>
            </a:xfrm>
            <a:custGeom>
              <a:avLst/>
              <a:gdLst>
                <a:gd name="connsiteX0" fmla="*/ 0 w 1007285"/>
                <a:gd name="connsiteY0" fmla="*/ 0 h 94954"/>
                <a:gd name="connsiteX1" fmla="*/ 1007285 w 1007285"/>
                <a:gd name="connsiteY1" fmla="*/ 0 h 94954"/>
                <a:gd name="connsiteX2" fmla="*/ 1007285 w 1007285"/>
                <a:gd name="connsiteY2" fmla="*/ 94954 h 94954"/>
                <a:gd name="connsiteX3" fmla="*/ 0 w 1007285"/>
                <a:gd name="connsiteY3" fmla="*/ 94954 h 94954"/>
                <a:gd name="connsiteX4" fmla="*/ 0 w 1007285"/>
                <a:gd name="connsiteY4" fmla="*/ 0 h 94954"/>
                <a:gd name="connsiteX0" fmla="*/ 2819400 w 3826685"/>
                <a:gd name="connsiteY0" fmla="*/ 0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4" fmla="*/ 2819400 w 3826685"/>
                <a:gd name="connsiteY4" fmla="*/ 0 h 869654"/>
                <a:gd name="connsiteX0" fmla="*/ 0 w 3826685"/>
                <a:gd name="connsiteY0" fmla="*/ 869654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968065 h 1033547"/>
                <a:gd name="connsiteX1" fmla="*/ 3826685 w 3826685"/>
                <a:gd name="connsiteY1" fmla="*/ 98411 h 1033547"/>
                <a:gd name="connsiteX2" fmla="*/ 3826685 w 3826685"/>
                <a:gd name="connsiteY2" fmla="*/ 193365 h 1033547"/>
                <a:gd name="connsiteX3" fmla="*/ 0 w 3826685"/>
                <a:gd name="connsiteY3" fmla="*/ 968065 h 1033547"/>
                <a:gd name="connsiteX0" fmla="*/ 0 w 3826685"/>
                <a:gd name="connsiteY0" fmla="*/ 968065 h 1013810"/>
                <a:gd name="connsiteX1" fmla="*/ 3826685 w 3826685"/>
                <a:gd name="connsiteY1" fmla="*/ 98411 h 1013810"/>
                <a:gd name="connsiteX2" fmla="*/ 3826685 w 3826685"/>
                <a:gd name="connsiteY2" fmla="*/ 193365 h 1013810"/>
                <a:gd name="connsiteX3" fmla="*/ 0 w 3826685"/>
                <a:gd name="connsiteY3" fmla="*/ 968065 h 1013810"/>
                <a:gd name="connsiteX0" fmla="*/ 0 w 3826685"/>
                <a:gd name="connsiteY0" fmla="*/ 968065 h 1012429"/>
                <a:gd name="connsiteX1" fmla="*/ 3826685 w 3826685"/>
                <a:gd name="connsiteY1" fmla="*/ 98411 h 1012429"/>
                <a:gd name="connsiteX2" fmla="*/ 3826685 w 3826685"/>
                <a:gd name="connsiteY2" fmla="*/ 193365 h 1012429"/>
                <a:gd name="connsiteX3" fmla="*/ 0 w 3826685"/>
                <a:gd name="connsiteY3" fmla="*/ 968065 h 1012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26685" h="1012429">
                  <a:moveTo>
                    <a:pt x="0" y="968065"/>
                  </a:moveTo>
                  <a:cubicBezTo>
                    <a:pt x="1199362" y="1008380"/>
                    <a:pt x="2779723" y="-373704"/>
                    <a:pt x="3826685" y="98411"/>
                  </a:cubicBezTo>
                  <a:lnTo>
                    <a:pt x="3826685" y="193365"/>
                  </a:lnTo>
                  <a:cubicBezTo>
                    <a:pt x="2614623" y="-65927"/>
                    <a:pt x="932662" y="1268632"/>
                    <a:pt x="0" y="968065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7">
              <a:extLst>
                <a:ext uri="{FF2B5EF4-FFF2-40B4-BE49-F238E27FC236}">
                  <a16:creationId xmlns:a16="http://schemas.microsoft.com/office/drawing/2014/main" id="{F78D6FFF-4036-018D-E926-13DB7BE90F66}"/>
                </a:ext>
              </a:extLst>
            </p:cNvPr>
            <p:cNvSpPr/>
            <p:nvPr/>
          </p:nvSpPr>
          <p:spPr>
            <a:xfrm rot="19571292" flipH="1" flipV="1">
              <a:off x="4451654" y="3413851"/>
              <a:ext cx="2269870" cy="777625"/>
            </a:xfrm>
            <a:custGeom>
              <a:avLst/>
              <a:gdLst>
                <a:gd name="connsiteX0" fmla="*/ 0 w 1007285"/>
                <a:gd name="connsiteY0" fmla="*/ 0 h 94954"/>
                <a:gd name="connsiteX1" fmla="*/ 1007285 w 1007285"/>
                <a:gd name="connsiteY1" fmla="*/ 0 h 94954"/>
                <a:gd name="connsiteX2" fmla="*/ 1007285 w 1007285"/>
                <a:gd name="connsiteY2" fmla="*/ 94954 h 94954"/>
                <a:gd name="connsiteX3" fmla="*/ 0 w 1007285"/>
                <a:gd name="connsiteY3" fmla="*/ 94954 h 94954"/>
                <a:gd name="connsiteX4" fmla="*/ 0 w 1007285"/>
                <a:gd name="connsiteY4" fmla="*/ 0 h 94954"/>
                <a:gd name="connsiteX0" fmla="*/ 2819400 w 3826685"/>
                <a:gd name="connsiteY0" fmla="*/ 0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4" fmla="*/ 2819400 w 3826685"/>
                <a:gd name="connsiteY4" fmla="*/ 0 h 869654"/>
                <a:gd name="connsiteX0" fmla="*/ 0 w 3826685"/>
                <a:gd name="connsiteY0" fmla="*/ 869654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968065 h 1033547"/>
                <a:gd name="connsiteX1" fmla="*/ 3826685 w 3826685"/>
                <a:gd name="connsiteY1" fmla="*/ 98411 h 1033547"/>
                <a:gd name="connsiteX2" fmla="*/ 3826685 w 3826685"/>
                <a:gd name="connsiteY2" fmla="*/ 193365 h 1033547"/>
                <a:gd name="connsiteX3" fmla="*/ 0 w 3826685"/>
                <a:gd name="connsiteY3" fmla="*/ 968065 h 1033547"/>
                <a:gd name="connsiteX0" fmla="*/ 0 w 3826685"/>
                <a:gd name="connsiteY0" fmla="*/ 968065 h 1013810"/>
                <a:gd name="connsiteX1" fmla="*/ 3826685 w 3826685"/>
                <a:gd name="connsiteY1" fmla="*/ 98411 h 1013810"/>
                <a:gd name="connsiteX2" fmla="*/ 3826685 w 3826685"/>
                <a:gd name="connsiteY2" fmla="*/ 193365 h 1013810"/>
                <a:gd name="connsiteX3" fmla="*/ 0 w 3826685"/>
                <a:gd name="connsiteY3" fmla="*/ 968065 h 1013810"/>
                <a:gd name="connsiteX0" fmla="*/ 0 w 3826685"/>
                <a:gd name="connsiteY0" fmla="*/ 968065 h 1012429"/>
                <a:gd name="connsiteX1" fmla="*/ 3826685 w 3826685"/>
                <a:gd name="connsiteY1" fmla="*/ 98411 h 1012429"/>
                <a:gd name="connsiteX2" fmla="*/ 3826685 w 3826685"/>
                <a:gd name="connsiteY2" fmla="*/ 193365 h 1012429"/>
                <a:gd name="connsiteX3" fmla="*/ 0 w 3826685"/>
                <a:gd name="connsiteY3" fmla="*/ 968065 h 1012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26685" h="1012429">
                  <a:moveTo>
                    <a:pt x="0" y="968065"/>
                  </a:moveTo>
                  <a:cubicBezTo>
                    <a:pt x="1199362" y="1008380"/>
                    <a:pt x="2779723" y="-373704"/>
                    <a:pt x="3826685" y="98411"/>
                  </a:cubicBezTo>
                  <a:lnTo>
                    <a:pt x="3826685" y="193365"/>
                  </a:lnTo>
                  <a:cubicBezTo>
                    <a:pt x="2614623" y="-65927"/>
                    <a:pt x="932662" y="1268632"/>
                    <a:pt x="0" y="968065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7">
              <a:extLst>
                <a:ext uri="{FF2B5EF4-FFF2-40B4-BE49-F238E27FC236}">
                  <a16:creationId xmlns:a16="http://schemas.microsoft.com/office/drawing/2014/main" id="{5C36DBA0-449F-0543-5443-1956FEE7E2B7}"/>
                </a:ext>
              </a:extLst>
            </p:cNvPr>
            <p:cNvSpPr/>
            <p:nvPr/>
          </p:nvSpPr>
          <p:spPr>
            <a:xfrm rot="2342720" flipV="1">
              <a:off x="2989644" y="3742251"/>
              <a:ext cx="2269870" cy="777625"/>
            </a:xfrm>
            <a:custGeom>
              <a:avLst/>
              <a:gdLst>
                <a:gd name="connsiteX0" fmla="*/ 0 w 1007285"/>
                <a:gd name="connsiteY0" fmla="*/ 0 h 94954"/>
                <a:gd name="connsiteX1" fmla="*/ 1007285 w 1007285"/>
                <a:gd name="connsiteY1" fmla="*/ 0 h 94954"/>
                <a:gd name="connsiteX2" fmla="*/ 1007285 w 1007285"/>
                <a:gd name="connsiteY2" fmla="*/ 94954 h 94954"/>
                <a:gd name="connsiteX3" fmla="*/ 0 w 1007285"/>
                <a:gd name="connsiteY3" fmla="*/ 94954 h 94954"/>
                <a:gd name="connsiteX4" fmla="*/ 0 w 1007285"/>
                <a:gd name="connsiteY4" fmla="*/ 0 h 94954"/>
                <a:gd name="connsiteX0" fmla="*/ 2819400 w 3826685"/>
                <a:gd name="connsiteY0" fmla="*/ 0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4" fmla="*/ 2819400 w 3826685"/>
                <a:gd name="connsiteY4" fmla="*/ 0 h 869654"/>
                <a:gd name="connsiteX0" fmla="*/ 0 w 3826685"/>
                <a:gd name="connsiteY0" fmla="*/ 869654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968065 h 1033547"/>
                <a:gd name="connsiteX1" fmla="*/ 3826685 w 3826685"/>
                <a:gd name="connsiteY1" fmla="*/ 98411 h 1033547"/>
                <a:gd name="connsiteX2" fmla="*/ 3826685 w 3826685"/>
                <a:gd name="connsiteY2" fmla="*/ 193365 h 1033547"/>
                <a:gd name="connsiteX3" fmla="*/ 0 w 3826685"/>
                <a:gd name="connsiteY3" fmla="*/ 968065 h 1033547"/>
                <a:gd name="connsiteX0" fmla="*/ 0 w 3826685"/>
                <a:gd name="connsiteY0" fmla="*/ 968065 h 1013810"/>
                <a:gd name="connsiteX1" fmla="*/ 3826685 w 3826685"/>
                <a:gd name="connsiteY1" fmla="*/ 98411 h 1013810"/>
                <a:gd name="connsiteX2" fmla="*/ 3826685 w 3826685"/>
                <a:gd name="connsiteY2" fmla="*/ 193365 h 1013810"/>
                <a:gd name="connsiteX3" fmla="*/ 0 w 3826685"/>
                <a:gd name="connsiteY3" fmla="*/ 968065 h 1013810"/>
                <a:gd name="connsiteX0" fmla="*/ 0 w 3826685"/>
                <a:gd name="connsiteY0" fmla="*/ 968065 h 1012429"/>
                <a:gd name="connsiteX1" fmla="*/ 3826685 w 3826685"/>
                <a:gd name="connsiteY1" fmla="*/ 98411 h 1012429"/>
                <a:gd name="connsiteX2" fmla="*/ 3826685 w 3826685"/>
                <a:gd name="connsiteY2" fmla="*/ 193365 h 1012429"/>
                <a:gd name="connsiteX3" fmla="*/ 0 w 3826685"/>
                <a:gd name="connsiteY3" fmla="*/ 968065 h 1012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26685" h="1012429">
                  <a:moveTo>
                    <a:pt x="0" y="968065"/>
                  </a:moveTo>
                  <a:cubicBezTo>
                    <a:pt x="1199362" y="1008380"/>
                    <a:pt x="2779723" y="-373704"/>
                    <a:pt x="3826685" y="98411"/>
                  </a:cubicBezTo>
                  <a:lnTo>
                    <a:pt x="3826685" y="193365"/>
                  </a:lnTo>
                  <a:cubicBezTo>
                    <a:pt x="2614623" y="-65927"/>
                    <a:pt x="932662" y="1268632"/>
                    <a:pt x="0" y="968065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7">
              <a:extLst>
                <a:ext uri="{FF2B5EF4-FFF2-40B4-BE49-F238E27FC236}">
                  <a16:creationId xmlns:a16="http://schemas.microsoft.com/office/drawing/2014/main" id="{77AF294C-DDCF-6A8F-C940-89D89CEE57BB}"/>
                </a:ext>
              </a:extLst>
            </p:cNvPr>
            <p:cNvSpPr/>
            <p:nvPr/>
          </p:nvSpPr>
          <p:spPr>
            <a:xfrm rot="19913197" flipH="1" flipV="1">
              <a:off x="4772124" y="2266444"/>
              <a:ext cx="1834353" cy="664398"/>
            </a:xfrm>
            <a:custGeom>
              <a:avLst/>
              <a:gdLst>
                <a:gd name="connsiteX0" fmla="*/ 0 w 1007285"/>
                <a:gd name="connsiteY0" fmla="*/ 0 h 94954"/>
                <a:gd name="connsiteX1" fmla="*/ 1007285 w 1007285"/>
                <a:gd name="connsiteY1" fmla="*/ 0 h 94954"/>
                <a:gd name="connsiteX2" fmla="*/ 1007285 w 1007285"/>
                <a:gd name="connsiteY2" fmla="*/ 94954 h 94954"/>
                <a:gd name="connsiteX3" fmla="*/ 0 w 1007285"/>
                <a:gd name="connsiteY3" fmla="*/ 94954 h 94954"/>
                <a:gd name="connsiteX4" fmla="*/ 0 w 1007285"/>
                <a:gd name="connsiteY4" fmla="*/ 0 h 94954"/>
                <a:gd name="connsiteX0" fmla="*/ 2819400 w 3826685"/>
                <a:gd name="connsiteY0" fmla="*/ 0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4" fmla="*/ 2819400 w 3826685"/>
                <a:gd name="connsiteY4" fmla="*/ 0 h 869654"/>
                <a:gd name="connsiteX0" fmla="*/ 0 w 3826685"/>
                <a:gd name="connsiteY0" fmla="*/ 869654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968065 h 1033547"/>
                <a:gd name="connsiteX1" fmla="*/ 3826685 w 3826685"/>
                <a:gd name="connsiteY1" fmla="*/ 98411 h 1033547"/>
                <a:gd name="connsiteX2" fmla="*/ 3826685 w 3826685"/>
                <a:gd name="connsiteY2" fmla="*/ 193365 h 1033547"/>
                <a:gd name="connsiteX3" fmla="*/ 0 w 3826685"/>
                <a:gd name="connsiteY3" fmla="*/ 968065 h 1033547"/>
                <a:gd name="connsiteX0" fmla="*/ 0 w 3826685"/>
                <a:gd name="connsiteY0" fmla="*/ 968065 h 1013810"/>
                <a:gd name="connsiteX1" fmla="*/ 3826685 w 3826685"/>
                <a:gd name="connsiteY1" fmla="*/ 98411 h 1013810"/>
                <a:gd name="connsiteX2" fmla="*/ 3826685 w 3826685"/>
                <a:gd name="connsiteY2" fmla="*/ 193365 h 1013810"/>
                <a:gd name="connsiteX3" fmla="*/ 0 w 3826685"/>
                <a:gd name="connsiteY3" fmla="*/ 968065 h 1013810"/>
                <a:gd name="connsiteX0" fmla="*/ 0 w 3826685"/>
                <a:gd name="connsiteY0" fmla="*/ 968065 h 1012429"/>
                <a:gd name="connsiteX1" fmla="*/ 3826685 w 3826685"/>
                <a:gd name="connsiteY1" fmla="*/ 98411 h 1012429"/>
                <a:gd name="connsiteX2" fmla="*/ 3826685 w 3826685"/>
                <a:gd name="connsiteY2" fmla="*/ 193365 h 1012429"/>
                <a:gd name="connsiteX3" fmla="*/ 0 w 3826685"/>
                <a:gd name="connsiteY3" fmla="*/ 968065 h 1012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26685" h="1012429">
                  <a:moveTo>
                    <a:pt x="0" y="968065"/>
                  </a:moveTo>
                  <a:cubicBezTo>
                    <a:pt x="1199362" y="1008380"/>
                    <a:pt x="2779723" y="-373704"/>
                    <a:pt x="3826685" y="98411"/>
                  </a:cubicBezTo>
                  <a:lnTo>
                    <a:pt x="3826685" y="193365"/>
                  </a:lnTo>
                  <a:cubicBezTo>
                    <a:pt x="2614623" y="-65927"/>
                    <a:pt x="932662" y="1268632"/>
                    <a:pt x="0" y="968065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7">
              <a:extLst>
                <a:ext uri="{FF2B5EF4-FFF2-40B4-BE49-F238E27FC236}">
                  <a16:creationId xmlns:a16="http://schemas.microsoft.com/office/drawing/2014/main" id="{B846D301-4CA3-EB77-F2F1-A7FE4B390CBB}"/>
                </a:ext>
              </a:extLst>
            </p:cNvPr>
            <p:cNvSpPr/>
            <p:nvPr/>
          </p:nvSpPr>
          <p:spPr>
            <a:xfrm rot="2342720" flipV="1">
              <a:off x="3228933" y="2382310"/>
              <a:ext cx="2240978" cy="1134720"/>
            </a:xfrm>
            <a:custGeom>
              <a:avLst/>
              <a:gdLst>
                <a:gd name="connsiteX0" fmla="*/ 0 w 1007285"/>
                <a:gd name="connsiteY0" fmla="*/ 0 h 94954"/>
                <a:gd name="connsiteX1" fmla="*/ 1007285 w 1007285"/>
                <a:gd name="connsiteY1" fmla="*/ 0 h 94954"/>
                <a:gd name="connsiteX2" fmla="*/ 1007285 w 1007285"/>
                <a:gd name="connsiteY2" fmla="*/ 94954 h 94954"/>
                <a:gd name="connsiteX3" fmla="*/ 0 w 1007285"/>
                <a:gd name="connsiteY3" fmla="*/ 94954 h 94954"/>
                <a:gd name="connsiteX4" fmla="*/ 0 w 1007285"/>
                <a:gd name="connsiteY4" fmla="*/ 0 h 94954"/>
                <a:gd name="connsiteX0" fmla="*/ 2819400 w 3826685"/>
                <a:gd name="connsiteY0" fmla="*/ 0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4" fmla="*/ 2819400 w 3826685"/>
                <a:gd name="connsiteY4" fmla="*/ 0 h 869654"/>
                <a:gd name="connsiteX0" fmla="*/ 0 w 3826685"/>
                <a:gd name="connsiteY0" fmla="*/ 869654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968065 h 1033547"/>
                <a:gd name="connsiteX1" fmla="*/ 3826685 w 3826685"/>
                <a:gd name="connsiteY1" fmla="*/ 98411 h 1033547"/>
                <a:gd name="connsiteX2" fmla="*/ 3826685 w 3826685"/>
                <a:gd name="connsiteY2" fmla="*/ 193365 h 1033547"/>
                <a:gd name="connsiteX3" fmla="*/ 0 w 3826685"/>
                <a:gd name="connsiteY3" fmla="*/ 968065 h 1033547"/>
                <a:gd name="connsiteX0" fmla="*/ 0 w 3826685"/>
                <a:gd name="connsiteY0" fmla="*/ 968065 h 1013810"/>
                <a:gd name="connsiteX1" fmla="*/ 3826685 w 3826685"/>
                <a:gd name="connsiteY1" fmla="*/ 98411 h 1013810"/>
                <a:gd name="connsiteX2" fmla="*/ 3826685 w 3826685"/>
                <a:gd name="connsiteY2" fmla="*/ 193365 h 1013810"/>
                <a:gd name="connsiteX3" fmla="*/ 0 w 3826685"/>
                <a:gd name="connsiteY3" fmla="*/ 968065 h 1013810"/>
                <a:gd name="connsiteX0" fmla="*/ 0 w 3826685"/>
                <a:gd name="connsiteY0" fmla="*/ 968065 h 1012429"/>
                <a:gd name="connsiteX1" fmla="*/ 3826685 w 3826685"/>
                <a:gd name="connsiteY1" fmla="*/ 98411 h 1012429"/>
                <a:gd name="connsiteX2" fmla="*/ 3826685 w 3826685"/>
                <a:gd name="connsiteY2" fmla="*/ 193365 h 1012429"/>
                <a:gd name="connsiteX3" fmla="*/ 0 w 3826685"/>
                <a:gd name="connsiteY3" fmla="*/ 968065 h 1012429"/>
                <a:gd name="connsiteX0" fmla="*/ 0 w 3777977"/>
                <a:gd name="connsiteY0" fmla="*/ 1443931 h 1477349"/>
                <a:gd name="connsiteX1" fmla="*/ 3777977 w 3777977"/>
                <a:gd name="connsiteY1" fmla="*/ 76111 h 1477349"/>
                <a:gd name="connsiteX2" fmla="*/ 3777977 w 3777977"/>
                <a:gd name="connsiteY2" fmla="*/ 171065 h 1477349"/>
                <a:gd name="connsiteX3" fmla="*/ 0 w 3777977"/>
                <a:gd name="connsiteY3" fmla="*/ 1443931 h 1477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77977" h="1477349">
                  <a:moveTo>
                    <a:pt x="0" y="1443931"/>
                  </a:moveTo>
                  <a:cubicBezTo>
                    <a:pt x="1199362" y="1484246"/>
                    <a:pt x="2731015" y="-396004"/>
                    <a:pt x="3777977" y="76111"/>
                  </a:cubicBezTo>
                  <a:lnTo>
                    <a:pt x="3777977" y="171065"/>
                  </a:lnTo>
                  <a:cubicBezTo>
                    <a:pt x="2565915" y="-88227"/>
                    <a:pt x="932662" y="1744498"/>
                    <a:pt x="0" y="1443931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7">
              <a:extLst>
                <a:ext uri="{FF2B5EF4-FFF2-40B4-BE49-F238E27FC236}">
                  <a16:creationId xmlns:a16="http://schemas.microsoft.com/office/drawing/2014/main" id="{3BC220F3-18F3-94A0-AFF3-2F8F6A1FC50A}"/>
                </a:ext>
              </a:extLst>
            </p:cNvPr>
            <p:cNvSpPr/>
            <p:nvPr/>
          </p:nvSpPr>
          <p:spPr>
            <a:xfrm rot="2342720" flipV="1">
              <a:off x="4128419" y="1607523"/>
              <a:ext cx="1309447" cy="663039"/>
            </a:xfrm>
            <a:custGeom>
              <a:avLst/>
              <a:gdLst>
                <a:gd name="connsiteX0" fmla="*/ 0 w 1007285"/>
                <a:gd name="connsiteY0" fmla="*/ 0 h 94954"/>
                <a:gd name="connsiteX1" fmla="*/ 1007285 w 1007285"/>
                <a:gd name="connsiteY1" fmla="*/ 0 h 94954"/>
                <a:gd name="connsiteX2" fmla="*/ 1007285 w 1007285"/>
                <a:gd name="connsiteY2" fmla="*/ 94954 h 94954"/>
                <a:gd name="connsiteX3" fmla="*/ 0 w 1007285"/>
                <a:gd name="connsiteY3" fmla="*/ 94954 h 94954"/>
                <a:gd name="connsiteX4" fmla="*/ 0 w 1007285"/>
                <a:gd name="connsiteY4" fmla="*/ 0 h 94954"/>
                <a:gd name="connsiteX0" fmla="*/ 2819400 w 3826685"/>
                <a:gd name="connsiteY0" fmla="*/ 0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4" fmla="*/ 2819400 w 3826685"/>
                <a:gd name="connsiteY4" fmla="*/ 0 h 869654"/>
                <a:gd name="connsiteX0" fmla="*/ 0 w 3826685"/>
                <a:gd name="connsiteY0" fmla="*/ 869654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968065 h 1033547"/>
                <a:gd name="connsiteX1" fmla="*/ 3826685 w 3826685"/>
                <a:gd name="connsiteY1" fmla="*/ 98411 h 1033547"/>
                <a:gd name="connsiteX2" fmla="*/ 3826685 w 3826685"/>
                <a:gd name="connsiteY2" fmla="*/ 193365 h 1033547"/>
                <a:gd name="connsiteX3" fmla="*/ 0 w 3826685"/>
                <a:gd name="connsiteY3" fmla="*/ 968065 h 1033547"/>
                <a:gd name="connsiteX0" fmla="*/ 0 w 3826685"/>
                <a:gd name="connsiteY0" fmla="*/ 968065 h 1013810"/>
                <a:gd name="connsiteX1" fmla="*/ 3826685 w 3826685"/>
                <a:gd name="connsiteY1" fmla="*/ 98411 h 1013810"/>
                <a:gd name="connsiteX2" fmla="*/ 3826685 w 3826685"/>
                <a:gd name="connsiteY2" fmla="*/ 193365 h 1013810"/>
                <a:gd name="connsiteX3" fmla="*/ 0 w 3826685"/>
                <a:gd name="connsiteY3" fmla="*/ 968065 h 1013810"/>
                <a:gd name="connsiteX0" fmla="*/ 0 w 3826685"/>
                <a:gd name="connsiteY0" fmla="*/ 968065 h 1012429"/>
                <a:gd name="connsiteX1" fmla="*/ 3826685 w 3826685"/>
                <a:gd name="connsiteY1" fmla="*/ 98411 h 1012429"/>
                <a:gd name="connsiteX2" fmla="*/ 3826685 w 3826685"/>
                <a:gd name="connsiteY2" fmla="*/ 193365 h 1012429"/>
                <a:gd name="connsiteX3" fmla="*/ 0 w 3826685"/>
                <a:gd name="connsiteY3" fmla="*/ 968065 h 1012429"/>
                <a:gd name="connsiteX0" fmla="*/ 0 w 3777977"/>
                <a:gd name="connsiteY0" fmla="*/ 1443931 h 1477349"/>
                <a:gd name="connsiteX1" fmla="*/ 3777977 w 3777977"/>
                <a:gd name="connsiteY1" fmla="*/ 76111 h 1477349"/>
                <a:gd name="connsiteX2" fmla="*/ 3777977 w 3777977"/>
                <a:gd name="connsiteY2" fmla="*/ 171065 h 1477349"/>
                <a:gd name="connsiteX3" fmla="*/ 0 w 3777977"/>
                <a:gd name="connsiteY3" fmla="*/ 1443931 h 1477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77977" h="1477349">
                  <a:moveTo>
                    <a:pt x="0" y="1443931"/>
                  </a:moveTo>
                  <a:cubicBezTo>
                    <a:pt x="1199362" y="1484246"/>
                    <a:pt x="2731015" y="-396004"/>
                    <a:pt x="3777977" y="76111"/>
                  </a:cubicBezTo>
                  <a:lnTo>
                    <a:pt x="3777977" y="171065"/>
                  </a:lnTo>
                  <a:cubicBezTo>
                    <a:pt x="2565915" y="-88227"/>
                    <a:pt x="932662" y="1744498"/>
                    <a:pt x="0" y="1443931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7">
              <a:extLst>
                <a:ext uri="{FF2B5EF4-FFF2-40B4-BE49-F238E27FC236}">
                  <a16:creationId xmlns:a16="http://schemas.microsoft.com/office/drawing/2014/main" id="{887FF0E8-8BC7-04A6-FC28-C6FE325BBBFA}"/>
                </a:ext>
              </a:extLst>
            </p:cNvPr>
            <p:cNvSpPr/>
            <p:nvPr/>
          </p:nvSpPr>
          <p:spPr>
            <a:xfrm rot="19257280" flipH="1" flipV="1">
              <a:off x="4856477" y="1298218"/>
              <a:ext cx="1309447" cy="663039"/>
            </a:xfrm>
            <a:custGeom>
              <a:avLst/>
              <a:gdLst>
                <a:gd name="connsiteX0" fmla="*/ 0 w 1007285"/>
                <a:gd name="connsiteY0" fmla="*/ 0 h 94954"/>
                <a:gd name="connsiteX1" fmla="*/ 1007285 w 1007285"/>
                <a:gd name="connsiteY1" fmla="*/ 0 h 94954"/>
                <a:gd name="connsiteX2" fmla="*/ 1007285 w 1007285"/>
                <a:gd name="connsiteY2" fmla="*/ 94954 h 94954"/>
                <a:gd name="connsiteX3" fmla="*/ 0 w 1007285"/>
                <a:gd name="connsiteY3" fmla="*/ 94954 h 94954"/>
                <a:gd name="connsiteX4" fmla="*/ 0 w 1007285"/>
                <a:gd name="connsiteY4" fmla="*/ 0 h 94954"/>
                <a:gd name="connsiteX0" fmla="*/ 2819400 w 3826685"/>
                <a:gd name="connsiteY0" fmla="*/ 0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4" fmla="*/ 2819400 w 3826685"/>
                <a:gd name="connsiteY4" fmla="*/ 0 h 869654"/>
                <a:gd name="connsiteX0" fmla="*/ 0 w 3826685"/>
                <a:gd name="connsiteY0" fmla="*/ 869654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968065 h 1033547"/>
                <a:gd name="connsiteX1" fmla="*/ 3826685 w 3826685"/>
                <a:gd name="connsiteY1" fmla="*/ 98411 h 1033547"/>
                <a:gd name="connsiteX2" fmla="*/ 3826685 w 3826685"/>
                <a:gd name="connsiteY2" fmla="*/ 193365 h 1033547"/>
                <a:gd name="connsiteX3" fmla="*/ 0 w 3826685"/>
                <a:gd name="connsiteY3" fmla="*/ 968065 h 1033547"/>
                <a:gd name="connsiteX0" fmla="*/ 0 w 3826685"/>
                <a:gd name="connsiteY0" fmla="*/ 968065 h 1013810"/>
                <a:gd name="connsiteX1" fmla="*/ 3826685 w 3826685"/>
                <a:gd name="connsiteY1" fmla="*/ 98411 h 1013810"/>
                <a:gd name="connsiteX2" fmla="*/ 3826685 w 3826685"/>
                <a:gd name="connsiteY2" fmla="*/ 193365 h 1013810"/>
                <a:gd name="connsiteX3" fmla="*/ 0 w 3826685"/>
                <a:gd name="connsiteY3" fmla="*/ 968065 h 1013810"/>
                <a:gd name="connsiteX0" fmla="*/ 0 w 3826685"/>
                <a:gd name="connsiteY0" fmla="*/ 968065 h 1012429"/>
                <a:gd name="connsiteX1" fmla="*/ 3826685 w 3826685"/>
                <a:gd name="connsiteY1" fmla="*/ 98411 h 1012429"/>
                <a:gd name="connsiteX2" fmla="*/ 3826685 w 3826685"/>
                <a:gd name="connsiteY2" fmla="*/ 193365 h 1012429"/>
                <a:gd name="connsiteX3" fmla="*/ 0 w 3826685"/>
                <a:gd name="connsiteY3" fmla="*/ 968065 h 1012429"/>
                <a:gd name="connsiteX0" fmla="*/ 0 w 3777977"/>
                <a:gd name="connsiteY0" fmla="*/ 1443931 h 1477349"/>
                <a:gd name="connsiteX1" fmla="*/ 3777977 w 3777977"/>
                <a:gd name="connsiteY1" fmla="*/ 76111 h 1477349"/>
                <a:gd name="connsiteX2" fmla="*/ 3777977 w 3777977"/>
                <a:gd name="connsiteY2" fmla="*/ 171065 h 1477349"/>
                <a:gd name="connsiteX3" fmla="*/ 0 w 3777977"/>
                <a:gd name="connsiteY3" fmla="*/ 1443931 h 1477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77977" h="1477349">
                  <a:moveTo>
                    <a:pt x="0" y="1443931"/>
                  </a:moveTo>
                  <a:cubicBezTo>
                    <a:pt x="1199362" y="1484246"/>
                    <a:pt x="2731015" y="-396004"/>
                    <a:pt x="3777977" y="76111"/>
                  </a:cubicBezTo>
                  <a:lnTo>
                    <a:pt x="3777977" y="171065"/>
                  </a:lnTo>
                  <a:cubicBezTo>
                    <a:pt x="2565915" y="-88227"/>
                    <a:pt x="932662" y="1744498"/>
                    <a:pt x="0" y="1443931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490309B-E147-B9FB-CFC8-904317DBD127}"/>
                </a:ext>
              </a:extLst>
            </p:cNvPr>
            <p:cNvSpPr/>
            <p:nvPr/>
          </p:nvSpPr>
          <p:spPr>
            <a:xfrm>
              <a:off x="4658011" y="945397"/>
              <a:ext cx="617145" cy="6509288"/>
            </a:xfrm>
            <a:custGeom>
              <a:avLst/>
              <a:gdLst>
                <a:gd name="connsiteX0" fmla="*/ 469438 w 617145"/>
                <a:gd name="connsiteY0" fmla="*/ 0 h 6509288"/>
                <a:gd name="connsiteX1" fmla="*/ 385238 w 617145"/>
                <a:gd name="connsiteY1" fmla="*/ 6164783 h 6509288"/>
                <a:gd name="connsiteX2" fmla="*/ 419530 w 617145"/>
                <a:gd name="connsiteY2" fmla="*/ 6468512 h 6509288"/>
                <a:gd name="connsiteX3" fmla="*/ 380244 w 617145"/>
                <a:gd name="connsiteY3" fmla="*/ 6494327 h 6509288"/>
                <a:gd name="connsiteX4" fmla="*/ 322209 w 617145"/>
                <a:gd name="connsiteY4" fmla="*/ 6509288 h 6509288"/>
                <a:gd name="connsiteX5" fmla="*/ 200705 w 617145"/>
                <a:gd name="connsiteY5" fmla="*/ 6471238 h 6509288"/>
                <a:gd name="connsiteX6" fmla="*/ 186604 w 617145"/>
                <a:gd name="connsiteY6" fmla="*/ 6460137 h 6509288"/>
                <a:gd name="connsiteX7" fmla="*/ 186656 w 617145"/>
                <a:gd name="connsiteY7" fmla="*/ 6448280 h 6509288"/>
                <a:gd name="connsiteX8" fmla="*/ 469438 w 617145"/>
                <a:gd name="connsiteY8" fmla="*/ 0 h 6509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7145" h="6509288">
                  <a:moveTo>
                    <a:pt x="469438" y="0"/>
                  </a:moveTo>
                  <a:cubicBezTo>
                    <a:pt x="965376" y="923718"/>
                    <a:pt x="23083" y="2634990"/>
                    <a:pt x="385238" y="6164783"/>
                  </a:cubicBezTo>
                  <a:lnTo>
                    <a:pt x="419530" y="6468512"/>
                  </a:lnTo>
                  <a:lnTo>
                    <a:pt x="380244" y="6494327"/>
                  </a:lnTo>
                  <a:cubicBezTo>
                    <a:pt x="362489" y="6502266"/>
                    <a:pt x="343196" y="6507351"/>
                    <a:pt x="322209" y="6509288"/>
                  </a:cubicBezTo>
                  <a:cubicBezTo>
                    <a:pt x="279589" y="6508642"/>
                    <a:pt x="239148" y="6495404"/>
                    <a:pt x="200705" y="6471238"/>
                  </a:cubicBezTo>
                  <a:lnTo>
                    <a:pt x="186604" y="6460137"/>
                  </a:lnTo>
                  <a:lnTo>
                    <a:pt x="186656" y="6448280"/>
                  </a:lnTo>
                  <a:cubicBezTo>
                    <a:pt x="-484692" y="3502988"/>
                    <a:pt x="904190" y="829528"/>
                    <a:pt x="469438" y="0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84917FC-696B-B275-481D-C71058CF4180}"/>
              </a:ext>
            </a:extLst>
          </p:cNvPr>
          <p:cNvGrpSpPr/>
          <p:nvPr/>
        </p:nvGrpSpPr>
        <p:grpSpPr>
          <a:xfrm>
            <a:off x="-1177979" y="548017"/>
            <a:ext cx="3731880" cy="7154369"/>
            <a:chOff x="2989644" y="300316"/>
            <a:chExt cx="3731880" cy="7154369"/>
          </a:xfrm>
        </p:grpSpPr>
        <p:sp>
          <p:nvSpPr>
            <p:cNvPr id="17" name="Rectangle 2">
              <a:extLst>
                <a:ext uri="{FF2B5EF4-FFF2-40B4-BE49-F238E27FC236}">
                  <a16:creationId xmlns:a16="http://schemas.microsoft.com/office/drawing/2014/main" id="{8DEAF40D-7D32-ABED-2470-50E3FB948104}"/>
                </a:ext>
              </a:extLst>
            </p:cNvPr>
            <p:cNvSpPr/>
            <p:nvPr/>
          </p:nvSpPr>
          <p:spPr>
            <a:xfrm>
              <a:off x="3213407" y="300316"/>
              <a:ext cx="3373175" cy="7154369"/>
            </a:xfrm>
            <a:custGeom>
              <a:avLst/>
              <a:gdLst>
                <a:gd name="connsiteX0" fmla="*/ 0 w 557939"/>
                <a:gd name="connsiteY0" fmla="*/ 0 h 1379349"/>
                <a:gd name="connsiteX1" fmla="*/ 557939 w 557939"/>
                <a:gd name="connsiteY1" fmla="*/ 0 h 1379349"/>
                <a:gd name="connsiteX2" fmla="*/ 557939 w 557939"/>
                <a:gd name="connsiteY2" fmla="*/ 1379349 h 1379349"/>
                <a:gd name="connsiteX3" fmla="*/ 0 w 557939"/>
                <a:gd name="connsiteY3" fmla="*/ 1379349 h 1379349"/>
                <a:gd name="connsiteX4" fmla="*/ 0 w 557939"/>
                <a:gd name="connsiteY4" fmla="*/ 0 h 1379349"/>
                <a:gd name="connsiteX0" fmla="*/ 0 w 759417"/>
                <a:gd name="connsiteY0" fmla="*/ 0 h 3766088"/>
                <a:gd name="connsiteX1" fmla="*/ 557939 w 759417"/>
                <a:gd name="connsiteY1" fmla="*/ 0 h 3766088"/>
                <a:gd name="connsiteX2" fmla="*/ 557939 w 759417"/>
                <a:gd name="connsiteY2" fmla="*/ 1379349 h 3766088"/>
                <a:gd name="connsiteX3" fmla="*/ 759417 w 759417"/>
                <a:gd name="connsiteY3" fmla="*/ 3766088 h 3766088"/>
                <a:gd name="connsiteX4" fmla="*/ 0 w 759417"/>
                <a:gd name="connsiteY4" fmla="*/ 0 h 3766088"/>
                <a:gd name="connsiteX0" fmla="*/ 0 w 759417"/>
                <a:gd name="connsiteY0" fmla="*/ 0 h 3766088"/>
                <a:gd name="connsiteX1" fmla="*/ 557939 w 759417"/>
                <a:gd name="connsiteY1" fmla="*/ 0 h 3766088"/>
                <a:gd name="connsiteX2" fmla="*/ 557939 w 759417"/>
                <a:gd name="connsiteY2" fmla="*/ 1379349 h 3766088"/>
                <a:gd name="connsiteX3" fmla="*/ 759417 w 759417"/>
                <a:gd name="connsiteY3" fmla="*/ 3766088 h 3766088"/>
                <a:gd name="connsiteX4" fmla="*/ 61993 w 759417"/>
                <a:gd name="connsiteY4" fmla="*/ 2185260 h 3766088"/>
                <a:gd name="connsiteX5" fmla="*/ 0 w 759417"/>
                <a:gd name="connsiteY5" fmla="*/ 0 h 3766088"/>
                <a:gd name="connsiteX0" fmla="*/ 464949 w 1224366"/>
                <a:gd name="connsiteY0" fmla="*/ 0 h 3766088"/>
                <a:gd name="connsiteX1" fmla="*/ 1022888 w 1224366"/>
                <a:gd name="connsiteY1" fmla="*/ 0 h 3766088"/>
                <a:gd name="connsiteX2" fmla="*/ 1022888 w 1224366"/>
                <a:gd name="connsiteY2" fmla="*/ 1379349 h 3766088"/>
                <a:gd name="connsiteX3" fmla="*/ 1224366 w 1224366"/>
                <a:gd name="connsiteY3" fmla="*/ 3766088 h 3766088"/>
                <a:gd name="connsiteX4" fmla="*/ 526942 w 1224366"/>
                <a:gd name="connsiteY4" fmla="*/ 2185260 h 3766088"/>
                <a:gd name="connsiteX5" fmla="*/ 0 w 1224366"/>
                <a:gd name="connsiteY5" fmla="*/ 588934 h 3766088"/>
                <a:gd name="connsiteX6" fmla="*/ 464949 w 1224366"/>
                <a:gd name="connsiteY6" fmla="*/ 0 h 3766088"/>
                <a:gd name="connsiteX0" fmla="*/ 1286359 w 1286359"/>
                <a:gd name="connsiteY0" fmla="*/ 0 h 7129221"/>
                <a:gd name="connsiteX1" fmla="*/ 1022888 w 1286359"/>
                <a:gd name="connsiteY1" fmla="*/ 3363133 h 7129221"/>
                <a:gd name="connsiteX2" fmla="*/ 1022888 w 1286359"/>
                <a:gd name="connsiteY2" fmla="*/ 4742482 h 7129221"/>
                <a:gd name="connsiteX3" fmla="*/ 1224366 w 1286359"/>
                <a:gd name="connsiteY3" fmla="*/ 7129221 h 7129221"/>
                <a:gd name="connsiteX4" fmla="*/ 526942 w 1286359"/>
                <a:gd name="connsiteY4" fmla="*/ 5548393 h 7129221"/>
                <a:gd name="connsiteX5" fmla="*/ 0 w 1286359"/>
                <a:gd name="connsiteY5" fmla="*/ 3952067 h 7129221"/>
                <a:gd name="connsiteX6" fmla="*/ 1286359 w 1286359"/>
                <a:gd name="connsiteY6" fmla="*/ 0 h 7129221"/>
                <a:gd name="connsiteX0" fmla="*/ 1650203 w 1650203"/>
                <a:gd name="connsiteY0" fmla="*/ 0 h 7129221"/>
                <a:gd name="connsiteX1" fmla="*/ 1386732 w 1650203"/>
                <a:gd name="connsiteY1" fmla="*/ 3363133 h 7129221"/>
                <a:gd name="connsiteX2" fmla="*/ 1386732 w 1650203"/>
                <a:gd name="connsiteY2" fmla="*/ 4742482 h 7129221"/>
                <a:gd name="connsiteX3" fmla="*/ 1588210 w 1650203"/>
                <a:gd name="connsiteY3" fmla="*/ 7129221 h 7129221"/>
                <a:gd name="connsiteX4" fmla="*/ 890786 w 1650203"/>
                <a:gd name="connsiteY4" fmla="*/ 5548393 h 7129221"/>
                <a:gd name="connsiteX5" fmla="*/ 363844 w 1650203"/>
                <a:gd name="connsiteY5" fmla="*/ 3952067 h 7129221"/>
                <a:gd name="connsiteX6" fmla="*/ 22881 w 1650203"/>
                <a:gd name="connsiteY6" fmla="*/ 3084163 h 7129221"/>
                <a:gd name="connsiteX7" fmla="*/ 1650203 w 1650203"/>
                <a:gd name="connsiteY7" fmla="*/ 0 h 7129221"/>
                <a:gd name="connsiteX0" fmla="*/ 1650203 w 1650203"/>
                <a:gd name="connsiteY0" fmla="*/ 0 h 7129221"/>
                <a:gd name="connsiteX1" fmla="*/ 1386732 w 1650203"/>
                <a:gd name="connsiteY1" fmla="*/ 3363133 h 7129221"/>
                <a:gd name="connsiteX2" fmla="*/ 1386732 w 1650203"/>
                <a:gd name="connsiteY2" fmla="*/ 4742482 h 7129221"/>
                <a:gd name="connsiteX3" fmla="*/ 1588210 w 1650203"/>
                <a:gd name="connsiteY3" fmla="*/ 7129221 h 7129221"/>
                <a:gd name="connsiteX4" fmla="*/ 890786 w 1650203"/>
                <a:gd name="connsiteY4" fmla="*/ 5548393 h 7129221"/>
                <a:gd name="connsiteX5" fmla="*/ 363844 w 1650203"/>
                <a:gd name="connsiteY5" fmla="*/ 3952067 h 7129221"/>
                <a:gd name="connsiteX6" fmla="*/ 22881 w 1650203"/>
                <a:gd name="connsiteY6" fmla="*/ 3084163 h 7129221"/>
                <a:gd name="connsiteX7" fmla="*/ 131369 w 1650203"/>
                <a:gd name="connsiteY7" fmla="*/ 2030278 h 7129221"/>
                <a:gd name="connsiteX8" fmla="*/ 1650203 w 1650203"/>
                <a:gd name="connsiteY8" fmla="*/ 0 h 7129221"/>
                <a:gd name="connsiteX0" fmla="*/ 1650203 w 1650203"/>
                <a:gd name="connsiteY0" fmla="*/ 0 h 7129221"/>
                <a:gd name="connsiteX1" fmla="*/ 1386732 w 1650203"/>
                <a:gd name="connsiteY1" fmla="*/ 3363133 h 7129221"/>
                <a:gd name="connsiteX2" fmla="*/ 1386732 w 1650203"/>
                <a:gd name="connsiteY2" fmla="*/ 4742482 h 7129221"/>
                <a:gd name="connsiteX3" fmla="*/ 1588210 w 1650203"/>
                <a:gd name="connsiteY3" fmla="*/ 7129221 h 7129221"/>
                <a:gd name="connsiteX4" fmla="*/ 890786 w 1650203"/>
                <a:gd name="connsiteY4" fmla="*/ 5548393 h 7129221"/>
                <a:gd name="connsiteX5" fmla="*/ 363844 w 1650203"/>
                <a:gd name="connsiteY5" fmla="*/ 3952067 h 7129221"/>
                <a:gd name="connsiteX6" fmla="*/ 22881 w 1650203"/>
                <a:gd name="connsiteY6" fmla="*/ 3084163 h 7129221"/>
                <a:gd name="connsiteX7" fmla="*/ 131369 w 1650203"/>
                <a:gd name="connsiteY7" fmla="*/ 2030278 h 7129221"/>
                <a:gd name="connsiteX8" fmla="*/ 875288 w 1650203"/>
                <a:gd name="connsiteY8" fmla="*/ 604434 h 7129221"/>
                <a:gd name="connsiteX9" fmla="*/ 1650203 w 1650203"/>
                <a:gd name="connsiteY9" fmla="*/ 0 h 7129221"/>
                <a:gd name="connsiteX0" fmla="*/ 1650203 w 2208442"/>
                <a:gd name="connsiteY0" fmla="*/ 0 h 7129221"/>
                <a:gd name="connsiteX1" fmla="*/ 2208142 w 2208442"/>
                <a:gd name="connsiteY1" fmla="*/ 371960 h 7129221"/>
                <a:gd name="connsiteX2" fmla="*/ 1386732 w 2208442"/>
                <a:gd name="connsiteY2" fmla="*/ 3363133 h 7129221"/>
                <a:gd name="connsiteX3" fmla="*/ 1386732 w 2208442"/>
                <a:gd name="connsiteY3" fmla="*/ 4742482 h 7129221"/>
                <a:gd name="connsiteX4" fmla="*/ 1588210 w 2208442"/>
                <a:gd name="connsiteY4" fmla="*/ 7129221 h 7129221"/>
                <a:gd name="connsiteX5" fmla="*/ 890786 w 2208442"/>
                <a:gd name="connsiteY5" fmla="*/ 5548393 h 7129221"/>
                <a:gd name="connsiteX6" fmla="*/ 363844 w 2208442"/>
                <a:gd name="connsiteY6" fmla="*/ 3952067 h 7129221"/>
                <a:gd name="connsiteX7" fmla="*/ 22881 w 2208442"/>
                <a:gd name="connsiteY7" fmla="*/ 3084163 h 7129221"/>
                <a:gd name="connsiteX8" fmla="*/ 131369 w 2208442"/>
                <a:gd name="connsiteY8" fmla="*/ 2030278 h 7129221"/>
                <a:gd name="connsiteX9" fmla="*/ 875288 w 2208442"/>
                <a:gd name="connsiteY9" fmla="*/ 604434 h 7129221"/>
                <a:gd name="connsiteX10" fmla="*/ 1650203 w 2208442"/>
                <a:gd name="connsiteY10" fmla="*/ 0 h 7129221"/>
                <a:gd name="connsiteX0" fmla="*/ 1650203 w 2921831"/>
                <a:gd name="connsiteY0" fmla="*/ 0 h 7129221"/>
                <a:gd name="connsiteX1" fmla="*/ 2208142 w 2921831"/>
                <a:gd name="connsiteY1" fmla="*/ 371960 h 7129221"/>
                <a:gd name="connsiteX2" fmla="*/ 2905565 w 2921831"/>
                <a:gd name="connsiteY2" fmla="*/ 1425844 h 7129221"/>
                <a:gd name="connsiteX3" fmla="*/ 1386732 w 2921831"/>
                <a:gd name="connsiteY3" fmla="*/ 3363133 h 7129221"/>
                <a:gd name="connsiteX4" fmla="*/ 1386732 w 2921831"/>
                <a:gd name="connsiteY4" fmla="*/ 4742482 h 7129221"/>
                <a:gd name="connsiteX5" fmla="*/ 1588210 w 2921831"/>
                <a:gd name="connsiteY5" fmla="*/ 7129221 h 7129221"/>
                <a:gd name="connsiteX6" fmla="*/ 890786 w 2921831"/>
                <a:gd name="connsiteY6" fmla="*/ 5548393 h 7129221"/>
                <a:gd name="connsiteX7" fmla="*/ 363844 w 2921831"/>
                <a:gd name="connsiteY7" fmla="*/ 3952067 h 7129221"/>
                <a:gd name="connsiteX8" fmla="*/ 22881 w 2921831"/>
                <a:gd name="connsiteY8" fmla="*/ 3084163 h 7129221"/>
                <a:gd name="connsiteX9" fmla="*/ 131369 w 2921831"/>
                <a:gd name="connsiteY9" fmla="*/ 2030278 h 7129221"/>
                <a:gd name="connsiteX10" fmla="*/ 875288 w 2921831"/>
                <a:gd name="connsiteY10" fmla="*/ 604434 h 7129221"/>
                <a:gd name="connsiteX11" fmla="*/ 1650203 w 2921831"/>
                <a:gd name="connsiteY11" fmla="*/ 0 h 7129221"/>
                <a:gd name="connsiteX0" fmla="*/ 1650203 w 3076047"/>
                <a:gd name="connsiteY0" fmla="*/ 0 h 7129221"/>
                <a:gd name="connsiteX1" fmla="*/ 2208142 w 3076047"/>
                <a:gd name="connsiteY1" fmla="*/ 371960 h 7129221"/>
                <a:gd name="connsiteX2" fmla="*/ 2905565 w 3076047"/>
                <a:gd name="connsiteY2" fmla="*/ 1425844 h 7129221"/>
                <a:gd name="connsiteX3" fmla="*/ 3076047 w 3076047"/>
                <a:gd name="connsiteY3" fmla="*/ 2588218 h 7129221"/>
                <a:gd name="connsiteX4" fmla="*/ 1386732 w 3076047"/>
                <a:gd name="connsiteY4" fmla="*/ 4742482 h 7129221"/>
                <a:gd name="connsiteX5" fmla="*/ 1588210 w 3076047"/>
                <a:gd name="connsiteY5" fmla="*/ 7129221 h 7129221"/>
                <a:gd name="connsiteX6" fmla="*/ 890786 w 3076047"/>
                <a:gd name="connsiteY6" fmla="*/ 5548393 h 7129221"/>
                <a:gd name="connsiteX7" fmla="*/ 363844 w 3076047"/>
                <a:gd name="connsiteY7" fmla="*/ 3952067 h 7129221"/>
                <a:gd name="connsiteX8" fmla="*/ 22881 w 3076047"/>
                <a:gd name="connsiteY8" fmla="*/ 3084163 h 7129221"/>
                <a:gd name="connsiteX9" fmla="*/ 131369 w 3076047"/>
                <a:gd name="connsiteY9" fmla="*/ 2030278 h 7129221"/>
                <a:gd name="connsiteX10" fmla="*/ 875288 w 3076047"/>
                <a:gd name="connsiteY10" fmla="*/ 604434 h 7129221"/>
                <a:gd name="connsiteX11" fmla="*/ 1650203 w 3076047"/>
                <a:gd name="connsiteY11" fmla="*/ 0 h 7129221"/>
                <a:gd name="connsiteX0" fmla="*/ 1650203 w 3076047"/>
                <a:gd name="connsiteY0" fmla="*/ 0 h 7129221"/>
                <a:gd name="connsiteX1" fmla="*/ 2208142 w 3076047"/>
                <a:gd name="connsiteY1" fmla="*/ 371960 h 7129221"/>
                <a:gd name="connsiteX2" fmla="*/ 2905565 w 3076047"/>
                <a:gd name="connsiteY2" fmla="*/ 1425844 h 7129221"/>
                <a:gd name="connsiteX3" fmla="*/ 3076047 w 3076047"/>
                <a:gd name="connsiteY3" fmla="*/ 2588218 h 7129221"/>
                <a:gd name="connsiteX4" fmla="*/ 2905566 w 3076047"/>
                <a:gd name="connsiteY4" fmla="*/ 3626604 h 7129221"/>
                <a:gd name="connsiteX5" fmla="*/ 1588210 w 3076047"/>
                <a:gd name="connsiteY5" fmla="*/ 7129221 h 7129221"/>
                <a:gd name="connsiteX6" fmla="*/ 890786 w 3076047"/>
                <a:gd name="connsiteY6" fmla="*/ 5548393 h 7129221"/>
                <a:gd name="connsiteX7" fmla="*/ 363844 w 3076047"/>
                <a:gd name="connsiteY7" fmla="*/ 3952067 h 7129221"/>
                <a:gd name="connsiteX8" fmla="*/ 22881 w 3076047"/>
                <a:gd name="connsiteY8" fmla="*/ 3084163 h 7129221"/>
                <a:gd name="connsiteX9" fmla="*/ 131369 w 3076047"/>
                <a:gd name="connsiteY9" fmla="*/ 2030278 h 7129221"/>
                <a:gd name="connsiteX10" fmla="*/ 875288 w 3076047"/>
                <a:gd name="connsiteY10" fmla="*/ 604434 h 7129221"/>
                <a:gd name="connsiteX11" fmla="*/ 1650203 w 3076047"/>
                <a:gd name="connsiteY11" fmla="*/ 0 h 7129221"/>
                <a:gd name="connsiteX0" fmla="*/ 1650203 w 3076047"/>
                <a:gd name="connsiteY0" fmla="*/ 0 h 7129221"/>
                <a:gd name="connsiteX1" fmla="*/ 2208142 w 3076047"/>
                <a:gd name="connsiteY1" fmla="*/ 371960 h 7129221"/>
                <a:gd name="connsiteX2" fmla="*/ 2905565 w 3076047"/>
                <a:gd name="connsiteY2" fmla="*/ 1425844 h 7129221"/>
                <a:gd name="connsiteX3" fmla="*/ 3076047 w 3076047"/>
                <a:gd name="connsiteY3" fmla="*/ 2588218 h 7129221"/>
                <a:gd name="connsiteX4" fmla="*/ 2905566 w 3076047"/>
                <a:gd name="connsiteY4" fmla="*/ 3626604 h 7129221"/>
                <a:gd name="connsiteX5" fmla="*/ 2580100 w 3076047"/>
                <a:gd name="connsiteY5" fmla="*/ 4448014 h 7129221"/>
                <a:gd name="connsiteX6" fmla="*/ 1588210 w 3076047"/>
                <a:gd name="connsiteY6" fmla="*/ 7129221 h 7129221"/>
                <a:gd name="connsiteX7" fmla="*/ 890786 w 3076047"/>
                <a:gd name="connsiteY7" fmla="*/ 5548393 h 7129221"/>
                <a:gd name="connsiteX8" fmla="*/ 363844 w 3076047"/>
                <a:gd name="connsiteY8" fmla="*/ 3952067 h 7129221"/>
                <a:gd name="connsiteX9" fmla="*/ 22881 w 3076047"/>
                <a:gd name="connsiteY9" fmla="*/ 3084163 h 7129221"/>
                <a:gd name="connsiteX10" fmla="*/ 131369 w 3076047"/>
                <a:gd name="connsiteY10" fmla="*/ 2030278 h 7129221"/>
                <a:gd name="connsiteX11" fmla="*/ 875288 w 3076047"/>
                <a:gd name="connsiteY11" fmla="*/ 604434 h 7129221"/>
                <a:gd name="connsiteX12" fmla="*/ 1650203 w 3076047"/>
                <a:gd name="connsiteY12" fmla="*/ 0 h 7129221"/>
                <a:gd name="connsiteX0" fmla="*/ 1650203 w 3076047"/>
                <a:gd name="connsiteY0" fmla="*/ 0 h 7129221"/>
                <a:gd name="connsiteX1" fmla="*/ 2208142 w 3076047"/>
                <a:gd name="connsiteY1" fmla="*/ 371960 h 7129221"/>
                <a:gd name="connsiteX2" fmla="*/ 2905565 w 3076047"/>
                <a:gd name="connsiteY2" fmla="*/ 1425844 h 7129221"/>
                <a:gd name="connsiteX3" fmla="*/ 3076047 w 3076047"/>
                <a:gd name="connsiteY3" fmla="*/ 2588218 h 7129221"/>
                <a:gd name="connsiteX4" fmla="*/ 2905566 w 3076047"/>
                <a:gd name="connsiteY4" fmla="*/ 3626604 h 7129221"/>
                <a:gd name="connsiteX5" fmla="*/ 2580100 w 3076047"/>
                <a:gd name="connsiteY5" fmla="*/ 4448014 h 7129221"/>
                <a:gd name="connsiteX6" fmla="*/ 1944670 w 3076047"/>
                <a:gd name="connsiteY6" fmla="*/ 5827363 h 7129221"/>
                <a:gd name="connsiteX7" fmla="*/ 1588210 w 3076047"/>
                <a:gd name="connsiteY7" fmla="*/ 7129221 h 7129221"/>
                <a:gd name="connsiteX8" fmla="*/ 890786 w 3076047"/>
                <a:gd name="connsiteY8" fmla="*/ 5548393 h 7129221"/>
                <a:gd name="connsiteX9" fmla="*/ 363844 w 3076047"/>
                <a:gd name="connsiteY9" fmla="*/ 3952067 h 7129221"/>
                <a:gd name="connsiteX10" fmla="*/ 22881 w 3076047"/>
                <a:gd name="connsiteY10" fmla="*/ 3084163 h 7129221"/>
                <a:gd name="connsiteX11" fmla="*/ 131369 w 3076047"/>
                <a:gd name="connsiteY11" fmla="*/ 2030278 h 7129221"/>
                <a:gd name="connsiteX12" fmla="*/ 875288 w 3076047"/>
                <a:gd name="connsiteY12" fmla="*/ 604434 h 7129221"/>
                <a:gd name="connsiteX13" fmla="*/ 1650203 w 3076047"/>
                <a:gd name="connsiteY13" fmla="*/ 0 h 7129221"/>
                <a:gd name="connsiteX0" fmla="*/ 1650203 w 3076047"/>
                <a:gd name="connsiteY0" fmla="*/ 0 h 7129221"/>
                <a:gd name="connsiteX1" fmla="*/ 2208142 w 3076047"/>
                <a:gd name="connsiteY1" fmla="*/ 371960 h 7129221"/>
                <a:gd name="connsiteX2" fmla="*/ 2905565 w 3076047"/>
                <a:gd name="connsiteY2" fmla="*/ 1425844 h 7129221"/>
                <a:gd name="connsiteX3" fmla="*/ 3076047 w 3076047"/>
                <a:gd name="connsiteY3" fmla="*/ 2588218 h 7129221"/>
                <a:gd name="connsiteX4" fmla="*/ 2905566 w 3076047"/>
                <a:gd name="connsiteY4" fmla="*/ 3626604 h 7129221"/>
                <a:gd name="connsiteX5" fmla="*/ 2580100 w 3076047"/>
                <a:gd name="connsiteY5" fmla="*/ 4448014 h 7129221"/>
                <a:gd name="connsiteX6" fmla="*/ 1944670 w 3076047"/>
                <a:gd name="connsiteY6" fmla="*/ 5827363 h 7129221"/>
                <a:gd name="connsiteX7" fmla="*/ 1588210 w 3076047"/>
                <a:gd name="connsiteY7" fmla="*/ 7129221 h 7129221"/>
                <a:gd name="connsiteX8" fmla="*/ 890786 w 3076047"/>
                <a:gd name="connsiteY8" fmla="*/ 5548393 h 7129221"/>
                <a:gd name="connsiteX9" fmla="*/ 363844 w 3076047"/>
                <a:gd name="connsiteY9" fmla="*/ 3952067 h 7129221"/>
                <a:gd name="connsiteX10" fmla="*/ 22881 w 3076047"/>
                <a:gd name="connsiteY10" fmla="*/ 3084163 h 7129221"/>
                <a:gd name="connsiteX11" fmla="*/ 131369 w 3076047"/>
                <a:gd name="connsiteY11" fmla="*/ 2030278 h 7129221"/>
                <a:gd name="connsiteX12" fmla="*/ 875288 w 3076047"/>
                <a:gd name="connsiteY12" fmla="*/ 604434 h 7129221"/>
                <a:gd name="connsiteX13" fmla="*/ 1650203 w 3076047"/>
                <a:gd name="connsiteY13" fmla="*/ 0 h 7129221"/>
                <a:gd name="connsiteX0" fmla="*/ 1650203 w 3076047"/>
                <a:gd name="connsiteY0" fmla="*/ 0 h 7129221"/>
                <a:gd name="connsiteX1" fmla="*/ 2208142 w 3076047"/>
                <a:gd name="connsiteY1" fmla="*/ 371960 h 7129221"/>
                <a:gd name="connsiteX2" fmla="*/ 2905565 w 3076047"/>
                <a:gd name="connsiteY2" fmla="*/ 1425844 h 7129221"/>
                <a:gd name="connsiteX3" fmla="*/ 3076047 w 3076047"/>
                <a:gd name="connsiteY3" fmla="*/ 2588218 h 7129221"/>
                <a:gd name="connsiteX4" fmla="*/ 2905566 w 3076047"/>
                <a:gd name="connsiteY4" fmla="*/ 3626604 h 7129221"/>
                <a:gd name="connsiteX5" fmla="*/ 2580100 w 3076047"/>
                <a:gd name="connsiteY5" fmla="*/ 4448014 h 7129221"/>
                <a:gd name="connsiteX6" fmla="*/ 1944670 w 3076047"/>
                <a:gd name="connsiteY6" fmla="*/ 5827363 h 7129221"/>
                <a:gd name="connsiteX7" fmla="*/ 1588210 w 3076047"/>
                <a:gd name="connsiteY7" fmla="*/ 7129221 h 7129221"/>
                <a:gd name="connsiteX8" fmla="*/ 890786 w 3076047"/>
                <a:gd name="connsiteY8" fmla="*/ 5548393 h 7129221"/>
                <a:gd name="connsiteX9" fmla="*/ 363844 w 3076047"/>
                <a:gd name="connsiteY9" fmla="*/ 3952067 h 7129221"/>
                <a:gd name="connsiteX10" fmla="*/ 22881 w 3076047"/>
                <a:gd name="connsiteY10" fmla="*/ 3084163 h 7129221"/>
                <a:gd name="connsiteX11" fmla="*/ 131369 w 3076047"/>
                <a:gd name="connsiteY11" fmla="*/ 2030278 h 7129221"/>
                <a:gd name="connsiteX12" fmla="*/ 875288 w 3076047"/>
                <a:gd name="connsiteY12" fmla="*/ 604434 h 7129221"/>
                <a:gd name="connsiteX13" fmla="*/ 1650203 w 3076047"/>
                <a:gd name="connsiteY13" fmla="*/ 0 h 7129221"/>
                <a:gd name="connsiteX0" fmla="*/ 1650203 w 3076047"/>
                <a:gd name="connsiteY0" fmla="*/ 0 h 7129221"/>
                <a:gd name="connsiteX1" fmla="*/ 2208142 w 3076047"/>
                <a:gd name="connsiteY1" fmla="*/ 371960 h 7129221"/>
                <a:gd name="connsiteX2" fmla="*/ 2905565 w 3076047"/>
                <a:gd name="connsiteY2" fmla="*/ 1425844 h 7129221"/>
                <a:gd name="connsiteX3" fmla="*/ 3076047 w 3076047"/>
                <a:gd name="connsiteY3" fmla="*/ 2588218 h 7129221"/>
                <a:gd name="connsiteX4" fmla="*/ 2905566 w 3076047"/>
                <a:gd name="connsiteY4" fmla="*/ 3626604 h 7129221"/>
                <a:gd name="connsiteX5" fmla="*/ 2580100 w 3076047"/>
                <a:gd name="connsiteY5" fmla="*/ 4448014 h 7129221"/>
                <a:gd name="connsiteX6" fmla="*/ 1944670 w 3076047"/>
                <a:gd name="connsiteY6" fmla="*/ 5827363 h 7129221"/>
                <a:gd name="connsiteX7" fmla="*/ 1588210 w 3076047"/>
                <a:gd name="connsiteY7" fmla="*/ 7129221 h 7129221"/>
                <a:gd name="connsiteX8" fmla="*/ 890786 w 3076047"/>
                <a:gd name="connsiteY8" fmla="*/ 5548393 h 7129221"/>
                <a:gd name="connsiteX9" fmla="*/ 363844 w 3076047"/>
                <a:gd name="connsiteY9" fmla="*/ 3952067 h 7129221"/>
                <a:gd name="connsiteX10" fmla="*/ 22881 w 3076047"/>
                <a:gd name="connsiteY10" fmla="*/ 3084163 h 7129221"/>
                <a:gd name="connsiteX11" fmla="*/ 131369 w 3076047"/>
                <a:gd name="connsiteY11" fmla="*/ 2030278 h 7129221"/>
                <a:gd name="connsiteX12" fmla="*/ 875288 w 3076047"/>
                <a:gd name="connsiteY12" fmla="*/ 604434 h 7129221"/>
                <a:gd name="connsiteX13" fmla="*/ 1650203 w 3076047"/>
                <a:gd name="connsiteY13" fmla="*/ 0 h 7129221"/>
                <a:gd name="connsiteX0" fmla="*/ 1650203 w 3177568"/>
                <a:gd name="connsiteY0" fmla="*/ 0 h 7129221"/>
                <a:gd name="connsiteX1" fmla="*/ 2208142 w 3177568"/>
                <a:gd name="connsiteY1" fmla="*/ 371960 h 7129221"/>
                <a:gd name="connsiteX2" fmla="*/ 2905565 w 3177568"/>
                <a:gd name="connsiteY2" fmla="*/ 1425844 h 7129221"/>
                <a:gd name="connsiteX3" fmla="*/ 3076047 w 3177568"/>
                <a:gd name="connsiteY3" fmla="*/ 2588218 h 7129221"/>
                <a:gd name="connsiteX4" fmla="*/ 2905566 w 3177568"/>
                <a:gd name="connsiteY4" fmla="*/ 3626604 h 7129221"/>
                <a:gd name="connsiteX5" fmla="*/ 2580100 w 3177568"/>
                <a:gd name="connsiteY5" fmla="*/ 4448014 h 7129221"/>
                <a:gd name="connsiteX6" fmla="*/ 1944670 w 3177568"/>
                <a:gd name="connsiteY6" fmla="*/ 5827363 h 7129221"/>
                <a:gd name="connsiteX7" fmla="*/ 1588210 w 3177568"/>
                <a:gd name="connsiteY7" fmla="*/ 7129221 h 7129221"/>
                <a:gd name="connsiteX8" fmla="*/ 890786 w 3177568"/>
                <a:gd name="connsiteY8" fmla="*/ 5548393 h 7129221"/>
                <a:gd name="connsiteX9" fmla="*/ 363844 w 3177568"/>
                <a:gd name="connsiteY9" fmla="*/ 3952067 h 7129221"/>
                <a:gd name="connsiteX10" fmla="*/ 22881 w 3177568"/>
                <a:gd name="connsiteY10" fmla="*/ 3084163 h 7129221"/>
                <a:gd name="connsiteX11" fmla="*/ 131369 w 3177568"/>
                <a:gd name="connsiteY11" fmla="*/ 2030278 h 7129221"/>
                <a:gd name="connsiteX12" fmla="*/ 875288 w 3177568"/>
                <a:gd name="connsiteY12" fmla="*/ 604434 h 7129221"/>
                <a:gd name="connsiteX13" fmla="*/ 1650203 w 3177568"/>
                <a:gd name="connsiteY13" fmla="*/ 0 h 7129221"/>
                <a:gd name="connsiteX0" fmla="*/ 1650203 w 3204515"/>
                <a:gd name="connsiteY0" fmla="*/ 0 h 7129221"/>
                <a:gd name="connsiteX1" fmla="*/ 2208142 w 3204515"/>
                <a:gd name="connsiteY1" fmla="*/ 371960 h 7129221"/>
                <a:gd name="connsiteX2" fmla="*/ 2905565 w 3204515"/>
                <a:gd name="connsiteY2" fmla="*/ 1425844 h 7129221"/>
                <a:gd name="connsiteX3" fmla="*/ 3076047 w 3204515"/>
                <a:gd name="connsiteY3" fmla="*/ 2588218 h 7129221"/>
                <a:gd name="connsiteX4" fmla="*/ 2905566 w 3204515"/>
                <a:gd name="connsiteY4" fmla="*/ 3626604 h 7129221"/>
                <a:gd name="connsiteX5" fmla="*/ 2580100 w 3204515"/>
                <a:gd name="connsiteY5" fmla="*/ 4448014 h 7129221"/>
                <a:gd name="connsiteX6" fmla="*/ 1944670 w 3204515"/>
                <a:gd name="connsiteY6" fmla="*/ 5827363 h 7129221"/>
                <a:gd name="connsiteX7" fmla="*/ 1588210 w 3204515"/>
                <a:gd name="connsiteY7" fmla="*/ 7129221 h 7129221"/>
                <a:gd name="connsiteX8" fmla="*/ 890786 w 3204515"/>
                <a:gd name="connsiteY8" fmla="*/ 5548393 h 7129221"/>
                <a:gd name="connsiteX9" fmla="*/ 363844 w 3204515"/>
                <a:gd name="connsiteY9" fmla="*/ 3952067 h 7129221"/>
                <a:gd name="connsiteX10" fmla="*/ 22881 w 3204515"/>
                <a:gd name="connsiteY10" fmla="*/ 3084163 h 7129221"/>
                <a:gd name="connsiteX11" fmla="*/ 131369 w 3204515"/>
                <a:gd name="connsiteY11" fmla="*/ 2030278 h 7129221"/>
                <a:gd name="connsiteX12" fmla="*/ 875288 w 3204515"/>
                <a:gd name="connsiteY12" fmla="*/ 604434 h 7129221"/>
                <a:gd name="connsiteX13" fmla="*/ 1650203 w 3204515"/>
                <a:gd name="connsiteY13" fmla="*/ 0 h 7129221"/>
                <a:gd name="connsiteX0" fmla="*/ 1650203 w 3215332"/>
                <a:gd name="connsiteY0" fmla="*/ 0 h 7129221"/>
                <a:gd name="connsiteX1" fmla="*/ 2208142 w 3215332"/>
                <a:gd name="connsiteY1" fmla="*/ 371960 h 7129221"/>
                <a:gd name="connsiteX2" fmla="*/ 2905565 w 3215332"/>
                <a:gd name="connsiteY2" fmla="*/ 1425844 h 7129221"/>
                <a:gd name="connsiteX3" fmla="*/ 3076047 w 3215332"/>
                <a:gd name="connsiteY3" fmla="*/ 2588218 h 7129221"/>
                <a:gd name="connsiteX4" fmla="*/ 2905566 w 3215332"/>
                <a:gd name="connsiteY4" fmla="*/ 3626604 h 7129221"/>
                <a:gd name="connsiteX5" fmla="*/ 2580100 w 3215332"/>
                <a:gd name="connsiteY5" fmla="*/ 4448014 h 7129221"/>
                <a:gd name="connsiteX6" fmla="*/ 1944670 w 3215332"/>
                <a:gd name="connsiteY6" fmla="*/ 5827363 h 7129221"/>
                <a:gd name="connsiteX7" fmla="*/ 1588210 w 3215332"/>
                <a:gd name="connsiteY7" fmla="*/ 7129221 h 7129221"/>
                <a:gd name="connsiteX8" fmla="*/ 890786 w 3215332"/>
                <a:gd name="connsiteY8" fmla="*/ 5548393 h 7129221"/>
                <a:gd name="connsiteX9" fmla="*/ 363844 w 3215332"/>
                <a:gd name="connsiteY9" fmla="*/ 3952067 h 7129221"/>
                <a:gd name="connsiteX10" fmla="*/ 22881 w 3215332"/>
                <a:gd name="connsiteY10" fmla="*/ 3084163 h 7129221"/>
                <a:gd name="connsiteX11" fmla="*/ 131369 w 3215332"/>
                <a:gd name="connsiteY11" fmla="*/ 2030278 h 7129221"/>
                <a:gd name="connsiteX12" fmla="*/ 875288 w 3215332"/>
                <a:gd name="connsiteY12" fmla="*/ 604434 h 7129221"/>
                <a:gd name="connsiteX13" fmla="*/ 1650203 w 3215332"/>
                <a:gd name="connsiteY13" fmla="*/ 0 h 7129221"/>
                <a:gd name="connsiteX0" fmla="*/ 1650203 w 3215332"/>
                <a:gd name="connsiteY0" fmla="*/ 0 h 7129221"/>
                <a:gd name="connsiteX1" fmla="*/ 2208142 w 3215332"/>
                <a:gd name="connsiteY1" fmla="*/ 371960 h 7129221"/>
                <a:gd name="connsiteX2" fmla="*/ 2905565 w 3215332"/>
                <a:gd name="connsiteY2" fmla="*/ 1425844 h 7129221"/>
                <a:gd name="connsiteX3" fmla="*/ 3076047 w 3215332"/>
                <a:gd name="connsiteY3" fmla="*/ 2588218 h 7129221"/>
                <a:gd name="connsiteX4" fmla="*/ 2905566 w 3215332"/>
                <a:gd name="connsiteY4" fmla="*/ 3626604 h 7129221"/>
                <a:gd name="connsiteX5" fmla="*/ 2580100 w 3215332"/>
                <a:gd name="connsiteY5" fmla="*/ 4448014 h 7129221"/>
                <a:gd name="connsiteX6" fmla="*/ 1944670 w 3215332"/>
                <a:gd name="connsiteY6" fmla="*/ 5827363 h 7129221"/>
                <a:gd name="connsiteX7" fmla="*/ 1588210 w 3215332"/>
                <a:gd name="connsiteY7" fmla="*/ 7129221 h 7129221"/>
                <a:gd name="connsiteX8" fmla="*/ 890786 w 3215332"/>
                <a:gd name="connsiteY8" fmla="*/ 5548393 h 7129221"/>
                <a:gd name="connsiteX9" fmla="*/ 363844 w 3215332"/>
                <a:gd name="connsiteY9" fmla="*/ 3952067 h 7129221"/>
                <a:gd name="connsiteX10" fmla="*/ 22881 w 3215332"/>
                <a:gd name="connsiteY10" fmla="*/ 3084163 h 7129221"/>
                <a:gd name="connsiteX11" fmla="*/ 131369 w 3215332"/>
                <a:gd name="connsiteY11" fmla="*/ 2030278 h 7129221"/>
                <a:gd name="connsiteX12" fmla="*/ 875288 w 3215332"/>
                <a:gd name="connsiteY12" fmla="*/ 604434 h 7129221"/>
                <a:gd name="connsiteX13" fmla="*/ 1650203 w 3215332"/>
                <a:gd name="connsiteY13" fmla="*/ 0 h 7129221"/>
                <a:gd name="connsiteX0" fmla="*/ 1650203 w 3215332"/>
                <a:gd name="connsiteY0" fmla="*/ 18975 h 7148196"/>
                <a:gd name="connsiteX1" fmla="*/ 2208142 w 3215332"/>
                <a:gd name="connsiteY1" fmla="*/ 390935 h 7148196"/>
                <a:gd name="connsiteX2" fmla="*/ 2905565 w 3215332"/>
                <a:gd name="connsiteY2" fmla="*/ 1444819 h 7148196"/>
                <a:gd name="connsiteX3" fmla="*/ 3076047 w 3215332"/>
                <a:gd name="connsiteY3" fmla="*/ 2607193 h 7148196"/>
                <a:gd name="connsiteX4" fmla="*/ 2905566 w 3215332"/>
                <a:gd name="connsiteY4" fmla="*/ 3645579 h 7148196"/>
                <a:gd name="connsiteX5" fmla="*/ 2580100 w 3215332"/>
                <a:gd name="connsiteY5" fmla="*/ 4466989 h 7148196"/>
                <a:gd name="connsiteX6" fmla="*/ 1944670 w 3215332"/>
                <a:gd name="connsiteY6" fmla="*/ 5846338 h 7148196"/>
                <a:gd name="connsiteX7" fmla="*/ 1588210 w 3215332"/>
                <a:gd name="connsiteY7" fmla="*/ 7148196 h 7148196"/>
                <a:gd name="connsiteX8" fmla="*/ 890786 w 3215332"/>
                <a:gd name="connsiteY8" fmla="*/ 5567368 h 7148196"/>
                <a:gd name="connsiteX9" fmla="*/ 363844 w 3215332"/>
                <a:gd name="connsiteY9" fmla="*/ 3971042 h 7148196"/>
                <a:gd name="connsiteX10" fmla="*/ 22881 w 3215332"/>
                <a:gd name="connsiteY10" fmla="*/ 3103138 h 7148196"/>
                <a:gd name="connsiteX11" fmla="*/ 131369 w 3215332"/>
                <a:gd name="connsiteY11" fmla="*/ 2049253 h 7148196"/>
                <a:gd name="connsiteX12" fmla="*/ 875288 w 3215332"/>
                <a:gd name="connsiteY12" fmla="*/ 623409 h 7148196"/>
                <a:gd name="connsiteX13" fmla="*/ 1650203 w 3215332"/>
                <a:gd name="connsiteY13" fmla="*/ 18975 h 7148196"/>
                <a:gd name="connsiteX0" fmla="*/ 875288 w 3215332"/>
                <a:gd name="connsiteY0" fmla="*/ 232474 h 6757261"/>
                <a:gd name="connsiteX1" fmla="*/ 2208142 w 3215332"/>
                <a:gd name="connsiteY1" fmla="*/ 0 h 6757261"/>
                <a:gd name="connsiteX2" fmla="*/ 2905565 w 3215332"/>
                <a:gd name="connsiteY2" fmla="*/ 1053884 h 6757261"/>
                <a:gd name="connsiteX3" fmla="*/ 3076047 w 3215332"/>
                <a:gd name="connsiteY3" fmla="*/ 2216258 h 6757261"/>
                <a:gd name="connsiteX4" fmla="*/ 2905566 w 3215332"/>
                <a:gd name="connsiteY4" fmla="*/ 3254644 h 6757261"/>
                <a:gd name="connsiteX5" fmla="*/ 2580100 w 3215332"/>
                <a:gd name="connsiteY5" fmla="*/ 4076054 h 6757261"/>
                <a:gd name="connsiteX6" fmla="*/ 1944670 w 3215332"/>
                <a:gd name="connsiteY6" fmla="*/ 5455403 h 6757261"/>
                <a:gd name="connsiteX7" fmla="*/ 1588210 w 3215332"/>
                <a:gd name="connsiteY7" fmla="*/ 6757261 h 6757261"/>
                <a:gd name="connsiteX8" fmla="*/ 890786 w 3215332"/>
                <a:gd name="connsiteY8" fmla="*/ 5176433 h 6757261"/>
                <a:gd name="connsiteX9" fmla="*/ 363844 w 3215332"/>
                <a:gd name="connsiteY9" fmla="*/ 3580107 h 6757261"/>
                <a:gd name="connsiteX10" fmla="*/ 22881 w 3215332"/>
                <a:gd name="connsiteY10" fmla="*/ 2712203 h 6757261"/>
                <a:gd name="connsiteX11" fmla="*/ 131369 w 3215332"/>
                <a:gd name="connsiteY11" fmla="*/ 1658318 h 6757261"/>
                <a:gd name="connsiteX12" fmla="*/ 875288 w 3215332"/>
                <a:gd name="connsiteY12" fmla="*/ 232474 h 6757261"/>
                <a:gd name="connsiteX0" fmla="*/ 875288 w 3215332"/>
                <a:gd name="connsiteY0" fmla="*/ 629582 h 7154369"/>
                <a:gd name="connsiteX1" fmla="*/ 2208142 w 3215332"/>
                <a:gd name="connsiteY1" fmla="*/ 397108 h 7154369"/>
                <a:gd name="connsiteX2" fmla="*/ 2905565 w 3215332"/>
                <a:gd name="connsiteY2" fmla="*/ 1450992 h 7154369"/>
                <a:gd name="connsiteX3" fmla="*/ 3076047 w 3215332"/>
                <a:gd name="connsiteY3" fmla="*/ 2613366 h 7154369"/>
                <a:gd name="connsiteX4" fmla="*/ 2905566 w 3215332"/>
                <a:gd name="connsiteY4" fmla="*/ 3651752 h 7154369"/>
                <a:gd name="connsiteX5" fmla="*/ 2580100 w 3215332"/>
                <a:gd name="connsiteY5" fmla="*/ 4473162 h 7154369"/>
                <a:gd name="connsiteX6" fmla="*/ 1944670 w 3215332"/>
                <a:gd name="connsiteY6" fmla="*/ 5852511 h 7154369"/>
                <a:gd name="connsiteX7" fmla="*/ 1588210 w 3215332"/>
                <a:gd name="connsiteY7" fmla="*/ 7154369 h 7154369"/>
                <a:gd name="connsiteX8" fmla="*/ 890786 w 3215332"/>
                <a:gd name="connsiteY8" fmla="*/ 5573541 h 7154369"/>
                <a:gd name="connsiteX9" fmla="*/ 363844 w 3215332"/>
                <a:gd name="connsiteY9" fmla="*/ 3977215 h 7154369"/>
                <a:gd name="connsiteX10" fmla="*/ 22881 w 3215332"/>
                <a:gd name="connsiteY10" fmla="*/ 3109311 h 7154369"/>
                <a:gd name="connsiteX11" fmla="*/ 131369 w 3215332"/>
                <a:gd name="connsiteY11" fmla="*/ 2055426 h 7154369"/>
                <a:gd name="connsiteX12" fmla="*/ 875288 w 3215332"/>
                <a:gd name="connsiteY12" fmla="*/ 629582 h 7154369"/>
                <a:gd name="connsiteX0" fmla="*/ 875288 w 3215332"/>
                <a:gd name="connsiteY0" fmla="*/ 629582 h 7154369"/>
                <a:gd name="connsiteX1" fmla="*/ 2208142 w 3215332"/>
                <a:gd name="connsiteY1" fmla="*/ 397108 h 7154369"/>
                <a:gd name="connsiteX2" fmla="*/ 2905565 w 3215332"/>
                <a:gd name="connsiteY2" fmla="*/ 1450992 h 7154369"/>
                <a:gd name="connsiteX3" fmla="*/ 3076047 w 3215332"/>
                <a:gd name="connsiteY3" fmla="*/ 2613366 h 7154369"/>
                <a:gd name="connsiteX4" fmla="*/ 2905566 w 3215332"/>
                <a:gd name="connsiteY4" fmla="*/ 3651752 h 7154369"/>
                <a:gd name="connsiteX5" fmla="*/ 2580100 w 3215332"/>
                <a:gd name="connsiteY5" fmla="*/ 4473162 h 7154369"/>
                <a:gd name="connsiteX6" fmla="*/ 1944670 w 3215332"/>
                <a:gd name="connsiteY6" fmla="*/ 5852511 h 7154369"/>
                <a:gd name="connsiteX7" fmla="*/ 1588210 w 3215332"/>
                <a:gd name="connsiteY7" fmla="*/ 7154369 h 7154369"/>
                <a:gd name="connsiteX8" fmla="*/ 890786 w 3215332"/>
                <a:gd name="connsiteY8" fmla="*/ 5573541 h 7154369"/>
                <a:gd name="connsiteX9" fmla="*/ 363844 w 3215332"/>
                <a:gd name="connsiteY9" fmla="*/ 3977215 h 7154369"/>
                <a:gd name="connsiteX10" fmla="*/ 22881 w 3215332"/>
                <a:gd name="connsiteY10" fmla="*/ 3109311 h 7154369"/>
                <a:gd name="connsiteX11" fmla="*/ 131369 w 3215332"/>
                <a:gd name="connsiteY11" fmla="*/ 2055426 h 7154369"/>
                <a:gd name="connsiteX12" fmla="*/ 875288 w 3215332"/>
                <a:gd name="connsiteY12" fmla="*/ 629582 h 7154369"/>
                <a:gd name="connsiteX0" fmla="*/ 1033131 w 3373175"/>
                <a:gd name="connsiteY0" fmla="*/ 629582 h 7154369"/>
                <a:gd name="connsiteX1" fmla="*/ 2365985 w 3373175"/>
                <a:gd name="connsiteY1" fmla="*/ 397108 h 7154369"/>
                <a:gd name="connsiteX2" fmla="*/ 3063408 w 3373175"/>
                <a:gd name="connsiteY2" fmla="*/ 1450992 h 7154369"/>
                <a:gd name="connsiteX3" fmla="*/ 3233890 w 3373175"/>
                <a:gd name="connsiteY3" fmla="*/ 2613366 h 7154369"/>
                <a:gd name="connsiteX4" fmla="*/ 3063409 w 3373175"/>
                <a:gd name="connsiteY4" fmla="*/ 3651752 h 7154369"/>
                <a:gd name="connsiteX5" fmla="*/ 2737943 w 3373175"/>
                <a:gd name="connsiteY5" fmla="*/ 4473162 h 7154369"/>
                <a:gd name="connsiteX6" fmla="*/ 2102513 w 3373175"/>
                <a:gd name="connsiteY6" fmla="*/ 5852511 h 7154369"/>
                <a:gd name="connsiteX7" fmla="*/ 1746053 w 3373175"/>
                <a:gd name="connsiteY7" fmla="*/ 7154369 h 7154369"/>
                <a:gd name="connsiteX8" fmla="*/ 1048629 w 3373175"/>
                <a:gd name="connsiteY8" fmla="*/ 5573541 h 7154369"/>
                <a:gd name="connsiteX9" fmla="*/ 521687 w 3373175"/>
                <a:gd name="connsiteY9" fmla="*/ 3977215 h 7154369"/>
                <a:gd name="connsiteX10" fmla="*/ 180724 w 3373175"/>
                <a:gd name="connsiteY10" fmla="*/ 3109311 h 7154369"/>
                <a:gd name="connsiteX11" fmla="*/ 289212 w 3373175"/>
                <a:gd name="connsiteY11" fmla="*/ 2055426 h 7154369"/>
                <a:gd name="connsiteX12" fmla="*/ 1033131 w 3373175"/>
                <a:gd name="connsiteY12" fmla="*/ 629582 h 7154369"/>
                <a:gd name="connsiteX0" fmla="*/ 1033131 w 3373175"/>
                <a:gd name="connsiteY0" fmla="*/ 629582 h 7154369"/>
                <a:gd name="connsiteX1" fmla="*/ 2365985 w 3373175"/>
                <a:gd name="connsiteY1" fmla="*/ 397108 h 7154369"/>
                <a:gd name="connsiteX2" fmla="*/ 3063408 w 3373175"/>
                <a:gd name="connsiteY2" fmla="*/ 1450992 h 7154369"/>
                <a:gd name="connsiteX3" fmla="*/ 3233890 w 3373175"/>
                <a:gd name="connsiteY3" fmla="*/ 2613366 h 7154369"/>
                <a:gd name="connsiteX4" fmla="*/ 3063409 w 3373175"/>
                <a:gd name="connsiteY4" fmla="*/ 3651752 h 7154369"/>
                <a:gd name="connsiteX5" fmla="*/ 2737943 w 3373175"/>
                <a:gd name="connsiteY5" fmla="*/ 4473162 h 7154369"/>
                <a:gd name="connsiteX6" fmla="*/ 2102513 w 3373175"/>
                <a:gd name="connsiteY6" fmla="*/ 5852511 h 7154369"/>
                <a:gd name="connsiteX7" fmla="*/ 1746053 w 3373175"/>
                <a:gd name="connsiteY7" fmla="*/ 7154369 h 7154369"/>
                <a:gd name="connsiteX8" fmla="*/ 1048629 w 3373175"/>
                <a:gd name="connsiteY8" fmla="*/ 5573541 h 7154369"/>
                <a:gd name="connsiteX9" fmla="*/ 521687 w 3373175"/>
                <a:gd name="connsiteY9" fmla="*/ 3977215 h 7154369"/>
                <a:gd name="connsiteX10" fmla="*/ 180724 w 3373175"/>
                <a:gd name="connsiteY10" fmla="*/ 3109311 h 7154369"/>
                <a:gd name="connsiteX11" fmla="*/ 289212 w 3373175"/>
                <a:gd name="connsiteY11" fmla="*/ 2055426 h 7154369"/>
                <a:gd name="connsiteX12" fmla="*/ 1033131 w 3373175"/>
                <a:gd name="connsiteY12" fmla="*/ 629582 h 7154369"/>
                <a:gd name="connsiteX0" fmla="*/ 1033131 w 3373175"/>
                <a:gd name="connsiteY0" fmla="*/ 629582 h 7154369"/>
                <a:gd name="connsiteX1" fmla="*/ 2365985 w 3373175"/>
                <a:gd name="connsiteY1" fmla="*/ 397108 h 7154369"/>
                <a:gd name="connsiteX2" fmla="*/ 3063408 w 3373175"/>
                <a:gd name="connsiteY2" fmla="*/ 1450992 h 7154369"/>
                <a:gd name="connsiteX3" fmla="*/ 3233890 w 3373175"/>
                <a:gd name="connsiteY3" fmla="*/ 2613366 h 7154369"/>
                <a:gd name="connsiteX4" fmla="*/ 3063409 w 3373175"/>
                <a:gd name="connsiteY4" fmla="*/ 3651752 h 7154369"/>
                <a:gd name="connsiteX5" fmla="*/ 2737943 w 3373175"/>
                <a:gd name="connsiteY5" fmla="*/ 4473162 h 7154369"/>
                <a:gd name="connsiteX6" fmla="*/ 2102513 w 3373175"/>
                <a:gd name="connsiteY6" fmla="*/ 5852511 h 7154369"/>
                <a:gd name="connsiteX7" fmla="*/ 1746053 w 3373175"/>
                <a:gd name="connsiteY7" fmla="*/ 7154369 h 7154369"/>
                <a:gd name="connsiteX8" fmla="*/ 1048629 w 3373175"/>
                <a:gd name="connsiteY8" fmla="*/ 5573541 h 7154369"/>
                <a:gd name="connsiteX9" fmla="*/ 521687 w 3373175"/>
                <a:gd name="connsiteY9" fmla="*/ 3977215 h 7154369"/>
                <a:gd name="connsiteX10" fmla="*/ 180724 w 3373175"/>
                <a:gd name="connsiteY10" fmla="*/ 3109311 h 7154369"/>
                <a:gd name="connsiteX11" fmla="*/ 289212 w 3373175"/>
                <a:gd name="connsiteY11" fmla="*/ 2055426 h 7154369"/>
                <a:gd name="connsiteX12" fmla="*/ 1033131 w 3373175"/>
                <a:gd name="connsiteY12" fmla="*/ 629582 h 7154369"/>
                <a:gd name="connsiteX0" fmla="*/ 1033131 w 3373175"/>
                <a:gd name="connsiteY0" fmla="*/ 629582 h 7155806"/>
                <a:gd name="connsiteX1" fmla="*/ 2365985 w 3373175"/>
                <a:gd name="connsiteY1" fmla="*/ 397108 h 7155806"/>
                <a:gd name="connsiteX2" fmla="*/ 3063408 w 3373175"/>
                <a:gd name="connsiteY2" fmla="*/ 1450992 h 7155806"/>
                <a:gd name="connsiteX3" fmla="*/ 3233890 w 3373175"/>
                <a:gd name="connsiteY3" fmla="*/ 2613366 h 7155806"/>
                <a:gd name="connsiteX4" fmla="*/ 3063409 w 3373175"/>
                <a:gd name="connsiteY4" fmla="*/ 3651752 h 7155806"/>
                <a:gd name="connsiteX5" fmla="*/ 2737943 w 3373175"/>
                <a:gd name="connsiteY5" fmla="*/ 4473162 h 7155806"/>
                <a:gd name="connsiteX6" fmla="*/ 2102513 w 3373175"/>
                <a:gd name="connsiteY6" fmla="*/ 5852511 h 7155806"/>
                <a:gd name="connsiteX7" fmla="*/ 1746053 w 3373175"/>
                <a:gd name="connsiteY7" fmla="*/ 7154369 h 7155806"/>
                <a:gd name="connsiteX8" fmla="*/ 1048629 w 3373175"/>
                <a:gd name="connsiteY8" fmla="*/ 5573541 h 7155806"/>
                <a:gd name="connsiteX9" fmla="*/ 521687 w 3373175"/>
                <a:gd name="connsiteY9" fmla="*/ 3977215 h 7155806"/>
                <a:gd name="connsiteX10" fmla="*/ 180724 w 3373175"/>
                <a:gd name="connsiteY10" fmla="*/ 3109311 h 7155806"/>
                <a:gd name="connsiteX11" fmla="*/ 289212 w 3373175"/>
                <a:gd name="connsiteY11" fmla="*/ 2055426 h 7155806"/>
                <a:gd name="connsiteX12" fmla="*/ 1033131 w 3373175"/>
                <a:gd name="connsiteY12" fmla="*/ 629582 h 7155806"/>
                <a:gd name="connsiteX0" fmla="*/ 1033131 w 3373175"/>
                <a:gd name="connsiteY0" fmla="*/ 629582 h 7155806"/>
                <a:gd name="connsiteX1" fmla="*/ 2365985 w 3373175"/>
                <a:gd name="connsiteY1" fmla="*/ 397108 h 7155806"/>
                <a:gd name="connsiteX2" fmla="*/ 3063408 w 3373175"/>
                <a:gd name="connsiteY2" fmla="*/ 1450992 h 7155806"/>
                <a:gd name="connsiteX3" fmla="*/ 3233890 w 3373175"/>
                <a:gd name="connsiteY3" fmla="*/ 2613366 h 7155806"/>
                <a:gd name="connsiteX4" fmla="*/ 3063409 w 3373175"/>
                <a:gd name="connsiteY4" fmla="*/ 3651752 h 7155806"/>
                <a:gd name="connsiteX5" fmla="*/ 2737943 w 3373175"/>
                <a:gd name="connsiteY5" fmla="*/ 4473162 h 7155806"/>
                <a:gd name="connsiteX6" fmla="*/ 2102513 w 3373175"/>
                <a:gd name="connsiteY6" fmla="*/ 5852511 h 7155806"/>
                <a:gd name="connsiteX7" fmla="*/ 1746053 w 3373175"/>
                <a:gd name="connsiteY7" fmla="*/ 7154369 h 7155806"/>
                <a:gd name="connsiteX8" fmla="*/ 1048629 w 3373175"/>
                <a:gd name="connsiteY8" fmla="*/ 5573541 h 7155806"/>
                <a:gd name="connsiteX9" fmla="*/ 521687 w 3373175"/>
                <a:gd name="connsiteY9" fmla="*/ 3977215 h 7155806"/>
                <a:gd name="connsiteX10" fmla="*/ 180724 w 3373175"/>
                <a:gd name="connsiteY10" fmla="*/ 3109311 h 7155806"/>
                <a:gd name="connsiteX11" fmla="*/ 289212 w 3373175"/>
                <a:gd name="connsiteY11" fmla="*/ 2055426 h 7155806"/>
                <a:gd name="connsiteX12" fmla="*/ 1033131 w 3373175"/>
                <a:gd name="connsiteY12" fmla="*/ 629582 h 7155806"/>
                <a:gd name="connsiteX0" fmla="*/ 1033131 w 3373175"/>
                <a:gd name="connsiteY0" fmla="*/ 629582 h 7156077"/>
                <a:gd name="connsiteX1" fmla="*/ 2365985 w 3373175"/>
                <a:gd name="connsiteY1" fmla="*/ 397108 h 7156077"/>
                <a:gd name="connsiteX2" fmla="*/ 3063408 w 3373175"/>
                <a:gd name="connsiteY2" fmla="*/ 1450992 h 7156077"/>
                <a:gd name="connsiteX3" fmla="*/ 3233890 w 3373175"/>
                <a:gd name="connsiteY3" fmla="*/ 2613366 h 7156077"/>
                <a:gd name="connsiteX4" fmla="*/ 3063409 w 3373175"/>
                <a:gd name="connsiteY4" fmla="*/ 3651752 h 7156077"/>
                <a:gd name="connsiteX5" fmla="*/ 2737943 w 3373175"/>
                <a:gd name="connsiteY5" fmla="*/ 4473162 h 7156077"/>
                <a:gd name="connsiteX6" fmla="*/ 2102513 w 3373175"/>
                <a:gd name="connsiteY6" fmla="*/ 5852511 h 7156077"/>
                <a:gd name="connsiteX7" fmla="*/ 1746053 w 3373175"/>
                <a:gd name="connsiteY7" fmla="*/ 7154369 h 7156077"/>
                <a:gd name="connsiteX8" fmla="*/ 1048629 w 3373175"/>
                <a:gd name="connsiteY8" fmla="*/ 5573541 h 7156077"/>
                <a:gd name="connsiteX9" fmla="*/ 521687 w 3373175"/>
                <a:gd name="connsiteY9" fmla="*/ 3977215 h 7156077"/>
                <a:gd name="connsiteX10" fmla="*/ 180724 w 3373175"/>
                <a:gd name="connsiteY10" fmla="*/ 3109311 h 7156077"/>
                <a:gd name="connsiteX11" fmla="*/ 289212 w 3373175"/>
                <a:gd name="connsiteY11" fmla="*/ 2055426 h 7156077"/>
                <a:gd name="connsiteX12" fmla="*/ 1033131 w 3373175"/>
                <a:gd name="connsiteY12" fmla="*/ 629582 h 7156077"/>
                <a:gd name="connsiteX0" fmla="*/ 1033131 w 3373175"/>
                <a:gd name="connsiteY0" fmla="*/ 629582 h 7155806"/>
                <a:gd name="connsiteX1" fmla="*/ 2365985 w 3373175"/>
                <a:gd name="connsiteY1" fmla="*/ 397108 h 7155806"/>
                <a:gd name="connsiteX2" fmla="*/ 3063408 w 3373175"/>
                <a:gd name="connsiteY2" fmla="*/ 1450992 h 7155806"/>
                <a:gd name="connsiteX3" fmla="*/ 3233890 w 3373175"/>
                <a:gd name="connsiteY3" fmla="*/ 2613366 h 7155806"/>
                <a:gd name="connsiteX4" fmla="*/ 3063409 w 3373175"/>
                <a:gd name="connsiteY4" fmla="*/ 3651752 h 7155806"/>
                <a:gd name="connsiteX5" fmla="*/ 2737943 w 3373175"/>
                <a:gd name="connsiteY5" fmla="*/ 4473162 h 7155806"/>
                <a:gd name="connsiteX6" fmla="*/ 2102513 w 3373175"/>
                <a:gd name="connsiteY6" fmla="*/ 5852511 h 7155806"/>
                <a:gd name="connsiteX7" fmla="*/ 1746053 w 3373175"/>
                <a:gd name="connsiteY7" fmla="*/ 7154369 h 7155806"/>
                <a:gd name="connsiteX8" fmla="*/ 1048629 w 3373175"/>
                <a:gd name="connsiteY8" fmla="*/ 5573541 h 7155806"/>
                <a:gd name="connsiteX9" fmla="*/ 521687 w 3373175"/>
                <a:gd name="connsiteY9" fmla="*/ 3977215 h 7155806"/>
                <a:gd name="connsiteX10" fmla="*/ 180724 w 3373175"/>
                <a:gd name="connsiteY10" fmla="*/ 3109311 h 7155806"/>
                <a:gd name="connsiteX11" fmla="*/ 289212 w 3373175"/>
                <a:gd name="connsiteY11" fmla="*/ 2055426 h 7155806"/>
                <a:gd name="connsiteX12" fmla="*/ 1033131 w 3373175"/>
                <a:gd name="connsiteY12" fmla="*/ 629582 h 7155806"/>
                <a:gd name="connsiteX0" fmla="*/ 1033131 w 3373175"/>
                <a:gd name="connsiteY0" fmla="*/ 629582 h 7154369"/>
                <a:gd name="connsiteX1" fmla="*/ 2365985 w 3373175"/>
                <a:gd name="connsiteY1" fmla="*/ 397108 h 7154369"/>
                <a:gd name="connsiteX2" fmla="*/ 3063408 w 3373175"/>
                <a:gd name="connsiteY2" fmla="*/ 1450992 h 7154369"/>
                <a:gd name="connsiteX3" fmla="*/ 3233890 w 3373175"/>
                <a:gd name="connsiteY3" fmla="*/ 2613366 h 7154369"/>
                <a:gd name="connsiteX4" fmla="*/ 3063409 w 3373175"/>
                <a:gd name="connsiteY4" fmla="*/ 3651752 h 7154369"/>
                <a:gd name="connsiteX5" fmla="*/ 2737943 w 3373175"/>
                <a:gd name="connsiteY5" fmla="*/ 4473162 h 7154369"/>
                <a:gd name="connsiteX6" fmla="*/ 2102513 w 3373175"/>
                <a:gd name="connsiteY6" fmla="*/ 5852511 h 7154369"/>
                <a:gd name="connsiteX7" fmla="*/ 1746053 w 3373175"/>
                <a:gd name="connsiteY7" fmla="*/ 7154369 h 7154369"/>
                <a:gd name="connsiteX8" fmla="*/ 1048629 w 3373175"/>
                <a:gd name="connsiteY8" fmla="*/ 5573541 h 7154369"/>
                <a:gd name="connsiteX9" fmla="*/ 521687 w 3373175"/>
                <a:gd name="connsiteY9" fmla="*/ 3977215 h 7154369"/>
                <a:gd name="connsiteX10" fmla="*/ 180724 w 3373175"/>
                <a:gd name="connsiteY10" fmla="*/ 3109311 h 7154369"/>
                <a:gd name="connsiteX11" fmla="*/ 289212 w 3373175"/>
                <a:gd name="connsiteY11" fmla="*/ 2055426 h 7154369"/>
                <a:gd name="connsiteX12" fmla="*/ 1033131 w 3373175"/>
                <a:gd name="connsiteY12" fmla="*/ 629582 h 7154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73175" h="7154369">
                  <a:moveTo>
                    <a:pt x="1033131" y="629582"/>
                  </a:moveTo>
                  <a:cubicBezTo>
                    <a:pt x="2319244" y="-681623"/>
                    <a:pt x="1921700" y="474599"/>
                    <a:pt x="2365985" y="397108"/>
                  </a:cubicBezTo>
                  <a:cubicBezTo>
                    <a:pt x="2934902" y="504950"/>
                    <a:pt x="3218391" y="924050"/>
                    <a:pt x="3063408" y="1450992"/>
                  </a:cubicBezTo>
                  <a:cubicBezTo>
                    <a:pt x="3679035" y="1965450"/>
                    <a:pt x="3177063" y="2225908"/>
                    <a:pt x="3233890" y="2613366"/>
                  </a:cubicBezTo>
                  <a:cubicBezTo>
                    <a:pt x="3535203" y="3210955"/>
                    <a:pt x="3234536" y="3214183"/>
                    <a:pt x="3063409" y="3651752"/>
                  </a:cubicBezTo>
                  <a:cubicBezTo>
                    <a:pt x="3082006" y="4093454"/>
                    <a:pt x="2841266" y="4183860"/>
                    <a:pt x="2737943" y="4473162"/>
                  </a:cubicBezTo>
                  <a:cubicBezTo>
                    <a:pt x="2603624" y="4819291"/>
                    <a:pt x="2903259" y="5180917"/>
                    <a:pt x="2102513" y="5852511"/>
                  </a:cubicBezTo>
                  <a:cubicBezTo>
                    <a:pt x="1983693" y="6286464"/>
                    <a:pt x="2081850" y="7123372"/>
                    <a:pt x="1746053" y="7154369"/>
                  </a:cubicBezTo>
                  <a:cubicBezTo>
                    <a:pt x="1405091" y="7149203"/>
                    <a:pt x="1203612" y="6338124"/>
                    <a:pt x="1048629" y="5573541"/>
                  </a:cubicBezTo>
                  <a:cubicBezTo>
                    <a:pt x="1027965" y="5103426"/>
                    <a:pt x="310122" y="5114988"/>
                    <a:pt x="521687" y="3977215"/>
                  </a:cubicBezTo>
                  <a:cubicBezTo>
                    <a:pt x="671504" y="3507100"/>
                    <a:pt x="-99722" y="3884226"/>
                    <a:pt x="180724" y="3109311"/>
                  </a:cubicBezTo>
                  <a:cubicBezTo>
                    <a:pt x="-221985" y="2599097"/>
                    <a:pt x="154893" y="2318897"/>
                    <a:pt x="289212" y="2055426"/>
                  </a:cubicBezTo>
                  <a:cubicBezTo>
                    <a:pt x="537185" y="1714463"/>
                    <a:pt x="-216328" y="1144717"/>
                    <a:pt x="1033131" y="629582"/>
                  </a:cubicBezTo>
                  <a:close/>
                </a:path>
              </a:pathLst>
            </a:custGeom>
            <a:solidFill>
              <a:srgbClr val="385539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7">
              <a:extLst>
                <a:ext uri="{FF2B5EF4-FFF2-40B4-BE49-F238E27FC236}">
                  <a16:creationId xmlns:a16="http://schemas.microsoft.com/office/drawing/2014/main" id="{42C9AA43-3BF6-BF31-DD65-5D08FFC7EC2D}"/>
                </a:ext>
              </a:extLst>
            </p:cNvPr>
            <p:cNvSpPr/>
            <p:nvPr/>
          </p:nvSpPr>
          <p:spPr>
            <a:xfrm rot="19571292" flipH="1" flipV="1">
              <a:off x="4575185" y="5026599"/>
              <a:ext cx="1458610" cy="499699"/>
            </a:xfrm>
            <a:custGeom>
              <a:avLst/>
              <a:gdLst>
                <a:gd name="connsiteX0" fmla="*/ 0 w 1007285"/>
                <a:gd name="connsiteY0" fmla="*/ 0 h 94954"/>
                <a:gd name="connsiteX1" fmla="*/ 1007285 w 1007285"/>
                <a:gd name="connsiteY1" fmla="*/ 0 h 94954"/>
                <a:gd name="connsiteX2" fmla="*/ 1007285 w 1007285"/>
                <a:gd name="connsiteY2" fmla="*/ 94954 h 94954"/>
                <a:gd name="connsiteX3" fmla="*/ 0 w 1007285"/>
                <a:gd name="connsiteY3" fmla="*/ 94954 h 94954"/>
                <a:gd name="connsiteX4" fmla="*/ 0 w 1007285"/>
                <a:gd name="connsiteY4" fmla="*/ 0 h 94954"/>
                <a:gd name="connsiteX0" fmla="*/ 2819400 w 3826685"/>
                <a:gd name="connsiteY0" fmla="*/ 0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4" fmla="*/ 2819400 w 3826685"/>
                <a:gd name="connsiteY4" fmla="*/ 0 h 869654"/>
                <a:gd name="connsiteX0" fmla="*/ 0 w 3826685"/>
                <a:gd name="connsiteY0" fmla="*/ 869654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968065 h 1033547"/>
                <a:gd name="connsiteX1" fmla="*/ 3826685 w 3826685"/>
                <a:gd name="connsiteY1" fmla="*/ 98411 h 1033547"/>
                <a:gd name="connsiteX2" fmla="*/ 3826685 w 3826685"/>
                <a:gd name="connsiteY2" fmla="*/ 193365 h 1033547"/>
                <a:gd name="connsiteX3" fmla="*/ 0 w 3826685"/>
                <a:gd name="connsiteY3" fmla="*/ 968065 h 1033547"/>
                <a:gd name="connsiteX0" fmla="*/ 0 w 3826685"/>
                <a:gd name="connsiteY0" fmla="*/ 968065 h 1013810"/>
                <a:gd name="connsiteX1" fmla="*/ 3826685 w 3826685"/>
                <a:gd name="connsiteY1" fmla="*/ 98411 h 1013810"/>
                <a:gd name="connsiteX2" fmla="*/ 3826685 w 3826685"/>
                <a:gd name="connsiteY2" fmla="*/ 193365 h 1013810"/>
                <a:gd name="connsiteX3" fmla="*/ 0 w 3826685"/>
                <a:gd name="connsiteY3" fmla="*/ 968065 h 1013810"/>
                <a:gd name="connsiteX0" fmla="*/ 0 w 3826685"/>
                <a:gd name="connsiteY0" fmla="*/ 968065 h 1012429"/>
                <a:gd name="connsiteX1" fmla="*/ 3826685 w 3826685"/>
                <a:gd name="connsiteY1" fmla="*/ 98411 h 1012429"/>
                <a:gd name="connsiteX2" fmla="*/ 3826685 w 3826685"/>
                <a:gd name="connsiteY2" fmla="*/ 193365 h 1012429"/>
                <a:gd name="connsiteX3" fmla="*/ 0 w 3826685"/>
                <a:gd name="connsiteY3" fmla="*/ 968065 h 1012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26685" h="1012429">
                  <a:moveTo>
                    <a:pt x="0" y="968065"/>
                  </a:moveTo>
                  <a:cubicBezTo>
                    <a:pt x="1199362" y="1008380"/>
                    <a:pt x="2779723" y="-373704"/>
                    <a:pt x="3826685" y="98411"/>
                  </a:cubicBezTo>
                  <a:lnTo>
                    <a:pt x="3826685" y="193365"/>
                  </a:lnTo>
                  <a:cubicBezTo>
                    <a:pt x="2614623" y="-65927"/>
                    <a:pt x="932662" y="1268632"/>
                    <a:pt x="0" y="968065"/>
                  </a:cubicBezTo>
                  <a:close/>
                </a:path>
              </a:pathLst>
            </a:custGeom>
            <a:solidFill>
              <a:srgbClr val="D4E39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7">
              <a:extLst>
                <a:ext uri="{FF2B5EF4-FFF2-40B4-BE49-F238E27FC236}">
                  <a16:creationId xmlns:a16="http://schemas.microsoft.com/office/drawing/2014/main" id="{16174AE2-A97E-0525-BA20-4E5AF28EBC39}"/>
                </a:ext>
              </a:extLst>
            </p:cNvPr>
            <p:cNvSpPr/>
            <p:nvPr/>
          </p:nvSpPr>
          <p:spPr>
            <a:xfrm rot="2028708" flipV="1">
              <a:off x="3976204" y="5448330"/>
              <a:ext cx="1031551" cy="353395"/>
            </a:xfrm>
            <a:custGeom>
              <a:avLst/>
              <a:gdLst>
                <a:gd name="connsiteX0" fmla="*/ 0 w 1007285"/>
                <a:gd name="connsiteY0" fmla="*/ 0 h 94954"/>
                <a:gd name="connsiteX1" fmla="*/ 1007285 w 1007285"/>
                <a:gd name="connsiteY1" fmla="*/ 0 h 94954"/>
                <a:gd name="connsiteX2" fmla="*/ 1007285 w 1007285"/>
                <a:gd name="connsiteY2" fmla="*/ 94954 h 94954"/>
                <a:gd name="connsiteX3" fmla="*/ 0 w 1007285"/>
                <a:gd name="connsiteY3" fmla="*/ 94954 h 94954"/>
                <a:gd name="connsiteX4" fmla="*/ 0 w 1007285"/>
                <a:gd name="connsiteY4" fmla="*/ 0 h 94954"/>
                <a:gd name="connsiteX0" fmla="*/ 2819400 w 3826685"/>
                <a:gd name="connsiteY0" fmla="*/ 0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4" fmla="*/ 2819400 w 3826685"/>
                <a:gd name="connsiteY4" fmla="*/ 0 h 869654"/>
                <a:gd name="connsiteX0" fmla="*/ 0 w 3826685"/>
                <a:gd name="connsiteY0" fmla="*/ 869654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968065 h 1033547"/>
                <a:gd name="connsiteX1" fmla="*/ 3826685 w 3826685"/>
                <a:gd name="connsiteY1" fmla="*/ 98411 h 1033547"/>
                <a:gd name="connsiteX2" fmla="*/ 3826685 w 3826685"/>
                <a:gd name="connsiteY2" fmla="*/ 193365 h 1033547"/>
                <a:gd name="connsiteX3" fmla="*/ 0 w 3826685"/>
                <a:gd name="connsiteY3" fmla="*/ 968065 h 1033547"/>
                <a:gd name="connsiteX0" fmla="*/ 0 w 3826685"/>
                <a:gd name="connsiteY0" fmla="*/ 968065 h 1013810"/>
                <a:gd name="connsiteX1" fmla="*/ 3826685 w 3826685"/>
                <a:gd name="connsiteY1" fmla="*/ 98411 h 1013810"/>
                <a:gd name="connsiteX2" fmla="*/ 3826685 w 3826685"/>
                <a:gd name="connsiteY2" fmla="*/ 193365 h 1013810"/>
                <a:gd name="connsiteX3" fmla="*/ 0 w 3826685"/>
                <a:gd name="connsiteY3" fmla="*/ 968065 h 1013810"/>
                <a:gd name="connsiteX0" fmla="*/ 0 w 3826685"/>
                <a:gd name="connsiteY0" fmla="*/ 968065 h 1012429"/>
                <a:gd name="connsiteX1" fmla="*/ 3826685 w 3826685"/>
                <a:gd name="connsiteY1" fmla="*/ 98411 h 1012429"/>
                <a:gd name="connsiteX2" fmla="*/ 3826685 w 3826685"/>
                <a:gd name="connsiteY2" fmla="*/ 193365 h 1012429"/>
                <a:gd name="connsiteX3" fmla="*/ 0 w 3826685"/>
                <a:gd name="connsiteY3" fmla="*/ 968065 h 1012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26685" h="1012429">
                  <a:moveTo>
                    <a:pt x="0" y="968065"/>
                  </a:moveTo>
                  <a:cubicBezTo>
                    <a:pt x="1199362" y="1008380"/>
                    <a:pt x="2779723" y="-373704"/>
                    <a:pt x="3826685" y="98411"/>
                  </a:cubicBezTo>
                  <a:lnTo>
                    <a:pt x="3826685" y="193365"/>
                  </a:lnTo>
                  <a:cubicBezTo>
                    <a:pt x="2614623" y="-65927"/>
                    <a:pt x="932662" y="1268632"/>
                    <a:pt x="0" y="968065"/>
                  </a:cubicBezTo>
                  <a:close/>
                </a:path>
              </a:pathLst>
            </a:custGeom>
            <a:solidFill>
              <a:srgbClr val="D4E39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7">
              <a:extLst>
                <a:ext uri="{FF2B5EF4-FFF2-40B4-BE49-F238E27FC236}">
                  <a16:creationId xmlns:a16="http://schemas.microsoft.com/office/drawing/2014/main" id="{97451BE9-E986-FC8D-D9C7-33C66132E14C}"/>
                </a:ext>
              </a:extLst>
            </p:cNvPr>
            <p:cNvSpPr/>
            <p:nvPr/>
          </p:nvSpPr>
          <p:spPr>
            <a:xfrm rot="19571292" flipH="1" flipV="1">
              <a:off x="4451654" y="3413851"/>
              <a:ext cx="2269870" cy="777625"/>
            </a:xfrm>
            <a:custGeom>
              <a:avLst/>
              <a:gdLst>
                <a:gd name="connsiteX0" fmla="*/ 0 w 1007285"/>
                <a:gd name="connsiteY0" fmla="*/ 0 h 94954"/>
                <a:gd name="connsiteX1" fmla="*/ 1007285 w 1007285"/>
                <a:gd name="connsiteY1" fmla="*/ 0 h 94954"/>
                <a:gd name="connsiteX2" fmla="*/ 1007285 w 1007285"/>
                <a:gd name="connsiteY2" fmla="*/ 94954 h 94954"/>
                <a:gd name="connsiteX3" fmla="*/ 0 w 1007285"/>
                <a:gd name="connsiteY3" fmla="*/ 94954 h 94954"/>
                <a:gd name="connsiteX4" fmla="*/ 0 w 1007285"/>
                <a:gd name="connsiteY4" fmla="*/ 0 h 94954"/>
                <a:gd name="connsiteX0" fmla="*/ 2819400 w 3826685"/>
                <a:gd name="connsiteY0" fmla="*/ 0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4" fmla="*/ 2819400 w 3826685"/>
                <a:gd name="connsiteY4" fmla="*/ 0 h 869654"/>
                <a:gd name="connsiteX0" fmla="*/ 0 w 3826685"/>
                <a:gd name="connsiteY0" fmla="*/ 869654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968065 h 1033547"/>
                <a:gd name="connsiteX1" fmla="*/ 3826685 w 3826685"/>
                <a:gd name="connsiteY1" fmla="*/ 98411 h 1033547"/>
                <a:gd name="connsiteX2" fmla="*/ 3826685 w 3826685"/>
                <a:gd name="connsiteY2" fmla="*/ 193365 h 1033547"/>
                <a:gd name="connsiteX3" fmla="*/ 0 w 3826685"/>
                <a:gd name="connsiteY3" fmla="*/ 968065 h 1033547"/>
                <a:gd name="connsiteX0" fmla="*/ 0 w 3826685"/>
                <a:gd name="connsiteY0" fmla="*/ 968065 h 1013810"/>
                <a:gd name="connsiteX1" fmla="*/ 3826685 w 3826685"/>
                <a:gd name="connsiteY1" fmla="*/ 98411 h 1013810"/>
                <a:gd name="connsiteX2" fmla="*/ 3826685 w 3826685"/>
                <a:gd name="connsiteY2" fmla="*/ 193365 h 1013810"/>
                <a:gd name="connsiteX3" fmla="*/ 0 w 3826685"/>
                <a:gd name="connsiteY3" fmla="*/ 968065 h 1013810"/>
                <a:gd name="connsiteX0" fmla="*/ 0 w 3826685"/>
                <a:gd name="connsiteY0" fmla="*/ 968065 h 1012429"/>
                <a:gd name="connsiteX1" fmla="*/ 3826685 w 3826685"/>
                <a:gd name="connsiteY1" fmla="*/ 98411 h 1012429"/>
                <a:gd name="connsiteX2" fmla="*/ 3826685 w 3826685"/>
                <a:gd name="connsiteY2" fmla="*/ 193365 h 1012429"/>
                <a:gd name="connsiteX3" fmla="*/ 0 w 3826685"/>
                <a:gd name="connsiteY3" fmla="*/ 968065 h 1012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26685" h="1012429">
                  <a:moveTo>
                    <a:pt x="0" y="968065"/>
                  </a:moveTo>
                  <a:cubicBezTo>
                    <a:pt x="1199362" y="1008380"/>
                    <a:pt x="2779723" y="-373704"/>
                    <a:pt x="3826685" y="98411"/>
                  </a:cubicBezTo>
                  <a:lnTo>
                    <a:pt x="3826685" y="193365"/>
                  </a:lnTo>
                  <a:cubicBezTo>
                    <a:pt x="2614623" y="-65927"/>
                    <a:pt x="932662" y="1268632"/>
                    <a:pt x="0" y="968065"/>
                  </a:cubicBezTo>
                  <a:close/>
                </a:path>
              </a:pathLst>
            </a:custGeom>
            <a:solidFill>
              <a:srgbClr val="D4E39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7">
              <a:extLst>
                <a:ext uri="{FF2B5EF4-FFF2-40B4-BE49-F238E27FC236}">
                  <a16:creationId xmlns:a16="http://schemas.microsoft.com/office/drawing/2014/main" id="{241AA351-4085-2B41-9639-892C0CA63254}"/>
                </a:ext>
              </a:extLst>
            </p:cNvPr>
            <p:cNvSpPr/>
            <p:nvPr/>
          </p:nvSpPr>
          <p:spPr>
            <a:xfrm rot="2342720" flipV="1">
              <a:off x="2989644" y="3742251"/>
              <a:ext cx="2269870" cy="777625"/>
            </a:xfrm>
            <a:custGeom>
              <a:avLst/>
              <a:gdLst>
                <a:gd name="connsiteX0" fmla="*/ 0 w 1007285"/>
                <a:gd name="connsiteY0" fmla="*/ 0 h 94954"/>
                <a:gd name="connsiteX1" fmla="*/ 1007285 w 1007285"/>
                <a:gd name="connsiteY1" fmla="*/ 0 h 94954"/>
                <a:gd name="connsiteX2" fmla="*/ 1007285 w 1007285"/>
                <a:gd name="connsiteY2" fmla="*/ 94954 h 94954"/>
                <a:gd name="connsiteX3" fmla="*/ 0 w 1007285"/>
                <a:gd name="connsiteY3" fmla="*/ 94954 h 94954"/>
                <a:gd name="connsiteX4" fmla="*/ 0 w 1007285"/>
                <a:gd name="connsiteY4" fmla="*/ 0 h 94954"/>
                <a:gd name="connsiteX0" fmla="*/ 2819400 w 3826685"/>
                <a:gd name="connsiteY0" fmla="*/ 0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4" fmla="*/ 2819400 w 3826685"/>
                <a:gd name="connsiteY4" fmla="*/ 0 h 869654"/>
                <a:gd name="connsiteX0" fmla="*/ 0 w 3826685"/>
                <a:gd name="connsiteY0" fmla="*/ 869654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968065 h 1033547"/>
                <a:gd name="connsiteX1" fmla="*/ 3826685 w 3826685"/>
                <a:gd name="connsiteY1" fmla="*/ 98411 h 1033547"/>
                <a:gd name="connsiteX2" fmla="*/ 3826685 w 3826685"/>
                <a:gd name="connsiteY2" fmla="*/ 193365 h 1033547"/>
                <a:gd name="connsiteX3" fmla="*/ 0 w 3826685"/>
                <a:gd name="connsiteY3" fmla="*/ 968065 h 1033547"/>
                <a:gd name="connsiteX0" fmla="*/ 0 w 3826685"/>
                <a:gd name="connsiteY0" fmla="*/ 968065 h 1013810"/>
                <a:gd name="connsiteX1" fmla="*/ 3826685 w 3826685"/>
                <a:gd name="connsiteY1" fmla="*/ 98411 h 1013810"/>
                <a:gd name="connsiteX2" fmla="*/ 3826685 w 3826685"/>
                <a:gd name="connsiteY2" fmla="*/ 193365 h 1013810"/>
                <a:gd name="connsiteX3" fmla="*/ 0 w 3826685"/>
                <a:gd name="connsiteY3" fmla="*/ 968065 h 1013810"/>
                <a:gd name="connsiteX0" fmla="*/ 0 w 3826685"/>
                <a:gd name="connsiteY0" fmla="*/ 968065 h 1012429"/>
                <a:gd name="connsiteX1" fmla="*/ 3826685 w 3826685"/>
                <a:gd name="connsiteY1" fmla="*/ 98411 h 1012429"/>
                <a:gd name="connsiteX2" fmla="*/ 3826685 w 3826685"/>
                <a:gd name="connsiteY2" fmla="*/ 193365 h 1012429"/>
                <a:gd name="connsiteX3" fmla="*/ 0 w 3826685"/>
                <a:gd name="connsiteY3" fmla="*/ 968065 h 1012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26685" h="1012429">
                  <a:moveTo>
                    <a:pt x="0" y="968065"/>
                  </a:moveTo>
                  <a:cubicBezTo>
                    <a:pt x="1199362" y="1008380"/>
                    <a:pt x="2779723" y="-373704"/>
                    <a:pt x="3826685" y="98411"/>
                  </a:cubicBezTo>
                  <a:lnTo>
                    <a:pt x="3826685" y="193365"/>
                  </a:lnTo>
                  <a:cubicBezTo>
                    <a:pt x="2614623" y="-65927"/>
                    <a:pt x="932662" y="1268632"/>
                    <a:pt x="0" y="968065"/>
                  </a:cubicBezTo>
                  <a:close/>
                </a:path>
              </a:pathLst>
            </a:custGeom>
            <a:solidFill>
              <a:srgbClr val="D4E39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7">
              <a:extLst>
                <a:ext uri="{FF2B5EF4-FFF2-40B4-BE49-F238E27FC236}">
                  <a16:creationId xmlns:a16="http://schemas.microsoft.com/office/drawing/2014/main" id="{1E431CCA-508E-3570-B2FB-B2F0989CDE07}"/>
                </a:ext>
              </a:extLst>
            </p:cNvPr>
            <p:cNvSpPr/>
            <p:nvPr/>
          </p:nvSpPr>
          <p:spPr>
            <a:xfrm rot="19913197" flipH="1" flipV="1">
              <a:off x="4772124" y="2266444"/>
              <a:ext cx="1834353" cy="664398"/>
            </a:xfrm>
            <a:custGeom>
              <a:avLst/>
              <a:gdLst>
                <a:gd name="connsiteX0" fmla="*/ 0 w 1007285"/>
                <a:gd name="connsiteY0" fmla="*/ 0 h 94954"/>
                <a:gd name="connsiteX1" fmla="*/ 1007285 w 1007285"/>
                <a:gd name="connsiteY1" fmla="*/ 0 h 94954"/>
                <a:gd name="connsiteX2" fmla="*/ 1007285 w 1007285"/>
                <a:gd name="connsiteY2" fmla="*/ 94954 h 94954"/>
                <a:gd name="connsiteX3" fmla="*/ 0 w 1007285"/>
                <a:gd name="connsiteY3" fmla="*/ 94954 h 94954"/>
                <a:gd name="connsiteX4" fmla="*/ 0 w 1007285"/>
                <a:gd name="connsiteY4" fmla="*/ 0 h 94954"/>
                <a:gd name="connsiteX0" fmla="*/ 2819400 w 3826685"/>
                <a:gd name="connsiteY0" fmla="*/ 0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4" fmla="*/ 2819400 w 3826685"/>
                <a:gd name="connsiteY4" fmla="*/ 0 h 869654"/>
                <a:gd name="connsiteX0" fmla="*/ 0 w 3826685"/>
                <a:gd name="connsiteY0" fmla="*/ 869654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968065 h 1033547"/>
                <a:gd name="connsiteX1" fmla="*/ 3826685 w 3826685"/>
                <a:gd name="connsiteY1" fmla="*/ 98411 h 1033547"/>
                <a:gd name="connsiteX2" fmla="*/ 3826685 w 3826685"/>
                <a:gd name="connsiteY2" fmla="*/ 193365 h 1033547"/>
                <a:gd name="connsiteX3" fmla="*/ 0 w 3826685"/>
                <a:gd name="connsiteY3" fmla="*/ 968065 h 1033547"/>
                <a:gd name="connsiteX0" fmla="*/ 0 w 3826685"/>
                <a:gd name="connsiteY0" fmla="*/ 968065 h 1013810"/>
                <a:gd name="connsiteX1" fmla="*/ 3826685 w 3826685"/>
                <a:gd name="connsiteY1" fmla="*/ 98411 h 1013810"/>
                <a:gd name="connsiteX2" fmla="*/ 3826685 w 3826685"/>
                <a:gd name="connsiteY2" fmla="*/ 193365 h 1013810"/>
                <a:gd name="connsiteX3" fmla="*/ 0 w 3826685"/>
                <a:gd name="connsiteY3" fmla="*/ 968065 h 1013810"/>
                <a:gd name="connsiteX0" fmla="*/ 0 w 3826685"/>
                <a:gd name="connsiteY0" fmla="*/ 968065 h 1012429"/>
                <a:gd name="connsiteX1" fmla="*/ 3826685 w 3826685"/>
                <a:gd name="connsiteY1" fmla="*/ 98411 h 1012429"/>
                <a:gd name="connsiteX2" fmla="*/ 3826685 w 3826685"/>
                <a:gd name="connsiteY2" fmla="*/ 193365 h 1012429"/>
                <a:gd name="connsiteX3" fmla="*/ 0 w 3826685"/>
                <a:gd name="connsiteY3" fmla="*/ 968065 h 1012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26685" h="1012429">
                  <a:moveTo>
                    <a:pt x="0" y="968065"/>
                  </a:moveTo>
                  <a:cubicBezTo>
                    <a:pt x="1199362" y="1008380"/>
                    <a:pt x="2779723" y="-373704"/>
                    <a:pt x="3826685" y="98411"/>
                  </a:cubicBezTo>
                  <a:lnTo>
                    <a:pt x="3826685" y="193365"/>
                  </a:lnTo>
                  <a:cubicBezTo>
                    <a:pt x="2614623" y="-65927"/>
                    <a:pt x="932662" y="1268632"/>
                    <a:pt x="0" y="968065"/>
                  </a:cubicBezTo>
                  <a:close/>
                </a:path>
              </a:pathLst>
            </a:custGeom>
            <a:solidFill>
              <a:srgbClr val="D4E39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7">
              <a:extLst>
                <a:ext uri="{FF2B5EF4-FFF2-40B4-BE49-F238E27FC236}">
                  <a16:creationId xmlns:a16="http://schemas.microsoft.com/office/drawing/2014/main" id="{A5DA2E98-A8F2-05B4-BDCE-E813CD0A2F8F}"/>
                </a:ext>
              </a:extLst>
            </p:cNvPr>
            <p:cNvSpPr/>
            <p:nvPr/>
          </p:nvSpPr>
          <p:spPr>
            <a:xfrm rot="2342720" flipV="1">
              <a:off x="3228933" y="2382310"/>
              <a:ext cx="2240978" cy="1134720"/>
            </a:xfrm>
            <a:custGeom>
              <a:avLst/>
              <a:gdLst>
                <a:gd name="connsiteX0" fmla="*/ 0 w 1007285"/>
                <a:gd name="connsiteY0" fmla="*/ 0 h 94954"/>
                <a:gd name="connsiteX1" fmla="*/ 1007285 w 1007285"/>
                <a:gd name="connsiteY1" fmla="*/ 0 h 94954"/>
                <a:gd name="connsiteX2" fmla="*/ 1007285 w 1007285"/>
                <a:gd name="connsiteY2" fmla="*/ 94954 h 94954"/>
                <a:gd name="connsiteX3" fmla="*/ 0 w 1007285"/>
                <a:gd name="connsiteY3" fmla="*/ 94954 h 94954"/>
                <a:gd name="connsiteX4" fmla="*/ 0 w 1007285"/>
                <a:gd name="connsiteY4" fmla="*/ 0 h 94954"/>
                <a:gd name="connsiteX0" fmla="*/ 2819400 w 3826685"/>
                <a:gd name="connsiteY0" fmla="*/ 0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4" fmla="*/ 2819400 w 3826685"/>
                <a:gd name="connsiteY4" fmla="*/ 0 h 869654"/>
                <a:gd name="connsiteX0" fmla="*/ 0 w 3826685"/>
                <a:gd name="connsiteY0" fmla="*/ 869654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968065 h 1033547"/>
                <a:gd name="connsiteX1" fmla="*/ 3826685 w 3826685"/>
                <a:gd name="connsiteY1" fmla="*/ 98411 h 1033547"/>
                <a:gd name="connsiteX2" fmla="*/ 3826685 w 3826685"/>
                <a:gd name="connsiteY2" fmla="*/ 193365 h 1033547"/>
                <a:gd name="connsiteX3" fmla="*/ 0 w 3826685"/>
                <a:gd name="connsiteY3" fmla="*/ 968065 h 1033547"/>
                <a:gd name="connsiteX0" fmla="*/ 0 w 3826685"/>
                <a:gd name="connsiteY0" fmla="*/ 968065 h 1013810"/>
                <a:gd name="connsiteX1" fmla="*/ 3826685 w 3826685"/>
                <a:gd name="connsiteY1" fmla="*/ 98411 h 1013810"/>
                <a:gd name="connsiteX2" fmla="*/ 3826685 w 3826685"/>
                <a:gd name="connsiteY2" fmla="*/ 193365 h 1013810"/>
                <a:gd name="connsiteX3" fmla="*/ 0 w 3826685"/>
                <a:gd name="connsiteY3" fmla="*/ 968065 h 1013810"/>
                <a:gd name="connsiteX0" fmla="*/ 0 w 3826685"/>
                <a:gd name="connsiteY0" fmla="*/ 968065 h 1012429"/>
                <a:gd name="connsiteX1" fmla="*/ 3826685 w 3826685"/>
                <a:gd name="connsiteY1" fmla="*/ 98411 h 1012429"/>
                <a:gd name="connsiteX2" fmla="*/ 3826685 w 3826685"/>
                <a:gd name="connsiteY2" fmla="*/ 193365 h 1012429"/>
                <a:gd name="connsiteX3" fmla="*/ 0 w 3826685"/>
                <a:gd name="connsiteY3" fmla="*/ 968065 h 1012429"/>
                <a:gd name="connsiteX0" fmla="*/ 0 w 3777977"/>
                <a:gd name="connsiteY0" fmla="*/ 1443931 h 1477349"/>
                <a:gd name="connsiteX1" fmla="*/ 3777977 w 3777977"/>
                <a:gd name="connsiteY1" fmla="*/ 76111 h 1477349"/>
                <a:gd name="connsiteX2" fmla="*/ 3777977 w 3777977"/>
                <a:gd name="connsiteY2" fmla="*/ 171065 h 1477349"/>
                <a:gd name="connsiteX3" fmla="*/ 0 w 3777977"/>
                <a:gd name="connsiteY3" fmla="*/ 1443931 h 1477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77977" h="1477349">
                  <a:moveTo>
                    <a:pt x="0" y="1443931"/>
                  </a:moveTo>
                  <a:cubicBezTo>
                    <a:pt x="1199362" y="1484246"/>
                    <a:pt x="2731015" y="-396004"/>
                    <a:pt x="3777977" y="76111"/>
                  </a:cubicBezTo>
                  <a:lnTo>
                    <a:pt x="3777977" y="171065"/>
                  </a:lnTo>
                  <a:cubicBezTo>
                    <a:pt x="2565915" y="-88227"/>
                    <a:pt x="932662" y="1744498"/>
                    <a:pt x="0" y="1443931"/>
                  </a:cubicBezTo>
                  <a:close/>
                </a:path>
              </a:pathLst>
            </a:custGeom>
            <a:solidFill>
              <a:srgbClr val="D4E39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7">
              <a:extLst>
                <a:ext uri="{FF2B5EF4-FFF2-40B4-BE49-F238E27FC236}">
                  <a16:creationId xmlns:a16="http://schemas.microsoft.com/office/drawing/2014/main" id="{45CCA865-BE6B-00B8-7E45-E3AFEE26B261}"/>
                </a:ext>
              </a:extLst>
            </p:cNvPr>
            <p:cNvSpPr/>
            <p:nvPr/>
          </p:nvSpPr>
          <p:spPr>
            <a:xfrm rot="2342720" flipV="1">
              <a:off x="4128419" y="1607523"/>
              <a:ext cx="1309447" cy="663039"/>
            </a:xfrm>
            <a:custGeom>
              <a:avLst/>
              <a:gdLst>
                <a:gd name="connsiteX0" fmla="*/ 0 w 1007285"/>
                <a:gd name="connsiteY0" fmla="*/ 0 h 94954"/>
                <a:gd name="connsiteX1" fmla="*/ 1007285 w 1007285"/>
                <a:gd name="connsiteY1" fmla="*/ 0 h 94954"/>
                <a:gd name="connsiteX2" fmla="*/ 1007285 w 1007285"/>
                <a:gd name="connsiteY2" fmla="*/ 94954 h 94954"/>
                <a:gd name="connsiteX3" fmla="*/ 0 w 1007285"/>
                <a:gd name="connsiteY3" fmla="*/ 94954 h 94954"/>
                <a:gd name="connsiteX4" fmla="*/ 0 w 1007285"/>
                <a:gd name="connsiteY4" fmla="*/ 0 h 94954"/>
                <a:gd name="connsiteX0" fmla="*/ 2819400 w 3826685"/>
                <a:gd name="connsiteY0" fmla="*/ 0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4" fmla="*/ 2819400 w 3826685"/>
                <a:gd name="connsiteY4" fmla="*/ 0 h 869654"/>
                <a:gd name="connsiteX0" fmla="*/ 0 w 3826685"/>
                <a:gd name="connsiteY0" fmla="*/ 869654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968065 h 1033547"/>
                <a:gd name="connsiteX1" fmla="*/ 3826685 w 3826685"/>
                <a:gd name="connsiteY1" fmla="*/ 98411 h 1033547"/>
                <a:gd name="connsiteX2" fmla="*/ 3826685 w 3826685"/>
                <a:gd name="connsiteY2" fmla="*/ 193365 h 1033547"/>
                <a:gd name="connsiteX3" fmla="*/ 0 w 3826685"/>
                <a:gd name="connsiteY3" fmla="*/ 968065 h 1033547"/>
                <a:gd name="connsiteX0" fmla="*/ 0 w 3826685"/>
                <a:gd name="connsiteY0" fmla="*/ 968065 h 1013810"/>
                <a:gd name="connsiteX1" fmla="*/ 3826685 w 3826685"/>
                <a:gd name="connsiteY1" fmla="*/ 98411 h 1013810"/>
                <a:gd name="connsiteX2" fmla="*/ 3826685 w 3826685"/>
                <a:gd name="connsiteY2" fmla="*/ 193365 h 1013810"/>
                <a:gd name="connsiteX3" fmla="*/ 0 w 3826685"/>
                <a:gd name="connsiteY3" fmla="*/ 968065 h 1013810"/>
                <a:gd name="connsiteX0" fmla="*/ 0 w 3826685"/>
                <a:gd name="connsiteY0" fmla="*/ 968065 h 1012429"/>
                <a:gd name="connsiteX1" fmla="*/ 3826685 w 3826685"/>
                <a:gd name="connsiteY1" fmla="*/ 98411 h 1012429"/>
                <a:gd name="connsiteX2" fmla="*/ 3826685 w 3826685"/>
                <a:gd name="connsiteY2" fmla="*/ 193365 h 1012429"/>
                <a:gd name="connsiteX3" fmla="*/ 0 w 3826685"/>
                <a:gd name="connsiteY3" fmla="*/ 968065 h 1012429"/>
                <a:gd name="connsiteX0" fmla="*/ 0 w 3777977"/>
                <a:gd name="connsiteY0" fmla="*/ 1443931 h 1477349"/>
                <a:gd name="connsiteX1" fmla="*/ 3777977 w 3777977"/>
                <a:gd name="connsiteY1" fmla="*/ 76111 h 1477349"/>
                <a:gd name="connsiteX2" fmla="*/ 3777977 w 3777977"/>
                <a:gd name="connsiteY2" fmla="*/ 171065 h 1477349"/>
                <a:gd name="connsiteX3" fmla="*/ 0 w 3777977"/>
                <a:gd name="connsiteY3" fmla="*/ 1443931 h 1477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77977" h="1477349">
                  <a:moveTo>
                    <a:pt x="0" y="1443931"/>
                  </a:moveTo>
                  <a:cubicBezTo>
                    <a:pt x="1199362" y="1484246"/>
                    <a:pt x="2731015" y="-396004"/>
                    <a:pt x="3777977" y="76111"/>
                  </a:cubicBezTo>
                  <a:lnTo>
                    <a:pt x="3777977" y="171065"/>
                  </a:lnTo>
                  <a:cubicBezTo>
                    <a:pt x="2565915" y="-88227"/>
                    <a:pt x="932662" y="1744498"/>
                    <a:pt x="0" y="1443931"/>
                  </a:cubicBezTo>
                  <a:close/>
                </a:path>
              </a:pathLst>
            </a:custGeom>
            <a:solidFill>
              <a:srgbClr val="D4E39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7">
              <a:extLst>
                <a:ext uri="{FF2B5EF4-FFF2-40B4-BE49-F238E27FC236}">
                  <a16:creationId xmlns:a16="http://schemas.microsoft.com/office/drawing/2014/main" id="{6D828204-567D-6BCD-3374-3C7B536117EE}"/>
                </a:ext>
              </a:extLst>
            </p:cNvPr>
            <p:cNvSpPr/>
            <p:nvPr/>
          </p:nvSpPr>
          <p:spPr>
            <a:xfrm rot="19257280" flipH="1" flipV="1">
              <a:off x="4856477" y="1298218"/>
              <a:ext cx="1309447" cy="663039"/>
            </a:xfrm>
            <a:custGeom>
              <a:avLst/>
              <a:gdLst>
                <a:gd name="connsiteX0" fmla="*/ 0 w 1007285"/>
                <a:gd name="connsiteY0" fmla="*/ 0 h 94954"/>
                <a:gd name="connsiteX1" fmla="*/ 1007285 w 1007285"/>
                <a:gd name="connsiteY1" fmla="*/ 0 h 94954"/>
                <a:gd name="connsiteX2" fmla="*/ 1007285 w 1007285"/>
                <a:gd name="connsiteY2" fmla="*/ 94954 h 94954"/>
                <a:gd name="connsiteX3" fmla="*/ 0 w 1007285"/>
                <a:gd name="connsiteY3" fmla="*/ 94954 h 94954"/>
                <a:gd name="connsiteX4" fmla="*/ 0 w 1007285"/>
                <a:gd name="connsiteY4" fmla="*/ 0 h 94954"/>
                <a:gd name="connsiteX0" fmla="*/ 2819400 w 3826685"/>
                <a:gd name="connsiteY0" fmla="*/ 0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4" fmla="*/ 2819400 w 3826685"/>
                <a:gd name="connsiteY4" fmla="*/ 0 h 869654"/>
                <a:gd name="connsiteX0" fmla="*/ 0 w 3826685"/>
                <a:gd name="connsiteY0" fmla="*/ 869654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968065 h 1033547"/>
                <a:gd name="connsiteX1" fmla="*/ 3826685 w 3826685"/>
                <a:gd name="connsiteY1" fmla="*/ 98411 h 1033547"/>
                <a:gd name="connsiteX2" fmla="*/ 3826685 w 3826685"/>
                <a:gd name="connsiteY2" fmla="*/ 193365 h 1033547"/>
                <a:gd name="connsiteX3" fmla="*/ 0 w 3826685"/>
                <a:gd name="connsiteY3" fmla="*/ 968065 h 1033547"/>
                <a:gd name="connsiteX0" fmla="*/ 0 w 3826685"/>
                <a:gd name="connsiteY0" fmla="*/ 968065 h 1013810"/>
                <a:gd name="connsiteX1" fmla="*/ 3826685 w 3826685"/>
                <a:gd name="connsiteY1" fmla="*/ 98411 h 1013810"/>
                <a:gd name="connsiteX2" fmla="*/ 3826685 w 3826685"/>
                <a:gd name="connsiteY2" fmla="*/ 193365 h 1013810"/>
                <a:gd name="connsiteX3" fmla="*/ 0 w 3826685"/>
                <a:gd name="connsiteY3" fmla="*/ 968065 h 1013810"/>
                <a:gd name="connsiteX0" fmla="*/ 0 w 3826685"/>
                <a:gd name="connsiteY0" fmla="*/ 968065 h 1012429"/>
                <a:gd name="connsiteX1" fmla="*/ 3826685 w 3826685"/>
                <a:gd name="connsiteY1" fmla="*/ 98411 h 1012429"/>
                <a:gd name="connsiteX2" fmla="*/ 3826685 w 3826685"/>
                <a:gd name="connsiteY2" fmla="*/ 193365 h 1012429"/>
                <a:gd name="connsiteX3" fmla="*/ 0 w 3826685"/>
                <a:gd name="connsiteY3" fmla="*/ 968065 h 1012429"/>
                <a:gd name="connsiteX0" fmla="*/ 0 w 3777977"/>
                <a:gd name="connsiteY0" fmla="*/ 1443931 h 1477349"/>
                <a:gd name="connsiteX1" fmla="*/ 3777977 w 3777977"/>
                <a:gd name="connsiteY1" fmla="*/ 76111 h 1477349"/>
                <a:gd name="connsiteX2" fmla="*/ 3777977 w 3777977"/>
                <a:gd name="connsiteY2" fmla="*/ 171065 h 1477349"/>
                <a:gd name="connsiteX3" fmla="*/ 0 w 3777977"/>
                <a:gd name="connsiteY3" fmla="*/ 1443931 h 1477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77977" h="1477349">
                  <a:moveTo>
                    <a:pt x="0" y="1443931"/>
                  </a:moveTo>
                  <a:cubicBezTo>
                    <a:pt x="1199362" y="1484246"/>
                    <a:pt x="2731015" y="-396004"/>
                    <a:pt x="3777977" y="76111"/>
                  </a:cubicBezTo>
                  <a:lnTo>
                    <a:pt x="3777977" y="171065"/>
                  </a:lnTo>
                  <a:cubicBezTo>
                    <a:pt x="2565915" y="-88227"/>
                    <a:pt x="932662" y="1744498"/>
                    <a:pt x="0" y="1443931"/>
                  </a:cubicBezTo>
                  <a:close/>
                </a:path>
              </a:pathLst>
            </a:custGeom>
            <a:solidFill>
              <a:srgbClr val="D4E39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3AD9A629-52C7-65EC-E381-14932F6F84EA}"/>
                </a:ext>
              </a:extLst>
            </p:cNvPr>
            <p:cNvSpPr/>
            <p:nvPr/>
          </p:nvSpPr>
          <p:spPr>
            <a:xfrm>
              <a:off x="4658011" y="945397"/>
              <a:ext cx="617145" cy="6509288"/>
            </a:xfrm>
            <a:custGeom>
              <a:avLst/>
              <a:gdLst>
                <a:gd name="connsiteX0" fmla="*/ 469438 w 617145"/>
                <a:gd name="connsiteY0" fmla="*/ 0 h 6509288"/>
                <a:gd name="connsiteX1" fmla="*/ 385238 w 617145"/>
                <a:gd name="connsiteY1" fmla="*/ 6164783 h 6509288"/>
                <a:gd name="connsiteX2" fmla="*/ 419530 w 617145"/>
                <a:gd name="connsiteY2" fmla="*/ 6468512 h 6509288"/>
                <a:gd name="connsiteX3" fmla="*/ 380244 w 617145"/>
                <a:gd name="connsiteY3" fmla="*/ 6494327 h 6509288"/>
                <a:gd name="connsiteX4" fmla="*/ 322209 w 617145"/>
                <a:gd name="connsiteY4" fmla="*/ 6509288 h 6509288"/>
                <a:gd name="connsiteX5" fmla="*/ 200705 w 617145"/>
                <a:gd name="connsiteY5" fmla="*/ 6471238 h 6509288"/>
                <a:gd name="connsiteX6" fmla="*/ 186604 w 617145"/>
                <a:gd name="connsiteY6" fmla="*/ 6460137 h 6509288"/>
                <a:gd name="connsiteX7" fmla="*/ 186656 w 617145"/>
                <a:gd name="connsiteY7" fmla="*/ 6448280 h 6509288"/>
                <a:gd name="connsiteX8" fmla="*/ 469438 w 617145"/>
                <a:gd name="connsiteY8" fmla="*/ 0 h 6509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7145" h="6509288">
                  <a:moveTo>
                    <a:pt x="469438" y="0"/>
                  </a:moveTo>
                  <a:cubicBezTo>
                    <a:pt x="965376" y="923718"/>
                    <a:pt x="23083" y="2634990"/>
                    <a:pt x="385238" y="6164783"/>
                  </a:cubicBezTo>
                  <a:lnTo>
                    <a:pt x="419530" y="6468512"/>
                  </a:lnTo>
                  <a:lnTo>
                    <a:pt x="380244" y="6494327"/>
                  </a:lnTo>
                  <a:cubicBezTo>
                    <a:pt x="362489" y="6502266"/>
                    <a:pt x="343196" y="6507351"/>
                    <a:pt x="322209" y="6509288"/>
                  </a:cubicBezTo>
                  <a:cubicBezTo>
                    <a:pt x="279589" y="6508642"/>
                    <a:pt x="239148" y="6495404"/>
                    <a:pt x="200705" y="6471238"/>
                  </a:cubicBezTo>
                  <a:lnTo>
                    <a:pt x="186604" y="6460137"/>
                  </a:lnTo>
                  <a:lnTo>
                    <a:pt x="186656" y="6448280"/>
                  </a:lnTo>
                  <a:cubicBezTo>
                    <a:pt x="-484692" y="3502988"/>
                    <a:pt x="904190" y="829528"/>
                    <a:pt x="469438" y="0"/>
                  </a:cubicBezTo>
                  <a:close/>
                </a:path>
              </a:pathLst>
            </a:custGeom>
            <a:solidFill>
              <a:srgbClr val="D4E39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242377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E9B7ED7-57A6-D095-D153-B2B2750E0FCC}"/>
              </a:ext>
            </a:extLst>
          </p:cNvPr>
          <p:cNvGrpSpPr/>
          <p:nvPr/>
        </p:nvGrpSpPr>
        <p:grpSpPr>
          <a:xfrm>
            <a:off x="2171700" y="922180"/>
            <a:ext cx="5065710" cy="5928040"/>
            <a:chOff x="1811209" y="375826"/>
            <a:chExt cx="6340602" cy="7419956"/>
          </a:xfrm>
        </p:grpSpPr>
        <p:sp>
          <p:nvSpPr>
            <p:cNvPr id="11" name="Rectangle 2">
              <a:extLst>
                <a:ext uri="{FF2B5EF4-FFF2-40B4-BE49-F238E27FC236}">
                  <a16:creationId xmlns:a16="http://schemas.microsoft.com/office/drawing/2014/main" id="{D57E0125-3628-9F76-45E4-E0E00C13C088}"/>
                </a:ext>
              </a:extLst>
            </p:cNvPr>
            <p:cNvSpPr/>
            <p:nvPr/>
          </p:nvSpPr>
          <p:spPr>
            <a:xfrm>
              <a:off x="1811209" y="375826"/>
              <a:ext cx="6242639" cy="5091518"/>
            </a:xfrm>
            <a:custGeom>
              <a:avLst/>
              <a:gdLst>
                <a:gd name="connsiteX0" fmla="*/ 0 w 1451428"/>
                <a:gd name="connsiteY0" fmla="*/ 0 h 580572"/>
                <a:gd name="connsiteX1" fmla="*/ 1451428 w 1451428"/>
                <a:gd name="connsiteY1" fmla="*/ 0 h 580572"/>
                <a:gd name="connsiteX2" fmla="*/ 1451428 w 1451428"/>
                <a:gd name="connsiteY2" fmla="*/ 580572 h 580572"/>
                <a:gd name="connsiteX3" fmla="*/ 0 w 1451428"/>
                <a:gd name="connsiteY3" fmla="*/ 580572 h 580572"/>
                <a:gd name="connsiteX4" fmla="*/ 0 w 1451428"/>
                <a:gd name="connsiteY4" fmla="*/ 0 h 580572"/>
                <a:gd name="connsiteX0" fmla="*/ 87086 w 1538514"/>
                <a:gd name="connsiteY0" fmla="*/ 0 h 3135086"/>
                <a:gd name="connsiteX1" fmla="*/ 1538514 w 1538514"/>
                <a:gd name="connsiteY1" fmla="*/ 0 h 3135086"/>
                <a:gd name="connsiteX2" fmla="*/ 1538514 w 1538514"/>
                <a:gd name="connsiteY2" fmla="*/ 580572 h 3135086"/>
                <a:gd name="connsiteX3" fmla="*/ 0 w 1538514"/>
                <a:gd name="connsiteY3" fmla="*/ 3135086 h 3135086"/>
                <a:gd name="connsiteX4" fmla="*/ 87086 w 1538514"/>
                <a:gd name="connsiteY4" fmla="*/ 0 h 3135086"/>
                <a:gd name="connsiteX0" fmla="*/ 87086 w 1538514"/>
                <a:gd name="connsiteY0" fmla="*/ 0 h 3280229"/>
                <a:gd name="connsiteX1" fmla="*/ 1538514 w 1538514"/>
                <a:gd name="connsiteY1" fmla="*/ 0 h 3280229"/>
                <a:gd name="connsiteX2" fmla="*/ 1538514 w 1538514"/>
                <a:gd name="connsiteY2" fmla="*/ 580572 h 3280229"/>
                <a:gd name="connsiteX3" fmla="*/ 449943 w 1538514"/>
                <a:gd name="connsiteY3" fmla="*/ 3280229 h 3280229"/>
                <a:gd name="connsiteX4" fmla="*/ 0 w 1538514"/>
                <a:gd name="connsiteY4" fmla="*/ 3135086 h 3280229"/>
                <a:gd name="connsiteX5" fmla="*/ 87086 w 1538514"/>
                <a:gd name="connsiteY5" fmla="*/ 0 h 3280229"/>
                <a:gd name="connsiteX0" fmla="*/ 87086 w 2830181"/>
                <a:gd name="connsiteY0" fmla="*/ 0 h 3280229"/>
                <a:gd name="connsiteX1" fmla="*/ 1538514 w 2830181"/>
                <a:gd name="connsiteY1" fmla="*/ 0 h 3280229"/>
                <a:gd name="connsiteX2" fmla="*/ 1538514 w 2830181"/>
                <a:gd name="connsiteY2" fmla="*/ 580572 h 3280229"/>
                <a:gd name="connsiteX3" fmla="*/ 2815771 w 2830181"/>
                <a:gd name="connsiteY3" fmla="*/ 2873829 h 3280229"/>
                <a:gd name="connsiteX4" fmla="*/ 449943 w 2830181"/>
                <a:gd name="connsiteY4" fmla="*/ 3280229 h 3280229"/>
                <a:gd name="connsiteX5" fmla="*/ 0 w 2830181"/>
                <a:gd name="connsiteY5" fmla="*/ 3135086 h 3280229"/>
                <a:gd name="connsiteX6" fmla="*/ 87086 w 2830181"/>
                <a:gd name="connsiteY6" fmla="*/ 0 h 3280229"/>
                <a:gd name="connsiteX0" fmla="*/ 87086 w 3468158"/>
                <a:gd name="connsiteY0" fmla="*/ 0 h 3280229"/>
                <a:gd name="connsiteX1" fmla="*/ 1538514 w 3468158"/>
                <a:gd name="connsiteY1" fmla="*/ 0 h 3280229"/>
                <a:gd name="connsiteX2" fmla="*/ 1538514 w 3468158"/>
                <a:gd name="connsiteY2" fmla="*/ 580572 h 3280229"/>
                <a:gd name="connsiteX3" fmla="*/ 3410857 w 3468158"/>
                <a:gd name="connsiteY3" fmla="*/ 2467429 h 3280229"/>
                <a:gd name="connsiteX4" fmla="*/ 2815771 w 3468158"/>
                <a:gd name="connsiteY4" fmla="*/ 2873829 h 3280229"/>
                <a:gd name="connsiteX5" fmla="*/ 449943 w 3468158"/>
                <a:gd name="connsiteY5" fmla="*/ 3280229 h 3280229"/>
                <a:gd name="connsiteX6" fmla="*/ 0 w 3468158"/>
                <a:gd name="connsiteY6" fmla="*/ 3135086 h 3280229"/>
                <a:gd name="connsiteX7" fmla="*/ 87086 w 3468158"/>
                <a:gd name="connsiteY7" fmla="*/ 0 h 3280229"/>
                <a:gd name="connsiteX0" fmla="*/ 87086 w 3688986"/>
                <a:gd name="connsiteY0" fmla="*/ 0 h 3280229"/>
                <a:gd name="connsiteX1" fmla="*/ 1538514 w 3688986"/>
                <a:gd name="connsiteY1" fmla="*/ 0 h 3280229"/>
                <a:gd name="connsiteX2" fmla="*/ 1538514 w 3688986"/>
                <a:gd name="connsiteY2" fmla="*/ 580572 h 3280229"/>
                <a:gd name="connsiteX3" fmla="*/ 3570513 w 3688986"/>
                <a:gd name="connsiteY3" fmla="*/ 2322286 h 3280229"/>
                <a:gd name="connsiteX4" fmla="*/ 3410857 w 3688986"/>
                <a:gd name="connsiteY4" fmla="*/ 2467429 h 3280229"/>
                <a:gd name="connsiteX5" fmla="*/ 2815771 w 3688986"/>
                <a:gd name="connsiteY5" fmla="*/ 2873829 h 3280229"/>
                <a:gd name="connsiteX6" fmla="*/ 449943 w 3688986"/>
                <a:gd name="connsiteY6" fmla="*/ 3280229 h 3280229"/>
                <a:gd name="connsiteX7" fmla="*/ 0 w 3688986"/>
                <a:gd name="connsiteY7" fmla="*/ 3135086 h 3280229"/>
                <a:gd name="connsiteX8" fmla="*/ 87086 w 3688986"/>
                <a:gd name="connsiteY8" fmla="*/ 0 h 3280229"/>
                <a:gd name="connsiteX0" fmla="*/ 87086 w 4390220"/>
                <a:gd name="connsiteY0" fmla="*/ 0 h 3280229"/>
                <a:gd name="connsiteX1" fmla="*/ 1538514 w 4390220"/>
                <a:gd name="connsiteY1" fmla="*/ 0 h 3280229"/>
                <a:gd name="connsiteX2" fmla="*/ 1538514 w 4390220"/>
                <a:gd name="connsiteY2" fmla="*/ 580572 h 3280229"/>
                <a:gd name="connsiteX3" fmla="*/ 4325256 w 4390220"/>
                <a:gd name="connsiteY3" fmla="*/ 1393372 h 3280229"/>
                <a:gd name="connsiteX4" fmla="*/ 3570513 w 4390220"/>
                <a:gd name="connsiteY4" fmla="*/ 2322286 h 3280229"/>
                <a:gd name="connsiteX5" fmla="*/ 3410857 w 4390220"/>
                <a:gd name="connsiteY5" fmla="*/ 2467429 h 3280229"/>
                <a:gd name="connsiteX6" fmla="*/ 2815771 w 4390220"/>
                <a:gd name="connsiteY6" fmla="*/ 2873829 h 3280229"/>
                <a:gd name="connsiteX7" fmla="*/ 449943 w 4390220"/>
                <a:gd name="connsiteY7" fmla="*/ 3280229 h 3280229"/>
                <a:gd name="connsiteX8" fmla="*/ 0 w 4390220"/>
                <a:gd name="connsiteY8" fmla="*/ 3135086 h 3280229"/>
                <a:gd name="connsiteX9" fmla="*/ 87086 w 4390220"/>
                <a:gd name="connsiteY9" fmla="*/ 0 h 3280229"/>
                <a:gd name="connsiteX0" fmla="*/ 87086 w 4536605"/>
                <a:gd name="connsiteY0" fmla="*/ 0 h 3280229"/>
                <a:gd name="connsiteX1" fmla="*/ 1538514 w 4536605"/>
                <a:gd name="connsiteY1" fmla="*/ 0 h 3280229"/>
                <a:gd name="connsiteX2" fmla="*/ 1538514 w 4536605"/>
                <a:gd name="connsiteY2" fmla="*/ 580572 h 3280229"/>
                <a:gd name="connsiteX3" fmla="*/ 4325256 w 4536605"/>
                <a:gd name="connsiteY3" fmla="*/ 972457 h 3280229"/>
                <a:gd name="connsiteX4" fmla="*/ 4325256 w 4536605"/>
                <a:gd name="connsiteY4" fmla="*/ 1393372 h 3280229"/>
                <a:gd name="connsiteX5" fmla="*/ 3570513 w 4536605"/>
                <a:gd name="connsiteY5" fmla="*/ 2322286 h 3280229"/>
                <a:gd name="connsiteX6" fmla="*/ 3410857 w 4536605"/>
                <a:gd name="connsiteY6" fmla="*/ 2467429 h 3280229"/>
                <a:gd name="connsiteX7" fmla="*/ 2815771 w 4536605"/>
                <a:gd name="connsiteY7" fmla="*/ 2873829 h 3280229"/>
                <a:gd name="connsiteX8" fmla="*/ 449943 w 4536605"/>
                <a:gd name="connsiteY8" fmla="*/ 3280229 h 3280229"/>
                <a:gd name="connsiteX9" fmla="*/ 0 w 4536605"/>
                <a:gd name="connsiteY9" fmla="*/ 3135086 h 3280229"/>
                <a:gd name="connsiteX10" fmla="*/ 87086 w 4536605"/>
                <a:gd name="connsiteY10" fmla="*/ 0 h 3280229"/>
                <a:gd name="connsiteX0" fmla="*/ 87086 w 4556058"/>
                <a:gd name="connsiteY0" fmla="*/ 0 h 3280229"/>
                <a:gd name="connsiteX1" fmla="*/ 1538514 w 4556058"/>
                <a:gd name="connsiteY1" fmla="*/ 0 h 3280229"/>
                <a:gd name="connsiteX2" fmla="*/ 1538514 w 4556058"/>
                <a:gd name="connsiteY2" fmla="*/ 580572 h 3280229"/>
                <a:gd name="connsiteX3" fmla="*/ 4383313 w 4556058"/>
                <a:gd name="connsiteY3" fmla="*/ 609600 h 3280229"/>
                <a:gd name="connsiteX4" fmla="*/ 4325256 w 4556058"/>
                <a:gd name="connsiteY4" fmla="*/ 972457 h 3280229"/>
                <a:gd name="connsiteX5" fmla="*/ 4325256 w 4556058"/>
                <a:gd name="connsiteY5" fmla="*/ 1393372 h 3280229"/>
                <a:gd name="connsiteX6" fmla="*/ 3570513 w 4556058"/>
                <a:gd name="connsiteY6" fmla="*/ 2322286 h 3280229"/>
                <a:gd name="connsiteX7" fmla="*/ 3410857 w 4556058"/>
                <a:gd name="connsiteY7" fmla="*/ 2467429 h 3280229"/>
                <a:gd name="connsiteX8" fmla="*/ 2815771 w 4556058"/>
                <a:gd name="connsiteY8" fmla="*/ 2873829 h 3280229"/>
                <a:gd name="connsiteX9" fmla="*/ 449943 w 4556058"/>
                <a:gd name="connsiteY9" fmla="*/ 3280229 h 3280229"/>
                <a:gd name="connsiteX10" fmla="*/ 0 w 4556058"/>
                <a:gd name="connsiteY10" fmla="*/ 3135086 h 3280229"/>
                <a:gd name="connsiteX11" fmla="*/ 87086 w 4556058"/>
                <a:gd name="connsiteY11" fmla="*/ 0 h 3280229"/>
                <a:gd name="connsiteX0" fmla="*/ 87086 w 4538546"/>
                <a:gd name="connsiteY0" fmla="*/ 0 h 3280229"/>
                <a:gd name="connsiteX1" fmla="*/ 1538514 w 4538546"/>
                <a:gd name="connsiteY1" fmla="*/ 0 h 3280229"/>
                <a:gd name="connsiteX2" fmla="*/ 1538514 w 4538546"/>
                <a:gd name="connsiteY2" fmla="*/ 580572 h 3280229"/>
                <a:gd name="connsiteX3" fmla="*/ 4339769 w 4538546"/>
                <a:gd name="connsiteY3" fmla="*/ 290286 h 3280229"/>
                <a:gd name="connsiteX4" fmla="*/ 4383313 w 4538546"/>
                <a:gd name="connsiteY4" fmla="*/ 609600 h 3280229"/>
                <a:gd name="connsiteX5" fmla="*/ 4325256 w 4538546"/>
                <a:gd name="connsiteY5" fmla="*/ 972457 h 3280229"/>
                <a:gd name="connsiteX6" fmla="*/ 4325256 w 4538546"/>
                <a:gd name="connsiteY6" fmla="*/ 1393372 h 3280229"/>
                <a:gd name="connsiteX7" fmla="*/ 3570513 w 4538546"/>
                <a:gd name="connsiteY7" fmla="*/ 2322286 h 3280229"/>
                <a:gd name="connsiteX8" fmla="*/ 3410857 w 4538546"/>
                <a:gd name="connsiteY8" fmla="*/ 2467429 h 3280229"/>
                <a:gd name="connsiteX9" fmla="*/ 2815771 w 4538546"/>
                <a:gd name="connsiteY9" fmla="*/ 2873829 h 3280229"/>
                <a:gd name="connsiteX10" fmla="*/ 449943 w 4538546"/>
                <a:gd name="connsiteY10" fmla="*/ 3280229 h 3280229"/>
                <a:gd name="connsiteX11" fmla="*/ 0 w 4538546"/>
                <a:gd name="connsiteY11" fmla="*/ 3135086 h 3280229"/>
                <a:gd name="connsiteX12" fmla="*/ 87086 w 4538546"/>
                <a:gd name="connsiteY12" fmla="*/ 0 h 3280229"/>
                <a:gd name="connsiteX0" fmla="*/ 87086 w 4538546"/>
                <a:gd name="connsiteY0" fmla="*/ 841828 h 4122057"/>
                <a:gd name="connsiteX1" fmla="*/ 1538514 w 4538546"/>
                <a:gd name="connsiteY1" fmla="*/ 841828 h 4122057"/>
                <a:gd name="connsiteX2" fmla="*/ 3817257 w 4538546"/>
                <a:gd name="connsiteY2" fmla="*/ 0 h 4122057"/>
                <a:gd name="connsiteX3" fmla="*/ 4339769 w 4538546"/>
                <a:gd name="connsiteY3" fmla="*/ 1132114 h 4122057"/>
                <a:gd name="connsiteX4" fmla="*/ 4383313 w 4538546"/>
                <a:gd name="connsiteY4" fmla="*/ 1451428 h 4122057"/>
                <a:gd name="connsiteX5" fmla="*/ 4325256 w 4538546"/>
                <a:gd name="connsiteY5" fmla="*/ 1814285 h 4122057"/>
                <a:gd name="connsiteX6" fmla="*/ 4325256 w 4538546"/>
                <a:gd name="connsiteY6" fmla="*/ 2235200 h 4122057"/>
                <a:gd name="connsiteX7" fmla="*/ 3570513 w 4538546"/>
                <a:gd name="connsiteY7" fmla="*/ 3164114 h 4122057"/>
                <a:gd name="connsiteX8" fmla="*/ 3410857 w 4538546"/>
                <a:gd name="connsiteY8" fmla="*/ 3309257 h 4122057"/>
                <a:gd name="connsiteX9" fmla="*/ 2815771 w 4538546"/>
                <a:gd name="connsiteY9" fmla="*/ 3715657 h 4122057"/>
                <a:gd name="connsiteX10" fmla="*/ 449943 w 4538546"/>
                <a:gd name="connsiteY10" fmla="*/ 4122057 h 4122057"/>
                <a:gd name="connsiteX11" fmla="*/ 0 w 4538546"/>
                <a:gd name="connsiteY11" fmla="*/ 3976914 h 4122057"/>
                <a:gd name="connsiteX12" fmla="*/ 87086 w 4538546"/>
                <a:gd name="connsiteY12" fmla="*/ 841828 h 4122057"/>
                <a:gd name="connsiteX0" fmla="*/ 87086 w 4538546"/>
                <a:gd name="connsiteY0" fmla="*/ 870857 h 4151086"/>
                <a:gd name="connsiteX1" fmla="*/ 1538514 w 4538546"/>
                <a:gd name="connsiteY1" fmla="*/ 870857 h 4151086"/>
                <a:gd name="connsiteX2" fmla="*/ 3599541 w 4538546"/>
                <a:gd name="connsiteY2" fmla="*/ 0 h 4151086"/>
                <a:gd name="connsiteX3" fmla="*/ 3817257 w 4538546"/>
                <a:gd name="connsiteY3" fmla="*/ 29029 h 4151086"/>
                <a:gd name="connsiteX4" fmla="*/ 4339769 w 4538546"/>
                <a:gd name="connsiteY4" fmla="*/ 1161143 h 4151086"/>
                <a:gd name="connsiteX5" fmla="*/ 4383313 w 4538546"/>
                <a:gd name="connsiteY5" fmla="*/ 1480457 h 4151086"/>
                <a:gd name="connsiteX6" fmla="*/ 4325256 w 4538546"/>
                <a:gd name="connsiteY6" fmla="*/ 1843314 h 4151086"/>
                <a:gd name="connsiteX7" fmla="*/ 4325256 w 4538546"/>
                <a:gd name="connsiteY7" fmla="*/ 2264229 h 4151086"/>
                <a:gd name="connsiteX8" fmla="*/ 3570513 w 4538546"/>
                <a:gd name="connsiteY8" fmla="*/ 3193143 h 4151086"/>
                <a:gd name="connsiteX9" fmla="*/ 3410857 w 4538546"/>
                <a:gd name="connsiteY9" fmla="*/ 3338286 h 4151086"/>
                <a:gd name="connsiteX10" fmla="*/ 2815771 w 4538546"/>
                <a:gd name="connsiteY10" fmla="*/ 3744686 h 4151086"/>
                <a:gd name="connsiteX11" fmla="*/ 449943 w 4538546"/>
                <a:gd name="connsiteY11" fmla="*/ 4151086 h 4151086"/>
                <a:gd name="connsiteX12" fmla="*/ 0 w 4538546"/>
                <a:gd name="connsiteY12" fmla="*/ 4005943 h 4151086"/>
                <a:gd name="connsiteX13" fmla="*/ 87086 w 4538546"/>
                <a:gd name="connsiteY13" fmla="*/ 870857 h 4151086"/>
                <a:gd name="connsiteX0" fmla="*/ 87086 w 4538546"/>
                <a:gd name="connsiteY0" fmla="*/ 1384403 h 4664632"/>
                <a:gd name="connsiteX1" fmla="*/ 1538514 w 4538546"/>
                <a:gd name="connsiteY1" fmla="*/ 1384403 h 4664632"/>
                <a:gd name="connsiteX2" fmla="*/ 2235198 w 4538546"/>
                <a:gd name="connsiteY2" fmla="*/ 20060 h 4664632"/>
                <a:gd name="connsiteX3" fmla="*/ 3599541 w 4538546"/>
                <a:gd name="connsiteY3" fmla="*/ 513546 h 4664632"/>
                <a:gd name="connsiteX4" fmla="*/ 3817257 w 4538546"/>
                <a:gd name="connsiteY4" fmla="*/ 542575 h 4664632"/>
                <a:gd name="connsiteX5" fmla="*/ 4339769 w 4538546"/>
                <a:gd name="connsiteY5" fmla="*/ 1674689 h 4664632"/>
                <a:gd name="connsiteX6" fmla="*/ 4383313 w 4538546"/>
                <a:gd name="connsiteY6" fmla="*/ 1994003 h 4664632"/>
                <a:gd name="connsiteX7" fmla="*/ 4325256 w 4538546"/>
                <a:gd name="connsiteY7" fmla="*/ 2356860 h 4664632"/>
                <a:gd name="connsiteX8" fmla="*/ 4325256 w 4538546"/>
                <a:gd name="connsiteY8" fmla="*/ 2777775 h 4664632"/>
                <a:gd name="connsiteX9" fmla="*/ 3570513 w 4538546"/>
                <a:gd name="connsiteY9" fmla="*/ 3706689 h 4664632"/>
                <a:gd name="connsiteX10" fmla="*/ 3410857 w 4538546"/>
                <a:gd name="connsiteY10" fmla="*/ 3851832 h 4664632"/>
                <a:gd name="connsiteX11" fmla="*/ 2815771 w 4538546"/>
                <a:gd name="connsiteY11" fmla="*/ 4258232 h 4664632"/>
                <a:gd name="connsiteX12" fmla="*/ 449943 w 4538546"/>
                <a:gd name="connsiteY12" fmla="*/ 4664632 h 4664632"/>
                <a:gd name="connsiteX13" fmla="*/ 0 w 4538546"/>
                <a:gd name="connsiteY13" fmla="*/ 4519489 h 4664632"/>
                <a:gd name="connsiteX14" fmla="*/ 87086 w 4538546"/>
                <a:gd name="connsiteY14" fmla="*/ 1384403 h 4664632"/>
                <a:gd name="connsiteX0" fmla="*/ 87086 w 4538546"/>
                <a:gd name="connsiteY0" fmla="*/ 1384403 h 4664632"/>
                <a:gd name="connsiteX1" fmla="*/ 43542 w 4538546"/>
                <a:gd name="connsiteY1" fmla="*/ 528060 h 4664632"/>
                <a:gd name="connsiteX2" fmla="*/ 2235198 w 4538546"/>
                <a:gd name="connsiteY2" fmla="*/ 20060 h 4664632"/>
                <a:gd name="connsiteX3" fmla="*/ 3599541 w 4538546"/>
                <a:gd name="connsiteY3" fmla="*/ 513546 h 4664632"/>
                <a:gd name="connsiteX4" fmla="*/ 3817257 w 4538546"/>
                <a:gd name="connsiteY4" fmla="*/ 542575 h 4664632"/>
                <a:gd name="connsiteX5" fmla="*/ 4339769 w 4538546"/>
                <a:gd name="connsiteY5" fmla="*/ 1674689 h 4664632"/>
                <a:gd name="connsiteX6" fmla="*/ 4383313 w 4538546"/>
                <a:gd name="connsiteY6" fmla="*/ 1994003 h 4664632"/>
                <a:gd name="connsiteX7" fmla="*/ 4325256 w 4538546"/>
                <a:gd name="connsiteY7" fmla="*/ 2356860 h 4664632"/>
                <a:gd name="connsiteX8" fmla="*/ 4325256 w 4538546"/>
                <a:gd name="connsiteY8" fmla="*/ 2777775 h 4664632"/>
                <a:gd name="connsiteX9" fmla="*/ 3570513 w 4538546"/>
                <a:gd name="connsiteY9" fmla="*/ 3706689 h 4664632"/>
                <a:gd name="connsiteX10" fmla="*/ 3410857 w 4538546"/>
                <a:gd name="connsiteY10" fmla="*/ 3851832 h 4664632"/>
                <a:gd name="connsiteX11" fmla="*/ 2815771 w 4538546"/>
                <a:gd name="connsiteY11" fmla="*/ 4258232 h 4664632"/>
                <a:gd name="connsiteX12" fmla="*/ 449943 w 4538546"/>
                <a:gd name="connsiteY12" fmla="*/ 4664632 h 4664632"/>
                <a:gd name="connsiteX13" fmla="*/ 0 w 4538546"/>
                <a:gd name="connsiteY13" fmla="*/ 4519489 h 4664632"/>
                <a:gd name="connsiteX14" fmla="*/ 87086 w 4538546"/>
                <a:gd name="connsiteY14" fmla="*/ 1384403 h 4664632"/>
                <a:gd name="connsiteX0" fmla="*/ 0 w 5423917"/>
                <a:gd name="connsiteY0" fmla="*/ 1239260 h 4664632"/>
                <a:gd name="connsiteX1" fmla="*/ 928913 w 5423917"/>
                <a:gd name="connsiteY1" fmla="*/ 528060 h 4664632"/>
                <a:gd name="connsiteX2" fmla="*/ 3120569 w 5423917"/>
                <a:gd name="connsiteY2" fmla="*/ 20060 h 4664632"/>
                <a:gd name="connsiteX3" fmla="*/ 4484912 w 5423917"/>
                <a:gd name="connsiteY3" fmla="*/ 513546 h 4664632"/>
                <a:gd name="connsiteX4" fmla="*/ 4702628 w 5423917"/>
                <a:gd name="connsiteY4" fmla="*/ 542575 h 4664632"/>
                <a:gd name="connsiteX5" fmla="*/ 5225140 w 5423917"/>
                <a:gd name="connsiteY5" fmla="*/ 1674689 h 4664632"/>
                <a:gd name="connsiteX6" fmla="*/ 5268684 w 5423917"/>
                <a:gd name="connsiteY6" fmla="*/ 1994003 h 4664632"/>
                <a:gd name="connsiteX7" fmla="*/ 5210627 w 5423917"/>
                <a:gd name="connsiteY7" fmla="*/ 2356860 h 4664632"/>
                <a:gd name="connsiteX8" fmla="*/ 5210627 w 5423917"/>
                <a:gd name="connsiteY8" fmla="*/ 2777775 h 4664632"/>
                <a:gd name="connsiteX9" fmla="*/ 4455884 w 5423917"/>
                <a:gd name="connsiteY9" fmla="*/ 3706689 h 4664632"/>
                <a:gd name="connsiteX10" fmla="*/ 4296228 w 5423917"/>
                <a:gd name="connsiteY10" fmla="*/ 3851832 h 4664632"/>
                <a:gd name="connsiteX11" fmla="*/ 3701142 w 5423917"/>
                <a:gd name="connsiteY11" fmla="*/ 4258232 h 4664632"/>
                <a:gd name="connsiteX12" fmla="*/ 1335314 w 5423917"/>
                <a:gd name="connsiteY12" fmla="*/ 4664632 h 4664632"/>
                <a:gd name="connsiteX13" fmla="*/ 885371 w 5423917"/>
                <a:gd name="connsiteY13" fmla="*/ 4519489 h 4664632"/>
                <a:gd name="connsiteX14" fmla="*/ 0 w 5423917"/>
                <a:gd name="connsiteY14" fmla="*/ 1239260 h 4664632"/>
                <a:gd name="connsiteX0" fmla="*/ 217716 w 5641633"/>
                <a:gd name="connsiteY0" fmla="*/ 1239260 h 4664632"/>
                <a:gd name="connsiteX1" fmla="*/ 1146629 w 5641633"/>
                <a:gd name="connsiteY1" fmla="*/ 528060 h 4664632"/>
                <a:gd name="connsiteX2" fmla="*/ 3338285 w 5641633"/>
                <a:gd name="connsiteY2" fmla="*/ 20060 h 4664632"/>
                <a:gd name="connsiteX3" fmla="*/ 4702628 w 5641633"/>
                <a:gd name="connsiteY3" fmla="*/ 513546 h 4664632"/>
                <a:gd name="connsiteX4" fmla="*/ 4920344 w 5641633"/>
                <a:gd name="connsiteY4" fmla="*/ 542575 h 4664632"/>
                <a:gd name="connsiteX5" fmla="*/ 5442856 w 5641633"/>
                <a:gd name="connsiteY5" fmla="*/ 1674689 h 4664632"/>
                <a:gd name="connsiteX6" fmla="*/ 5486400 w 5641633"/>
                <a:gd name="connsiteY6" fmla="*/ 1994003 h 4664632"/>
                <a:gd name="connsiteX7" fmla="*/ 5428343 w 5641633"/>
                <a:gd name="connsiteY7" fmla="*/ 2356860 h 4664632"/>
                <a:gd name="connsiteX8" fmla="*/ 5428343 w 5641633"/>
                <a:gd name="connsiteY8" fmla="*/ 2777775 h 4664632"/>
                <a:gd name="connsiteX9" fmla="*/ 4673600 w 5641633"/>
                <a:gd name="connsiteY9" fmla="*/ 3706689 h 4664632"/>
                <a:gd name="connsiteX10" fmla="*/ 4513944 w 5641633"/>
                <a:gd name="connsiteY10" fmla="*/ 3851832 h 4664632"/>
                <a:gd name="connsiteX11" fmla="*/ 3918858 w 5641633"/>
                <a:gd name="connsiteY11" fmla="*/ 4258232 h 4664632"/>
                <a:gd name="connsiteX12" fmla="*/ 1553030 w 5641633"/>
                <a:gd name="connsiteY12" fmla="*/ 4664632 h 4664632"/>
                <a:gd name="connsiteX13" fmla="*/ 1103087 w 5641633"/>
                <a:gd name="connsiteY13" fmla="*/ 4519489 h 4664632"/>
                <a:gd name="connsiteX14" fmla="*/ 0 w 5641633"/>
                <a:gd name="connsiteY14" fmla="*/ 1602117 h 4664632"/>
                <a:gd name="connsiteX15" fmla="*/ 217716 w 5641633"/>
                <a:gd name="connsiteY15" fmla="*/ 1239260 h 4664632"/>
                <a:gd name="connsiteX0" fmla="*/ 364928 w 5788845"/>
                <a:gd name="connsiteY0" fmla="*/ 1239260 h 4664632"/>
                <a:gd name="connsiteX1" fmla="*/ 1293841 w 5788845"/>
                <a:gd name="connsiteY1" fmla="*/ 528060 h 4664632"/>
                <a:gd name="connsiteX2" fmla="*/ 3485497 w 5788845"/>
                <a:gd name="connsiteY2" fmla="*/ 20060 h 4664632"/>
                <a:gd name="connsiteX3" fmla="*/ 4849840 w 5788845"/>
                <a:gd name="connsiteY3" fmla="*/ 513546 h 4664632"/>
                <a:gd name="connsiteX4" fmla="*/ 5067556 w 5788845"/>
                <a:gd name="connsiteY4" fmla="*/ 542575 h 4664632"/>
                <a:gd name="connsiteX5" fmla="*/ 5590068 w 5788845"/>
                <a:gd name="connsiteY5" fmla="*/ 1674689 h 4664632"/>
                <a:gd name="connsiteX6" fmla="*/ 5633612 w 5788845"/>
                <a:gd name="connsiteY6" fmla="*/ 1994003 h 4664632"/>
                <a:gd name="connsiteX7" fmla="*/ 5575555 w 5788845"/>
                <a:gd name="connsiteY7" fmla="*/ 2356860 h 4664632"/>
                <a:gd name="connsiteX8" fmla="*/ 5575555 w 5788845"/>
                <a:gd name="connsiteY8" fmla="*/ 2777775 h 4664632"/>
                <a:gd name="connsiteX9" fmla="*/ 4820812 w 5788845"/>
                <a:gd name="connsiteY9" fmla="*/ 3706689 h 4664632"/>
                <a:gd name="connsiteX10" fmla="*/ 4661156 w 5788845"/>
                <a:gd name="connsiteY10" fmla="*/ 3851832 h 4664632"/>
                <a:gd name="connsiteX11" fmla="*/ 4066070 w 5788845"/>
                <a:gd name="connsiteY11" fmla="*/ 4258232 h 4664632"/>
                <a:gd name="connsiteX12" fmla="*/ 1700242 w 5788845"/>
                <a:gd name="connsiteY12" fmla="*/ 4664632 h 4664632"/>
                <a:gd name="connsiteX13" fmla="*/ 1250299 w 5788845"/>
                <a:gd name="connsiteY13" fmla="*/ 4519489 h 4664632"/>
                <a:gd name="connsiteX14" fmla="*/ 69198 w 5788845"/>
                <a:gd name="connsiteY14" fmla="*/ 1720046 h 4664632"/>
                <a:gd name="connsiteX15" fmla="*/ 147212 w 5788845"/>
                <a:gd name="connsiteY15" fmla="*/ 1602117 h 4664632"/>
                <a:gd name="connsiteX16" fmla="*/ 364928 w 5788845"/>
                <a:gd name="connsiteY16" fmla="*/ 1239260 h 4664632"/>
                <a:gd name="connsiteX0" fmla="*/ 800669 w 6224586"/>
                <a:gd name="connsiteY0" fmla="*/ 1239260 h 4664632"/>
                <a:gd name="connsiteX1" fmla="*/ 1729582 w 6224586"/>
                <a:gd name="connsiteY1" fmla="*/ 528060 h 4664632"/>
                <a:gd name="connsiteX2" fmla="*/ 3921238 w 6224586"/>
                <a:gd name="connsiteY2" fmla="*/ 20060 h 4664632"/>
                <a:gd name="connsiteX3" fmla="*/ 5285581 w 6224586"/>
                <a:gd name="connsiteY3" fmla="*/ 513546 h 4664632"/>
                <a:gd name="connsiteX4" fmla="*/ 5503297 w 6224586"/>
                <a:gd name="connsiteY4" fmla="*/ 542575 h 4664632"/>
                <a:gd name="connsiteX5" fmla="*/ 6025809 w 6224586"/>
                <a:gd name="connsiteY5" fmla="*/ 1674689 h 4664632"/>
                <a:gd name="connsiteX6" fmla="*/ 6069353 w 6224586"/>
                <a:gd name="connsiteY6" fmla="*/ 1994003 h 4664632"/>
                <a:gd name="connsiteX7" fmla="*/ 6011296 w 6224586"/>
                <a:gd name="connsiteY7" fmla="*/ 2356860 h 4664632"/>
                <a:gd name="connsiteX8" fmla="*/ 6011296 w 6224586"/>
                <a:gd name="connsiteY8" fmla="*/ 2777775 h 4664632"/>
                <a:gd name="connsiteX9" fmla="*/ 5256553 w 6224586"/>
                <a:gd name="connsiteY9" fmla="*/ 3706689 h 4664632"/>
                <a:gd name="connsiteX10" fmla="*/ 5096897 w 6224586"/>
                <a:gd name="connsiteY10" fmla="*/ 3851832 h 4664632"/>
                <a:gd name="connsiteX11" fmla="*/ 4501811 w 6224586"/>
                <a:gd name="connsiteY11" fmla="*/ 4258232 h 4664632"/>
                <a:gd name="connsiteX12" fmla="*/ 2135983 w 6224586"/>
                <a:gd name="connsiteY12" fmla="*/ 4664632 h 4664632"/>
                <a:gd name="connsiteX13" fmla="*/ 1686040 w 6224586"/>
                <a:gd name="connsiteY13" fmla="*/ 4519489 h 4664632"/>
                <a:gd name="connsiteX14" fmla="*/ 35039 w 6224586"/>
                <a:gd name="connsiteY14" fmla="*/ 2659846 h 4664632"/>
                <a:gd name="connsiteX15" fmla="*/ 504939 w 6224586"/>
                <a:gd name="connsiteY15" fmla="*/ 1720046 h 4664632"/>
                <a:gd name="connsiteX16" fmla="*/ 582953 w 6224586"/>
                <a:gd name="connsiteY16" fmla="*/ 1602117 h 4664632"/>
                <a:gd name="connsiteX17" fmla="*/ 800669 w 6224586"/>
                <a:gd name="connsiteY17" fmla="*/ 1239260 h 4664632"/>
                <a:gd name="connsiteX0" fmla="*/ 856496 w 6280413"/>
                <a:gd name="connsiteY0" fmla="*/ 1239260 h 4664632"/>
                <a:gd name="connsiteX1" fmla="*/ 1785409 w 6280413"/>
                <a:gd name="connsiteY1" fmla="*/ 528060 h 4664632"/>
                <a:gd name="connsiteX2" fmla="*/ 3977065 w 6280413"/>
                <a:gd name="connsiteY2" fmla="*/ 20060 h 4664632"/>
                <a:gd name="connsiteX3" fmla="*/ 5341408 w 6280413"/>
                <a:gd name="connsiteY3" fmla="*/ 513546 h 4664632"/>
                <a:gd name="connsiteX4" fmla="*/ 5559124 w 6280413"/>
                <a:gd name="connsiteY4" fmla="*/ 542575 h 4664632"/>
                <a:gd name="connsiteX5" fmla="*/ 6081636 w 6280413"/>
                <a:gd name="connsiteY5" fmla="*/ 1674689 h 4664632"/>
                <a:gd name="connsiteX6" fmla="*/ 6125180 w 6280413"/>
                <a:gd name="connsiteY6" fmla="*/ 1994003 h 4664632"/>
                <a:gd name="connsiteX7" fmla="*/ 6067123 w 6280413"/>
                <a:gd name="connsiteY7" fmla="*/ 2356860 h 4664632"/>
                <a:gd name="connsiteX8" fmla="*/ 6067123 w 6280413"/>
                <a:gd name="connsiteY8" fmla="*/ 2777775 h 4664632"/>
                <a:gd name="connsiteX9" fmla="*/ 5312380 w 6280413"/>
                <a:gd name="connsiteY9" fmla="*/ 3706689 h 4664632"/>
                <a:gd name="connsiteX10" fmla="*/ 5152724 w 6280413"/>
                <a:gd name="connsiteY10" fmla="*/ 3851832 h 4664632"/>
                <a:gd name="connsiteX11" fmla="*/ 4557638 w 6280413"/>
                <a:gd name="connsiteY11" fmla="*/ 4258232 h 4664632"/>
                <a:gd name="connsiteX12" fmla="*/ 2191810 w 6280413"/>
                <a:gd name="connsiteY12" fmla="*/ 4664632 h 4664632"/>
                <a:gd name="connsiteX13" fmla="*/ 1741867 w 6280413"/>
                <a:gd name="connsiteY13" fmla="*/ 4519489 h 4664632"/>
                <a:gd name="connsiteX14" fmla="*/ 141666 w 6280413"/>
                <a:gd name="connsiteY14" fmla="*/ 3180546 h 4664632"/>
                <a:gd name="connsiteX15" fmla="*/ 90866 w 6280413"/>
                <a:gd name="connsiteY15" fmla="*/ 2659846 h 4664632"/>
                <a:gd name="connsiteX16" fmla="*/ 560766 w 6280413"/>
                <a:gd name="connsiteY16" fmla="*/ 1720046 h 4664632"/>
                <a:gd name="connsiteX17" fmla="*/ 638780 w 6280413"/>
                <a:gd name="connsiteY17" fmla="*/ 1602117 h 4664632"/>
                <a:gd name="connsiteX18" fmla="*/ 856496 w 6280413"/>
                <a:gd name="connsiteY18" fmla="*/ 1239260 h 4664632"/>
                <a:gd name="connsiteX0" fmla="*/ 777655 w 6201572"/>
                <a:gd name="connsiteY0" fmla="*/ 1239260 h 4664632"/>
                <a:gd name="connsiteX1" fmla="*/ 1706568 w 6201572"/>
                <a:gd name="connsiteY1" fmla="*/ 528060 h 4664632"/>
                <a:gd name="connsiteX2" fmla="*/ 3898224 w 6201572"/>
                <a:gd name="connsiteY2" fmla="*/ 20060 h 4664632"/>
                <a:gd name="connsiteX3" fmla="*/ 5262567 w 6201572"/>
                <a:gd name="connsiteY3" fmla="*/ 513546 h 4664632"/>
                <a:gd name="connsiteX4" fmla="*/ 5480283 w 6201572"/>
                <a:gd name="connsiteY4" fmla="*/ 542575 h 4664632"/>
                <a:gd name="connsiteX5" fmla="*/ 6002795 w 6201572"/>
                <a:gd name="connsiteY5" fmla="*/ 1674689 h 4664632"/>
                <a:gd name="connsiteX6" fmla="*/ 6046339 w 6201572"/>
                <a:gd name="connsiteY6" fmla="*/ 1994003 h 4664632"/>
                <a:gd name="connsiteX7" fmla="*/ 5988282 w 6201572"/>
                <a:gd name="connsiteY7" fmla="*/ 2356860 h 4664632"/>
                <a:gd name="connsiteX8" fmla="*/ 5988282 w 6201572"/>
                <a:gd name="connsiteY8" fmla="*/ 2777775 h 4664632"/>
                <a:gd name="connsiteX9" fmla="*/ 5233539 w 6201572"/>
                <a:gd name="connsiteY9" fmla="*/ 3706689 h 4664632"/>
                <a:gd name="connsiteX10" fmla="*/ 5073883 w 6201572"/>
                <a:gd name="connsiteY10" fmla="*/ 3851832 h 4664632"/>
                <a:gd name="connsiteX11" fmla="*/ 4478797 w 6201572"/>
                <a:gd name="connsiteY11" fmla="*/ 4258232 h 4664632"/>
                <a:gd name="connsiteX12" fmla="*/ 2112969 w 6201572"/>
                <a:gd name="connsiteY12" fmla="*/ 4664632 h 4664632"/>
                <a:gd name="connsiteX13" fmla="*/ 1663026 w 6201572"/>
                <a:gd name="connsiteY13" fmla="*/ 4519489 h 4664632"/>
                <a:gd name="connsiteX14" fmla="*/ 253326 w 6201572"/>
                <a:gd name="connsiteY14" fmla="*/ 3815546 h 4664632"/>
                <a:gd name="connsiteX15" fmla="*/ 62825 w 6201572"/>
                <a:gd name="connsiteY15" fmla="*/ 3180546 h 4664632"/>
                <a:gd name="connsiteX16" fmla="*/ 12025 w 6201572"/>
                <a:gd name="connsiteY16" fmla="*/ 2659846 h 4664632"/>
                <a:gd name="connsiteX17" fmla="*/ 481925 w 6201572"/>
                <a:gd name="connsiteY17" fmla="*/ 1720046 h 4664632"/>
                <a:gd name="connsiteX18" fmla="*/ 559939 w 6201572"/>
                <a:gd name="connsiteY18" fmla="*/ 1602117 h 4664632"/>
                <a:gd name="connsiteX19" fmla="*/ 777655 w 6201572"/>
                <a:gd name="connsiteY19" fmla="*/ 1239260 h 4664632"/>
                <a:gd name="connsiteX0" fmla="*/ 777655 w 6201572"/>
                <a:gd name="connsiteY0" fmla="*/ 1239260 h 4664632"/>
                <a:gd name="connsiteX1" fmla="*/ 1706568 w 6201572"/>
                <a:gd name="connsiteY1" fmla="*/ 528060 h 4664632"/>
                <a:gd name="connsiteX2" fmla="*/ 3898224 w 6201572"/>
                <a:gd name="connsiteY2" fmla="*/ 20060 h 4664632"/>
                <a:gd name="connsiteX3" fmla="*/ 5262567 w 6201572"/>
                <a:gd name="connsiteY3" fmla="*/ 513546 h 4664632"/>
                <a:gd name="connsiteX4" fmla="*/ 5480283 w 6201572"/>
                <a:gd name="connsiteY4" fmla="*/ 542575 h 4664632"/>
                <a:gd name="connsiteX5" fmla="*/ 6002795 w 6201572"/>
                <a:gd name="connsiteY5" fmla="*/ 1674689 h 4664632"/>
                <a:gd name="connsiteX6" fmla="*/ 6046339 w 6201572"/>
                <a:gd name="connsiteY6" fmla="*/ 1994003 h 4664632"/>
                <a:gd name="connsiteX7" fmla="*/ 5988282 w 6201572"/>
                <a:gd name="connsiteY7" fmla="*/ 2356860 h 4664632"/>
                <a:gd name="connsiteX8" fmla="*/ 5988282 w 6201572"/>
                <a:gd name="connsiteY8" fmla="*/ 2777775 h 4664632"/>
                <a:gd name="connsiteX9" fmla="*/ 5233539 w 6201572"/>
                <a:gd name="connsiteY9" fmla="*/ 3706689 h 4664632"/>
                <a:gd name="connsiteX10" fmla="*/ 5073883 w 6201572"/>
                <a:gd name="connsiteY10" fmla="*/ 3851832 h 4664632"/>
                <a:gd name="connsiteX11" fmla="*/ 4478797 w 6201572"/>
                <a:gd name="connsiteY11" fmla="*/ 4258232 h 4664632"/>
                <a:gd name="connsiteX12" fmla="*/ 2112969 w 6201572"/>
                <a:gd name="connsiteY12" fmla="*/ 4664632 h 4664632"/>
                <a:gd name="connsiteX13" fmla="*/ 1663026 w 6201572"/>
                <a:gd name="connsiteY13" fmla="*/ 4519489 h 4664632"/>
                <a:gd name="connsiteX14" fmla="*/ 481925 w 6201572"/>
                <a:gd name="connsiteY14" fmla="*/ 4018746 h 4664632"/>
                <a:gd name="connsiteX15" fmla="*/ 253326 w 6201572"/>
                <a:gd name="connsiteY15" fmla="*/ 3815546 h 4664632"/>
                <a:gd name="connsiteX16" fmla="*/ 62825 w 6201572"/>
                <a:gd name="connsiteY16" fmla="*/ 3180546 h 4664632"/>
                <a:gd name="connsiteX17" fmla="*/ 12025 w 6201572"/>
                <a:gd name="connsiteY17" fmla="*/ 2659846 h 4664632"/>
                <a:gd name="connsiteX18" fmla="*/ 481925 w 6201572"/>
                <a:gd name="connsiteY18" fmla="*/ 1720046 h 4664632"/>
                <a:gd name="connsiteX19" fmla="*/ 559939 w 6201572"/>
                <a:gd name="connsiteY19" fmla="*/ 1602117 h 4664632"/>
                <a:gd name="connsiteX20" fmla="*/ 777655 w 6201572"/>
                <a:gd name="connsiteY20" fmla="*/ 1239260 h 4664632"/>
                <a:gd name="connsiteX0" fmla="*/ 777655 w 6201572"/>
                <a:gd name="connsiteY0" fmla="*/ 1239260 h 4664632"/>
                <a:gd name="connsiteX1" fmla="*/ 1706568 w 6201572"/>
                <a:gd name="connsiteY1" fmla="*/ 528060 h 4664632"/>
                <a:gd name="connsiteX2" fmla="*/ 3898224 w 6201572"/>
                <a:gd name="connsiteY2" fmla="*/ 20060 h 4664632"/>
                <a:gd name="connsiteX3" fmla="*/ 5262567 w 6201572"/>
                <a:gd name="connsiteY3" fmla="*/ 513546 h 4664632"/>
                <a:gd name="connsiteX4" fmla="*/ 5480283 w 6201572"/>
                <a:gd name="connsiteY4" fmla="*/ 542575 h 4664632"/>
                <a:gd name="connsiteX5" fmla="*/ 6002795 w 6201572"/>
                <a:gd name="connsiteY5" fmla="*/ 1674689 h 4664632"/>
                <a:gd name="connsiteX6" fmla="*/ 6046339 w 6201572"/>
                <a:gd name="connsiteY6" fmla="*/ 1994003 h 4664632"/>
                <a:gd name="connsiteX7" fmla="*/ 5988282 w 6201572"/>
                <a:gd name="connsiteY7" fmla="*/ 2356860 h 4664632"/>
                <a:gd name="connsiteX8" fmla="*/ 5988282 w 6201572"/>
                <a:gd name="connsiteY8" fmla="*/ 2777775 h 4664632"/>
                <a:gd name="connsiteX9" fmla="*/ 5233539 w 6201572"/>
                <a:gd name="connsiteY9" fmla="*/ 3706689 h 4664632"/>
                <a:gd name="connsiteX10" fmla="*/ 5073883 w 6201572"/>
                <a:gd name="connsiteY10" fmla="*/ 3851832 h 4664632"/>
                <a:gd name="connsiteX11" fmla="*/ 4478797 w 6201572"/>
                <a:gd name="connsiteY11" fmla="*/ 4258232 h 4664632"/>
                <a:gd name="connsiteX12" fmla="*/ 2112969 w 6201572"/>
                <a:gd name="connsiteY12" fmla="*/ 4664632 h 4664632"/>
                <a:gd name="connsiteX13" fmla="*/ 1663026 w 6201572"/>
                <a:gd name="connsiteY13" fmla="*/ 4519489 h 4664632"/>
                <a:gd name="connsiteX14" fmla="*/ 748625 w 6201572"/>
                <a:gd name="connsiteY14" fmla="*/ 4260046 h 4664632"/>
                <a:gd name="connsiteX15" fmla="*/ 481925 w 6201572"/>
                <a:gd name="connsiteY15" fmla="*/ 4018746 h 4664632"/>
                <a:gd name="connsiteX16" fmla="*/ 253326 w 6201572"/>
                <a:gd name="connsiteY16" fmla="*/ 3815546 h 4664632"/>
                <a:gd name="connsiteX17" fmla="*/ 62825 w 6201572"/>
                <a:gd name="connsiteY17" fmla="*/ 3180546 h 4664632"/>
                <a:gd name="connsiteX18" fmla="*/ 12025 w 6201572"/>
                <a:gd name="connsiteY18" fmla="*/ 2659846 h 4664632"/>
                <a:gd name="connsiteX19" fmla="*/ 481925 w 6201572"/>
                <a:gd name="connsiteY19" fmla="*/ 1720046 h 4664632"/>
                <a:gd name="connsiteX20" fmla="*/ 559939 w 6201572"/>
                <a:gd name="connsiteY20" fmla="*/ 1602117 h 4664632"/>
                <a:gd name="connsiteX21" fmla="*/ 777655 w 6201572"/>
                <a:gd name="connsiteY21" fmla="*/ 1239260 h 4664632"/>
                <a:gd name="connsiteX0" fmla="*/ 777655 w 6201572"/>
                <a:gd name="connsiteY0" fmla="*/ 1239260 h 4664632"/>
                <a:gd name="connsiteX1" fmla="*/ 1706568 w 6201572"/>
                <a:gd name="connsiteY1" fmla="*/ 528060 h 4664632"/>
                <a:gd name="connsiteX2" fmla="*/ 3898224 w 6201572"/>
                <a:gd name="connsiteY2" fmla="*/ 20060 h 4664632"/>
                <a:gd name="connsiteX3" fmla="*/ 5262567 w 6201572"/>
                <a:gd name="connsiteY3" fmla="*/ 513546 h 4664632"/>
                <a:gd name="connsiteX4" fmla="*/ 5480283 w 6201572"/>
                <a:gd name="connsiteY4" fmla="*/ 542575 h 4664632"/>
                <a:gd name="connsiteX5" fmla="*/ 6002795 w 6201572"/>
                <a:gd name="connsiteY5" fmla="*/ 1674689 h 4664632"/>
                <a:gd name="connsiteX6" fmla="*/ 6046339 w 6201572"/>
                <a:gd name="connsiteY6" fmla="*/ 1994003 h 4664632"/>
                <a:gd name="connsiteX7" fmla="*/ 5988282 w 6201572"/>
                <a:gd name="connsiteY7" fmla="*/ 2356860 h 4664632"/>
                <a:gd name="connsiteX8" fmla="*/ 5988282 w 6201572"/>
                <a:gd name="connsiteY8" fmla="*/ 2777775 h 4664632"/>
                <a:gd name="connsiteX9" fmla="*/ 5233539 w 6201572"/>
                <a:gd name="connsiteY9" fmla="*/ 3706689 h 4664632"/>
                <a:gd name="connsiteX10" fmla="*/ 5073883 w 6201572"/>
                <a:gd name="connsiteY10" fmla="*/ 3851832 h 4664632"/>
                <a:gd name="connsiteX11" fmla="*/ 4478797 w 6201572"/>
                <a:gd name="connsiteY11" fmla="*/ 4258232 h 4664632"/>
                <a:gd name="connsiteX12" fmla="*/ 2112969 w 6201572"/>
                <a:gd name="connsiteY12" fmla="*/ 4664632 h 4664632"/>
                <a:gd name="connsiteX13" fmla="*/ 1663026 w 6201572"/>
                <a:gd name="connsiteY13" fmla="*/ 4519489 h 4664632"/>
                <a:gd name="connsiteX14" fmla="*/ 748625 w 6201572"/>
                <a:gd name="connsiteY14" fmla="*/ 4260046 h 4664632"/>
                <a:gd name="connsiteX15" fmla="*/ 481925 w 6201572"/>
                <a:gd name="connsiteY15" fmla="*/ 4018746 h 4664632"/>
                <a:gd name="connsiteX16" fmla="*/ 253326 w 6201572"/>
                <a:gd name="connsiteY16" fmla="*/ 3815546 h 4664632"/>
                <a:gd name="connsiteX17" fmla="*/ 62825 w 6201572"/>
                <a:gd name="connsiteY17" fmla="*/ 3180546 h 4664632"/>
                <a:gd name="connsiteX18" fmla="*/ 12025 w 6201572"/>
                <a:gd name="connsiteY18" fmla="*/ 2659846 h 4664632"/>
                <a:gd name="connsiteX19" fmla="*/ 481925 w 6201572"/>
                <a:gd name="connsiteY19" fmla="*/ 1720046 h 4664632"/>
                <a:gd name="connsiteX20" fmla="*/ 559939 w 6201572"/>
                <a:gd name="connsiteY20" fmla="*/ 1602117 h 4664632"/>
                <a:gd name="connsiteX21" fmla="*/ 777655 w 6201572"/>
                <a:gd name="connsiteY21" fmla="*/ 1239260 h 4664632"/>
                <a:gd name="connsiteX0" fmla="*/ 777655 w 6201572"/>
                <a:gd name="connsiteY0" fmla="*/ 1239260 h 4664632"/>
                <a:gd name="connsiteX1" fmla="*/ 1706568 w 6201572"/>
                <a:gd name="connsiteY1" fmla="*/ 528060 h 4664632"/>
                <a:gd name="connsiteX2" fmla="*/ 3898224 w 6201572"/>
                <a:gd name="connsiteY2" fmla="*/ 20060 h 4664632"/>
                <a:gd name="connsiteX3" fmla="*/ 5262567 w 6201572"/>
                <a:gd name="connsiteY3" fmla="*/ 513546 h 4664632"/>
                <a:gd name="connsiteX4" fmla="*/ 5480283 w 6201572"/>
                <a:gd name="connsiteY4" fmla="*/ 542575 h 4664632"/>
                <a:gd name="connsiteX5" fmla="*/ 6002795 w 6201572"/>
                <a:gd name="connsiteY5" fmla="*/ 1674689 h 4664632"/>
                <a:gd name="connsiteX6" fmla="*/ 6046339 w 6201572"/>
                <a:gd name="connsiteY6" fmla="*/ 1994003 h 4664632"/>
                <a:gd name="connsiteX7" fmla="*/ 5988282 w 6201572"/>
                <a:gd name="connsiteY7" fmla="*/ 2356860 h 4664632"/>
                <a:gd name="connsiteX8" fmla="*/ 5988282 w 6201572"/>
                <a:gd name="connsiteY8" fmla="*/ 2777775 h 4664632"/>
                <a:gd name="connsiteX9" fmla="*/ 5233539 w 6201572"/>
                <a:gd name="connsiteY9" fmla="*/ 3706689 h 4664632"/>
                <a:gd name="connsiteX10" fmla="*/ 5073883 w 6201572"/>
                <a:gd name="connsiteY10" fmla="*/ 3851832 h 4664632"/>
                <a:gd name="connsiteX11" fmla="*/ 4478797 w 6201572"/>
                <a:gd name="connsiteY11" fmla="*/ 4258232 h 4664632"/>
                <a:gd name="connsiteX12" fmla="*/ 2112969 w 6201572"/>
                <a:gd name="connsiteY12" fmla="*/ 4664632 h 4664632"/>
                <a:gd name="connsiteX13" fmla="*/ 1663026 w 6201572"/>
                <a:gd name="connsiteY13" fmla="*/ 4519489 h 4664632"/>
                <a:gd name="connsiteX14" fmla="*/ 748625 w 6201572"/>
                <a:gd name="connsiteY14" fmla="*/ 4260046 h 4664632"/>
                <a:gd name="connsiteX15" fmla="*/ 481925 w 6201572"/>
                <a:gd name="connsiteY15" fmla="*/ 4018746 h 4664632"/>
                <a:gd name="connsiteX16" fmla="*/ 253326 w 6201572"/>
                <a:gd name="connsiteY16" fmla="*/ 3815546 h 4664632"/>
                <a:gd name="connsiteX17" fmla="*/ 62825 w 6201572"/>
                <a:gd name="connsiteY17" fmla="*/ 3180546 h 4664632"/>
                <a:gd name="connsiteX18" fmla="*/ 12025 w 6201572"/>
                <a:gd name="connsiteY18" fmla="*/ 2659846 h 4664632"/>
                <a:gd name="connsiteX19" fmla="*/ 481925 w 6201572"/>
                <a:gd name="connsiteY19" fmla="*/ 1720046 h 4664632"/>
                <a:gd name="connsiteX20" fmla="*/ 559939 w 6201572"/>
                <a:gd name="connsiteY20" fmla="*/ 1602117 h 4664632"/>
                <a:gd name="connsiteX21" fmla="*/ 777655 w 6201572"/>
                <a:gd name="connsiteY21" fmla="*/ 1239260 h 4664632"/>
                <a:gd name="connsiteX0" fmla="*/ 853456 w 6277373"/>
                <a:gd name="connsiteY0" fmla="*/ 1239260 h 4664632"/>
                <a:gd name="connsiteX1" fmla="*/ 1782369 w 6277373"/>
                <a:gd name="connsiteY1" fmla="*/ 528060 h 4664632"/>
                <a:gd name="connsiteX2" fmla="*/ 3974025 w 6277373"/>
                <a:gd name="connsiteY2" fmla="*/ 20060 h 4664632"/>
                <a:gd name="connsiteX3" fmla="*/ 5338368 w 6277373"/>
                <a:gd name="connsiteY3" fmla="*/ 513546 h 4664632"/>
                <a:gd name="connsiteX4" fmla="*/ 5556084 w 6277373"/>
                <a:gd name="connsiteY4" fmla="*/ 542575 h 4664632"/>
                <a:gd name="connsiteX5" fmla="*/ 6078596 w 6277373"/>
                <a:gd name="connsiteY5" fmla="*/ 1674689 h 4664632"/>
                <a:gd name="connsiteX6" fmla="*/ 6122140 w 6277373"/>
                <a:gd name="connsiteY6" fmla="*/ 1994003 h 4664632"/>
                <a:gd name="connsiteX7" fmla="*/ 6064083 w 6277373"/>
                <a:gd name="connsiteY7" fmla="*/ 2356860 h 4664632"/>
                <a:gd name="connsiteX8" fmla="*/ 6064083 w 6277373"/>
                <a:gd name="connsiteY8" fmla="*/ 2777775 h 4664632"/>
                <a:gd name="connsiteX9" fmla="*/ 5309340 w 6277373"/>
                <a:gd name="connsiteY9" fmla="*/ 3706689 h 4664632"/>
                <a:gd name="connsiteX10" fmla="*/ 5149684 w 6277373"/>
                <a:gd name="connsiteY10" fmla="*/ 3851832 h 4664632"/>
                <a:gd name="connsiteX11" fmla="*/ 4554598 w 6277373"/>
                <a:gd name="connsiteY11" fmla="*/ 4258232 h 4664632"/>
                <a:gd name="connsiteX12" fmla="*/ 2188770 w 6277373"/>
                <a:gd name="connsiteY12" fmla="*/ 4664632 h 4664632"/>
                <a:gd name="connsiteX13" fmla="*/ 1738827 w 6277373"/>
                <a:gd name="connsiteY13" fmla="*/ 4519489 h 4664632"/>
                <a:gd name="connsiteX14" fmla="*/ 824426 w 6277373"/>
                <a:gd name="connsiteY14" fmla="*/ 4260046 h 4664632"/>
                <a:gd name="connsiteX15" fmla="*/ 557726 w 6277373"/>
                <a:gd name="connsiteY15" fmla="*/ 4018746 h 4664632"/>
                <a:gd name="connsiteX16" fmla="*/ 329127 w 6277373"/>
                <a:gd name="connsiteY16" fmla="*/ 3815546 h 4664632"/>
                <a:gd name="connsiteX17" fmla="*/ 138626 w 6277373"/>
                <a:gd name="connsiteY17" fmla="*/ 3180546 h 4664632"/>
                <a:gd name="connsiteX18" fmla="*/ 87826 w 6277373"/>
                <a:gd name="connsiteY18" fmla="*/ 2659846 h 4664632"/>
                <a:gd name="connsiteX19" fmla="*/ 557726 w 6277373"/>
                <a:gd name="connsiteY19" fmla="*/ 1720046 h 4664632"/>
                <a:gd name="connsiteX20" fmla="*/ 635740 w 6277373"/>
                <a:gd name="connsiteY20" fmla="*/ 1602117 h 4664632"/>
                <a:gd name="connsiteX21" fmla="*/ 853456 w 6277373"/>
                <a:gd name="connsiteY21" fmla="*/ 1239260 h 4664632"/>
                <a:gd name="connsiteX0" fmla="*/ 899115 w 6323032"/>
                <a:gd name="connsiteY0" fmla="*/ 1239260 h 4664632"/>
                <a:gd name="connsiteX1" fmla="*/ 1828028 w 6323032"/>
                <a:gd name="connsiteY1" fmla="*/ 528060 h 4664632"/>
                <a:gd name="connsiteX2" fmla="*/ 4019684 w 6323032"/>
                <a:gd name="connsiteY2" fmla="*/ 20060 h 4664632"/>
                <a:gd name="connsiteX3" fmla="*/ 5384027 w 6323032"/>
                <a:gd name="connsiteY3" fmla="*/ 513546 h 4664632"/>
                <a:gd name="connsiteX4" fmla="*/ 5601743 w 6323032"/>
                <a:gd name="connsiteY4" fmla="*/ 542575 h 4664632"/>
                <a:gd name="connsiteX5" fmla="*/ 6124255 w 6323032"/>
                <a:gd name="connsiteY5" fmla="*/ 1674689 h 4664632"/>
                <a:gd name="connsiteX6" fmla="*/ 6167799 w 6323032"/>
                <a:gd name="connsiteY6" fmla="*/ 1994003 h 4664632"/>
                <a:gd name="connsiteX7" fmla="*/ 6109742 w 6323032"/>
                <a:gd name="connsiteY7" fmla="*/ 2356860 h 4664632"/>
                <a:gd name="connsiteX8" fmla="*/ 6109742 w 6323032"/>
                <a:gd name="connsiteY8" fmla="*/ 2777775 h 4664632"/>
                <a:gd name="connsiteX9" fmla="*/ 5354999 w 6323032"/>
                <a:gd name="connsiteY9" fmla="*/ 3706689 h 4664632"/>
                <a:gd name="connsiteX10" fmla="*/ 5195343 w 6323032"/>
                <a:gd name="connsiteY10" fmla="*/ 3851832 h 4664632"/>
                <a:gd name="connsiteX11" fmla="*/ 4600257 w 6323032"/>
                <a:gd name="connsiteY11" fmla="*/ 4258232 h 4664632"/>
                <a:gd name="connsiteX12" fmla="*/ 2234429 w 6323032"/>
                <a:gd name="connsiteY12" fmla="*/ 4664632 h 4664632"/>
                <a:gd name="connsiteX13" fmla="*/ 1784486 w 6323032"/>
                <a:gd name="connsiteY13" fmla="*/ 4519489 h 4664632"/>
                <a:gd name="connsiteX14" fmla="*/ 870085 w 6323032"/>
                <a:gd name="connsiteY14" fmla="*/ 4260046 h 4664632"/>
                <a:gd name="connsiteX15" fmla="*/ 603385 w 6323032"/>
                <a:gd name="connsiteY15" fmla="*/ 4018746 h 4664632"/>
                <a:gd name="connsiteX16" fmla="*/ 374786 w 6323032"/>
                <a:gd name="connsiteY16" fmla="*/ 3815546 h 4664632"/>
                <a:gd name="connsiteX17" fmla="*/ 184285 w 6323032"/>
                <a:gd name="connsiteY17" fmla="*/ 3180546 h 4664632"/>
                <a:gd name="connsiteX18" fmla="*/ 133485 w 6323032"/>
                <a:gd name="connsiteY18" fmla="*/ 2659846 h 4664632"/>
                <a:gd name="connsiteX19" fmla="*/ 603385 w 6323032"/>
                <a:gd name="connsiteY19" fmla="*/ 1720046 h 4664632"/>
                <a:gd name="connsiteX20" fmla="*/ 681399 w 6323032"/>
                <a:gd name="connsiteY20" fmla="*/ 1602117 h 4664632"/>
                <a:gd name="connsiteX21" fmla="*/ 899115 w 6323032"/>
                <a:gd name="connsiteY21" fmla="*/ 1239260 h 4664632"/>
                <a:gd name="connsiteX0" fmla="*/ 827650 w 6251567"/>
                <a:gd name="connsiteY0" fmla="*/ 1239260 h 4664632"/>
                <a:gd name="connsiteX1" fmla="*/ 1756563 w 6251567"/>
                <a:gd name="connsiteY1" fmla="*/ 528060 h 4664632"/>
                <a:gd name="connsiteX2" fmla="*/ 3948219 w 6251567"/>
                <a:gd name="connsiteY2" fmla="*/ 20060 h 4664632"/>
                <a:gd name="connsiteX3" fmla="*/ 5312562 w 6251567"/>
                <a:gd name="connsiteY3" fmla="*/ 513546 h 4664632"/>
                <a:gd name="connsiteX4" fmla="*/ 5530278 w 6251567"/>
                <a:gd name="connsiteY4" fmla="*/ 542575 h 4664632"/>
                <a:gd name="connsiteX5" fmla="*/ 6052790 w 6251567"/>
                <a:gd name="connsiteY5" fmla="*/ 1674689 h 4664632"/>
                <a:gd name="connsiteX6" fmla="*/ 6096334 w 6251567"/>
                <a:gd name="connsiteY6" fmla="*/ 1994003 h 4664632"/>
                <a:gd name="connsiteX7" fmla="*/ 6038277 w 6251567"/>
                <a:gd name="connsiteY7" fmla="*/ 2356860 h 4664632"/>
                <a:gd name="connsiteX8" fmla="*/ 6038277 w 6251567"/>
                <a:gd name="connsiteY8" fmla="*/ 2777775 h 4664632"/>
                <a:gd name="connsiteX9" fmla="*/ 5283534 w 6251567"/>
                <a:gd name="connsiteY9" fmla="*/ 3706689 h 4664632"/>
                <a:gd name="connsiteX10" fmla="*/ 5123878 w 6251567"/>
                <a:gd name="connsiteY10" fmla="*/ 3851832 h 4664632"/>
                <a:gd name="connsiteX11" fmla="*/ 4528792 w 6251567"/>
                <a:gd name="connsiteY11" fmla="*/ 4258232 h 4664632"/>
                <a:gd name="connsiteX12" fmla="*/ 2162964 w 6251567"/>
                <a:gd name="connsiteY12" fmla="*/ 4664632 h 4664632"/>
                <a:gd name="connsiteX13" fmla="*/ 1713021 w 6251567"/>
                <a:gd name="connsiteY13" fmla="*/ 4519489 h 4664632"/>
                <a:gd name="connsiteX14" fmla="*/ 798620 w 6251567"/>
                <a:gd name="connsiteY14" fmla="*/ 4260046 h 4664632"/>
                <a:gd name="connsiteX15" fmla="*/ 531920 w 6251567"/>
                <a:gd name="connsiteY15" fmla="*/ 4018746 h 4664632"/>
                <a:gd name="connsiteX16" fmla="*/ 303321 w 6251567"/>
                <a:gd name="connsiteY16" fmla="*/ 3815546 h 4664632"/>
                <a:gd name="connsiteX17" fmla="*/ 112820 w 6251567"/>
                <a:gd name="connsiteY17" fmla="*/ 3180546 h 4664632"/>
                <a:gd name="connsiteX18" fmla="*/ 62020 w 6251567"/>
                <a:gd name="connsiteY18" fmla="*/ 2659846 h 4664632"/>
                <a:gd name="connsiteX19" fmla="*/ 531920 w 6251567"/>
                <a:gd name="connsiteY19" fmla="*/ 1720046 h 4664632"/>
                <a:gd name="connsiteX20" fmla="*/ 609934 w 6251567"/>
                <a:gd name="connsiteY20" fmla="*/ 1602117 h 4664632"/>
                <a:gd name="connsiteX21" fmla="*/ 827650 w 6251567"/>
                <a:gd name="connsiteY21" fmla="*/ 1239260 h 4664632"/>
                <a:gd name="connsiteX0" fmla="*/ 827650 w 6251567"/>
                <a:gd name="connsiteY0" fmla="*/ 1239260 h 4664632"/>
                <a:gd name="connsiteX1" fmla="*/ 1756563 w 6251567"/>
                <a:gd name="connsiteY1" fmla="*/ 528060 h 4664632"/>
                <a:gd name="connsiteX2" fmla="*/ 3948219 w 6251567"/>
                <a:gd name="connsiteY2" fmla="*/ 20060 h 4664632"/>
                <a:gd name="connsiteX3" fmla="*/ 5312562 w 6251567"/>
                <a:gd name="connsiteY3" fmla="*/ 513546 h 4664632"/>
                <a:gd name="connsiteX4" fmla="*/ 5530278 w 6251567"/>
                <a:gd name="connsiteY4" fmla="*/ 542575 h 4664632"/>
                <a:gd name="connsiteX5" fmla="*/ 6052790 w 6251567"/>
                <a:gd name="connsiteY5" fmla="*/ 1674689 h 4664632"/>
                <a:gd name="connsiteX6" fmla="*/ 6096334 w 6251567"/>
                <a:gd name="connsiteY6" fmla="*/ 1994003 h 4664632"/>
                <a:gd name="connsiteX7" fmla="*/ 6038277 w 6251567"/>
                <a:gd name="connsiteY7" fmla="*/ 2356860 h 4664632"/>
                <a:gd name="connsiteX8" fmla="*/ 6038277 w 6251567"/>
                <a:gd name="connsiteY8" fmla="*/ 2777775 h 4664632"/>
                <a:gd name="connsiteX9" fmla="*/ 5283534 w 6251567"/>
                <a:gd name="connsiteY9" fmla="*/ 3706689 h 4664632"/>
                <a:gd name="connsiteX10" fmla="*/ 5123878 w 6251567"/>
                <a:gd name="connsiteY10" fmla="*/ 3851832 h 4664632"/>
                <a:gd name="connsiteX11" fmla="*/ 4528792 w 6251567"/>
                <a:gd name="connsiteY11" fmla="*/ 4258232 h 4664632"/>
                <a:gd name="connsiteX12" fmla="*/ 2162964 w 6251567"/>
                <a:gd name="connsiteY12" fmla="*/ 4664632 h 4664632"/>
                <a:gd name="connsiteX13" fmla="*/ 1713021 w 6251567"/>
                <a:gd name="connsiteY13" fmla="*/ 4519489 h 4664632"/>
                <a:gd name="connsiteX14" fmla="*/ 798620 w 6251567"/>
                <a:gd name="connsiteY14" fmla="*/ 4260046 h 4664632"/>
                <a:gd name="connsiteX15" fmla="*/ 531920 w 6251567"/>
                <a:gd name="connsiteY15" fmla="*/ 4018746 h 4664632"/>
                <a:gd name="connsiteX16" fmla="*/ 303321 w 6251567"/>
                <a:gd name="connsiteY16" fmla="*/ 3815546 h 4664632"/>
                <a:gd name="connsiteX17" fmla="*/ 112820 w 6251567"/>
                <a:gd name="connsiteY17" fmla="*/ 3180546 h 4664632"/>
                <a:gd name="connsiteX18" fmla="*/ 62020 w 6251567"/>
                <a:gd name="connsiteY18" fmla="*/ 2659846 h 4664632"/>
                <a:gd name="connsiteX19" fmla="*/ 531920 w 6251567"/>
                <a:gd name="connsiteY19" fmla="*/ 1720046 h 4664632"/>
                <a:gd name="connsiteX20" fmla="*/ 609934 w 6251567"/>
                <a:gd name="connsiteY20" fmla="*/ 1602117 h 4664632"/>
                <a:gd name="connsiteX21" fmla="*/ 827650 w 6251567"/>
                <a:gd name="connsiteY21" fmla="*/ 1239260 h 4664632"/>
                <a:gd name="connsiteX0" fmla="*/ 847561 w 6271478"/>
                <a:gd name="connsiteY0" fmla="*/ 1239260 h 4664632"/>
                <a:gd name="connsiteX1" fmla="*/ 1776474 w 6271478"/>
                <a:gd name="connsiteY1" fmla="*/ 528060 h 4664632"/>
                <a:gd name="connsiteX2" fmla="*/ 3968130 w 6271478"/>
                <a:gd name="connsiteY2" fmla="*/ 20060 h 4664632"/>
                <a:gd name="connsiteX3" fmla="*/ 5332473 w 6271478"/>
                <a:gd name="connsiteY3" fmla="*/ 513546 h 4664632"/>
                <a:gd name="connsiteX4" fmla="*/ 5550189 w 6271478"/>
                <a:gd name="connsiteY4" fmla="*/ 542575 h 4664632"/>
                <a:gd name="connsiteX5" fmla="*/ 6072701 w 6271478"/>
                <a:gd name="connsiteY5" fmla="*/ 1674689 h 4664632"/>
                <a:gd name="connsiteX6" fmla="*/ 6116245 w 6271478"/>
                <a:gd name="connsiteY6" fmla="*/ 1994003 h 4664632"/>
                <a:gd name="connsiteX7" fmla="*/ 6058188 w 6271478"/>
                <a:gd name="connsiteY7" fmla="*/ 2356860 h 4664632"/>
                <a:gd name="connsiteX8" fmla="*/ 6058188 w 6271478"/>
                <a:gd name="connsiteY8" fmla="*/ 2777775 h 4664632"/>
                <a:gd name="connsiteX9" fmla="*/ 5303445 w 6271478"/>
                <a:gd name="connsiteY9" fmla="*/ 3706689 h 4664632"/>
                <a:gd name="connsiteX10" fmla="*/ 5143789 w 6271478"/>
                <a:gd name="connsiteY10" fmla="*/ 3851832 h 4664632"/>
                <a:gd name="connsiteX11" fmla="*/ 4548703 w 6271478"/>
                <a:gd name="connsiteY11" fmla="*/ 4258232 h 4664632"/>
                <a:gd name="connsiteX12" fmla="*/ 2182875 w 6271478"/>
                <a:gd name="connsiteY12" fmla="*/ 4664632 h 4664632"/>
                <a:gd name="connsiteX13" fmla="*/ 1732932 w 6271478"/>
                <a:gd name="connsiteY13" fmla="*/ 4519489 h 4664632"/>
                <a:gd name="connsiteX14" fmla="*/ 818531 w 6271478"/>
                <a:gd name="connsiteY14" fmla="*/ 4260046 h 4664632"/>
                <a:gd name="connsiteX15" fmla="*/ 551831 w 6271478"/>
                <a:gd name="connsiteY15" fmla="*/ 4018746 h 4664632"/>
                <a:gd name="connsiteX16" fmla="*/ 323232 w 6271478"/>
                <a:gd name="connsiteY16" fmla="*/ 3815546 h 4664632"/>
                <a:gd name="connsiteX17" fmla="*/ 132731 w 6271478"/>
                <a:gd name="connsiteY17" fmla="*/ 3180546 h 4664632"/>
                <a:gd name="connsiteX18" fmla="*/ 81931 w 6271478"/>
                <a:gd name="connsiteY18" fmla="*/ 2659846 h 4664632"/>
                <a:gd name="connsiteX19" fmla="*/ 551831 w 6271478"/>
                <a:gd name="connsiteY19" fmla="*/ 1720046 h 4664632"/>
                <a:gd name="connsiteX20" fmla="*/ 629845 w 6271478"/>
                <a:gd name="connsiteY20" fmla="*/ 1602117 h 4664632"/>
                <a:gd name="connsiteX21" fmla="*/ 847561 w 6271478"/>
                <a:gd name="connsiteY21" fmla="*/ 1239260 h 4664632"/>
                <a:gd name="connsiteX0" fmla="*/ 847561 w 6271478"/>
                <a:gd name="connsiteY0" fmla="*/ 1239260 h 4664632"/>
                <a:gd name="connsiteX1" fmla="*/ 1776474 w 6271478"/>
                <a:gd name="connsiteY1" fmla="*/ 528060 h 4664632"/>
                <a:gd name="connsiteX2" fmla="*/ 3968130 w 6271478"/>
                <a:gd name="connsiteY2" fmla="*/ 20060 h 4664632"/>
                <a:gd name="connsiteX3" fmla="*/ 5332473 w 6271478"/>
                <a:gd name="connsiteY3" fmla="*/ 513546 h 4664632"/>
                <a:gd name="connsiteX4" fmla="*/ 5550189 w 6271478"/>
                <a:gd name="connsiteY4" fmla="*/ 542575 h 4664632"/>
                <a:gd name="connsiteX5" fmla="*/ 6072701 w 6271478"/>
                <a:gd name="connsiteY5" fmla="*/ 1674689 h 4664632"/>
                <a:gd name="connsiteX6" fmla="*/ 6116245 w 6271478"/>
                <a:gd name="connsiteY6" fmla="*/ 1994003 h 4664632"/>
                <a:gd name="connsiteX7" fmla="*/ 6058188 w 6271478"/>
                <a:gd name="connsiteY7" fmla="*/ 2356860 h 4664632"/>
                <a:gd name="connsiteX8" fmla="*/ 6058188 w 6271478"/>
                <a:gd name="connsiteY8" fmla="*/ 2777775 h 4664632"/>
                <a:gd name="connsiteX9" fmla="*/ 5303445 w 6271478"/>
                <a:gd name="connsiteY9" fmla="*/ 3706689 h 4664632"/>
                <a:gd name="connsiteX10" fmla="*/ 5143789 w 6271478"/>
                <a:gd name="connsiteY10" fmla="*/ 3851832 h 4664632"/>
                <a:gd name="connsiteX11" fmla="*/ 4548703 w 6271478"/>
                <a:gd name="connsiteY11" fmla="*/ 4258232 h 4664632"/>
                <a:gd name="connsiteX12" fmla="*/ 2182875 w 6271478"/>
                <a:gd name="connsiteY12" fmla="*/ 4664632 h 4664632"/>
                <a:gd name="connsiteX13" fmla="*/ 1732932 w 6271478"/>
                <a:gd name="connsiteY13" fmla="*/ 4519489 h 4664632"/>
                <a:gd name="connsiteX14" fmla="*/ 818531 w 6271478"/>
                <a:gd name="connsiteY14" fmla="*/ 4260046 h 4664632"/>
                <a:gd name="connsiteX15" fmla="*/ 551831 w 6271478"/>
                <a:gd name="connsiteY15" fmla="*/ 4018746 h 4664632"/>
                <a:gd name="connsiteX16" fmla="*/ 323232 w 6271478"/>
                <a:gd name="connsiteY16" fmla="*/ 3815546 h 4664632"/>
                <a:gd name="connsiteX17" fmla="*/ 132731 w 6271478"/>
                <a:gd name="connsiteY17" fmla="*/ 3180546 h 4664632"/>
                <a:gd name="connsiteX18" fmla="*/ 81931 w 6271478"/>
                <a:gd name="connsiteY18" fmla="*/ 2659846 h 4664632"/>
                <a:gd name="connsiteX19" fmla="*/ 551831 w 6271478"/>
                <a:gd name="connsiteY19" fmla="*/ 1720046 h 4664632"/>
                <a:gd name="connsiteX20" fmla="*/ 629845 w 6271478"/>
                <a:gd name="connsiteY20" fmla="*/ 1602117 h 4664632"/>
                <a:gd name="connsiteX21" fmla="*/ 847561 w 6271478"/>
                <a:gd name="connsiteY21" fmla="*/ 1239260 h 4664632"/>
                <a:gd name="connsiteX0" fmla="*/ 863056 w 6286973"/>
                <a:gd name="connsiteY0" fmla="*/ 1239260 h 4664632"/>
                <a:gd name="connsiteX1" fmla="*/ 1791969 w 6286973"/>
                <a:gd name="connsiteY1" fmla="*/ 528060 h 4664632"/>
                <a:gd name="connsiteX2" fmla="*/ 3983625 w 6286973"/>
                <a:gd name="connsiteY2" fmla="*/ 20060 h 4664632"/>
                <a:gd name="connsiteX3" fmla="*/ 5347968 w 6286973"/>
                <a:gd name="connsiteY3" fmla="*/ 513546 h 4664632"/>
                <a:gd name="connsiteX4" fmla="*/ 5565684 w 6286973"/>
                <a:gd name="connsiteY4" fmla="*/ 542575 h 4664632"/>
                <a:gd name="connsiteX5" fmla="*/ 6088196 w 6286973"/>
                <a:gd name="connsiteY5" fmla="*/ 1674689 h 4664632"/>
                <a:gd name="connsiteX6" fmla="*/ 6131740 w 6286973"/>
                <a:gd name="connsiteY6" fmla="*/ 1994003 h 4664632"/>
                <a:gd name="connsiteX7" fmla="*/ 6073683 w 6286973"/>
                <a:gd name="connsiteY7" fmla="*/ 2356860 h 4664632"/>
                <a:gd name="connsiteX8" fmla="*/ 6073683 w 6286973"/>
                <a:gd name="connsiteY8" fmla="*/ 2777775 h 4664632"/>
                <a:gd name="connsiteX9" fmla="*/ 5318940 w 6286973"/>
                <a:gd name="connsiteY9" fmla="*/ 3706689 h 4664632"/>
                <a:gd name="connsiteX10" fmla="*/ 5159284 w 6286973"/>
                <a:gd name="connsiteY10" fmla="*/ 3851832 h 4664632"/>
                <a:gd name="connsiteX11" fmla="*/ 4564198 w 6286973"/>
                <a:gd name="connsiteY11" fmla="*/ 4258232 h 4664632"/>
                <a:gd name="connsiteX12" fmla="*/ 2198370 w 6286973"/>
                <a:gd name="connsiteY12" fmla="*/ 4664632 h 4664632"/>
                <a:gd name="connsiteX13" fmla="*/ 1748427 w 6286973"/>
                <a:gd name="connsiteY13" fmla="*/ 4519489 h 4664632"/>
                <a:gd name="connsiteX14" fmla="*/ 834026 w 6286973"/>
                <a:gd name="connsiteY14" fmla="*/ 4260046 h 4664632"/>
                <a:gd name="connsiteX15" fmla="*/ 567326 w 6286973"/>
                <a:gd name="connsiteY15" fmla="*/ 4018746 h 4664632"/>
                <a:gd name="connsiteX16" fmla="*/ 338727 w 6286973"/>
                <a:gd name="connsiteY16" fmla="*/ 3815546 h 4664632"/>
                <a:gd name="connsiteX17" fmla="*/ 148226 w 6286973"/>
                <a:gd name="connsiteY17" fmla="*/ 3180546 h 4664632"/>
                <a:gd name="connsiteX18" fmla="*/ 97426 w 6286973"/>
                <a:gd name="connsiteY18" fmla="*/ 2659846 h 4664632"/>
                <a:gd name="connsiteX19" fmla="*/ 567326 w 6286973"/>
                <a:gd name="connsiteY19" fmla="*/ 1720046 h 4664632"/>
                <a:gd name="connsiteX20" fmla="*/ 645340 w 6286973"/>
                <a:gd name="connsiteY20" fmla="*/ 1602117 h 4664632"/>
                <a:gd name="connsiteX21" fmla="*/ 863056 w 6286973"/>
                <a:gd name="connsiteY21" fmla="*/ 1239260 h 4664632"/>
                <a:gd name="connsiteX0" fmla="*/ 863056 w 6286973"/>
                <a:gd name="connsiteY0" fmla="*/ 1239260 h 4664632"/>
                <a:gd name="connsiteX1" fmla="*/ 1791969 w 6286973"/>
                <a:gd name="connsiteY1" fmla="*/ 528060 h 4664632"/>
                <a:gd name="connsiteX2" fmla="*/ 3983625 w 6286973"/>
                <a:gd name="connsiteY2" fmla="*/ 20060 h 4664632"/>
                <a:gd name="connsiteX3" fmla="*/ 5347968 w 6286973"/>
                <a:gd name="connsiteY3" fmla="*/ 513546 h 4664632"/>
                <a:gd name="connsiteX4" fmla="*/ 5565684 w 6286973"/>
                <a:gd name="connsiteY4" fmla="*/ 542575 h 4664632"/>
                <a:gd name="connsiteX5" fmla="*/ 6088196 w 6286973"/>
                <a:gd name="connsiteY5" fmla="*/ 1674689 h 4664632"/>
                <a:gd name="connsiteX6" fmla="*/ 6131740 w 6286973"/>
                <a:gd name="connsiteY6" fmla="*/ 1994003 h 4664632"/>
                <a:gd name="connsiteX7" fmla="*/ 6073683 w 6286973"/>
                <a:gd name="connsiteY7" fmla="*/ 2356860 h 4664632"/>
                <a:gd name="connsiteX8" fmla="*/ 6073683 w 6286973"/>
                <a:gd name="connsiteY8" fmla="*/ 2777775 h 4664632"/>
                <a:gd name="connsiteX9" fmla="*/ 5318940 w 6286973"/>
                <a:gd name="connsiteY9" fmla="*/ 3706689 h 4664632"/>
                <a:gd name="connsiteX10" fmla="*/ 5159284 w 6286973"/>
                <a:gd name="connsiteY10" fmla="*/ 3851832 h 4664632"/>
                <a:gd name="connsiteX11" fmla="*/ 4564198 w 6286973"/>
                <a:gd name="connsiteY11" fmla="*/ 4258232 h 4664632"/>
                <a:gd name="connsiteX12" fmla="*/ 2198370 w 6286973"/>
                <a:gd name="connsiteY12" fmla="*/ 4664632 h 4664632"/>
                <a:gd name="connsiteX13" fmla="*/ 1748427 w 6286973"/>
                <a:gd name="connsiteY13" fmla="*/ 4519489 h 4664632"/>
                <a:gd name="connsiteX14" fmla="*/ 834026 w 6286973"/>
                <a:gd name="connsiteY14" fmla="*/ 4260046 h 4664632"/>
                <a:gd name="connsiteX15" fmla="*/ 567326 w 6286973"/>
                <a:gd name="connsiteY15" fmla="*/ 4018746 h 4664632"/>
                <a:gd name="connsiteX16" fmla="*/ 338727 w 6286973"/>
                <a:gd name="connsiteY16" fmla="*/ 3815546 h 4664632"/>
                <a:gd name="connsiteX17" fmla="*/ 148226 w 6286973"/>
                <a:gd name="connsiteY17" fmla="*/ 3180546 h 4664632"/>
                <a:gd name="connsiteX18" fmla="*/ 97426 w 6286973"/>
                <a:gd name="connsiteY18" fmla="*/ 2659846 h 4664632"/>
                <a:gd name="connsiteX19" fmla="*/ 567326 w 6286973"/>
                <a:gd name="connsiteY19" fmla="*/ 1720046 h 4664632"/>
                <a:gd name="connsiteX20" fmla="*/ 645340 w 6286973"/>
                <a:gd name="connsiteY20" fmla="*/ 1602117 h 4664632"/>
                <a:gd name="connsiteX21" fmla="*/ 863056 w 6286973"/>
                <a:gd name="connsiteY21" fmla="*/ 1239260 h 4664632"/>
                <a:gd name="connsiteX0" fmla="*/ 863056 w 6286973"/>
                <a:gd name="connsiteY0" fmla="*/ 1239260 h 4664632"/>
                <a:gd name="connsiteX1" fmla="*/ 1791969 w 6286973"/>
                <a:gd name="connsiteY1" fmla="*/ 528060 h 4664632"/>
                <a:gd name="connsiteX2" fmla="*/ 3983625 w 6286973"/>
                <a:gd name="connsiteY2" fmla="*/ 20060 h 4664632"/>
                <a:gd name="connsiteX3" fmla="*/ 5347968 w 6286973"/>
                <a:gd name="connsiteY3" fmla="*/ 513546 h 4664632"/>
                <a:gd name="connsiteX4" fmla="*/ 5565684 w 6286973"/>
                <a:gd name="connsiteY4" fmla="*/ 542575 h 4664632"/>
                <a:gd name="connsiteX5" fmla="*/ 6088196 w 6286973"/>
                <a:gd name="connsiteY5" fmla="*/ 1674689 h 4664632"/>
                <a:gd name="connsiteX6" fmla="*/ 6131740 w 6286973"/>
                <a:gd name="connsiteY6" fmla="*/ 1994003 h 4664632"/>
                <a:gd name="connsiteX7" fmla="*/ 6073683 w 6286973"/>
                <a:gd name="connsiteY7" fmla="*/ 2356860 h 4664632"/>
                <a:gd name="connsiteX8" fmla="*/ 6073683 w 6286973"/>
                <a:gd name="connsiteY8" fmla="*/ 2777775 h 4664632"/>
                <a:gd name="connsiteX9" fmla="*/ 5318940 w 6286973"/>
                <a:gd name="connsiteY9" fmla="*/ 3706689 h 4664632"/>
                <a:gd name="connsiteX10" fmla="*/ 5159284 w 6286973"/>
                <a:gd name="connsiteY10" fmla="*/ 3851832 h 4664632"/>
                <a:gd name="connsiteX11" fmla="*/ 4564198 w 6286973"/>
                <a:gd name="connsiteY11" fmla="*/ 4258232 h 4664632"/>
                <a:gd name="connsiteX12" fmla="*/ 2198370 w 6286973"/>
                <a:gd name="connsiteY12" fmla="*/ 4664632 h 4664632"/>
                <a:gd name="connsiteX13" fmla="*/ 1748427 w 6286973"/>
                <a:gd name="connsiteY13" fmla="*/ 4519489 h 4664632"/>
                <a:gd name="connsiteX14" fmla="*/ 834026 w 6286973"/>
                <a:gd name="connsiteY14" fmla="*/ 4260046 h 4664632"/>
                <a:gd name="connsiteX15" fmla="*/ 567326 w 6286973"/>
                <a:gd name="connsiteY15" fmla="*/ 4018746 h 4664632"/>
                <a:gd name="connsiteX16" fmla="*/ 338727 w 6286973"/>
                <a:gd name="connsiteY16" fmla="*/ 3815546 h 4664632"/>
                <a:gd name="connsiteX17" fmla="*/ 148226 w 6286973"/>
                <a:gd name="connsiteY17" fmla="*/ 3180546 h 4664632"/>
                <a:gd name="connsiteX18" fmla="*/ 97426 w 6286973"/>
                <a:gd name="connsiteY18" fmla="*/ 2659846 h 4664632"/>
                <a:gd name="connsiteX19" fmla="*/ 567326 w 6286973"/>
                <a:gd name="connsiteY19" fmla="*/ 1720046 h 4664632"/>
                <a:gd name="connsiteX20" fmla="*/ 645340 w 6286973"/>
                <a:gd name="connsiteY20" fmla="*/ 1602117 h 4664632"/>
                <a:gd name="connsiteX21" fmla="*/ 863056 w 6286973"/>
                <a:gd name="connsiteY21" fmla="*/ 1239260 h 4664632"/>
                <a:gd name="connsiteX0" fmla="*/ 875756 w 6286973"/>
                <a:gd name="connsiteY0" fmla="*/ 1290060 h 4664632"/>
                <a:gd name="connsiteX1" fmla="*/ 1791969 w 6286973"/>
                <a:gd name="connsiteY1" fmla="*/ 528060 h 4664632"/>
                <a:gd name="connsiteX2" fmla="*/ 3983625 w 6286973"/>
                <a:gd name="connsiteY2" fmla="*/ 20060 h 4664632"/>
                <a:gd name="connsiteX3" fmla="*/ 5347968 w 6286973"/>
                <a:gd name="connsiteY3" fmla="*/ 513546 h 4664632"/>
                <a:gd name="connsiteX4" fmla="*/ 5565684 w 6286973"/>
                <a:gd name="connsiteY4" fmla="*/ 542575 h 4664632"/>
                <a:gd name="connsiteX5" fmla="*/ 6088196 w 6286973"/>
                <a:gd name="connsiteY5" fmla="*/ 1674689 h 4664632"/>
                <a:gd name="connsiteX6" fmla="*/ 6131740 w 6286973"/>
                <a:gd name="connsiteY6" fmla="*/ 1994003 h 4664632"/>
                <a:gd name="connsiteX7" fmla="*/ 6073683 w 6286973"/>
                <a:gd name="connsiteY7" fmla="*/ 2356860 h 4664632"/>
                <a:gd name="connsiteX8" fmla="*/ 6073683 w 6286973"/>
                <a:gd name="connsiteY8" fmla="*/ 2777775 h 4664632"/>
                <a:gd name="connsiteX9" fmla="*/ 5318940 w 6286973"/>
                <a:gd name="connsiteY9" fmla="*/ 3706689 h 4664632"/>
                <a:gd name="connsiteX10" fmla="*/ 5159284 w 6286973"/>
                <a:gd name="connsiteY10" fmla="*/ 3851832 h 4664632"/>
                <a:gd name="connsiteX11" fmla="*/ 4564198 w 6286973"/>
                <a:gd name="connsiteY11" fmla="*/ 4258232 h 4664632"/>
                <a:gd name="connsiteX12" fmla="*/ 2198370 w 6286973"/>
                <a:gd name="connsiteY12" fmla="*/ 4664632 h 4664632"/>
                <a:gd name="connsiteX13" fmla="*/ 1748427 w 6286973"/>
                <a:gd name="connsiteY13" fmla="*/ 4519489 h 4664632"/>
                <a:gd name="connsiteX14" fmla="*/ 834026 w 6286973"/>
                <a:gd name="connsiteY14" fmla="*/ 4260046 h 4664632"/>
                <a:gd name="connsiteX15" fmla="*/ 567326 w 6286973"/>
                <a:gd name="connsiteY15" fmla="*/ 4018746 h 4664632"/>
                <a:gd name="connsiteX16" fmla="*/ 338727 w 6286973"/>
                <a:gd name="connsiteY16" fmla="*/ 3815546 h 4664632"/>
                <a:gd name="connsiteX17" fmla="*/ 148226 w 6286973"/>
                <a:gd name="connsiteY17" fmla="*/ 3180546 h 4664632"/>
                <a:gd name="connsiteX18" fmla="*/ 97426 w 6286973"/>
                <a:gd name="connsiteY18" fmla="*/ 2659846 h 4664632"/>
                <a:gd name="connsiteX19" fmla="*/ 567326 w 6286973"/>
                <a:gd name="connsiteY19" fmla="*/ 1720046 h 4664632"/>
                <a:gd name="connsiteX20" fmla="*/ 645340 w 6286973"/>
                <a:gd name="connsiteY20" fmla="*/ 1602117 h 4664632"/>
                <a:gd name="connsiteX21" fmla="*/ 875756 w 6286973"/>
                <a:gd name="connsiteY21" fmla="*/ 1290060 h 4664632"/>
                <a:gd name="connsiteX0" fmla="*/ 875756 w 6286973"/>
                <a:gd name="connsiteY0" fmla="*/ 1290060 h 4664632"/>
                <a:gd name="connsiteX1" fmla="*/ 1791969 w 6286973"/>
                <a:gd name="connsiteY1" fmla="*/ 528060 h 4664632"/>
                <a:gd name="connsiteX2" fmla="*/ 3983625 w 6286973"/>
                <a:gd name="connsiteY2" fmla="*/ 20060 h 4664632"/>
                <a:gd name="connsiteX3" fmla="*/ 5347968 w 6286973"/>
                <a:gd name="connsiteY3" fmla="*/ 513546 h 4664632"/>
                <a:gd name="connsiteX4" fmla="*/ 5565684 w 6286973"/>
                <a:gd name="connsiteY4" fmla="*/ 542575 h 4664632"/>
                <a:gd name="connsiteX5" fmla="*/ 6088196 w 6286973"/>
                <a:gd name="connsiteY5" fmla="*/ 1674689 h 4664632"/>
                <a:gd name="connsiteX6" fmla="*/ 6131740 w 6286973"/>
                <a:gd name="connsiteY6" fmla="*/ 1994003 h 4664632"/>
                <a:gd name="connsiteX7" fmla="*/ 6073683 w 6286973"/>
                <a:gd name="connsiteY7" fmla="*/ 2356860 h 4664632"/>
                <a:gd name="connsiteX8" fmla="*/ 6073683 w 6286973"/>
                <a:gd name="connsiteY8" fmla="*/ 2777775 h 4664632"/>
                <a:gd name="connsiteX9" fmla="*/ 5318940 w 6286973"/>
                <a:gd name="connsiteY9" fmla="*/ 3706689 h 4664632"/>
                <a:gd name="connsiteX10" fmla="*/ 5159284 w 6286973"/>
                <a:gd name="connsiteY10" fmla="*/ 3851832 h 4664632"/>
                <a:gd name="connsiteX11" fmla="*/ 4564198 w 6286973"/>
                <a:gd name="connsiteY11" fmla="*/ 4258232 h 4664632"/>
                <a:gd name="connsiteX12" fmla="*/ 2198370 w 6286973"/>
                <a:gd name="connsiteY12" fmla="*/ 4664632 h 4664632"/>
                <a:gd name="connsiteX13" fmla="*/ 1748427 w 6286973"/>
                <a:gd name="connsiteY13" fmla="*/ 4519489 h 4664632"/>
                <a:gd name="connsiteX14" fmla="*/ 834026 w 6286973"/>
                <a:gd name="connsiteY14" fmla="*/ 4260046 h 4664632"/>
                <a:gd name="connsiteX15" fmla="*/ 567326 w 6286973"/>
                <a:gd name="connsiteY15" fmla="*/ 4018746 h 4664632"/>
                <a:gd name="connsiteX16" fmla="*/ 338727 w 6286973"/>
                <a:gd name="connsiteY16" fmla="*/ 3815546 h 4664632"/>
                <a:gd name="connsiteX17" fmla="*/ 148226 w 6286973"/>
                <a:gd name="connsiteY17" fmla="*/ 3180546 h 4664632"/>
                <a:gd name="connsiteX18" fmla="*/ 97426 w 6286973"/>
                <a:gd name="connsiteY18" fmla="*/ 2659846 h 4664632"/>
                <a:gd name="connsiteX19" fmla="*/ 567326 w 6286973"/>
                <a:gd name="connsiteY19" fmla="*/ 1720046 h 4664632"/>
                <a:gd name="connsiteX20" fmla="*/ 645340 w 6286973"/>
                <a:gd name="connsiteY20" fmla="*/ 1602117 h 4664632"/>
                <a:gd name="connsiteX21" fmla="*/ 875756 w 6286973"/>
                <a:gd name="connsiteY21" fmla="*/ 1290060 h 4664632"/>
                <a:gd name="connsiteX0" fmla="*/ 875756 w 6286973"/>
                <a:gd name="connsiteY0" fmla="*/ 1475466 h 4850038"/>
                <a:gd name="connsiteX1" fmla="*/ 1791969 w 6286973"/>
                <a:gd name="connsiteY1" fmla="*/ 713466 h 4850038"/>
                <a:gd name="connsiteX2" fmla="*/ 3983625 w 6286973"/>
                <a:gd name="connsiteY2" fmla="*/ 205466 h 4850038"/>
                <a:gd name="connsiteX3" fmla="*/ 5347968 w 6286973"/>
                <a:gd name="connsiteY3" fmla="*/ 698952 h 4850038"/>
                <a:gd name="connsiteX4" fmla="*/ 5565684 w 6286973"/>
                <a:gd name="connsiteY4" fmla="*/ 727981 h 4850038"/>
                <a:gd name="connsiteX5" fmla="*/ 6088196 w 6286973"/>
                <a:gd name="connsiteY5" fmla="*/ 1860095 h 4850038"/>
                <a:gd name="connsiteX6" fmla="*/ 6131740 w 6286973"/>
                <a:gd name="connsiteY6" fmla="*/ 2179409 h 4850038"/>
                <a:gd name="connsiteX7" fmla="*/ 6073683 w 6286973"/>
                <a:gd name="connsiteY7" fmla="*/ 2542266 h 4850038"/>
                <a:gd name="connsiteX8" fmla="*/ 6073683 w 6286973"/>
                <a:gd name="connsiteY8" fmla="*/ 2963181 h 4850038"/>
                <a:gd name="connsiteX9" fmla="*/ 5318940 w 6286973"/>
                <a:gd name="connsiteY9" fmla="*/ 3892095 h 4850038"/>
                <a:gd name="connsiteX10" fmla="*/ 5159284 w 6286973"/>
                <a:gd name="connsiteY10" fmla="*/ 4037238 h 4850038"/>
                <a:gd name="connsiteX11" fmla="*/ 4564198 w 6286973"/>
                <a:gd name="connsiteY11" fmla="*/ 4443638 h 4850038"/>
                <a:gd name="connsiteX12" fmla="*/ 2198370 w 6286973"/>
                <a:gd name="connsiteY12" fmla="*/ 4850038 h 4850038"/>
                <a:gd name="connsiteX13" fmla="*/ 1748427 w 6286973"/>
                <a:gd name="connsiteY13" fmla="*/ 4704895 h 4850038"/>
                <a:gd name="connsiteX14" fmla="*/ 834026 w 6286973"/>
                <a:gd name="connsiteY14" fmla="*/ 4445452 h 4850038"/>
                <a:gd name="connsiteX15" fmla="*/ 567326 w 6286973"/>
                <a:gd name="connsiteY15" fmla="*/ 4204152 h 4850038"/>
                <a:gd name="connsiteX16" fmla="*/ 338727 w 6286973"/>
                <a:gd name="connsiteY16" fmla="*/ 4000952 h 4850038"/>
                <a:gd name="connsiteX17" fmla="*/ 148226 w 6286973"/>
                <a:gd name="connsiteY17" fmla="*/ 3365952 h 4850038"/>
                <a:gd name="connsiteX18" fmla="*/ 97426 w 6286973"/>
                <a:gd name="connsiteY18" fmla="*/ 2845252 h 4850038"/>
                <a:gd name="connsiteX19" fmla="*/ 567326 w 6286973"/>
                <a:gd name="connsiteY19" fmla="*/ 1905452 h 4850038"/>
                <a:gd name="connsiteX20" fmla="*/ 645340 w 6286973"/>
                <a:gd name="connsiteY20" fmla="*/ 1787523 h 4850038"/>
                <a:gd name="connsiteX21" fmla="*/ 875756 w 6286973"/>
                <a:gd name="connsiteY21" fmla="*/ 1475466 h 4850038"/>
                <a:gd name="connsiteX0" fmla="*/ 875756 w 6286973"/>
                <a:gd name="connsiteY0" fmla="*/ 1705651 h 5080223"/>
                <a:gd name="connsiteX1" fmla="*/ 1791969 w 6286973"/>
                <a:gd name="connsiteY1" fmla="*/ 943651 h 5080223"/>
                <a:gd name="connsiteX2" fmla="*/ 3983625 w 6286973"/>
                <a:gd name="connsiteY2" fmla="*/ 435651 h 5080223"/>
                <a:gd name="connsiteX3" fmla="*/ 5347968 w 6286973"/>
                <a:gd name="connsiteY3" fmla="*/ 929137 h 5080223"/>
                <a:gd name="connsiteX4" fmla="*/ 5565684 w 6286973"/>
                <a:gd name="connsiteY4" fmla="*/ 958166 h 5080223"/>
                <a:gd name="connsiteX5" fmla="*/ 6088196 w 6286973"/>
                <a:gd name="connsiteY5" fmla="*/ 2090280 h 5080223"/>
                <a:gd name="connsiteX6" fmla="*/ 6131740 w 6286973"/>
                <a:gd name="connsiteY6" fmla="*/ 2409594 h 5080223"/>
                <a:gd name="connsiteX7" fmla="*/ 6073683 w 6286973"/>
                <a:gd name="connsiteY7" fmla="*/ 2772451 h 5080223"/>
                <a:gd name="connsiteX8" fmla="*/ 6073683 w 6286973"/>
                <a:gd name="connsiteY8" fmla="*/ 3193366 h 5080223"/>
                <a:gd name="connsiteX9" fmla="*/ 5318940 w 6286973"/>
                <a:gd name="connsiteY9" fmla="*/ 4122280 h 5080223"/>
                <a:gd name="connsiteX10" fmla="*/ 5159284 w 6286973"/>
                <a:gd name="connsiteY10" fmla="*/ 4267423 h 5080223"/>
                <a:gd name="connsiteX11" fmla="*/ 4564198 w 6286973"/>
                <a:gd name="connsiteY11" fmla="*/ 4673823 h 5080223"/>
                <a:gd name="connsiteX12" fmla="*/ 2198370 w 6286973"/>
                <a:gd name="connsiteY12" fmla="*/ 5080223 h 5080223"/>
                <a:gd name="connsiteX13" fmla="*/ 1748427 w 6286973"/>
                <a:gd name="connsiteY13" fmla="*/ 4935080 h 5080223"/>
                <a:gd name="connsiteX14" fmla="*/ 834026 w 6286973"/>
                <a:gd name="connsiteY14" fmla="*/ 4675637 h 5080223"/>
                <a:gd name="connsiteX15" fmla="*/ 567326 w 6286973"/>
                <a:gd name="connsiteY15" fmla="*/ 4434337 h 5080223"/>
                <a:gd name="connsiteX16" fmla="*/ 338727 w 6286973"/>
                <a:gd name="connsiteY16" fmla="*/ 4231137 h 5080223"/>
                <a:gd name="connsiteX17" fmla="*/ 148226 w 6286973"/>
                <a:gd name="connsiteY17" fmla="*/ 3596137 h 5080223"/>
                <a:gd name="connsiteX18" fmla="*/ 97426 w 6286973"/>
                <a:gd name="connsiteY18" fmla="*/ 3075437 h 5080223"/>
                <a:gd name="connsiteX19" fmla="*/ 567326 w 6286973"/>
                <a:gd name="connsiteY19" fmla="*/ 2135637 h 5080223"/>
                <a:gd name="connsiteX20" fmla="*/ 645340 w 6286973"/>
                <a:gd name="connsiteY20" fmla="*/ 2017708 h 5080223"/>
                <a:gd name="connsiteX21" fmla="*/ 875756 w 6286973"/>
                <a:gd name="connsiteY21" fmla="*/ 1705651 h 5080223"/>
                <a:gd name="connsiteX0" fmla="*/ 875756 w 6286973"/>
                <a:gd name="connsiteY0" fmla="*/ 1705651 h 5080223"/>
                <a:gd name="connsiteX1" fmla="*/ 1791969 w 6286973"/>
                <a:gd name="connsiteY1" fmla="*/ 943651 h 5080223"/>
                <a:gd name="connsiteX2" fmla="*/ 3983625 w 6286973"/>
                <a:gd name="connsiteY2" fmla="*/ 435651 h 5080223"/>
                <a:gd name="connsiteX3" fmla="*/ 5347968 w 6286973"/>
                <a:gd name="connsiteY3" fmla="*/ 929137 h 5080223"/>
                <a:gd name="connsiteX4" fmla="*/ 5565684 w 6286973"/>
                <a:gd name="connsiteY4" fmla="*/ 958166 h 5080223"/>
                <a:gd name="connsiteX5" fmla="*/ 6088196 w 6286973"/>
                <a:gd name="connsiteY5" fmla="*/ 2090280 h 5080223"/>
                <a:gd name="connsiteX6" fmla="*/ 6131740 w 6286973"/>
                <a:gd name="connsiteY6" fmla="*/ 2409594 h 5080223"/>
                <a:gd name="connsiteX7" fmla="*/ 6073683 w 6286973"/>
                <a:gd name="connsiteY7" fmla="*/ 2772451 h 5080223"/>
                <a:gd name="connsiteX8" fmla="*/ 6073683 w 6286973"/>
                <a:gd name="connsiteY8" fmla="*/ 3193366 h 5080223"/>
                <a:gd name="connsiteX9" fmla="*/ 5318940 w 6286973"/>
                <a:gd name="connsiteY9" fmla="*/ 4122280 h 5080223"/>
                <a:gd name="connsiteX10" fmla="*/ 5159284 w 6286973"/>
                <a:gd name="connsiteY10" fmla="*/ 4267423 h 5080223"/>
                <a:gd name="connsiteX11" fmla="*/ 4564198 w 6286973"/>
                <a:gd name="connsiteY11" fmla="*/ 4673823 h 5080223"/>
                <a:gd name="connsiteX12" fmla="*/ 2198370 w 6286973"/>
                <a:gd name="connsiteY12" fmla="*/ 5080223 h 5080223"/>
                <a:gd name="connsiteX13" fmla="*/ 1748427 w 6286973"/>
                <a:gd name="connsiteY13" fmla="*/ 4935080 h 5080223"/>
                <a:gd name="connsiteX14" fmla="*/ 834026 w 6286973"/>
                <a:gd name="connsiteY14" fmla="*/ 4675637 h 5080223"/>
                <a:gd name="connsiteX15" fmla="*/ 567326 w 6286973"/>
                <a:gd name="connsiteY15" fmla="*/ 4434337 h 5080223"/>
                <a:gd name="connsiteX16" fmla="*/ 338727 w 6286973"/>
                <a:gd name="connsiteY16" fmla="*/ 4231137 h 5080223"/>
                <a:gd name="connsiteX17" fmla="*/ 148226 w 6286973"/>
                <a:gd name="connsiteY17" fmla="*/ 3596137 h 5080223"/>
                <a:gd name="connsiteX18" fmla="*/ 97426 w 6286973"/>
                <a:gd name="connsiteY18" fmla="*/ 3075437 h 5080223"/>
                <a:gd name="connsiteX19" fmla="*/ 567326 w 6286973"/>
                <a:gd name="connsiteY19" fmla="*/ 2135637 h 5080223"/>
                <a:gd name="connsiteX20" fmla="*/ 645340 w 6286973"/>
                <a:gd name="connsiteY20" fmla="*/ 2017708 h 5080223"/>
                <a:gd name="connsiteX21" fmla="*/ 875756 w 6286973"/>
                <a:gd name="connsiteY21" fmla="*/ 1705651 h 5080223"/>
                <a:gd name="connsiteX0" fmla="*/ 875756 w 6286973"/>
                <a:gd name="connsiteY0" fmla="*/ 1705651 h 5080223"/>
                <a:gd name="connsiteX1" fmla="*/ 1791969 w 6286973"/>
                <a:gd name="connsiteY1" fmla="*/ 943651 h 5080223"/>
                <a:gd name="connsiteX2" fmla="*/ 3983625 w 6286973"/>
                <a:gd name="connsiteY2" fmla="*/ 435651 h 5080223"/>
                <a:gd name="connsiteX3" fmla="*/ 5347968 w 6286973"/>
                <a:gd name="connsiteY3" fmla="*/ 929137 h 5080223"/>
                <a:gd name="connsiteX4" fmla="*/ 5565684 w 6286973"/>
                <a:gd name="connsiteY4" fmla="*/ 958166 h 5080223"/>
                <a:gd name="connsiteX5" fmla="*/ 6088196 w 6286973"/>
                <a:gd name="connsiteY5" fmla="*/ 2090280 h 5080223"/>
                <a:gd name="connsiteX6" fmla="*/ 6131740 w 6286973"/>
                <a:gd name="connsiteY6" fmla="*/ 2409594 h 5080223"/>
                <a:gd name="connsiteX7" fmla="*/ 6073683 w 6286973"/>
                <a:gd name="connsiteY7" fmla="*/ 2772451 h 5080223"/>
                <a:gd name="connsiteX8" fmla="*/ 6073683 w 6286973"/>
                <a:gd name="connsiteY8" fmla="*/ 3193366 h 5080223"/>
                <a:gd name="connsiteX9" fmla="*/ 5318940 w 6286973"/>
                <a:gd name="connsiteY9" fmla="*/ 4122280 h 5080223"/>
                <a:gd name="connsiteX10" fmla="*/ 5159284 w 6286973"/>
                <a:gd name="connsiteY10" fmla="*/ 4267423 h 5080223"/>
                <a:gd name="connsiteX11" fmla="*/ 4564198 w 6286973"/>
                <a:gd name="connsiteY11" fmla="*/ 4673823 h 5080223"/>
                <a:gd name="connsiteX12" fmla="*/ 2198370 w 6286973"/>
                <a:gd name="connsiteY12" fmla="*/ 5080223 h 5080223"/>
                <a:gd name="connsiteX13" fmla="*/ 1748427 w 6286973"/>
                <a:gd name="connsiteY13" fmla="*/ 4935080 h 5080223"/>
                <a:gd name="connsiteX14" fmla="*/ 834026 w 6286973"/>
                <a:gd name="connsiteY14" fmla="*/ 4675637 h 5080223"/>
                <a:gd name="connsiteX15" fmla="*/ 567326 w 6286973"/>
                <a:gd name="connsiteY15" fmla="*/ 4434337 h 5080223"/>
                <a:gd name="connsiteX16" fmla="*/ 338727 w 6286973"/>
                <a:gd name="connsiteY16" fmla="*/ 4231137 h 5080223"/>
                <a:gd name="connsiteX17" fmla="*/ 148226 w 6286973"/>
                <a:gd name="connsiteY17" fmla="*/ 3596137 h 5080223"/>
                <a:gd name="connsiteX18" fmla="*/ 97426 w 6286973"/>
                <a:gd name="connsiteY18" fmla="*/ 3075437 h 5080223"/>
                <a:gd name="connsiteX19" fmla="*/ 567326 w 6286973"/>
                <a:gd name="connsiteY19" fmla="*/ 2135637 h 5080223"/>
                <a:gd name="connsiteX20" fmla="*/ 645340 w 6286973"/>
                <a:gd name="connsiteY20" fmla="*/ 2017708 h 5080223"/>
                <a:gd name="connsiteX21" fmla="*/ 875756 w 6286973"/>
                <a:gd name="connsiteY21" fmla="*/ 1705651 h 5080223"/>
                <a:gd name="connsiteX0" fmla="*/ 875756 w 6286973"/>
                <a:gd name="connsiteY0" fmla="*/ 1705651 h 5080223"/>
                <a:gd name="connsiteX1" fmla="*/ 1791969 w 6286973"/>
                <a:gd name="connsiteY1" fmla="*/ 943651 h 5080223"/>
                <a:gd name="connsiteX2" fmla="*/ 3983625 w 6286973"/>
                <a:gd name="connsiteY2" fmla="*/ 435651 h 5080223"/>
                <a:gd name="connsiteX3" fmla="*/ 5347968 w 6286973"/>
                <a:gd name="connsiteY3" fmla="*/ 929137 h 5080223"/>
                <a:gd name="connsiteX4" fmla="*/ 5565684 w 6286973"/>
                <a:gd name="connsiteY4" fmla="*/ 958166 h 5080223"/>
                <a:gd name="connsiteX5" fmla="*/ 6088196 w 6286973"/>
                <a:gd name="connsiteY5" fmla="*/ 2090280 h 5080223"/>
                <a:gd name="connsiteX6" fmla="*/ 6131740 w 6286973"/>
                <a:gd name="connsiteY6" fmla="*/ 2409594 h 5080223"/>
                <a:gd name="connsiteX7" fmla="*/ 6073683 w 6286973"/>
                <a:gd name="connsiteY7" fmla="*/ 2772451 h 5080223"/>
                <a:gd name="connsiteX8" fmla="*/ 6073683 w 6286973"/>
                <a:gd name="connsiteY8" fmla="*/ 3193366 h 5080223"/>
                <a:gd name="connsiteX9" fmla="*/ 5318940 w 6286973"/>
                <a:gd name="connsiteY9" fmla="*/ 4122280 h 5080223"/>
                <a:gd name="connsiteX10" fmla="*/ 5159284 w 6286973"/>
                <a:gd name="connsiteY10" fmla="*/ 4267423 h 5080223"/>
                <a:gd name="connsiteX11" fmla="*/ 4564198 w 6286973"/>
                <a:gd name="connsiteY11" fmla="*/ 4673823 h 5080223"/>
                <a:gd name="connsiteX12" fmla="*/ 2198370 w 6286973"/>
                <a:gd name="connsiteY12" fmla="*/ 5080223 h 5080223"/>
                <a:gd name="connsiteX13" fmla="*/ 1748427 w 6286973"/>
                <a:gd name="connsiteY13" fmla="*/ 4935080 h 5080223"/>
                <a:gd name="connsiteX14" fmla="*/ 834026 w 6286973"/>
                <a:gd name="connsiteY14" fmla="*/ 4675637 h 5080223"/>
                <a:gd name="connsiteX15" fmla="*/ 567326 w 6286973"/>
                <a:gd name="connsiteY15" fmla="*/ 4434337 h 5080223"/>
                <a:gd name="connsiteX16" fmla="*/ 338727 w 6286973"/>
                <a:gd name="connsiteY16" fmla="*/ 4231137 h 5080223"/>
                <a:gd name="connsiteX17" fmla="*/ 148226 w 6286973"/>
                <a:gd name="connsiteY17" fmla="*/ 3596137 h 5080223"/>
                <a:gd name="connsiteX18" fmla="*/ 97426 w 6286973"/>
                <a:gd name="connsiteY18" fmla="*/ 3075437 h 5080223"/>
                <a:gd name="connsiteX19" fmla="*/ 567326 w 6286973"/>
                <a:gd name="connsiteY19" fmla="*/ 2135637 h 5080223"/>
                <a:gd name="connsiteX20" fmla="*/ 645340 w 6286973"/>
                <a:gd name="connsiteY20" fmla="*/ 2017708 h 5080223"/>
                <a:gd name="connsiteX21" fmla="*/ 875756 w 6286973"/>
                <a:gd name="connsiteY21" fmla="*/ 1705651 h 5080223"/>
                <a:gd name="connsiteX0" fmla="*/ 875756 w 6242639"/>
                <a:gd name="connsiteY0" fmla="*/ 1705651 h 5080223"/>
                <a:gd name="connsiteX1" fmla="*/ 1791969 w 6242639"/>
                <a:gd name="connsiteY1" fmla="*/ 943651 h 5080223"/>
                <a:gd name="connsiteX2" fmla="*/ 3983625 w 6242639"/>
                <a:gd name="connsiteY2" fmla="*/ 435651 h 5080223"/>
                <a:gd name="connsiteX3" fmla="*/ 5347968 w 6242639"/>
                <a:gd name="connsiteY3" fmla="*/ 929137 h 5080223"/>
                <a:gd name="connsiteX4" fmla="*/ 5565684 w 6242639"/>
                <a:gd name="connsiteY4" fmla="*/ 958166 h 5080223"/>
                <a:gd name="connsiteX5" fmla="*/ 6088196 w 6242639"/>
                <a:gd name="connsiteY5" fmla="*/ 2090280 h 5080223"/>
                <a:gd name="connsiteX6" fmla="*/ 6131740 w 6242639"/>
                <a:gd name="connsiteY6" fmla="*/ 2409594 h 5080223"/>
                <a:gd name="connsiteX7" fmla="*/ 6073683 w 6242639"/>
                <a:gd name="connsiteY7" fmla="*/ 2772451 h 5080223"/>
                <a:gd name="connsiteX8" fmla="*/ 6073683 w 6242639"/>
                <a:gd name="connsiteY8" fmla="*/ 3193366 h 5080223"/>
                <a:gd name="connsiteX9" fmla="*/ 5318940 w 6242639"/>
                <a:gd name="connsiteY9" fmla="*/ 4122280 h 5080223"/>
                <a:gd name="connsiteX10" fmla="*/ 5159284 w 6242639"/>
                <a:gd name="connsiteY10" fmla="*/ 4267423 h 5080223"/>
                <a:gd name="connsiteX11" fmla="*/ 4564198 w 6242639"/>
                <a:gd name="connsiteY11" fmla="*/ 4673823 h 5080223"/>
                <a:gd name="connsiteX12" fmla="*/ 2198370 w 6242639"/>
                <a:gd name="connsiteY12" fmla="*/ 5080223 h 5080223"/>
                <a:gd name="connsiteX13" fmla="*/ 1748427 w 6242639"/>
                <a:gd name="connsiteY13" fmla="*/ 4935080 h 5080223"/>
                <a:gd name="connsiteX14" fmla="*/ 834026 w 6242639"/>
                <a:gd name="connsiteY14" fmla="*/ 4675637 h 5080223"/>
                <a:gd name="connsiteX15" fmla="*/ 567326 w 6242639"/>
                <a:gd name="connsiteY15" fmla="*/ 4434337 h 5080223"/>
                <a:gd name="connsiteX16" fmla="*/ 338727 w 6242639"/>
                <a:gd name="connsiteY16" fmla="*/ 4231137 h 5080223"/>
                <a:gd name="connsiteX17" fmla="*/ 148226 w 6242639"/>
                <a:gd name="connsiteY17" fmla="*/ 3596137 h 5080223"/>
                <a:gd name="connsiteX18" fmla="*/ 97426 w 6242639"/>
                <a:gd name="connsiteY18" fmla="*/ 3075437 h 5080223"/>
                <a:gd name="connsiteX19" fmla="*/ 567326 w 6242639"/>
                <a:gd name="connsiteY19" fmla="*/ 2135637 h 5080223"/>
                <a:gd name="connsiteX20" fmla="*/ 645340 w 6242639"/>
                <a:gd name="connsiteY20" fmla="*/ 2017708 h 5080223"/>
                <a:gd name="connsiteX21" fmla="*/ 875756 w 6242639"/>
                <a:gd name="connsiteY21" fmla="*/ 1705651 h 5080223"/>
                <a:gd name="connsiteX0" fmla="*/ 875756 w 6242639"/>
                <a:gd name="connsiteY0" fmla="*/ 1705651 h 5080223"/>
                <a:gd name="connsiteX1" fmla="*/ 1791969 w 6242639"/>
                <a:gd name="connsiteY1" fmla="*/ 943651 h 5080223"/>
                <a:gd name="connsiteX2" fmla="*/ 3983625 w 6242639"/>
                <a:gd name="connsiteY2" fmla="*/ 435651 h 5080223"/>
                <a:gd name="connsiteX3" fmla="*/ 5347968 w 6242639"/>
                <a:gd name="connsiteY3" fmla="*/ 929137 h 5080223"/>
                <a:gd name="connsiteX4" fmla="*/ 5565684 w 6242639"/>
                <a:gd name="connsiteY4" fmla="*/ 958166 h 5080223"/>
                <a:gd name="connsiteX5" fmla="*/ 6088196 w 6242639"/>
                <a:gd name="connsiteY5" fmla="*/ 2090280 h 5080223"/>
                <a:gd name="connsiteX6" fmla="*/ 6131740 w 6242639"/>
                <a:gd name="connsiteY6" fmla="*/ 2409594 h 5080223"/>
                <a:gd name="connsiteX7" fmla="*/ 6073683 w 6242639"/>
                <a:gd name="connsiteY7" fmla="*/ 2772451 h 5080223"/>
                <a:gd name="connsiteX8" fmla="*/ 6073683 w 6242639"/>
                <a:gd name="connsiteY8" fmla="*/ 3193366 h 5080223"/>
                <a:gd name="connsiteX9" fmla="*/ 5318940 w 6242639"/>
                <a:gd name="connsiteY9" fmla="*/ 4122280 h 5080223"/>
                <a:gd name="connsiteX10" fmla="*/ 5159284 w 6242639"/>
                <a:gd name="connsiteY10" fmla="*/ 4267423 h 5080223"/>
                <a:gd name="connsiteX11" fmla="*/ 4564198 w 6242639"/>
                <a:gd name="connsiteY11" fmla="*/ 4673823 h 5080223"/>
                <a:gd name="connsiteX12" fmla="*/ 2198370 w 6242639"/>
                <a:gd name="connsiteY12" fmla="*/ 5080223 h 5080223"/>
                <a:gd name="connsiteX13" fmla="*/ 1748427 w 6242639"/>
                <a:gd name="connsiteY13" fmla="*/ 4935080 h 5080223"/>
                <a:gd name="connsiteX14" fmla="*/ 834026 w 6242639"/>
                <a:gd name="connsiteY14" fmla="*/ 4675637 h 5080223"/>
                <a:gd name="connsiteX15" fmla="*/ 567326 w 6242639"/>
                <a:gd name="connsiteY15" fmla="*/ 4434337 h 5080223"/>
                <a:gd name="connsiteX16" fmla="*/ 338727 w 6242639"/>
                <a:gd name="connsiteY16" fmla="*/ 4231137 h 5080223"/>
                <a:gd name="connsiteX17" fmla="*/ 148226 w 6242639"/>
                <a:gd name="connsiteY17" fmla="*/ 3596137 h 5080223"/>
                <a:gd name="connsiteX18" fmla="*/ 97426 w 6242639"/>
                <a:gd name="connsiteY18" fmla="*/ 3075437 h 5080223"/>
                <a:gd name="connsiteX19" fmla="*/ 567326 w 6242639"/>
                <a:gd name="connsiteY19" fmla="*/ 2135637 h 5080223"/>
                <a:gd name="connsiteX20" fmla="*/ 645340 w 6242639"/>
                <a:gd name="connsiteY20" fmla="*/ 2017708 h 5080223"/>
                <a:gd name="connsiteX21" fmla="*/ 875756 w 6242639"/>
                <a:gd name="connsiteY21" fmla="*/ 1705651 h 5080223"/>
                <a:gd name="connsiteX0" fmla="*/ 875756 w 6242639"/>
                <a:gd name="connsiteY0" fmla="*/ 1705651 h 5080223"/>
                <a:gd name="connsiteX1" fmla="*/ 1791969 w 6242639"/>
                <a:gd name="connsiteY1" fmla="*/ 943651 h 5080223"/>
                <a:gd name="connsiteX2" fmla="*/ 3983625 w 6242639"/>
                <a:gd name="connsiteY2" fmla="*/ 435651 h 5080223"/>
                <a:gd name="connsiteX3" fmla="*/ 5347968 w 6242639"/>
                <a:gd name="connsiteY3" fmla="*/ 929137 h 5080223"/>
                <a:gd name="connsiteX4" fmla="*/ 5565684 w 6242639"/>
                <a:gd name="connsiteY4" fmla="*/ 958166 h 5080223"/>
                <a:gd name="connsiteX5" fmla="*/ 6088196 w 6242639"/>
                <a:gd name="connsiteY5" fmla="*/ 2090280 h 5080223"/>
                <a:gd name="connsiteX6" fmla="*/ 6131740 w 6242639"/>
                <a:gd name="connsiteY6" fmla="*/ 2409594 h 5080223"/>
                <a:gd name="connsiteX7" fmla="*/ 6073683 w 6242639"/>
                <a:gd name="connsiteY7" fmla="*/ 2772451 h 5080223"/>
                <a:gd name="connsiteX8" fmla="*/ 6073683 w 6242639"/>
                <a:gd name="connsiteY8" fmla="*/ 3193366 h 5080223"/>
                <a:gd name="connsiteX9" fmla="*/ 5318940 w 6242639"/>
                <a:gd name="connsiteY9" fmla="*/ 4122280 h 5080223"/>
                <a:gd name="connsiteX10" fmla="*/ 5159284 w 6242639"/>
                <a:gd name="connsiteY10" fmla="*/ 4267423 h 5080223"/>
                <a:gd name="connsiteX11" fmla="*/ 4564198 w 6242639"/>
                <a:gd name="connsiteY11" fmla="*/ 4673823 h 5080223"/>
                <a:gd name="connsiteX12" fmla="*/ 2198370 w 6242639"/>
                <a:gd name="connsiteY12" fmla="*/ 5080223 h 5080223"/>
                <a:gd name="connsiteX13" fmla="*/ 1748427 w 6242639"/>
                <a:gd name="connsiteY13" fmla="*/ 4935080 h 5080223"/>
                <a:gd name="connsiteX14" fmla="*/ 834026 w 6242639"/>
                <a:gd name="connsiteY14" fmla="*/ 4675637 h 5080223"/>
                <a:gd name="connsiteX15" fmla="*/ 567326 w 6242639"/>
                <a:gd name="connsiteY15" fmla="*/ 4434337 h 5080223"/>
                <a:gd name="connsiteX16" fmla="*/ 338727 w 6242639"/>
                <a:gd name="connsiteY16" fmla="*/ 4231137 h 5080223"/>
                <a:gd name="connsiteX17" fmla="*/ 148226 w 6242639"/>
                <a:gd name="connsiteY17" fmla="*/ 3596137 h 5080223"/>
                <a:gd name="connsiteX18" fmla="*/ 97426 w 6242639"/>
                <a:gd name="connsiteY18" fmla="*/ 3075437 h 5080223"/>
                <a:gd name="connsiteX19" fmla="*/ 567326 w 6242639"/>
                <a:gd name="connsiteY19" fmla="*/ 2135637 h 5080223"/>
                <a:gd name="connsiteX20" fmla="*/ 645340 w 6242639"/>
                <a:gd name="connsiteY20" fmla="*/ 2017708 h 5080223"/>
                <a:gd name="connsiteX21" fmla="*/ 875756 w 6242639"/>
                <a:gd name="connsiteY21" fmla="*/ 1705651 h 5080223"/>
                <a:gd name="connsiteX0" fmla="*/ 875756 w 6242639"/>
                <a:gd name="connsiteY0" fmla="*/ 1705651 h 5080223"/>
                <a:gd name="connsiteX1" fmla="*/ 1791969 w 6242639"/>
                <a:gd name="connsiteY1" fmla="*/ 943651 h 5080223"/>
                <a:gd name="connsiteX2" fmla="*/ 3983625 w 6242639"/>
                <a:gd name="connsiteY2" fmla="*/ 435651 h 5080223"/>
                <a:gd name="connsiteX3" fmla="*/ 5347968 w 6242639"/>
                <a:gd name="connsiteY3" fmla="*/ 929137 h 5080223"/>
                <a:gd name="connsiteX4" fmla="*/ 5565684 w 6242639"/>
                <a:gd name="connsiteY4" fmla="*/ 958166 h 5080223"/>
                <a:gd name="connsiteX5" fmla="*/ 6088196 w 6242639"/>
                <a:gd name="connsiteY5" fmla="*/ 2090280 h 5080223"/>
                <a:gd name="connsiteX6" fmla="*/ 6131740 w 6242639"/>
                <a:gd name="connsiteY6" fmla="*/ 2409594 h 5080223"/>
                <a:gd name="connsiteX7" fmla="*/ 6073683 w 6242639"/>
                <a:gd name="connsiteY7" fmla="*/ 2772451 h 5080223"/>
                <a:gd name="connsiteX8" fmla="*/ 6073683 w 6242639"/>
                <a:gd name="connsiteY8" fmla="*/ 3193366 h 5080223"/>
                <a:gd name="connsiteX9" fmla="*/ 5318940 w 6242639"/>
                <a:gd name="connsiteY9" fmla="*/ 4122280 h 5080223"/>
                <a:gd name="connsiteX10" fmla="*/ 5159284 w 6242639"/>
                <a:gd name="connsiteY10" fmla="*/ 4267423 h 5080223"/>
                <a:gd name="connsiteX11" fmla="*/ 4564198 w 6242639"/>
                <a:gd name="connsiteY11" fmla="*/ 4673823 h 5080223"/>
                <a:gd name="connsiteX12" fmla="*/ 2198370 w 6242639"/>
                <a:gd name="connsiteY12" fmla="*/ 5080223 h 5080223"/>
                <a:gd name="connsiteX13" fmla="*/ 1748427 w 6242639"/>
                <a:gd name="connsiteY13" fmla="*/ 4935080 h 5080223"/>
                <a:gd name="connsiteX14" fmla="*/ 834026 w 6242639"/>
                <a:gd name="connsiteY14" fmla="*/ 4675637 h 5080223"/>
                <a:gd name="connsiteX15" fmla="*/ 567326 w 6242639"/>
                <a:gd name="connsiteY15" fmla="*/ 4434337 h 5080223"/>
                <a:gd name="connsiteX16" fmla="*/ 338727 w 6242639"/>
                <a:gd name="connsiteY16" fmla="*/ 4231137 h 5080223"/>
                <a:gd name="connsiteX17" fmla="*/ 148226 w 6242639"/>
                <a:gd name="connsiteY17" fmla="*/ 3596137 h 5080223"/>
                <a:gd name="connsiteX18" fmla="*/ 97426 w 6242639"/>
                <a:gd name="connsiteY18" fmla="*/ 3075437 h 5080223"/>
                <a:gd name="connsiteX19" fmla="*/ 567326 w 6242639"/>
                <a:gd name="connsiteY19" fmla="*/ 2135637 h 5080223"/>
                <a:gd name="connsiteX20" fmla="*/ 645340 w 6242639"/>
                <a:gd name="connsiteY20" fmla="*/ 2017708 h 5080223"/>
                <a:gd name="connsiteX21" fmla="*/ 875756 w 6242639"/>
                <a:gd name="connsiteY21" fmla="*/ 1705651 h 5080223"/>
                <a:gd name="connsiteX0" fmla="*/ 875756 w 6242639"/>
                <a:gd name="connsiteY0" fmla="*/ 1705651 h 5080223"/>
                <a:gd name="connsiteX1" fmla="*/ 1791969 w 6242639"/>
                <a:gd name="connsiteY1" fmla="*/ 943651 h 5080223"/>
                <a:gd name="connsiteX2" fmla="*/ 3983625 w 6242639"/>
                <a:gd name="connsiteY2" fmla="*/ 435651 h 5080223"/>
                <a:gd name="connsiteX3" fmla="*/ 5347968 w 6242639"/>
                <a:gd name="connsiteY3" fmla="*/ 929137 h 5080223"/>
                <a:gd name="connsiteX4" fmla="*/ 5565684 w 6242639"/>
                <a:gd name="connsiteY4" fmla="*/ 958166 h 5080223"/>
                <a:gd name="connsiteX5" fmla="*/ 6088196 w 6242639"/>
                <a:gd name="connsiteY5" fmla="*/ 2090280 h 5080223"/>
                <a:gd name="connsiteX6" fmla="*/ 6131740 w 6242639"/>
                <a:gd name="connsiteY6" fmla="*/ 2409594 h 5080223"/>
                <a:gd name="connsiteX7" fmla="*/ 6073683 w 6242639"/>
                <a:gd name="connsiteY7" fmla="*/ 2772451 h 5080223"/>
                <a:gd name="connsiteX8" fmla="*/ 6073683 w 6242639"/>
                <a:gd name="connsiteY8" fmla="*/ 3193366 h 5080223"/>
                <a:gd name="connsiteX9" fmla="*/ 5318940 w 6242639"/>
                <a:gd name="connsiteY9" fmla="*/ 4122280 h 5080223"/>
                <a:gd name="connsiteX10" fmla="*/ 5159284 w 6242639"/>
                <a:gd name="connsiteY10" fmla="*/ 4267423 h 5080223"/>
                <a:gd name="connsiteX11" fmla="*/ 4564198 w 6242639"/>
                <a:gd name="connsiteY11" fmla="*/ 4673823 h 5080223"/>
                <a:gd name="connsiteX12" fmla="*/ 2198370 w 6242639"/>
                <a:gd name="connsiteY12" fmla="*/ 5080223 h 5080223"/>
                <a:gd name="connsiteX13" fmla="*/ 1748427 w 6242639"/>
                <a:gd name="connsiteY13" fmla="*/ 4935080 h 5080223"/>
                <a:gd name="connsiteX14" fmla="*/ 834026 w 6242639"/>
                <a:gd name="connsiteY14" fmla="*/ 4675637 h 5080223"/>
                <a:gd name="connsiteX15" fmla="*/ 567326 w 6242639"/>
                <a:gd name="connsiteY15" fmla="*/ 4434337 h 5080223"/>
                <a:gd name="connsiteX16" fmla="*/ 338727 w 6242639"/>
                <a:gd name="connsiteY16" fmla="*/ 4231137 h 5080223"/>
                <a:gd name="connsiteX17" fmla="*/ 148226 w 6242639"/>
                <a:gd name="connsiteY17" fmla="*/ 3596137 h 5080223"/>
                <a:gd name="connsiteX18" fmla="*/ 97426 w 6242639"/>
                <a:gd name="connsiteY18" fmla="*/ 3075437 h 5080223"/>
                <a:gd name="connsiteX19" fmla="*/ 567326 w 6242639"/>
                <a:gd name="connsiteY19" fmla="*/ 2135637 h 5080223"/>
                <a:gd name="connsiteX20" fmla="*/ 645340 w 6242639"/>
                <a:gd name="connsiteY20" fmla="*/ 2017708 h 5080223"/>
                <a:gd name="connsiteX21" fmla="*/ 875756 w 6242639"/>
                <a:gd name="connsiteY21" fmla="*/ 1705651 h 5080223"/>
                <a:gd name="connsiteX0" fmla="*/ 875756 w 6242639"/>
                <a:gd name="connsiteY0" fmla="*/ 1705651 h 5091518"/>
                <a:gd name="connsiteX1" fmla="*/ 1791969 w 6242639"/>
                <a:gd name="connsiteY1" fmla="*/ 943651 h 5091518"/>
                <a:gd name="connsiteX2" fmla="*/ 3983625 w 6242639"/>
                <a:gd name="connsiteY2" fmla="*/ 435651 h 5091518"/>
                <a:gd name="connsiteX3" fmla="*/ 5347968 w 6242639"/>
                <a:gd name="connsiteY3" fmla="*/ 929137 h 5091518"/>
                <a:gd name="connsiteX4" fmla="*/ 5565684 w 6242639"/>
                <a:gd name="connsiteY4" fmla="*/ 958166 h 5091518"/>
                <a:gd name="connsiteX5" fmla="*/ 6088196 w 6242639"/>
                <a:gd name="connsiteY5" fmla="*/ 2090280 h 5091518"/>
                <a:gd name="connsiteX6" fmla="*/ 6131740 w 6242639"/>
                <a:gd name="connsiteY6" fmla="*/ 2409594 h 5091518"/>
                <a:gd name="connsiteX7" fmla="*/ 6073683 w 6242639"/>
                <a:gd name="connsiteY7" fmla="*/ 2772451 h 5091518"/>
                <a:gd name="connsiteX8" fmla="*/ 6073683 w 6242639"/>
                <a:gd name="connsiteY8" fmla="*/ 3193366 h 5091518"/>
                <a:gd name="connsiteX9" fmla="*/ 5318940 w 6242639"/>
                <a:gd name="connsiteY9" fmla="*/ 4122280 h 5091518"/>
                <a:gd name="connsiteX10" fmla="*/ 5159284 w 6242639"/>
                <a:gd name="connsiteY10" fmla="*/ 4267423 h 5091518"/>
                <a:gd name="connsiteX11" fmla="*/ 4564198 w 6242639"/>
                <a:gd name="connsiteY11" fmla="*/ 4673823 h 5091518"/>
                <a:gd name="connsiteX12" fmla="*/ 2198370 w 6242639"/>
                <a:gd name="connsiteY12" fmla="*/ 5080223 h 5091518"/>
                <a:gd name="connsiteX13" fmla="*/ 1748427 w 6242639"/>
                <a:gd name="connsiteY13" fmla="*/ 4935080 h 5091518"/>
                <a:gd name="connsiteX14" fmla="*/ 834026 w 6242639"/>
                <a:gd name="connsiteY14" fmla="*/ 4675637 h 5091518"/>
                <a:gd name="connsiteX15" fmla="*/ 567326 w 6242639"/>
                <a:gd name="connsiteY15" fmla="*/ 4434337 h 5091518"/>
                <a:gd name="connsiteX16" fmla="*/ 338727 w 6242639"/>
                <a:gd name="connsiteY16" fmla="*/ 4231137 h 5091518"/>
                <a:gd name="connsiteX17" fmla="*/ 148226 w 6242639"/>
                <a:gd name="connsiteY17" fmla="*/ 3596137 h 5091518"/>
                <a:gd name="connsiteX18" fmla="*/ 97426 w 6242639"/>
                <a:gd name="connsiteY18" fmla="*/ 3075437 h 5091518"/>
                <a:gd name="connsiteX19" fmla="*/ 567326 w 6242639"/>
                <a:gd name="connsiteY19" fmla="*/ 2135637 h 5091518"/>
                <a:gd name="connsiteX20" fmla="*/ 645340 w 6242639"/>
                <a:gd name="connsiteY20" fmla="*/ 2017708 h 5091518"/>
                <a:gd name="connsiteX21" fmla="*/ 875756 w 6242639"/>
                <a:gd name="connsiteY21" fmla="*/ 1705651 h 5091518"/>
                <a:gd name="connsiteX0" fmla="*/ 875756 w 6242639"/>
                <a:gd name="connsiteY0" fmla="*/ 1705651 h 5091518"/>
                <a:gd name="connsiteX1" fmla="*/ 1791969 w 6242639"/>
                <a:gd name="connsiteY1" fmla="*/ 943651 h 5091518"/>
                <a:gd name="connsiteX2" fmla="*/ 3983625 w 6242639"/>
                <a:gd name="connsiteY2" fmla="*/ 435651 h 5091518"/>
                <a:gd name="connsiteX3" fmla="*/ 5347968 w 6242639"/>
                <a:gd name="connsiteY3" fmla="*/ 929137 h 5091518"/>
                <a:gd name="connsiteX4" fmla="*/ 5565684 w 6242639"/>
                <a:gd name="connsiteY4" fmla="*/ 958166 h 5091518"/>
                <a:gd name="connsiteX5" fmla="*/ 6088196 w 6242639"/>
                <a:gd name="connsiteY5" fmla="*/ 2090280 h 5091518"/>
                <a:gd name="connsiteX6" fmla="*/ 6131740 w 6242639"/>
                <a:gd name="connsiteY6" fmla="*/ 2409594 h 5091518"/>
                <a:gd name="connsiteX7" fmla="*/ 6073683 w 6242639"/>
                <a:gd name="connsiteY7" fmla="*/ 2772451 h 5091518"/>
                <a:gd name="connsiteX8" fmla="*/ 6073683 w 6242639"/>
                <a:gd name="connsiteY8" fmla="*/ 3193366 h 5091518"/>
                <a:gd name="connsiteX9" fmla="*/ 5318940 w 6242639"/>
                <a:gd name="connsiteY9" fmla="*/ 4122280 h 5091518"/>
                <a:gd name="connsiteX10" fmla="*/ 5159284 w 6242639"/>
                <a:gd name="connsiteY10" fmla="*/ 4267423 h 5091518"/>
                <a:gd name="connsiteX11" fmla="*/ 4564198 w 6242639"/>
                <a:gd name="connsiteY11" fmla="*/ 4673823 h 5091518"/>
                <a:gd name="connsiteX12" fmla="*/ 2198370 w 6242639"/>
                <a:gd name="connsiteY12" fmla="*/ 5080223 h 5091518"/>
                <a:gd name="connsiteX13" fmla="*/ 1748427 w 6242639"/>
                <a:gd name="connsiteY13" fmla="*/ 4935080 h 5091518"/>
                <a:gd name="connsiteX14" fmla="*/ 834026 w 6242639"/>
                <a:gd name="connsiteY14" fmla="*/ 4675637 h 5091518"/>
                <a:gd name="connsiteX15" fmla="*/ 567326 w 6242639"/>
                <a:gd name="connsiteY15" fmla="*/ 4434337 h 5091518"/>
                <a:gd name="connsiteX16" fmla="*/ 338727 w 6242639"/>
                <a:gd name="connsiteY16" fmla="*/ 4231137 h 5091518"/>
                <a:gd name="connsiteX17" fmla="*/ 148226 w 6242639"/>
                <a:gd name="connsiteY17" fmla="*/ 3596137 h 5091518"/>
                <a:gd name="connsiteX18" fmla="*/ 97426 w 6242639"/>
                <a:gd name="connsiteY18" fmla="*/ 3075437 h 5091518"/>
                <a:gd name="connsiteX19" fmla="*/ 567326 w 6242639"/>
                <a:gd name="connsiteY19" fmla="*/ 2135637 h 5091518"/>
                <a:gd name="connsiteX20" fmla="*/ 645340 w 6242639"/>
                <a:gd name="connsiteY20" fmla="*/ 2017708 h 5091518"/>
                <a:gd name="connsiteX21" fmla="*/ 875756 w 6242639"/>
                <a:gd name="connsiteY21" fmla="*/ 1705651 h 5091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242639" h="5091518">
                  <a:moveTo>
                    <a:pt x="875756" y="1705651"/>
                  </a:moveTo>
                  <a:cubicBezTo>
                    <a:pt x="1185394" y="1049484"/>
                    <a:pt x="1495031" y="990218"/>
                    <a:pt x="1791969" y="943651"/>
                  </a:cubicBezTo>
                  <a:cubicBezTo>
                    <a:pt x="2453578" y="-388035"/>
                    <a:pt x="3741721" y="-66906"/>
                    <a:pt x="3983625" y="435651"/>
                  </a:cubicBezTo>
                  <a:cubicBezTo>
                    <a:pt x="4809730" y="49208"/>
                    <a:pt x="5286282" y="588656"/>
                    <a:pt x="5347968" y="929137"/>
                  </a:cubicBezTo>
                  <a:lnTo>
                    <a:pt x="5565684" y="958166"/>
                  </a:lnTo>
                  <a:cubicBezTo>
                    <a:pt x="5923703" y="1059766"/>
                    <a:pt x="6528463" y="1361542"/>
                    <a:pt x="6088196" y="2090280"/>
                  </a:cubicBezTo>
                  <a:cubicBezTo>
                    <a:pt x="6346429" y="2209418"/>
                    <a:pt x="6025302" y="2349118"/>
                    <a:pt x="6131740" y="2409594"/>
                  </a:cubicBezTo>
                  <a:cubicBezTo>
                    <a:pt x="6238178" y="2470070"/>
                    <a:pt x="6168026" y="2647265"/>
                    <a:pt x="6073683" y="2772451"/>
                  </a:cubicBezTo>
                  <a:cubicBezTo>
                    <a:pt x="6182540" y="2859537"/>
                    <a:pt x="6095454" y="3002261"/>
                    <a:pt x="6073683" y="3193366"/>
                  </a:cubicBezTo>
                  <a:cubicBezTo>
                    <a:pt x="6420212" y="3587671"/>
                    <a:pt x="5722921" y="4261980"/>
                    <a:pt x="5318940" y="4122280"/>
                  </a:cubicBezTo>
                  <a:cubicBezTo>
                    <a:pt x="5321359" y="4173080"/>
                    <a:pt x="5236693" y="4173080"/>
                    <a:pt x="5159284" y="4267423"/>
                  </a:cubicBezTo>
                  <a:cubicBezTo>
                    <a:pt x="5081875" y="4552266"/>
                    <a:pt x="4951246" y="4552871"/>
                    <a:pt x="4564198" y="4673823"/>
                  </a:cubicBezTo>
                  <a:cubicBezTo>
                    <a:pt x="4177150" y="4794775"/>
                    <a:pt x="2649522" y="5160052"/>
                    <a:pt x="2198370" y="5080223"/>
                  </a:cubicBezTo>
                  <a:cubicBezTo>
                    <a:pt x="1997589" y="5044542"/>
                    <a:pt x="1898408" y="4983461"/>
                    <a:pt x="1748427" y="4935080"/>
                  </a:cubicBezTo>
                  <a:cubicBezTo>
                    <a:pt x="1046903" y="5197849"/>
                    <a:pt x="1030876" y="4759094"/>
                    <a:pt x="834026" y="4675637"/>
                  </a:cubicBezTo>
                  <a:cubicBezTo>
                    <a:pt x="599076" y="4604880"/>
                    <a:pt x="671042" y="4495720"/>
                    <a:pt x="567326" y="4434337"/>
                  </a:cubicBezTo>
                  <a:cubicBezTo>
                    <a:pt x="463610" y="4372954"/>
                    <a:pt x="438210" y="4372954"/>
                    <a:pt x="338727" y="4231137"/>
                  </a:cubicBezTo>
                  <a:cubicBezTo>
                    <a:pt x="-141756" y="3987720"/>
                    <a:pt x="74143" y="3786637"/>
                    <a:pt x="148226" y="3596137"/>
                  </a:cubicBezTo>
                  <a:cubicBezTo>
                    <a:pt x="-57091" y="3380237"/>
                    <a:pt x="16993" y="3312504"/>
                    <a:pt x="97426" y="3075437"/>
                  </a:cubicBezTo>
                  <a:cubicBezTo>
                    <a:pt x="-190441" y="2444670"/>
                    <a:pt x="217774" y="2000775"/>
                    <a:pt x="567326" y="2135637"/>
                  </a:cubicBezTo>
                  <a:cubicBezTo>
                    <a:pt x="535878" y="2003799"/>
                    <a:pt x="621452" y="2123239"/>
                    <a:pt x="645340" y="2017708"/>
                  </a:cubicBezTo>
                  <a:cubicBezTo>
                    <a:pt x="722145" y="1913689"/>
                    <a:pt x="722751" y="1758870"/>
                    <a:pt x="875756" y="1705651"/>
                  </a:cubicBezTo>
                  <a:close/>
                </a:path>
              </a:pathLst>
            </a:custGeom>
            <a:solidFill>
              <a:schemeClr val="tx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AC3EC96-938A-A707-2E7D-E28D26256770}"/>
                </a:ext>
              </a:extLst>
            </p:cNvPr>
            <p:cNvSpPr/>
            <p:nvPr/>
          </p:nvSpPr>
          <p:spPr>
            <a:xfrm>
              <a:off x="1909172" y="594863"/>
              <a:ext cx="6242639" cy="5091518"/>
            </a:xfrm>
            <a:custGeom>
              <a:avLst/>
              <a:gdLst>
                <a:gd name="connsiteX0" fmla="*/ 0 w 1451428"/>
                <a:gd name="connsiteY0" fmla="*/ 0 h 580572"/>
                <a:gd name="connsiteX1" fmla="*/ 1451428 w 1451428"/>
                <a:gd name="connsiteY1" fmla="*/ 0 h 580572"/>
                <a:gd name="connsiteX2" fmla="*/ 1451428 w 1451428"/>
                <a:gd name="connsiteY2" fmla="*/ 580572 h 580572"/>
                <a:gd name="connsiteX3" fmla="*/ 0 w 1451428"/>
                <a:gd name="connsiteY3" fmla="*/ 580572 h 580572"/>
                <a:gd name="connsiteX4" fmla="*/ 0 w 1451428"/>
                <a:gd name="connsiteY4" fmla="*/ 0 h 580572"/>
                <a:gd name="connsiteX0" fmla="*/ 87086 w 1538514"/>
                <a:gd name="connsiteY0" fmla="*/ 0 h 3135086"/>
                <a:gd name="connsiteX1" fmla="*/ 1538514 w 1538514"/>
                <a:gd name="connsiteY1" fmla="*/ 0 h 3135086"/>
                <a:gd name="connsiteX2" fmla="*/ 1538514 w 1538514"/>
                <a:gd name="connsiteY2" fmla="*/ 580572 h 3135086"/>
                <a:gd name="connsiteX3" fmla="*/ 0 w 1538514"/>
                <a:gd name="connsiteY3" fmla="*/ 3135086 h 3135086"/>
                <a:gd name="connsiteX4" fmla="*/ 87086 w 1538514"/>
                <a:gd name="connsiteY4" fmla="*/ 0 h 3135086"/>
                <a:gd name="connsiteX0" fmla="*/ 87086 w 1538514"/>
                <a:gd name="connsiteY0" fmla="*/ 0 h 3280229"/>
                <a:gd name="connsiteX1" fmla="*/ 1538514 w 1538514"/>
                <a:gd name="connsiteY1" fmla="*/ 0 h 3280229"/>
                <a:gd name="connsiteX2" fmla="*/ 1538514 w 1538514"/>
                <a:gd name="connsiteY2" fmla="*/ 580572 h 3280229"/>
                <a:gd name="connsiteX3" fmla="*/ 449943 w 1538514"/>
                <a:gd name="connsiteY3" fmla="*/ 3280229 h 3280229"/>
                <a:gd name="connsiteX4" fmla="*/ 0 w 1538514"/>
                <a:gd name="connsiteY4" fmla="*/ 3135086 h 3280229"/>
                <a:gd name="connsiteX5" fmla="*/ 87086 w 1538514"/>
                <a:gd name="connsiteY5" fmla="*/ 0 h 3280229"/>
                <a:gd name="connsiteX0" fmla="*/ 87086 w 2830181"/>
                <a:gd name="connsiteY0" fmla="*/ 0 h 3280229"/>
                <a:gd name="connsiteX1" fmla="*/ 1538514 w 2830181"/>
                <a:gd name="connsiteY1" fmla="*/ 0 h 3280229"/>
                <a:gd name="connsiteX2" fmla="*/ 1538514 w 2830181"/>
                <a:gd name="connsiteY2" fmla="*/ 580572 h 3280229"/>
                <a:gd name="connsiteX3" fmla="*/ 2815771 w 2830181"/>
                <a:gd name="connsiteY3" fmla="*/ 2873829 h 3280229"/>
                <a:gd name="connsiteX4" fmla="*/ 449943 w 2830181"/>
                <a:gd name="connsiteY4" fmla="*/ 3280229 h 3280229"/>
                <a:gd name="connsiteX5" fmla="*/ 0 w 2830181"/>
                <a:gd name="connsiteY5" fmla="*/ 3135086 h 3280229"/>
                <a:gd name="connsiteX6" fmla="*/ 87086 w 2830181"/>
                <a:gd name="connsiteY6" fmla="*/ 0 h 3280229"/>
                <a:gd name="connsiteX0" fmla="*/ 87086 w 3468158"/>
                <a:gd name="connsiteY0" fmla="*/ 0 h 3280229"/>
                <a:gd name="connsiteX1" fmla="*/ 1538514 w 3468158"/>
                <a:gd name="connsiteY1" fmla="*/ 0 h 3280229"/>
                <a:gd name="connsiteX2" fmla="*/ 1538514 w 3468158"/>
                <a:gd name="connsiteY2" fmla="*/ 580572 h 3280229"/>
                <a:gd name="connsiteX3" fmla="*/ 3410857 w 3468158"/>
                <a:gd name="connsiteY3" fmla="*/ 2467429 h 3280229"/>
                <a:gd name="connsiteX4" fmla="*/ 2815771 w 3468158"/>
                <a:gd name="connsiteY4" fmla="*/ 2873829 h 3280229"/>
                <a:gd name="connsiteX5" fmla="*/ 449943 w 3468158"/>
                <a:gd name="connsiteY5" fmla="*/ 3280229 h 3280229"/>
                <a:gd name="connsiteX6" fmla="*/ 0 w 3468158"/>
                <a:gd name="connsiteY6" fmla="*/ 3135086 h 3280229"/>
                <a:gd name="connsiteX7" fmla="*/ 87086 w 3468158"/>
                <a:gd name="connsiteY7" fmla="*/ 0 h 3280229"/>
                <a:gd name="connsiteX0" fmla="*/ 87086 w 3688986"/>
                <a:gd name="connsiteY0" fmla="*/ 0 h 3280229"/>
                <a:gd name="connsiteX1" fmla="*/ 1538514 w 3688986"/>
                <a:gd name="connsiteY1" fmla="*/ 0 h 3280229"/>
                <a:gd name="connsiteX2" fmla="*/ 1538514 w 3688986"/>
                <a:gd name="connsiteY2" fmla="*/ 580572 h 3280229"/>
                <a:gd name="connsiteX3" fmla="*/ 3570513 w 3688986"/>
                <a:gd name="connsiteY3" fmla="*/ 2322286 h 3280229"/>
                <a:gd name="connsiteX4" fmla="*/ 3410857 w 3688986"/>
                <a:gd name="connsiteY4" fmla="*/ 2467429 h 3280229"/>
                <a:gd name="connsiteX5" fmla="*/ 2815771 w 3688986"/>
                <a:gd name="connsiteY5" fmla="*/ 2873829 h 3280229"/>
                <a:gd name="connsiteX6" fmla="*/ 449943 w 3688986"/>
                <a:gd name="connsiteY6" fmla="*/ 3280229 h 3280229"/>
                <a:gd name="connsiteX7" fmla="*/ 0 w 3688986"/>
                <a:gd name="connsiteY7" fmla="*/ 3135086 h 3280229"/>
                <a:gd name="connsiteX8" fmla="*/ 87086 w 3688986"/>
                <a:gd name="connsiteY8" fmla="*/ 0 h 3280229"/>
                <a:gd name="connsiteX0" fmla="*/ 87086 w 4390220"/>
                <a:gd name="connsiteY0" fmla="*/ 0 h 3280229"/>
                <a:gd name="connsiteX1" fmla="*/ 1538514 w 4390220"/>
                <a:gd name="connsiteY1" fmla="*/ 0 h 3280229"/>
                <a:gd name="connsiteX2" fmla="*/ 1538514 w 4390220"/>
                <a:gd name="connsiteY2" fmla="*/ 580572 h 3280229"/>
                <a:gd name="connsiteX3" fmla="*/ 4325256 w 4390220"/>
                <a:gd name="connsiteY3" fmla="*/ 1393372 h 3280229"/>
                <a:gd name="connsiteX4" fmla="*/ 3570513 w 4390220"/>
                <a:gd name="connsiteY4" fmla="*/ 2322286 h 3280229"/>
                <a:gd name="connsiteX5" fmla="*/ 3410857 w 4390220"/>
                <a:gd name="connsiteY5" fmla="*/ 2467429 h 3280229"/>
                <a:gd name="connsiteX6" fmla="*/ 2815771 w 4390220"/>
                <a:gd name="connsiteY6" fmla="*/ 2873829 h 3280229"/>
                <a:gd name="connsiteX7" fmla="*/ 449943 w 4390220"/>
                <a:gd name="connsiteY7" fmla="*/ 3280229 h 3280229"/>
                <a:gd name="connsiteX8" fmla="*/ 0 w 4390220"/>
                <a:gd name="connsiteY8" fmla="*/ 3135086 h 3280229"/>
                <a:gd name="connsiteX9" fmla="*/ 87086 w 4390220"/>
                <a:gd name="connsiteY9" fmla="*/ 0 h 3280229"/>
                <a:gd name="connsiteX0" fmla="*/ 87086 w 4536605"/>
                <a:gd name="connsiteY0" fmla="*/ 0 h 3280229"/>
                <a:gd name="connsiteX1" fmla="*/ 1538514 w 4536605"/>
                <a:gd name="connsiteY1" fmla="*/ 0 h 3280229"/>
                <a:gd name="connsiteX2" fmla="*/ 1538514 w 4536605"/>
                <a:gd name="connsiteY2" fmla="*/ 580572 h 3280229"/>
                <a:gd name="connsiteX3" fmla="*/ 4325256 w 4536605"/>
                <a:gd name="connsiteY3" fmla="*/ 972457 h 3280229"/>
                <a:gd name="connsiteX4" fmla="*/ 4325256 w 4536605"/>
                <a:gd name="connsiteY4" fmla="*/ 1393372 h 3280229"/>
                <a:gd name="connsiteX5" fmla="*/ 3570513 w 4536605"/>
                <a:gd name="connsiteY5" fmla="*/ 2322286 h 3280229"/>
                <a:gd name="connsiteX6" fmla="*/ 3410857 w 4536605"/>
                <a:gd name="connsiteY6" fmla="*/ 2467429 h 3280229"/>
                <a:gd name="connsiteX7" fmla="*/ 2815771 w 4536605"/>
                <a:gd name="connsiteY7" fmla="*/ 2873829 h 3280229"/>
                <a:gd name="connsiteX8" fmla="*/ 449943 w 4536605"/>
                <a:gd name="connsiteY8" fmla="*/ 3280229 h 3280229"/>
                <a:gd name="connsiteX9" fmla="*/ 0 w 4536605"/>
                <a:gd name="connsiteY9" fmla="*/ 3135086 h 3280229"/>
                <a:gd name="connsiteX10" fmla="*/ 87086 w 4536605"/>
                <a:gd name="connsiteY10" fmla="*/ 0 h 3280229"/>
                <a:gd name="connsiteX0" fmla="*/ 87086 w 4556058"/>
                <a:gd name="connsiteY0" fmla="*/ 0 h 3280229"/>
                <a:gd name="connsiteX1" fmla="*/ 1538514 w 4556058"/>
                <a:gd name="connsiteY1" fmla="*/ 0 h 3280229"/>
                <a:gd name="connsiteX2" fmla="*/ 1538514 w 4556058"/>
                <a:gd name="connsiteY2" fmla="*/ 580572 h 3280229"/>
                <a:gd name="connsiteX3" fmla="*/ 4383313 w 4556058"/>
                <a:gd name="connsiteY3" fmla="*/ 609600 h 3280229"/>
                <a:gd name="connsiteX4" fmla="*/ 4325256 w 4556058"/>
                <a:gd name="connsiteY4" fmla="*/ 972457 h 3280229"/>
                <a:gd name="connsiteX5" fmla="*/ 4325256 w 4556058"/>
                <a:gd name="connsiteY5" fmla="*/ 1393372 h 3280229"/>
                <a:gd name="connsiteX6" fmla="*/ 3570513 w 4556058"/>
                <a:gd name="connsiteY6" fmla="*/ 2322286 h 3280229"/>
                <a:gd name="connsiteX7" fmla="*/ 3410857 w 4556058"/>
                <a:gd name="connsiteY7" fmla="*/ 2467429 h 3280229"/>
                <a:gd name="connsiteX8" fmla="*/ 2815771 w 4556058"/>
                <a:gd name="connsiteY8" fmla="*/ 2873829 h 3280229"/>
                <a:gd name="connsiteX9" fmla="*/ 449943 w 4556058"/>
                <a:gd name="connsiteY9" fmla="*/ 3280229 h 3280229"/>
                <a:gd name="connsiteX10" fmla="*/ 0 w 4556058"/>
                <a:gd name="connsiteY10" fmla="*/ 3135086 h 3280229"/>
                <a:gd name="connsiteX11" fmla="*/ 87086 w 4556058"/>
                <a:gd name="connsiteY11" fmla="*/ 0 h 3280229"/>
                <a:gd name="connsiteX0" fmla="*/ 87086 w 4538546"/>
                <a:gd name="connsiteY0" fmla="*/ 0 h 3280229"/>
                <a:gd name="connsiteX1" fmla="*/ 1538514 w 4538546"/>
                <a:gd name="connsiteY1" fmla="*/ 0 h 3280229"/>
                <a:gd name="connsiteX2" fmla="*/ 1538514 w 4538546"/>
                <a:gd name="connsiteY2" fmla="*/ 580572 h 3280229"/>
                <a:gd name="connsiteX3" fmla="*/ 4339769 w 4538546"/>
                <a:gd name="connsiteY3" fmla="*/ 290286 h 3280229"/>
                <a:gd name="connsiteX4" fmla="*/ 4383313 w 4538546"/>
                <a:gd name="connsiteY4" fmla="*/ 609600 h 3280229"/>
                <a:gd name="connsiteX5" fmla="*/ 4325256 w 4538546"/>
                <a:gd name="connsiteY5" fmla="*/ 972457 h 3280229"/>
                <a:gd name="connsiteX6" fmla="*/ 4325256 w 4538546"/>
                <a:gd name="connsiteY6" fmla="*/ 1393372 h 3280229"/>
                <a:gd name="connsiteX7" fmla="*/ 3570513 w 4538546"/>
                <a:gd name="connsiteY7" fmla="*/ 2322286 h 3280229"/>
                <a:gd name="connsiteX8" fmla="*/ 3410857 w 4538546"/>
                <a:gd name="connsiteY8" fmla="*/ 2467429 h 3280229"/>
                <a:gd name="connsiteX9" fmla="*/ 2815771 w 4538546"/>
                <a:gd name="connsiteY9" fmla="*/ 2873829 h 3280229"/>
                <a:gd name="connsiteX10" fmla="*/ 449943 w 4538546"/>
                <a:gd name="connsiteY10" fmla="*/ 3280229 h 3280229"/>
                <a:gd name="connsiteX11" fmla="*/ 0 w 4538546"/>
                <a:gd name="connsiteY11" fmla="*/ 3135086 h 3280229"/>
                <a:gd name="connsiteX12" fmla="*/ 87086 w 4538546"/>
                <a:gd name="connsiteY12" fmla="*/ 0 h 3280229"/>
                <a:gd name="connsiteX0" fmla="*/ 87086 w 4538546"/>
                <a:gd name="connsiteY0" fmla="*/ 841828 h 4122057"/>
                <a:gd name="connsiteX1" fmla="*/ 1538514 w 4538546"/>
                <a:gd name="connsiteY1" fmla="*/ 841828 h 4122057"/>
                <a:gd name="connsiteX2" fmla="*/ 3817257 w 4538546"/>
                <a:gd name="connsiteY2" fmla="*/ 0 h 4122057"/>
                <a:gd name="connsiteX3" fmla="*/ 4339769 w 4538546"/>
                <a:gd name="connsiteY3" fmla="*/ 1132114 h 4122057"/>
                <a:gd name="connsiteX4" fmla="*/ 4383313 w 4538546"/>
                <a:gd name="connsiteY4" fmla="*/ 1451428 h 4122057"/>
                <a:gd name="connsiteX5" fmla="*/ 4325256 w 4538546"/>
                <a:gd name="connsiteY5" fmla="*/ 1814285 h 4122057"/>
                <a:gd name="connsiteX6" fmla="*/ 4325256 w 4538546"/>
                <a:gd name="connsiteY6" fmla="*/ 2235200 h 4122057"/>
                <a:gd name="connsiteX7" fmla="*/ 3570513 w 4538546"/>
                <a:gd name="connsiteY7" fmla="*/ 3164114 h 4122057"/>
                <a:gd name="connsiteX8" fmla="*/ 3410857 w 4538546"/>
                <a:gd name="connsiteY8" fmla="*/ 3309257 h 4122057"/>
                <a:gd name="connsiteX9" fmla="*/ 2815771 w 4538546"/>
                <a:gd name="connsiteY9" fmla="*/ 3715657 h 4122057"/>
                <a:gd name="connsiteX10" fmla="*/ 449943 w 4538546"/>
                <a:gd name="connsiteY10" fmla="*/ 4122057 h 4122057"/>
                <a:gd name="connsiteX11" fmla="*/ 0 w 4538546"/>
                <a:gd name="connsiteY11" fmla="*/ 3976914 h 4122057"/>
                <a:gd name="connsiteX12" fmla="*/ 87086 w 4538546"/>
                <a:gd name="connsiteY12" fmla="*/ 841828 h 4122057"/>
                <a:gd name="connsiteX0" fmla="*/ 87086 w 4538546"/>
                <a:gd name="connsiteY0" fmla="*/ 870857 h 4151086"/>
                <a:gd name="connsiteX1" fmla="*/ 1538514 w 4538546"/>
                <a:gd name="connsiteY1" fmla="*/ 870857 h 4151086"/>
                <a:gd name="connsiteX2" fmla="*/ 3599541 w 4538546"/>
                <a:gd name="connsiteY2" fmla="*/ 0 h 4151086"/>
                <a:gd name="connsiteX3" fmla="*/ 3817257 w 4538546"/>
                <a:gd name="connsiteY3" fmla="*/ 29029 h 4151086"/>
                <a:gd name="connsiteX4" fmla="*/ 4339769 w 4538546"/>
                <a:gd name="connsiteY4" fmla="*/ 1161143 h 4151086"/>
                <a:gd name="connsiteX5" fmla="*/ 4383313 w 4538546"/>
                <a:gd name="connsiteY5" fmla="*/ 1480457 h 4151086"/>
                <a:gd name="connsiteX6" fmla="*/ 4325256 w 4538546"/>
                <a:gd name="connsiteY6" fmla="*/ 1843314 h 4151086"/>
                <a:gd name="connsiteX7" fmla="*/ 4325256 w 4538546"/>
                <a:gd name="connsiteY7" fmla="*/ 2264229 h 4151086"/>
                <a:gd name="connsiteX8" fmla="*/ 3570513 w 4538546"/>
                <a:gd name="connsiteY8" fmla="*/ 3193143 h 4151086"/>
                <a:gd name="connsiteX9" fmla="*/ 3410857 w 4538546"/>
                <a:gd name="connsiteY9" fmla="*/ 3338286 h 4151086"/>
                <a:gd name="connsiteX10" fmla="*/ 2815771 w 4538546"/>
                <a:gd name="connsiteY10" fmla="*/ 3744686 h 4151086"/>
                <a:gd name="connsiteX11" fmla="*/ 449943 w 4538546"/>
                <a:gd name="connsiteY11" fmla="*/ 4151086 h 4151086"/>
                <a:gd name="connsiteX12" fmla="*/ 0 w 4538546"/>
                <a:gd name="connsiteY12" fmla="*/ 4005943 h 4151086"/>
                <a:gd name="connsiteX13" fmla="*/ 87086 w 4538546"/>
                <a:gd name="connsiteY13" fmla="*/ 870857 h 4151086"/>
                <a:gd name="connsiteX0" fmla="*/ 87086 w 4538546"/>
                <a:gd name="connsiteY0" fmla="*/ 1384403 h 4664632"/>
                <a:gd name="connsiteX1" fmla="*/ 1538514 w 4538546"/>
                <a:gd name="connsiteY1" fmla="*/ 1384403 h 4664632"/>
                <a:gd name="connsiteX2" fmla="*/ 2235198 w 4538546"/>
                <a:gd name="connsiteY2" fmla="*/ 20060 h 4664632"/>
                <a:gd name="connsiteX3" fmla="*/ 3599541 w 4538546"/>
                <a:gd name="connsiteY3" fmla="*/ 513546 h 4664632"/>
                <a:gd name="connsiteX4" fmla="*/ 3817257 w 4538546"/>
                <a:gd name="connsiteY4" fmla="*/ 542575 h 4664632"/>
                <a:gd name="connsiteX5" fmla="*/ 4339769 w 4538546"/>
                <a:gd name="connsiteY5" fmla="*/ 1674689 h 4664632"/>
                <a:gd name="connsiteX6" fmla="*/ 4383313 w 4538546"/>
                <a:gd name="connsiteY6" fmla="*/ 1994003 h 4664632"/>
                <a:gd name="connsiteX7" fmla="*/ 4325256 w 4538546"/>
                <a:gd name="connsiteY7" fmla="*/ 2356860 h 4664632"/>
                <a:gd name="connsiteX8" fmla="*/ 4325256 w 4538546"/>
                <a:gd name="connsiteY8" fmla="*/ 2777775 h 4664632"/>
                <a:gd name="connsiteX9" fmla="*/ 3570513 w 4538546"/>
                <a:gd name="connsiteY9" fmla="*/ 3706689 h 4664632"/>
                <a:gd name="connsiteX10" fmla="*/ 3410857 w 4538546"/>
                <a:gd name="connsiteY10" fmla="*/ 3851832 h 4664632"/>
                <a:gd name="connsiteX11" fmla="*/ 2815771 w 4538546"/>
                <a:gd name="connsiteY11" fmla="*/ 4258232 h 4664632"/>
                <a:gd name="connsiteX12" fmla="*/ 449943 w 4538546"/>
                <a:gd name="connsiteY12" fmla="*/ 4664632 h 4664632"/>
                <a:gd name="connsiteX13" fmla="*/ 0 w 4538546"/>
                <a:gd name="connsiteY13" fmla="*/ 4519489 h 4664632"/>
                <a:gd name="connsiteX14" fmla="*/ 87086 w 4538546"/>
                <a:gd name="connsiteY14" fmla="*/ 1384403 h 4664632"/>
                <a:gd name="connsiteX0" fmla="*/ 87086 w 4538546"/>
                <a:gd name="connsiteY0" fmla="*/ 1384403 h 4664632"/>
                <a:gd name="connsiteX1" fmla="*/ 43542 w 4538546"/>
                <a:gd name="connsiteY1" fmla="*/ 528060 h 4664632"/>
                <a:gd name="connsiteX2" fmla="*/ 2235198 w 4538546"/>
                <a:gd name="connsiteY2" fmla="*/ 20060 h 4664632"/>
                <a:gd name="connsiteX3" fmla="*/ 3599541 w 4538546"/>
                <a:gd name="connsiteY3" fmla="*/ 513546 h 4664632"/>
                <a:gd name="connsiteX4" fmla="*/ 3817257 w 4538546"/>
                <a:gd name="connsiteY4" fmla="*/ 542575 h 4664632"/>
                <a:gd name="connsiteX5" fmla="*/ 4339769 w 4538546"/>
                <a:gd name="connsiteY5" fmla="*/ 1674689 h 4664632"/>
                <a:gd name="connsiteX6" fmla="*/ 4383313 w 4538546"/>
                <a:gd name="connsiteY6" fmla="*/ 1994003 h 4664632"/>
                <a:gd name="connsiteX7" fmla="*/ 4325256 w 4538546"/>
                <a:gd name="connsiteY7" fmla="*/ 2356860 h 4664632"/>
                <a:gd name="connsiteX8" fmla="*/ 4325256 w 4538546"/>
                <a:gd name="connsiteY8" fmla="*/ 2777775 h 4664632"/>
                <a:gd name="connsiteX9" fmla="*/ 3570513 w 4538546"/>
                <a:gd name="connsiteY9" fmla="*/ 3706689 h 4664632"/>
                <a:gd name="connsiteX10" fmla="*/ 3410857 w 4538546"/>
                <a:gd name="connsiteY10" fmla="*/ 3851832 h 4664632"/>
                <a:gd name="connsiteX11" fmla="*/ 2815771 w 4538546"/>
                <a:gd name="connsiteY11" fmla="*/ 4258232 h 4664632"/>
                <a:gd name="connsiteX12" fmla="*/ 449943 w 4538546"/>
                <a:gd name="connsiteY12" fmla="*/ 4664632 h 4664632"/>
                <a:gd name="connsiteX13" fmla="*/ 0 w 4538546"/>
                <a:gd name="connsiteY13" fmla="*/ 4519489 h 4664632"/>
                <a:gd name="connsiteX14" fmla="*/ 87086 w 4538546"/>
                <a:gd name="connsiteY14" fmla="*/ 1384403 h 4664632"/>
                <a:gd name="connsiteX0" fmla="*/ 0 w 5423917"/>
                <a:gd name="connsiteY0" fmla="*/ 1239260 h 4664632"/>
                <a:gd name="connsiteX1" fmla="*/ 928913 w 5423917"/>
                <a:gd name="connsiteY1" fmla="*/ 528060 h 4664632"/>
                <a:gd name="connsiteX2" fmla="*/ 3120569 w 5423917"/>
                <a:gd name="connsiteY2" fmla="*/ 20060 h 4664632"/>
                <a:gd name="connsiteX3" fmla="*/ 4484912 w 5423917"/>
                <a:gd name="connsiteY3" fmla="*/ 513546 h 4664632"/>
                <a:gd name="connsiteX4" fmla="*/ 4702628 w 5423917"/>
                <a:gd name="connsiteY4" fmla="*/ 542575 h 4664632"/>
                <a:gd name="connsiteX5" fmla="*/ 5225140 w 5423917"/>
                <a:gd name="connsiteY5" fmla="*/ 1674689 h 4664632"/>
                <a:gd name="connsiteX6" fmla="*/ 5268684 w 5423917"/>
                <a:gd name="connsiteY6" fmla="*/ 1994003 h 4664632"/>
                <a:gd name="connsiteX7" fmla="*/ 5210627 w 5423917"/>
                <a:gd name="connsiteY7" fmla="*/ 2356860 h 4664632"/>
                <a:gd name="connsiteX8" fmla="*/ 5210627 w 5423917"/>
                <a:gd name="connsiteY8" fmla="*/ 2777775 h 4664632"/>
                <a:gd name="connsiteX9" fmla="*/ 4455884 w 5423917"/>
                <a:gd name="connsiteY9" fmla="*/ 3706689 h 4664632"/>
                <a:gd name="connsiteX10" fmla="*/ 4296228 w 5423917"/>
                <a:gd name="connsiteY10" fmla="*/ 3851832 h 4664632"/>
                <a:gd name="connsiteX11" fmla="*/ 3701142 w 5423917"/>
                <a:gd name="connsiteY11" fmla="*/ 4258232 h 4664632"/>
                <a:gd name="connsiteX12" fmla="*/ 1335314 w 5423917"/>
                <a:gd name="connsiteY12" fmla="*/ 4664632 h 4664632"/>
                <a:gd name="connsiteX13" fmla="*/ 885371 w 5423917"/>
                <a:gd name="connsiteY13" fmla="*/ 4519489 h 4664632"/>
                <a:gd name="connsiteX14" fmla="*/ 0 w 5423917"/>
                <a:gd name="connsiteY14" fmla="*/ 1239260 h 4664632"/>
                <a:gd name="connsiteX0" fmla="*/ 217716 w 5641633"/>
                <a:gd name="connsiteY0" fmla="*/ 1239260 h 4664632"/>
                <a:gd name="connsiteX1" fmla="*/ 1146629 w 5641633"/>
                <a:gd name="connsiteY1" fmla="*/ 528060 h 4664632"/>
                <a:gd name="connsiteX2" fmla="*/ 3338285 w 5641633"/>
                <a:gd name="connsiteY2" fmla="*/ 20060 h 4664632"/>
                <a:gd name="connsiteX3" fmla="*/ 4702628 w 5641633"/>
                <a:gd name="connsiteY3" fmla="*/ 513546 h 4664632"/>
                <a:gd name="connsiteX4" fmla="*/ 4920344 w 5641633"/>
                <a:gd name="connsiteY4" fmla="*/ 542575 h 4664632"/>
                <a:gd name="connsiteX5" fmla="*/ 5442856 w 5641633"/>
                <a:gd name="connsiteY5" fmla="*/ 1674689 h 4664632"/>
                <a:gd name="connsiteX6" fmla="*/ 5486400 w 5641633"/>
                <a:gd name="connsiteY6" fmla="*/ 1994003 h 4664632"/>
                <a:gd name="connsiteX7" fmla="*/ 5428343 w 5641633"/>
                <a:gd name="connsiteY7" fmla="*/ 2356860 h 4664632"/>
                <a:gd name="connsiteX8" fmla="*/ 5428343 w 5641633"/>
                <a:gd name="connsiteY8" fmla="*/ 2777775 h 4664632"/>
                <a:gd name="connsiteX9" fmla="*/ 4673600 w 5641633"/>
                <a:gd name="connsiteY9" fmla="*/ 3706689 h 4664632"/>
                <a:gd name="connsiteX10" fmla="*/ 4513944 w 5641633"/>
                <a:gd name="connsiteY10" fmla="*/ 3851832 h 4664632"/>
                <a:gd name="connsiteX11" fmla="*/ 3918858 w 5641633"/>
                <a:gd name="connsiteY11" fmla="*/ 4258232 h 4664632"/>
                <a:gd name="connsiteX12" fmla="*/ 1553030 w 5641633"/>
                <a:gd name="connsiteY12" fmla="*/ 4664632 h 4664632"/>
                <a:gd name="connsiteX13" fmla="*/ 1103087 w 5641633"/>
                <a:gd name="connsiteY13" fmla="*/ 4519489 h 4664632"/>
                <a:gd name="connsiteX14" fmla="*/ 0 w 5641633"/>
                <a:gd name="connsiteY14" fmla="*/ 1602117 h 4664632"/>
                <a:gd name="connsiteX15" fmla="*/ 217716 w 5641633"/>
                <a:gd name="connsiteY15" fmla="*/ 1239260 h 4664632"/>
                <a:gd name="connsiteX0" fmla="*/ 364928 w 5788845"/>
                <a:gd name="connsiteY0" fmla="*/ 1239260 h 4664632"/>
                <a:gd name="connsiteX1" fmla="*/ 1293841 w 5788845"/>
                <a:gd name="connsiteY1" fmla="*/ 528060 h 4664632"/>
                <a:gd name="connsiteX2" fmla="*/ 3485497 w 5788845"/>
                <a:gd name="connsiteY2" fmla="*/ 20060 h 4664632"/>
                <a:gd name="connsiteX3" fmla="*/ 4849840 w 5788845"/>
                <a:gd name="connsiteY3" fmla="*/ 513546 h 4664632"/>
                <a:gd name="connsiteX4" fmla="*/ 5067556 w 5788845"/>
                <a:gd name="connsiteY4" fmla="*/ 542575 h 4664632"/>
                <a:gd name="connsiteX5" fmla="*/ 5590068 w 5788845"/>
                <a:gd name="connsiteY5" fmla="*/ 1674689 h 4664632"/>
                <a:gd name="connsiteX6" fmla="*/ 5633612 w 5788845"/>
                <a:gd name="connsiteY6" fmla="*/ 1994003 h 4664632"/>
                <a:gd name="connsiteX7" fmla="*/ 5575555 w 5788845"/>
                <a:gd name="connsiteY7" fmla="*/ 2356860 h 4664632"/>
                <a:gd name="connsiteX8" fmla="*/ 5575555 w 5788845"/>
                <a:gd name="connsiteY8" fmla="*/ 2777775 h 4664632"/>
                <a:gd name="connsiteX9" fmla="*/ 4820812 w 5788845"/>
                <a:gd name="connsiteY9" fmla="*/ 3706689 h 4664632"/>
                <a:gd name="connsiteX10" fmla="*/ 4661156 w 5788845"/>
                <a:gd name="connsiteY10" fmla="*/ 3851832 h 4664632"/>
                <a:gd name="connsiteX11" fmla="*/ 4066070 w 5788845"/>
                <a:gd name="connsiteY11" fmla="*/ 4258232 h 4664632"/>
                <a:gd name="connsiteX12" fmla="*/ 1700242 w 5788845"/>
                <a:gd name="connsiteY12" fmla="*/ 4664632 h 4664632"/>
                <a:gd name="connsiteX13" fmla="*/ 1250299 w 5788845"/>
                <a:gd name="connsiteY13" fmla="*/ 4519489 h 4664632"/>
                <a:gd name="connsiteX14" fmla="*/ 69198 w 5788845"/>
                <a:gd name="connsiteY14" fmla="*/ 1720046 h 4664632"/>
                <a:gd name="connsiteX15" fmla="*/ 147212 w 5788845"/>
                <a:gd name="connsiteY15" fmla="*/ 1602117 h 4664632"/>
                <a:gd name="connsiteX16" fmla="*/ 364928 w 5788845"/>
                <a:gd name="connsiteY16" fmla="*/ 1239260 h 4664632"/>
                <a:gd name="connsiteX0" fmla="*/ 800669 w 6224586"/>
                <a:gd name="connsiteY0" fmla="*/ 1239260 h 4664632"/>
                <a:gd name="connsiteX1" fmla="*/ 1729582 w 6224586"/>
                <a:gd name="connsiteY1" fmla="*/ 528060 h 4664632"/>
                <a:gd name="connsiteX2" fmla="*/ 3921238 w 6224586"/>
                <a:gd name="connsiteY2" fmla="*/ 20060 h 4664632"/>
                <a:gd name="connsiteX3" fmla="*/ 5285581 w 6224586"/>
                <a:gd name="connsiteY3" fmla="*/ 513546 h 4664632"/>
                <a:gd name="connsiteX4" fmla="*/ 5503297 w 6224586"/>
                <a:gd name="connsiteY4" fmla="*/ 542575 h 4664632"/>
                <a:gd name="connsiteX5" fmla="*/ 6025809 w 6224586"/>
                <a:gd name="connsiteY5" fmla="*/ 1674689 h 4664632"/>
                <a:gd name="connsiteX6" fmla="*/ 6069353 w 6224586"/>
                <a:gd name="connsiteY6" fmla="*/ 1994003 h 4664632"/>
                <a:gd name="connsiteX7" fmla="*/ 6011296 w 6224586"/>
                <a:gd name="connsiteY7" fmla="*/ 2356860 h 4664632"/>
                <a:gd name="connsiteX8" fmla="*/ 6011296 w 6224586"/>
                <a:gd name="connsiteY8" fmla="*/ 2777775 h 4664632"/>
                <a:gd name="connsiteX9" fmla="*/ 5256553 w 6224586"/>
                <a:gd name="connsiteY9" fmla="*/ 3706689 h 4664632"/>
                <a:gd name="connsiteX10" fmla="*/ 5096897 w 6224586"/>
                <a:gd name="connsiteY10" fmla="*/ 3851832 h 4664632"/>
                <a:gd name="connsiteX11" fmla="*/ 4501811 w 6224586"/>
                <a:gd name="connsiteY11" fmla="*/ 4258232 h 4664632"/>
                <a:gd name="connsiteX12" fmla="*/ 2135983 w 6224586"/>
                <a:gd name="connsiteY12" fmla="*/ 4664632 h 4664632"/>
                <a:gd name="connsiteX13" fmla="*/ 1686040 w 6224586"/>
                <a:gd name="connsiteY13" fmla="*/ 4519489 h 4664632"/>
                <a:gd name="connsiteX14" fmla="*/ 35039 w 6224586"/>
                <a:gd name="connsiteY14" fmla="*/ 2659846 h 4664632"/>
                <a:gd name="connsiteX15" fmla="*/ 504939 w 6224586"/>
                <a:gd name="connsiteY15" fmla="*/ 1720046 h 4664632"/>
                <a:gd name="connsiteX16" fmla="*/ 582953 w 6224586"/>
                <a:gd name="connsiteY16" fmla="*/ 1602117 h 4664632"/>
                <a:gd name="connsiteX17" fmla="*/ 800669 w 6224586"/>
                <a:gd name="connsiteY17" fmla="*/ 1239260 h 4664632"/>
                <a:gd name="connsiteX0" fmla="*/ 856496 w 6280413"/>
                <a:gd name="connsiteY0" fmla="*/ 1239260 h 4664632"/>
                <a:gd name="connsiteX1" fmla="*/ 1785409 w 6280413"/>
                <a:gd name="connsiteY1" fmla="*/ 528060 h 4664632"/>
                <a:gd name="connsiteX2" fmla="*/ 3977065 w 6280413"/>
                <a:gd name="connsiteY2" fmla="*/ 20060 h 4664632"/>
                <a:gd name="connsiteX3" fmla="*/ 5341408 w 6280413"/>
                <a:gd name="connsiteY3" fmla="*/ 513546 h 4664632"/>
                <a:gd name="connsiteX4" fmla="*/ 5559124 w 6280413"/>
                <a:gd name="connsiteY4" fmla="*/ 542575 h 4664632"/>
                <a:gd name="connsiteX5" fmla="*/ 6081636 w 6280413"/>
                <a:gd name="connsiteY5" fmla="*/ 1674689 h 4664632"/>
                <a:gd name="connsiteX6" fmla="*/ 6125180 w 6280413"/>
                <a:gd name="connsiteY6" fmla="*/ 1994003 h 4664632"/>
                <a:gd name="connsiteX7" fmla="*/ 6067123 w 6280413"/>
                <a:gd name="connsiteY7" fmla="*/ 2356860 h 4664632"/>
                <a:gd name="connsiteX8" fmla="*/ 6067123 w 6280413"/>
                <a:gd name="connsiteY8" fmla="*/ 2777775 h 4664632"/>
                <a:gd name="connsiteX9" fmla="*/ 5312380 w 6280413"/>
                <a:gd name="connsiteY9" fmla="*/ 3706689 h 4664632"/>
                <a:gd name="connsiteX10" fmla="*/ 5152724 w 6280413"/>
                <a:gd name="connsiteY10" fmla="*/ 3851832 h 4664632"/>
                <a:gd name="connsiteX11" fmla="*/ 4557638 w 6280413"/>
                <a:gd name="connsiteY11" fmla="*/ 4258232 h 4664632"/>
                <a:gd name="connsiteX12" fmla="*/ 2191810 w 6280413"/>
                <a:gd name="connsiteY12" fmla="*/ 4664632 h 4664632"/>
                <a:gd name="connsiteX13" fmla="*/ 1741867 w 6280413"/>
                <a:gd name="connsiteY13" fmla="*/ 4519489 h 4664632"/>
                <a:gd name="connsiteX14" fmla="*/ 141666 w 6280413"/>
                <a:gd name="connsiteY14" fmla="*/ 3180546 h 4664632"/>
                <a:gd name="connsiteX15" fmla="*/ 90866 w 6280413"/>
                <a:gd name="connsiteY15" fmla="*/ 2659846 h 4664632"/>
                <a:gd name="connsiteX16" fmla="*/ 560766 w 6280413"/>
                <a:gd name="connsiteY16" fmla="*/ 1720046 h 4664632"/>
                <a:gd name="connsiteX17" fmla="*/ 638780 w 6280413"/>
                <a:gd name="connsiteY17" fmla="*/ 1602117 h 4664632"/>
                <a:gd name="connsiteX18" fmla="*/ 856496 w 6280413"/>
                <a:gd name="connsiteY18" fmla="*/ 1239260 h 4664632"/>
                <a:gd name="connsiteX0" fmla="*/ 777655 w 6201572"/>
                <a:gd name="connsiteY0" fmla="*/ 1239260 h 4664632"/>
                <a:gd name="connsiteX1" fmla="*/ 1706568 w 6201572"/>
                <a:gd name="connsiteY1" fmla="*/ 528060 h 4664632"/>
                <a:gd name="connsiteX2" fmla="*/ 3898224 w 6201572"/>
                <a:gd name="connsiteY2" fmla="*/ 20060 h 4664632"/>
                <a:gd name="connsiteX3" fmla="*/ 5262567 w 6201572"/>
                <a:gd name="connsiteY3" fmla="*/ 513546 h 4664632"/>
                <a:gd name="connsiteX4" fmla="*/ 5480283 w 6201572"/>
                <a:gd name="connsiteY4" fmla="*/ 542575 h 4664632"/>
                <a:gd name="connsiteX5" fmla="*/ 6002795 w 6201572"/>
                <a:gd name="connsiteY5" fmla="*/ 1674689 h 4664632"/>
                <a:gd name="connsiteX6" fmla="*/ 6046339 w 6201572"/>
                <a:gd name="connsiteY6" fmla="*/ 1994003 h 4664632"/>
                <a:gd name="connsiteX7" fmla="*/ 5988282 w 6201572"/>
                <a:gd name="connsiteY7" fmla="*/ 2356860 h 4664632"/>
                <a:gd name="connsiteX8" fmla="*/ 5988282 w 6201572"/>
                <a:gd name="connsiteY8" fmla="*/ 2777775 h 4664632"/>
                <a:gd name="connsiteX9" fmla="*/ 5233539 w 6201572"/>
                <a:gd name="connsiteY9" fmla="*/ 3706689 h 4664632"/>
                <a:gd name="connsiteX10" fmla="*/ 5073883 w 6201572"/>
                <a:gd name="connsiteY10" fmla="*/ 3851832 h 4664632"/>
                <a:gd name="connsiteX11" fmla="*/ 4478797 w 6201572"/>
                <a:gd name="connsiteY11" fmla="*/ 4258232 h 4664632"/>
                <a:gd name="connsiteX12" fmla="*/ 2112969 w 6201572"/>
                <a:gd name="connsiteY12" fmla="*/ 4664632 h 4664632"/>
                <a:gd name="connsiteX13" fmla="*/ 1663026 w 6201572"/>
                <a:gd name="connsiteY13" fmla="*/ 4519489 h 4664632"/>
                <a:gd name="connsiteX14" fmla="*/ 253326 w 6201572"/>
                <a:gd name="connsiteY14" fmla="*/ 3815546 h 4664632"/>
                <a:gd name="connsiteX15" fmla="*/ 62825 w 6201572"/>
                <a:gd name="connsiteY15" fmla="*/ 3180546 h 4664632"/>
                <a:gd name="connsiteX16" fmla="*/ 12025 w 6201572"/>
                <a:gd name="connsiteY16" fmla="*/ 2659846 h 4664632"/>
                <a:gd name="connsiteX17" fmla="*/ 481925 w 6201572"/>
                <a:gd name="connsiteY17" fmla="*/ 1720046 h 4664632"/>
                <a:gd name="connsiteX18" fmla="*/ 559939 w 6201572"/>
                <a:gd name="connsiteY18" fmla="*/ 1602117 h 4664632"/>
                <a:gd name="connsiteX19" fmla="*/ 777655 w 6201572"/>
                <a:gd name="connsiteY19" fmla="*/ 1239260 h 4664632"/>
                <a:gd name="connsiteX0" fmla="*/ 777655 w 6201572"/>
                <a:gd name="connsiteY0" fmla="*/ 1239260 h 4664632"/>
                <a:gd name="connsiteX1" fmla="*/ 1706568 w 6201572"/>
                <a:gd name="connsiteY1" fmla="*/ 528060 h 4664632"/>
                <a:gd name="connsiteX2" fmla="*/ 3898224 w 6201572"/>
                <a:gd name="connsiteY2" fmla="*/ 20060 h 4664632"/>
                <a:gd name="connsiteX3" fmla="*/ 5262567 w 6201572"/>
                <a:gd name="connsiteY3" fmla="*/ 513546 h 4664632"/>
                <a:gd name="connsiteX4" fmla="*/ 5480283 w 6201572"/>
                <a:gd name="connsiteY4" fmla="*/ 542575 h 4664632"/>
                <a:gd name="connsiteX5" fmla="*/ 6002795 w 6201572"/>
                <a:gd name="connsiteY5" fmla="*/ 1674689 h 4664632"/>
                <a:gd name="connsiteX6" fmla="*/ 6046339 w 6201572"/>
                <a:gd name="connsiteY6" fmla="*/ 1994003 h 4664632"/>
                <a:gd name="connsiteX7" fmla="*/ 5988282 w 6201572"/>
                <a:gd name="connsiteY7" fmla="*/ 2356860 h 4664632"/>
                <a:gd name="connsiteX8" fmla="*/ 5988282 w 6201572"/>
                <a:gd name="connsiteY8" fmla="*/ 2777775 h 4664632"/>
                <a:gd name="connsiteX9" fmla="*/ 5233539 w 6201572"/>
                <a:gd name="connsiteY9" fmla="*/ 3706689 h 4664632"/>
                <a:gd name="connsiteX10" fmla="*/ 5073883 w 6201572"/>
                <a:gd name="connsiteY10" fmla="*/ 3851832 h 4664632"/>
                <a:gd name="connsiteX11" fmla="*/ 4478797 w 6201572"/>
                <a:gd name="connsiteY11" fmla="*/ 4258232 h 4664632"/>
                <a:gd name="connsiteX12" fmla="*/ 2112969 w 6201572"/>
                <a:gd name="connsiteY12" fmla="*/ 4664632 h 4664632"/>
                <a:gd name="connsiteX13" fmla="*/ 1663026 w 6201572"/>
                <a:gd name="connsiteY13" fmla="*/ 4519489 h 4664632"/>
                <a:gd name="connsiteX14" fmla="*/ 481925 w 6201572"/>
                <a:gd name="connsiteY14" fmla="*/ 4018746 h 4664632"/>
                <a:gd name="connsiteX15" fmla="*/ 253326 w 6201572"/>
                <a:gd name="connsiteY15" fmla="*/ 3815546 h 4664632"/>
                <a:gd name="connsiteX16" fmla="*/ 62825 w 6201572"/>
                <a:gd name="connsiteY16" fmla="*/ 3180546 h 4664632"/>
                <a:gd name="connsiteX17" fmla="*/ 12025 w 6201572"/>
                <a:gd name="connsiteY17" fmla="*/ 2659846 h 4664632"/>
                <a:gd name="connsiteX18" fmla="*/ 481925 w 6201572"/>
                <a:gd name="connsiteY18" fmla="*/ 1720046 h 4664632"/>
                <a:gd name="connsiteX19" fmla="*/ 559939 w 6201572"/>
                <a:gd name="connsiteY19" fmla="*/ 1602117 h 4664632"/>
                <a:gd name="connsiteX20" fmla="*/ 777655 w 6201572"/>
                <a:gd name="connsiteY20" fmla="*/ 1239260 h 4664632"/>
                <a:gd name="connsiteX0" fmla="*/ 777655 w 6201572"/>
                <a:gd name="connsiteY0" fmla="*/ 1239260 h 4664632"/>
                <a:gd name="connsiteX1" fmla="*/ 1706568 w 6201572"/>
                <a:gd name="connsiteY1" fmla="*/ 528060 h 4664632"/>
                <a:gd name="connsiteX2" fmla="*/ 3898224 w 6201572"/>
                <a:gd name="connsiteY2" fmla="*/ 20060 h 4664632"/>
                <a:gd name="connsiteX3" fmla="*/ 5262567 w 6201572"/>
                <a:gd name="connsiteY3" fmla="*/ 513546 h 4664632"/>
                <a:gd name="connsiteX4" fmla="*/ 5480283 w 6201572"/>
                <a:gd name="connsiteY4" fmla="*/ 542575 h 4664632"/>
                <a:gd name="connsiteX5" fmla="*/ 6002795 w 6201572"/>
                <a:gd name="connsiteY5" fmla="*/ 1674689 h 4664632"/>
                <a:gd name="connsiteX6" fmla="*/ 6046339 w 6201572"/>
                <a:gd name="connsiteY6" fmla="*/ 1994003 h 4664632"/>
                <a:gd name="connsiteX7" fmla="*/ 5988282 w 6201572"/>
                <a:gd name="connsiteY7" fmla="*/ 2356860 h 4664632"/>
                <a:gd name="connsiteX8" fmla="*/ 5988282 w 6201572"/>
                <a:gd name="connsiteY8" fmla="*/ 2777775 h 4664632"/>
                <a:gd name="connsiteX9" fmla="*/ 5233539 w 6201572"/>
                <a:gd name="connsiteY9" fmla="*/ 3706689 h 4664632"/>
                <a:gd name="connsiteX10" fmla="*/ 5073883 w 6201572"/>
                <a:gd name="connsiteY10" fmla="*/ 3851832 h 4664632"/>
                <a:gd name="connsiteX11" fmla="*/ 4478797 w 6201572"/>
                <a:gd name="connsiteY11" fmla="*/ 4258232 h 4664632"/>
                <a:gd name="connsiteX12" fmla="*/ 2112969 w 6201572"/>
                <a:gd name="connsiteY12" fmla="*/ 4664632 h 4664632"/>
                <a:gd name="connsiteX13" fmla="*/ 1663026 w 6201572"/>
                <a:gd name="connsiteY13" fmla="*/ 4519489 h 4664632"/>
                <a:gd name="connsiteX14" fmla="*/ 748625 w 6201572"/>
                <a:gd name="connsiteY14" fmla="*/ 4260046 h 4664632"/>
                <a:gd name="connsiteX15" fmla="*/ 481925 w 6201572"/>
                <a:gd name="connsiteY15" fmla="*/ 4018746 h 4664632"/>
                <a:gd name="connsiteX16" fmla="*/ 253326 w 6201572"/>
                <a:gd name="connsiteY16" fmla="*/ 3815546 h 4664632"/>
                <a:gd name="connsiteX17" fmla="*/ 62825 w 6201572"/>
                <a:gd name="connsiteY17" fmla="*/ 3180546 h 4664632"/>
                <a:gd name="connsiteX18" fmla="*/ 12025 w 6201572"/>
                <a:gd name="connsiteY18" fmla="*/ 2659846 h 4664632"/>
                <a:gd name="connsiteX19" fmla="*/ 481925 w 6201572"/>
                <a:gd name="connsiteY19" fmla="*/ 1720046 h 4664632"/>
                <a:gd name="connsiteX20" fmla="*/ 559939 w 6201572"/>
                <a:gd name="connsiteY20" fmla="*/ 1602117 h 4664632"/>
                <a:gd name="connsiteX21" fmla="*/ 777655 w 6201572"/>
                <a:gd name="connsiteY21" fmla="*/ 1239260 h 4664632"/>
                <a:gd name="connsiteX0" fmla="*/ 777655 w 6201572"/>
                <a:gd name="connsiteY0" fmla="*/ 1239260 h 4664632"/>
                <a:gd name="connsiteX1" fmla="*/ 1706568 w 6201572"/>
                <a:gd name="connsiteY1" fmla="*/ 528060 h 4664632"/>
                <a:gd name="connsiteX2" fmla="*/ 3898224 w 6201572"/>
                <a:gd name="connsiteY2" fmla="*/ 20060 h 4664632"/>
                <a:gd name="connsiteX3" fmla="*/ 5262567 w 6201572"/>
                <a:gd name="connsiteY3" fmla="*/ 513546 h 4664632"/>
                <a:gd name="connsiteX4" fmla="*/ 5480283 w 6201572"/>
                <a:gd name="connsiteY4" fmla="*/ 542575 h 4664632"/>
                <a:gd name="connsiteX5" fmla="*/ 6002795 w 6201572"/>
                <a:gd name="connsiteY5" fmla="*/ 1674689 h 4664632"/>
                <a:gd name="connsiteX6" fmla="*/ 6046339 w 6201572"/>
                <a:gd name="connsiteY6" fmla="*/ 1994003 h 4664632"/>
                <a:gd name="connsiteX7" fmla="*/ 5988282 w 6201572"/>
                <a:gd name="connsiteY7" fmla="*/ 2356860 h 4664632"/>
                <a:gd name="connsiteX8" fmla="*/ 5988282 w 6201572"/>
                <a:gd name="connsiteY8" fmla="*/ 2777775 h 4664632"/>
                <a:gd name="connsiteX9" fmla="*/ 5233539 w 6201572"/>
                <a:gd name="connsiteY9" fmla="*/ 3706689 h 4664632"/>
                <a:gd name="connsiteX10" fmla="*/ 5073883 w 6201572"/>
                <a:gd name="connsiteY10" fmla="*/ 3851832 h 4664632"/>
                <a:gd name="connsiteX11" fmla="*/ 4478797 w 6201572"/>
                <a:gd name="connsiteY11" fmla="*/ 4258232 h 4664632"/>
                <a:gd name="connsiteX12" fmla="*/ 2112969 w 6201572"/>
                <a:gd name="connsiteY12" fmla="*/ 4664632 h 4664632"/>
                <a:gd name="connsiteX13" fmla="*/ 1663026 w 6201572"/>
                <a:gd name="connsiteY13" fmla="*/ 4519489 h 4664632"/>
                <a:gd name="connsiteX14" fmla="*/ 748625 w 6201572"/>
                <a:gd name="connsiteY14" fmla="*/ 4260046 h 4664632"/>
                <a:gd name="connsiteX15" fmla="*/ 481925 w 6201572"/>
                <a:gd name="connsiteY15" fmla="*/ 4018746 h 4664632"/>
                <a:gd name="connsiteX16" fmla="*/ 253326 w 6201572"/>
                <a:gd name="connsiteY16" fmla="*/ 3815546 h 4664632"/>
                <a:gd name="connsiteX17" fmla="*/ 62825 w 6201572"/>
                <a:gd name="connsiteY17" fmla="*/ 3180546 h 4664632"/>
                <a:gd name="connsiteX18" fmla="*/ 12025 w 6201572"/>
                <a:gd name="connsiteY18" fmla="*/ 2659846 h 4664632"/>
                <a:gd name="connsiteX19" fmla="*/ 481925 w 6201572"/>
                <a:gd name="connsiteY19" fmla="*/ 1720046 h 4664632"/>
                <a:gd name="connsiteX20" fmla="*/ 559939 w 6201572"/>
                <a:gd name="connsiteY20" fmla="*/ 1602117 h 4664632"/>
                <a:gd name="connsiteX21" fmla="*/ 777655 w 6201572"/>
                <a:gd name="connsiteY21" fmla="*/ 1239260 h 4664632"/>
                <a:gd name="connsiteX0" fmla="*/ 777655 w 6201572"/>
                <a:gd name="connsiteY0" fmla="*/ 1239260 h 4664632"/>
                <a:gd name="connsiteX1" fmla="*/ 1706568 w 6201572"/>
                <a:gd name="connsiteY1" fmla="*/ 528060 h 4664632"/>
                <a:gd name="connsiteX2" fmla="*/ 3898224 w 6201572"/>
                <a:gd name="connsiteY2" fmla="*/ 20060 h 4664632"/>
                <a:gd name="connsiteX3" fmla="*/ 5262567 w 6201572"/>
                <a:gd name="connsiteY3" fmla="*/ 513546 h 4664632"/>
                <a:gd name="connsiteX4" fmla="*/ 5480283 w 6201572"/>
                <a:gd name="connsiteY4" fmla="*/ 542575 h 4664632"/>
                <a:gd name="connsiteX5" fmla="*/ 6002795 w 6201572"/>
                <a:gd name="connsiteY5" fmla="*/ 1674689 h 4664632"/>
                <a:gd name="connsiteX6" fmla="*/ 6046339 w 6201572"/>
                <a:gd name="connsiteY6" fmla="*/ 1994003 h 4664632"/>
                <a:gd name="connsiteX7" fmla="*/ 5988282 w 6201572"/>
                <a:gd name="connsiteY7" fmla="*/ 2356860 h 4664632"/>
                <a:gd name="connsiteX8" fmla="*/ 5988282 w 6201572"/>
                <a:gd name="connsiteY8" fmla="*/ 2777775 h 4664632"/>
                <a:gd name="connsiteX9" fmla="*/ 5233539 w 6201572"/>
                <a:gd name="connsiteY9" fmla="*/ 3706689 h 4664632"/>
                <a:gd name="connsiteX10" fmla="*/ 5073883 w 6201572"/>
                <a:gd name="connsiteY10" fmla="*/ 3851832 h 4664632"/>
                <a:gd name="connsiteX11" fmla="*/ 4478797 w 6201572"/>
                <a:gd name="connsiteY11" fmla="*/ 4258232 h 4664632"/>
                <a:gd name="connsiteX12" fmla="*/ 2112969 w 6201572"/>
                <a:gd name="connsiteY12" fmla="*/ 4664632 h 4664632"/>
                <a:gd name="connsiteX13" fmla="*/ 1663026 w 6201572"/>
                <a:gd name="connsiteY13" fmla="*/ 4519489 h 4664632"/>
                <a:gd name="connsiteX14" fmla="*/ 748625 w 6201572"/>
                <a:gd name="connsiteY14" fmla="*/ 4260046 h 4664632"/>
                <a:gd name="connsiteX15" fmla="*/ 481925 w 6201572"/>
                <a:gd name="connsiteY15" fmla="*/ 4018746 h 4664632"/>
                <a:gd name="connsiteX16" fmla="*/ 253326 w 6201572"/>
                <a:gd name="connsiteY16" fmla="*/ 3815546 h 4664632"/>
                <a:gd name="connsiteX17" fmla="*/ 62825 w 6201572"/>
                <a:gd name="connsiteY17" fmla="*/ 3180546 h 4664632"/>
                <a:gd name="connsiteX18" fmla="*/ 12025 w 6201572"/>
                <a:gd name="connsiteY18" fmla="*/ 2659846 h 4664632"/>
                <a:gd name="connsiteX19" fmla="*/ 481925 w 6201572"/>
                <a:gd name="connsiteY19" fmla="*/ 1720046 h 4664632"/>
                <a:gd name="connsiteX20" fmla="*/ 559939 w 6201572"/>
                <a:gd name="connsiteY20" fmla="*/ 1602117 h 4664632"/>
                <a:gd name="connsiteX21" fmla="*/ 777655 w 6201572"/>
                <a:gd name="connsiteY21" fmla="*/ 1239260 h 4664632"/>
                <a:gd name="connsiteX0" fmla="*/ 853456 w 6277373"/>
                <a:gd name="connsiteY0" fmla="*/ 1239260 h 4664632"/>
                <a:gd name="connsiteX1" fmla="*/ 1782369 w 6277373"/>
                <a:gd name="connsiteY1" fmla="*/ 528060 h 4664632"/>
                <a:gd name="connsiteX2" fmla="*/ 3974025 w 6277373"/>
                <a:gd name="connsiteY2" fmla="*/ 20060 h 4664632"/>
                <a:gd name="connsiteX3" fmla="*/ 5338368 w 6277373"/>
                <a:gd name="connsiteY3" fmla="*/ 513546 h 4664632"/>
                <a:gd name="connsiteX4" fmla="*/ 5556084 w 6277373"/>
                <a:gd name="connsiteY4" fmla="*/ 542575 h 4664632"/>
                <a:gd name="connsiteX5" fmla="*/ 6078596 w 6277373"/>
                <a:gd name="connsiteY5" fmla="*/ 1674689 h 4664632"/>
                <a:gd name="connsiteX6" fmla="*/ 6122140 w 6277373"/>
                <a:gd name="connsiteY6" fmla="*/ 1994003 h 4664632"/>
                <a:gd name="connsiteX7" fmla="*/ 6064083 w 6277373"/>
                <a:gd name="connsiteY7" fmla="*/ 2356860 h 4664632"/>
                <a:gd name="connsiteX8" fmla="*/ 6064083 w 6277373"/>
                <a:gd name="connsiteY8" fmla="*/ 2777775 h 4664632"/>
                <a:gd name="connsiteX9" fmla="*/ 5309340 w 6277373"/>
                <a:gd name="connsiteY9" fmla="*/ 3706689 h 4664632"/>
                <a:gd name="connsiteX10" fmla="*/ 5149684 w 6277373"/>
                <a:gd name="connsiteY10" fmla="*/ 3851832 h 4664632"/>
                <a:gd name="connsiteX11" fmla="*/ 4554598 w 6277373"/>
                <a:gd name="connsiteY11" fmla="*/ 4258232 h 4664632"/>
                <a:gd name="connsiteX12" fmla="*/ 2188770 w 6277373"/>
                <a:gd name="connsiteY12" fmla="*/ 4664632 h 4664632"/>
                <a:gd name="connsiteX13" fmla="*/ 1738827 w 6277373"/>
                <a:gd name="connsiteY13" fmla="*/ 4519489 h 4664632"/>
                <a:gd name="connsiteX14" fmla="*/ 824426 w 6277373"/>
                <a:gd name="connsiteY14" fmla="*/ 4260046 h 4664632"/>
                <a:gd name="connsiteX15" fmla="*/ 557726 w 6277373"/>
                <a:gd name="connsiteY15" fmla="*/ 4018746 h 4664632"/>
                <a:gd name="connsiteX16" fmla="*/ 329127 w 6277373"/>
                <a:gd name="connsiteY16" fmla="*/ 3815546 h 4664632"/>
                <a:gd name="connsiteX17" fmla="*/ 138626 w 6277373"/>
                <a:gd name="connsiteY17" fmla="*/ 3180546 h 4664632"/>
                <a:gd name="connsiteX18" fmla="*/ 87826 w 6277373"/>
                <a:gd name="connsiteY18" fmla="*/ 2659846 h 4664632"/>
                <a:gd name="connsiteX19" fmla="*/ 557726 w 6277373"/>
                <a:gd name="connsiteY19" fmla="*/ 1720046 h 4664632"/>
                <a:gd name="connsiteX20" fmla="*/ 635740 w 6277373"/>
                <a:gd name="connsiteY20" fmla="*/ 1602117 h 4664632"/>
                <a:gd name="connsiteX21" fmla="*/ 853456 w 6277373"/>
                <a:gd name="connsiteY21" fmla="*/ 1239260 h 4664632"/>
                <a:gd name="connsiteX0" fmla="*/ 899115 w 6323032"/>
                <a:gd name="connsiteY0" fmla="*/ 1239260 h 4664632"/>
                <a:gd name="connsiteX1" fmla="*/ 1828028 w 6323032"/>
                <a:gd name="connsiteY1" fmla="*/ 528060 h 4664632"/>
                <a:gd name="connsiteX2" fmla="*/ 4019684 w 6323032"/>
                <a:gd name="connsiteY2" fmla="*/ 20060 h 4664632"/>
                <a:gd name="connsiteX3" fmla="*/ 5384027 w 6323032"/>
                <a:gd name="connsiteY3" fmla="*/ 513546 h 4664632"/>
                <a:gd name="connsiteX4" fmla="*/ 5601743 w 6323032"/>
                <a:gd name="connsiteY4" fmla="*/ 542575 h 4664632"/>
                <a:gd name="connsiteX5" fmla="*/ 6124255 w 6323032"/>
                <a:gd name="connsiteY5" fmla="*/ 1674689 h 4664632"/>
                <a:gd name="connsiteX6" fmla="*/ 6167799 w 6323032"/>
                <a:gd name="connsiteY6" fmla="*/ 1994003 h 4664632"/>
                <a:gd name="connsiteX7" fmla="*/ 6109742 w 6323032"/>
                <a:gd name="connsiteY7" fmla="*/ 2356860 h 4664632"/>
                <a:gd name="connsiteX8" fmla="*/ 6109742 w 6323032"/>
                <a:gd name="connsiteY8" fmla="*/ 2777775 h 4664632"/>
                <a:gd name="connsiteX9" fmla="*/ 5354999 w 6323032"/>
                <a:gd name="connsiteY9" fmla="*/ 3706689 h 4664632"/>
                <a:gd name="connsiteX10" fmla="*/ 5195343 w 6323032"/>
                <a:gd name="connsiteY10" fmla="*/ 3851832 h 4664632"/>
                <a:gd name="connsiteX11" fmla="*/ 4600257 w 6323032"/>
                <a:gd name="connsiteY11" fmla="*/ 4258232 h 4664632"/>
                <a:gd name="connsiteX12" fmla="*/ 2234429 w 6323032"/>
                <a:gd name="connsiteY12" fmla="*/ 4664632 h 4664632"/>
                <a:gd name="connsiteX13" fmla="*/ 1784486 w 6323032"/>
                <a:gd name="connsiteY13" fmla="*/ 4519489 h 4664632"/>
                <a:gd name="connsiteX14" fmla="*/ 870085 w 6323032"/>
                <a:gd name="connsiteY14" fmla="*/ 4260046 h 4664632"/>
                <a:gd name="connsiteX15" fmla="*/ 603385 w 6323032"/>
                <a:gd name="connsiteY15" fmla="*/ 4018746 h 4664632"/>
                <a:gd name="connsiteX16" fmla="*/ 374786 w 6323032"/>
                <a:gd name="connsiteY16" fmla="*/ 3815546 h 4664632"/>
                <a:gd name="connsiteX17" fmla="*/ 184285 w 6323032"/>
                <a:gd name="connsiteY17" fmla="*/ 3180546 h 4664632"/>
                <a:gd name="connsiteX18" fmla="*/ 133485 w 6323032"/>
                <a:gd name="connsiteY18" fmla="*/ 2659846 h 4664632"/>
                <a:gd name="connsiteX19" fmla="*/ 603385 w 6323032"/>
                <a:gd name="connsiteY19" fmla="*/ 1720046 h 4664632"/>
                <a:gd name="connsiteX20" fmla="*/ 681399 w 6323032"/>
                <a:gd name="connsiteY20" fmla="*/ 1602117 h 4664632"/>
                <a:gd name="connsiteX21" fmla="*/ 899115 w 6323032"/>
                <a:gd name="connsiteY21" fmla="*/ 1239260 h 4664632"/>
                <a:gd name="connsiteX0" fmla="*/ 827650 w 6251567"/>
                <a:gd name="connsiteY0" fmla="*/ 1239260 h 4664632"/>
                <a:gd name="connsiteX1" fmla="*/ 1756563 w 6251567"/>
                <a:gd name="connsiteY1" fmla="*/ 528060 h 4664632"/>
                <a:gd name="connsiteX2" fmla="*/ 3948219 w 6251567"/>
                <a:gd name="connsiteY2" fmla="*/ 20060 h 4664632"/>
                <a:gd name="connsiteX3" fmla="*/ 5312562 w 6251567"/>
                <a:gd name="connsiteY3" fmla="*/ 513546 h 4664632"/>
                <a:gd name="connsiteX4" fmla="*/ 5530278 w 6251567"/>
                <a:gd name="connsiteY4" fmla="*/ 542575 h 4664632"/>
                <a:gd name="connsiteX5" fmla="*/ 6052790 w 6251567"/>
                <a:gd name="connsiteY5" fmla="*/ 1674689 h 4664632"/>
                <a:gd name="connsiteX6" fmla="*/ 6096334 w 6251567"/>
                <a:gd name="connsiteY6" fmla="*/ 1994003 h 4664632"/>
                <a:gd name="connsiteX7" fmla="*/ 6038277 w 6251567"/>
                <a:gd name="connsiteY7" fmla="*/ 2356860 h 4664632"/>
                <a:gd name="connsiteX8" fmla="*/ 6038277 w 6251567"/>
                <a:gd name="connsiteY8" fmla="*/ 2777775 h 4664632"/>
                <a:gd name="connsiteX9" fmla="*/ 5283534 w 6251567"/>
                <a:gd name="connsiteY9" fmla="*/ 3706689 h 4664632"/>
                <a:gd name="connsiteX10" fmla="*/ 5123878 w 6251567"/>
                <a:gd name="connsiteY10" fmla="*/ 3851832 h 4664632"/>
                <a:gd name="connsiteX11" fmla="*/ 4528792 w 6251567"/>
                <a:gd name="connsiteY11" fmla="*/ 4258232 h 4664632"/>
                <a:gd name="connsiteX12" fmla="*/ 2162964 w 6251567"/>
                <a:gd name="connsiteY12" fmla="*/ 4664632 h 4664632"/>
                <a:gd name="connsiteX13" fmla="*/ 1713021 w 6251567"/>
                <a:gd name="connsiteY13" fmla="*/ 4519489 h 4664632"/>
                <a:gd name="connsiteX14" fmla="*/ 798620 w 6251567"/>
                <a:gd name="connsiteY14" fmla="*/ 4260046 h 4664632"/>
                <a:gd name="connsiteX15" fmla="*/ 531920 w 6251567"/>
                <a:gd name="connsiteY15" fmla="*/ 4018746 h 4664632"/>
                <a:gd name="connsiteX16" fmla="*/ 303321 w 6251567"/>
                <a:gd name="connsiteY16" fmla="*/ 3815546 h 4664632"/>
                <a:gd name="connsiteX17" fmla="*/ 112820 w 6251567"/>
                <a:gd name="connsiteY17" fmla="*/ 3180546 h 4664632"/>
                <a:gd name="connsiteX18" fmla="*/ 62020 w 6251567"/>
                <a:gd name="connsiteY18" fmla="*/ 2659846 h 4664632"/>
                <a:gd name="connsiteX19" fmla="*/ 531920 w 6251567"/>
                <a:gd name="connsiteY19" fmla="*/ 1720046 h 4664632"/>
                <a:gd name="connsiteX20" fmla="*/ 609934 w 6251567"/>
                <a:gd name="connsiteY20" fmla="*/ 1602117 h 4664632"/>
                <a:gd name="connsiteX21" fmla="*/ 827650 w 6251567"/>
                <a:gd name="connsiteY21" fmla="*/ 1239260 h 4664632"/>
                <a:gd name="connsiteX0" fmla="*/ 827650 w 6251567"/>
                <a:gd name="connsiteY0" fmla="*/ 1239260 h 4664632"/>
                <a:gd name="connsiteX1" fmla="*/ 1756563 w 6251567"/>
                <a:gd name="connsiteY1" fmla="*/ 528060 h 4664632"/>
                <a:gd name="connsiteX2" fmla="*/ 3948219 w 6251567"/>
                <a:gd name="connsiteY2" fmla="*/ 20060 h 4664632"/>
                <a:gd name="connsiteX3" fmla="*/ 5312562 w 6251567"/>
                <a:gd name="connsiteY3" fmla="*/ 513546 h 4664632"/>
                <a:gd name="connsiteX4" fmla="*/ 5530278 w 6251567"/>
                <a:gd name="connsiteY4" fmla="*/ 542575 h 4664632"/>
                <a:gd name="connsiteX5" fmla="*/ 6052790 w 6251567"/>
                <a:gd name="connsiteY5" fmla="*/ 1674689 h 4664632"/>
                <a:gd name="connsiteX6" fmla="*/ 6096334 w 6251567"/>
                <a:gd name="connsiteY6" fmla="*/ 1994003 h 4664632"/>
                <a:gd name="connsiteX7" fmla="*/ 6038277 w 6251567"/>
                <a:gd name="connsiteY7" fmla="*/ 2356860 h 4664632"/>
                <a:gd name="connsiteX8" fmla="*/ 6038277 w 6251567"/>
                <a:gd name="connsiteY8" fmla="*/ 2777775 h 4664632"/>
                <a:gd name="connsiteX9" fmla="*/ 5283534 w 6251567"/>
                <a:gd name="connsiteY9" fmla="*/ 3706689 h 4664632"/>
                <a:gd name="connsiteX10" fmla="*/ 5123878 w 6251567"/>
                <a:gd name="connsiteY10" fmla="*/ 3851832 h 4664632"/>
                <a:gd name="connsiteX11" fmla="*/ 4528792 w 6251567"/>
                <a:gd name="connsiteY11" fmla="*/ 4258232 h 4664632"/>
                <a:gd name="connsiteX12" fmla="*/ 2162964 w 6251567"/>
                <a:gd name="connsiteY12" fmla="*/ 4664632 h 4664632"/>
                <a:gd name="connsiteX13" fmla="*/ 1713021 w 6251567"/>
                <a:gd name="connsiteY13" fmla="*/ 4519489 h 4664632"/>
                <a:gd name="connsiteX14" fmla="*/ 798620 w 6251567"/>
                <a:gd name="connsiteY14" fmla="*/ 4260046 h 4664632"/>
                <a:gd name="connsiteX15" fmla="*/ 531920 w 6251567"/>
                <a:gd name="connsiteY15" fmla="*/ 4018746 h 4664632"/>
                <a:gd name="connsiteX16" fmla="*/ 303321 w 6251567"/>
                <a:gd name="connsiteY16" fmla="*/ 3815546 h 4664632"/>
                <a:gd name="connsiteX17" fmla="*/ 112820 w 6251567"/>
                <a:gd name="connsiteY17" fmla="*/ 3180546 h 4664632"/>
                <a:gd name="connsiteX18" fmla="*/ 62020 w 6251567"/>
                <a:gd name="connsiteY18" fmla="*/ 2659846 h 4664632"/>
                <a:gd name="connsiteX19" fmla="*/ 531920 w 6251567"/>
                <a:gd name="connsiteY19" fmla="*/ 1720046 h 4664632"/>
                <a:gd name="connsiteX20" fmla="*/ 609934 w 6251567"/>
                <a:gd name="connsiteY20" fmla="*/ 1602117 h 4664632"/>
                <a:gd name="connsiteX21" fmla="*/ 827650 w 6251567"/>
                <a:gd name="connsiteY21" fmla="*/ 1239260 h 4664632"/>
                <a:gd name="connsiteX0" fmla="*/ 847561 w 6271478"/>
                <a:gd name="connsiteY0" fmla="*/ 1239260 h 4664632"/>
                <a:gd name="connsiteX1" fmla="*/ 1776474 w 6271478"/>
                <a:gd name="connsiteY1" fmla="*/ 528060 h 4664632"/>
                <a:gd name="connsiteX2" fmla="*/ 3968130 w 6271478"/>
                <a:gd name="connsiteY2" fmla="*/ 20060 h 4664632"/>
                <a:gd name="connsiteX3" fmla="*/ 5332473 w 6271478"/>
                <a:gd name="connsiteY3" fmla="*/ 513546 h 4664632"/>
                <a:gd name="connsiteX4" fmla="*/ 5550189 w 6271478"/>
                <a:gd name="connsiteY4" fmla="*/ 542575 h 4664632"/>
                <a:gd name="connsiteX5" fmla="*/ 6072701 w 6271478"/>
                <a:gd name="connsiteY5" fmla="*/ 1674689 h 4664632"/>
                <a:gd name="connsiteX6" fmla="*/ 6116245 w 6271478"/>
                <a:gd name="connsiteY6" fmla="*/ 1994003 h 4664632"/>
                <a:gd name="connsiteX7" fmla="*/ 6058188 w 6271478"/>
                <a:gd name="connsiteY7" fmla="*/ 2356860 h 4664632"/>
                <a:gd name="connsiteX8" fmla="*/ 6058188 w 6271478"/>
                <a:gd name="connsiteY8" fmla="*/ 2777775 h 4664632"/>
                <a:gd name="connsiteX9" fmla="*/ 5303445 w 6271478"/>
                <a:gd name="connsiteY9" fmla="*/ 3706689 h 4664632"/>
                <a:gd name="connsiteX10" fmla="*/ 5143789 w 6271478"/>
                <a:gd name="connsiteY10" fmla="*/ 3851832 h 4664632"/>
                <a:gd name="connsiteX11" fmla="*/ 4548703 w 6271478"/>
                <a:gd name="connsiteY11" fmla="*/ 4258232 h 4664632"/>
                <a:gd name="connsiteX12" fmla="*/ 2182875 w 6271478"/>
                <a:gd name="connsiteY12" fmla="*/ 4664632 h 4664632"/>
                <a:gd name="connsiteX13" fmla="*/ 1732932 w 6271478"/>
                <a:gd name="connsiteY13" fmla="*/ 4519489 h 4664632"/>
                <a:gd name="connsiteX14" fmla="*/ 818531 w 6271478"/>
                <a:gd name="connsiteY14" fmla="*/ 4260046 h 4664632"/>
                <a:gd name="connsiteX15" fmla="*/ 551831 w 6271478"/>
                <a:gd name="connsiteY15" fmla="*/ 4018746 h 4664632"/>
                <a:gd name="connsiteX16" fmla="*/ 323232 w 6271478"/>
                <a:gd name="connsiteY16" fmla="*/ 3815546 h 4664632"/>
                <a:gd name="connsiteX17" fmla="*/ 132731 w 6271478"/>
                <a:gd name="connsiteY17" fmla="*/ 3180546 h 4664632"/>
                <a:gd name="connsiteX18" fmla="*/ 81931 w 6271478"/>
                <a:gd name="connsiteY18" fmla="*/ 2659846 h 4664632"/>
                <a:gd name="connsiteX19" fmla="*/ 551831 w 6271478"/>
                <a:gd name="connsiteY19" fmla="*/ 1720046 h 4664632"/>
                <a:gd name="connsiteX20" fmla="*/ 629845 w 6271478"/>
                <a:gd name="connsiteY20" fmla="*/ 1602117 h 4664632"/>
                <a:gd name="connsiteX21" fmla="*/ 847561 w 6271478"/>
                <a:gd name="connsiteY21" fmla="*/ 1239260 h 4664632"/>
                <a:gd name="connsiteX0" fmla="*/ 847561 w 6271478"/>
                <a:gd name="connsiteY0" fmla="*/ 1239260 h 4664632"/>
                <a:gd name="connsiteX1" fmla="*/ 1776474 w 6271478"/>
                <a:gd name="connsiteY1" fmla="*/ 528060 h 4664632"/>
                <a:gd name="connsiteX2" fmla="*/ 3968130 w 6271478"/>
                <a:gd name="connsiteY2" fmla="*/ 20060 h 4664632"/>
                <a:gd name="connsiteX3" fmla="*/ 5332473 w 6271478"/>
                <a:gd name="connsiteY3" fmla="*/ 513546 h 4664632"/>
                <a:gd name="connsiteX4" fmla="*/ 5550189 w 6271478"/>
                <a:gd name="connsiteY4" fmla="*/ 542575 h 4664632"/>
                <a:gd name="connsiteX5" fmla="*/ 6072701 w 6271478"/>
                <a:gd name="connsiteY5" fmla="*/ 1674689 h 4664632"/>
                <a:gd name="connsiteX6" fmla="*/ 6116245 w 6271478"/>
                <a:gd name="connsiteY6" fmla="*/ 1994003 h 4664632"/>
                <a:gd name="connsiteX7" fmla="*/ 6058188 w 6271478"/>
                <a:gd name="connsiteY7" fmla="*/ 2356860 h 4664632"/>
                <a:gd name="connsiteX8" fmla="*/ 6058188 w 6271478"/>
                <a:gd name="connsiteY8" fmla="*/ 2777775 h 4664632"/>
                <a:gd name="connsiteX9" fmla="*/ 5303445 w 6271478"/>
                <a:gd name="connsiteY9" fmla="*/ 3706689 h 4664632"/>
                <a:gd name="connsiteX10" fmla="*/ 5143789 w 6271478"/>
                <a:gd name="connsiteY10" fmla="*/ 3851832 h 4664632"/>
                <a:gd name="connsiteX11" fmla="*/ 4548703 w 6271478"/>
                <a:gd name="connsiteY11" fmla="*/ 4258232 h 4664632"/>
                <a:gd name="connsiteX12" fmla="*/ 2182875 w 6271478"/>
                <a:gd name="connsiteY12" fmla="*/ 4664632 h 4664632"/>
                <a:gd name="connsiteX13" fmla="*/ 1732932 w 6271478"/>
                <a:gd name="connsiteY13" fmla="*/ 4519489 h 4664632"/>
                <a:gd name="connsiteX14" fmla="*/ 818531 w 6271478"/>
                <a:gd name="connsiteY14" fmla="*/ 4260046 h 4664632"/>
                <a:gd name="connsiteX15" fmla="*/ 551831 w 6271478"/>
                <a:gd name="connsiteY15" fmla="*/ 4018746 h 4664632"/>
                <a:gd name="connsiteX16" fmla="*/ 323232 w 6271478"/>
                <a:gd name="connsiteY16" fmla="*/ 3815546 h 4664632"/>
                <a:gd name="connsiteX17" fmla="*/ 132731 w 6271478"/>
                <a:gd name="connsiteY17" fmla="*/ 3180546 h 4664632"/>
                <a:gd name="connsiteX18" fmla="*/ 81931 w 6271478"/>
                <a:gd name="connsiteY18" fmla="*/ 2659846 h 4664632"/>
                <a:gd name="connsiteX19" fmla="*/ 551831 w 6271478"/>
                <a:gd name="connsiteY19" fmla="*/ 1720046 h 4664632"/>
                <a:gd name="connsiteX20" fmla="*/ 629845 w 6271478"/>
                <a:gd name="connsiteY20" fmla="*/ 1602117 h 4664632"/>
                <a:gd name="connsiteX21" fmla="*/ 847561 w 6271478"/>
                <a:gd name="connsiteY21" fmla="*/ 1239260 h 4664632"/>
                <a:gd name="connsiteX0" fmla="*/ 863056 w 6286973"/>
                <a:gd name="connsiteY0" fmla="*/ 1239260 h 4664632"/>
                <a:gd name="connsiteX1" fmla="*/ 1791969 w 6286973"/>
                <a:gd name="connsiteY1" fmla="*/ 528060 h 4664632"/>
                <a:gd name="connsiteX2" fmla="*/ 3983625 w 6286973"/>
                <a:gd name="connsiteY2" fmla="*/ 20060 h 4664632"/>
                <a:gd name="connsiteX3" fmla="*/ 5347968 w 6286973"/>
                <a:gd name="connsiteY3" fmla="*/ 513546 h 4664632"/>
                <a:gd name="connsiteX4" fmla="*/ 5565684 w 6286973"/>
                <a:gd name="connsiteY4" fmla="*/ 542575 h 4664632"/>
                <a:gd name="connsiteX5" fmla="*/ 6088196 w 6286973"/>
                <a:gd name="connsiteY5" fmla="*/ 1674689 h 4664632"/>
                <a:gd name="connsiteX6" fmla="*/ 6131740 w 6286973"/>
                <a:gd name="connsiteY6" fmla="*/ 1994003 h 4664632"/>
                <a:gd name="connsiteX7" fmla="*/ 6073683 w 6286973"/>
                <a:gd name="connsiteY7" fmla="*/ 2356860 h 4664632"/>
                <a:gd name="connsiteX8" fmla="*/ 6073683 w 6286973"/>
                <a:gd name="connsiteY8" fmla="*/ 2777775 h 4664632"/>
                <a:gd name="connsiteX9" fmla="*/ 5318940 w 6286973"/>
                <a:gd name="connsiteY9" fmla="*/ 3706689 h 4664632"/>
                <a:gd name="connsiteX10" fmla="*/ 5159284 w 6286973"/>
                <a:gd name="connsiteY10" fmla="*/ 3851832 h 4664632"/>
                <a:gd name="connsiteX11" fmla="*/ 4564198 w 6286973"/>
                <a:gd name="connsiteY11" fmla="*/ 4258232 h 4664632"/>
                <a:gd name="connsiteX12" fmla="*/ 2198370 w 6286973"/>
                <a:gd name="connsiteY12" fmla="*/ 4664632 h 4664632"/>
                <a:gd name="connsiteX13" fmla="*/ 1748427 w 6286973"/>
                <a:gd name="connsiteY13" fmla="*/ 4519489 h 4664632"/>
                <a:gd name="connsiteX14" fmla="*/ 834026 w 6286973"/>
                <a:gd name="connsiteY14" fmla="*/ 4260046 h 4664632"/>
                <a:gd name="connsiteX15" fmla="*/ 567326 w 6286973"/>
                <a:gd name="connsiteY15" fmla="*/ 4018746 h 4664632"/>
                <a:gd name="connsiteX16" fmla="*/ 338727 w 6286973"/>
                <a:gd name="connsiteY16" fmla="*/ 3815546 h 4664632"/>
                <a:gd name="connsiteX17" fmla="*/ 148226 w 6286973"/>
                <a:gd name="connsiteY17" fmla="*/ 3180546 h 4664632"/>
                <a:gd name="connsiteX18" fmla="*/ 97426 w 6286973"/>
                <a:gd name="connsiteY18" fmla="*/ 2659846 h 4664632"/>
                <a:gd name="connsiteX19" fmla="*/ 567326 w 6286973"/>
                <a:gd name="connsiteY19" fmla="*/ 1720046 h 4664632"/>
                <a:gd name="connsiteX20" fmla="*/ 645340 w 6286973"/>
                <a:gd name="connsiteY20" fmla="*/ 1602117 h 4664632"/>
                <a:gd name="connsiteX21" fmla="*/ 863056 w 6286973"/>
                <a:gd name="connsiteY21" fmla="*/ 1239260 h 4664632"/>
                <a:gd name="connsiteX0" fmla="*/ 863056 w 6286973"/>
                <a:gd name="connsiteY0" fmla="*/ 1239260 h 4664632"/>
                <a:gd name="connsiteX1" fmla="*/ 1791969 w 6286973"/>
                <a:gd name="connsiteY1" fmla="*/ 528060 h 4664632"/>
                <a:gd name="connsiteX2" fmla="*/ 3983625 w 6286973"/>
                <a:gd name="connsiteY2" fmla="*/ 20060 h 4664632"/>
                <a:gd name="connsiteX3" fmla="*/ 5347968 w 6286973"/>
                <a:gd name="connsiteY3" fmla="*/ 513546 h 4664632"/>
                <a:gd name="connsiteX4" fmla="*/ 5565684 w 6286973"/>
                <a:gd name="connsiteY4" fmla="*/ 542575 h 4664632"/>
                <a:gd name="connsiteX5" fmla="*/ 6088196 w 6286973"/>
                <a:gd name="connsiteY5" fmla="*/ 1674689 h 4664632"/>
                <a:gd name="connsiteX6" fmla="*/ 6131740 w 6286973"/>
                <a:gd name="connsiteY6" fmla="*/ 1994003 h 4664632"/>
                <a:gd name="connsiteX7" fmla="*/ 6073683 w 6286973"/>
                <a:gd name="connsiteY7" fmla="*/ 2356860 h 4664632"/>
                <a:gd name="connsiteX8" fmla="*/ 6073683 w 6286973"/>
                <a:gd name="connsiteY8" fmla="*/ 2777775 h 4664632"/>
                <a:gd name="connsiteX9" fmla="*/ 5318940 w 6286973"/>
                <a:gd name="connsiteY9" fmla="*/ 3706689 h 4664632"/>
                <a:gd name="connsiteX10" fmla="*/ 5159284 w 6286973"/>
                <a:gd name="connsiteY10" fmla="*/ 3851832 h 4664632"/>
                <a:gd name="connsiteX11" fmla="*/ 4564198 w 6286973"/>
                <a:gd name="connsiteY11" fmla="*/ 4258232 h 4664632"/>
                <a:gd name="connsiteX12" fmla="*/ 2198370 w 6286973"/>
                <a:gd name="connsiteY12" fmla="*/ 4664632 h 4664632"/>
                <a:gd name="connsiteX13" fmla="*/ 1748427 w 6286973"/>
                <a:gd name="connsiteY13" fmla="*/ 4519489 h 4664632"/>
                <a:gd name="connsiteX14" fmla="*/ 834026 w 6286973"/>
                <a:gd name="connsiteY14" fmla="*/ 4260046 h 4664632"/>
                <a:gd name="connsiteX15" fmla="*/ 567326 w 6286973"/>
                <a:gd name="connsiteY15" fmla="*/ 4018746 h 4664632"/>
                <a:gd name="connsiteX16" fmla="*/ 338727 w 6286973"/>
                <a:gd name="connsiteY16" fmla="*/ 3815546 h 4664632"/>
                <a:gd name="connsiteX17" fmla="*/ 148226 w 6286973"/>
                <a:gd name="connsiteY17" fmla="*/ 3180546 h 4664632"/>
                <a:gd name="connsiteX18" fmla="*/ 97426 w 6286973"/>
                <a:gd name="connsiteY18" fmla="*/ 2659846 h 4664632"/>
                <a:gd name="connsiteX19" fmla="*/ 567326 w 6286973"/>
                <a:gd name="connsiteY19" fmla="*/ 1720046 h 4664632"/>
                <a:gd name="connsiteX20" fmla="*/ 645340 w 6286973"/>
                <a:gd name="connsiteY20" fmla="*/ 1602117 h 4664632"/>
                <a:gd name="connsiteX21" fmla="*/ 863056 w 6286973"/>
                <a:gd name="connsiteY21" fmla="*/ 1239260 h 4664632"/>
                <a:gd name="connsiteX0" fmla="*/ 863056 w 6286973"/>
                <a:gd name="connsiteY0" fmla="*/ 1239260 h 4664632"/>
                <a:gd name="connsiteX1" fmla="*/ 1791969 w 6286973"/>
                <a:gd name="connsiteY1" fmla="*/ 528060 h 4664632"/>
                <a:gd name="connsiteX2" fmla="*/ 3983625 w 6286973"/>
                <a:gd name="connsiteY2" fmla="*/ 20060 h 4664632"/>
                <a:gd name="connsiteX3" fmla="*/ 5347968 w 6286973"/>
                <a:gd name="connsiteY3" fmla="*/ 513546 h 4664632"/>
                <a:gd name="connsiteX4" fmla="*/ 5565684 w 6286973"/>
                <a:gd name="connsiteY4" fmla="*/ 542575 h 4664632"/>
                <a:gd name="connsiteX5" fmla="*/ 6088196 w 6286973"/>
                <a:gd name="connsiteY5" fmla="*/ 1674689 h 4664632"/>
                <a:gd name="connsiteX6" fmla="*/ 6131740 w 6286973"/>
                <a:gd name="connsiteY6" fmla="*/ 1994003 h 4664632"/>
                <a:gd name="connsiteX7" fmla="*/ 6073683 w 6286973"/>
                <a:gd name="connsiteY7" fmla="*/ 2356860 h 4664632"/>
                <a:gd name="connsiteX8" fmla="*/ 6073683 w 6286973"/>
                <a:gd name="connsiteY8" fmla="*/ 2777775 h 4664632"/>
                <a:gd name="connsiteX9" fmla="*/ 5318940 w 6286973"/>
                <a:gd name="connsiteY9" fmla="*/ 3706689 h 4664632"/>
                <a:gd name="connsiteX10" fmla="*/ 5159284 w 6286973"/>
                <a:gd name="connsiteY10" fmla="*/ 3851832 h 4664632"/>
                <a:gd name="connsiteX11" fmla="*/ 4564198 w 6286973"/>
                <a:gd name="connsiteY11" fmla="*/ 4258232 h 4664632"/>
                <a:gd name="connsiteX12" fmla="*/ 2198370 w 6286973"/>
                <a:gd name="connsiteY12" fmla="*/ 4664632 h 4664632"/>
                <a:gd name="connsiteX13" fmla="*/ 1748427 w 6286973"/>
                <a:gd name="connsiteY13" fmla="*/ 4519489 h 4664632"/>
                <a:gd name="connsiteX14" fmla="*/ 834026 w 6286973"/>
                <a:gd name="connsiteY14" fmla="*/ 4260046 h 4664632"/>
                <a:gd name="connsiteX15" fmla="*/ 567326 w 6286973"/>
                <a:gd name="connsiteY15" fmla="*/ 4018746 h 4664632"/>
                <a:gd name="connsiteX16" fmla="*/ 338727 w 6286973"/>
                <a:gd name="connsiteY16" fmla="*/ 3815546 h 4664632"/>
                <a:gd name="connsiteX17" fmla="*/ 148226 w 6286973"/>
                <a:gd name="connsiteY17" fmla="*/ 3180546 h 4664632"/>
                <a:gd name="connsiteX18" fmla="*/ 97426 w 6286973"/>
                <a:gd name="connsiteY18" fmla="*/ 2659846 h 4664632"/>
                <a:gd name="connsiteX19" fmla="*/ 567326 w 6286973"/>
                <a:gd name="connsiteY19" fmla="*/ 1720046 h 4664632"/>
                <a:gd name="connsiteX20" fmla="*/ 645340 w 6286973"/>
                <a:gd name="connsiteY20" fmla="*/ 1602117 h 4664632"/>
                <a:gd name="connsiteX21" fmla="*/ 863056 w 6286973"/>
                <a:gd name="connsiteY21" fmla="*/ 1239260 h 4664632"/>
                <a:gd name="connsiteX0" fmla="*/ 875756 w 6286973"/>
                <a:gd name="connsiteY0" fmla="*/ 1290060 h 4664632"/>
                <a:gd name="connsiteX1" fmla="*/ 1791969 w 6286973"/>
                <a:gd name="connsiteY1" fmla="*/ 528060 h 4664632"/>
                <a:gd name="connsiteX2" fmla="*/ 3983625 w 6286973"/>
                <a:gd name="connsiteY2" fmla="*/ 20060 h 4664632"/>
                <a:gd name="connsiteX3" fmla="*/ 5347968 w 6286973"/>
                <a:gd name="connsiteY3" fmla="*/ 513546 h 4664632"/>
                <a:gd name="connsiteX4" fmla="*/ 5565684 w 6286973"/>
                <a:gd name="connsiteY4" fmla="*/ 542575 h 4664632"/>
                <a:gd name="connsiteX5" fmla="*/ 6088196 w 6286973"/>
                <a:gd name="connsiteY5" fmla="*/ 1674689 h 4664632"/>
                <a:gd name="connsiteX6" fmla="*/ 6131740 w 6286973"/>
                <a:gd name="connsiteY6" fmla="*/ 1994003 h 4664632"/>
                <a:gd name="connsiteX7" fmla="*/ 6073683 w 6286973"/>
                <a:gd name="connsiteY7" fmla="*/ 2356860 h 4664632"/>
                <a:gd name="connsiteX8" fmla="*/ 6073683 w 6286973"/>
                <a:gd name="connsiteY8" fmla="*/ 2777775 h 4664632"/>
                <a:gd name="connsiteX9" fmla="*/ 5318940 w 6286973"/>
                <a:gd name="connsiteY9" fmla="*/ 3706689 h 4664632"/>
                <a:gd name="connsiteX10" fmla="*/ 5159284 w 6286973"/>
                <a:gd name="connsiteY10" fmla="*/ 3851832 h 4664632"/>
                <a:gd name="connsiteX11" fmla="*/ 4564198 w 6286973"/>
                <a:gd name="connsiteY11" fmla="*/ 4258232 h 4664632"/>
                <a:gd name="connsiteX12" fmla="*/ 2198370 w 6286973"/>
                <a:gd name="connsiteY12" fmla="*/ 4664632 h 4664632"/>
                <a:gd name="connsiteX13" fmla="*/ 1748427 w 6286973"/>
                <a:gd name="connsiteY13" fmla="*/ 4519489 h 4664632"/>
                <a:gd name="connsiteX14" fmla="*/ 834026 w 6286973"/>
                <a:gd name="connsiteY14" fmla="*/ 4260046 h 4664632"/>
                <a:gd name="connsiteX15" fmla="*/ 567326 w 6286973"/>
                <a:gd name="connsiteY15" fmla="*/ 4018746 h 4664632"/>
                <a:gd name="connsiteX16" fmla="*/ 338727 w 6286973"/>
                <a:gd name="connsiteY16" fmla="*/ 3815546 h 4664632"/>
                <a:gd name="connsiteX17" fmla="*/ 148226 w 6286973"/>
                <a:gd name="connsiteY17" fmla="*/ 3180546 h 4664632"/>
                <a:gd name="connsiteX18" fmla="*/ 97426 w 6286973"/>
                <a:gd name="connsiteY18" fmla="*/ 2659846 h 4664632"/>
                <a:gd name="connsiteX19" fmla="*/ 567326 w 6286973"/>
                <a:gd name="connsiteY19" fmla="*/ 1720046 h 4664632"/>
                <a:gd name="connsiteX20" fmla="*/ 645340 w 6286973"/>
                <a:gd name="connsiteY20" fmla="*/ 1602117 h 4664632"/>
                <a:gd name="connsiteX21" fmla="*/ 875756 w 6286973"/>
                <a:gd name="connsiteY21" fmla="*/ 1290060 h 4664632"/>
                <a:gd name="connsiteX0" fmla="*/ 875756 w 6286973"/>
                <a:gd name="connsiteY0" fmla="*/ 1290060 h 4664632"/>
                <a:gd name="connsiteX1" fmla="*/ 1791969 w 6286973"/>
                <a:gd name="connsiteY1" fmla="*/ 528060 h 4664632"/>
                <a:gd name="connsiteX2" fmla="*/ 3983625 w 6286973"/>
                <a:gd name="connsiteY2" fmla="*/ 20060 h 4664632"/>
                <a:gd name="connsiteX3" fmla="*/ 5347968 w 6286973"/>
                <a:gd name="connsiteY3" fmla="*/ 513546 h 4664632"/>
                <a:gd name="connsiteX4" fmla="*/ 5565684 w 6286973"/>
                <a:gd name="connsiteY4" fmla="*/ 542575 h 4664632"/>
                <a:gd name="connsiteX5" fmla="*/ 6088196 w 6286973"/>
                <a:gd name="connsiteY5" fmla="*/ 1674689 h 4664632"/>
                <a:gd name="connsiteX6" fmla="*/ 6131740 w 6286973"/>
                <a:gd name="connsiteY6" fmla="*/ 1994003 h 4664632"/>
                <a:gd name="connsiteX7" fmla="*/ 6073683 w 6286973"/>
                <a:gd name="connsiteY7" fmla="*/ 2356860 h 4664632"/>
                <a:gd name="connsiteX8" fmla="*/ 6073683 w 6286973"/>
                <a:gd name="connsiteY8" fmla="*/ 2777775 h 4664632"/>
                <a:gd name="connsiteX9" fmla="*/ 5318940 w 6286973"/>
                <a:gd name="connsiteY9" fmla="*/ 3706689 h 4664632"/>
                <a:gd name="connsiteX10" fmla="*/ 5159284 w 6286973"/>
                <a:gd name="connsiteY10" fmla="*/ 3851832 h 4664632"/>
                <a:gd name="connsiteX11" fmla="*/ 4564198 w 6286973"/>
                <a:gd name="connsiteY11" fmla="*/ 4258232 h 4664632"/>
                <a:gd name="connsiteX12" fmla="*/ 2198370 w 6286973"/>
                <a:gd name="connsiteY12" fmla="*/ 4664632 h 4664632"/>
                <a:gd name="connsiteX13" fmla="*/ 1748427 w 6286973"/>
                <a:gd name="connsiteY13" fmla="*/ 4519489 h 4664632"/>
                <a:gd name="connsiteX14" fmla="*/ 834026 w 6286973"/>
                <a:gd name="connsiteY14" fmla="*/ 4260046 h 4664632"/>
                <a:gd name="connsiteX15" fmla="*/ 567326 w 6286973"/>
                <a:gd name="connsiteY15" fmla="*/ 4018746 h 4664632"/>
                <a:gd name="connsiteX16" fmla="*/ 338727 w 6286973"/>
                <a:gd name="connsiteY16" fmla="*/ 3815546 h 4664632"/>
                <a:gd name="connsiteX17" fmla="*/ 148226 w 6286973"/>
                <a:gd name="connsiteY17" fmla="*/ 3180546 h 4664632"/>
                <a:gd name="connsiteX18" fmla="*/ 97426 w 6286973"/>
                <a:gd name="connsiteY18" fmla="*/ 2659846 h 4664632"/>
                <a:gd name="connsiteX19" fmla="*/ 567326 w 6286973"/>
                <a:gd name="connsiteY19" fmla="*/ 1720046 h 4664632"/>
                <a:gd name="connsiteX20" fmla="*/ 645340 w 6286973"/>
                <a:gd name="connsiteY20" fmla="*/ 1602117 h 4664632"/>
                <a:gd name="connsiteX21" fmla="*/ 875756 w 6286973"/>
                <a:gd name="connsiteY21" fmla="*/ 1290060 h 4664632"/>
                <a:gd name="connsiteX0" fmla="*/ 875756 w 6286973"/>
                <a:gd name="connsiteY0" fmla="*/ 1475466 h 4850038"/>
                <a:gd name="connsiteX1" fmla="*/ 1791969 w 6286973"/>
                <a:gd name="connsiteY1" fmla="*/ 713466 h 4850038"/>
                <a:gd name="connsiteX2" fmla="*/ 3983625 w 6286973"/>
                <a:gd name="connsiteY2" fmla="*/ 205466 h 4850038"/>
                <a:gd name="connsiteX3" fmla="*/ 5347968 w 6286973"/>
                <a:gd name="connsiteY3" fmla="*/ 698952 h 4850038"/>
                <a:gd name="connsiteX4" fmla="*/ 5565684 w 6286973"/>
                <a:gd name="connsiteY4" fmla="*/ 727981 h 4850038"/>
                <a:gd name="connsiteX5" fmla="*/ 6088196 w 6286973"/>
                <a:gd name="connsiteY5" fmla="*/ 1860095 h 4850038"/>
                <a:gd name="connsiteX6" fmla="*/ 6131740 w 6286973"/>
                <a:gd name="connsiteY6" fmla="*/ 2179409 h 4850038"/>
                <a:gd name="connsiteX7" fmla="*/ 6073683 w 6286973"/>
                <a:gd name="connsiteY7" fmla="*/ 2542266 h 4850038"/>
                <a:gd name="connsiteX8" fmla="*/ 6073683 w 6286973"/>
                <a:gd name="connsiteY8" fmla="*/ 2963181 h 4850038"/>
                <a:gd name="connsiteX9" fmla="*/ 5318940 w 6286973"/>
                <a:gd name="connsiteY9" fmla="*/ 3892095 h 4850038"/>
                <a:gd name="connsiteX10" fmla="*/ 5159284 w 6286973"/>
                <a:gd name="connsiteY10" fmla="*/ 4037238 h 4850038"/>
                <a:gd name="connsiteX11" fmla="*/ 4564198 w 6286973"/>
                <a:gd name="connsiteY11" fmla="*/ 4443638 h 4850038"/>
                <a:gd name="connsiteX12" fmla="*/ 2198370 w 6286973"/>
                <a:gd name="connsiteY12" fmla="*/ 4850038 h 4850038"/>
                <a:gd name="connsiteX13" fmla="*/ 1748427 w 6286973"/>
                <a:gd name="connsiteY13" fmla="*/ 4704895 h 4850038"/>
                <a:gd name="connsiteX14" fmla="*/ 834026 w 6286973"/>
                <a:gd name="connsiteY14" fmla="*/ 4445452 h 4850038"/>
                <a:gd name="connsiteX15" fmla="*/ 567326 w 6286973"/>
                <a:gd name="connsiteY15" fmla="*/ 4204152 h 4850038"/>
                <a:gd name="connsiteX16" fmla="*/ 338727 w 6286973"/>
                <a:gd name="connsiteY16" fmla="*/ 4000952 h 4850038"/>
                <a:gd name="connsiteX17" fmla="*/ 148226 w 6286973"/>
                <a:gd name="connsiteY17" fmla="*/ 3365952 h 4850038"/>
                <a:gd name="connsiteX18" fmla="*/ 97426 w 6286973"/>
                <a:gd name="connsiteY18" fmla="*/ 2845252 h 4850038"/>
                <a:gd name="connsiteX19" fmla="*/ 567326 w 6286973"/>
                <a:gd name="connsiteY19" fmla="*/ 1905452 h 4850038"/>
                <a:gd name="connsiteX20" fmla="*/ 645340 w 6286973"/>
                <a:gd name="connsiteY20" fmla="*/ 1787523 h 4850038"/>
                <a:gd name="connsiteX21" fmla="*/ 875756 w 6286973"/>
                <a:gd name="connsiteY21" fmla="*/ 1475466 h 4850038"/>
                <a:gd name="connsiteX0" fmla="*/ 875756 w 6286973"/>
                <a:gd name="connsiteY0" fmla="*/ 1705651 h 5080223"/>
                <a:gd name="connsiteX1" fmla="*/ 1791969 w 6286973"/>
                <a:gd name="connsiteY1" fmla="*/ 943651 h 5080223"/>
                <a:gd name="connsiteX2" fmla="*/ 3983625 w 6286973"/>
                <a:gd name="connsiteY2" fmla="*/ 435651 h 5080223"/>
                <a:gd name="connsiteX3" fmla="*/ 5347968 w 6286973"/>
                <a:gd name="connsiteY3" fmla="*/ 929137 h 5080223"/>
                <a:gd name="connsiteX4" fmla="*/ 5565684 w 6286973"/>
                <a:gd name="connsiteY4" fmla="*/ 958166 h 5080223"/>
                <a:gd name="connsiteX5" fmla="*/ 6088196 w 6286973"/>
                <a:gd name="connsiteY5" fmla="*/ 2090280 h 5080223"/>
                <a:gd name="connsiteX6" fmla="*/ 6131740 w 6286973"/>
                <a:gd name="connsiteY6" fmla="*/ 2409594 h 5080223"/>
                <a:gd name="connsiteX7" fmla="*/ 6073683 w 6286973"/>
                <a:gd name="connsiteY7" fmla="*/ 2772451 h 5080223"/>
                <a:gd name="connsiteX8" fmla="*/ 6073683 w 6286973"/>
                <a:gd name="connsiteY8" fmla="*/ 3193366 h 5080223"/>
                <a:gd name="connsiteX9" fmla="*/ 5318940 w 6286973"/>
                <a:gd name="connsiteY9" fmla="*/ 4122280 h 5080223"/>
                <a:gd name="connsiteX10" fmla="*/ 5159284 w 6286973"/>
                <a:gd name="connsiteY10" fmla="*/ 4267423 h 5080223"/>
                <a:gd name="connsiteX11" fmla="*/ 4564198 w 6286973"/>
                <a:gd name="connsiteY11" fmla="*/ 4673823 h 5080223"/>
                <a:gd name="connsiteX12" fmla="*/ 2198370 w 6286973"/>
                <a:gd name="connsiteY12" fmla="*/ 5080223 h 5080223"/>
                <a:gd name="connsiteX13" fmla="*/ 1748427 w 6286973"/>
                <a:gd name="connsiteY13" fmla="*/ 4935080 h 5080223"/>
                <a:gd name="connsiteX14" fmla="*/ 834026 w 6286973"/>
                <a:gd name="connsiteY14" fmla="*/ 4675637 h 5080223"/>
                <a:gd name="connsiteX15" fmla="*/ 567326 w 6286973"/>
                <a:gd name="connsiteY15" fmla="*/ 4434337 h 5080223"/>
                <a:gd name="connsiteX16" fmla="*/ 338727 w 6286973"/>
                <a:gd name="connsiteY16" fmla="*/ 4231137 h 5080223"/>
                <a:gd name="connsiteX17" fmla="*/ 148226 w 6286973"/>
                <a:gd name="connsiteY17" fmla="*/ 3596137 h 5080223"/>
                <a:gd name="connsiteX18" fmla="*/ 97426 w 6286973"/>
                <a:gd name="connsiteY18" fmla="*/ 3075437 h 5080223"/>
                <a:gd name="connsiteX19" fmla="*/ 567326 w 6286973"/>
                <a:gd name="connsiteY19" fmla="*/ 2135637 h 5080223"/>
                <a:gd name="connsiteX20" fmla="*/ 645340 w 6286973"/>
                <a:gd name="connsiteY20" fmla="*/ 2017708 h 5080223"/>
                <a:gd name="connsiteX21" fmla="*/ 875756 w 6286973"/>
                <a:gd name="connsiteY21" fmla="*/ 1705651 h 5080223"/>
                <a:gd name="connsiteX0" fmla="*/ 875756 w 6286973"/>
                <a:gd name="connsiteY0" fmla="*/ 1705651 h 5080223"/>
                <a:gd name="connsiteX1" fmla="*/ 1791969 w 6286973"/>
                <a:gd name="connsiteY1" fmla="*/ 943651 h 5080223"/>
                <a:gd name="connsiteX2" fmla="*/ 3983625 w 6286973"/>
                <a:gd name="connsiteY2" fmla="*/ 435651 h 5080223"/>
                <a:gd name="connsiteX3" fmla="*/ 5347968 w 6286973"/>
                <a:gd name="connsiteY3" fmla="*/ 929137 h 5080223"/>
                <a:gd name="connsiteX4" fmla="*/ 5565684 w 6286973"/>
                <a:gd name="connsiteY4" fmla="*/ 958166 h 5080223"/>
                <a:gd name="connsiteX5" fmla="*/ 6088196 w 6286973"/>
                <a:gd name="connsiteY5" fmla="*/ 2090280 h 5080223"/>
                <a:gd name="connsiteX6" fmla="*/ 6131740 w 6286973"/>
                <a:gd name="connsiteY6" fmla="*/ 2409594 h 5080223"/>
                <a:gd name="connsiteX7" fmla="*/ 6073683 w 6286973"/>
                <a:gd name="connsiteY7" fmla="*/ 2772451 h 5080223"/>
                <a:gd name="connsiteX8" fmla="*/ 6073683 w 6286973"/>
                <a:gd name="connsiteY8" fmla="*/ 3193366 h 5080223"/>
                <a:gd name="connsiteX9" fmla="*/ 5318940 w 6286973"/>
                <a:gd name="connsiteY9" fmla="*/ 4122280 h 5080223"/>
                <a:gd name="connsiteX10" fmla="*/ 5159284 w 6286973"/>
                <a:gd name="connsiteY10" fmla="*/ 4267423 h 5080223"/>
                <a:gd name="connsiteX11" fmla="*/ 4564198 w 6286973"/>
                <a:gd name="connsiteY11" fmla="*/ 4673823 h 5080223"/>
                <a:gd name="connsiteX12" fmla="*/ 2198370 w 6286973"/>
                <a:gd name="connsiteY12" fmla="*/ 5080223 h 5080223"/>
                <a:gd name="connsiteX13" fmla="*/ 1748427 w 6286973"/>
                <a:gd name="connsiteY13" fmla="*/ 4935080 h 5080223"/>
                <a:gd name="connsiteX14" fmla="*/ 834026 w 6286973"/>
                <a:gd name="connsiteY14" fmla="*/ 4675637 h 5080223"/>
                <a:gd name="connsiteX15" fmla="*/ 567326 w 6286973"/>
                <a:gd name="connsiteY15" fmla="*/ 4434337 h 5080223"/>
                <a:gd name="connsiteX16" fmla="*/ 338727 w 6286973"/>
                <a:gd name="connsiteY16" fmla="*/ 4231137 h 5080223"/>
                <a:gd name="connsiteX17" fmla="*/ 148226 w 6286973"/>
                <a:gd name="connsiteY17" fmla="*/ 3596137 h 5080223"/>
                <a:gd name="connsiteX18" fmla="*/ 97426 w 6286973"/>
                <a:gd name="connsiteY18" fmla="*/ 3075437 h 5080223"/>
                <a:gd name="connsiteX19" fmla="*/ 567326 w 6286973"/>
                <a:gd name="connsiteY19" fmla="*/ 2135637 h 5080223"/>
                <a:gd name="connsiteX20" fmla="*/ 645340 w 6286973"/>
                <a:gd name="connsiteY20" fmla="*/ 2017708 h 5080223"/>
                <a:gd name="connsiteX21" fmla="*/ 875756 w 6286973"/>
                <a:gd name="connsiteY21" fmla="*/ 1705651 h 5080223"/>
                <a:gd name="connsiteX0" fmla="*/ 875756 w 6286973"/>
                <a:gd name="connsiteY0" fmla="*/ 1705651 h 5080223"/>
                <a:gd name="connsiteX1" fmla="*/ 1791969 w 6286973"/>
                <a:gd name="connsiteY1" fmla="*/ 943651 h 5080223"/>
                <a:gd name="connsiteX2" fmla="*/ 3983625 w 6286973"/>
                <a:gd name="connsiteY2" fmla="*/ 435651 h 5080223"/>
                <a:gd name="connsiteX3" fmla="*/ 5347968 w 6286973"/>
                <a:gd name="connsiteY3" fmla="*/ 929137 h 5080223"/>
                <a:gd name="connsiteX4" fmla="*/ 5565684 w 6286973"/>
                <a:gd name="connsiteY4" fmla="*/ 958166 h 5080223"/>
                <a:gd name="connsiteX5" fmla="*/ 6088196 w 6286973"/>
                <a:gd name="connsiteY5" fmla="*/ 2090280 h 5080223"/>
                <a:gd name="connsiteX6" fmla="*/ 6131740 w 6286973"/>
                <a:gd name="connsiteY6" fmla="*/ 2409594 h 5080223"/>
                <a:gd name="connsiteX7" fmla="*/ 6073683 w 6286973"/>
                <a:gd name="connsiteY7" fmla="*/ 2772451 h 5080223"/>
                <a:gd name="connsiteX8" fmla="*/ 6073683 w 6286973"/>
                <a:gd name="connsiteY8" fmla="*/ 3193366 h 5080223"/>
                <a:gd name="connsiteX9" fmla="*/ 5318940 w 6286973"/>
                <a:gd name="connsiteY9" fmla="*/ 4122280 h 5080223"/>
                <a:gd name="connsiteX10" fmla="*/ 5159284 w 6286973"/>
                <a:gd name="connsiteY10" fmla="*/ 4267423 h 5080223"/>
                <a:gd name="connsiteX11" fmla="*/ 4564198 w 6286973"/>
                <a:gd name="connsiteY11" fmla="*/ 4673823 h 5080223"/>
                <a:gd name="connsiteX12" fmla="*/ 2198370 w 6286973"/>
                <a:gd name="connsiteY12" fmla="*/ 5080223 h 5080223"/>
                <a:gd name="connsiteX13" fmla="*/ 1748427 w 6286973"/>
                <a:gd name="connsiteY13" fmla="*/ 4935080 h 5080223"/>
                <a:gd name="connsiteX14" fmla="*/ 834026 w 6286973"/>
                <a:gd name="connsiteY14" fmla="*/ 4675637 h 5080223"/>
                <a:gd name="connsiteX15" fmla="*/ 567326 w 6286973"/>
                <a:gd name="connsiteY15" fmla="*/ 4434337 h 5080223"/>
                <a:gd name="connsiteX16" fmla="*/ 338727 w 6286973"/>
                <a:gd name="connsiteY16" fmla="*/ 4231137 h 5080223"/>
                <a:gd name="connsiteX17" fmla="*/ 148226 w 6286973"/>
                <a:gd name="connsiteY17" fmla="*/ 3596137 h 5080223"/>
                <a:gd name="connsiteX18" fmla="*/ 97426 w 6286973"/>
                <a:gd name="connsiteY18" fmla="*/ 3075437 h 5080223"/>
                <a:gd name="connsiteX19" fmla="*/ 567326 w 6286973"/>
                <a:gd name="connsiteY19" fmla="*/ 2135637 h 5080223"/>
                <a:gd name="connsiteX20" fmla="*/ 645340 w 6286973"/>
                <a:gd name="connsiteY20" fmla="*/ 2017708 h 5080223"/>
                <a:gd name="connsiteX21" fmla="*/ 875756 w 6286973"/>
                <a:gd name="connsiteY21" fmla="*/ 1705651 h 5080223"/>
                <a:gd name="connsiteX0" fmla="*/ 875756 w 6286973"/>
                <a:gd name="connsiteY0" fmla="*/ 1705651 h 5080223"/>
                <a:gd name="connsiteX1" fmla="*/ 1791969 w 6286973"/>
                <a:gd name="connsiteY1" fmla="*/ 943651 h 5080223"/>
                <a:gd name="connsiteX2" fmla="*/ 3983625 w 6286973"/>
                <a:gd name="connsiteY2" fmla="*/ 435651 h 5080223"/>
                <a:gd name="connsiteX3" fmla="*/ 5347968 w 6286973"/>
                <a:gd name="connsiteY3" fmla="*/ 929137 h 5080223"/>
                <a:gd name="connsiteX4" fmla="*/ 5565684 w 6286973"/>
                <a:gd name="connsiteY4" fmla="*/ 958166 h 5080223"/>
                <a:gd name="connsiteX5" fmla="*/ 6088196 w 6286973"/>
                <a:gd name="connsiteY5" fmla="*/ 2090280 h 5080223"/>
                <a:gd name="connsiteX6" fmla="*/ 6131740 w 6286973"/>
                <a:gd name="connsiteY6" fmla="*/ 2409594 h 5080223"/>
                <a:gd name="connsiteX7" fmla="*/ 6073683 w 6286973"/>
                <a:gd name="connsiteY7" fmla="*/ 2772451 h 5080223"/>
                <a:gd name="connsiteX8" fmla="*/ 6073683 w 6286973"/>
                <a:gd name="connsiteY8" fmla="*/ 3193366 h 5080223"/>
                <a:gd name="connsiteX9" fmla="*/ 5318940 w 6286973"/>
                <a:gd name="connsiteY9" fmla="*/ 4122280 h 5080223"/>
                <a:gd name="connsiteX10" fmla="*/ 5159284 w 6286973"/>
                <a:gd name="connsiteY10" fmla="*/ 4267423 h 5080223"/>
                <a:gd name="connsiteX11" fmla="*/ 4564198 w 6286973"/>
                <a:gd name="connsiteY11" fmla="*/ 4673823 h 5080223"/>
                <a:gd name="connsiteX12" fmla="*/ 2198370 w 6286973"/>
                <a:gd name="connsiteY12" fmla="*/ 5080223 h 5080223"/>
                <a:gd name="connsiteX13" fmla="*/ 1748427 w 6286973"/>
                <a:gd name="connsiteY13" fmla="*/ 4935080 h 5080223"/>
                <a:gd name="connsiteX14" fmla="*/ 834026 w 6286973"/>
                <a:gd name="connsiteY14" fmla="*/ 4675637 h 5080223"/>
                <a:gd name="connsiteX15" fmla="*/ 567326 w 6286973"/>
                <a:gd name="connsiteY15" fmla="*/ 4434337 h 5080223"/>
                <a:gd name="connsiteX16" fmla="*/ 338727 w 6286973"/>
                <a:gd name="connsiteY16" fmla="*/ 4231137 h 5080223"/>
                <a:gd name="connsiteX17" fmla="*/ 148226 w 6286973"/>
                <a:gd name="connsiteY17" fmla="*/ 3596137 h 5080223"/>
                <a:gd name="connsiteX18" fmla="*/ 97426 w 6286973"/>
                <a:gd name="connsiteY18" fmla="*/ 3075437 h 5080223"/>
                <a:gd name="connsiteX19" fmla="*/ 567326 w 6286973"/>
                <a:gd name="connsiteY19" fmla="*/ 2135637 h 5080223"/>
                <a:gd name="connsiteX20" fmla="*/ 645340 w 6286973"/>
                <a:gd name="connsiteY20" fmla="*/ 2017708 h 5080223"/>
                <a:gd name="connsiteX21" fmla="*/ 875756 w 6286973"/>
                <a:gd name="connsiteY21" fmla="*/ 1705651 h 5080223"/>
                <a:gd name="connsiteX0" fmla="*/ 875756 w 6242639"/>
                <a:gd name="connsiteY0" fmla="*/ 1705651 h 5080223"/>
                <a:gd name="connsiteX1" fmla="*/ 1791969 w 6242639"/>
                <a:gd name="connsiteY1" fmla="*/ 943651 h 5080223"/>
                <a:gd name="connsiteX2" fmla="*/ 3983625 w 6242639"/>
                <a:gd name="connsiteY2" fmla="*/ 435651 h 5080223"/>
                <a:gd name="connsiteX3" fmla="*/ 5347968 w 6242639"/>
                <a:gd name="connsiteY3" fmla="*/ 929137 h 5080223"/>
                <a:gd name="connsiteX4" fmla="*/ 5565684 w 6242639"/>
                <a:gd name="connsiteY4" fmla="*/ 958166 h 5080223"/>
                <a:gd name="connsiteX5" fmla="*/ 6088196 w 6242639"/>
                <a:gd name="connsiteY5" fmla="*/ 2090280 h 5080223"/>
                <a:gd name="connsiteX6" fmla="*/ 6131740 w 6242639"/>
                <a:gd name="connsiteY6" fmla="*/ 2409594 h 5080223"/>
                <a:gd name="connsiteX7" fmla="*/ 6073683 w 6242639"/>
                <a:gd name="connsiteY7" fmla="*/ 2772451 h 5080223"/>
                <a:gd name="connsiteX8" fmla="*/ 6073683 w 6242639"/>
                <a:gd name="connsiteY8" fmla="*/ 3193366 h 5080223"/>
                <a:gd name="connsiteX9" fmla="*/ 5318940 w 6242639"/>
                <a:gd name="connsiteY9" fmla="*/ 4122280 h 5080223"/>
                <a:gd name="connsiteX10" fmla="*/ 5159284 w 6242639"/>
                <a:gd name="connsiteY10" fmla="*/ 4267423 h 5080223"/>
                <a:gd name="connsiteX11" fmla="*/ 4564198 w 6242639"/>
                <a:gd name="connsiteY11" fmla="*/ 4673823 h 5080223"/>
                <a:gd name="connsiteX12" fmla="*/ 2198370 w 6242639"/>
                <a:gd name="connsiteY12" fmla="*/ 5080223 h 5080223"/>
                <a:gd name="connsiteX13" fmla="*/ 1748427 w 6242639"/>
                <a:gd name="connsiteY13" fmla="*/ 4935080 h 5080223"/>
                <a:gd name="connsiteX14" fmla="*/ 834026 w 6242639"/>
                <a:gd name="connsiteY14" fmla="*/ 4675637 h 5080223"/>
                <a:gd name="connsiteX15" fmla="*/ 567326 w 6242639"/>
                <a:gd name="connsiteY15" fmla="*/ 4434337 h 5080223"/>
                <a:gd name="connsiteX16" fmla="*/ 338727 w 6242639"/>
                <a:gd name="connsiteY16" fmla="*/ 4231137 h 5080223"/>
                <a:gd name="connsiteX17" fmla="*/ 148226 w 6242639"/>
                <a:gd name="connsiteY17" fmla="*/ 3596137 h 5080223"/>
                <a:gd name="connsiteX18" fmla="*/ 97426 w 6242639"/>
                <a:gd name="connsiteY18" fmla="*/ 3075437 h 5080223"/>
                <a:gd name="connsiteX19" fmla="*/ 567326 w 6242639"/>
                <a:gd name="connsiteY19" fmla="*/ 2135637 h 5080223"/>
                <a:gd name="connsiteX20" fmla="*/ 645340 w 6242639"/>
                <a:gd name="connsiteY20" fmla="*/ 2017708 h 5080223"/>
                <a:gd name="connsiteX21" fmla="*/ 875756 w 6242639"/>
                <a:gd name="connsiteY21" fmla="*/ 1705651 h 5080223"/>
                <a:gd name="connsiteX0" fmla="*/ 875756 w 6242639"/>
                <a:gd name="connsiteY0" fmla="*/ 1705651 h 5080223"/>
                <a:gd name="connsiteX1" fmla="*/ 1791969 w 6242639"/>
                <a:gd name="connsiteY1" fmla="*/ 943651 h 5080223"/>
                <a:gd name="connsiteX2" fmla="*/ 3983625 w 6242639"/>
                <a:gd name="connsiteY2" fmla="*/ 435651 h 5080223"/>
                <a:gd name="connsiteX3" fmla="*/ 5347968 w 6242639"/>
                <a:gd name="connsiteY3" fmla="*/ 929137 h 5080223"/>
                <a:gd name="connsiteX4" fmla="*/ 5565684 w 6242639"/>
                <a:gd name="connsiteY4" fmla="*/ 958166 h 5080223"/>
                <a:gd name="connsiteX5" fmla="*/ 6088196 w 6242639"/>
                <a:gd name="connsiteY5" fmla="*/ 2090280 h 5080223"/>
                <a:gd name="connsiteX6" fmla="*/ 6131740 w 6242639"/>
                <a:gd name="connsiteY6" fmla="*/ 2409594 h 5080223"/>
                <a:gd name="connsiteX7" fmla="*/ 6073683 w 6242639"/>
                <a:gd name="connsiteY7" fmla="*/ 2772451 h 5080223"/>
                <a:gd name="connsiteX8" fmla="*/ 6073683 w 6242639"/>
                <a:gd name="connsiteY8" fmla="*/ 3193366 h 5080223"/>
                <a:gd name="connsiteX9" fmla="*/ 5318940 w 6242639"/>
                <a:gd name="connsiteY9" fmla="*/ 4122280 h 5080223"/>
                <a:gd name="connsiteX10" fmla="*/ 5159284 w 6242639"/>
                <a:gd name="connsiteY10" fmla="*/ 4267423 h 5080223"/>
                <a:gd name="connsiteX11" fmla="*/ 4564198 w 6242639"/>
                <a:gd name="connsiteY11" fmla="*/ 4673823 h 5080223"/>
                <a:gd name="connsiteX12" fmla="*/ 2198370 w 6242639"/>
                <a:gd name="connsiteY12" fmla="*/ 5080223 h 5080223"/>
                <a:gd name="connsiteX13" fmla="*/ 1748427 w 6242639"/>
                <a:gd name="connsiteY13" fmla="*/ 4935080 h 5080223"/>
                <a:gd name="connsiteX14" fmla="*/ 834026 w 6242639"/>
                <a:gd name="connsiteY14" fmla="*/ 4675637 h 5080223"/>
                <a:gd name="connsiteX15" fmla="*/ 567326 w 6242639"/>
                <a:gd name="connsiteY15" fmla="*/ 4434337 h 5080223"/>
                <a:gd name="connsiteX16" fmla="*/ 338727 w 6242639"/>
                <a:gd name="connsiteY16" fmla="*/ 4231137 h 5080223"/>
                <a:gd name="connsiteX17" fmla="*/ 148226 w 6242639"/>
                <a:gd name="connsiteY17" fmla="*/ 3596137 h 5080223"/>
                <a:gd name="connsiteX18" fmla="*/ 97426 w 6242639"/>
                <a:gd name="connsiteY18" fmla="*/ 3075437 h 5080223"/>
                <a:gd name="connsiteX19" fmla="*/ 567326 w 6242639"/>
                <a:gd name="connsiteY19" fmla="*/ 2135637 h 5080223"/>
                <a:gd name="connsiteX20" fmla="*/ 645340 w 6242639"/>
                <a:gd name="connsiteY20" fmla="*/ 2017708 h 5080223"/>
                <a:gd name="connsiteX21" fmla="*/ 875756 w 6242639"/>
                <a:gd name="connsiteY21" fmla="*/ 1705651 h 5080223"/>
                <a:gd name="connsiteX0" fmla="*/ 875756 w 6242639"/>
                <a:gd name="connsiteY0" fmla="*/ 1705651 h 5080223"/>
                <a:gd name="connsiteX1" fmla="*/ 1791969 w 6242639"/>
                <a:gd name="connsiteY1" fmla="*/ 943651 h 5080223"/>
                <a:gd name="connsiteX2" fmla="*/ 3983625 w 6242639"/>
                <a:gd name="connsiteY2" fmla="*/ 435651 h 5080223"/>
                <a:gd name="connsiteX3" fmla="*/ 5347968 w 6242639"/>
                <a:gd name="connsiteY3" fmla="*/ 929137 h 5080223"/>
                <a:gd name="connsiteX4" fmla="*/ 5565684 w 6242639"/>
                <a:gd name="connsiteY4" fmla="*/ 958166 h 5080223"/>
                <a:gd name="connsiteX5" fmla="*/ 6088196 w 6242639"/>
                <a:gd name="connsiteY5" fmla="*/ 2090280 h 5080223"/>
                <a:gd name="connsiteX6" fmla="*/ 6131740 w 6242639"/>
                <a:gd name="connsiteY6" fmla="*/ 2409594 h 5080223"/>
                <a:gd name="connsiteX7" fmla="*/ 6073683 w 6242639"/>
                <a:gd name="connsiteY7" fmla="*/ 2772451 h 5080223"/>
                <a:gd name="connsiteX8" fmla="*/ 6073683 w 6242639"/>
                <a:gd name="connsiteY8" fmla="*/ 3193366 h 5080223"/>
                <a:gd name="connsiteX9" fmla="*/ 5318940 w 6242639"/>
                <a:gd name="connsiteY9" fmla="*/ 4122280 h 5080223"/>
                <a:gd name="connsiteX10" fmla="*/ 5159284 w 6242639"/>
                <a:gd name="connsiteY10" fmla="*/ 4267423 h 5080223"/>
                <a:gd name="connsiteX11" fmla="*/ 4564198 w 6242639"/>
                <a:gd name="connsiteY11" fmla="*/ 4673823 h 5080223"/>
                <a:gd name="connsiteX12" fmla="*/ 2198370 w 6242639"/>
                <a:gd name="connsiteY12" fmla="*/ 5080223 h 5080223"/>
                <a:gd name="connsiteX13" fmla="*/ 1748427 w 6242639"/>
                <a:gd name="connsiteY13" fmla="*/ 4935080 h 5080223"/>
                <a:gd name="connsiteX14" fmla="*/ 834026 w 6242639"/>
                <a:gd name="connsiteY14" fmla="*/ 4675637 h 5080223"/>
                <a:gd name="connsiteX15" fmla="*/ 567326 w 6242639"/>
                <a:gd name="connsiteY15" fmla="*/ 4434337 h 5080223"/>
                <a:gd name="connsiteX16" fmla="*/ 338727 w 6242639"/>
                <a:gd name="connsiteY16" fmla="*/ 4231137 h 5080223"/>
                <a:gd name="connsiteX17" fmla="*/ 148226 w 6242639"/>
                <a:gd name="connsiteY17" fmla="*/ 3596137 h 5080223"/>
                <a:gd name="connsiteX18" fmla="*/ 97426 w 6242639"/>
                <a:gd name="connsiteY18" fmla="*/ 3075437 h 5080223"/>
                <a:gd name="connsiteX19" fmla="*/ 567326 w 6242639"/>
                <a:gd name="connsiteY19" fmla="*/ 2135637 h 5080223"/>
                <a:gd name="connsiteX20" fmla="*/ 645340 w 6242639"/>
                <a:gd name="connsiteY20" fmla="*/ 2017708 h 5080223"/>
                <a:gd name="connsiteX21" fmla="*/ 875756 w 6242639"/>
                <a:gd name="connsiteY21" fmla="*/ 1705651 h 5080223"/>
                <a:gd name="connsiteX0" fmla="*/ 875756 w 6242639"/>
                <a:gd name="connsiteY0" fmla="*/ 1705651 h 5080223"/>
                <a:gd name="connsiteX1" fmla="*/ 1791969 w 6242639"/>
                <a:gd name="connsiteY1" fmla="*/ 943651 h 5080223"/>
                <a:gd name="connsiteX2" fmla="*/ 3983625 w 6242639"/>
                <a:gd name="connsiteY2" fmla="*/ 435651 h 5080223"/>
                <a:gd name="connsiteX3" fmla="*/ 5347968 w 6242639"/>
                <a:gd name="connsiteY3" fmla="*/ 929137 h 5080223"/>
                <a:gd name="connsiteX4" fmla="*/ 5565684 w 6242639"/>
                <a:gd name="connsiteY4" fmla="*/ 958166 h 5080223"/>
                <a:gd name="connsiteX5" fmla="*/ 6088196 w 6242639"/>
                <a:gd name="connsiteY5" fmla="*/ 2090280 h 5080223"/>
                <a:gd name="connsiteX6" fmla="*/ 6131740 w 6242639"/>
                <a:gd name="connsiteY6" fmla="*/ 2409594 h 5080223"/>
                <a:gd name="connsiteX7" fmla="*/ 6073683 w 6242639"/>
                <a:gd name="connsiteY7" fmla="*/ 2772451 h 5080223"/>
                <a:gd name="connsiteX8" fmla="*/ 6073683 w 6242639"/>
                <a:gd name="connsiteY8" fmla="*/ 3193366 h 5080223"/>
                <a:gd name="connsiteX9" fmla="*/ 5318940 w 6242639"/>
                <a:gd name="connsiteY9" fmla="*/ 4122280 h 5080223"/>
                <a:gd name="connsiteX10" fmla="*/ 5159284 w 6242639"/>
                <a:gd name="connsiteY10" fmla="*/ 4267423 h 5080223"/>
                <a:gd name="connsiteX11" fmla="*/ 4564198 w 6242639"/>
                <a:gd name="connsiteY11" fmla="*/ 4673823 h 5080223"/>
                <a:gd name="connsiteX12" fmla="*/ 2198370 w 6242639"/>
                <a:gd name="connsiteY12" fmla="*/ 5080223 h 5080223"/>
                <a:gd name="connsiteX13" fmla="*/ 1748427 w 6242639"/>
                <a:gd name="connsiteY13" fmla="*/ 4935080 h 5080223"/>
                <a:gd name="connsiteX14" fmla="*/ 834026 w 6242639"/>
                <a:gd name="connsiteY14" fmla="*/ 4675637 h 5080223"/>
                <a:gd name="connsiteX15" fmla="*/ 567326 w 6242639"/>
                <a:gd name="connsiteY15" fmla="*/ 4434337 h 5080223"/>
                <a:gd name="connsiteX16" fmla="*/ 338727 w 6242639"/>
                <a:gd name="connsiteY16" fmla="*/ 4231137 h 5080223"/>
                <a:gd name="connsiteX17" fmla="*/ 148226 w 6242639"/>
                <a:gd name="connsiteY17" fmla="*/ 3596137 h 5080223"/>
                <a:gd name="connsiteX18" fmla="*/ 97426 w 6242639"/>
                <a:gd name="connsiteY18" fmla="*/ 3075437 h 5080223"/>
                <a:gd name="connsiteX19" fmla="*/ 567326 w 6242639"/>
                <a:gd name="connsiteY19" fmla="*/ 2135637 h 5080223"/>
                <a:gd name="connsiteX20" fmla="*/ 645340 w 6242639"/>
                <a:gd name="connsiteY20" fmla="*/ 2017708 h 5080223"/>
                <a:gd name="connsiteX21" fmla="*/ 875756 w 6242639"/>
                <a:gd name="connsiteY21" fmla="*/ 1705651 h 5080223"/>
                <a:gd name="connsiteX0" fmla="*/ 875756 w 6242639"/>
                <a:gd name="connsiteY0" fmla="*/ 1705651 h 5080223"/>
                <a:gd name="connsiteX1" fmla="*/ 1791969 w 6242639"/>
                <a:gd name="connsiteY1" fmla="*/ 943651 h 5080223"/>
                <a:gd name="connsiteX2" fmla="*/ 3983625 w 6242639"/>
                <a:gd name="connsiteY2" fmla="*/ 435651 h 5080223"/>
                <a:gd name="connsiteX3" fmla="*/ 5347968 w 6242639"/>
                <a:gd name="connsiteY3" fmla="*/ 929137 h 5080223"/>
                <a:gd name="connsiteX4" fmla="*/ 5565684 w 6242639"/>
                <a:gd name="connsiteY4" fmla="*/ 958166 h 5080223"/>
                <a:gd name="connsiteX5" fmla="*/ 6088196 w 6242639"/>
                <a:gd name="connsiteY5" fmla="*/ 2090280 h 5080223"/>
                <a:gd name="connsiteX6" fmla="*/ 6131740 w 6242639"/>
                <a:gd name="connsiteY6" fmla="*/ 2409594 h 5080223"/>
                <a:gd name="connsiteX7" fmla="*/ 6073683 w 6242639"/>
                <a:gd name="connsiteY7" fmla="*/ 2772451 h 5080223"/>
                <a:gd name="connsiteX8" fmla="*/ 6073683 w 6242639"/>
                <a:gd name="connsiteY8" fmla="*/ 3193366 h 5080223"/>
                <a:gd name="connsiteX9" fmla="*/ 5318940 w 6242639"/>
                <a:gd name="connsiteY9" fmla="*/ 4122280 h 5080223"/>
                <a:gd name="connsiteX10" fmla="*/ 5159284 w 6242639"/>
                <a:gd name="connsiteY10" fmla="*/ 4267423 h 5080223"/>
                <a:gd name="connsiteX11" fmla="*/ 4564198 w 6242639"/>
                <a:gd name="connsiteY11" fmla="*/ 4673823 h 5080223"/>
                <a:gd name="connsiteX12" fmla="*/ 2198370 w 6242639"/>
                <a:gd name="connsiteY12" fmla="*/ 5080223 h 5080223"/>
                <a:gd name="connsiteX13" fmla="*/ 1748427 w 6242639"/>
                <a:gd name="connsiteY13" fmla="*/ 4935080 h 5080223"/>
                <a:gd name="connsiteX14" fmla="*/ 834026 w 6242639"/>
                <a:gd name="connsiteY14" fmla="*/ 4675637 h 5080223"/>
                <a:gd name="connsiteX15" fmla="*/ 567326 w 6242639"/>
                <a:gd name="connsiteY15" fmla="*/ 4434337 h 5080223"/>
                <a:gd name="connsiteX16" fmla="*/ 338727 w 6242639"/>
                <a:gd name="connsiteY16" fmla="*/ 4231137 h 5080223"/>
                <a:gd name="connsiteX17" fmla="*/ 148226 w 6242639"/>
                <a:gd name="connsiteY17" fmla="*/ 3596137 h 5080223"/>
                <a:gd name="connsiteX18" fmla="*/ 97426 w 6242639"/>
                <a:gd name="connsiteY18" fmla="*/ 3075437 h 5080223"/>
                <a:gd name="connsiteX19" fmla="*/ 567326 w 6242639"/>
                <a:gd name="connsiteY19" fmla="*/ 2135637 h 5080223"/>
                <a:gd name="connsiteX20" fmla="*/ 645340 w 6242639"/>
                <a:gd name="connsiteY20" fmla="*/ 2017708 h 5080223"/>
                <a:gd name="connsiteX21" fmla="*/ 875756 w 6242639"/>
                <a:gd name="connsiteY21" fmla="*/ 1705651 h 5080223"/>
                <a:gd name="connsiteX0" fmla="*/ 875756 w 6242639"/>
                <a:gd name="connsiteY0" fmla="*/ 1705651 h 5091518"/>
                <a:gd name="connsiteX1" fmla="*/ 1791969 w 6242639"/>
                <a:gd name="connsiteY1" fmla="*/ 943651 h 5091518"/>
                <a:gd name="connsiteX2" fmla="*/ 3983625 w 6242639"/>
                <a:gd name="connsiteY2" fmla="*/ 435651 h 5091518"/>
                <a:gd name="connsiteX3" fmla="*/ 5347968 w 6242639"/>
                <a:gd name="connsiteY3" fmla="*/ 929137 h 5091518"/>
                <a:gd name="connsiteX4" fmla="*/ 5565684 w 6242639"/>
                <a:gd name="connsiteY4" fmla="*/ 958166 h 5091518"/>
                <a:gd name="connsiteX5" fmla="*/ 6088196 w 6242639"/>
                <a:gd name="connsiteY5" fmla="*/ 2090280 h 5091518"/>
                <a:gd name="connsiteX6" fmla="*/ 6131740 w 6242639"/>
                <a:gd name="connsiteY6" fmla="*/ 2409594 h 5091518"/>
                <a:gd name="connsiteX7" fmla="*/ 6073683 w 6242639"/>
                <a:gd name="connsiteY7" fmla="*/ 2772451 h 5091518"/>
                <a:gd name="connsiteX8" fmla="*/ 6073683 w 6242639"/>
                <a:gd name="connsiteY8" fmla="*/ 3193366 h 5091518"/>
                <a:gd name="connsiteX9" fmla="*/ 5318940 w 6242639"/>
                <a:gd name="connsiteY9" fmla="*/ 4122280 h 5091518"/>
                <a:gd name="connsiteX10" fmla="*/ 5159284 w 6242639"/>
                <a:gd name="connsiteY10" fmla="*/ 4267423 h 5091518"/>
                <a:gd name="connsiteX11" fmla="*/ 4564198 w 6242639"/>
                <a:gd name="connsiteY11" fmla="*/ 4673823 h 5091518"/>
                <a:gd name="connsiteX12" fmla="*/ 2198370 w 6242639"/>
                <a:gd name="connsiteY12" fmla="*/ 5080223 h 5091518"/>
                <a:gd name="connsiteX13" fmla="*/ 1748427 w 6242639"/>
                <a:gd name="connsiteY13" fmla="*/ 4935080 h 5091518"/>
                <a:gd name="connsiteX14" fmla="*/ 834026 w 6242639"/>
                <a:gd name="connsiteY14" fmla="*/ 4675637 h 5091518"/>
                <a:gd name="connsiteX15" fmla="*/ 567326 w 6242639"/>
                <a:gd name="connsiteY15" fmla="*/ 4434337 h 5091518"/>
                <a:gd name="connsiteX16" fmla="*/ 338727 w 6242639"/>
                <a:gd name="connsiteY16" fmla="*/ 4231137 h 5091518"/>
                <a:gd name="connsiteX17" fmla="*/ 148226 w 6242639"/>
                <a:gd name="connsiteY17" fmla="*/ 3596137 h 5091518"/>
                <a:gd name="connsiteX18" fmla="*/ 97426 w 6242639"/>
                <a:gd name="connsiteY18" fmla="*/ 3075437 h 5091518"/>
                <a:gd name="connsiteX19" fmla="*/ 567326 w 6242639"/>
                <a:gd name="connsiteY19" fmla="*/ 2135637 h 5091518"/>
                <a:gd name="connsiteX20" fmla="*/ 645340 w 6242639"/>
                <a:gd name="connsiteY20" fmla="*/ 2017708 h 5091518"/>
                <a:gd name="connsiteX21" fmla="*/ 875756 w 6242639"/>
                <a:gd name="connsiteY21" fmla="*/ 1705651 h 5091518"/>
                <a:gd name="connsiteX0" fmla="*/ 875756 w 6242639"/>
                <a:gd name="connsiteY0" fmla="*/ 1705651 h 5091518"/>
                <a:gd name="connsiteX1" fmla="*/ 1791969 w 6242639"/>
                <a:gd name="connsiteY1" fmla="*/ 943651 h 5091518"/>
                <a:gd name="connsiteX2" fmla="*/ 3983625 w 6242639"/>
                <a:gd name="connsiteY2" fmla="*/ 435651 h 5091518"/>
                <a:gd name="connsiteX3" fmla="*/ 5347968 w 6242639"/>
                <a:gd name="connsiteY3" fmla="*/ 929137 h 5091518"/>
                <a:gd name="connsiteX4" fmla="*/ 5565684 w 6242639"/>
                <a:gd name="connsiteY4" fmla="*/ 958166 h 5091518"/>
                <a:gd name="connsiteX5" fmla="*/ 6088196 w 6242639"/>
                <a:gd name="connsiteY5" fmla="*/ 2090280 h 5091518"/>
                <a:gd name="connsiteX6" fmla="*/ 6131740 w 6242639"/>
                <a:gd name="connsiteY6" fmla="*/ 2409594 h 5091518"/>
                <a:gd name="connsiteX7" fmla="*/ 6073683 w 6242639"/>
                <a:gd name="connsiteY7" fmla="*/ 2772451 h 5091518"/>
                <a:gd name="connsiteX8" fmla="*/ 6073683 w 6242639"/>
                <a:gd name="connsiteY8" fmla="*/ 3193366 h 5091518"/>
                <a:gd name="connsiteX9" fmla="*/ 5318940 w 6242639"/>
                <a:gd name="connsiteY9" fmla="*/ 4122280 h 5091518"/>
                <a:gd name="connsiteX10" fmla="*/ 5159284 w 6242639"/>
                <a:gd name="connsiteY10" fmla="*/ 4267423 h 5091518"/>
                <a:gd name="connsiteX11" fmla="*/ 4564198 w 6242639"/>
                <a:gd name="connsiteY11" fmla="*/ 4673823 h 5091518"/>
                <a:gd name="connsiteX12" fmla="*/ 2198370 w 6242639"/>
                <a:gd name="connsiteY12" fmla="*/ 5080223 h 5091518"/>
                <a:gd name="connsiteX13" fmla="*/ 1748427 w 6242639"/>
                <a:gd name="connsiteY13" fmla="*/ 4935080 h 5091518"/>
                <a:gd name="connsiteX14" fmla="*/ 834026 w 6242639"/>
                <a:gd name="connsiteY14" fmla="*/ 4675637 h 5091518"/>
                <a:gd name="connsiteX15" fmla="*/ 567326 w 6242639"/>
                <a:gd name="connsiteY15" fmla="*/ 4434337 h 5091518"/>
                <a:gd name="connsiteX16" fmla="*/ 338727 w 6242639"/>
                <a:gd name="connsiteY16" fmla="*/ 4231137 h 5091518"/>
                <a:gd name="connsiteX17" fmla="*/ 148226 w 6242639"/>
                <a:gd name="connsiteY17" fmla="*/ 3596137 h 5091518"/>
                <a:gd name="connsiteX18" fmla="*/ 97426 w 6242639"/>
                <a:gd name="connsiteY18" fmla="*/ 3075437 h 5091518"/>
                <a:gd name="connsiteX19" fmla="*/ 567326 w 6242639"/>
                <a:gd name="connsiteY19" fmla="*/ 2135637 h 5091518"/>
                <a:gd name="connsiteX20" fmla="*/ 645340 w 6242639"/>
                <a:gd name="connsiteY20" fmla="*/ 2017708 h 5091518"/>
                <a:gd name="connsiteX21" fmla="*/ 875756 w 6242639"/>
                <a:gd name="connsiteY21" fmla="*/ 1705651 h 5091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242639" h="5091518">
                  <a:moveTo>
                    <a:pt x="875756" y="1705651"/>
                  </a:moveTo>
                  <a:cubicBezTo>
                    <a:pt x="1185394" y="1049484"/>
                    <a:pt x="1495031" y="990218"/>
                    <a:pt x="1791969" y="943651"/>
                  </a:cubicBezTo>
                  <a:cubicBezTo>
                    <a:pt x="2453578" y="-388035"/>
                    <a:pt x="3741721" y="-66906"/>
                    <a:pt x="3983625" y="435651"/>
                  </a:cubicBezTo>
                  <a:cubicBezTo>
                    <a:pt x="4809730" y="49208"/>
                    <a:pt x="5286282" y="588656"/>
                    <a:pt x="5347968" y="929137"/>
                  </a:cubicBezTo>
                  <a:lnTo>
                    <a:pt x="5565684" y="958166"/>
                  </a:lnTo>
                  <a:cubicBezTo>
                    <a:pt x="5923703" y="1059766"/>
                    <a:pt x="6528463" y="1361542"/>
                    <a:pt x="6088196" y="2090280"/>
                  </a:cubicBezTo>
                  <a:cubicBezTo>
                    <a:pt x="6346429" y="2209418"/>
                    <a:pt x="6025302" y="2349118"/>
                    <a:pt x="6131740" y="2409594"/>
                  </a:cubicBezTo>
                  <a:cubicBezTo>
                    <a:pt x="6238178" y="2470070"/>
                    <a:pt x="6168026" y="2647265"/>
                    <a:pt x="6073683" y="2772451"/>
                  </a:cubicBezTo>
                  <a:cubicBezTo>
                    <a:pt x="6182540" y="2859537"/>
                    <a:pt x="6095454" y="3002261"/>
                    <a:pt x="6073683" y="3193366"/>
                  </a:cubicBezTo>
                  <a:cubicBezTo>
                    <a:pt x="6420212" y="3587671"/>
                    <a:pt x="5722921" y="4261980"/>
                    <a:pt x="5318940" y="4122280"/>
                  </a:cubicBezTo>
                  <a:cubicBezTo>
                    <a:pt x="5321359" y="4173080"/>
                    <a:pt x="5236693" y="4173080"/>
                    <a:pt x="5159284" y="4267423"/>
                  </a:cubicBezTo>
                  <a:cubicBezTo>
                    <a:pt x="5081875" y="4552266"/>
                    <a:pt x="4951246" y="4552871"/>
                    <a:pt x="4564198" y="4673823"/>
                  </a:cubicBezTo>
                  <a:cubicBezTo>
                    <a:pt x="4177150" y="4794775"/>
                    <a:pt x="2649522" y="5160052"/>
                    <a:pt x="2198370" y="5080223"/>
                  </a:cubicBezTo>
                  <a:cubicBezTo>
                    <a:pt x="1997589" y="5044542"/>
                    <a:pt x="1898408" y="4983461"/>
                    <a:pt x="1748427" y="4935080"/>
                  </a:cubicBezTo>
                  <a:cubicBezTo>
                    <a:pt x="1046903" y="5197849"/>
                    <a:pt x="1030876" y="4759094"/>
                    <a:pt x="834026" y="4675637"/>
                  </a:cubicBezTo>
                  <a:cubicBezTo>
                    <a:pt x="599076" y="4604880"/>
                    <a:pt x="671042" y="4495720"/>
                    <a:pt x="567326" y="4434337"/>
                  </a:cubicBezTo>
                  <a:cubicBezTo>
                    <a:pt x="463610" y="4372954"/>
                    <a:pt x="438210" y="4372954"/>
                    <a:pt x="338727" y="4231137"/>
                  </a:cubicBezTo>
                  <a:cubicBezTo>
                    <a:pt x="-141756" y="3987720"/>
                    <a:pt x="74143" y="3786637"/>
                    <a:pt x="148226" y="3596137"/>
                  </a:cubicBezTo>
                  <a:cubicBezTo>
                    <a:pt x="-57091" y="3380237"/>
                    <a:pt x="16993" y="3312504"/>
                    <a:pt x="97426" y="3075437"/>
                  </a:cubicBezTo>
                  <a:cubicBezTo>
                    <a:pt x="-190441" y="2444670"/>
                    <a:pt x="217774" y="2000775"/>
                    <a:pt x="567326" y="2135637"/>
                  </a:cubicBezTo>
                  <a:cubicBezTo>
                    <a:pt x="535878" y="2003799"/>
                    <a:pt x="621452" y="2123239"/>
                    <a:pt x="645340" y="2017708"/>
                  </a:cubicBezTo>
                  <a:cubicBezTo>
                    <a:pt x="722145" y="1913689"/>
                    <a:pt x="722751" y="1758870"/>
                    <a:pt x="875756" y="1705651"/>
                  </a:cubicBezTo>
                  <a:close/>
                </a:path>
              </a:pathLst>
            </a:custGeom>
            <a:solidFill>
              <a:srgbClr val="FFFCE9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2">
              <a:extLst>
                <a:ext uri="{FF2B5EF4-FFF2-40B4-BE49-F238E27FC236}">
                  <a16:creationId xmlns:a16="http://schemas.microsoft.com/office/drawing/2014/main" id="{AA9EF413-47D3-3560-E801-F7F9F35D891B}"/>
                </a:ext>
              </a:extLst>
            </p:cNvPr>
            <p:cNvSpPr/>
            <p:nvPr/>
          </p:nvSpPr>
          <p:spPr>
            <a:xfrm>
              <a:off x="3483117" y="2574920"/>
              <a:ext cx="3338285" cy="2746875"/>
            </a:xfrm>
            <a:custGeom>
              <a:avLst/>
              <a:gdLst>
                <a:gd name="connsiteX0" fmla="*/ 0 w 1451428"/>
                <a:gd name="connsiteY0" fmla="*/ 0 h 580572"/>
                <a:gd name="connsiteX1" fmla="*/ 1451428 w 1451428"/>
                <a:gd name="connsiteY1" fmla="*/ 0 h 580572"/>
                <a:gd name="connsiteX2" fmla="*/ 1451428 w 1451428"/>
                <a:gd name="connsiteY2" fmla="*/ 580572 h 580572"/>
                <a:gd name="connsiteX3" fmla="*/ 0 w 1451428"/>
                <a:gd name="connsiteY3" fmla="*/ 580572 h 580572"/>
                <a:gd name="connsiteX4" fmla="*/ 0 w 1451428"/>
                <a:gd name="connsiteY4" fmla="*/ 0 h 580572"/>
                <a:gd name="connsiteX0" fmla="*/ 87086 w 1538514"/>
                <a:gd name="connsiteY0" fmla="*/ 0 h 3135086"/>
                <a:gd name="connsiteX1" fmla="*/ 1538514 w 1538514"/>
                <a:gd name="connsiteY1" fmla="*/ 0 h 3135086"/>
                <a:gd name="connsiteX2" fmla="*/ 1538514 w 1538514"/>
                <a:gd name="connsiteY2" fmla="*/ 580572 h 3135086"/>
                <a:gd name="connsiteX3" fmla="*/ 0 w 1538514"/>
                <a:gd name="connsiteY3" fmla="*/ 3135086 h 3135086"/>
                <a:gd name="connsiteX4" fmla="*/ 87086 w 1538514"/>
                <a:gd name="connsiteY4" fmla="*/ 0 h 3135086"/>
                <a:gd name="connsiteX0" fmla="*/ 87086 w 1538514"/>
                <a:gd name="connsiteY0" fmla="*/ 0 h 3280229"/>
                <a:gd name="connsiteX1" fmla="*/ 1538514 w 1538514"/>
                <a:gd name="connsiteY1" fmla="*/ 0 h 3280229"/>
                <a:gd name="connsiteX2" fmla="*/ 1538514 w 1538514"/>
                <a:gd name="connsiteY2" fmla="*/ 580572 h 3280229"/>
                <a:gd name="connsiteX3" fmla="*/ 449943 w 1538514"/>
                <a:gd name="connsiteY3" fmla="*/ 3280229 h 3280229"/>
                <a:gd name="connsiteX4" fmla="*/ 0 w 1538514"/>
                <a:gd name="connsiteY4" fmla="*/ 3135086 h 3280229"/>
                <a:gd name="connsiteX5" fmla="*/ 87086 w 1538514"/>
                <a:gd name="connsiteY5" fmla="*/ 0 h 3280229"/>
                <a:gd name="connsiteX0" fmla="*/ 87086 w 2830181"/>
                <a:gd name="connsiteY0" fmla="*/ 0 h 3280229"/>
                <a:gd name="connsiteX1" fmla="*/ 1538514 w 2830181"/>
                <a:gd name="connsiteY1" fmla="*/ 0 h 3280229"/>
                <a:gd name="connsiteX2" fmla="*/ 1538514 w 2830181"/>
                <a:gd name="connsiteY2" fmla="*/ 580572 h 3280229"/>
                <a:gd name="connsiteX3" fmla="*/ 2815771 w 2830181"/>
                <a:gd name="connsiteY3" fmla="*/ 2873829 h 3280229"/>
                <a:gd name="connsiteX4" fmla="*/ 449943 w 2830181"/>
                <a:gd name="connsiteY4" fmla="*/ 3280229 h 3280229"/>
                <a:gd name="connsiteX5" fmla="*/ 0 w 2830181"/>
                <a:gd name="connsiteY5" fmla="*/ 3135086 h 3280229"/>
                <a:gd name="connsiteX6" fmla="*/ 87086 w 2830181"/>
                <a:gd name="connsiteY6" fmla="*/ 0 h 3280229"/>
                <a:gd name="connsiteX0" fmla="*/ 87086 w 3468158"/>
                <a:gd name="connsiteY0" fmla="*/ 0 h 3280229"/>
                <a:gd name="connsiteX1" fmla="*/ 1538514 w 3468158"/>
                <a:gd name="connsiteY1" fmla="*/ 0 h 3280229"/>
                <a:gd name="connsiteX2" fmla="*/ 1538514 w 3468158"/>
                <a:gd name="connsiteY2" fmla="*/ 580572 h 3280229"/>
                <a:gd name="connsiteX3" fmla="*/ 3410857 w 3468158"/>
                <a:gd name="connsiteY3" fmla="*/ 2467429 h 3280229"/>
                <a:gd name="connsiteX4" fmla="*/ 2815771 w 3468158"/>
                <a:gd name="connsiteY4" fmla="*/ 2873829 h 3280229"/>
                <a:gd name="connsiteX5" fmla="*/ 449943 w 3468158"/>
                <a:gd name="connsiteY5" fmla="*/ 3280229 h 3280229"/>
                <a:gd name="connsiteX6" fmla="*/ 0 w 3468158"/>
                <a:gd name="connsiteY6" fmla="*/ 3135086 h 3280229"/>
                <a:gd name="connsiteX7" fmla="*/ 87086 w 3468158"/>
                <a:gd name="connsiteY7" fmla="*/ 0 h 3280229"/>
                <a:gd name="connsiteX0" fmla="*/ 87086 w 3688986"/>
                <a:gd name="connsiteY0" fmla="*/ 0 h 3280229"/>
                <a:gd name="connsiteX1" fmla="*/ 1538514 w 3688986"/>
                <a:gd name="connsiteY1" fmla="*/ 0 h 3280229"/>
                <a:gd name="connsiteX2" fmla="*/ 1538514 w 3688986"/>
                <a:gd name="connsiteY2" fmla="*/ 580572 h 3280229"/>
                <a:gd name="connsiteX3" fmla="*/ 3570513 w 3688986"/>
                <a:gd name="connsiteY3" fmla="*/ 2322286 h 3280229"/>
                <a:gd name="connsiteX4" fmla="*/ 3410857 w 3688986"/>
                <a:gd name="connsiteY4" fmla="*/ 2467429 h 3280229"/>
                <a:gd name="connsiteX5" fmla="*/ 2815771 w 3688986"/>
                <a:gd name="connsiteY5" fmla="*/ 2873829 h 3280229"/>
                <a:gd name="connsiteX6" fmla="*/ 449943 w 3688986"/>
                <a:gd name="connsiteY6" fmla="*/ 3280229 h 3280229"/>
                <a:gd name="connsiteX7" fmla="*/ 0 w 3688986"/>
                <a:gd name="connsiteY7" fmla="*/ 3135086 h 3280229"/>
                <a:gd name="connsiteX8" fmla="*/ 87086 w 3688986"/>
                <a:gd name="connsiteY8" fmla="*/ 0 h 3280229"/>
                <a:gd name="connsiteX0" fmla="*/ 87086 w 4390220"/>
                <a:gd name="connsiteY0" fmla="*/ 0 h 3280229"/>
                <a:gd name="connsiteX1" fmla="*/ 1538514 w 4390220"/>
                <a:gd name="connsiteY1" fmla="*/ 0 h 3280229"/>
                <a:gd name="connsiteX2" fmla="*/ 1538514 w 4390220"/>
                <a:gd name="connsiteY2" fmla="*/ 580572 h 3280229"/>
                <a:gd name="connsiteX3" fmla="*/ 4325256 w 4390220"/>
                <a:gd name="connsiteY3" fmla="*/ 1393372 h 3280229"/>
                <a:gd name="connsiteX4" fmla="*/ 3570513 w 4390220"/>
                <a:gd name="connsiteY4" fmla="*/ 2322286 h 3280229"/>
                <a:gd name="connsiteX5" fmla="*/ 3410857 w 4390220"/>
                <a:gd name="connsiteY5" fmla="*/ 2467429 h 3280229"/>
                <a:gd name="connsiteX6" fmla="*/ 2815771 w 4390220"/>
                <a:gd name="connsiteY6" fmla="*/ 2873829 h 3280229"/>
                <a:gd name="connsiteX7" fmla="*/ 449943 w 4390220"/>
                <a:gd name="connsiteY7" fmla="*/ 3280229 h 3280229"/>
                <a:gd name="connsiteX8" fmla="*/ 0 w 4390220"/>
                <a:gd name="connsiteY8" fmla="*/ 3135086 h 3280229"/>
                <a:gd name="connsiteX9" fmla="*/ 87086 w 4390220"/>
                <a:gd name="connsiteY9" fmla="*/ 0 h 3280229"/>
                <a:gd name="connsiteX0" fmla="*/ 87086 w 4536605"/>
                <a:gd name="connsiteY0" fmla="*/ 0 h 3280229"/>
                <a:gd name="connsiteX1" fmla="*/ 1538514 w 4536605"/>
                <a:gd name="connsiteY1" fmla="*/ 0 h 3280229"/>
                <a:gd name="connsiteX2" fmla="*/ 1538514 w 4536605"/>
                <a:gd name="connsiteY2" fmla="*/ 580572 h 3280229"/>
                <a:gd name="connsiteX3" fmla="*/ 4325256 w 4536605"/>
                <a:gd name="connsiteY3" fmla="*/ 972457 h 3280229"/>
                <a:gd name="connsiteX4" fmla="*/ 4325256 w 4536605"/>
                <a:gd name="connsiteY4" fmla="*/ 1393372 h 3280229"/>
                <a:gd name="connsiteX5" fmla="*/ 3570513 w 4536605"/>
                <a:gd name="connsiteY5" fmla="*/ 2322286 h 3280229"/>
                <a:gd name="connsiteX6" fmla="*/ 3410857 w 4536605"/>
                <a:gd name="connsiteY6" fmla="*/ 2467429 h 3280229"/>
                <a:gd name="connsiteX7" fmla="*/ 2815771 w 4536605"/>
                <a:gd name="connsiteY7" fmla="*/ 2873829 h 3280229"/>
                <a:gd name="connsiteX8" fmla="*/ 449943 w 4536605"/>
                <a:gd name="connsiteY8" fmla="*/ 3280229 h 3280229"/>
                <a:gd name="connsiteX9" fmla="*/ 0 w 4536605"/>
                <a:gd name="connsiteY9" fmla="*/ 3135086 h 3280229"/>
                <a:gd name="connsiteX10" fmla="*/ 87086 w 4536605"/>
                <a:gd name="connsiteY10" fmla="*/ 0 h 3280229"/>
                <a:gd name="connsiteX0" fmla="*/ 87086 w 4556058"/>
                <a:gd name="connsiteY0" fmla="*/ 0 h 3280229"/>
                <a:gd name="connsiteX1" fmla="*/ 1538514 w 4556058"/>
                <a:gd name="connsiteY1" fmla="*/ 0 h 3280229"/>
                <a:gd name="connsiteX2" fmla="*/ 1538514 w 4556058"/>
                <a:gd name="connsiteY2" fmla="*/ 580572 h 3280229"/>
                <a:gd name="connsiteX3" fmla="*/ 4383313 w 4556058"/>
                <a:gd name="connsiteY3" fmla="*/ 609600 h 3280229"/>
                <a:gd name="connsiteX4" fmla="*/ 4325256 w 4556058"/>
                <a:gd name="connsiteY4" fmla="*/ 972457 h 3280229"/>
                <a:gd name="connsiteX5" fmla="*/ 4325256 w 4556058"/>
                <a:gd name="connsiteY5" fmla="*/ 1393372 h 3280229"/>
                <a:gd name="connsiteX6" fmla="*/ 3570513 w 4556058"/>
                <a:gd name="connsiteY6" fmla="*/ 2322286 h 3280229"/>
                <a:gd name="connsiteX7" fmla="*/ 3410857 w 4556058"/>
                <a:gd name="connsiteY7" fmla="*/ 2467429 h 3280229"/>
                <a:gd name="connsiteX8" fmla="*/ 2815771 w 4556058"/>
                <a:gd name="connsiteY8" fmla="*/ 2873829 h 3280229"/>
                <a:gd name="connsiteX9" fmla="*/ 449943 w 4556058"/>
                <a:gd name="connsiteY9" fmla="*/ 3280229 h 3280229"/>
                <a:gd name="connsiteX10" fmla="*/ 0 w 4556058"/>
                <a:gd name="connsiteY10" fmla="*/ 3135086 h 3280229"/>
                <a:gd name="connsiteX11" fmla="*/ 87086 w 4556058"/>
                <a:gd name="connsiteY11" fmla="*/ 0 h 3280229"/>
                <a:gd name="connsiteX0" fmla="*/ 87086 w 4538546"/>
                <a:gd name="connsiteY0" fmla="*/ 0 h 3280229"/>
                <a:gd name="connsiteX1" fmla="*/ 1538514 w 4538546"/>
                <a:gd name="connsiteY1" fmla="*/ 0 h 3280229"/>
                <a:gd name="connsiteX2" fmla="*/ 1538514 w 4538546"/>
                <a:gd name="connsiteY2" fmla="*/ 580572 h 3280229"/>
                <a:gd name="connsiteX3" fmla="*/ 4339769 w 4538546"/>
                <a:gd name="connsiteY3" fmla="*/ 290286 h 3280229"/>
                <a:gd name="connsiteX4" fmla="*/ 4383313 w 4538546"/>
                <a:gd name="connsiteY4" fmla="*/ 609600 h 3280229"/>
                <a:gd name="connsiteX5" fmla="*/ 4325256 w 4538546"/>
                <a:gd name="connsiteY5" fmla="*/ 972457 h 3280229"/>
                <a:gd name="connsiteX6" fmla="*/ 4325256 w 4538546"/>
                <a:gd name="connsiteY6" fmla="*/ 1393372 h 3280229"/>
                <a:gd name="connsiteX7" fmla="*/ 3570513 w 4538546"/>
                <a:gd name="connsiteY7" fmla="*/ 2322286 h 3280229"/>
                <a:gd name="connsiteX8" fmla="*/ 3410857 w 4538546"/>
                <a:gd name="connsiteY8" fmla="*/ 2467429 h 3280229"/>
                <a:gd name="connsiteX9" fmla="*/ 2815771 w 4538546"/>
                <a:gd name="connsiteY9" fmla="*/ 2873829 h 3280229"/>
                <a:gd name="connsiteX10" fmla="*/ 449943 w 4538546"/>
                <a:gd name="connsiteY10" fmla="*/ 3280229 h 3280229"/>
                <a:gd name="connsiteX11" fmla="*/ 0 w 4538546"/>
                <a:gd name="connsiteY11" fmla="*/ 3135086 h 3280229"/>
                <a:gd name="connsiteX12" fmla="*/ 87086 w 4538546"/>
                <a:gd name="connsiteY12" fmla="*/ 0 h 3280229"/>
                <a:gd name="connsiteX0" fmla="*/ 87086 w 4538546"/>
                <a:gd name="connsiteY0" fmla="*/ 841828 h 4122057"/>
                <a:gd name="connsiteX1" fmla="*/ 1538514 w 4538546"/>
                <a:gd name="connsiteY1" fmla="*/ 841828 h 4122057"/>
                <a:gd name="connsiteX2" fmla="*/ 3817257 w 4538546"/>
                <a:gd name="connsiteY2" fmla="*/ 0 h 4122057"/>
                <a:gd name="connsiteX3" fmla="*/ 4339769 w 4538546"/>
                <a:gd name="connsiteY3" fmla="*/ 1132114 h 4122057"/>
                <a:gd name="connsiteX4" fmla="*/ 4383313 w 4538546"/>
                <a:gd name="connsiteY4" fmla="*/ 1451428 h 4122057"/>
                <a:gd name="connsiteX5" fmla="*/ 4325256 w 4538546"/>
                <a:gd name="connsiteY5" fmla="*/ 1814285 h 4122057"/>
                <a:gd name="connsiteX6" fmla="*/ 4325256 w 4538546"/>
                <a:gd name="connsiteY6" fmla="*/ 2235200 h 4122057"/>
                <a:gd name="connsiteX7" fmla="*/ 3570513 w 4538546"/>
                <a:gd name="connsiteY7" fmla="*/ 3164114 h 4122057"/>
                <a:gd name="connsiteX8" fmla="*/ 3410857 w 4538546"/>
                <a:gd name="connsiteY8" fmla="*/ 3309257 h 4122057"/>
                <a:gd name="connsiteX9" fmla="*/ 2815771 w 4538546"/>
                <a:gd name="connsiteY9" fmla="*/ 3715657 h 4122057"/>
                <a:gd name="connsiteX10" fmla="*/ 449943 w 4538546"/>
                <a:gd name="connsiteY10" fmla="*/ 4122057 h 4122057"/>
                <a:gd name="connsiteX11" fmla="*/ 0 w 4538546"/>
                <a:gd name="connsiteY11" fmla="*/ 3976914 h 4122057"/>
                <a:gd name="connsiteX12" fmla="*/ 87086 w 4538546"/>
                <a:gd name="connsiteY12" fmla="*/ 841828 h 4122057"/>
                <a:gd name="connsiteX0" fmla="*/ 87086 w 4538546"/>
                <a:gd name="connsiteY0" fmla="*/ 870857 h 4151086"/>
                <a:gd name="connsiteX1" fmla="*/ 1538514 w 4538546"/>
                <a:gd name="connsiteY1" fmla="*/ 870857 h 4151086"/>
                <a:gd name="connsiteX2" fmla="*/ 3599541 w 4538546"/>
                <a:gd name="connsiteY2" fmla="*/ 0 h 4151086"/>
                <a:gd name="connsiteX3" fmla="*/ 3817257 w 4538546"/>
                <a:gd name="connsiteY3" fmla="*/ 29029 h 4151086"/>
                <a:gd name="connsiteX4" fmla="*/ 4339769 w 4538546"/>
                <a:gd name="connsiteY4" fmla="*/ 1161143 h 4151086"/>
                <a:gd name="connsiteX5" fmla="*/ 4383313 w 4538546"/>
                <a:gd name="connsiteY5" fmla="*/ 1480457 h 4151086"/>
                <a:gd name="connsiteX6" fmla="*/ 4325256 w 4538546"/>
                <a:gd name="connsiteY6" fmla="*/ 1843314 h 4151086"/>
                <a:gd name="connsiteX7" fmla="*/ 4325256 w 4538546"/>
                <a:gd name="connsiteY7" fmla="*/ 2264229 h 4151086"/>
                <a:gd name="connsiteX8" fmla="*/ 3570513 w 4538546"/>
                <a:gd name="connsiteY8" fmla="*/ 3193143 h 4151086"/>
                <a:gd name="connsiteX9" fmla="*/ 3410857 w 4538546"/>
                <a:gd name="connsiteY9" fmla="*/ 3338286 h 4151086"/>
                <a:gd name="connsiteX10" fmla="*/ 2815771 w 4538546"/>
                <a:gd name="connsiteY10" fmla="*/ 3744686 h 4151086"/>
                <a:gd name="connsiteX11" fmla="*/ 449943 w 4538546"/>
                <a:gd name="connsiteY11" fmla="*/ 4151086 h 4151086"/>
                <a:gd name="connsiteX12" fmla="*/ 0 w 4538546"/>
                <a:gd name="connsiteY12" fmla="*/ 4005943 h 4151086"/>
                <a:gd name="connsiteX13" fmla="*/ 87086 w 4538546"/>
                <a:gd name="connsiteY13" fmla="*/ 870857 h 4151086"/>
                <a:gd name="connsiteX0" fmla="*/ 87086 w 4538546"/>
                <a:gd name="connsiteY0" fmla="*/ 1384403 h 4664632"/>
                <a:gd name="connsiteX1" fmla="*/ 1538514 w 4538546"/>
                <a:gd name="connsiteY1" fmla="*/ 1384403 h 4664632"/>
                <a:gd name="connsiteX2" fmla="*/ 2235198 w 4538546"/>
                <a:gd name="connsiteY2" fmla="*/ 20060 h 4664632"/>
                <a:gd name="connsiteX3" fmla="*/ 3599541 w 4538546"/>
                <a:gd name="connsiteY3" fmla="*/ 513546 h 4664632"/>
                <a:gd name="connsiteX4" fmla="*/ 3817257 w 4538546"/>
                <a:gd name="connsiteY4" fmla="*/ 542575 h 4664632"/>
                <a:gd name="connsiteX5" fmla="*/ 4339769 w 4538546"/>
                <a:gd name="connsiteY5" fmla="*/ 1674689 h 4664632"/>
                <a:gd name="connsiteX6" fmla="*/ 4383313 w 4538546"/>
                <a:gd name="connsiteY6" fmla="*/ 1994003 h 4664632"/>
                <a:gd name="connsiteX7" fmla="*/ 4325256 w 4538546"/>
                <a:gd name="connsiteY7" fmla="*/ 2356860 h 4664632"/>
                <a:gd name="connsiteX8" fmla="*/ 4325256 w 4538546"/>
                <a:gd name="connsiteY8" fmla="*/ 2777775 h 4664632"/>
                <a:gd name="connsiteX9" fmla="*/ 3570513 w 4538546"/>
                <a:gd name="connsiteY9" fmla="*/ 3706689 h 4664632"/>
                <a:gd name="connsiteX10" fmla="*/ 3410857 w 4538546"/>
                <a:gd name="connsiteY10" fmla="*/ 3851832 h 4664632"/>
                <a:gd name="connsiteX11" fmla="*/ 2815771 w 4538546"/>
                <a:gd name="connsiteY11" fmla="*/ 4258232 h 4664632"/>
                <a:gd name="connsiteX12" fmla="*/ 449943 w 4538546"/>
                <a:gd name="connsiteY12" fmla="*/ 4664632 h 4664632"/>
                <a:gd name="connsiteX13" fmla="*/ 0 w 4538546"/>
                <a:gd name="connsiteY13" fmla="*/ 4519489 h 4664632"/>
                <a:gd name="connsiteX14" fmla="*/ 87086 w 4538546"/>
                <a:gd name="connsiteY14" fmla="*/ 1384403 h 4664632"/>
                <a:gd name="connsiteX0" fmla="*/ 87086 w 4538546"/>
                <a:gd name="connsiteY0" fmla="*/ 1384403 h 4664632"/>
                <a:gd name="connsiteX1" fmla="*/ 43542 w 4538546"/>
                <a:gd name="connsiteY1" fmla="*/ 528060 h 4664632"/>
                <a:gd name="connsiteX2" fmla="*/ 2235198 w 4538546"/>
                <a:gd name="connsiteY2" fmla="*/ 20060 h 4664632"/>
                <a:gd name="connsiteX3" fmla="*/ 3599541 w 4538546"/>
                <a:gd name="connsiteY3" fmla="*/ 513546 h 4664632"/>
                <a:gd name="connsiteX4" fmla="*/ 3817257 w 4538546"/>
                <a:gd name="connsiteY4" fmla="*/ 542575 h 4664632"/>
                <a:gd name="connsiteX5" fmla="*/ 4339769 w 4538546"/>
                <a:gd name="connsiteY5" fmla="*/ 1674689 h 4664632"/>
                <a:gd name="connsiteX6" fmla="*/ 4383313 w 4538546"/>
                <a:gd name="connsiteY6" fmla="*/ 1994003 h 4664632"/>
                <a:gd name="connsiteX7" fmla="*/ 4325256 w 4538546"/>
                <a:gd name="connsiteY7" fmla="*/ 2356860 h 4664632"/>
                <a:gd name="connsiteX8" fmla="*/ 4325256 w 4538546"/>
                <a:gd name="connsiteY8" fmla="*/ 2777775 h 4664632"/>
                <a:gd name="connsiteX9" fmla="*/ 3570513 w 4538546"/>
                <a:gd name="connsiteY9" fmla="*/ 3706689 h 4664632"/>
                <a:gd name="connsiteX10" fmla="*/ 3410857 w 4538546"/>
                <a:gd name="connsiteY10" fmla="*/ 3851832 h 4664632"/>
                <a:gd name="connsiteX11" fmla="*/ 2815771 w 4538546"/>
                <a:gd name="connsiteY11" fmla="*/ 4258232 h 4664632"/>
                <a:gd name="connsiteX12" fmla="*/ 449943 w 4538546"/>
                <a:gd name="connsiteY12" fmla="*/ 4664632 h 4664632"/>
                <a:gd name="connsiteX13" fmla="*/ 0 w 4538546"/>
                <a:gd name="connsiteY13" fmla="*/ 4519489 h 4664632"/>
                <a:gd name="connsiteX14" fmla="*/ 87086 w 4538546"/>
                <a:gd name="connsiteY14" fmla="*/ 1384403 h 4664632"/>
                <a:gd name="connsiteX0" fmla="*/ 0 w 5423917"/>
                <a:gd name="connsiteY0" fmla="*/ 1239260 h 4664632"/>
                <a:gd name="connsiteX1" fmla="*/ 928913 w 5423917"/>
                <a:gd name="connsiteY1" fmla="*/ 528060 h 4664632"/>
                <a:gd name="connsiteX2" fmla="*/ 3120569 w 5423917"/>
                <a:gd name="connsiteY2" fmla="*/ 20060 h 4664632"/>
                <a:gd name="connsiteX3" fmla="*/ 4484912 w 5423917"/>
                <a:gd name="connsiteY3" fmla="*/ 513546 h 4664632"/>
                <a:gd name="connsiteX4" fmla="*/ 4702628 w 5423917"/>
                <a:gd name="connsiteY4" fmla="*/ 542575 h 4664632"/>
                <a:gd name="connsiteX5" fmla="*/ 5225140 w 5423917"/>
                <a:gd name="connsiteY5" fmla="*/ 1674689 h 4664632"/>
                <a:gd name="connsiteX6" fmla="*/ 5268684 w 5423917"/>
                <a:gd name="connsiteY6" fmla="*/ 1994003 h 4664632"/>
                <a:gd name="connsiteX7" fmla="*/ 5210627 w 5423917"/>
                <a:gd name="connsiteY7" fmla="*/ 2356860 h 4664632"/>
                <a:gd name="connsiteX8" fmla="*/ 5210627 w 5423917"/>
                <a:gd name="connsiteY8" fmla="*/ 2777775 h 4664632"/>
                <a:gd name="connsiteX9" fmla="*/ 4455884 w 5423917"/>
                <a:gd name="connsiteY9" fmla="*/ 3706689 h 4664632"/>
                <a:gd name="connsiteX10" fmla="*/ 4296228 w 5423917"/>
                <a:gd name="connsiteY10" fmla="*/ 3851832 h 4664632"/>
                <a:gd name="connsiteX11" fmla="*/ 3701142 w 5423917"/>
                <a:gd name="connsiteY11" fmla="*/ 4258232 h 4664632"/>
                <a:gd name="connsiteX12" fmla="*/ 1335314 w 5423917"/>
                <a:gd name="connsiteY12" fmla="*/ 4664632 h 4664632"/>
                <a:gd name="connsiteX13" fmla="*/ 885371 w 5423917"/>
                <a:gd name="connsiteY13" fmla="*/ 4519489 h 4664632"/>
                <a:gd name="connsiteX14" fmla="*/ 0 w 5423917"/>
                <a:gd name="connsiteY14" fmla="*/ 1239260 h 4664632"/>
                <a:gd name="connsiteX0" fmla="*/ 217716 w 5641633"/>
                <a:gd name="connsiteY0" fmla="*/ 1239260 h 4664632"/>
                <a:gd name="connsiteX1" fmla="*/ 1146629 w 5641633"/>
                <a:gd name="connsiteY1" fmla="*/ 528060 h 4664632"/>
                <a:gd name="connsiteX2" fmla="*/ 3338285 w 5641633"/>
                <a:gd name="connsiteY2" fmla="*/ 20060 h 4664632"/>
                <a:gd name="connsiteX3" fmla="*/ 4702628 w 5641633"/>
                <a:gd name="connsiteY3" fmla="*/ 513546 h 4664632"/>
                <a:gd name="connsiteX4" fmla="*/ 4920344 w 5641633"/>
                <a:gd name="connsiteY4" fmla="*/ 542575 h 4664632"/>
                <a:gd name="connsiteX5" fmla="*/ 5442856 w 5641633"/>
                <a:gd name="connsiteY5" fmla="*/ 1674689 h 4664632"/>
                <a:gd name="connsiteX6" fmla="*/ 5486400 w 5641633"/>
                <a:gd name="connsiteY6" fmla="*/ 1994003 h 4664632"/>
                <a:gd name="connsiteX7" fmla="*/ 5428343 w 5641633"/>
                <a:gd name="connsiteY7" fmla="*/ 2356860 h 4664632"/>
                <a:gd name="connsiteX8" fmla="*/ 5428343 w 5641633"/>
                <a:gd name="connsiteY8" fmla="*/ 2777775 h 4664632"/>
                <a:gd name="connsiteX9" fmla="*/ 4673600 w 5641633"/>
                <a:gd name="connsiteY9" fmla="*/ 3706689 h 4664632"/>
                <a:gd name="connsiteX10" fmla="*/ 4513944 w 5641633"/>
                <a:gd name="connsiteY10" fmla="*/ 3851832 h 4664632"/>
                <a:gd name="connsiteX11" fmla="*/ 3918858 w 5641633"/>
                <a:gd name="connsiteY11" fmla="*/ 4258232 h 4664632"/>
                <a:gd name="connsiteX12" fmla="*/ 1553030 w 5641633"/>
                <a:gd name="connsiteY12" fmla="*/ 4664632 h 4664632"/>
                <a:gd name="connsiteX13" fmla="*/ 1103087 w 5641633"/>
                <a:gd name="connsiteY13" fmla="*/ 4519489 h 4664632"/>
                <a:gd name="connsiteX14" fmla="*/ 0 w 5641633"/>
                <a:gd name="connsiteY14" fmla="*/ 1602117 h 4664632"/>
                <a:gd name="connsiteX15" fmla="*/ 217716 w 5641633"/>
                <a:gd name="connsiteY15" fmla="*/ 1239260 h 4664632"/>
                <a:gd name="connsiteX0" fmla="*/ 364928 w 5788845"/>
                <a:gd name="connsiteY0" fmla="*/ 1239260 h 4664632"/>
                <a:gd name="connsiteX1" fmla="*/ 1293841 w 5788845"/>
                <a:gd name="connsiteY1" fmla="*/ 528060 h 4664632"/>
                <a:gd name="connsiteX2" fmla="*/ 3485497 w 5788845"/>
                <a:gd name="connsiteY2" fmla="*/ 20060 h 4664632"/>
                <a:gd name="connsiteX3" fmla="*/ 4849840 w 5788845"/>
                <a:gd name="connsiteY3" fmla="*/ 513546 h 4664632"/>
                <a:gd name="connsiteX4" fmla="*/ 5067556 w 5788845"/>
                <a:gd name="connsiteY4" fmla="*/ 542575 h 4664632"/>
                <a:gd name="connsiteX5" fmla="*/ 5590068 w 5788845"/>
                <a:gd name="connsiteY5" fmla="*/ 1674689 h 4664632"/>
                <a:gd name="connsiteX6" fmla="*/ 5633612 w 5788845"/>
                <a:gd name="connsiteY6" fmla="*/ 1994003 h 4664632"/>
                <a:gd name="connsiteX7" fmla="*/ 5575555 w 5788845"/>
                <a:gd name="connsiteY7" fmla="*/ 2356860 h 4664632"/>
                <a:gd name="connsiteX8" fmla="*/ 5575555 w 5788845"/>
                <a:gd name="connsiteY8" fmla="*/ 2777775 h 4664632"/>
                <a:gd name="connsiteX9" fmla="*/ 4820812 w 5788845"/>
                <a:gd name="connsiteY9" fmla="*/ 3706689 h 4664632"/>
                <a:gd name="connsiteX10" fmla="*/ 4661156 w 5788845"/>
                <a:gd name="connsiteY10" fmla="*/ 3851832 h 4664632"/>
                <a:gd name="connsiteX11" fmla="*/ 4066070 w 5788845"/>
                <a:gd name="connsiteY11" fmla="*/ 4258232 h 4664632"/>
                <a:gd name="connsiteX12" fmla="*/ 1700242 w 5788845"/>
                <a:gd name="connsiteY12" fmla="*/ 4664632 h 4664632"/>
                <a:gd name="connsiteX13" fmla="*/ 1250299 w 5788845"/>
                <a:gd name="connsiteY13" fmla="*/ 4519489 h 4664632"/>
                <a:gd name="connsiteX14" fmla="*/ 69198 w 5788845"/>
                <a:gd name="connsiteY14" fmla="*/ 1720046 h 4664632"/>
                <a:gd name="connsiteX15" fmla="*/ 147212 w 5788845"/>
                <a:gd name="connsiteY15" fmla="*/ 1602117 h 4664632"/>
                <a:gd name="connsiteX16" fmla="*/ 364928 w 5788845"/>
                <a:gd name="connsiteY16" fmla="*/ 1239260 h 4664632"/>
                <a:gd name="connsiteX0" fmla="*/ 800669 w 6224586"/>
                <a:gd name="connsiteY0" fmla="*/ 1239260 h 4664632"/>
                <a:gd name="connsiteX1" fmla="*/ 1729582 w 6224586"/>
                <a:gd name="connsiteY1" fmla="*/ 528060 h 4664632"/>
                <a:gd name="connsiteX2" fmla="*/ 3921238 w 6224586"/>
                <a:gd name="connsiteY2" fmla="*/ 20060 h 4664632"/>
                <a:gd name="connsiteX3" fmla="*/ 5285581 w 6224586"/>
                <a:gd name="connsiteY3" fmla="*/ 513546 h 4664632"/>
                <a:gd name="connsiteX4" fmla="*/ 5503297 w 6224586"/>
                <a:gd name="connsiteY4" fmla="*/ 542575 h 4664632"/>
                <a:gd name="connsiteX5" fmla="*/ 6025809 w 6224586"/>
                <a:gd name="connsiteY5" fmla="*/ 1674689 h 4664632"/>
                <a:gd name="connsiteX6" fmla="*/ 6069353 w 6224586"/>
                <a:gd name="connsiteY6" fmla="*/ 1994003 h 4664632"/>
                <a:gd name="connsiteX7" fmla="*/ 6011296 w 6224586"/>
                <a:gd name="connsiteY7" fmla="*/ 2356860 h 4664632"/>
                <a:gd name="connsiteX8" fmla="*/ 6011296 w 6224586"/>
                <a:gd name="connsiteY8" fmla="*/ 2777775 h 4664632"/>
                <a:gd name="connsiteX9" fmla="*/ 5256553 w 6224586"/>
                <a:gd name="connsiteY9" fmla="*/ 3706689 h 4664632"/>
                <a:gd name="connsiteX10" fmla="*/ 5096897 w 6224586"/>
                <a:gd name="connsiteY10" fmla="*/ 3851832 h 4664632"/>
                <a:gd name="connsiteX11" fmla="*/ 4501811 w 6224586"/>
                <a:gd name="connsiteY11" fmla="*/ 4258232 h 4664632"/>
                <a:gd name="connsiteX12" fmla="*/ 2135983 w 6224586"/>
                <a:gd name="connsiteY12" fmla="*/ 4664632 h 4664632"/>
                <a:gd name="connsiteX13" fmla="*/ 1686040 w 6224586"/>
                <a:gd name="connsiteY13" fmla="*/ 4519489 h 4664632"/>
                <a:gd name="connsiteX14" fmla="*/ 35039 w 6224586"/>
                <a:gd name="connsiteY14" fmla="*/ 2659846 h 4664632"/>
                <a:gd name="connsiteX15" fmla="*/ 504939 w 6224586"/>
                <a:gd name="connsiteY15" fmla="*/ 1720046 h 4664632"/>
                <a:gd name="connsiteX16" fmla="*/ 582953 w 6224586"/>
                <a:gd name="connsiteY16" fmla="*/ 1602117 h 4664632"/>
                <a:gd name="connsiteX17" fmla="*/ 800669 w 6224586"/>
                <a:gd name="connsiteY17" fmla="*/ 1239260 h 4664632"/>
                <a:gd name="connsiteX0" fmla="*/ 856496 w 6280413"/>
                <a:gd name="connsiteY0" fmla="*/ 1239260 h 4664632"/>
                <a:gd name="connsiteX1" fmla="*/ 1785409 w 6280413"/>
                <a:gd name="connsiteY1" fmla="*/ 528060 h 4664632"/>
                <a:gd name="connsiteX2" fmla="*/ 3977065 w 6280413"/>
                <a:gd name="connsiteY2" fmla="*/ 20060 h 4664632"/>
                <a:gd name="connsiteX3" fmla="*/ 5341408 w 6280413"/>
                <a:gd name="connsiteY3" fmla="*/ 513546 h 4664632"/>
                <a:gd name="connsiteX4" fmla="*/ 5559124 w 6280413"/>
                <a:gd name="connsiteY4" fmla="*/ 542575 h 4664632"/>
                <a:gd name="connsiteX5" fmla="*/ 6081636 w 6280413"/>
                <a:gd name="connsiteY5" fmla="*/ 1674689 h 4664632"/>
                <a:gd name="connsiteX6" fmla="*/ 6125180 w 6280413"/>
                <a:gd name="connsiteY6" fmla="*/ 1994003 h 4664632"/>
                <a:gd name="connsiteX7" fmla="*/ 6067123 w 6280413"/>
                <a:gd name="connsiteY7" fmla="*/ 2356860 h 4664632"/>
                <a:gd name="connsiteX8" fmla="*/ 6067123 w 6280413"/>
                <a:gd name="connsiteY8" fmla="*/ 2777775 h 4664632"/>
                <a:gd name="connsiteX9" fmla="*/ 5312380 w 6280413"/>
                <a:gd name="connsiteY9" fmla="*/ 3706689 h 4664632"/>
                <a:gd name="connsiteX10" fmla="*/ 5152724 w 6280413"/>
                <a:gd name="connsiteY10" fmla="*/ 3851832 h 4664632"/>
                <a:gd name="connsiteX11" fmla="*/ 4557638 w 6280413"/>
                <a:gd name="connsiteY11" fmla="*/ 4258232 h 4664632"/>
                <a:gd name="connsiteX12" fmla="*/ 2191810 w 6280413"/>
                <a:gd name="connsiteY12" fmla="*/ 4664632 h 4664632"/>
                <a:gd name="connsiteX13" fmla="*/ 1741867 w 6280413"/>
                <a:gd name="connsiteY13" fmla="*/ 4519489 h 4664632"/>
                <a:gd name="connsiteX14" fmla="*/ 141666 w 6280413"/>
                <a:gd name="connsiteY14" fmla="*/ 3180546 h 4664632"/>
                <a:gd name="connsiteX15" fmla="*/ 90866 w 6280413"/>
                <a:gd name="connsiteY15" fmla="*/ 2659846 h 4664632"/>
                <a:gd name="connsiteX16" fmla="*/ 560766 w 6280413"/>
                <a:gd name="connsiteY16" fmla="*/ 1720046 h 4664632"/>
                <a:gd name="connsiteX17" fmla="*/ 638780 w 6280413"/>
                <a:gd name="connsiteY17" fmla="*/ 1602117 h 4664632"/>
                <a:gd name="connsiteX18" fmla="*/ 856496 w 6280413"/>
                <a:gd name="connsiteY18" fmla="*/ 1239260 h 4664632"/>
                <a:gd name="connsiteX0" fmla="*/ 777655 w 6201572"/>
                <a:gd name="connsiteY0" fmla="*/ 1239260 h 4664632"/>
                <a:gd name="connsiteX1" fmla="*/ 1706568 w 6201572"/>
                <a:gd name="connsiteY1" fmla="*/ 528060 h 4664632"/>
                <a:gd name="connsiteX2" fmla="*/ 3898224 w 6201572"/>
                <a:gd name="connsiteY2" fmla="*/ 20060 h 4664632"/>
                <a:gd name="connsiteX3" fmla="*/ 5262567 w 6201572"/>
                <a:gd name="connsiteY3" fmla="*/ 513546 h 4664632"/>
                <a:gd name="connsiteX4" fmla="*/ 5480283 w 6201572"/>
                <a:gd name="connsiteY4" fmla="*/ 542575 h 4664632"/>
                <a:gd name="connsiteX5" fmla="*/ 6002795 w 6201572"/>
                <a:gd name="connsiteY5" fmla="*/ 1674689 h 4664632"/>
                <a:gd name="connsiteX6" fmla="*/ 6046339 w 6201572"/>
                <a:gd name="connsiteY6" fmla="*/ 1994003 h 4664632"/>
                <a:gd name="connsiteX7" fmla="*/ 5988282 w 6201572"/>
                <a:gd name="connsiteY7" fmla="*/ 2356860 h 4664632"/>
                <a:gd name="connsiteX8" fmla="*/ 5988282 w 6201572"/>
                <a:gd name="connsiteY8" fmla="*/ 2777775 h 4664632"/>
                <a:gd name="connsiteX9" fmla="*/ 5233539 w 6201572"/>
                <a:gd name="connsiteY9" fmla="*/ 3706689 h 4664632"/>
                <a:gd name="connsiteX10" fmla="*/ 5073883 w 6201572"/>
                <a:gd name="connsiteY10" fmla="*/ 3851832 h 4664632"/>
                <a:gd name="connsiteX11" fmla="*/ 4478797 w 6201572"/>
                <a:gd name="connsiteY11" fmla="*/ 4258232 h 4664632"/>
                <a:gd name="connsiteX12" fmla="*/ 2112969 w 6201572"/>
                <a:gd name="connsiteY12" fmla="*/ 4664632 h 4664632"/>
                <a:gd name="connsiteX13" fmla="*/ 1663026 w 6201572"/>
                <a:gd name="connsiteY13" fmla="*/ 4519489 h 4664632"/>
                <a:gd name="connsiteX14" fmla="*/ 253326 w 6201572"/>
                <a:gd name="connsiteY14" fmla="*/ 3815546 h 4664632"/>
                <a:gd name="connsiteX15" fmla="*/ 62825 w 6201572"/>
                <a:gd name="connsiteY15" fmla="*/ 3180546 h 4664632"/>
                <a:gd name="connsiteX16" fmla="*/ 12025 w 6201572"/>
                <a:gd name="connsiteY16" fmla="*/ 2659846 h 4664632"/>
                <a:gd name="connsiteX17" fmla="*/ 481925 w 6201572"/>
                <a:gd name="connsiteY17" fmla="*/ 1720046 h 4664632"/>
                <a:gd name="connsiteX18" fmla="*/ 559939 w 6201572"/>
                <a:gd name="connsiteY18" fmla="*/ 1602117 h 4664632"/>
                <a:gd name="connsiteX19" fmla="*/ 777655 w 6201572"/>
                <a:gd name="connsiteY19" fmla="*/ 1239260 h 4664632"/>
                <a:gd name="connsiteX0" fmla="*/ 777655 w 6201572"/>
                <a:gd name="connsiteY0" fmla="*/ 1239260 h 4664632"/>
                <a:gd name="connsiteX1" fmla="*/ 1706568 w 6201572"/>
                <a:gd name="connsiteY1" fmla="*/ 528060 h 4664632"/>
                <a:gd name="connsiteX2" fmla="*/ 3898224 w 6201572"/>
                <a:gd name="connsiteY2" fmla="*/ 20060 h 4664632"/>
                <a:gd name="connsiteX3" fmla="*/ 5262567 w 6201572"/>
                <a:gd name="connsiteY3" fmla="*/ 513546 h 4664632"/>
                <a:gd name="connsiteX4" fmla="*/ 5480283 w 6201572"/>
                <a:gd name="connsiteY4" fmla="*/ 542575 h 4664632"/>
                <a:gd name="connsiteX5" fmla="*/ 6002795 w 6201572"/>
                <a:gd name="connsiteY5" fmla="*/ 1674689 h 4664632"/>
                <a:gd name="connsiteX6" fmla="*/ 6046339 w 6201572"/>
                <a:gd name="connsiteY6" fmla="*/ 1994003 h 4664632"/>
                <a:gd name="connsiteX7" fmla="*/ 5988282 w 6201572"/>
                <a:gd name="connsiteY7" fmla="*/ 2356860 h 4664632"/>
                <a:gd name="connsiteX8" fmla="*/ 5988282 w 6201572"/>
                <a:gd name="connsiteY8" fmla="*/ 2777775 h 4664632"/>
                <a:gd name="connsiteX9" fmla="*/ 5233539 w 6201572"/>
                <a:gd name="connsiteY9" fmla="*/ 3706689 h 4664632"/>
                <a:gd name="connsiteX10" fmla="*/ 5073883 w 6201572"/>
                <a:gd name="connsiteY10" fmla="*/ 3851832 h 4664632"/>
                <a:gd name="connsiteX11" fmla="*/ 4478797 w 6201572"/>
                <a:gd name="connsiteY11" fmla="*/ 4258232 h 4664632"/>
                <a:gd name="connsiteX12" fmla="*/ 2112969 w 6201572"/>
                <a:gd name="connsiteY12" fmla="*/ 4664632 h 4664632"/>
                <a:gd name="connsiteX13" fmla="*/ 1663026 w 6201572"/>
                <a:gd name="connsiteY13" fmla="*/ 4519489 h 4664632"/>
                <a:gd name="connsiteX14" fmla="*/ 481925 w 6201572"/>
                <a:gd name="connsiteY14" fmla="*/ 4018746 h 4664632"/>
                <a:gd name="connsiteX15" fmla="*/ 253326 w 6201572"/>
                <a:gd name="connsiteY15" fmla="*/ 3815546 h 4664632"/>
                <a:gd name="connsiteX16" fmla="*/ 62825 w 6201572"/>
                <a:gd name="connsiteY16" fmla="*/ 3180546 h 4664632"/>
                <a:gd name="connsiteX17" fmla="*/ 12025 w 6201572"/>
                <a:gd name="connsiteY17" fmla="*/ 2659846 h 4664632"/>
                <a:gd name="connsiteX18" fmla="*/ 481925 w 6201572"/>
                <a:gd name="connsiteY18" fmla="*/ 1720046 h 4664632"/>
                <a:gd name="connsiteX19" fmla="*/ 559939 w 6201572"/>
                <a:gd name="connsiteY19" fmla="*/ 1602117 h 4664632"/>
                <a:gd name="connsiteX20" fmla="*/ 777655 w 6201572"/>
                <a:gd name="connsiteY20" fmla="*/ 1239260 h 4664632"/>
                <a:gd name="connsiteX0" fmla="*/ 777655 w 6201572"/>
                <a:gd name="connsiteY0" fmla="*/ 1239260 h 4664632"/>
                <a:gd name="connsiteX1" fmla="*/ 1706568 w 6201572"/>
                <a:gd name="connsiteY1" fmla="*/ 528060 h 4664632"/>
                <a:gd name="connsiteX2" fmla="*/ 3898224 w 6201572"/>
                <a:gd name="connsiteY2" fmla="*/ 20060 h 4664632"/>
                <a:gd name="connsiteX3" fmla="*/ 5262567 w 6201572"/>
                <a:gd name="connsiteY3" fmla="*/ 513546 h 4664632"/>
                <a:gd name="connsiteX4" fmla="*/ 5480283 w 6201572"/>
                <a:gd name="connsiteY4" fmla="*/ 542575 h 4664632"/>
                <a:gd name="connsiteX5" fmla="*/ 6002795 w 6201572"/>
                <a:gd name="connsiteY5" fmla="*/ 1674689 h 4664632"/>
                <a:gd name="connsiteX6" fmla="*/ 6046339 w 6201572"/>
                <a:gd name="connsiteY6" fmla="*/ 1994003 h 4664632"/>
                <a:gd name="connsiteX7" fmla="*/ 5988282 w 6201572"/>
                <a:gd name="connsiteY7" fmla="*/ 2356860 h 4664632"/>
                <a:gd name="connsiteX8" fmla="*/ 5988282 w 6201572"/>
                <a:gd name="connsiteY8" fmla="*/ 2777775 h 4664632"/>
                <a:gd name="connsiteX9" fmla="*/ 5233539 w 6201572"/>
                <a:gd name="connsiteY9" fmla="*/ 3706689 h 4664632"/>
                <a:gd name="connsiteX10" fmla="*/ 5073883 w 6201572"/>
                <a:gd name="connsiteY10" fmla="*/ 3851832 h 4664632"/>
                <a:gd name="connsiteX11" fmla="*/ 4478797 w 6201572"/>
                <a:gd name="connsiteY11" fmla="*/ 4258232 h 4664632"/>
                <a:gd name="connsiteX12" fmla="*/ 2112969 w 6201572"/>
                <a:gd name="connsiteY12" fmla="*/ 4664632 h 4664632"/>
                <a:gd name="connsiteX13" fmla="*/ 1663026 w 6201572"/>
                <a:gd name="connsiteY13" fmla="*/ 4519489 h 4664632"/>
                <a:gd name="connsiteX14" fmla="*/ 748625 w 6201572"/>
                <a:gd name="connsiteY14" fmla="*/ 4260046 h 4664632"/>
                <a:gd name="connsiteX15" fmla="*/ 481925 w 6201572"/>
                <a:gd name="connsiteY15" fmla="*/ 4018746 h 4664632"/>
                <a:gd name="connsiteX16" fmla="*/ 253326 w 6201572"/>
                <a:gd name="connsiteY16" fmla="*/ 3815546 h 4664632"/>
                <a:gd name="connsiteX17" fmla="*/ 62825 w 6201572"/>
                <a:gd name="connsiteY17" fmla="*/ 3180546 h 4664632"/>
                <a:gd name="connsiteX18" fmla="*/ 12025 w 6201572"/>
                <a:gd name="connsiteY18" fmla="*/ 2659846 h 4664632"/>
                <a:gd name="connsiteX19" fmla="*/ 481925 w 6201572"/>
                <a:gd name="connsiteY19" fmla="*/ 1720046 h 4664632"/>
                <a:gd name="connsiteX20" fmla="*/ 559939 w 6201572"/>
                <a:gd name="connsiteY20" fmla="*/ 1602117 h 4664632"/>
                <a:gd name="connsiteX21" fmla="*/ 777655 w 6201572"/>
                <a:gd name="connsiteY21" fmla="*/ 1239260 h 4664632"/>
                <a:gd name="connsiteX0" fmla="*/ 777655 w 6201572"/>
                <a:gd name="connsiteY0" fmla="*/ 1239260 h 4664632"/>
                <a:gd name="connsiteX1" fmla="*/ 1706568 w 6201572"/>
                <a:gd name="connsiteY1" fmla="*/ 528060 h 4664632"/>
                <a:gd name="connsiteX2" fmla="*/ 3898224 w 6201572"/>
                <a:gd name="connsiteY2" fmla="*/ 20060 h 4664632"/>
                <a:gd name="connsiteX3" fmla="*/ 5262567 w 6201572"/>
                <a:gd name="connsiteY3" fmla="*/ 513546 h 4664632"/>
                <a:gd name="connsiteX4" fmla="*/ 5480283 w 6201572"/>
                <a:gd name="connsiteY4" fmla="*/ 542575 h 4664632"/>
                <a:gd name="connsiteX5" fmla="*/ 6002795 w 6201572"/>
                <a:gd name="connsiteY5" fmla="*/ 1674689 h 4664632"/>
                <a:gd name="connsiteX6" fmla="*/ 6046339 w 6201572"/>
                <a:gd name="connsiteY6" fmla="*/ 1994003 h 4664632"/>
                <a:gd name="connsiteX7" fmla="*/ 5988282 w 6201572"/>
                <a:gd name="connsiteY7" fmla="*/ 2356860 h 4664632"/>
                <a:gd name="connsiteX8" fmla="*/ 5988282 w 6201572"/>
                <a:gd name="connsiteY8" fmla="*/ 2777775 h 4664632"/>
                <a:gd name="connsiteX9" fmla="*/ 5233539 w 6201572"/>
                <a:gd name="connsiteY9" fmla="*/ 3706689 h 4664632"/>
                <a:gd name="connsiteX10" fmla="*/ 5073883 w 6201572"/>
                <a:gd name="connsiteY10" fmla="*/ 3851832 h 4664632"/>
                <a:gd name="connsiteX11" fmla="*/ 4478797 w 6201572"/>
                <a:gd name="connsiteY11" fmla="*/ 4258232 h 4664632"/>
                <a:gd name="connsiteX12" fmla="*/ 2112969 w 6201572"/>
                <a:gd name="connsiteY12" fmla="*/ 4664632 h 4664632"/>
                <a:gd name="connsiteX13" fmla="*/ 1663026 w 6201572"/>
                <a:gd name="connsiteY13" fmla="*/ 4519489 h 4664632"/>
                <a:gd name="connsiteX14" fmla="*/ 748625 w 6201572"/>
                <a:gd name="connsiteY14" fmla="*/ 4260046 h 4664632"/>
                <a:gd name="connsiteX15" fmla="*/ 481925 w 6201572"/>
                <a:gd name="connsiteY15" fmla="*/ 4018746 h 4664632"/>
                <a:gd name="connsiteX16" fmla="*/ 253326 w 6201572"/>
                <a:gd name="connsiteY16" fmla="*/ 3815546 h 4664632"/>
                <a:gd name="connsiteX17" fmla="*/ 62825 w 6201572"/>
                <a:gd name="connsiteY17" fmla="*/ 3180546 h 4664632"/>
                <a:gd name="connsiteX18" fmla="*/ 12025 w 6201572"/>
                <a:gd name="connsiteY18" fmla="*/ 2659846 h 4664632"/>
                <a:gd name="connsiteX19" fmla="*/ 481925 w 6201572"/>
                <a:gd name="connsiteY19" fmla="*/ 1720046 h 4664632"/>
                <a:gd name="connsiteX20" fmla="*/ 559939 w 6201572"/>
                <a:gd name="connsiteY20" fmla="*/ 1602117 h 4664632"/>
                <a:gd name="connsiteX21" fmla="*/ 777655 w 6201572"/>
                <a:gd name="connsiteY21" fmla="*/ 1239260 h 4664632"/>
                <a:gd name="connsiteX0" fmla="*/ 777655 w 6201572"/>
                <a:gd name="connsiteY0" fmla="*/ 1239260 h 4664632"/>
                <a:gd name="connsiteX1" fmla="*/ 1706568 w 6201572"/>
                <a:gd name="connsiteY1" fmla="*/ 528060 h 4664632"/>
                <a:gd name="connsiteX2" fmla="*/ 3898224 w 6201572"/>
                <a:gd name="connsiteY2" fmla="*/ 20060 h 4664632"/>
                <a:gd name="connsiteX3" fmla="*/ 5262567 w 6201572"/>
                <a:gd name="connsiteY3" fmla="*/ 513546 h 4664632"/>
                <a:gd name="connsiteX4" fmla="*/ 5480283 w 6201572"/>
                <a:gd name="connsiteY4" fmla="*/ 542575 h 4664632"/>
                <a:gd name="connsiteX5" fmla="*/ 6002795 w 6201572"/>
                <a:gd name="connsiteY5" fmla="*/ 1674689 h 4664632"/>
                <a:gd name="connsiteX6" fmla="*/ 6046339 w 6201572"/>
                <a:gd name="connsiteY6" fmla="*/ 1994003 h 4664632"/>
                <a:gd name="connsiteX7" fmla="*/ 5988282 w 6201572"/>
                <a:gd name="connsiteY7" fmla="*/ 2356860 h 4664632"/>
                <a:gd name="connsiteX8" fmla="*/ 5988282 w 6201572"/>
                <a:gd name="connsiteY8" fmla="*/ 2777775 h 4664632"/>
                <a:gd name="connsiteX9" fmla="*/ 5233539 w 6201572"/>
                <a:gd name="connsiteY9" fmla="*/ 3706689 h 4664632"/>
                <a:gd name="connsiteX10" fmla="*/ 5073883 w 6201572"/>
                <a:gd name="connsiteY10" fmla="*/ 3851832 h 4664632"/>
                <a:gd name="connsiteX11" fmla="*/ 4478797 w 6201572"/>
                <a:gd name="connsiteY11" fmla="*/ 4258232 h 4664632"/>
                <a:gd name="connsiteX12" fmla="*/ 2112969 w 6201572"/>
                <a:gd name="connsiteY12" fmla="*/ 4664632 h 4664632"/>
                <a:gd name="connsiteX13" fmla="*/ 1663026 w 6201572"/>
                <a:gd name="connsiteY13" fmla="*/ 4519489 h 4664632"/>
                <a:gd name="connsiteX14" fmla="*/ 748625 w 6201572"/>
                <a:gd name="connsiteY14" fmla="*/ 4260046 h 4664632"/>
                <a:gd name="connsiteX15" fmla="*/ 481925 w 6201572"/>
                <a:gd name="connsiteY15" fmla="*/ 4018746 h 4664632"/>
                <a:gd name="connsiteX16" fmla="*/ 253326 w 6201572"/>
                <a:gd name="connsiteY16" fmla="*/ 3815546 h 4664632"/>
                <a:gd name="connsiteX17" fmla="*/ 62825 w 6201572"/>
                <a:gd name="connsiteY17" fmla="*/ 3180546 h 4664632"/>
                <a:gd name="connsiteX18" fmla="*/ 12025 w 6201572"/>
                <a:gd name="connsiteY18" fmla="*/ 2659846 h 4664632"/>
                <a:gd name="connsiteX19" fmla="*/ 481925 w 6201572"/>
                <a:gd name="connsiteY19" fmla="*/ 1720046 h 4664632"/>
                <a:gd name="connsiteX20" fmla="*/ 559939 w 6201572"/>
                <a:gd name="connsiteY20" fmla="*/ 1602117 h 4664632"/>
                <a:gd name="connsiteX21" fmla="*/ 777655 w 6201572"/>
                <a:gd name="connsiteY21" fmla="*/ 1239260 h 4664632"/>
                <a:gd name="connsiteX0" fmla="*/ 853456 w 6277373"/>
                <a:gd name="connsiteY0" fmla="*/ 1239260 h 4664632"/>
                <a:gd name="connsiteX1" fmla="*/ 1782369 w 6277373"/>
                <a:gd name="connsiteY1" fmla="*/ 528060 h 4664632"/>
                <a:gd name="connsiteX2" fmla="*/ 3974025 w 6277373"/>
                <a:gd name="connsiteY2" fmla="*/ 20060 h 4664632"/>
                <a:gd name="connsiteX3" fmla="*/ 5338368 w 6277373"/>
                <a:gd name="connsiteY3" fmla="*/ 513546 h 4664632"/>
                <a:gd name="connsiteX4" fmla="*/ 5556084 w 6277373"/>
                <a:gd name="connsiteY4" fmla="*/ 542575 h 4664632"/>
                <a:gd name="connsiteX5" fmla="*/ 6078596 w 6277373"/>
                <a:gd name="connsiteY5" fmla="*/ 1674689 h 4664632"/>
                <a:gd name="connsiteX6" fmla="*/ 6122140 w 6277373"/>
                <a:gd name="connsiteY6" fmla="*/ 1994003 h 4664632"/>
                <a:gd name="connsiteX7" fmla="*/ 6064083 w 6277373"/>
                <a:gd name="connsiteY7" fmla="*/ 2356860 h 4664632"/>
                <a:gd name="connsiteX8" fmla="*/ 6064083 w 6277373"/>
                <a:gd name="connsiteY8" fmla="*/ 2777775 h 4664632"/>
                <a:gd name="connsiteX9" fmla="*/ 5309340 w 6277373"/>
                <a:gd name="connsiteY9" fmla="*/ 3706689 h 4664632"/>
                <a:gd name="connsiteX10" fmla="*/ 5149684 w 6277373"/>
                <a:gd name="connsiteY10" fmla="*/ 3851832 h 4664632"/>
                <a:gd name="connsiteX11" fmla="*/ 4554598 w 6277373"/>
                <a:gd name="connsiteY11" fmla="*/ 4258232 h 4664632"/>
                <a:gd name="connsiteX12" fmla="*/ 2188770 w 6277373"/>
                <a:gd name="connsiteY12" fmla="*/ 4664632 h 4664632"/>
                <a:gd name="connsiteX13" fmla="*/ 1738827 w 6277373"/>
                <a:gd name="connsiteY13" fmla="*/ 4519489 h 4664632"/>
                <a:gd name="connsiteX14" fmla="*/ 824426 w 6277373"/>
                <a:gd name="connsiteY14" fmla="*/ 4260046 h 4664632"/>
                <a:gd name="connsiteX15" fmla="*/ 557726 w 6277373"/>
                <a:gd name="connsiteY15" fmla="*/ 4018746 h 4664632"/>
                <a:gd name="connsiteX16" fmla="*/ 329127 w 6277373"/>
                <a:gd name="connsiteY16" fmla="*/ 3815546 h 4664632"/>
                <a:gd name="connsiteX17" fmla="*/ 138626 w 6277373"/>
                <a:gd name="connsiteY17" fmla="*/ 3180546 h 4664632"/>
                <a:gd name="connsiteX18" fmla="*/ 87826 w 6277373"/>
                <a:gd name="connsiteY18" fmla="*/ 2659846 h 4664632"/>
                <a:gd name="connsiteX19" fmla="*/ 557726 w 6277373"/>
                <a:gd name="connsiteY19" fmla="*/ 1720046 h 4664632"/>
                <a:gd name="connsiteX20" fmla="*/ 635740 w 6277373"/>
                <a:gd name="connsiteY20" fmla="*/ 1602117 h 4664632"/>
                <a:gd name="connsiteX21" fmla="*/ 853456 w 6277373"/>
                <a:gd name="connsiteY21" fmla="*/ 1239260 h 4664632"/>
                <a:gd name="connsiteX0" fmla="*/ 899115 w 6323032"/>
                <a:gd name="connsiteY0" fmla="*/ 1239260 h 4664632"/>
                <a:gd name="connsiteX1" fmla="*/ 1828028 w 6323032"/>
                <a:gd name="connsiteY1" fmla="*/ 528060 h 4664632"/>
                <a:gd name="connsiteX2" fmla="*/ 4019684 w 6323032"/>
                <a:gd name="connsiteY2" fmla="*/ 20060 h 4664632"/>
                <a:gd name="connsiteX3" fmla="*/ 5384027 w 6323032"/>
                <a:gd name="connsiteY3" fmla="*/ 513546 h 4664632"/>
                <a:gd name="connsiteX4" fmla="*/ 5601743 w 6323032"/>
                <a:gd name="connsiteY4" fmla="*/ 542575 h 4664632"/>
                <a:gd name="connsiteX5" fmla="*/ 6124255 w 6323032"/>
                <a:gd name="connsiteY5" fmla="*/ 1674689 h 4664632"/>
                <a:gd name="connsiteX6" fmla="*/ 6167799 w 6323032"/>
                <a:gd name="connsiteY6" fmla="*/ 1994003 h 4664632"/>
                <a:gd name="connsiteX7" fmla="*/ 6109742 w 6323032"/>
                <a:gd name="connsiteY7" fmla="*/ 2356860 h 4664632"/>
                <a:gd name="connsiteX8" fmla="*/ 6109742 w 6323032"/>
                <a:gd name="connsiteY8" fmla="*/ 2777775 h 4664632"/>
                <a:gd name="connsiteX9" fmla="*/ 5354999 w 6323032"/>
                <a:gd name="connsiteY9" fmla="*/ 3706689 h 4664632"/>
                <a:gd name="connsiteX10" fmla="*/ 5195343 w 6323032"/>
                <a:gd name="connsiteY10" fmla="*/ 3851832 h 4664632"/>
                <a:gd name="connsiteX11" fmla="*/ 4600257 w 6323032"/>
                <a:gd name="connsiteY11" fmla="*/ 4258232 h 4664632"/>
                <a:gd name="connsiteX12" fmla="*/ 2234429 w 6323032"/>
                <a:gd name="connsiteY12" fmla="*/ 4664632 h 4664632"/>
                <a:gd name="connsiteX13" fmla="*/ 1784486 w 6323032"/>
                <a:gd name="connsiteY13" fmla="*/ 4519489 h 4664632"/>
                <a:gd name="connsiteX14" fmla="*/ 870085 w 6323032"/>
                <a:gd name="connsiteY14" fmla="*/ 4260046 h 4664632"/>
                <a:gd name="connsiteX15" fmla="*/ 603385 w 6323032"/>
                <a:gd name="connsiteY15" fmla="*/ 4018746 h 4664632"/>
                <a:gd name="connsiteX16" fmla="*/ 374786 w 6323032"/>
                <a:gd name="connsiteY16" fmla="*/ 3815546 h 4664632"/>
                <a:gd name="connsiteX17" fmla="*/ 184285 w 6323032"/>
                <a:gd name="connsiteY17" fmla="*/ 3180546 h 4664632"/>
                <a:gd name="connsiteX18" fmla="*/ 133485 w 6323032"/>
                <a:gd name="connsiteY18" fmla="*/ 2659846 h 4664632"/>
                <a:gd name="connsiteX19" fmla="*/ 603385 w 6323032"/>
                <a:gd name="connsiteY19" fmla="*/ 1720046 h 4664632"/>
                <a:gd name="connsiteX20" fmla="*/ 681399 w 6323032"/>
                <a:gd name="connsiteY20" fmla="*/ 1602117 h 4664632"/>
                <a:gd name="connsiteX21" fmla="*/ 899115 w 6323032"/>
                <a:gd name="connsiteY21" fmla="*/ 1239260 h 4664632"/>
                <a:gd name="connsiteX0" fmla="*/ 827650 w 6251567"/>
                <a:gd name="connsiteY0" fmla="*/ 1239260 h 4664632"/>
                <a:gd name="connsiteX1" fmla="*/ 1756563 w 6251567"/>
                <a:gd name="connsiteY1" fmla="*/ 528060 h 4664632"/>
                <a:gd name="connsiteX2" fmla="*/ 3948219 w 6251567"/>
                <a:gd name="connsiteY2" fmla="*/ 20060 h 4664632"/>
                <a:gd name="connsiteX3" fmla="*/ 5312562 w 6251567"/>
                <a:gd name="connsiteY3" fmla="*/ 513546 h 4664632"/>
                <a:gd name="connsiteX4" fmla="*/ 5530278 w 6251567"/>
                <a:gd name="connsiteY4" fmla="*/ 542575 h 4664632"/>
                <a:gd name="connsiteX5" fmla="*/ 6052790 w 6251567"/>
                <a:gd name="connsiteY5" fmla="*/ 1674689 h 4664632"/>
                <a:gd name="connsiteX6" fmla="*/ 6096334 w 6251567"/>
                <a:gd name="connsiteY6" fmla="*/ 1994003 h 4664632"/>
                <a:gd name="connsiteX7" fmla="*/ 6038277 w 6251567"/>
                <a:gd name="connsiteY7" fmla="*/ 2356860 h 4664632"/>
                <a:gd name="connsiteX8" fmla="*/ 6038277 w 6251567"/>
                <a:gd name="connsiteY8" fmla="*/ 2777775 h 4664632"/>
                <a:gd name="connsiteX9" fmla="*/ 5283534 w 6251567"/>
                <a:gd name="connsiteY9" fmla="*/ 3706689 h 4664632"/>
                <a:gd name="connsiteX10" fmla="*/ 5123878 w 6251567"/>
                <a:gd name="connsiteY10" fmla="*/ 3851832 h 4664632"/>
                <a:gd name="connsiteX11" fmla="*/ 4528792 w 6251567"/>
                <a:gd name="connsiteY11" fmla="*/ 4258232 h 4664632"/>
                <a:gd name="connsiteX12" fmla="*/ 2162964 w 6251567"/>
                <a:gd name="connsiteY12" fmla="*/ 4664632 h 4664632"/>
                <a:gd name="connsiteX13" fmla="*/ 1713021 w 6251567"/>
                <a:gd name="connsiteY13" fmla="*/ 4519489 h 4664632"/>
                <a:gd name="connsiteX14" fmla="*/ 798620 w 6251567"/>
                <a:gd name="connsiteY14" fmla="*/ 4260046 h 4664632"/>
                <a:gd name="connsiteX15" fmla="*/ 531920 w 6251567"/>
                <a:gd name="connsiteY15" fmla="*/ 4018746 h 4664632"/>
                <a:gd name="connsiteX16" fmla="*/ 303321 w 6251567"/>
                <a:gd name="connsiteY16" fmla="*/ 3815546 h 4664632"/>
                <a:gd name="connsiteX17" fmla="*/ 112820 w 6251567"/>
                <a:gd name="connsiteY17" fmla="*/ 3180546 h 4664632"/>
                <a:gd name="connsiteX18" fmla="*/ 62020 w 6251567"/>
                <a:gd name="connsiteY18" fmla="*/ 2659846 h 4664632"/>
                <a:gd name="connsiteX19" fmla="*/ 531920 w 6251567"/>
                <a:gd name="connsiteY19" fmla="*/ 1720046 h 4664632"/>
                <a:gd name="connsiteX20" fmla="*/ 609934 w 6251567"/>
                <a:gd name="connsiteY20" fmla="*/ 1602117 h 4664632"/>
                <a:gd name="connsiteX21" fmla="*/ 827650 w 6251567"/>
                <a:gd name="connsiteY21" fmla="*/ 1239260 h 4664632"/>
                <a:gd name="connsiteX0" fmla="*/ 827650 w 6251567"/>
                <a:gd name="connsiteY0" fmla="*/ 1239260 h 4664632"/>
                <a:gd name="connsiteX1" fmla="*/ 1756563 w 6251567"/>
                <a:gd name="connsiteY1" fmla="*/ 528060 h 4664632"/>
                <a:gd name="connsiteX2" fmla="*/ 3948219 w 6251567"/>
                <a:gd name="connsiteY2" fmla="*/ 20060 h 4664632"/>
                <a:gd name="connsiteX3" fmla="*/ 5312562 w 6251567"/>
                <a:gd name="connsiteY3" fmla="*/ 513546 h 4664632"/>
                <a:gd name="connsiteX4" fmla="*/ 5530278 w 6251567"/>
                <a:gd name="connsiteY4" fmla="*/ 542575 h 4664632"/>
                <a:gd name="connsiteX5" fmla="*/ 6052790 w 6251567"/>
                <a:gd name="connsiteY5" fmla="*/ 1674689 h 4664632"/>
                <a:gd name="connsiteX6" fmla="*/ 6096334 w 6251567"/>
                <a:gd name="connsiteY6" fmla="*/ 1994003 h 4664632"/>
                <a:gd name="connsiteX7" fmla="*/ 6038277 w 6251567"/>
                <a:gd name="connsiteY7" fmla="*/ 2356860 h 4664632"/>
                <a:gd name="connsiteX8" fmla="*/ 6038277 w 6251567"/>
                <a:gd name="connsiteY8" fmla="*/ 2777775 h 4664632"/>
                <a:gd name="connsiteX9" fmla="*/ 5283534 w 6251567"/>
                <a:gd name="connsiteY9" fmla="*/ 3706689 h 4664632"/>
                <a:gd name="connsiteX10" fmla="*/ 5123878 w 6251567"/>
                <a:gd name="connsiteY10" fmla="*/ 3851832 h 4664632"/>
                <a:gd name="connsiteX11" fmla="*/ 4528792 w 6251567"/>
                <a:gd name="connsiteY11" fmla="*/ 4258232 h 4664632"/>
                <a:gd name="connsiteX12" fmla="*/ 2162964 w 6251567"/>
                <a:gd name="connsiteY12" fmla="*/ 4664632 h 4664632"/>
                <a:gd name="connsiteX13" fmla="*/ 1713021 w 6251567"/>
                <a:gd name="connsiteY13" fmla="*/ 4519489 h 4664632"/>
                <a:gd name="connsiteX14" fmla="*/ 798620 w 6251567"/>
                <a:gd name="connsiteY14" fmla="*/ 4260046 h 4664632"/>
                <a:gd name="connsiteX15" fmla="*/ 531920 w 6251567"/>
                <a:gd name="connsiteY15" fmla="*/ 4018746 h 4664632"/>
                <a:gd name="connsiteX16" fmla="*/ 303321 w 6251567"/>
                <a:gd name="connsiteY16" fmla="*/ 3815546 h 4664632"/>
                <a:gd name="connsiteX17" fmla="*/ 112820 w 6251567"/>
                <a:gd name="connsiteY17" fmla="*/ 3180546 h 4664632"/>
                <a:gd name="connsiteX18" fmla="*/ 62020 w 6251567"/>
                <a:gd name="connsiteY18" fmla="*/ 2659846 h 4664632"/>
                <a:gd name="connsiteX19" fmla="*/ 531920 w 6251567"/>
                <a:gd name="connsiteY19" fmla="*/ 1720046 h 4664632"/>
                <a:gd name="connsiteX20" fmla="*/ 609934 w 6251567"/>
                <a:gd name="connsiteY20" fmla="*/ 1602117 h 4664632"/>
                <a:gd name="connsiteX21" fmla="*/ 827650 w 6251567"/>
                <a:gd name="connsiteY21" fmla="*/ 1239260 h 4664632"/>
                <a:gd name="connsiteX0" fmla="*/ 847561 w 6271478"/>
                <a:gd name="connsiteY0" fmla="*/ 1239260 h 4664632"/>
                <a:gd name="connsiteX1" fmla="*/ 1776474 w 6271478"/>
                <a:gd name="connsiteY1" fmla="*/ 528060 h 4664632"/>
                <a:gd name="connsiteX2" fmla="*/ 3968130 w 6271478"/>
                <a:gd name="connsiteY2" fmla="*/ 20060 h 4664632"/>
                <a:gd name="connsiteX3" fmla="*/ 5332473 w 6271478"/>
                <a:gd name="connsiteY3" fmla="*/ 513546 h 4664632"/>
                <a:gd name="connsiteX4" fmla="*/ 5550189 w 6271478"/>
                <a:gd name="connsiteY4" fmla="*/ 542575 h 4664632"/>
                <a:gd name="connsiteX5" fmla="*/ 6072701 w 6271478"/>
                <a:gd name="connsiteY5" fmla="*/ 1674689 h 4664632"/>
                <a:gd name="connsiteX6" fmla="*/ 6116245 w 6271478"/>
                <a:gd name="connsiteY6" fmla="*/ 1994003 h 4664632"/>
                <a:gd name="connsiteX7" fmla="*/ 6058188 w 6271478"/>
                <a:gd name="connsiteY7" fmla="*/ 2356860 h 4664632"/>
                <a:gd name="connsiteX8" fmla="*/ 6058188 w 6271478"/>
                <a:gd name="connsiteY8" fmla="*/ 2777775 h 4664632"/>
                <a:gd name="connsiteX9" fmla="*/ 5303445 w 6271478"/>
                <a:gd name="connsiteY9" fmla="*/ 3706689 h 4664632"/>
                <a:gd name="connsiteX10" fmla="*/ 5143789 w 6271478"/>
                <a:gd name="connsiteY10" fmla="*/ 3851832 h 4664632"/>
                <a:gd name="connsiteX11" fmla="*/ 4548703 w 6271478"/>
                <a:gd name="connsiteY11" fmla="*/ 4258232 h 4664632"/>
                <a:gd name="connsiteX12" fmla="*/ 2182875 w 6271478"/>
                <a:gd name="connsiteY12" fmla="*/ 4664632 h 4664632"/>
                <a:gd name="connsiteX13" fmla="*/ 1732932 w 6271478"/>
                <a:gd name="connsiteY13" fmla="*/ 4519489 h 4664632"/>
                <a:gd name="connsiteX14" fmla="*/ 818531 w 6271478"/>
                <a:gd name="connsiteY14" fmla="*/ 4260046 h 4664632"/>
                <a:gd name="connsiteX15" fmla="*/ 551831 w 6271478"/>
                <a:gd name="connsiteY15" fmla="*/ 4018746 h 4664632"/>
                <a:gd name="connsiteX16" fmla="*/ 323232 w 6271478"/>
                <a:gd name="connsiteY16" fmla="*/ 3815546 h 4664632"/>
                <a:gd name="connsiteX17" fmla="*/ 132731 w 6271478"/>
                <a:gd name="connsiteY17" fmla="*/ 3180546 h 4664632"/>
                <a:gd name="connsiteX18" fmla="*/ 81931 w 6271478"/>
                <a:gd name="connsiteY18" fmla="*/ 2659846 h 4664632"/>
                <a:gd name="connsiteX19" fmla="*/ 551831 w 6271478"/>
                <a:gd name="connsiteY19" fmla="*/ 1720046 h 4664632"/>
                <a:gd name="connsiteX20" fmla="*/ 629845 w 6271478"/>
                <a:gd name="connsiteY20" fmla="*/ 1602117 h 4664632"/>
                <a:gd name="connsiteX21" fmla="*/ 847561 w 6271478"/>
                <a:gd name="connsiteY21" fmla="*/ 1239260 h 4664632"/>
                <a:gd name="connsiteX0" fmla="*/ 847561 w 6271478"/>
                <a:gd name="connsiteY0" fmla="*/ 1239260 h 4664632"/>
                <a:gd name="connsiteX1" fmla="*/ 1776474 w 6271478"/>
                <a:gd name="connsiteY1" fmla="*/ 528060 h 4664632"/>
                <a:gd name="connsiteX2" fmla="*/ 3968130 w 6271478"/>
                <a:gd name="connsiteY2" fmla="*/ 20060 h 4664632"/>
                <a:gd name="connsiteX3" fmla="*/ 5332473 w 6271478"/>
                <a:gd name="connsiteY3" fmla="*/ 513546 h 4664632"/>
                <a:gd name="connsiteX4" fmla="*/ 5550189 w 6271478"/>
                <a:gd name="connsiteY4" fmla="*/ 542575 h 4664632"/>
                <a:gd name="connsiteX5" fmla="*/ 6072701 w 6271478"/>
                <a:gd name="connsiteY5" fmla="*/ 1674689 h 4664632"/>
                <a:gd name="connsiteX6" fmla="*/ 6116245 w 6271478"/>
                <a:gd name="connsiteY6" fmla="*/ 1994003 h 4664632"/>
                <a:gd name="connsiteX7" fmla="*/ 6058188 w 6271478"/>
                <a:gd name="connsiteY7" fmla="*/ 2356860 h 4664632"/>
                <a:gd name="connsiteX8" fmla="*/ 6058188 w 6271478"/>
                <a:gd name="connsiteY8" fmla="*/ 2777775 h 4664632"/>
                <a:gd name="connsiteX9" fmla="*/ 5303445 w 6271478"/>
                <a:gd name="connsiteY9" fmla="*/ 3706689 h 4664632"/>
                <a:gd name="connsiteX10" fmla="*/ 5143789 w 6271478"/>
                <a:gd name="connsiteY10" fmla="*/ 3851832 h 4664632"/>
                <a:gd name="connsiteX11" fmla="*/ 4548703 w 6271478"/>
                <a:gd name="connsiteY11" fmla="*/ 4258232 h 4664632"/>
                <a:gd name="connsiteX12" fmla="*/ 2182875 w 6271478"/>
                <a:gd name="connsiteY12" fmla="*/ 4664632 h 4664632"/>
                <a:gd name="connsiteX13" fmla="*/ 1732932 w 6271478"/>
                <a:gd name="connsiteY13" fmla="*/ 4519489 h 4664632"/>
                <a:gd name="connsiteX14" fmla="*/ 818531 w 6271478"/>
                <a:gd name="connsiteY14" fmla="*/ 4260046 h 4664632"/>
                <a:gd name="connsiteX15" fmla="*/ 551831 w 6271478"/>
                <a:gd name="connsiteY15" fmla="*/ 4018746 h 4664632"/>
                <a:gd name="connsiteX16" fmla="*/ 323232 w 6271478"/>
                <a:gd name="connsiteY16" fmla="*/ 3815546 h 4664632"/>
                <a:gd name="connsiteX17" fmla="*/ 132731 w 6271478"/>
                <a:gd name="connsiteY17" fmla="*/ 3180546 h 4664632"/>
                <a:gd name="connsiteX18" fmla="*/ 81931 w 6271478"/>
                <a:gd name="connsiteY18" fmla="*/ 2659846 h 4664632"/>
                <a:gd name="connsiteX19" fmla="*/ 551831 w 6271478"/>
                <a:gd name="connsiteY19" fmla="*/ 1720046 h 4664632"/>
                <a:gd name="connsiteX20" fmla="*/ 629845 w 6271478"/>
                <a:gd name="connsiteY20" fmla="*/ 1602117 h 4664632"/>
                <a:gd name="connsiteX21" fmla="*/ 847561 w 6271478"/>
                <a:gd name="connsiteY21" fmla="*/ 1239260 h 4664632"/>
                <a:gd name="connsiteX0" fmla="*/ 863056 w 6286973"/>
                <a:gd name="connsiteY0" fmla="*/ 1239260 h 4664632"/>
                <a:gd name="connsiteX1" fmla="*/ 1791969 w 6286973"/>
                <a:gd name="connsiteY1" fmla="*/ 528060 h 4664632"/>
                <a:gd name="connsiteX2" fmla="*/ 3983625 w 6286973"/>
                <a:gd name="connsiteY2" fmla="*/ 20060 h 4664632"/>
                <a:gd name="connsiteX3" fmla="*/ 5347968 w 6286973"/>
                <a:gd name="connsiteY3" fmla="*/ 513546 h 4664632"/>
                <a:gd name="connsiteX4" fmla="*/ 5565684 w 6286973"/>
                <a:gd name="connsiteY4" fmla="*/ 542575 h 4664632"/>
                <a:gd name="connsiteX5" fmla="*/ 6088196 w 6286973"/>
                <a:gd name="connsiteY5" fmla="*/ 1674689 h 4664632"/>
                <a:gd name="connsiteX6" fmla="*/ 6131740 w 6286973"/>
                <a:gd name="connsiteY6" fmla="*/ 1994003 h 4664632"/>
                <a:gd name="connsiteX7" fmla="*/ 6073683 w 6286973"/>
                <a:gd name="connsiteY7" fmla="*/ 2356860 h 4664632"/>
                <a:gd name="connsiteX8" fmla="*/ 6073683 w 6286973"/>
                <a:gd name="connsiteY8" fmla="*/ 2777775 h 4664632"/>
                <a:gd name="connsiteX9" fmla="*/ 5318940 w 6286973"/>
                <a:gd name="connsiteY9" fmla="*/ 3706689 h 4664632"/>
                <a:gd name="connsiteX10" fmla="*/ 5159284 w 6286973"/>
                <a:gd name="connsiteY10" fmla="*/ 3851832 h 4664632"/>
                <a:gd name="connsiteX11" fmla="*/ 4564198 w 6286973"/>
                <a:gd name="connsiteY11" fmla="*/ 4258232 h 4664632"/>
                <a:gd name="connsiteX12" fmla="*/ 2198370 w 6286973"/>
                <a:gd name="connsiteY12" fmla="*/ 4664632 h 4664632"/>
                <a:gd name="connsiteX13" fmla="*/ 1748427 w 6286973"/>
                <a:gd name="connsiteY13" fmla="*/ 4519489 h 4664632"/>
                <a:gd name="connsiteX14" fmla="*/ 834026 w 6286973"/>
                <a:gd name="connsiteY14" fmla="*/ 4260046 h 4664632"/>
                <a:gd name="connsiteX15" fmla="*/ 567326 w 6286973"/>
                <a:gd name="connsiteY15" fmla="*/ 4018746 h 4664632"/>
                <a:gd name="connsiteX16" fmla="*/ 338727 w 6286973"/>
                <a:gd name="connsiteY16" fmla="*/ 3815546 h 4664632"/>
                <a:gd name="connsiteX17" fmla="*/ 148226 w 6286973"/>
                <a:gd name="connsiteY17" fmla="*/ 3180546 h 4664632"/>
                <a:gd name="connsiteX18" fmla="*/ 97426 w 6286973"/>
                <a:gd name="connsiteY18" fmla="*/ 2659846 h 4664632"/>
                <a:gd name="connsiteX19" fmla="*/ 567326 w 6286973"/>
                <a:gd name="connsiteY19" fmla="*/ 1720046 h 4664632"/>
                <a:gd name="connsiteX20" fmla="*/ 645340 w 6286973"/>
                <a:gd name="connsiteY20" fmla="*/ 1602117 h 4664632"/>
                <a:gd name="connsiteX21" fmla="*/ 863056 w 6286973"/>
                <a:gd name="connsiteY21" fmla="*/ 1239260 h 4664632"/>
                <a:gd name="connsiteX0" fmla="*/ 863056 w 6286973"/>
                <a:gd name="connsiteY0" fmla="*/ 1239260 h 4664632"/>
                <a:gd name="connsiteX1" fmla="*/ 1791969 w 6286973"/>
                <a:gd name="connsiteY1" fmla="*/ 528060 h 4664632"/>
                <a:gd name="connsiteX2" fmla="*/ 3983625 w 6286973"/>
                <a:gd name="connsiteY2" fmla="*/ 20060 h 4664632"/>
                <a:gd name="connsiteX3" fmla="*/ 5347968 w 6286973"/>
                <a:gd name="connsiteY3" fmla="*/ 513546 h 4664632"/>
                <a:gd name="connsiteX4" fmla="*/ 5565684 w 6286973"/>
                <a:gd name="connsiteY4" fmla="*/ 542575 h 4664632"/>
                <a:gd name="connsiteX5" fmla="*/ 6088196 w 6286973"/>
                <a:gd name="connsiteY5" fmla="*/ 1674689 h 4664632"/>
                <a:gd name="connsiteX6" fmla="*/ 6131740 w 6286973"/>
                <a:gd name="connsiteY6" fmla="*/ 1994003 h 4664632"/>
                <a:gd name="connsiteX7" fmla="*/ 6073683 w 6286973"/>
                <a:gd name="connsiteY7" fmla="*/ 2356860 h 4664632"/>
                <a:gd name="connsiteX8" fmla="*/ 6073683 w 6286973"/>
                <a:gd name="connsiteY8" fmla="*/ 2777775 h 4664632"/>
                <a:gd name="connsiteX9" fmla="*/ 5318940 w 6286973"/>
                <a:gd name="connsiteY9" fmla="*/ 3706689 h 4664632"/>
                <a:gd name="connsiteX10" fmla="*/ 5159284 w 6286973"/>
                <a:gd name="connsiteY10" fmla="*/ 3851832 h 4664632"/>
                <a:gd name="connsiteX11" fmla="*/ 4564198 w 6286973"/>
                <a:gd name="connsiteY11" fmla="*/ 4258232 h 4664632"/>
                <a:gd name="connsiteX12" fmla="*/ 2198370 w 6286973"/>
                <a:gd name="connsiteY12" fmla="*/ 4664632 h 4664632"/>
                <a:gd name="connsiteX13" fmla="*/ 1748427 w 6286973"/>
                <a:gd name="connsiteY13" fmla="*/ 4519489 h 4664632"/>
                <a:gd name="connsiteX14" fmla="*/ 834026 w 6286973"/>
                <a:gd name="connsiteY14" fmla="*/ 4260046 h 4664632"/>
                <a:gd name="connsiteX15" fmla="*/ 567326 w 6286973"/>
                <a:gd name="connsiteY15" fmla="*/ 4018746 h 4664632"/>
                <a:gd name="connsiteX16" fmla="*/ 338727 w 6286973"/>
                <a:gd name="connsiteY16" fmla="*/ 3815546 h 4664632"/>
                <a:gd name="connsiteX17" fmla="*/ 148226 w 6286973"/>
                <a:gd name="connsiteY17" fmla="*/ 3180546 h 4664632"/>
                <a:gd name="connsiteX18" fmla="*/ 97426 w 6286973"/>
                <a:gd name="connsiteY18" fmla="*/ 2659846 h 4664632"/>
                <a:gd name="connsiteX19" fmla="*/ 567326 w 6286973"/>
                <a:gd name="connsiteY19" fmla="*/ 1720046 h 4664632"/>
                <a:gd name="connsiteX20" fmla="*/ 645340 w 6286973"/>
                <a:gd name="connsiteY20" fmla="*/ 1602117 h 4664632"/>
                <a:gd name="connsiteX21" fmla="*/ 863056 w 6286973"/>
                <a:gd name="connsiteY21" fmla="*/ 1239260 h 4664632"/>
                <a:gd name="connsiteX0" fmla="*/ 863056 w 6286973"/>
                <a:gd name="connsiteY0" fmla="*/ 1239260 h 4664632"/>
                <a:gd name="connsiteX1" fmla="*/ 1791969 w 6286973"/>
                <a:gd name="connsiteY1" fmla="*/ 528060 h 4664632"/>
                <a:gd name="connsiteX2" fmla="*/ 3983625 w 6286973"/>
                <a:gd name="connsiteY2" fmla="*/ 20060 h 4664632"/>
                <a:gd name="connsiteX3" fmla="*/ 5347968 w 6286973"/>
                <a:gd name="connsiteY3" fmla="*/ 513546 h 4664632"/>
                <a:gd name="connsiteX4" fmla="*/ 5565684 w 6286973"/>
                <a:gd name="connsiteY4" fmla="*/ 542575 h 4664632"/>
                <a:gd name="connsiteX5" fmla="*/ 6088196 w 6286973"/>
                <a:gd name="connsiteY5" fmla="*/ 1674689 h 4664632"/>
                <a:gd name="connsiteX6" fmla="*/ 6131740 w 6286973"/>
                <a:gd name="connsiteY6" fmla="*/ 1994003 h 4664632"/>
                <a:gd name="connsiteX7" fmla="*/ 6073683 w 6286973"/>
                <a:gd name="connsiteY7" fmla="*/ 2356860 h 4664632"/>
                <a:gd name="connsiteX8" fmla="*/ 6073683 w 6286973"/>
                <a:gd name="connsiteY8" fmla="*/ 2777775 h 4664632"/>
                <a:gd name="connsiteX9" fmla="*/ 5318940 w 6286973"/>
                <a:gd name="connsiteY9" fmla="*/ 3706689 h 4664632"/>
                <a:gd name="connsiteX10" fmla="*/ 5159284 w 6286973"/>
                <a:gd name="connsiteY10" fmla="*/ 3851832 h 4664632"/>
                <a:gd name="connsiteX11" fmla="*/ 4564198 w 6286973"/>
                <a:gd name="connsiteY11" fmla="*/ 4258232 h 4664632"/>
                <a:gd name="connsiteX12" fmla="*/ 2198370 w 6286973"/>
                <a:gd name="connsiteY12" fmla="*/ 4664632 h 4664632"/>
                <a:gd name="connsiteX13" fmla="*/ 1748427 w 6286973"/>
                <a:gd name="connsiteY13" fmla="*/ 4519489 h 4664632"/>
                <a:gd name="connsiteX14" fmla="*/ 834026 w 6286973"/>
                <a:gd name="connsiteY14" fmla="*/ 4260046 h 4664632"/>
                <a:gd name="connsiteX15" fmla="*/ 567326 w 6286973"/>
                <a:gd name="connsiteY15" fmla="*/ 4018746 h 4664632"/>
                <a:gd name="connsiteX16" fmla="*/ 338727 w 6286973"/>
                <a:gd name="connsiteY16" fmla="*/ 3815546 h 4664632"/>
                <a:gd name="connsiteX17" fmla="*/ 148226 w 6286973"/>
                <a:gd name="connsiteY17" fmla="*/ 3180546 h 4664632"/>
                <a:gd name="connsiteX18" fmla="*/ 97426 w 6286973"/>
                <a:gd name="connsiteY18" fmla="*/ 2659846 h 4664632"/>
                <a:gd name="connsiteX19" fmla="*/ 567326 w 6286973"/>
                <a:gd name="connsiteY19" fmla="*/ 1720046 h 4664632"/>
                <a:gd name="connsiteX20" fmla="*/ 645340 w 6286973"/>
                <a:gd name="connsiteY20" fmla="*/ 1602117 h 4664632"/>
                <a:gd name="connsiteX21" fmla="*/ 863056 w 6286973"/>
                <a:gd name="connsiteY21" fmla="*/ 1239260 h 4664632"/>
                <a:gd name="connsiteX0" fmla="*/ 875756 w 6286973"/>
                <a:gd name="connsiteY0" fmla="*/ 1290060 h 4664632"/>
                <a:gd name="connsiteX1" fmla="*/ 1791969 w 6286973"/>
                <a:gd name="connsiteY1" fmla="*/ 528060 h 4664632"/>
                <a:gd name="connsiteX2" fmla="*/ 3983625 w 6286973"/>
                <a:gd name="connsiteY2" fmla="*/ 20060 h 4664632"/>
                <a:gd name="connsiteX3" fmla="*/ 5347968 w 6286973"/>
                <a:gd name="connsiteY3" fmla="*/ 513546 h 4664632"/>
                <a:gd name="connsiteX4" fmla="*/ 5565684 w 6286973"/>
                <a:gd name="connsiteY4" fmla="*/ 542575 h 4664632"/>
                <a:gd name="connsiteX5" fmla="*/ 6088196 w 6286973"/>
                <a:gd name="connsiteY5" fmla="*/ 1674689 h 4664632"/>
                <a:gd name="connsiteX6" fmla="*/ 6131740 w 6286973"/>
                <a:gd name="connsiteY6" fmla="*/ 1994003 h 4664632"/>
                <a:gd name="connsiteX7" fmla="*/ 6073683 w 6286973"/>
                <a:gd name="connsiteY7" fmla="*/ 2356860 h 4664632"/>
                <a:gd name="connsiteX8" fmla="*/ 6073683 w 6286973"/>
                <a:gd name="connsiteY8" fmla="*/ 2777775 h 4664632"/>
                <a:gd name="connsiteX9" fmla="*/ 5318940 w 6286973"/>
                <a:gd name="connsiteY9" fmla="*/ 3706689 h 4664632"/>
                <a:gd name="connsiteX10" fmla="*/ 5159284 w 6286973"/>
                <a:gd name="connsiteY10" fmla="*/ 3851832 h 4664632"/>
                <a:gd name="connsiteX11" fmla="*/ 4564198 w 6286973"/>
                <a:gd name="connsiteY11" fmla="*/ 4258232 h 4664632"/>
                <a:gd name="connsiteX12" fmla="*/ 2198370 w 6286973"/>
                <a:gd name="connsiteY12" fmla="*/ 4664632 h 4664632"/>
                <a:gd name="connsiteX13" fmla="*/ 1748427 w 6286973"/>
                <a:gd name="connsiteY13" fmla="*/ 4519489 h 4664632"/>
                <a:gd name="connsiteX14" fmla="*/ 834026 w 6286973"/>
                <a:gd name="connsiteY14" fmla="*/ 4260046 h 4664632"/>
                <a:gd name="connsiteX15" fmla="*/ 567326 w 6286973"/>
                <a:gd name="connsiteY15" fmla="*/ 4018746 h 4664632"/>
                <a:gd name="connsiteX16" fmla="*/ 338727 w 6286973"/>
                <a:gd name="connsiteY16" fmla="*/ 3815546 h 4664632"/>
                <a:gd name="connsiteX17" fmla="*/ 148226 w 6286973"/>
                <a:gd name="connsiteY17" fmla="*/ 3180546 h 4664632"/>
                <a:gd name="connsiteX18" fmla="*/ 97426 w 6286973"/>
                <a:gd name="connsiteY18" fmla="*/ 2659846 h 4664632"/>
                <a:gd name="connsiteX19" fmla="*/ 567326 w 6286973"/>
                <a:gd name="connsiteY19" fmla="*/ 1720046 h 4664632"/>
                <a:gd name="connsiteX20" fmla="*/ 645340 w 6286973"/>
                <a:gd name="connsiteY20" fmla="*/ 1602117 h 4664632"/>
                <a:gd name="connsiteX21" fmla="*/ 875756 w 6286973"/>
                <a:gd name="connsiteY21" fmla="*/ 1290060 h 4664632"/>
                <a:gd name="connsiteX0" fmla="*/ 875756 w 6286973"/>
                <a:gd name="connsiteY0" fmla="*/ 1290060 h 4664632"/>
                <a:gd name="connsiteX1" fmla="*/ 1791969 w 6286973"/>
                <a:gd name="connsiteY1" fmla="*/ 528060 h 4664632"/>
                <a:gd name="connsiteX2" fmla="*/ 3983625 w 6286973"/>
                <a:gd name="connsiteY2" fmla="*/ 20060 h 4664632"/>
                <a:gd name="connsiteX3" fmla="*/ 5347968 w 6286973"/>
                <a:gd name="connsiteY3" fmla="*/ 513546 h 4664632"/>
                <a:gd name="connsiteX4" fmla="*/ 5565684 w 6286973"/>
                <a:gd name="connsiteY4" fmla="*/ 542575 h 4664632"/>
                <a:gd name="connsiteX5" fmla="*/ 6088196 w 6286973"/>
                <a:gd name="connsiteY5" fmla="*/ 1674689 h 4664632"/>
                <a:gd name="connsiteX6" fmla="*/ 6131740 w 6286973"/>
                <a:gd name="connsiteY6" fmla="*/ 1994003 h 4664632"/>
                <a:gd name="connsiteX7" fmla="*/ 6073683 w 6286973"/>
                <a:gd name="connsiteY7" fmla="*/ 2356860 h 4664632"/>
                <a:gd name="connsiteX8" fmla="*/ 6073683 w 6286973"/>
                <a:gd name="connsiteY8" fmla="*/ 2777775 h 4664632"/>
                <a:gd name="connsiteX9" fmla="*/ 5318940 w 6286973"/>
                <a:gd name="connsiteY9" fmla="*/ 3706689 h 4664632"/>
                <a:gd name="connsiteX10" fmla="*/ 5159284 w 6286973"/>
                <a:gd name="connsiteY10" fmla="*/ 3851832 h 4664632"/>
                <a:gd name="connsiteX11" fmla="*/ 4564198 w 6286973"/>
                <a:gd name="connsiteY11" fmla="*/ 4258232 h 4664632"/>
                <a:gd name="connsiteX12" fmla="*/ 2198370 w 6286973"/>
                <a:gd name="connsiteY12" fmla="*/ 4664632 h 4664632"/>
                <a:gd name="connsiteX13" fmla="*/ 1748427 w 6286973"/>
                <a:gd name="connsiteY13" fmla="*/ 4519489 h 4664632"/>
                <a:gd name="connsiteX14" fmla="*/ 834026 w 6286973"/>
                <a:gd name="connsiteY14" fmla="*/ 4260046 h 4664632"/>
                <a:gd name="connsiteX15" fmla="*/ 567326 w 6286973"/>
                <a:gd name="connsiteY15" fmla="*/ 4018746 h 4664632"/>
                <a:gd name="connsiteX16" fmla="*/ 338727 w 6286973"/>
                <a:gd name="connsiteY16" fmla="*/ 3815546 h 4664632"/>
                <a:gd name="connsiteX17" fmla="*/ 148226 w 6286973"/>
                <a:gd name="connsiteY17" fmla="*/ 3180546 h 4664632"/>
                <a:gd name="connsiteX18" fmla="*/ 97426 w 6286973"/>
                <a:gd name="connsiteY18" fmla="*/ 2659846 h 4664632"/>
                <a:gd name="connsiteX19" fmla="*/ 567326 w 6286973"/>
                <a:gd name="connsiteY19" fmla="*/ 1720046 h 4664632"/>
                <a:gd name="connsiteX20" fmla="*/ 645340 w 6286973"/>
                <a:gd name="connsiteY20" fmla="*/ 1602117 h 4664632"/>
                <a:gd name="connsiteX21" fmla="*/ 875756 w 6286973"/>
                <a:gd name="connsiteY21" fmla="*/ 1290060 h 4664632"/>
                <a:gd name="connsiteX0" fmla="*/ 875756 w 6286973"/>
                <a:gd name="connsiteY0" fmla="*/ 1475466 h 4850038"/>
                <a:gd name="connsiteX1" fmla="*/ 1791969 w 6286973"/>
                <a:gd name="connsiteY1" fmla="*/ 713466 h 4850038"/>
                <a:gd name="connsiteX2" fmla="*/ 3983625 w 6286973"/>
                <a:gd name="connsiteY2" fmla="*/ 205466 h 4850038"/>
                <a:gd name="connsiteX3" fmla="*/ 5347968 w 6286973"/>
                <a:gd name="connsiteY3" fmla="*/ 698952 h 4850038"/>
                <a:gd name="connsiteX4" fmla="*/ 5565684 w 6286973"/>
                <a:gd name="connsiteY4" fmla="*/ 727981 h 4850038"/>
                <a:gd name="connsiteX5" fmla="*/ 6088196 w 6286973"/>
                <a:gd name="connsiteY5" fmla="*/ 1860095 h 4850038"/>
                <a:gd name="connsiteX6" fmla="*/ 6131740 w 6286973"/>
                <a:gd name="connsiteY6" fmla="*/ 2179409 h 4850038"/>
                <a:gd name="connsiteX7" fmla="*/ 6073683 w 6286973"/>
                <a:gd name="connsiteY7" fmla="*/ 2542266 h 4850038"/>
                <a:gd name="connsiteX8" fmla="*/ 6073683 w 6286973"/>
                <a:gd name="connsiteY8" fmla="*/ 2963181 h 4850038"/>
                <a:gd name="connsiteX9" fmla="*/ 5318940 w 6286973"/>
                <a:gd name="connsiteY9" fmla="*/ 3892095 h 4850038"/>
                <a:gd name="connsiteX10" fmla="*/ 5159284 w 6286973"/>
                <a:gd name="connsiteY10" fmla="*/ 4037238 h 4850038"/>
                <a:gd name="connsiteX11" fmla="*/ 4564198 w 6286973"/>
                <a:gd name="connsiteY11" fmla="*/ 4443638 h 4850038"/>
                <a:gd name="connsiteX12" fmla="*/ 2198370 w 6286973"/>
                <a:gd name="connsiteY12" fmla="*/ 4850038 h 4850038"/>
                <a:gd name="connsiteX13" fmla="*/ 1748427 w 6286973"/>
                <a:gd name="connsiteY13" fmla="*/ 4704895 h 4850038"/>
                <a:gd name="connsiteX14" fmla="*/ 834026 w 6286973"/>
                <a:gd name="connsiteY14" fmla="*/ 4445452 h 4850038"/>
                <a:gd name="connsiteX15" fmla="*/ 567326 w 6286973"/>
                <a:gd name="connsiteY15" fmla="*/ 4204152 h 4850038"/>
                <a:gd name="connsiteX16" fmla="*/ 338727 w 6286973"/>
                <a:gd name="connsiteY16" fmla="*/ 4000952 h 4850038"/>
                <a:gd name="connsiteX17" fmla="*/ 148226 w 6286973"/>
                <a:gd name="connsiteY17" fmla="*/ 3365952 h 4850038"/>
                <a:gd name="connsiteX18" fmla="*/ 97426 w 6286973"/>
                <a:gd name="connsiteY18" fmla="*/ 2845252 h 4850038"/>
                <a:gd name="connsiteX19" fmla="*/ 567326 w 6286973"/>
                <a:gd name="connsiteY19" fmla="*/ 1905452 h 4850038"/>
                <a:gd name="connsiteX20" fmla="*/ 645340 w 6286973"/>
                <a:gd name="connsiteY20" fmla="*/ 1787523 h 4850038"/>
                <a:gd name="connsiteX21" fmla="*/ 875756 w 6286973"/>
                <a:gd name="connsiteY21" fmla="*/ 1475466 h 4850038"/>
                <a:gd name="connsiteX0" fmla="*/ 875756 w 6286973"/>
                <a:gd name="connsiteY0" fmla="*/ 1705651 h 5080223"/>
                <a:gd name="connsiteX1" fmla="*/ 1791969 w 6286973"/>
                <a:gd name="connsiteY1" fmla="*/ 943651 h 5080223"/>
                <a:gd name="connsiteX2" fmla="*/ 3983625 w 6286973"/>
                <a:gd name="connsiteY2" fmla="*/ 435651 h 5080223"/>
                <a:gd name="connsiteX3" fmla="*/ 5347968 w 6286973"/>
                <a:gd name="connsiteY3" fmla="*/ 929137 h 5080223"/>
                <a:gd name="connsiteX4" fmla="*/ 5565684 w 6286973"/>
                <a:gd name="connsiteY4" fmla="*/ 958166 h 5080223"/>
                <a:gd name="connsiteX5" fmla="*/ 6088196 w 6286973"/>
                <a:gd name="connsiteY5" fmla="*/ 2090280 h 5080223"/>
                <a:gd name="connsiteX6" fmla="*/ 6131740 w 6286973"/>
                <a:gd name="connsiteY6" fmla="*/ 2409594 h 5080223"/>
                <a:gd name="connsiteX7" fmla="*/ 6073683 w 6286973"/>
                <a:gd name="connsiteY7" fmla="*/ 2772451 h 5080223"/>
                <a:gd name="connsiteX8" fmla="*/ 6073683 w 6286973"/>
                <a:gd name="connsiteY8" fmla="*/ 3193366 h 5080223"/>
                <a:gd name="connsiteX9" fmla="*/ 5318940 w 6286973"/>
                <a:gd name="connsiteY9" fmla="*/ 4122280 h 5080223"/>
                <a:gd name="connsiteX10" fmla="*/ 5159284 w 6286973"/>
                <a:gd name="connsiteY10" fmla="*/ 4267423 h 5080223"/>
                <a:gd name="connsiteX11" fmla="*/ 4564198 w 6286973"/>
                <a:gd name="connsiteY11" fmla="*/ 4673823 h 5080223"/>
                <a:gd name="connsiteX12" fmla="*/ 2198370 w 6286973"/>
                <a:gd name="connsiteY12" fmla="*/ 5080223 h 5080223"/>
                <a:gd name="connsiteX13" fmla="*/ 1748427 w 6286973"/>
                <a:gd name="connsiteY13" fmla="*/ 4935080 h 5080223"/>
                <a:gd name="connsiteX14" fmla="*/ 834026 w 6286973"/>
                <a:gd name="connsiteY14" fmla="*/ 4675637 h 5080223"/>
                <a:gd name="connsiteX15" fmla="*/ 567326 w 6286973"/>
                <a:gd name="connsiteY15" fmla="*/ 4434337 h 5080223"/>
                <a:gd name="connsiteX16" fmla="*/ 338727 w 6286973"/>
                <a:gd name="connsiteY16" fmla="*/ 4231137 h 5080223"/>
                <a:gd name="connsiteX17" fmla="*/ 148226 w 6286973"/>
                <a:gd name="connsiteY17" fmla="*/ 3596137 h 5080223"/>
                <a:gd name="connsiteX18" fmla="*/ 97426 w 6286973"/>
                <a:gd name="connsiteY18" fmla="*/ 3075437 h 5080223"/>
                <a:gd name="connsiteX19" fmla="*/ 567326 w 6286973"/>
                <a:gd name="connsiteY19" fmla="*/ 2135637 h 5080223"/>
                <a:gd name="connsiteX20" fmla="*/ 645340 w 6286973"/>
                <a:gd name="connsiteY20" fmla="*/ 2017708 h 5080223"/>
                <a:gd name="connsiteX21" fmla="*/ 875756 w 6286973"/>
                <a:gd name="connsiteY21" fmla="*/ 1705651 h 5080223"/>
                <a:gd name="connsiteX0" fmla="*/ 875756 w 6286973"/>
                <a:gd name="connsiteY0" fmla="*/ 1705651 h 5080223"/>
                <a:gd name="connsiteX1" fmla="*/ 1791969 w 6286973"/>
                <a:gd name="connsiteY1" fmla="*/ 943651 h 5080223"/>
                <a:gd name="connsiteX2" fmla="*/ 3983625 w 6286973"/>
                <a:gd name="connsiteY2" fmla="*/ 435651 h 5080223"/>
                <a:gd name="connsiteX3" fmla="*/ 5347968 w 6286973"/>
                <a:gd name="connsiteY3" fmla="*/ 929137 h 5080223"/>
                <a:gd name="connsiteX4" fmla="*/ 5565684 w 6286973"/>
                <a:gd name="connsiteY4" fmla="*/ 958166 h 5080223"/>
                <a:gd name="connsiteX5" fmla="*/ 6088196 w 6286973"/>
                <a:gd name="connsiteY5" fmla="*/ 2090280 h 5080223"/>
                <a:gd name="connsiteX6" fmla="*/ 6131740 w 6286973"/>
                <a:gd name="connsiteY6" fmla="*/ 2409594 h 5080223"/>
                <a:gd name="connsiteX7" fmla="*/ 6073683 w 6286973"/>
                <a:gd name="connsiteY7" fmla="*/ 2772451 h 5080223"/>
                <a:gd name="connsiteX8" fmla="*/ 6073683 w 6286973"/>
                <a:gd name="connsiteY8" fmla="*/ 3193366 h 5080223"/>
                <a:gd name="connsiteX9" fmla="*/ 5318940 w 6286973"/>
                <a:gd name="connsiteY9" fmla="*/ 4122280 h 5080223"/>
                <a:gd name="connsiteX10" fmla="*/ 5159284 w 6286973"/>
                <a:gd name="connsiteY10" fmla="*/ 4267423 h 5080223"/>
                <a:gd name="connsiteX11" fmla="*/ 4564198 w 6286973"/>
                <a:gd name="connsiteY11" fmla="*/ 4673823 h 5080223"/>
                <a:gd name="connsiteX12" fmla="*/ 2198370 w 6286973"/>
                <a:gd name="connsiteY12" fmla="*/ 5080223 h 5080223"/>
                <a:gd name="connsiteX13" fmla="*/ 1748427 w 6286973"/>
                <a:gd name="connsiteY13" fmla="*/ 4935080 h 5080223"/>
                <a:gd name="connsiteX14" fmla="*/ 834026 w 6286973"/>
                <a:gd name="connsiteY14" fmla="*/ 4675637 h 5080223"/>
                <a:gd name="connsiteX15" fmla="*/ 567326 w 6286973"/>
                <a:gd name="connsiteY15" fmla="*/ 4434337 h 5080223"/>
                <a:gd name="connsiteX16" fmla="*/ 338727 w 6286973"/>
                <a:gd name="connsiteY16" fmla="*/ 4231137 h 5080223"/>
                <a:gd name="connsiteX17" fmla="*/ 148226 w 6286973"/>
                <a:gd name="connsiteY17" fmla="*/ 3596137 h 5080223"/>
                <a:gd name="connsiteX18" fmla="*/ 97426 w 6286973"/>
                <a:gd name="connsiteY18" fmla="*/ 3075437 h 5080223"/>
                <a:gd name="connsiteX19" fmla="*/ 567326 w 6286973"/>
                <a:gd name="connsiteY19" fmla="*/ 2135637 h 5080223"/>
                <a:gd name="connsiteX20" fmla="*/ 645340 w 6286973"/>
                <a:gd name="connsiteY20" fmla="*/ 2017708 h 5080223"/>
                <a:gd name="connsiteX21" fmla="*/ 875756 w 6286973"/>
                <a:gd name="connsiteY21" fmla="*/ 1705651 h 5080223"/>
                <a:gd name="connsiteX0" fmla="*/ 875756 w 6286973"/>
                <a:gd name="connsiteY0" fmla="*/ 1705651 h 5080223"/>
                <a:gd name="connsiteX1" fmla="*/ 1791969 w 6286973"/>
                <a:gd name="connsiteY1" fmla="*/ 943651 h 5080223"/>
                <a:gd name="connsiteX2" fmla="*/ 3983625 w 6286973"/>
                <a:gd name="connsiteY2" fmla="*/ 435651 h 5080223"/>
                <a:gd name="connsiteX3" fmla="*/ 5347968 w 6286973"/>
                <a:gd name="connsiteY3" fmla="*/ 929137 h 5080223"/>
                <a:gd name="connsiteX4" fmla="*/ 5565684 w 6286973"/>
                <a:gd name="connsiteY4" fmla="*/ 958166 h 5080223"/>
                <a:gd name="connsiteX5" fmla="*/ 6088196 w 6286973"/>
                <a:gd name="connsiteY5" fmla="*/ 2090280 h 5080223"/>
                <a:gd name="connsiteX6" fmla="*/ 6131740 w 6286973"/>
                <a:gd name="connsiteY6" fmla="*/ 2409594 h 5080223"/>
                <a:gd name="connsiteX7" fmla="*/ 6073683 w 6286973"/>
                <a:gd name="connsiteY7" fmla="*/ 2772451 h 5080223"/>
                <a:gd name="connsiteX8" fmla="*/ 6073683 w 6286973"/>
                <a:gd name="connsiteY8" fmla="*/ 3193366 h 5080223"/>
                <a:gd name="connsiteX9" fmla="*/ 5318940 w 6286973"/>
                <a:gd name="connsiteY9" fmla="*/ 4122280 h 5080223"/>
                <a:gd name="connsiteX10" fmla="*/ 5159284 w 6286973"/>
                <a:gd name="connsiteY10" fmla="*/ 4267423 h 5080223"/>
                <a:gd name="connsiteX11" fmla="*/ 4564198 w 6286973"/>
                <a:gd name="connsiteY11" fmla="*/ 4673823 h 5080223"/>
                <a:gd name="connsiteX12" fmla="*/ 2198370 w 6286973"/>
                <a:gd name="connsiteY12" fmla="*/ 5080223 h 5080223"/>
                <a:gd name="connsiteX13" fmla="*/ 1748427 w 6286973"/>
                <a:gd name="connsiteY13" fmla="*/ 4935080 h 5080223"/>
                <a:gd name="connsiteX14" fmla="*/ 834026 w 6286973"/>
                <a:gd name="connsiteY14" fmla="*/ 4675637 h 5080223"/>
                <a:gd name="connsiteX15" fmla="*/ 567326 w 6286973"/>
                <a:gd name="connsiteY15" fmla="*/ 4434337 h 5080223"/>
                <a:gd name="connsiteX16" fmla="*/ 338727 w 6286973"/>
                <a:gd name="connsiteY16" fmla="*/ 4231137 h 5080223"/>
                <a:gd name="connsiteX17" fmla="*/ 148226 w 6286973"/>
                <a:gd name="connsiteY17" fmla="*/ 3596137 h 5080223"/>
                <a:gd name="connsiteX18" fmla="*/ 97426 w 6286973"/>
                <a:gd name="connsiteY18" fmla="*/ 3075437 h 5080223"/>
                <a:gd name="connsiteX19" fmla="*/ 567326 w 6286973"/>
                <a:gd name="connsiteY19" fmla="*/ 2135637 h 5080223"/>
                <a:gd name="connsiteX20" fmla="*/ 645340 w 6286973"/>
                <a:gd name="connsiteY20" fmla="*/ 2017708 h 5080223"/>
                <a:gd name="connsiteX21" fmla="*/ 875756 w 6286973"/>
                <a:gd name="connsiteY21" fmla="*/ 1705651 h 5080223"/>
                <a:gd name="connsiteX0" fmla="*/ 875756 w 6286973"/>
                <a:gd name="connsiteY0" fmla="*/ 1705651 h 5080223"/>
                <a:gd name="connsiteX1" fmla="*/ 1791969 w 6286973"/>
                <a:gd name="connsiteY1" fmla="*/ 943651 h 5080223"/>
                <a:gd name="connsiteX2" fmla="*/ 3983625 w 6286973"/>
                <a:gd name="connsiteY2" fmla="*/ 435651 h 5080223"/>
                <a:gd name="connsiteX3" fmla="*/ 5347968 w 6286973"/>
                <a:gd name="connsiteY3" fmla="*/ 929137 h 5080223"/>
                <a:gd name="connsiteX4" fmla="*/ 5565684 w 6286973"/>
                <a:gd name="connsiteY4" fmla="*/ 958166 h 5080223"/>
                <a:gd name="connsiteX5" fmla="*/ 6088196 w 6286973"/>
                <a:gd name="connsiteY5" fmla="*/ 2090280 h 5080223"/>
                <a:gd name="connsiteX6" fmla="*/ 6131740 w 6286973"/>
                <a:gd name="connsiteY6" fmla="*/ 2409594 h 5080223"/>
                <a:gd name="connsiteX7" fmla="*/ 6073683 w 6286973"/>
                <a:gd name="connsiteY7" fmla="*/ 2772451 h 5080223"/>
                <a:gd name="connsiteX8" fmla="*/ 6073683 w 6286973"/>
                <a:gd name="connsiteY8" fmla="*/ 3193366 h 5080223"/>
                <a:gd name="connsiteX9" fmla="*/ 5318940 w 6286973"/>
                <a:gd name="connsiteY9" fmla="*/ 4122280 h 5080223"/>
                <a:gd name="connsiteX10" fmla="*/ 5159284 w 6286973"/>
                <a:gd name="connsiteY10" fmla="*/ 4267423 h 5080223"/>
                <a:gd name="connsiteX11" fmla="*/ 4564198 w 6286973"/>
                <a:gd name="connsiteY11" fmla="*/ 4673823 h 5080223"/>
                <a:gd name="connsiteX12" fmla="*/ 2198370 w 6286973"/>
                <a:gd name="connsiteY12" fmla="*/ 5080223 h 5080223"/>
                <a:gd name="connsiteX13" fmla="*/ 1748427 w 6286973"/>
                <a:gd name="connsiteY13" fmla="*/ 4935080 h 5080223"/>
                <a:gd name="connsiteX14" fmla="*/ 834026 w 6286973"/>
                <a:gd name="connsiteY14" fmla="*/ 4675637 h 5080223"/>
                <a:gd name="connsiteX15" fmla="*/ 567326 w 6286973"/>
                <a:gd name="connsiteY15" fmla="*/ 4434337 h 5080223"/>
                <a:gd name="connsiteX16" fmla="*/ 338727 w 6286973"/>
                <a:gd name="connsiteY16" fmla="*/ 4231137 h 5080223"/>
                <a:gd name="connsiteX17" fmla="*/ 148226 w 6286973"/>
                <a:gd name="connsiteY17" fmla="*/ 3596137 h 5080223"/>
                <a:gd name="connsiteX18" fmla="*/ 97426 w 6286973"/>
                <a:gd name="connsiteY18" fmla="*/ 3075437 h 5080223"/>
                <a:gd name="connsiteX19" fmla="*/ 567326 w 6286973"/>
                <a:gd name="connsiteY19" fmla="*/ 2135637 h 5080223"/>
                <a:gd name="connsiteX20" fmla="*/ 645340 w 6286973"/>
                <a:gd name="connsiteY20" fmla="*/ 2017708 h 5080223"/>
                <a:gd name="connsiteX21" fmla="*/ 875756 w 6286973"/>
                <a:gd name="connsiteY21" fmla="*/ 1705651 h 5080223"/>
                <a:gd name="connsiteX0" fmla="*/ 875756 w 6242639"/>
                <a:gd name="connsiteY0" fmla="*/ 1705651 h 5080223"/>
                <a:gd name="connsiteX1" fmla="*/ 1791969 w 6242639"/>
                <a:gd name="connsiteY1" fmla="*/ 943651 h 5080223"/>
                <a:gd name="connsiteX2" fmla="*/ 3983625 w 6242639"/>
                <a:gd name="connsiteY2" fmla="*/ 435651 h 5080223"/>
                <a:gd name="connsiteX3" fmla="*/ 5347968 w 6242639"/>
                <a:gd name="connsiteY3" fmla="*/ 929137 h 5080223"/>
                <a:gd name="connsiteX4" fmla="*/ 5565684 w 6242639"/>
                <a:gd name="connsiteY4" fmla="*/ 958166 h 5080223"/>
                <a:gd name="connsiteX5" fmla="*/ 6088196 w 6242639"/>
                <a:gd name="connsiteY5" fmla="*/ 2090280 h 5080223"/>
                <a:gd name="connsiteX6" fmla="*/ 6131740 w 6242639"/>
                <a:gd name="connsiteY6" fmla="*/ 2409594 h 5080223"/>
                <a:gd name="connsiteX7" fmla="*/ 6073683 w 6242639"/>
                <a:gd name="connsiteY7" fmla="*/ 2772451 h 5080223"/>
                <a:gd name="connsiteX8" fmla="*/ 6073683 w 6242639"/>
                <a:gd name="connsiteY8" fmla="*/ 3193366 h 5080223"/>
                <a:gd name="connsiteX9" fmla="*/ 5318940 w 6242639"/>
                <a:gd name="connsiteY9" fmla="*/ 4122280 h 5080223"/>
                <a:gd name="connsiteX10" fmla="*/ 5159284 w 6242639"/>
                <a:gd name="connsiteY10" fmla="*/ 4267423 h 5080223"/>
                <a:gd name="connsiteX11" fmla="*/ 4564198 w 6242639"/>
                <a:gd name="connsiteY11" fmla="*/ 4673823 h 5080223"/>
                <a:gd name="connsiteX12" fmla="*/ 2198370 w 6242639"/>
                <a:gd name="connsiteY12" fmla="*/ 5080223 h 5080223"/>
                <a:gd name="connsiteX13" fmla="*/ 1748427 w 6242639"/>
                <a:gd name="connsiteY13" fmla="*/ 4935080 h 5080223"/>
                <a:gd name="connsiteX14" fmla="*/ 834026 w 6242639"/>
                <a:gd name="connsiteY14" fmla="*/ 4675637 h 5080223"/>
                <a:gd name="connsiteX15" fmla="*/ 567326 w 6242639"/>
                <a:gd name="connsiteY15" fmla="*/ 4434337 h 5080223"/>
                <a:gd name="connsiteX16" fmla="*/ 338727 w 6242639"/>
                <a:gd name="connsiteY16" fmla="*/ 4231137 h 5080223"/>
                <a:gd name="connsiteX17" fmla="*/ 148226 w 6242639"/>
                <a:gd name="connsiteY17" fmla="*/ 3596137 h 5080223"/>
                <a:gd name="connsiteX18" fmla="*/ 97426 w 6242639"/>
                <a:gd name="connsiteY18" fmla="*/ 3075437 h 5080223"/>
                <a:gd name="connsiteX19" fmla="*/ 567326 w 6242639"/>
                <a:gd name="connsiteY19" fmla="*/ 2135637 h 5080223"/>
                <a:gd name="connsiteX20" fmla="*/ 645340 w 6242639"/>
                <a:gd name="connsiteY20" fmla="*/ 2017708 h 5080223"/>
                <a:gd name="connsiteX21" fmla="*/ 875756 w 6242639"/>
                <a:gd name="connsiteY21" fmla="*/ 1705651 h 5080223"/>
                <a:gd name="connsiteX0" fmla="*/ 875756 w 6242639"/>
                <a:gd name="connsiteY0" fmla="*/ 1705651 h 5080223"/>
                <a:gd name="connsiteX1" fmla="*/ 1791969 w 6242639"/>
                <a:gd name="connsiteY1" fmla="*/ 943651 h 5080223"/>
                <a:gd name="connsiteX2" fmla="*/ 3983625 w 6242639"/>
                <a:gd name="connsiteY2" fmla="*/ 435651 h 5080223"/>
                <a:gd name="connsiteX3" fmla="*/ 5347968 w 6242639"/>
                <a:gd name="connsiteY3" fmla="*/ 929137 h 5080223"/>
                <a:gd name="connsiteX4" fmla="*/ 5565684 w 6242639"/>
                <a:gd name="connsiteY4" fmla="*/ 958166 h 5080223"/>
                <a:gd name="connsiteX5" fmla="*/ 6088196 w 6242639"/>
                <a:gd name="connsiteY5" fmla="*/ 2090280 h 5080223"/>
                <a:gd name="connsiteX6" fmla="*/ 6131740 w 6242639"/>
                <a:gd name="connsiteY6" fmla="*/ 2409594 h 5080223"/>
                <a:gd name="connsiteX7" fmla="*/ 6073683 w 6242639"/>
                <a:gd name="connsiteY7" fmla="*/ 2772451 h 5080223"/>
                <a:gd name="connsiteX8" fmla="*/ 6073683 w 6242639"/>
                <a:gd name="connsiteY8" fmla="*/ 3193366 h 5080223"/>
                <a:gd name="connsiteX9" fmla="*/ 5318940 w 6242639"/>
                <a:gd name="connsiteY9" fmla="*/ 4122280 h 5080223"/>
                <a:gd name="connsiteX10" fmla="*/ 5159284 w 6242639"/>
                <a:gd name="connsiteY10" fmla="*/ 4267423 h 5080223"/>
                <a:gd name="connsiteX11" fmla="*/ 4564198 w 6242639"/>
                <a:gd name="connsiteY11" fmla="*/ 4673823 h 5080223"/>
                <a:gd name="connsiteX12" fmla="*/ 2198370 w 6242639"/>
                <a:gd name="connsiteY12" fmla="*/ 5080223 h 5080223"/>
                <a:gd name="connsiteX13" fmla="*/ 1748427 w 6242639"/>
                <a:gd name="connsiteY13" fmla="*/ 4935080 h 5080223"/>
                <a:gd name="connsiteX14" fmla="*/ 834026 w 6242639"/>
                <a:gd name="connsiteY14" fmla="*/ 4675637 h 5080223"/>
                <a:gd name="connsiteX15" fmla="*/ 567326 w 6242639"/>
                <a:gd name="connsiteY15" fmla="*/ 4434337 h 5080223"/>
                <a:gd name="connsiteX16" fmla="*/ 338727 w 6242639"/>
                <a:gd name="connsiteY16" fmla="*/ 4231137 h 5080223"/>
                <a:gd name="connsiteX17" fmla="*/ 148226 w 6242639"/>
                <a:gd name="connsiteY17" fmla="*/ 3596137 h 5080223"/>
                <a:gd name="connsiteX18" fmla="*/ 97426 w 6242639"/>
                <a:gd name="connsiteY18" fmla="*/ 3075437 h 5080223"/>
                <a:gd name="connsiteX19" fmla="*/ 567326 w 6242639"/>
                <a:gd name="connsiteY19" fmla="*/ 2135637 h 5080223"/>
                <a:gd name="connsiteX20" fmla="*/ 645340 w 6242639"/>
                <a:gd name="connsiteY20" fmla="*/ 2017708 h 5080223"/>
                <a:gd name="connsiteX21" fmla="*/ 875756 w 6242639"/>
                <a:gd name="connsiteY21" fmla="*/ 1705651 h 5080223"/>
                <a:gd name="connsiteX0" fmla="*/ 875756 w 6242639"/>
                <a:gd name="connsiteY0" fmla="*/ 1705651 h 5080223"/>
                <a:gd name="connsiteX1" fmla="*/ 1791969 w 6242639"/>
                <a:gd name="connsiteY1" fmla="*/ 943651 h 5080223"/>
                <a:gd name="connsiteX2" fmla="*/ 3983625 w 6242639"/>
                <a:gd name="connsiteY2" fmla="*/ 435651 h 5080223"/>
                <a:gd name="connsiteX3" fmla="*/ 5347968 w 6242639"/>
                <a:gd name="connsiteY3" fmla="*/ 929137 h 5080223"/>
                <a:gd name="connsiteX4" fmla="*/ 5565684 w 6242639"/>
                <a:gd name="connsiteY4" fmla="*/ 958166 h 5080223"/>
                <a:gd name="connsiteX5" fmla="*/ 6088196 w 6242639"/>
                <a:gd name="connsiteY5" fmla="*/ 2090280 h 5080223"/>
                <a:gd name="connsiteX6" fmla="*/ 6131740 w 6242639"/>
                <a:gd name="connsiteY6" fmla="*/ 2409594 h 5080223"/>
                <a:gd name="connsiteX7" fmla="*/ 6073683 w 6242639"/>
                <a:gd name="connsiteY7" fmla="*/ 2772451 h 5080223"/>
                <a:gd name="connsiteX8" fmla="*/ 6073683 w 6242639"/>
                <a:gd name="connsiteY8" fmla="*/ 3193366 h 5080223"/>
                <a:gd name="connsiteX9" fmla="*/ 5318940 w 6242639"/>
                <a:gd name="connsiteY9" fmla="*/ 4122280 h 5080223"/>
                <a:gd name="connsiteX10" fmla="*/ 5159284 w 6242639"/>
                <a:gd name="connsiteY10" fmla="*/ 4267423 h 5080223"/>
                <a:gd name="connsiteX11" fmla="*/ 4564198 w 6242639"/>
                <a:gd name="connsiteY11" fmla="*/ 4673823 h 5080223"/>
                <a:gd name="connsiteX12" fmla="*/ 2198370 w 6242639"/>
                <a:gd name="connsiteY12" fmla="*/ 5080223 h 5080223"/>
                <a:gd name="connsiteX13" fmla="*/ 1748427 w 6242639"/>
                <a:gd name="connsiteY13" fmla="*/ 4935080 h 5080223"/>
                <a:gd name="connsiteX14" fmla="*/ 834026 w 6242639"/>
                <a:gd name="connsiteY14" fmla="*/ 4675637 h 5080223"/>
                <a:gd name="connsiteX15" fmla="*/ 567326 w 6242639"/>
                <a:gd name="connsiteY15" fmla="*/ 4434337 h 5080223"/>
                <a:gd name="connsiteX16" fmla="*/ 338727 w 6242639"/>
                <a:gd name="connsiteY16" fmla="*/ 4231137 h 5080223"/>
                <a:gd name="connsiteX17" fmla="*/ 148226 w 6242639"/>
                <a:gd name="connsiteY17" fmla="*/ 3596137 h 5080223"/>
                <a:gd name="connsiteX18" fmla="*/ 97426 w 6242639"/>
                <a:gd name="connsiteY18" fmla="*/ 3075437 h 5080223"/>
                <a:gd name="connsiteX19" fmla="*/ 567326 w 6242639"/>
                <a:gd name="connsiteY19" fmla="*/ 2135637 h 5080223"/>
                <a:gd name="connsiteX20" fmla="*/ 645340 w 6242639"/>
                <a:gd name="connsiteY20" fmla="*/ 2017708 h 5080223"/>
                <a:gd name="connsiteX21" fmla="*/ 875756 w 6242639"/>
                <a:gd name="connsiteY21" fmla="*/ 1705651 h 5080223"/>
                <a:gd name="connsiteX0" fmla="*/ 875756 w 6242639"/>
                <a:gd name="connsiteY0" fmla="*/ 1705651 h 5080223"/>
                <a:gd name="connsiteX1" fmla="*/ 1791969 w 6242639"/>
                <a:gd name="connsiteY1" fmla="*/ 943651 h 5080223"/>
                <a:gd name="connsiteX2" fmla="*/ 3983625 w 6242639"/>
                <a:gd name="connsiteY2" fmla="*/ 435651 h 5080223"/>
                <a:gd name="connsiteX3" fmla="*/ 5347968 w 6242639"/>
                <a:gd name="connsiteY3" fmla="*/ 929137 h 5080223"/>
                <a:gd name="connsiteX4" fmla="*/ 5565684 w 6242639"/>
                <a:gd name="connsiteY4" fmla="*/ 958166 h 5080223"/>
                <a:gd name="connsiteX5" fmla="*/ 6088196 w 6242639"/>
                <a:gd name="connsiteY5" fmla="*/ 2090280 h 5080223"/>
                <a:gd name="connsiteX6" fmla="*/ 6131740 w 6242639"/>
                <a:gd name="connsiteY6" fmla="*/ 2409594 h 5080223"/>
                <a:gd name="connsiteX7" fmla="*/ 6073683 w 6242639"/>
                <a:gd name="connsiteY7" fmla="*/ 2772451 h 5080223"/>
                <a:gd name="connsiteX8" fmla="*/ 6073683 w 6242639"/>
                <a:gd name="connsiteY8" fmla="*/ 3193366 h 5080223"/>
                <a:gd name="connsiteX9" fmla="*/ 5318940 w 6242639"/>
                <a:gd name="connsiteY9" fmla="*/ 4122280 h 5080223"/>
                <a:gd name="connsiteX10" fmla="*/ 5159284 w 6242639"/>
                <a:gd name="connsiteY10" fmla="*/ 4267423 h 5080223"/>
                <a:gd name="connsiteX11" fmla="*/ 4564198 w 6242639"/>
                <a:gd name="connsiteY11" fmla="*/ 4673823 h 5080223"/>
                <a:gd name="connsiteX12" fmla="*/ 2198370 w 6242639"/>
                <a:gd name="connsiteY12" fmla="*/ 5080223 h 5080223"/>
                <a:gd name="connsiteX13" fmla="*/ 1748427 w 6242639"/>
                <a:gd name="connsiteY13" fmla="*/ 4935080 h 5080223"/>
                <a:gd name="connsiteX14" fmla="*/ 834026 w 6242639"/>
                <a:gd name="connsiteY14" fmla="*/ 4675637 h 5080223"/>
                <a:gd name="connsiteX15" fmla="*/ 567326 w 6242639"/>
                <a:gd name="connsiteY15" fmla="*/ 4434337 h 5080223"/>
                <a:gd name="connsiteX16" fmla="*/ 338727 w 6242639"/>
                <a:gd name="connsiteY16" fmla="*/ 4231137 h 5080223"/>
                <a:gd name="connsiteX17" fmla="*/ 148226 w 6242639"/>
                <a:gd name="connsiteY17" fmla="*/ 3596137 h 5080223"/>
                <a:gd name="connsiteX18" fmla="*/ 97426 w 6242639"/>
                <a:gd name="connsiteY18" fmla="*/ 3075437 h 5080223"/>
                <a:gd name="connsiteX19" fmla="*/ 567326 w 6242639"/>
                <a:gd name="connsiteY19" fmla="*/ 2135637 h 5080223"/>
                <a:gd name="connsiteX20" fmla="*/ 645340 w 6242639"/>
                <a:gd name="connsiteY20" fmla="*/ 2017708 h 5080223"/>
                <a:gd name="connsiteX21" fmla="*/ 875756 w 6242639"/>
                <a:gd name="connsiteY21" fmla="*/ 1705651 h 5080223"/>
                <a:gd name="connsiteX0" fmla="*/ 875756 w 6242639"/>
                <a:gd name="connsiteY0" fmla="*/ 1705651 h 5080223"/>
                <a:gd name="connsiteX1" fmla="*/ 1791969 w 6242639"/>
                <a:gd name="connsiteY1" fmla="*/ 943651 h 5080223"/>
                <a:gd name="connsiteX2" fmla="*/ 3983625 w 6242639"/>
                <a:gd name="connsiteY2" fmla="*/ 435651 h 5080223"/>
                <a:gd name="connsiteX3" fmla="*/ 5347968 w 6242639"/>
                <a:gd name="connsiteY3" fmla="*/ 929137 h 5080223"/>
                <a:gd name="connsiteX4" fmla="*/ 5565684 w 6242639"/>
                <a:gd name="connsiteY4" fmla="*/ 958166 h 5080223"/>
                <a:gd name="connsiteX5" fmla="*/ 6088196 w 6242639"/>
                <a:gd name="connsiteY5" fmla="*/ 2090280 h 5080223"/>
                <a:gd name="connsiteX6" fmla="*/ 6131740 w 6242639"/>
                <a:gd name="connsiteY6" fmla="*/ 2409594 h 5080223"/>
                <a:gd name="connsiteX7" fmla="*/ 6073683 w 6242639"/>
                <a:gd name="connsiteY7" fmla="*/ 2772451 h 5080223"/>
                <a:gd name="connsiteX8" fmla="*/ 6073683 w 6242639"/>
                <a:gd name="connsiteY8" fmla="*/ 3193366 h 5080223"/>
                <a:gd name="connsiteX9" fmla="*/ 5318940 w 6242639"/>
                <a:gd name="connsiteY9" fmla="*/ 4122280 h 5080223"/>
                <a:gd name="connsiteX10" fmla="*/ 5159284 w 6242639"/>
                <a:gd name="connsiteY10" fmla="*/ 4267423 h 5080223"/>
                <a:gd name="connsiteX11" fmla="*/ 4564198 w 6242639"/>
                <a:gd name="connsiteY11" fmla="*/ 4673823 h 5080223"/>
                <a:gd name="connsiteX12" fmla="*/ 2198370 w 6242639"/>
                <a:gd name="connsiteY12" fmla="*/ 5080223 h 5080223"/>
                <a:gd name="connsiteX13" fmla="*/ 1748427 w 6242639"/>
                <a:gd name="connsiteY13" fmla="*/ 4935080 h 5080223"/>
                <a:gd name="connsiteX14" fmla="*/ 834026 w 6242639"/>
                <a:gd name="connsiteY14" fmla="*/ 4675637 h 5080223"/>
                <a:gd name="connsiteX15" fmla="*/ 567326 w 6242639"/>
                <a:gd name="connsiteY15" fmla="*/ 4434337 h 5080223"/>
                <a:gd name="connsiteX16" fmla="*/ 338727 w 6242639"/>
                <a:gd name="connsiteY16" fmla="*/ 4231137 h 5080223"/>
                <a:gd name="connsiteX17" fmla="*/ 148226 w 6242639"/>
                <a:gd name="connsiteY17" fmla="*/ 3596137 h 5080223"/>
                <a:gd name="connsiteX18" fmla="*/ 97426 w 6242639"/>
                <a:gd name="connsiteY18" fmla="*/ 3075437 h 5080223"/>
                <a:gd name="connsiteX19" fmla="*/ 567326 w 6242639"/>
                <a:gd name="connsiteY19" fmla="*/ 2135637 h 5080223"/>
                <a:gd name="connsiteX20" fmla="*/ 645340 w 6242639"/>
                <a:gd name="connsiteY20" fmla="*/ 2017708 h 5080223"/>
                <a:gd name="connsiteX21" fmla="*/ 875756 w 6242639"/>
                <a:gd name="connsiteY21" fmla="*/ 1705651 h 5080223"/>
                <a:gd name="connsiteX0" fmla="*/ 875756 w 6242639"/>
                <a:gd name="connsiteY0" fmla="*/ 1705651 h 5091518"/>
                <a:gd name="connsiteX1" fmla="*/ 1791969 w 6242639"/>
                <a:gd name="connsiteY1" fmla="*/ 943651 h 5091518"/>
                <a:gd name="connsiteX2" fmla="*/ 3983625 w 6242639"/>
                <a:gd name="connsiteY2" fmla="*/ 435651 h 5091518"/>
                <a:gd name="connsiteX3" fmla="*/ 5347968 w 6242639"/>
                <a:gd name="connsiteY3" fmla="*/ 929137 h 5091518"/>
                <a:gd name="connsiteX4" fmla="*/ 5565684 w 6242639"/>
                <a:gd name="connsiteY4" fmla="*/ 958166 h 5091518"/>
                <a:gd name="connsiteX5" fmla="*/ 6088196 w 6242639"/>
                <a:gd name="connsiteY5" fmla="*/ 2090280 h 5091518"/>
                <a:gd name="connsiteX6" fmla="*/ 6131740 w 6242639"/>
                <a:gd name="connsiteY6" fmla="*/ 2409594 h 5091518"/>
                <a:gd name="connsiteX7" fmla="*/ 6073683 w 6242639"/>
                <a:gd name="connsiteY7" fmla="*/ 2772451 h 5091518"/>
                <a:gd name="connsiteX8" fmla="*/ 6073683 w 6242639"/>
                <a:gd name="connsiteY8" fmla="*/ 3193366 h 5091518"/>
                <a:gd name="connsiteX9" fmla="*/ 5318940 w 6242639"/>
                <a:gd name="connsiteY9" fmla="*/ 4122280 h 5091518"/>
                <a:gd name="connsiteX10" fmla="*/ 5159284 w 6242639"/>
                <a:gd name="connsiteY10" fmla="*/ 4267423 h 5091518"/>
                <a:gd name="connsiteX11" fmla="*/ 4564198 w 6242639"/>
                <a:gd name="connsiteY11" fmla="*/ 4673823 h 5091518"/>
                <a:gd name="connsiteX12" fmla="*/ 2198370 w 6242639"/>
                <a:gd name="connsiteY12" fmla="*/ 5080223 h 5091518"/>
                <a:gd name="connsiteX13" fmla="*/ 1748427 w 6242639"/>
                <a:gd name="connsiteY13" fmla="*/ 4935080 h 5091518"/>
                <a:gd name="connsiteX14" fmla="*/ 834026 w 6242639"/>
                <a:gd name="connsiteY14" fmla="*/ 4675637 h 5091518"/>
                <a:gd name="connsiteX15" fmla="*/ 567326 w 6242639"/>
                <a:gd name="connsiteY15" fmla="*/ 4434337 h 5091518"/>
                <a:gd name="connsiteX16" fmla="*/ 338727 w 6242639"/>
                <a:gd name="connsiteY16" fmla="*/ 4231137 h 5091518"/>
                <a:gd name="connsiteX17" fmla="*/ 148226 w 6242639"/>
                <a:gd name="connsiteY17" fmla="*/ 3596137 h 5091518"/>
                <a:gd name="connsiteX18" fmla="*/ 97426 w 6242639"/>
                <a:gd name="connsiteY18" fmla="*/ 3075437 h 5091518"/>
                <a:gd name="connsiteX19" fmla="*/ 567326 w 6242639"/>
                <a:gd name="connsiteY19" fmla="*/ 2135637 h 5091518"/>
                <a:gd name="connsiteX20" fmla="*/ 645340 w 6242639"/>
                <a:gd name="connsiteY20" fmla="*/ 2017708 h 5091518"/>
                <a:gd name="connsiteX21" fmla="*/ 875756 w 6242639"/>
                <a:gd name="connsiteY21" fmla="*/ 1705651 h 5091518"/>
                <a:gd name="connsiteX0" fmla="*/ 875756 w 6242639"/>
                <a:gd name="connsiteY0" fmla="*/ 1705651 h 5091518"/>
                <a:gd name="connsiteX1" fmla="*/ 1791969 w 6242639"/>
                <a:gd name="connsiteY1" fmla="*/ 943651 h 5091518"/>
                <a:gd name="connsiteX2" fmla="*/ 3983625 w 6242639"/>
                <a:gd name="connsiteY2" fmla="*/ 435651 h 5091518"/>
                <a:gd name="connsiteX3" fmla="*/ 5347968 w 6242639"/>
                <a:gd name="connsiteY3" fmla="*/ 929137 h 5091518"/>
                <a:gd name="connsiteX4" fmla="*/ 5565684 w 6242639"/>
                <a:gd name="connsiteY4" fmla="*/ 958166 h 5091518"/>
                <a:gd name="connsiteX5" fmla="*/ 6088196 w 6242639"/>
                <a:gd name="connsiteY5" fmla="*/ 2090280 h 5091518"/>
                <a:gd name="connsiteX6" fmla="*/ 6131740 w 6242639"/>
                <a:gd name="connsiteY6" fmla="*/ 2409594 h 5091518"/>
                <a:gd name="connsiteX7" fmla="*/ 6073683 w 6242639"/>
                <a:gd name="connsiteY7" fmla="*/ 2772451 h 5091518"/>
                <a:gd name="connsiteX8" fmla="*/ 6073683 w 6242639"/>
                <a:gd name="connsiteY8" fmla="*/ 3193366 h 5091518"/>
                <a:gd name="connsiteX9" fmla="*/ 5318940 w 6242639"/>
                <a:gd name="connsiteY9" fmla="*/ 4122280 h 5091518"/>
                <a:gd name="connsiteX10" fmla="*/ 5159284 w 6242639"/>
                <a:gd name="connsiteY10" fmla="*/ 4267423 h 5091518"/>
                <a:gd name="connsiteX11" fmla="*/ 4564198 w 6242639"/>
                <a:gd name="connsiteY11" fmla="*/ 4673823 h 5091518"/>
                <a:gd name="connsiteX12" fmla="*/ 2198370 w 6242639"/>
                <a:gd name="connsiteY12" fmla="*/ 5080223 h 5091518"/>
                <a:gd name="connsiteX13" fmla="*/ 1748427 w 6242639"/>
                <a:gd name="connsiteY13" fmla="*/ 4935080 h 5091518"/>
                <a:gd name="connsiteX14" fmla="*/ 834026 w 6242639"/>
                <a:gd name="connsiteY14" fmla="*/ 4675637 h 5091518"/>
                <a:gd name="connsiteX15" fmla="*/ 567326 w 6242639"/>
                <a:gd name="connsiteY15" fmla="*/ 4434337 h 5091518"/>
                <a:gd name="connsiteX16" fmla="*/ 338727 w 6242639"/>
                <a:gd name="connsiteY16" fmla="*/ 4231137 h 5091518"/>
                <a:gd name="connsiteX17" fmla="*/ 148226 w 6242639"/>
                <a:gd name="connsiteY17" fmla="*/ 3596137 h 5091518"/>
                <a:gd name="connsiteX18" fmla="*/ 97426 w 6242639"/>
                <a:gd name="connsiteY18" fmla="*/ 3075437 h 5091518"/>
                <a:gd name="connsiteX19" fmla="*/ 567326 w 6242639"/>
                <a:gd name="connsiteY19" fmla="*/ 2135637 h 5091518"/>
                <a:gd name="connsiteX20" fmla="*/ 645340 w 6242639"/>
                <a:gd name="connsiteY20" fmla="*/ 2017708 h 5091518"/>
                <a:gd name="connsiteX21" fmla="*/ 875756 w 6242639"/>
                <a:gd name="connsiteY21" fmla="*/ 1705651 h 5091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242639" h="5091518">
                  <a:moveTo>
                    <a:pt x="875756" y="1705651"/>
                  </a:moveTo>
                  <a:cubicBezTo>
                    <a:pt x="1185394" y="1049484"/>
                    <a:pt x="1495031" y="990218"/>
                    <a:pt x="1791969" y="943651"/>
                  </a:cubicBezTo>
                  <a:cubicBezTo>
                    <a:pt x="2453578" y="-388035"/>
                    <a:pt x="3741721" y="-66906"/>
                    <a:pt x="3983625" y="435651"/>
                  </a:cubicBezTo>
                  <a:cubicBezTo>
                    <a:pt x="4809730" y="49208"/>
                    <a:pt x="5286282" y="588656"/>
                    <a:pt x="5347968" y="929137"/>
                  </a:cubicBezTo>
                  <a:lnTo>
                    <a:pt x="5565684" y="958166"/>
                  </a:lnTo>
                  <a:cubicBezTo>
                    <a:pt x="5923703" y="1059766"/>
                    <a:pt x="6528463" y="1361542"/>
                    <a:pt x="6088196" y="2090280"/>
                  </a:cubicBezTo>
                  <a:cubicBezTo>
                    <a:pt x="6346429" y="2209418"/>
                    <a:pt x="6025302" y="2349118"/>
                    <a:pt x="6131740" y="2409594"/>
                  </a:cubicBezTo>
                  <a:cubicBezTo>
                    <a:pt x="6238178" y="2470070"/>
                    <a:pt x="6168026" y="2647265"/>
                    <a:pt x="6073683" y="2772451"/>
                  </a:cubicBezTo>
                  <a:cubicBezTo>
                    <a:pt x="6182540" y="2859537"/>
                    <a:pt x="6095454" y="3002261"/>
                    <a:pt x="6073683" y="3193366"/>
                  </a:cubicBezTo>
                  <a:cubicBezTo>
                    <a:pt x="6420212" y="3587671"/>
                    <a:pt x="5722921" y="4261980"/>
                    <a:pt x="5318940" y="4122280"/>
                  </a:cubicBezTo>
                  <a:cubicBezTo>
                    <a:pt x="5321359" y="4173080"/>
                    <a:pt x="5236693" y="4173080"/>
                    <a:pt x="5159284" y="4267423"/>
                  </a:cubicBezTo>
                  <a:cubicBezTo>
                    <a:pt x="5081875" y="4552266"/>
                    <a:pt x="4951246" y="4552871"/>
                    <a:pt x="4564198" y="4673823"/>
                  </a:cubicBezTo>
                  <a:cubicBezTo>
                    <a:pt x="4177150" y="4794775"/>
                    <a:pt x="2649522" y="5160052"/>
                    <a:pt x="2198370" y="5080223"/>
                  </a:cubicBezTo>
                  <a:cubicBezTo>
                    <a:pt x="1997589" y="5044542"/>
                    <a:pt x="1898408" y="4983461"/>
                    <a:pt x="1748427" y="4935080"/>
                  </a:cubicBezTo>
                  <a:cubicBezTo>
                    <a:pt x="1046903" y="5197849"/>
                    <a:pt x="1030876" y="4759094"/>
                    <a:pt x="834026" y="4675637"/>
                  </a:cubicBezTo>
                  <a:cubicBezTo>
                    <a:pt x="599076" y="4604880"/>
                    <a:pt x="671042" y="4495720"/>
                    <a:pt x="567326" y="4434337"/>
                  </a:cubicBezTo>
                  <a:cubicBezTo>
                    <a:pt x="463610" y="4372954"/>
                    <a:pt x="438210" y="4372954"/>
                    <a:pt x="338727" y="4231137"/>
                  </a:cubicBezTo>
                  <a:cubicBezTo>
                    <a:pt x="-141756" y="3987720"/>
                    <a:pt x="74143" y="3786637"/>
                    <a:pt x="148226" y="3596137"/>
                  </a:cubicBezTo>
                  <a:cubicBezTo>
                    <a:pt x="-57091" y="3380237"/>
                    <a:pt x="16993" y="3312504"/>
                    <a:pt x="97426" y="3075437"/>
                  </a:cubicBezTo>
                  <a:cubicBezTo>
                    <a:pt x="-190441" y="2444670"/>
                    <a:pt x="217774" y="2000775"/>
                    <a:pt x="567326" y="2135637"/>
                  </a:cubicBezTo>
                  <a:cubicBezTo>
                    <a:pt x="535878" y="2003799"/>
                    <a:pt x="621452" y="2123239"/>
                    <a:pt x="645340" y="2017708"/>
                  </a:cubicBezTo>
                  <a:cubicBezTo>
                    <a:pt x="722145" y="1913689"/>
                    <a:pt x="722751" y="1758870"/>
                    <a:pt x="875756" y="1705651"/>
                  </a:cubicBezTo>
                  <a:close/>
                </a:path>
              </a:pathLst>
            </a:custGeom>
            <a:solidFill>
              <a:schemeClr val="tx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0C6D8A7-167F-DDCB-1752-6270B7071E9D}"/>
                </a:ext>
              </a:extLst>
            </p:cNvPr>
            <p:cNvSpPr/>
            <p:nvPr/>
          </p:nvSpPr>
          <p:spPr>
            <a:xfrm>
              <a:off x="3657599" y="3138906"/>
              <a:ext cx="3338285" cy="4656876"/>
            </a:xfrm>
            <a:custGeom>
              <a:avLst/>
              <a:gdLst>
                <a:gd name="connsiteX0" fmla="*/ 0 w 1030514"/>
                <a:gd name="connsiteY0" fmla="*/ 0 h 1074057"/>
                <a:gd name="connsiteX1" fmla="*/ 1030514 w 1030514"/>
                <a:gd name="connsiteY1" fmla="*/ 0 h 1074057"/>
                <a:gd name="connsiteX2" fmla="*/ 1030514 w 1030514"/>
                <a:gd name="connsiteY2" fmla="*/ 1074057 h 1074057"/>
                <a:gd name="connsiteX3" fmla="*/ 0 w 1030514"/>
                <a:gd name="connsiteY3" fmla="*/ 1074057 h 1074057"/>
                <a:gd name="connsiteX4" fmla="*/ 0 w 1030514"/>
                <a:gd name="connsiteY4" fmla="*/ 0 h 1074057"/>
                <a:gd name="connsiteX0" fmla="*/ 0 w 2177142"/>
                <a:gd name="connsiteY0" fmla="*/ 0 h 2510971"/>
                <a:gd name="connsiteX1" fmla="*/ 1030514 w 2177142"/>
                <a:gd name="connsiteY1" fmla="*/ 0 h 2510971"/>
                <a:gd name="connsiteX2" fmla="*/ 2177142 w 2177142"/>
                <a:gd name="connsiteY2" fmla="*/ 2510971 h 2510971"/>
                <a:gd name="connsiteX3" fmla="*/ 0 w 2177142"/>
                <a:gd name="connsiteY3" fmla="*/ 1074057 h 2510971"/>
                <a:gd name="connsiteX4" fmla="*/ 0 w 2177142"/>
                <a:gd name="connsiteY4" fmla="*/ 0 h 2510971"/>
                <a:gd name="connsiteX0" fmla="*/ 0 w 2177142"/>
                <a:gd name="connsiteY0" fmla="*/ 0 h 2801257"/>
                <a:gd name="connsiteX1" fmla="*/ 1030514 w 2177142"/>
                <a:gd name="connsiteY1" fmla="*/ 0 h 2801257"/>
                <a:gd name="connsiteX2" fmla="*/ 2177142 w 2177142"/>
                <a:gd name="connsiteY2" fmla="*/ 2510971 h 2801257"/>
                <a:gd name="connsiteX3" fmla="*/ 43543 w 2177142"/>
                <a:gd name="connsiteY3" fmla="*/ 2801257 h 2801257"/>
                <a:gd name="connsiteX4" fmla="*/ 0 w 2177142"/>
                <a:gd name="connsiteY4" fmla="*/ 0 h 2801257"/>
                <a:gd name="connsiteX0" fmla="*/ 0 w 3047999"/>
                <a:gd name="connsiteY0" fmla="*/ 43543 h 2801257"/>
                <a:gd name="connsiteX1" fmla="*/ 1901371 w 3047999"/>
                <a:gd name="connsiteY1" fmla="*/ 0 h 2801257"/>
                <a:gd name="connsiteX2" fmla="*/ 3047999 w 3047999"/>
                <a:gd name="connsiteY2" fmla="*/ 2510971 h 2801257"/>
                <a:gd name="connsiteX3" fmla="*/ 914400 w 3047999"/>
                <a:gd name="connsiteY3" fmla="*/ 2801257 h 2801257"/>
                <a:gd name="connsiteX4" fmla="*/ 0 w 3047999"/>
                <a:gd name="connsiteY4" fmla="*/ 43543 h 2801257"/>
                <a:gd name="connsiteX0" fmla="*/ 0 w 3047999"/>
                <a:gd name="connsiteY0" fmla="*/ 362857 h 3120571"/>
                <a:gd name="connsiteX1" fmla="*/ 348344 w 3047999"/>
                <a:gd name="connsiteY1" fmla="*/ 0 h 3120571"/>
                <a:gd name="connsiteX2" fmla="*/ 1901371 w 3047999"/>
                <a:gd name="connsiteY2" fmla="*/ 319314 h 3120571"/>
                <a:gd name="connsiteX3" fmla="*/ 3047999 w 3047999"/>
                <a:gd name="connsiteY3" fmla="*/ 2830285 h 3120571"/>
                <a:gd name="connsiteX4" fmla="*/ 914400 w 3047999"/>
                <a:gd name="connsiteY4" fmla="*/ 3120571 h 3120571"/>
                <a:gd name="connsiteX5" fmla="*/ 0 w 3047999"/>
                <a:gd name="connsiteY5" fmla="*/ 362857 h 3120571"/>
                <a:gd name="connsiteX0" fmla="*/ 0 w 3047999"/>
                <a:gd name="connsiteY0" fmla="*/ 362857 h 3120571"/>
                <a:gd name="connsiteX1" fmla="*/ 348344 w 3047999"/>
                <a:gd name="connsiteY1" fmla="*/ 0 h 3120571"/>
                <a:gd name="connsiteX2" fmla="*/ 856344 w 3047999"/>
                <a:gd name="connsiteY2" fmla="*/ 537028 h 3120571"/>
                <a:gd name="connsiteX3" fmla="*/ 1901371 w 3047999"/>
                <a:gd name="connsiteY3" fmla="*/ 319314 h 3120571"/>
                <a:gd name="connsiteX4" fmla="*/ 3047999 w 3047999"/>
                <a:gd name="connsiteY4" fmla="*/ 2830285 h 3120571"/>
                <a:gd name="connsiteX5" fmla="*/ 914400 w 3047999"/>
                <a:gd name="connsiteY5" fmla="*/ 3120571 h 3120571"/>
                <a:gd name="connsiteX6" fmla="*/ 0 w 3047999"/>
                <a:gd name="connsiteY6" fmla="*/ 362857 h 3120571"/>
                <a:gd name="connsiteX0" fmla="*/ 0 w 3047999"/>
                <a:gd name="connsiteY0" fmla="*/ 827314 h 3585028"/>
                <a:gd name="connsiteX1" fmla="*/ 348344 w 3047999"/>
                <a:gd name="connsiteY1" fmla="*/ 464457 h 3585028"/>
                <a:gd name="connsiteX2" fmla="*/ 856344 w 3047999"/>
                <a:gd name="connsiteY2" fmla="*/ 1001485 h 3585028"/>
                <a:gd name="connsiteX3" fmla="*/ 493487 w 3047999"/>
                <a:gd name="connsiteY3" fmla="*/ 0 h 3585028"/>
                <a:gd name="connsiteX4" fmla="*/ 1901371 w 3047999"/>
                <a:gd name="connsiteY4" fmla="*/ 783771 h 3585028"/>
                <a:gd name="connsiteX5" fmla="*/ 3047999 w 3047999"/>
                <a:gd name="connsiteY5" fmla="*/ 3294742 h 3585028"/>
                <a:gd name="connsiteX6" fmla="*/ 914400 w 3047999"/>
                <a:gd name="connsiteY6" fmla="*/ 3585028 h 3585028"/>
                <a:gd name="connsiteX7" fmla="*/ 0 w 3047999"/>
                <a:gd name="connsiteY7" fmla="*/ 827314 h 3585028"/>
                <a:gd name="connsiteX0" fmla="*/ 0 w 3047999"/>
                <a:gd name="connsiteY0" fmla="*/ 1219469 h 3977183"/>
                <a:gd name="connsiteX1" fmla="*/ 348344 w 3047999"/>
                <a:gd name="connsiteY1" fmla="*/ 856612 h 3977183"/>
                <a:gd name="connsiteX2" fmla="*/ 856344 w 3047999"/>
                <a:gd name="connsiteY2" fmla="*/ 1393640 h 3977183"/>
                <a:gd name="connsiteX3" fmla="*/ 493487 w 3047999"/>
                <a:gd name="connsiteY3" fmla="*/ 392155 h 3977183"/>
                <a:gd name="connsiteX4" fmla="*/ 899887 w 3047999"/>
                <a:gd name="connsiteY4" fmla="*/ 14783 h 3977183"/>
                <a:gd name="connsiteX5" fmla="*/ 1901371 w 3047999"/>
                <a:gd name="connsiteY5" fmla="*/ 1175926 h 3977183"/>
                <a:gd name="connsiteX6" fmla="*/ 3047999 w 3047999"/>
                <a:gd name="connsiteY6" fmla="*/ 3686897 h 3977183"/>
                <a:gd name="connsiteX7" fmla="*/ 914400 w 3047999"/>
                <a:gd name="connsiteY7" fmla="*/ 3977183 h 3977183"/>
                <a:gd name="connsiteX8" fmla="*/ 0 w 3047999"/>
                <a:gd name="connsiteY8" fmla="*/ 1219469 h 3977183"/>
                <a:gd name="connsiteX0" fmla="*/ 0 w 3047999"/>
                <a:gd name="connsiteY0" fmla="*/ 1219469 h 3977183"/>
                <a:gd name="connsiteX1" fmla="*/ 348344 w 3047999"/>
                <a:gd name="connsiteY1" fmla="*/ 856612 h 3977183"/>
                <a:gd name="connsiteX2" fmla="*/ 856344 w 3047999"/>
                <a:gd name="connsiteY2" fmla="*/ 1393640 h 3977183"/>
                <a:gd name="connsiteX3" fmla="*/ 493487 w 3047999"/>
                <a:gd name="connsiteY3" fmla="*/ 392155 h 3977183"/>
                <a:gd name="connsiteX4" fmla="*/ 899887 w 3047999"/>
                <a:gd name="connsiteY4" fmla="*/ 14783 h 3977183"/>
                <a:gd name="connsiteX5" fmla="*/ 1407887 w 3047999"/>
                <a:gd name="connsiteY5" fmla="*/ 1277527 h 3977183"/>
                <a:gd name="connsiteX6" fmla="*/ 1901371 w 3047999"/>
                <a:gd name="connsiteY6" fmla="*/ 1175926 h 3977183"/>
                <a:gd name="connsiteX7" fmla="*/ 3047999 w 3047999"/>
                <a:gd name="connsiteY7" fmla="*/ 3686897 h 3977183"/>
                <a:gd name="connsiteX8" fmla="*/ 914400 w 3047999"/>
                <a:gd name="connsiteY8" fmla="*/ 3977183 h 3977183"/>
                <a:gd name="connsiteX9" fmla="*/ 0 w 3047999"/>
                <a:gd name="connsiteY9" fmla="*/ 1219469 h 3977183"/>
                <a:gd name="connsiteX0" fmla="*/ 0 w 3047999"/>
                <a:gd name="connsiteY0" fmla="*/ 1364342 h 4122056"/>
                <a:gd name="connsiteX1" fmla="*/ 348344 w 3047999"/>
                <a:gd name="connsiteY1" fmla="*/ 1001485 h 4122056"/>
                <a:gd name="connsiteX2" fmla="*/ 856344 w 3047999"/>
                <a:gd name="connsiteY2" fmla="*/ 1538513 h 4122056"/>
                <a:gd name="connsiteX3" fmla="*/ 493487 w 3047999"/>
                <a:gd name="connsiteY3" fmla="*/ 537028 h 4122056"/>
                <a:gd name="connsiteX4" fmla="*/ 899887 w 3047999"/>
                <a:gd name="connsiteY4" fmla="*/ 159656 h 4122056"/>
                <a:gd name="connsiteX5" fmla="*/ 1407887 w 3047999"/>
                <a:gd name="connsiteY5" fmla="*/ 1422400 h 4122056"/>
                <a:gd name="connsiteX6" fmla="*/ 1117601 w 3047999"/>
                <a:gd name="connsiteY6" fmla="*/ 0 h 4122056"/>
                <a:gd name="connsiteX7" fmla="*/ 1901371 w 3047999"/>
                <a:gd name="connsiteY7" fmla="*/ 1320799 h 4122056"/>
                <a:gd name="connsiteX8" fmla="*/ 3047999 w 3047999"/>
                <a:gd name="connsiteY8" fmla="*/ 3831770 h 4122056"/>
                <a:gd name="connsiteX9" fmla="*/ 914400 w 3047999"/>
                <a:gd name="connsiteY9" fmla="*/ 4122056 h 4122056"/>
                <a:gd name="connsiteX10" fmla="*/ 0 w 3047999"/>
                <a:gd name="connsiteY10" fmla="*/ 1364342 h 4122056"/>
                <a:gd name="connsiteX0" fmla="*/ 0 w 3047999"/>
                <a:gd name="connsiteY0" fmla="*/ 1513913 h 4271627"/>
                <a:gd name="connsiteX1" fmla="*/ 348344 w 3047999"/>
                <a:gd name="connsiteY1" fmla="*/ 1151056 h 4271627"/>
                <a:gd name="connsiteX2" fmla="*/ 856344 w 3047999"/>
                <a:gd name="connsiteY2" fmla="*/ 1688084 h 4271627"/>
                <a:gd name="connsiteX3" fmla="*/ 493487 w 3047999"/>
                <a:gd name="connsiteY3" fmla="*/ 686599 h 4271627"/>
                <a:gd name="connsiteX4" fmla="*/ 899887 w 3047999"/>
                <a:gd name="connsiteY4" fmla="*/ 309227 h 4271627"/>
                <a:gd name="connsiteX5" fmla="*/ 1407887 w 3047999"/>
                <a:gd name="connsiteY5" fmla="*/ 1571971 h 4271627"/>
                <a:gd name="connsiteX6" fmla="*/ 1117601 w 3047999"/>
                <a:gd name="connsiteY6" fmla="*/ 149571 h 4271627"/>
                <a:gd name="connsiteX7" fmla="*/ 1494972 w 3047999"/>
                <a:gd name="connsiteY7" fmla="*/ 62485 h 4271627"/>
                <a:gd name="connsiteX8" fmla="*/ 1901371 w 3047999"/>
                <a:gd name="connsiteY8" fmla="*/ 1470370 h 4271627"/>
                <a:gd name="connsiteX9" fmla="*/ 3047999 w 3047999"/>
                <a:gd name="connsiteY9" fmla="*/ 3981341 h 4271627"/>
                <a:gd name="connsiteX10" fmla="*/ 914400 w 3047999"/>
                <a:gd name="connsiteY10" fmla="*/ 4271627 h 4271627"/>
                <a:gd name="connsiteX11" fmla="*/ 0 w 3047999"/>
                <a:gd name="connsiteY11" fmla="*/ 1513913 h 4271627"/>
                <a:gd name="connsiteX0" fmla="*/ 0 w 3047999"/>
                <a:gd name="connsiteY0" fmla="*/ 1513913 h 4271627"/>
                <a:gd name="connsiteX1" fmla="*/ 348344 w 3047999"/>
                <a:gd name="connsiteY1" fmla="*/ 1151056 h 4271627"/>
                <a:gd name="connsiteX2" fmla="*/ 856344 w 3047999"/>
                <a:gd name="connsiteY2" fmla="*/ 1688084 h 4271627"/>
                <a:gd name="connsiteX3" fmla="*/ 493487 w 3047999"/>
                <a:gd name="connsiteY3" fmla="*/ 686599 h 4271627"/>
                <a:gd name="connsiteX4" fmla="*/ 899887 w 3047999"/>
                <a:gd name="connsiteY4" fmla="*/ 309227 h 4271627"/>
                <a:gd name="connsiteX5" fmla="*/ 1407887 w 3047999"/>
                <a:gd name="connsiteY5" fmla="*/ 1571971 h 4271627"/>
                <a:gd name="connsiteX6" fmla="*/ 1117601 w 3047999"/>
                <a:gd name="connsiteY6" fmla="*/ 149571 h 4271627"/>
                <a:gd name="connsiteX7" fmla="*/ 1494972 w 3047999"/>
                <a:gd name="connsiteY7" fmla="*/ 62485 h 4271627"/>
                <a:gd name="connsiteX8" fmla="*/ 1683658 w 3047999"/>
                <a:gd name="connsiteY8" fmla="*/ 1310715 h 4271627"/>
                <a:gd name="connsiteX9" fmla="*/ 1901371 w 3047999"/>
                <a:gd name="connsiteY9" fmla="*/ 1470370 h 4271627"/>
                <a:gd name="connsiteX10" fmla="*/ 3047999 w 3047999"/>
                <a:gd name="connsiteY10" fmla="*/ 3981341 h 4271627"/>
                <a:gd name="connsiteX11" fmla="*/ 914400 w 3047999"/>
                <a:gd name="connsiteY11" fmla="*/ 4271627 h 4271627"/>
                <a:gd name="connsiteX12" fmla="*/ 0 w 3047999"/>
                <a:gd name="connsiteY12" fmla="*/ 1513913 h 4271627"/>
                <a:gd name="connsiteX0" fmla="*/ 0 w 3193143"/>
                <a:gd name="connsiteY0" fmla="*/ 1513913 h 4271627"/>
                <a:gd name="connsiteX1" fmla="*/ 348344 w 3193143"/>
                <a:gd name="connsiteY1" fmla="*/ 1151056 h 4271627"/>
                <a:gd name="connsiteX2" fmla="*/ 856344 w 3193143"/>
                <a:gd name="connsiteY2" fmla="*/ 1688084 h 4271627"/>
                <a:gd name="connsiteX3" fmla="*/ 493487 w 3193143"/>
                <a:gd name="connsiteY3" fmla="*/ 686599 h 4271627"/>
                <a:gd name="connsiteX4" fmla="*/ 899887 w 3193143"/>
                <a:gd name="connsiteY4" fmla="*/ 309227 h 4271627"/>
                <a:gd name="connsiteX5" fmla="*/ 1407887 w 3193143"/>
                <a:gd name="connsiteY5" fmla="*/ 1571971 h 4271627"/>
                <a:gd name="connsiteX6" fmla="*/ 1117601 w 3193143"/>
                <a:gd name="connsiteY6" fmla="*/ 149571 h 4271627"/>
                <a:gd name="connsiteX7" fmla="*/ 1494972 w 3193143"/>
                <a:gd name="connsiteY7" fmla="*/ 62485 h 4271627"/>
                <a:gd name="connsiteX8" fmla="*/ 1683658 w 3193143"/>
                <a:gd name="connsiteY8" fmla="*/ 1310715 h 4271627"/>
                <a:gd name="connsiteX9" fmla="*/ 3193143 w 3193143"/>
                <a:gd name="connsiteY9" fmla="*/ 802713 h 4271627"/>
                <a:gd name="connsiteX10" fmla="*/ 3047999 w 3193143"/>
                <a:gd name="connsiteY10" fmla="*/ 3981341 h 4271627"/>
                <a:gd name="connsiteX11" fmla="*/ 914400 w 3193143"/>
                <a:gd name="connsiteY11" fmla="*/ 4271627 h 4271627"/>
                <a:gd name="connsiteX12" fmla="*/ 0 w 3193143"/>
                <a:gd name="connsiteY12" fmla="*/ 1513913 h 4271627"/>
                <a:gd name="connsiteX0" fmla="*/ 0 w 3193143"/>
                <a:gd name="connsiteY0" fmla="*/ 1513913 h 4271627"/>
                <a:gd name="connsiteX1" fmla="*/ 348344 w 3193143"/>
                <a:gd name="connsiteY1" fmla="*/ 1151056 h 4271627"/>
                <a:gd name="connsiteX2" fmla="*/ 856344 w 3193143"/>
                <a:gd name="connsiteY2" fmla="*/ 1688084 h 4271627"/>
                <a:gd name="connsiteX3" fmla="*/ 493487 w 3193143"/>
                <a:gd name="connsiteY3" fmla="*/ 686599 h 4271627"/>
                <a:gd name="connsiteX4" fmla="*/ 899887 w 3193143"/>
                <a:gd name="connsiteY4" fmla="*/ 309227 h 4271627"/>
                <a:gd name="connsiteX5" fmla="*/ 1407887 w 3193143"/>
                <a:gd name="connsiteY5" fmla="*/ 1571971 h 4271627"/>
                <a:gd name="connsiteX6" fmla="*/ 1117601 w 3193143"/>
                <a:gd name="connsiteY6" fmla="*/ 149571 h 4271627"/>
                <a:gd name="connsiteX7" fmla="*/ 1494972 w 3193143"/>
                <a:gd name="connsiteY7" fmla="*/ 62485 h 4271627"/>
                <a:gd name="connsiteX8" fmla="*/ 1683658 w 3193143"/>
                <a:gd name="connsiteY8" fmla="*/ 1310715 h 4271627"/>
                <a:gd name="connsiteX9" fmla="*/ 2365829 w 3193143"/>
                <a:gd name="connsiteY9" fmla="*/ 1484886 h 4271627"/>
                <a:gd name="connsiteX10" fmla="*/ 3193143 w 3193143"/>
                <a:gd name="connsiteY10" fmla="*/ 802713 h 4271627"/>
                <a:gd name="connsiteX11" fmla="*/ 3047999 w 3193143"/>
                <a:gd name="connsiteY11" fmla="*/ 3981341 h 4271627"/>
                <a:gd name="connsiteX12" fmla="*/ 914400 w 3193143"/>
                <a:gd name="connsiteY12" fmla="*/ 4271627 h 4271627"/>
                <a:gd name="connsiteX13" fmla="*/ 0 w 3193143"/>
                <a:gd name="connsiteY13" fmla="*/ 1513913 h 4271627"/>
                <a:gd name="connsiteX0" fmla="*/ 0 w 3193143"/>
                <a:gd name="connsiteY0" fmla="*/ 1513913 h 4271627"/>
                <a:gd name="connsiteX1" fmla="*/ 348344 w 3193143"/>
                <a:gd name="connsiteY1" fmla="*/ 1151056 h 4271627"/>
                <a:gd name="connsiteX2" fmla="*/ 856344 w 3193143"/>
                <a:gd name="connsiteY2" fmla="*/ 1688084 h 4271627"/>
                <a:gd name="connsiteX3" fmla="*/ 493487 w 3193143"/>
                <a:gd name="connsiteY3" fmla="*/ 686599 h 4271627"/>
                <a:gd name="connsiteX4" fmla="*/ 899887 w 3193143"/>
                <a:gd name="connsiteY4" fmla="*/ 309227 h 4271627"/>
                <a:gd name="connsiteX5" fmla="*/ 1407887 w 3193143"/>
                <a:gd name="connsiteY5" fmla="*/ 1571971 h 4271627"/>
                <a:gd name="connsiteX6" fmla="*/ 1117601 w 3193143"/>
                <a:gd name="connsiteY6" fmla="*/ 149571 h 4271627"/>
                <a:gd name="connsiteX7" fmla="*/ 1494972 w 3193143"/>
                <a:gd name="connsiteY7" fmla="*/ 62485 h 4271627"/>
                <a:gd name="connsiteX8" fmla="*/ 1683658 w 3193143"/>
                <a:gd name="connsiteY8" fmla="*/ 1310715 h 4271627"/>
                <a:gd name="connsiteX9" fmla="*/ 2365829 w 3193143"/>
                <a:gd name="connsiteY9" fmla="*/ 1484886 h 4271627"/>
                <a:gd name="connsiteX10" fmla="*/ 2859315 w 3193143"/>
                <a:gd name="connsiteY10" fmla="*/ 570486 h 4271627"/>
                <a:gd name="connsiteX11" fmla="*/ 3193143 w 3193143"/>
                <a:gd name="connsiteY11" fmla="*/ 802713 h 4271627"/>
                <a:gd name="connsiteX12" fmla="*/ 3047999 w 3193143"/>
                <a:gd name="connsiteY12" fmla="*/ 3981341 h 4271627"/>
                <a:gd name="connsiteX13" fmla="*/ 914400 w 3193143"/>
                <a:gd name="connsiteY13" fmla="*/ 4271627 h 4271627"/>
                <a:gd name="connsiteX14" fmla="*/ 0 w 3193143"/>
                <a:gd name="connsiteY14" fmla="*/ 1513913 h 4271627"/>
                <a:gd name="connsiteX0" fmla="*/ 0 w 3193143"/>
                <a:gd name="connsiteY0" fmla="*/ 1513913 h 4271627"/>
                <a:gd name="connsiteX1" fmla="*/ 348344 w 3193143"/>
                <a:gd name="connsiteY1" fmla="*/ 1151056 h 4271627"/>
                <a:gd name="connsiteX2" fmla="*/ 856344 w 3193143"/>
                <a:gd name="connsiteY2" fmla="*/ 1688084 h 4271627"/>
                <a:gd name="connsiteX3" fmla="*/ 493487 w 3193143"/>
                <a:gd name="connsiteY3" fmla="*/ 686599 h 4271627"/>
                <a:gd name="connsiteX4" fmla="*/ 899887 w 3193143"/>
                <a:gd name="connsiteY4" fmla="*/ 309227 h 4271627"/>
                <a:gd name="connsiteX5" fmla="*/ 1407887 w 3193143"/>
                <a:gd name="connsiteY5" fmla="*/ 1571971 h 4271627"/>
                <a:gd name="connsiteX6" fmla="*/ 1117601 w 3193143"/>
                <a:gd name="connsiteY6" fmla="*/ 149571 h 4271627"/>
                <a:gd name="connsiteX7" fmla="*/ 1494972 w 3193143"/>
                <a:gd name="connsiteY7" fmla="*/ 62485 h 4271627"/>
                <a:gd name="connsiteX8" fmla="*/ 1683658 w 3193143"/>
                <a:gd name="connsiteY8" fmla="*/ 1310715 h 4271627"/>
                <a:gd name="connsiteX9" fmla="*/ 2656115 w 3193143"/>
                <a:gd name="connsiteY9" fmla="*/ 338258 h 4271627"/>
                <a:gd name="connsiteX10" fmla="*/ 2365829 w 3193143"/>
                <a:gd name="connsiteY10" fmla="*/ 1484886 h 4271627"/>
                <a:gd name="connsiteX11" fmla="*/ 2859315 w 3193143"/>
                <a:gd name="connsiteY11" fmla="*/ 570486 h 4271627"/>
                <a:gd name="connsiteX12" fmla="*/ 3193143 w 3193143"/>
                <a:gd name="connsiteY12" fmla="*/ 802713 h 4271627"/>
                <a:gd name="connsiteX13" fmla="*/ 3047999 w 3193143"/>
                <a:gd name="connsiteY13" fmla="*/ 3981341 h 4271627"/>
                <a:gd name="connsiteX14" fmla="*/ 914400 w 3193143"/>
                <a:gd name="connsiteY14" fmla="*/ 4271627 h 4271627"/>
                <a:gd name="connsiteX15" fmla="*/ 0 w 3193143"/>
                <a:gd name="connsiteY15" fmla="*/ 1513913 h 4271627"/>
                <a:gd name="connsiteX0" fmla="*/ 0 w 3193143"/>
                <a:gd name="connsiteY0" fmla="*/ 1513913 h 4271627"/>
                <a:gd name="connsiteX1" fmla="*/ 348344 w 3193143"/>
                <a:gd name="connsiteY1" fmla="*/ 1151056 h 4271627"/>
                <a:gd name="connsiteX2" fmla="*/ 856344 w 3193143"/>
                <a:gd name="connsiteY2" fmla="*/ 1688084 h 4271627"/>
                <a:gd name="connsiteX3" fmla="*/ 493487 w 3193143"/>
                <a:gd name="connsiteY3" fmla="*/ 686599 h 4271627"/>
                <a:gd name="connsiteX4" fmla="*/ 899887 w 3193143"/>
                <a:gd name="connsiteY4" fmla="*/ 309227 h 4271627"/>
                <a:gd name="connsiteX5" fmla="*/ 1407887 w 3193143"/>
                <a:gd name="connsiteY5" fmla="*/ 1571971 h 4271627"/>
                <a:gd name="connsiteX6" fmla="*/ 1117601 w 3193143"/>
                <a:gd name="connsiteY6" fmla="*/ 149571 h 4271627"/>
                <a:gd name="connsiteX7" fmla="*/ 1494972 w 3193143"/>
                <a:gd name="connsiteY7" fmla="*/ 62485 h 4271627"/>
                <a:gd name="connsiteX8" fmla="*/ 1683658 w 3193143"/>
                <a:gd name="connsiteY8" fmla="*/ 1310715 h 4271627"/>
                <a:gd name="connsiteX9" fmla="*/ 2322287 w 3193143"/>
                <a:gd name="connsiteY9" fmla="*/ 251172 h 4271627"/>
                <a:gd name="connsiteX10" fmla="*/ 2656115 w 3193143"/>
                <a:gd name="connsiteY10" fmla="*/ 338258 h 4271627"/>
                <a:gd name="connsiteX11" fmla="*/ 2365829 w 3193143"/>
                <a:gd name="connsiteY11" fmla="*/ 1484886 h 4271627"/>
                <a:gd name="connsiteX12" fmla="*/ 2859315 w 3193143"/>
                <a:gd name="connsiteY12" fmla="*/ 570486 h 4271627"/>
                <a:gd name="connsiteX13" fmla="*/ 3193143 w 3193143"/>
                <a:gd name="connsiteY13" fmla="*/ 802713 h 4271627"/>
                <a:gd name="connsiteX14" fmla="*/ 3047999 w 3193143"/>
                <a:gd name="connsiteY14" fmla="*/ 3981341 h 4271627"/>
                <a:gd name="connsiteX15" fmla="*/ 914400 w 3193143"/>
                <a:gd name="connsiteY15" fmla="*/ 4271627 h 4271627"/>
                <a:gd name="connsiteX16" fmla="*/ 0 w 3193143"/>
                <a:gd name="connsiteY16" fmla="*/ 1513913 h 4271627"/>
                <a:gd name="connsiteX0" fmla="*/ 0 w 3193143"/>
                <a:gd name="connsiteY0" fmla="*/ 1513913 h 4271627"/>
                <a:gd name="connsiteX1" fmla="*/ 348344 w 3193143"/>
                <a:gd name="connsiteY1" fmla="*/ 1151056 h 4271627"/>
                <a:gd name="connsiteX2" fmla="*/ 856344 w 3193143"/>
                <a:gd name="connsiteY2" fmla="*/ 1688084 h 4271627"/>
                <a:gd name="connsiteX3" fmla="*/ 493487 w 3193143"/>
                <a:gd name="connsiteY3" fmla="*/ 686599 h 4271627"/>
                <a:gd name="connsiteX4" fmla="*/ 899887 w 3193143"/>
                <a:gd name="connsiteY4" fmla="*/ 309227 h 4271627"/>
                <a:gd name="connsiteX5" fmla="*/ 1407887 w 3193143"/>
                <a:gd name="connsiteY5" fmla="*/ 1571971 h 4271627"/>
                <a:gd name="connsiteX6" fmla="*/ 1117601 w 3193143"/>
                <a:gd name="connsiteY6" fmla="*/ 149571 h 4271627"/>
                <a:gd name="connsiteX7" fmla="*/ 1494972 w 3193143"/>
                <a:gd name="connsiteY7" fmla="*/ 62485 h 4271627"/>
                <a:gd name="connsiteX8" fmla="*/ 1683658 w 3193143"/>
                <a:gd name="connsiteY8" fmla="*/ 1310715 h 4271627"/>
                <a:gd name="connsiteX9" fmla="*/ 2061029 w 3193143"/>
                <a:gd name="connsiteY9" fmla="*/ 1368772 h 4271627"/>
                <a:gd name="connsiteX10" fmla="*/ 2322287 w 3193143"/>
                <a:gd name="connsiteY10" fmla="*/ 251172 h 4271627"/>
                <a:gd name="connsiteX11" fmla="*/ 2656115 w 3193143"/>
                <a:gd name="connsiteY11" fmla="*/ 338258 h 4271627"/>
                <a:gd name="connsiteX12" fmla="*/ 2365829 w 3193143"/>
                <a:gd name="connsiteY12" fmla="*/ 1484886 h 4271627"/>
                <a:gd name="connsiteX13" fmla="*/ 2859315 w 3193143"/>
                <a:gd name="connsiteY13" fmla="*/ 570486 h 4271627"/>
                <a:gd name="connsiteX14" fmla="*/ 3193143 w 3193143"/>
                <a:gd name="connsiteY14" fmla="*/ 802713 h 4271627"/>
                <a:gd name="connsiteX15" fmla="*/ 3047999 w 3193143"/>
                <a:gd name="connsiteY15" fmla="*/ 3981341 h 4271627"/>
                <a:gd name="connsiteX16" fmla="*/ 914400 w 3193143"/>
                <a:gd name="connsiteY16" fmla="*/ 4271627 h 4271627"/>
                <a:gd name="connsiteX17" fmla="*/ 0 w 3193143"/>
                <a:gd name="connsiteY17" fmla="*/ 1513913 h 4271627"/>
                <a:gd name="connsiteX0" fmla="*/ 0 w 3193143"/>
                <a:gd name="connsiteY0" fmla="*/ 1567584 h 4325298"/>
                <a:gd name="connsiteX1" fmla="*/ 348344 w 3193143"/>
                <a:gd name="connsiteY1" fmla="*/ 1204727 h 4325298"/>
                <a:gd name="connsiteX2" fmla="*/ 856344 w 3193143"/>
                <a:gd name="connsiteY2" fmla="*/ 1741755 h 4325298"/>
                <a:gd name="connsiteX3" fmla="*/ 493487 w 3193143"/>
                <a:gd name="connsiteY3" fmla="*/ 740270 h 4325298"/>
                <a:gd name="connsiteX4" fmla="*/ 899887 w 3193143"/>
                <a:gd name="connsiteY4" fmla="*/ 362898 h 4325298"/>
                <a:gd name="connsiteX5" fmla="*/ 1407887 w 3193143"/>
                <a:gd name="connsiteY5" fmla="*/ 1625642 h 4325298"/>
                <a:gd name="connsiteX6" fmla="*/ 1117601 w 3193143"/>
                <a:gd name="connsiteY6" fmla="*/ 203242 h 4325298"/>
                <a:gd name="connsiteX7" fmla="*/ 1494972 w 3193143"/>
                <a:gd name="connsiteY7" fmla="*/ 116156 h 4325298"/>
                <a:gd name="connsiteX8" fmla="*/ 1683658 w 3193143"/>
                <a:gd name="connsiteY8" fmla="*/ 1364386 h 4325298"/>
                <a:gd name="connsiteX9" fmla="*/ 2148115 w 3193143"/>
                <a:gd name="connsiteY9" fmla="*/ 43 h 4325298"/>
                <a:gd name="connsiteX10" fmla="*/ 2061029 w 3193143"/>
                <a:gd name="connsiteY10" fmla="*/ 1422443 h 4325298"/>
                <a:gd name="connsiteX11" fmla="*/ 2322287 w 3193143"/>
                <a:gd name="connsiteY11" fmla="*/ 304843 h 4325298"/>
                <a:gd name="connsiteX12" fmla="*/ 2656115 w 3193143"/>
                <a:gd name="connsiteY12" fmla="*/ 391929 h 4325298"/>
                <a:gd name="connsiteX13" fmla="*/ 2365829 w 3193143"/>
                <a:gd name="connsiteY13" fmla="*/ 1538557 h 4325298"/>
                <a:gd name="connsiteX14" fmla="*/ 2859315 w 3193143"/>
                <a:gd name="connsiteY14" fmla="*/ 624157 h 4325298"/>
                <a:gd name="connsiteX15" fmla="*/ 3193143 w 3193143"/>
                <a:gd name="connsiteY15" fmla="*/ 856384 h 4325298"/>
                <a:gd name="connsiteX16" fmla="*/ 3047999 w 3193143"/>
                <a:gd name="connsiteY16" fmla="*/ 4035012 h 4325298"/>
                <a:gd name="connsiteX17" fmla="*/ 914400 w 3193143"/>
                <a:gd name="connsiteY17" fmla="*/ 4325298 h 4325298"/>
                <a:gd name="connsiteX18" fmla="*/ 0 w 3193143"/>
                <a:gd name="connsiteY18" fmla="*/ 1567584 h 4325298"/>
                <a:gd name="connsiteX0" fmla="*/ 0 w 3193143"/>
                <a:gd name="connsiteY0" fmla="*/ 1679836 h 4437550"/>
                <a:gd name="connsiteX1" fmla="*/ 348344 w 3193143"/>
                <a:gd name="connsiteY1" fmla="*/ 1316979 h 4437550"/>
                <a:gd name="connsiteX2" fmla="*/ 856344 w 3193143"/>
                <a:gd name="connsiteY2" fmla="*/ 1854007 h 4437550"/>
                <a:gd name="connsiteX3" fmla="*/ 493487 w 3193143"/>
                <a:gd name="connsiteY3" fmla="*/ 852522 h 4437550"/>
                <a:gd name="connsiteX4" fmla="*/ 899887 w 3193143"/>
                <a:gd name="connsiteY4" fmla="*/ 475150 h 4437550"/>
                <a:gd name="connsiteX5" fmla="*/ 1407887 w 3193143"/>
                <a:gd name="connsiteY5" fmla="*/ 1737894 h 4437550"/>
                <a:gd name="connsiteX6" fmla="*/ 1117601 w 3193143"/>
                <a:gd name="connsiteY6" fmla="*/ 315494 h 4437550"/>
                <a:gd name="connsiteX7" fmla="*/ 1494972 w 3193143"/>
                <a:gd name="connsiteY7" fmla="*/ 228408 h 4437550"/>
                <a:gd name="connsiteX8" fmla="*/ 1683658 w 3193143"/>
                <a:gd name="connsiteY8" fmla="*/ 1476638 h 4437550"/>
                <a:gd name="connsiteX9" fmla="*/ 1857829 w 3193143"/>
                <a:gd name="connsiteY9" fmla="*/ 184866 h 4437550"/>
                <a:gd name="connsiteX10" fmla="*/ 2148115 w 3193143"/>
                <a:gd name="connsiteY10" fmla="*/ 112295 h 4437550"/>
                <a:gd name="connsiteX11" fmla="*/ 2061029 w 3193143"/>
                <a:gd name="connsiteY11" fmla="*/ 1534695 h 4437550"/>
                <a:gd name="connsiteX12" fmla="*/ 2322287 w 3193143"/>
                <a:gd name="connsiteY12" fmla="*/ 417095 h 4437550"/>
                <a:gd name="connsiteX13" fmla="*/ 2656115 w 3193143"/>
                <a:gd name="connsiteY13" fmla="*/ 504181 h 4437550"/>
                <a:gd name="connsiteX14" fmla="*/ 2365829 w 3193143"/>
                <a:gd name="connsiteY14" fmla="*/ 1650809 h 4437550"/>
                <a:gd name="connsiteX15" fmla="*/ 2859315 w 3193143"/>
                <a:gd name="connsiteY15" fmla="*/ 736409 h 4437550"/>
                <a:gd name="connsiteX16" fmla="*/ 3193143 w 3193143"/>
                <a:gd name="connsiteY16" fmla="*/ 968636 h 4437550"/>
                <a:gd name="connsiteX17" fmla="*/ 3047999 w 3193143"/>
                <a:gd name="connsiteY17" fmla="*/ 4147264 h 4437550"/>
                <a:gd name="connsiteX18" fmla="*/ 914400 w 3193143"/>
                <a:gd name="connsiteY18" fmla="*/ 4437550 h 4437550"/>
                <a:gd name="connsiteX19" fmla="*/ 0 w 3193143"/>
                <a:gd name="connsiteY19" fmla="*/ 1679836 h 4437550"/>
                <a:gd name="connsiteX0" fmla="*/ 0 w 3193143"/>
                <a:gd name="connsiteY0" fmla="*/ 1679836 h 4437550"/>
                <a:gd name="connsiteX1" fmla="*/ 348344 w 3193143"/>
                <a:gd name="connsiteY1" fmla="*/ 1316979 h 4437550"/>
                <a:gd name="connsiteX2" fmla="*/ 856344 w 3193143"/>
                <a:gd name="connsiteY2" fmla="*/ 1854007 h 4437550"/>
                <a:gd name="connsiteX3" fmla="*/ 493487 w 3193143"/>
                <a:gd name="connsiteY3" fmla="*/ 852522 h 4437550"/>
                <a:gd name="connsiteX4" fmla="*/ 899887 w 3193143"/>
                <a:gd name="connsiteY4" fmla="*/ 475150 h 4437550"/>
                <a:gd name="connsiteX5" fmla="*/ 1407887 w 3193143"/>
                <a:gd name="connsiteY5" fmla="*/ 1737894 h 4437550"/>
                <a:gd name="connsiteX6" fmla="*/ 1117601 w 3193143"/>
                <a:gd name="connsiteY6" fmla="*/ 315494 h 4437550"/>
                <a:gd name="connsiteX7" fmla="*/ 1494972 w 3193143"/>
                <a:gd name="connsiteY7" fmla="*/ 228408 h 4437550"/>
                <a:gd name="connsiteX8" fmla="*/ 1683658 w 3193143"/>
                <a:gd name="connsiteY8" fmla="*/ 1476638 h 4437550"/>
                <a:gd name="connsiteX9" fmla="*/ 1857829 w 3193143"/>
                <a:gd name="connsiteY9" fmla="*/ 184866 h 4437550"/>
                <a:gd name="connsiteX10" fmla="*/ 2148115 w 3193143"/>
                <a:gd name="connsiteY10" fmla="*/ 112295 h 4437550"/>
                <a:gd name="connsiteX11" fmla="*/ 2061029 w 3193143"/>
                <a:gd name="connsiteY11" fmla="*/ 1534695 h 4437550"/>
                <a:gd name="connsiteX12" fmla="*/ 2322287 w 3193143"/>
                <a:gd name="connsiteY12" fmla="*/ 417095 h 4437550"/>
                <a:gd name="connsiteX13" fmla="*/ 2656115 w 3193143"/>
                <a:gd name="connsiteY13" fmla="*/ 504181 h 4437550"/>
                <a:gd name="connsiteX14" fmla="*/ 2365829 w 3193143"/>
                <a:gd name="connsiteY14" fmla="*/ 1650809 h 4437550"/>
                <a:gd name="connsiteX15" fmla="*/ 2859315 w 3193143"/>
                <a:gd name="connsiteY15" fmla="*/ 736409 h 4437550"/>
                <a:gd name="connsiteX16" fmla="*/ 3193143 w 3193143"/>
                <a:gd name="connsiteY16" fmla="*/ 968636 h 4437550"/>
                <a:gd name="connsiteX17" fmla="*/ 3047999 w 3193143"/>
                <a:gd name="connsiteY17" fmla="*/ 4147264 h 4437550"/>
                <a:gd name="connsiteX18" fmla="*/ 914400 w 3193143"/>
                <a:gd name="connsiteY18" fmla="*/ 4437550 h 4437550"/>
                <a:gd name="connsiteX19" fmla="*/ 0 w 3193143"/>
                <a:gd name="connsiteY19" fmla="*/ 1679836 h 4437550"/>
                <a:gd name="connsiteX0" fmla="*/ 0 w 3193143"/>
                <a:gd name="connsiteY0" fmla="*/ 1679836 h 4437550"/>
                <a:gd name="connsiteX1" fmla="*/ 348344 w 3193143"/>
                <a:gd name="connsiteY1" fmla="*/ 1316979 h 4437550"/>
                <a:gd name="connsiteX2" fmla="*/ 856344 w 3193143"/>
                <a:gd name="connsiteY2" fmla="*/ 1854007 h 4437550"/>
                <a:gd name="connsiteX3" fmla="*/ 493487 w 3193143"/>
                <a:gd name="connsiteY3" fmla="*/ 852522 h 4437550"/>
                <a:gd name="connsiteX4" fmla="*/ 899887 w 3193143"/>
                <a:gd name="connsiteY4" fmla="*/ 475150 h 4437550"/>
                <a:gd name="connsiteX5" fmla="*/ 1407887 w 3193143"/>
                <a:gd name="connsiteY5" fmla="*/ 1737894 h 4437550"/>
                <a:gd name="connsiteX6" fmla="*/ 1117601 w 3193143"/>
                <a:gd name="connsiteY6" fmla="*/ 315494 h 4437550"/>
                <a:gd name="connsiteX7" fmla="*/ 1494972 w 3193143"/>
                <a:gd name="connsiteY7" fmla="*/ 228408 h 4437550"/>
                <a:gd name="connsiteX8" fmla="*/ 1683658 w 3193143"/>
                <a:gd name="connsiteY8" fmla="*/ 1476638 h 4437550"/>
                <a:gd name="connsiteX9" fmla="*/ 1857829 w 3193143"/>
                <a:gd name="connsiteY9" fmla="*/ 184866 h 4437550"/>
                <a:gd name="connsiteX10" fmla="*/ 2148115 w 3193143"/>
                <a:gd name="connsiteY10" fmla="*/ 112295 h 4437550"/>
                <a:gd name="connsiteX11" fmla="*/ 2061029 w 3193143"/>
                <a:gd name="connsiteY11" fmla="*/ 1534695 h 4437550"/>
                <a:gd name="connsiteX12" fmla="*/ 2322287 w 3193143"/>
                <a:gd name="connsiteY12" fmla="*/ 417095 h 4437550"/>
                <a:gd name="connsiteX13" fmla="*/ 2656115 w 3193143"/>
                <a:gd name="connsiteY13" fmla="*/ 504181 h 4437550"/>
                <a:gd name="connsiteX14" fmla="*/ 2365829 w 3193143"/>
                <a:gd name="connsiteY14" fmla="*/ 1650809 h 4437550"/>
                <a:gd name="connsiteX15" fmla="*/ 2859315 w 3193143"/>
                <a:gd name="connsiteY15" fmla="*/ 736409 h 4437550"/>
                <a:gd name="connsiteX16" fmla="*/ 3193143 w 3193143"/>
                <a:gd name="connsiteY16" fmla="*/ 968636 h 4437550"/>
                <a:gd name="connsiteX17" fmla="*/ 3047999 w 3193143"/>
                <a:gd name="connsiteY17" fmla="*/ 4147264 h 4437550"/>
                <a:gd name="connsiteX18" fmla="*/ 914400 w 3193143"/>
                <a:gd name="connsiteY18" fmla="*/ 4437550 h 4437550"/>
                <a:gd name="connsiteX19" fmla="*/ 0 w 3193143"/>
                <a:gd name="connsiteY19" fmla="*/ 1679836 h 4437550"/>
                <a:gd name="connsiteX0" fmla="*/ 0 w 3193143"/>
                <a:gd name="connsiteY0" fmla="*/ 1679836 h 4437550"/>
                <a:gd name="connsiteX1" fmla="*/ 348344 w 3193143"/>
                <a:gd name="connsiteY1" fmla="*/ 1316979 h 4437550"/>
                <a:gd name="connsiteX2" fmla="*/ 856344 w 3193143"/>
                <a:gd name="connsiteY2" fmla="*/ 1854007 h 4437550"/>
                <a:gd name="connsiteX3" fmla="*/ 493487 w 3193143"/>
                <a:gd name="connsiteY3" fmla="*/ 852522 h 4437550"/>
                <a:gd name="connsiteX4" fmla="*/ 899887 w 3193143"/>
                <a:gd name="connsiteY4" fmla="*/ 475150 h 4437550"/>
                <a:gd name="connsiteX5" fmla="*/ 1407887 w 3193143"/>
                <a:gd name="connsiteY5" fmla="*/ 1737894 h 4437550"/>
                <a:gd name="connsiteX6" fmla="*/ 1117601 w 3193143"/>
                <a:gd name="connsiteY6" fmla="*/ 315494 h 4437550"/>
                <a:gd name="connsiteX7" fmla="*/ 1494972 w 3193143"/>
                <a:gd name="connsiteY7" fmla="*/ 228408 h 4437550"/>
                <a:gd name="connsiteX8" fmla="*/ 1683658 w 3193143"/>
                <a:gd name="connsiteY8" fmla="*/ 1476638 h 4437550"/>
                <a:gd name="connsiteX9" fmla="*/ 1857829 w 3193143"/>
                <a:gd name="connsiteY9" fmla="*/ 184866 h 4437550"/>
                <a:gd name="connsiteX10" fmla="*/ 2148115 w 3193143"/>
                <a:gd name="connsiteY10" fmla="*/ 112295 h 4437550"/>
                <a:gd name="connsiteX11" fmla="*/ 2061029 w 3193143"/>
                <a:gd name="connsiteY11" fmla="*/ 1534695 h 4437550"/>
                <a:gd name="connsiteX12" fmla="*/ 2322287 w 3193143"/>
                <a:gd name="connsiteY12" fmla="*/ 417095 h 4437550"/>
                <a:gd name="connsiteX13" fmla="*/ 2656115 w 3193143"/>
                <a:gd name="connsiteY13" fmla="*/ 504181 h 4437550"/>
                <a:gd name="connsiteX14" fmla="*/ 2365829 w 3193143"/>
                <a:gd name="connsiteY14" fmla="*/ 1650809 h 4437550"/>
                <a:gd name="connsiteX15" fmla="*/ 2859315 w 3193143"/>
                <a:gd name="connsiteY15" fmla="*/ 736409 h 4437550"/>
                <a:gd name="connsiteX16" fmla="*/ 3193143 w 3193143"/>
                <a:gd name="connsiteY16" fmla="*/ 968636 h 4437550"/>
                <a:gd name="connsiteX17" fmla="*/ 3047999 w 3193143"/>
                <a:gd name="connsiteY17" fmla="*/ 4147264 h 4437550"/>
                <a:gd name="connsiteX18" fmla="*/ 914400 w 3193143"/>
                <a:gd name="connsiteY18" fmla="*/ 4437550 h 4437550"/>
                <a:gd name="connsiteX19" fmla="*/ 0 w 3193143"/>
                <a:gd name="connsiteY19" fmla="*/ 1679836 h 4437550"/>
                <a:gd name="connsiteX0" fmla="*/ 0 w 3251200"/>
                <a:gd name="connsiteY0" fmla="*/ 1679836 h 4437550"/>
                <a:gd name="connsiteX1" fmla="*/ 406401 w 3251200"/>
                <a:gd name="connsiteY1" fmla="*/ 1316979 h 4437550"/>
                <a:gd name="connsiteX2" fmla="*/ 914401 w 3251200"/>
                <a:gd name="connsiteY2" fmla="*/ 1854007 h 4437550"/>
                <a:gd name="connsiteX3" fmla="*/ 551544 w 3251200"/>
                <a:gd name="connsiteY3" fmla="*/ 852522 h 4437550"/>
                <a:gd name="connsiteX4" fmla="*/ 957944 w 3251200"/>
                <a:gd name="connsiteY4" fmla="*/ 475150 h 4437550"/>
                <a:gd name="connsiteX5" fmla="*/ 1465944 w 3251200"/>
                <a:gd name="connsiteY5" fmla="*/ 1737894 h 4437550"/>
                <a:gd name="connsiteX6" fmla="*/ 1175658 w 3251200"/>
                <a:gd name="connsiteY6" fmla="*/ 315494 h 4437550"/>
                <a:gd name="connsiteX7" fmla="*/ 1553029 w 3251200"/>
                <a:gd name="connsiteY7" fmla="*/ 228408 h 4437550"/>
                <a:gd name="connsiteX8" fmla="*/ 1741715 w 3251200"/>
                <a:gd name="connsiteY8" fmla="*/ 1476638 h 4437550"/>
                <a:gd name="connsiteX9" fmla="*/ 1915886 w 3251200"/>
                <a:gd name="connsiteY9" fmla="*/ 184866 h 4437550"/>
                <a:gd name="connsiteX10" fmla="*/ 2206172 w 3251200"/>
                <a:gd name="connsiteY10" fmla="*/ 112295 h 4437550"/>
                <a:gd name="connsiteX11" fmla="*/ 2119086 w 3251200"/>
                <a:gd name="connsiteY11" fmla="*/ 1534695 h 4437550"/>
                <a:gd name="connsiteX12" fmla="*/ 2380344 w 3251200"/>
                <a:gd name="connsiteY12" fmla="*/ 417095 h 4437550"/>
                <a:gd name="connsiteX13" fmla="*/ 2714172 w 3251200"/>
                <a:gd name="connsiteY13" fmla="*/ 504181 h 4437550"/>
                <a:gd name="connsiteX14" fmla="*/ 2423886 w 3251200"/>
                <a:gd name="connsiteY14" fmla="*/ 1650809 h 4437550"/>
                <a:gd name="connsiteX15" fmla="*/ 2917372 w 3251200"/>
                <a:gd name="connsiteY15" fmla="*/ 736409 h 4437550"/>
                <a:gd name="connsiteX16" fmla="*/ 3251200 w 3251200"/>
                <a:gd name="connsiteY16" fmla="*/ 968636 h 4437550"/>
                <a:gd name="connsiteX17" fmla="*/ 3106056 w 3251200"/>
                <a:gd name="connsiteY17" fmla="*/ 4147264 h 4437550"/>
                <a:gd name="connsiteX18" fmla="*/ 972457 w 3251200"/>
                <a:gd name="connsiteY18" fmla="*/ 4437550 h 4437550"/>
                <a:gd name="connsiteX19" fmla="*/ 0 w 3251200"/>
                <a:gd name="connsiteY19" fmla="*/ 1679836 h 4437550"/>
                <a:gd name="connsiteX0" fmla="*/ 0 w 3251200"/>
                <a:gd name="connsiteY0" fmla="*/ 1679836 h 4437550"/>
                <a:gd name="connsiteX1" fmla="*/ 406401 w 3251200"/>
                <a:gd name="connsiteY1" fmla="*/ 1316979 h 4437550"/>
                <a:gd name="connsiteX2" fmla="*/ 914401 w 3251200"/>
                <a:gd name="connsiteY2" fmla="*/ 1854007 h 4437550"/>
                <a:gd name="connsiteX3" fmla="*/ 551544 w 3251200"/>
                <a:gd name="connsiteY3" fmla="*/ 852522 h 4437550"/>
                <a:gd name="connsiteX4" fmla="*/ 957944 w 3251200"/>
                <a:gd name="connsiteY4" fmla="*/ 475150 h 4437550"/>
                <a:gd name="connsiteX5" fmla="*/ 1465944 w 3251200"/>
                <a:gd name="connsiteY5" fmla="*/ 1737894 h 4437550"/>
                <a:gd name="connsiteX6" fmla="*/ 1175658 w 3251200"/>
                <a:gd name="connsiteY6" fmla="*/ 315494 h 4437550"/>
                <a:gd name="connsiteX7" fmla="*/ 1553029 w 3251200"/>
                <a:gd name="connsiteY7" fmla="*/ 228408 h 4437550"/>
                <a:gd name="connsiteX8" fmla="*/ 1741715 w 3251200"/>
                <a:gd name="connsiteY8" fmla="*/ 1476638 h 4437550"/>
                <a:gd name="connsiteX9" fmla="*/ 1915886 w 3251200"/>
                <a:gd name="connsiteY9" fmla="*/ 184866 h 4437550"/>
                <a:gd name="connsiteX10" fmla="*/ 2206172 w 3251200"/>
                <a:gd name="connsiteY10" fmla="*/ 112295 h 4437550"/>
                <a:gd name="connsiteX11" fmla="*/ 2119086 w 3251200"/>
                <a:gd name="connsiteY11" fmla="*/ 1534695 h 4437550"/>
                <a:gd name="connsiteX12" fmla="*/ 2380344 w 3251200"/>
                <a:gd name="connsiteY12" fmla="*/ 417095 h 4437550"/>
                <a:gd name="connsiteX13" fmla="*/ 2714172 w 3251200"/>
                <a:gd name="connsiteY13" fmla="*/ 504181 h 4437550"/>
                <a:gd name="connsiteX14" fmla="*/ 2423886 w 3251200"/>
                <a:gd name="connsiteY14" fmla="*/ 1650809 h 4437550"/>
                <a:gd name="connsiteX15" fmla="*/ 2917372 w 3251200"/>
                <a:gd name="connsiteY15" fmla="*/ 736409 h 4437550"/>
                <a:gd name="connsiteX16" fmla="*/ 3251200 w 3251200"/>
                <a:gd name="connsiteY16" fmla="*/ 968636 h 4437550"/>
                <a:gd name="connsiteX17" fmla="*/ 3106056 w 3251200"/>
                <a:gd name="connsiteY17" fmla="*/ 4147264 h 4437550"/>
                <a:gd name="connsiteX18" fmla="*/ 972457 w 3251200"/>
                <a:gd name="connsiteY18" fmla="*/ 4437550 h 4437550"/>
                <a:gd name="connsiteX19" fmla="*/ 0 w 3251200"/>
                <a:gd name="connsiteY19" fmla="*/ 1679836 h 4437550"/>
                <a:gd name="connsiteX0" fmla="*/ 0 w 3338285"/>
                <a:gd name="connsiteY0" fmla="*/ 1694351 h 4437550"/>
                <a:gd name="connsiteX1" fmla="*/ 493486 w 3338285"/>
                <a:gd name="connsiteY1" fmla="*/ 1316979 h 4437550"/>
                <a:gd name="connsiteX2" fmla="*/ 1001486 w 3338285"/>
                <a:gd name="connsiteY2" fmla="*/ 1854007 h 4437550"/>
                <a:gd name="connsiteX3" fmla="*/ 638629 w 3338285"/>
                <a:gd name="connsiteY3" fmla="*/ 852522 h 4437550"/>
                <a:gd name="connsiteX4" fmla="*/ 1045029 w 3338285"/>
                <a:gd name="connsiteY4" fmla="*/ 475150 h 4437550"/>
                <a:gd name="connsiteX5" fmla="*/ 1553029 w 3338285"/>
                <a:gd name="connsiteY5" fmla="*/ 1737894 h 4437550"/>
                <a:gd name="connsiteX6" fmla="*/ 1262743 w 3338285"/>
                <a:gd name="connsiteY6" fmla="*/ 315494 h 4437550"/>
                <a:gd name="connsiteX7" fmla="*/ 1640114 w 3338285"/>
                <a:gd name="connsiteY7" fmla="*/ 228408 h 4437550"/>
                <a:gd name="connsiteX8" fmla="*/ 1828800 w 3338285"/>
                <a:gd name="connsiteY8" fmla="*/ 1476638 h 4437550"/>
                <a:gd name="connsiteX9" fmla="*/ 2002971 w 3338285"/>
                <a:gd name="connsiteY9" fmla="*/ 184866 h 4437550"/>
                <a:gd name="connsiteX10" fmla="*/ 2293257 w 3338285"/>
                <a:gd name="connsiteY10" fmla="*/ 112295 h 4437550"/>
                <a:gd name="connsiteX11" fmla="*/ 2206171 w 3338285"/>
                <a:gd name="connsiteY11" fmla="*/ 1534695 h 4437550"/>
                <a:gd name="connsiteX12" fmla="*/ 2467429 w 3338285"/>
                <a:gd name="connsiteY12" fmla="*/ 417095 h 4437550"/>
                <a:gd name="connsiteX13" fmla="*/ 2801257 w 3338285"/>
                <a:gd name="connsiteY13" fmla="*/ 504181 h 4437550"/>
                <a:gd name="connsiteX14" fmla="*/ 2510971 w 3338285"/>
                <a:gd name="connsiteY14" fmla="*/ 1650809 h 4437550"/>
                <a:gd name="connsiteX15" fmla="*/ 3004457 w 3338285"/>
                <a:gd name="connsiteY15" fmla="*/ 736409 h 4437550"/>
                <a:gd name="connsiteX16" fmla="*/ 3338285 w 3338285"/>
                <a:gd name="connsiteY16" fmla="*/ 968636 h 4437550"/>
                <a:gd name="connsiteX17" fmla="*/ 3193141 w 3338285"/>
                <a:gd name="connsiteY17" fmla="*/ 4147264 h 4437550"/>
                <a:gd name="connsiteX18" fmla="*/ 1059542 w 3338285"/>
                <a:gd name="connsiteY18" fmla="*/ 4437550 h 4437550"/>
                <a:gd name="connsiteX19" fmla="*/ 0 w 3338285"/>
                <a:gd name="connsiteY19" fmla="*/ 1694351 h 4437550"/>
                <a:gd name="connsiteX0" fmla="*/ 0 w 3338285"/>
                <a:gd name="connsiteY0" fmla="*/ 1694351 h 4437550"/>
                <a:gd name="connsiteX1" fmla="*/ 493486 w 3338285"/>
                <a:gd name="connsiteY1" fmla="*/ 1316979 h 4437550"/>
                <a:gd name="connsiteX2" fmla="*/ 1001486 w 3338285"/>
                <a:gd name="connsiteY2" fmla="*/ 1854007 h 4437550"/>
                <a:gd name="connsiteX3" fmla="*/ 638629 w 3338285"/>
                <a:gd name="connsiteY3" fmla="*/ 852522 h 4437550"/>
                <a:gd name="connsiteX4" fmla="*/ 1045029 w 3338285"/>
                <a:gd name="connsiteY4" fmla="*/ 475150 h 4437550"/>
                <a:gd name="connsiteX5" fmla="*/ 1553029 w 3338285"/>
                <a:gd name="connsiteY5" fmla="*/ 1737894 h 4437550"/>
                <a:gd name="connsiteX6" fmla="*/ 1262743 w 3338285"/>
                <a:gd name="connsiteY6" fmla="*/ 315494 h 4437550"/>
                <a:gd name="connsiteX7" fmla="*/ 1640114 w 3338285"/>
                <a:gd name="connsiteY7" fmla="*/ 228408 h 4437550"/>
                <a:gd name="connsiteX8" fmla="*/ 1828800 w 3338285"/>
                <a:gd name="connsiteY8" fmla="*/ 1476638 h 4437550"/>
                <a:gd name="connsiteX9" fmla="*/ 2002971 w 3338285"/>
                <a:gd name="connsiteY9" fmla="*/ 184866 h 4437550"/>
                <a:gd name="connsiteX10" fmla="*/ 2293257 w 3338285"/>
                <a:gd name="connsiteY10" fmla="*/ 112295 h 4437550"/>
                <a:gd name="connsiteX11" fmla="*/ 2206171 w 3338285"/>
                <a:gd name="connsiteY11" fmla="*/ 1534695 h 4437550"/>
                <a:gd name="connsiteX12" fmla="*/ 2467429 w 3338285"/>
                <a:gd name="connsiteY12" fmla="*/ 417095 h 4437550"/>
                <a:gd name="connsiteX13" fmla="*/ 2801257 w 3338285"/>
                <a:gd name="connsiteY13" fmla="*/ 504181 h 4437550"/>
                <a:gd name="connsiteX14" fmla="*/ 2510971 w 3338285"/>
                <a:gd name="connsiteY14" fmla="*/ 1650809 h 4437550"/>
                <a:gd name="connsiteX15" fmla="*/ 3004457 w 3338285"/>
                <a:gd name="connsiteY15" fmla="*/ 736409 h 4437550"/>
                <a:gd name="connsiteX16" fmla="*/ 3338285 w 3338285"/>
                <a:gd name="connsiteY16" fmla="*/ 968636 h 4437550"/>
                <a:gd name="connsiteX17" fmla="*/ 3193141 w 3338285"/>
                <a:gd name="connsiteY17" fmla="*/ 4147264 h 4437550"/>
                <a:gd name="connsiteX18" fmla="*/ 1059542 w 3338285"/>
                <a:gd name="connsiteY18" fmla="*/ 4437550 h 4437550"/>
                <a:gd name="connsiteX19" fmla="*/ 0 w 3338285"/>
                <a:gd name="connsiteY19" fmla="*/ 1694351 h 4437550"/>
                <a:gd name="connsiteX0" fmla="*/ 0 w 3338285"/>
                <a:gd name="connsiteY0" fmla="*/ 1694351 h 4603877"/>
                <a:gd name="connsiteX1" fmla="*/ 493486 w 3338285"/>
                <a:gd name="connsiteY1" fmla="*/ 1316979 h 4603877"/>
                <a:gd name="connsiteX2" fmla="*/ 1001486 w 3338285"/>
                <a:gd name="connsiteY2" fmla="*/ 1854007 h 4603877"/>
                <a:gd name="connsiteX3" fmla="*/ 638629 w 3338285"/>
                <a:gd name="connsiteY3" fmla="*/ 852522 h 4603877"/>
                <a:gd name="connsiteX4" fmla="*/ 1045029 w 3338285"/>
                <a:gd name="connsiteY4" fmla="*/ 475150 h 4603877"/>
                <a:gd name="connsiteX5" fmla="*/ 1553029 w 3338285"/>
                <a:gd name="connsiteY5" fmla="*/ 1737894 h 4603877"/>
                <a:gd name="connsiteX6" fmla="*/ 1262743 w 3338285"/>
                <a:gd name="connsiteY6" fmla="*/ 315494 h 4603877"/>
                <a:gd name="connsiteX7" fmla="*/ 1640114 w 3338285"/>
                <a:gd name="connsiteY7" fmla="*/ 228408 h 4603877"/>
                <a:gd name="connsiteX8" fmla="*/ 1828800 w 3338285"/>
                <a:gd name="connsiteY8" fmla="*/ 1476638 h 4603877"/>
                <a:gd name="connsiteX9" fmla="*/ 2002971 w 3338285"/>
                <a:gd name="connsiteY9" fmla="*/ 184866 h 4603877"/>
                <a:gd name="connsiteX10" fmla="*/ 2293257 w 3338285"/>
                <a:gd name="connsiteY10" fmla="*/ 112295 h 4603877"/>
                <a:gd name="connsiteX11" fmla="*/ 2206171 w 3338285"/>
                <a:gd name="connsiteY11" fmla="*/ 1534695 h 4603877"/>
                <a:gd name="connsiteX12" fmla="*/ 2467429 w 3338285"/>
                <a:gd name="connsiteY12" fmla="*/ 417095 h 4603877"/>
                <a:gd name="connsiteX13" fmla="*/ 2801257 w 3338285"/>
                <a:gd name="connsiteY13" fmla="*/ 504181 h 4603877"/>
                <a:gd name="connsiteX14" fmla="*/ 2510971 w 3338285"/>
                <a:gd name="connsiteY14" fmla="*/ 1650809 h 4603877"/>
                <a:gd name="connsiteX15" fmla="*/ 3004457 w 3338285"/>
                <a:gd name="connsiteY15" fmla="*/ 736409 h 4603877"/>
                <a:gd name="connsiteX16" fmla="*/ 3338285 w 3338285"/>
                <a:gd name="connsiteY16" fmla="*/ 968636 h 4603877"/>
                <a:gd name="connsiteX17" fmla="*/ 3193141 w 3338285"/>
                <a:gd name="connsiteY17" fmla="*/ 4147264 h 4603877"/>
                <a:gd name="connsiteX18" fmla="*/ 1059542 w 3338285"/>
                <a:gd name="connsiteY18" fmla="*/ 4437550 h 4603877"/>
                <a:gd name="connsiteX19" fmla="*/ 0 w 3338285"/>
                <a:gd name="connsiteY19" fmla="*/ 1694351 h 4603877"/>
                <a:gd name="connsiteX0" fmla="*/ 0 w 3338285"/>
                <a:gd name="connsiteY0" fmla="*/ 1694351 h 4656876"/>
                <a:gd name="connsiteX1" fmla="*/ 493486 w 3338285"/>
                <a:gd name="connsiteY1" fmla="*/ 1316979 h 4656876"/>
                <a:gd name="connsiteX2" fmla="*/ 1001486 w 3338285"/>
                <a:gd name="connsiteY2" fmla="*/ 1854007 h 4656876"/>
                <a:gd name="connsiteX3" fmla="*/ 638629 w 3338285"/>
                <a:gd name="connsiteY3" fmla="*/ 852522 h 4656876"/>
                <a:gd name="connsiteX4" fmla="*/ 1045029 w 3338285"/>
                <a:gd name="connsiteY4" fmla="*/ 475150 h 4656876"/>
                <a:gd name="connsiteX5" fmla="*/ 1553029 w 3338285"/>
                <a:gd name="connsiteY5" fmla="*/ 1737894 h 4656876"/>
                <a:gd name="connsiteX6" fmla="*/ 1262743 w 3338285"/>
                <a:gd name="connsiteY6" fmla="*/ 315494 h 4656876"/>
                <a:gd name="connsiteX7" fmla="*/ 1640114 w 3338285"/>
                <a:gd name="connsiteY7" fmla="*/ 228408 h 4656876"/>
                <a:gd name="connsiteX8" fmla="*/ 1828800 w 3338285"/>
                <a:gd name="connsiteY8" fmla="*/ 1476638 h 4656876"/>
                <a:gd name="connsiteX9" fmla="*/ 2002971 w 3338285"/>
                <a:gd name="connsiteY9" fmla="*/ 184866 h 4656876"/>
                <a:gd name="connsiteX10" fmla="*/ 2293257 w 3338285"/>
                <a:gd name="connsiteY10" fmla="*/ 112295 h 4656876"/>
                <a:gd name="connsiteX11" fmla="*/ 2206171 w 3338285"/>
                <a:gd name="connsiteY11" fmla="*/ 1534695 h 4656876"/>
                <a:gd name="connsiteX12" fmla="*/ 2467429 w 3338285"/>
                <a:gd name="connsiteY12" fmla="*/ 417095 h 4656876"/>
                <a:gd name="connsiteX13" fmla="*/ 2801257 w 3338285"/>
                <a:gd name="connsiteY13" fmla="*/ 504181 h 4656876"/>
                <a:gd name="connsiteX14" fmla="*/ 2510971 w 3338285"/>
                <a:gd name="connsiteY14" fmla="*/ 1650809 h 4656876"/>
                <a:gd name="connsiteX15" fmla="*/ 3004457 w 3338285"/>
                <a:gd name="connsiteY15" fmla="*/ 736409 h 4656876"/>
                <a:gd name="connsiteX16" fmla="*/ 3338285 w 3338285"/>
                <a:gd name="connsiteY16" fmla="*/ 968636 h 4656876"/>
                <a:gd name="connsiteX17" fmla="*/ 3193141 w 3338285"/>
                <a:gd name="connsiteY17" fmla="*/ 4147264 h 4656876"/>
                <a:gd name="connsiteX18" fmla="*/ 1059542 w 3338285"/>
                <a:gd name="connsiteY18" fmla="*/ 4437550 h 4656876"/>
                <a:gd name="connsiteX19" fmla="*/ 0 w 3338285"/>
                <a:gd name="connsiteY19" fmla="*/ 1694351 h 46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38285" h="4656876">
                  <a:moveTo>
                    <a:pt x="0" y="1694351"/>
                  </a:moveTo>
                  <a:cubicBezTo>
                    <a:pt x="266096" y="1679837"/>
                    <a:pt x="227390" y="1331493"/>
                    <a:pt x="493486" y="1316979"/>
                  </a:cubicBezTo>
                  <a:cubicBezTo>
                    <a:pt x="609600" y="1336331"/>
                    <a:pt x="885372" y="1834655"/>
                    <a:pt x="1001486" y="1854007"/>
                  </a:cubicBezTo>
                  <a:cubicBezTo>
                    <a:pt x="1069219" y="1829817"/>
                    <a:pt x="570896" y="876712"/>
                    <a:pt x="638629" y="852522"/>
                  </a:cubicBezTo>
                  <a:cubicBezTo>
                    <a:pt x="870857" y="968636"/>
                    <a:pt x="812801" y="359036"/>
                    <a:pt x="1045029" y="475150"/>
                  </a:cubicBezTo>
                  <a:cubicBezTo>
                    <a:pt x="1204686" y="668674"/>
                    <a:pt x="1393372" y="1544370"/>
                    <a:pt x="1553029" y="1737894"/>
                  </a:cubicBezTo>
                  <a:cubicBezTo>
                    <a:pt x="1538515" y="1602428"/>
                    <a:pt x="1161143" y="334846"/>
                    <a:pt x="1262743" y="315494"/>
                  </a:cubicBezTo>
                  <a:cubicBezTo>
                    <a:pt x="1412724" y="562237"/>
                    <a:pt x="1490133" y="-18335"/>
                    <a:pt x="1640114" y="228408"/>
                  </a:cubicBezTo>
                  <a:cubicBezTo>
                    <a:pt x="1727200" y="489666"/>
                    <a:pt x="1741714" y="1215380"/>
                    <a:pt x="1828800" y="1476638"/>
                  </a:cubicBezTo>
                  <a:cubicBezTo>
                    <a:pt x="1908629" y="1529857"/>
                    <a:pt x="1925562" y="412257"/>
                    <a:pt x="2002971" y="184866"/>
                  </a:cubicBezTo>
                  <a:cubicBezTo>
                    <a:pt x="2080381" y="-42524"/>
                    <a:pt x="2278743" y="-52200"/>
                    <a:pt x="2293257" y="112295"/>
                  </a:cubicBezTo>
                  <a:cubicBezTo>
                    <a:pt x="2307771" y="276790"/>
                    <a:pt x="2128761" y="1730638"/>
                    <a:pt x="2206171" y="1534695"/>
                  </a:cubicBezTo>
                  <a:cubicBezTo>
                    <a:pt x="2283581" y="1338752"/>
                    <a:pt x="2373086" y="465476"/>
                    <a:pt x="2467429" y="417095"/>
                  </a:cubicBezTo>
                  <a:cubicBezTo>
                    <a:pt x="2561772" y="368714"/>
                    <a:pt x="2818190" y="339686"/>
                    <a:pt x="2801257" y="504181"/>
                  </a:cubicBezTo>
                  <a:cubicBezTo>
                    <a:pt x="2784324" y="668676"/>
                    <a:pt x="2387600" y="1793533"/>
                    <a:pt x="2510971" y="1650809"/>
                  </a:cubicBezTo>
                  <a:cubicBezTo>
                    <a:pt x="2685143" y="1505666"/>
                    <a:pt x="2830285" y="881552"/>
                    <a:pt x="3004457" y="736409"/>
                  </a:cubicBezTo>
                  <a:lnTo>
                    <a:pt x="3338285" y="968636"/>
                  </a:lnTo>
                  <a:cubicBezTo>
                    <a:pt x="2346476" y="3131264"/>
                    <a:pt x="3154436" y="3697321"/>
                    <a:pt x="3193141" y="4147264"/>
                  </a:cubicBezTo>
                  <a:cubicBezTo>
                    <a:pt x="2844798" y="4534311"/>
                    <a:pt x="2191656" y="4906845"/>
                    <a:pt x="1059542" y="4437550"/>
                  </a:cubicBezTo>
                  <a:cubicBezTo>
                    <a:pt x="967619" y="3750541"/>
                    <a:pt x="1165980" y="2744218"/>
                    <a:pt x="0" y="1694351"/>
                  </a:cubicBezTo>
                  <a:close/>
                </a:path>
              </a:pathLst>
            </a:custGeom>
            <a:solidFill>
              <a:srgbClr val="FFFCE9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3">
              <a:extLst>
                <a:ext uri="{FF2B5EF4-FFF2-40B4-BE49-F238E27FC236}">
                  <a16:creationId xmlns:a16="http://schemas.microsoft.com/office/drawing/2014/main" id="{3C73CDAE-AD7A-22BF-12B3-D1AFC3BB507D}"/>
                </a:ext>
              </a:extLst>
            </p:cNvPr>
            <p:cNvSpPr/>
            <p:nvPr/>
          </p:nvSpPr>
          <p:spPr>
            <a:xfrm>
              <a:off x="2700902" y="1870836"/>
              <a:ext cx="5251678" cy="3251738"/>
            </a:xfrm>
            <a:custGeom>
              <a:avLst/>
              <a:gdLst>
                <a:gd name="connsiteX0" fmla="*/ 0 w 1079500"/>
                <a:gd name="connsiteY0" fmla="*/ 0 h 288378"/>
                <a:gd name="connsiteX1" fmla="*/ 1079500 w 1079500"/>
                <a:gd name="connsiteY1" fmla="*/ 0 h 288378"/>
                <a:gd name="connsiteX2" fmla="*/ 1079500 w 1079500"/>
                <a:gd name="connsiteY2" fmla="*/ 288378 h 288378"/>
                <a:gd name="connsiteX3" fmla="*/ 0 w 1079500"/>
                <a:gd name="connsiteY3" fmla="*/ 288378 h 288378"/>
                <a:gd name="connsiteX4" fmla="*/ 0 w 1079500"/>
                <a:gd name="connsiteY4" fmla="*/ 0 h 288378"/>
                <a:gd name="connsiteX0" fmla="*/ 38100 w 1117600"/>
                <a:gd name="connsiteY0" fmla="*/ 0 h 351878"/>
                <a:gd name="connsiteX1" fmla="*/ 1117600 w 1117600"/>
                <a:gd name="connsiteY1" fmla="*/ 0 h 351878"/>
                <a:gd name="connsiteX2" fmla="*/ 1117600 w 1117600"/>
                <a:gd name="connsiteY2" fmla="*/ 288378 h 351878"/>
                <a:gd name="connsiteX3" fmla="*/ 0 w 1117600"/>
                <a:gd name="connsiteY3" fmla="*/ 351878 h 351878"/>
                <a:gd name="connsiteX4" fmla="*/ 38100 w 1117600"/>
                <a:gd name="connsiteY4" fmla="*/ 0 h 351878"/>
                <a:gd name="connsiteX0" fmla="*/ 647700 w 1117600"/>
                <a:gd name="connsiteY0" fmla="*/ 0 h 910678"/>
                <a:gd name="connsiteX1" fmla="*/ 1117600 w 1117600"/>
                <a:gd name="connsiteY1" fmla="*/ 558800 h 910678"/>
                <a:gd name="connsiteX2" fmla="*/ 1117600 w 1117600"/>
                <a:gd name="connsiteY2" fmla="*/ 847178 h 910678"/>
                <a:gd name="connsiteX3" fmla="*/ 0 w 1117600"/>
                <a:gd name="connsiteY3" fmla="*/ 910678 h 910678"/>
                <a:gd name="connsiteX4" fmla="*/ 647700 w 1117600"/>
                <a:gd name="connsiteY4" fmla="*/ 0 h 910678"/>
                <a:gd name="connsiteX0" fmla="*/ 647700 w 1117600"/>
                <a:gd name="connsiteY0" fmla="*/ 201153 h 1111831"/>
                <a:gd name="connsiteX1" fmla="*/ 850900 w 1117600"/>
                <a:gd name="connsiteY1" fmla="*/ 13281 h 1111831"/>
                <a:gd name="connsiteX2" fmla="*/ 1117600 w 1117600"/>
                <a:gd name="connsiteY2" fmla="*/ 759953 h 1111831"/>
                <a:gd name="connsiteX3" fmla="*/ 1117600 w 1117600"/>
                <a:gd name="connsiteY3" fmla="*/ 1048331 h 1111831"/>
                <a:gd name="connsiteX4" fmla="*/ 0 w 1117600"/>
                <a:gd name="connsiteY4" fmla="*/ 1111831 h 1111831"/>
                <a:gd name="connsiteX5" fmla="*/ 647700 w 1117600"/>
                <a:gd name="connsiteY5" fmla="*/ 201153 h 1111831"/>
                <a:gd name="connsiteX0" fmla="*/ 647700 w 1663700"/>
                <a:gd name="connsiteY0" fmla="*/ 400398 h 1311076"/>
                <a:gd name="connsiteX1" fmla="*/ 850900 w 1663700"/>
                <a:gd name="connsiteY1" fmla="*/ 212526 h 1311076"/>
                <a:gd name="connsiteX2" fmla="*/ 1663700 w 1663700"/>
                <a:gd name="connsiteY2" fmla="*/ 22027 h 1311076"/>
                <a:gd name="connsiteX3" fmla="*/ 1117600 w 1663700"/>
                <a:gd name="connsiteY3" fmla="*/ 959198 h 1311076"/>
                <a:gd name="connsiteX4" fmla="*/ 1117600 w 1663700"/>
                <a:gd name="connsiteY4" fmla="*/ 1247576 h 1311076"/>
                <a:gd name="connsiteX5" fmla="*/ 0 w 1663700"/>
                <a:gd name="connsiteY5" fmla="*/ 1311076 h 1311076"/>
                <a:gd name="connsiteX6" fmla="*/ 647700 w 1663700"/>
                <a:gd name="connsiteY6" fmla="*/ 400398 h 1311076"/>
                <a:gd name="connsiteX0" fmla="*/ 647700 w 1663700"/>
                <a:gd name="connsiteY0" fmla="*/ 400398 h 1311076"/>
                <a:gd name="connsiteX1" fmla="*/ 850900 w 1663700"/>
                <a:gd name="connsiteY1" fmla="*/ 212526 h 1311076"/>
                <a:gd name="connsiteX2" fmla="*/ 1663700 w 1663700"/>
                <a:gd name="connsiteY2" fmla="*/ 22027 h 1311076"/>
                <a:gd name="connsiteX3" fmla="*/ 1117600 w 1663700"/>
                <a:gd name="connsiteY3" fmla="*/ 959198 h 1311076"/>
                <a:gd name="connsiteX4" fmla="*/ 1117600 w 1663700"/>
                <a:gd name="connsiteY4" fmla="*/ 1247576 h 1311076"/>
                <a:gd name="connsiteX5" fmla="*/ 0 w 1663700"/>
                <a:gd name="connsiteY5" fmla="*/ 1311076 h 1311076"/>
                <a:gd name="connsiteX6" fmla="*/ 647700 w 1663700"/>
                <a:gd name="connsiteY6" fmla="*/ 400398 h 1311076"/>
                <a:gd name="connsiteX0" fmla="*/ 647700 w 1663700"/>
                <a:gd name="connsiteY0" fmla="*/ 400398 h 1311076"/>
                <a:gd name="connsiteX1" fmla="*/ 850900 w 1663700"/>
                <a:gd name="connsiteY1" fmla="*/ 212526 h 1311076"/>
                <a:gd name="connsiteX2" fmla="*/ 1663700 w 1663700"/>
                <a:gd name="connsiteY2" fmla="*/ 22027 h 1311076"/>
                <a:gd name="connsiteX3" fmla="*/ 1117600 w 1663700"/>
                <a:gd name="connsiteY3" fmla="*/ 959198 h 1311076"/>
                <a:gd name="connsiteX4" fmla="*/ 1117600 w 1663700"/>
                <a:gd name="connsiteY4" fmla="*/ 1247576 h 1311076"/>
                <a:gd name="connsiteX5" fmla="*/ 0 w 1663700"/>
                <a:gd name="connsiteY5" fmla="*/ 1311076 h 1311076"/>
                <a:gd name="connsiteX6" fmla="*/ 647700 w 1663700"/>
                <a:gd name="connsiteY6" fmla="*/ 400398 h 1311076"/>
                <a:gd name="connsiteX0" fmla="*/ 647700 w 1663700"/>
                <a:gd name="connsiteY0" fmla="*/ 400398 h 1311076"/>
                <a:gd name="connsiteX1" fmla="*/ 850900 w 1663700"/>
                <a:gd name="connsiteY1" fmla="*/ 212526 h 1311076"/>
                <a:gd name="connsiteX2" fmla="*/ 1663700 w 1663700"/>
                <a:gd name="connsiteY2" fmla="*/ 22027 h 1311076"/>
                <a:gd name="connsiteX3" fmla="*/ 1117600 w 1663700"/>
                <a:gd name="connsiteY3" fmla="*/ 959198 h 1311076"/>
                <a:gd name="connsiteX4" fmla="*/ 1117600 w 1663700"/>
                <a:gd name="connsiteY4" fmla="*/ 1247576 h 1311076"/>
                <a:gd name="connsiteX5" fmla="*/ 0 w 1663700"/>
                <a:gd name="connsiteY5" fmla="*/ 1311076 h 1311076"/>
                <a:gd name="connsiteX6" fmla="*/ 647700 w 1663700"/>
                <a:gd name="connsiteY6" fmla="*/ 400398 h 1311076"/>
                <a:gd name="connsiteX0" fmla="*/ 741711 w 1757711"/>
                <a:gd name="connsiteY0" fmla="*/ 400398 h 1311076"/>
                <a:gd name="connsiteX1" fmla="*/ 944911 w 1757711"/>
                <a:gd name="connsiteY1" fmla="*/ 212526 h 1311076"/>
                <a:gd name="connsiteX2" fmla="*/ 1757711 w 1757711"/>
                <a:gd name="connsiteY2" fmla="*/ 22027 h 1311076"/>
                <a:gd name="connsiteX3" fmla="*/ 1211611 w 1757711"/>
                <a:gd name="connsiteY3" fmla="*/ 959198 h 1311076"/>
                <a:gd name="connsiteX4" fmla="*/ 1211611 w 1757711"/>
                <a:gd name="connsiteY4" fmla="*/ 1247576 h 1311076"/>
                <a:gd name="connsiteX5" fmla="*/ 94011 w 1757711"/>
                <a:gd name="connsiteY5" fmla="*/ 1311076 h 1311076"/>
                <a:gd name="connsiteX6" fmla="*/ 741711 w 1757711"/>
                <a:gd name="connsiteY6" fmla="*/ 400398 h 1311076"/>
                <a:gd name="connsiteX0" fmla="*/ 933449 w 1949449"/>
                <a:gd name="connsiteY0" fmla="*/ 400398 h 1412677"/>
                <a:gd name="connsiteX1" fmla="*/ 1136649 w 1949449"/>
                <a:gd name="connsiteY1" fmla="*/ 212526 h 1412677"/>
                <a:gd name="connsiteX2" fmla="*/ 1949449 w 1949449"/>
                <a:gd name="connsiteY2" fmla="*/ 22027 h 1412677"/>
                <a:gd name="connsiteX3" fmla="*/ 1403349 w 1949449"/>
                <a:gd name="connsiteY3" fmla="*/ 959198 h 1412677"/>
                <a:gd name="connsiteX4" fmla="*/ 1403349 w 1949449"/>
                <a:gd name="connsiteY4" fmla="*/ 1247576 h 1412677"/>
                <a:gd name="connsiteX5" fmla="*/ 0 w 1949449"/>
                <a:gd name="connsiteY5" fmla="*/ 1412677 h 1412677"/>
                <a:gd name="connsiteX6" fmla="*/ 285749 w 1949449"/>
                <a:gd name="connsiteY6" fmla="*/ 1311076 h 1412677"/>
                <a:gd name="connsiteX7" fmla="*/ 933449 w 1949449"/>
                <a:gd name="connsiteY7" fmla="*/ 400398 h 1412677"/>
                <a:gd name="connsiteX0" fmla="*/ 1729841 w 2745841"/>
                <a:gd name="connsiteY0" fmla="*/ 400398 h 2219796"/>
                <a:gd name="connsiteX1" fmla="*/ 1933041 w 2745841"/>
                <a:gd name="connsiteY1" fmla="*/ 212526 h 2219796"/>
                <a:gd name="connsiteX2" fmla="*/ 2745841 w 2745841"/>
                <a:gd name="connsiteY2" fmla="*/ 22027 h 2219796"/>
                <a:gd name="connsiteX3" fmla="*/ 2199741 w 2745841"/>
                <a:gd name="connsiteY3" fmla="*/ 959198 h 2219796"/>
                <a:gd name="connsiteX4" fmla="*/ 2199741 w 2745841"/>
                <a:gd name="connsiteY4" fmla="*/ 1247576 h 2219796"/>
                <a:gd name="connsiteX5" fmla="*/ 34392 w 2745841"/>
                <a:gd name="connsiteY5" fmla="*/ 2219127 h 2219796"/>
                <a:gd name="connsiteX6" fmla="*/ 796392 w 2745841"/>
                <a:gd name="connsiteY6" fmla="*/ 1412677 h 2219796"/>
                <a:gd name="connsiteX7" fmla="*/ 1082141 w 2745841"/>
                <a:gd name="connsiteY7" fmla="*/ 1311076 h 2219796"/>
                <a:gd name="connsiteX8" fmla="*/ 1729841 w 2745841"/>
                <a:gd name="connsiteY8" fmla="*/ 400398 h 2219796"/>
                <a:gd name="connsiteX0" fmla="*/ 1823705 w 2839705"/>
                <a:gd name="connsiteY0" fmla="*/ 400398 h 2577062"/>
                <a:gd name="connsiteX1" fmla="*/ 2026905 w 2839705"/>
                <a:gd name="connsiteY1" fmla="*/ 212526 h 2577062"/>
                <a:gd name="connsiteX2" fmla="*/ 2839705 w 2839705"/>
                <a:gd name="connsiteY2" fmla="*/ 22027 h 2577062"/>
                <a:gd name="connsiteX3" fmla="*/ 2293605 w 2839705"/>
                <a:gd name="connsiteY3" fmla="*/ 959198 h 2577062"/>
                <a:gd name="connsiteX4" fmla="*/ 2293605 w 2839705"/>
                <a:gd name="connsiteY4" fmla="*/ 1247576 h 2577062"/>
                <a:gd name="connsiteX5" fmla="*/ 198106 w 2839705"/>
                <a:gd name="connsiteY5" fmla="*/ 2536626 h 2577062"/>
                <a:gd name="connsiteX6" fmla="*/ 128256 w 2839705"/>
                <a:gd name="connsiteY6" fmla="*/ 2219127 h 2577062"/>
                <a:gd name="connsiteX7" fmla="*/ 890256 w 2839705"/>
                <a:gd name="connsiteY7" fmla="*/ 1412677 h 2577062"/>
                <a:gd name="connsiteX8" fmla="*/ 1176005 w 2839705"/>
                <a:gd name="connsiteY8" fmla="*/ 1311076 h 2577062"/>
                <a:gd name="connsiteX9" fmla="*/ 1823705 w 2839705"/>
                <a:gd name="connsiteY9" fmla="*/ 400398 h 2577062"/>
                <a:gd name="connsiteX0" fmla="*/ 1717448 w 2733448"/>
                <a:gd name="connsiteY0" fmla="*/ 400398 h 3043868"/>
                <a:gd name="connsiteX1" fmla="*/ 1920648 w 2733448"/>
                <a:gd name="connsiteY1" fmla="*/ 212526 h 3043868"/>
                <a:gd name="connsiteX2" fmla="*/ 2733448 w 2733448"/>
                <a:gd name="connsiteY2" fmla="*/ 22027 h 3043868"/>
                <a:gd name="connsiteX3" fmla="*/ 2187348 w 2733448"/>
                <a:gd name="connsiteY3" fmla="*/ 959198 h 3043868"/>
                <a:gd name="connsiteX4" fmla="*/ 2187348 w 2733448"/>
                <a:gd name="connsiteY4" fmla="*/ 1247576 h 3043868"/>
                <a:gd name="connsiteX5" fmla="*/ 555399 w 2733448"/>
                <a:gd name="connsiteY5" fmla="*/ 3000176 h 3043868"/>
                <a:gd name="connsiteX6" fmla="*/ 91849 w 2733448"/>
                <a:gd name="connsiteY6" fmla="*/ 2536626 h 3043868"/>
                <a:gd name="connsiteX7" fmla="*/ 21999 w 2733448"/>
                <a:gd name="connsiteY7" fmla="*/ 2219127 h 3043868"/>
                <a:gd name="connsiteX8" fmla="*/ 783999 w 2733448"/>
                <a:gd name="connsiteY8" fmla="*/ 1412677 h 3043868"/>
                <a:gd name="connsiteX9" fmla="*/ 1069748 w 2733448"/>
                <a:gd name="connsiteY9" fmla="*/ 1311076 h 3043868"/>
                <a:gd name="connsiteX10" fmla="*/ 1717448 w 2733448"/>
                <a:gd name="connsiteY10" fmla="*/ 400398 h 3043868"/>
                <a:gd name="connsiteX0" fmla="*/ 1717448 w 2733448"/>
                <a:gd name="connsiteY0" fmla="*/ 400398 h 3175625"/>
                <a:gd name="connsiteX1" fmla="*/ 1920648 w 2733448"/>
                <a:gd name="connsiteY1" fmla="*/ 212526 h 3175625"/>
                <a:gd name="connsiteX2" fmla="*/ 2733448 w 2733448"/>
                <a:gd name="connsiteY2" fmla="*/ 22027 h 3175625"/>
                <a:gd name="connsiteX3" fmla="*/ 2187348 w 2733448"/>
                <a:gd name="connsiteY3" fmla="*/ 959198 h 3175625"/>
                <a:gd name="connsiteX4" fmla="*/ 2187348 w 2733448"/>
                <a:gd name="connsiteY4" fmla="*/ 1247576 h 3175625"/>
                <a:gd name="connsiteX5" fmla="*/ 669698 w 2733448"/>
                <a:gd name="connsiteY5" fmla="*/ 3044626 h 3175625"/>
                <a:gd name="connsiteX6" fmla="*/ 555399 w 2733448"/>
                <a:gd name="connsiteY6" fmla="*/ 3000176 h 3175625"/>
                <a:gd name="connsiteX7" fmla="*/ 91849 w 2733448"/>
                <a:gd name="connsiteY7" fmla="*/ 2536626 h 3175625"/>
                <a:gd name="connsiteX8" fmla="*/ 21999 w 2733448"/>
                <a:gd name="connsiteY8" fmla="*/ 2219127 h 3175625"/>
                <a:gd name="connsiteX9" fmla="*/ 783999 w 2733448"/>
                <a:gd name="connsiteY9" fmla="*/ 1412677 h 3175625"/>
                <a:gd name="connsiteX10" fmla="*/ 1069748 w 2733448"/>
                <a:gd name="connsiteY10" fmla="*/ 1311076 h 3175625"/>
                <a:gd name="connsiteX11" fmla="*/ 1717448 w 2733448"/>
                <a:gd name="connsiteY11" fmla="*/ 400398 h 3175625"/>
                <a:gd name="connsiteX0" fmla="*/ 1717448 w 2733448"/>
                <a:gd name="connsiteY0" fmla="*/ 400398 h 3130286"/>
                <a:gd name="connsiteX1" fmla="*/ 1920648 w 2733448"/>
                <a:gd name="connsiteY1" fmla="*/ 212526 h 3130286"/>
                <a:gd name="connsiteX2" fmla="*/ 2733448 w 2733448"/>
                <a:gd name="connsiteY2" fmla="*/ 22027 h 3130286"/>
                <a:gd name="connsiteX3" fmla="*/ 2187348 w 2733448"/>
                <a:gd name="connsiteY3" fmla="*/ 959198 h 3130286"/>
                <a:gd name="connsiteX4" fmla="*/ 2187348 w 2733448"/>
                <a:gd name="connsiteY4" fmla="*/ 1247576 h 3130286"/>
                <a:gd name="connsiteX5" fmla="*/ 1241198 w 2733448"/>
                <a:gd name="connsiteY5" fmla="*/ 2987476 h 3130286"/>
                <a:gd name="connsiteX6" fmla="*/ 669698 w 2733448"/>
                <a:gd name="connsiteY6" fmla="*/ 3044626 h 3130286"/>
                <a:gd name="connsiteX7" fmla="*/ 555399 w 2733448"/>
                <a:gd name="connsiteY7" fmla="*/ 3000176 h 3130286"/>
                <a:gd name="connsiteX8" fmla="*/ 91849 w 2733448"/>
                <a:gd name="connsiteY8" fmla="*/ 2536626 h 3130286"/>
                <a:gd name="connsiteX9" fmla="*/ 21999 w 2733448"/>
                <a:gd name="connsiteY9" fmla="*/ 2219127 h 3130286"/>
                <a:gd name="connsiteX10" fmla="*/ 783999 w 2733448"/>
                <a:gd name="connsiteY10" fmla="*/ 1412677 h 3130286"/>
                <a:gd name="connsiteX11" fmla="*/ 1069748 w 2733448"/>
                <a:gd name="connsiteY11" fmla="*/ 1311076 h 3130286"/>
                <a:gd name="connsiteX12" fmla="*/ 1717448 w 2733448"/>
                <a:gd name="connsiteY12" fmla="*/ 400398 h 3130286"/>
                <a:gd name="connsiteX0" fmla="*/ 1717448 w 2733448"/>
                <a:gd name="connsiteY0" fmla="*/ 400398 h 3057570"/>
                <a:gd name="connsiteX1" fmla="*/ 1920648 w 2733448"/>
                <a:gd name="connsiteY1" fmla="*/ 212526 h 3057570"/>
                <a:gd name="connsiteX2" fmla="*/ 2733448 w 2733448"/>
                <a:gd name="connsiteY2" fmla="*/ 22027 h 3057570"/>
                <a:gd name="connsiteX3" fmla="*/ 2187348 w 2733448"/>
                <a:gd name="connsiteY3" fmla="*/ 959198 h 3057570"/>
                <a:gd name="connsiteX4" fmla="*/ 2187348 w 2733448"/>
                <a:gd name="connsiteY4" fmla="*/ 1247576 h 3057570"/>
                <a:gd name="connsiteX5" fmla="*/ 1590448 w 2733448"/>
                <a:gd name="connsiteY5" fmla="*/ 2689026 h 3057570"/>
                <a:gd name="connsiteX6" fmla="*/ 1241198 w 2733448"/>
                <a:gd name="connsiteY6" fmla="*/ 2987476 h 3057570"/>
                <a:gd name="connsiteX7" fmla="*/ 669698 w 2733448"/>
                <a:gd name="connsiteY7" fmla="*/ 3044626 h 3057570"/>
                <a:gd name="connsiteX8" fmla="*/ 555399 w 2733448"/>
                <a:gd name="connsiteY8" fmla="*/ 3000176 h 3057570"/>
                <a:gd name="connsiteX9" fmla="*/ 91849 w 2733448"/>
                <a:gd name="connsiteY9" fmla="*/ 2536626 h 3057570"/>
                <a:gd name="connsiteX10" fmla="*/ 21999 w 2733448"/>
                <a:gd name="connsiteY10" fmla="*/ 2219127 h 3057570"/>
                <a:gd name="connsiteX11" fmla="*/ 783999 w 2733448"/>
                <a:gd name="connsiteY11" fmla="*/ 1412677 h 3057570"/>
                <a:gd name="connsiteX12" fmla="*/ 1069748 w 2733448"/>
                <a:gd name="connsiteY12" fmla="*/ 1311076 h 3057570"/>
                <a:gd name="connsiteX13" fmla="*/ 1717448 w 2733448"/>
                <a:gd name="connsiteY13" fmla="*/ 400398 h 3057570"/>
                <a:gd name="connsiteX0" fmla="*/ 1717448 w 2733448"/>
                <a:gd name="connsiteY0" fmla="*/ 400398 h 3057570"/>
                <a:gd name="connsiteX1" fmla="*/ 1920648 w 2733448"/>
                <a:gd name="connsiteY1" fmla="*/ 212526 h 3057570"/>
                <a:gd name="connsiteX2" fmla="*/ 2733448 w 2733448"/>
                <a:gd name="connsiteY2" fmla="*/ 22027 h 3057570"/>
                <a:gd name="connsiteX3" fmla="*/ 2187348 w 2733448"/>
                <a:gd name="connsiteY3" fmla="*/ 959198 h 3057570"/>
                <a:gd name="connsiteX4" fmla="*/ 2187348 w 2733448"/>
                <a:gd name="connsiteY4" fmla="*/ 1247576 h 3057570"/>
                <a:gd name="connsiteX5" fmla="*/ 1850798 w 2733448"/>
                <a:gd name="connsiteY5" fmla="*/ 2219126 h 3057570"/>
                <a:gd name="connsiteX6" fmla="*/ 1590448 w 2733448"/>
                <a:gd name="connsiteY6" fmla="*/ 2689026 h 3057570"/>
                <a:gd name="connsiteX7" fmla="*/ 1241198 w 2733448"/>
                <a:gd name="connsiteY7" fmla="*/ 2987476 h 3057570"/>
                <a:gd name="connsiteX8" fmla="*/ 669698 w 2733448"/>
                <a:gd name="connsiteY8" fmla="*/ 3044626 h 3057570"/>
                <a:gd name="connsiteX9" fmla="*/ 555399 w 2733448"/>
                <a:gd name="connsiteY9" fmla="*/ 3000176 h 3057570"/>
                <a:gd name="connsiteX10" fmla="*/ 91849 w 2733448"/>
                <a:gd name="connsiteY10" fmla="*/ 2536626 h 3057570"/>
                <a:gd name="connsiteX11" fmla="*/ 21999 w 2733448"/>
                <a:gd name="connsiteY11" fmla="*/ 2219127 h 3057570"/>
                <a:gd name="connsiteX12" fmla="*/ 783999 w 2733448"/>
                <a:gd name="connsiteY12" fmla="*/ 1412677 h 3057570"/>
                <a:gd name="connsiteX13" fmla="*/ 1069748 w 2733448"/>
                <a:gd name="connsiteY13" fmla="*/ 1311076 h 3057570"/>
                <a:gd name="connsiteX14" fmla="*/ 1717448 w 2733448"/>
                <a:gd name="connsiteY14" fmla="*/ 400398 h 3057570"/>
                <a:gd name="connsiteX0" fmla="*/ 1717448 w 2733448"/>
                <a:gd name="connsiteY0" fmla="*/ 400398 h 3057570"/>
                <a:gd name="connsiteX1" fmla="*/ 1920648 w 2733448"/>
                <a:gd name="connsiteY1" fmla="*/ 212526 h 3057570"/>
                <a:gd name="connsiteX2" fmla="*/ 2733448 w 2733448"/>
                <a:gd name="connsiteY2" fmla="*/ 22027 h 3057570"/>
                <a:gd name="connsiteX3" fmla="*/ 2187348 w 2733448"/>
                <a:gd name="connsiteY3" fmla="*/ 959198 h 3057570"/>
                <a:gd name="connsiteX4" fmla="*/ 2479448 w 2733448"/>
                <a:gd name="connsiteY4" fmla="*/ 2009576 h 3057570"/>
                <a:gd name="connsiteX5" fmla="*/ 1850798 w 2733448"/>
                <a:gd name="connsiteY5" fmla="*/ 2219126 h 3057570"/>
                <a:gd name="connsiteX6" fmla="*/ 1590448 w 2733448"/>
                <a:gd name="connsiteY6" fmla="*/ 2689026 h 3057570"/>
                <a:gd name="connsiteX7" fmla="*/ 1241198 w 2733448"/>
                <a:gd name="connsiteY7" fmla="*/ 2987476 h 3057570"/>
                <a:gd name="connsiteX8" fmla="*/ 669698 w 2733448"/>
                <a:gd name="connsiteY8" fmla="*/ 3044626 h 3057570"/>
                <a:gd name="connsiteX9" fmla="*/ 555399 w 2733448"/>
                <a:gd name="connsiteY9" fmla="*/ 3000176 h 3057570"/>
                <a:gd name="connsiteX10" fmla="*/ 91849 w 2733448"/>
                <a:gd name="connsiteY10" fmla="*/ 2536626 h 3057570"/>
                <a:gd name="connsiteX11" fmla="*/ 21999 w 2733448"/>
                <a:gd name="connsiteY11" fmla="*/ 2219127 h 3057570"/>
                <a:gd name="connsiteX12" fmla="*/ 783999 w 2733448"/>
                <a:gd name="connsiteY12" fmla="*/ 1412677 h 3057570"/>
                <a:gd name="connsiteX13" fmla="*/ 1069748 w 2733448"/>
                <a:gd name="connsiteY13" fmla="*/ 1311076 h 3057570"/>
                <a:gd name="connsiteX14" fmla="*/ 1717448 w 2733448"/>
                <a:gd name="connsiteY14" fmla="*/ 400398 h 3057570"/>
                <a:gd name="connsiteX0" fmla="*/ 1717448 w 2898548"/>
                <a:gd name="connsiteY0" fmla="*/ 400398 h 3057570"/>
                <a:gd name="connsiteX1" fmla="*/ 1920648 w 2898548"/>
                <a:gd name="connsiteY1" fmla="*/ 212526 h 3057570"/>
                <a:gd name="connsiteX2" fmla="*/ 2733448 w 2898548"/>
                <a:gd name="connsiteY2" fmla="*/ 22027 h 3057570"/>
                <a:gd name="connsiteX3" fmla="*/ 2187348 w 2898548"/>
                <a:gd name="connsiteY3" fmla="*/ 959198 h 3057570"/>
                <a:gd name="connsiteX4" fmla="*/ 2898548 w 2898548"/>
                <a:gd name="connsiteY4" fmla="*/ 1920676 h 3057570"/>
                <a:gd name="connsiteX5" fmla="*/ 2479448 w 2898548"/>
                <a:gd name="connsiteY5" fmla="*/ 2009576 h 3057570"/>
                <a:gd name="connsiteX6" fmla="*/ 1850798 w 2898548"/>
                <a:gd name="connsiteY6" fmla="*/ 2219126 h 3057570"/>
                <a:gd name="connsiteX7" fmla="*/ 1590448 w 2898548"/>
                <a:gd name="connsiteY7" fmla="*/ 2689026 h 3057570"/>
                <a:gd name="connsiteX8" fmla="*/ 1241198 w 2898548"/>
                <a:gd name="connsiteY8" fmla="*/ 2987476 h 3057570"/>
                <a:gd name="connsiteX9" fmla="*/ 669698 w 2898548"/>
                <a:gd name="connsiteY9" fmla="*/ 3044626 h 3057570"/>
                <a:gd name="connsiteX10" fmla="*/ 555399 w 2898548"/>
                <a:gd name="connsiteY10" fmla="*/ 3000176 h 3057570"/>
                <a:gd name="connsiteX11" fmla="*/ 91849 w 2898548"/>
                <a:gd name="connsiteY11" fmla="*/ 2536626 h 3057570"/>
                <a:gd name="connsiteX12" fmla="*/ 21999 w 2898548"/>
                <a:gd name="connsiteY12" fmla="*/ 2219127 h 3057570"/>
                <a:gd name="connsiteX13" fmla="*/ 783999 w 2898548"/>
                <a:gd name="connsiteY13" fmla="*/ 1412677 h 3057570"/>
                <a:gd name="connsiteX14" fmla="*/ 1069748 w 2898548"/>
                <a:gd name="connsiteY14" fmla="*/ 1311076 h 3057570"/>
                <a:gd name="connsiteX15" fmla="*/ 1717448 w 2898548"/>
                <a:gd name="connsiteY15" fmla="*/ 400398 h 3057570"/>
                <a:gd name="connsiteX0" fmla="*/ 1717448 w 3212338"/>
                <a:gd name="connsiteY0" fmla="*/ 400398 h 3057570"/>
                <a:gd name="connsiteX1" fmla="*/ 1920648 w 3212338"/>
                <a:gd name="connsiteY1" fmla="*/ 212526 h 3057570"/>
                <a:gd name="connsiteX2" fmla="*/ 2733448 w 3212338"/>
                <a:gd name="connsiteY2" fmla="*/ 22027 h 3057570"/>
                <a:gd name="connsiteX3" fmla="*/ 3209698 w 3212338"/>
                <a:gd name="connsiteY3" fmla="*/ 1835498 h 3057570"/>
                <a:gd name="connsiteX4" fmla="*/ 2898548 w 3212338"/>
                <a:gd name="connsiteY4" fmla="*/ 1920676 h 3057570"/>
                <a:gd name="connsiteX5" fmla="*/ 2479448 w 3212338"/>
                <a:gd name="connsiteY5" fmla="*/ 2009576 h 3057570"/>
                <a:gd name="connsiteX6" fmla="*/ 1850798 w 3212338"/>
                <a:gd name="connsiteY6" fmla="*/ 2219126 h 3057570"/>
                <a:gd name="connsiteX7" fmla="*/ 1590448 w 3212338"/>
                <a:gd name="connsiteY7" fmla="*/ 2689026 h 3057570"/>
                <a:gd name="connsiteX8" fmla="*/ 1241198 w 3212338"/>
                <a:gd name="connsiteY8" fmla="*/ 2987476 h 3057570"/>
                <a:gd name="connsiteX9" fmla="*/ 669698 w 3212338"/>
                <a:gd name="connsiteY9" fmla="*/ 3044626 h 3057570"/>
                <a:gd name="connsiteX10" fmla="*/ 555399 w 3212338"/>
                <a:gd name="connsiteY10" fmla="*/ 3000176 h 3057570"/>
                <a:gd name="connsiteX11" fmla="*/ 91849 w 3212338"/>
                <a:gd name="connsiteY11" fmla="*/ 2536626 h 3057570"/>
                <a:gd name="connsiteX12" fmla="*/ 21999 w 3212338"/>
                <a:gd name="connsiteY12" fmla="*/ 2219127 h 3057570"/>
                <a:gd name="connsiteX13" fmla="*/ 783999 w 3212338"/>
                <a:gd name="connsiteY13" fmla="*/ 1412677 h 3057570"/>
                <a:gd name="connsiteX14" fmla="*/ 1069748 w 3212338"/>
                <a:gd name="connsiteY14" fmla="*/ 1311076 h 3057570"/>
                <a:gd name="connsiteX15" fmla="*/ 1717448 w 3212338"/>
                <a:gd name="connsiteY15" fmla="*/ 400398 h 3057570"/>
                <a:gd name="connsiteX0" fmla="*/ 1717448 w 3387498"/>
                <a:gd name="connsiteY0" fmla="*/ 400398 h 3057570"/>
                <a:gd name="connsiteX1" fmla="*/ 1920648 w 3387498"/>
                <a:gd name="connsiteY1" fmla="*/ 212526 h 3057570"/>
                <a:gd name="connsiteX2" fmla="*/ 2733448 w 3387498"/>
                <a:gd name="connsiteY2" fmla="*/ 22027 h 3057570"/>
                <a:gd name="connsiteX3" fmla="*/ 3387498 w 3387498"/>
                <a:gd name="connsiteY3" fmla="*/ 2174676 h 3057570"/>
                <a:gd name="connsiteX4" fmla="*/ 3209698 w 3387498"/>
                <a:gd name="connsiteY4" fmla="*/ 1835498 h 3057570"/>
                <a:gd name="connsiteX5" fmla="*/ 2898548 w 3387498"/>
                <a:gd name="connsiteY5" fmla="*/ 1920676 h 3057570"/>
                <a:gd name="connsiteX6" fmla="*/ 2479448 w 3387498"/>
                <a:gd name="connsiteY6" fmla="*/ 2009576 h 3057570"/>
                <a:gd name="connsiteX7" fmla="*/ 1850798 w 3387498"/>
                <a:gd name="connsiteY7" fmla="*/ 2219126 h 3057570"/>
                <a:gd name="connsiteX8" fmla="*/ 1590448 w 3387498"/>
                <a:gd name="connsiteY8" fmla="*/ 2689026 h 3057570"/>
                <a:gd name="connsiteX9" fmla="*/ 1241198 w 3387498"/>
                <a:gd name="connsiteY9" fmla="*/ 2987476 h 3057570"/>
                <a:gd name="connsiteX10" fmla="*/ 669698 w 3387498"/>
                <a:gd name="connsiteY10" fmla="*/ 3044626 h 3057570"/>
                <a:gd name="connsiteX11" fmla="*/ 555399 w 3387498"/>
                <a:gd name="connsiteY11" fmla="*/ 3000176 h 3057570"/>
                <a:gd name="connsiteX12" fmla="*/ 91849 w 3387498"/>
                <a:gd name="connsiteY12" fmla="*/ 2536626 h 3057570"/>
                <a:gd name="connsiteX13" fmla="*/ 21999 w 3387498"/>
                <a:gd name="connsiteY13" fmla="*/ 2219127 h 3057570"/>
                <a:gd name="connsiteX14" fmla="*/ 783999 w 3387498"/>
                <a:gd name="connsiteY14" fmla="*/ 1412677 h 3057570"/>
                <a:gd name="connsiteX15" fmla="*/ 1069748 w 3387498"/>
                <a:gd name="connsiteY15" fmla="*/ 1311076 h 3057570"/>
                <a:gd name="connsiteX16" fmla="*/ 1717448 w 3387498"/>
                <a:gd name="connsiteY16" fmla="*/ 400398 h 3057570"/>
                <a:gd name="connsiteX0" fmla="*/ 1717448 w 3870852"/>
                <a:gd name="connsiteY0" fmla="*/ 400398 h 3057570"/>
                <a:gd name="connsiteX1" fmla="*/ 1920648 w 3870852"/>
                <a:gd name="connsiteY1" fmla="*/ 212526 h 3057570"/>
                <a:gd name="connsiteX2" fmla="*/ 2733448 w 3870852"/>
                <a:gd name="connsiteY2" fmla="*/ 22027 h 3057570"/>
                <a:gd name="connsiteX3" fmla="*/ 3857398 w 3870852"/>
                <a:gd name="connsiteY3" fmla="*/ 2263576 h 3057570"/>
                <a:gd name="connsiteX4" fmla="*/ 3387498 w 3870852"/>
                <a:gd name="connsiteY4" fmla="*/ 2174676 h 3057570"/>
                <a:gd name="connsiteX5" fmla="*/ 3209698 w 3870852"/>
                <a:gd name="connsiteY5" fmla="*/ 1835498 h 3057570"/>
                <a:gd name="connsiteX6" fmla="*/ 2898548 w 3870852"/>
                <a:gd name="connsiteY6" fmla="*/ 1920676 h 3057570"/>
                <a:gd name="connsiteX7" fmla="*/ 2479448 w 3870852"/>
                <a:gd name="connsiteY7" fmla="*/ 2009576 h 3057570"/>
                <a:gd name="connsiteX8" fmla="*/ 1850798 w 3870852"/>
                <a:gd name="connsiteY8" fmla="*/ 2219126 h 3057570"/>
                <a:gd name="connsiteX9" fmla="*/ 1590448 w 3870852"/>
                <a:gd name="connsiteY9" fmla="*/ 2689026 h 3057570"/>
                <a:gd name="connsiteX10" fmla="*/ 1241198 w 3870852"/>
                <a:gd name="connsiteY10" fmla="*/ 2987476 h 3057570"/>
                <a:gd name="connsiteX11" fmla="*/ 669698 w 3870852"/>
                <a:gd name="connsiteY11" fmla="*/ 3044626 h 3057570"/>
                <a:gd name="connsiteX12" fmla="*/ 555399 w 3870852"/>
                <a:gd name="connsiteY12" fmla="*/ 3000176 h 3057570"/>
                <a:gd name="connsiteX13" fmla="*/ 91849 w 3870852"/>
                <a:gd name="connsiteY13" fmla="*/ 2536626 h 3057570"/>
                <a:gd name="connsiteX14" fmla="*/ 21999 w 3870852"/>
                <a:gd name="connsiteY14" fmla="*/ 2219127 h 3057570"/>
                <a:gd name="connsiteX15" fmla="*/ 783999 w 3870852"/>
                <a:gd name="connsiteY15" fmla="*/ 1412677 h 3057570"/>
                <a:gd name="connsiteX16" fmla="*/ 1069748 w 3870852"/>
                <a:gd name="connsiteY16" fmla="*/ 1311076 h 3057570"/>
                <a:gd name="connsiteX17" fmla="*/ 1717448 w 3870852"/>
                <a:gd name="connsiteY17" fmla="*/ 400398 h 3057570"/>
                <a:gd name="connsiteX0" fmla="*/ 1717448 w 4744088"/>
                <a:gd name="connsiteY0" fmla="*/ 400398 h 3057570"/>
                <a:gd name="connsiteX1" fmla="*/ 1920648 w 4744088"/>
                <a:gd name="connsiteY1" fmla="*/ 212526 h 3057570"/>
                <a:gd name="connsiteX2" fmla="*/ 2733448 w 4744088"/>
                <a:gd name="connsiteY2" fmla="*/ 22027 h 3057570"/>
                <a:gd name="connsiteX3" fmla="*/ 4720998 w 4744088"/>
                <a:gd name="connsiteY3" fmla="*/ 2009576 h 3057570"/>
                <a:gd name="connsiteX4" fmla="*/ 3857398 w 4744088"/>
                <a:gd name="connsiteY4" fmla="*/ 2263576 h 3057570"/>
                <a:gd name="connsiteX5" fmla="*/ 3387498 w 4744088"/>
                <a:gd name="connsiteY5" fmla="*/ 2174676 h 3057570"/>
                <a:gd name="connsiteX6" fmla="*/ 3209698 w 4744088"/>
                <a:gd name="connsiteY6" fmla="*/ 1835498 h 3057570"/>
                <a:gd name="connsiteX7" fmla="*/ 2898548 w 4744088"/>
                <a:gd name="connsiteY7" fmla="*/ 1920676 h 3057570"/>
                <a:gd name="connsiteX8" fmla="*/ 2479448 w 4744088"/>
                <a:gd name="connsiteY8" fmla="*/ 2009576 h 3057570"/>
                <a:gd name="connsiteX9" fmla="*/ 1850798 w 4744088"/>
                <a:gd name="connsiteY9" fmla="*/ 2219126 h 3057570"/>
                <a:gd name="connsiteX10" fmla="*/ 1590448 w 4744088"/>
                <a:gd name="connsiteY10" fmla="*/ 2689026 h 3057570"/>
                <a:gd name="connsiteX11" fmla="*/ 1241198 w 4744088"/>
                <a:gd name="connsiteY11" fmla="*/ 2987476 h 3057570"/>
                <a:gd name="connsiteX12" fmla="*/ 669698 w 4744088"/>
                <a:gd name="connsiteY12" fmla="*/ 3044626 h 3057570"/>
                <a:gd name="connsiteX13" fmla="*/ 555399 w 4744088"/>
                <a:gd name="connsiteY13" fmla="*/ 3000176 h 3057570"/>
                <a:gd name="connsiteX14" fmla="*/ 91849 w 4744088"/>
                <a:gd name="connsiteY14" fmla="*/ 2536626 h 3057570"/>
                <a:gd name="connsiteX15" fmla="*/ 21999 w 4744088"/>
                <a:gd name="connsiteY15" fmla="*/ 2219127 h 3057570"/>
                <a:gd name="connsiteX16" fmla="*/ 783999 w 4744088"/>
                <a:gd name="connsiteY16" fmla="*/ 1412677 h 3057570"/>
                <a:gd name="connsiteX17" fmla="*/ 1069748 w 4744088"/>
                <a:gd name="connsiteY17" fmla="*/ 1311076 h 3057570"/>
                <a:gd name="connsiteX18" fmla="*/ 1717448 w 4744088"/>
                <a:gd name="connsiteY18" fmla="*/ 400398 h 3057570"/>
                <a:gd name="connsiteX0" fmla="*/ 1717448 w 5091327"/>
                <a:gd name="connsiteY0" fmla="*/ 400398 h 3057570"/>
                <a:gd name="connsiteX1" fmla="*/ 1920648 w 5091327"/>
                <a:gd name="connsiteY1" fmla="*/ 212526 h 3057570"/>
                <a:gd name="connsiteX2" fmla="*/ 2733448 w 5091327"/>
                <a:gd name="connsiteY2" fmla="*/ 22027 h 3057570"/>
                <a:gd name="connsiteX3" fmla="*/ 4981348 w 5091327"/>
                <a:gd name="connsiteY3" fmla="*/ 961826 h 3057570"/>
                <a:gd name="connsiteX4" fmla="*/ 4720998 w 5091327"/>
                <a:gd name="connsiteY4" fmla="*/ 2009576 h 3057570"/>
                <a:gd name="connsiteX5" fmla="*/ 3857398 w 5091327"/>
                <a:gd name="connsiteY5" fmla="*/ 2263576 h 3057570"/>
                <a:gd name="connsiteX6" fmla="*/ 3387498 w 5091327"/>
                <a:gd name="connsiteY6" fmla="*/ 2174676 h 3057570"/>
                <a:gd name="connsiteX7" fmla="*/ 3209698 w 5091327"/>
                <a:gd name="connsiteY7" fmla="*/ 1835498 h 3057570"/>
                <a:gd name="connsiteX8" fmla="*/ 2898548 w 5091327"/>
                <a:gd name="connsiteY8" fmla="*/ 1920676 h 3057570"/>
                <a:gd name="connsiteX9" fmla="*/ 2479448 w 5091327"/>
                <a:gd name="connsiteY9" fmla="*/ 2009576 h 3057570"/>
                <a:gd name="connsiteX10" fmla="*/ 1850798 w 5091327"/>
                <a:gd name="connsiteY10" fmla="*/ 2219126 h 3057570"/>
                <a:gd name="connsiteX11" fmla="*/ 1590448 w 5091327"/>
                <a:gd name="connsiteY11" fmla="*/ 2689026 h 3057570"/>
                <a:gd name="connsiteX12" fmla="*/ 1241198 w 5091327"/>
                <a:gd name="connsiteY12" fmla="*/ 2987476 h 3057570"/>
                <a:gd name="connsiteX13" fmla="*/ 669698 w 5091327"/>
                <a:gd name="connsiteY13" fmla="*/ 3044626 h 3057570"/>
                <a:gd name="connsiteX14" fmla="*/ 555399 w 5091327"/>
                <a:gd name="connsiteY14" fmla="*/ 3000176 h 3057570"/>
                <a:gd name="connsiteX15" fmla="*/ 91849 w 5091327"/>
                <a:gd name="connsiteY15" fmla="*/ 2536626 h 3057570"/>
                <a:gd name="connsiteX16" fmla="*/ 21999 w 5091327"/>
                <a:gd name="connsiteY16" fmla="*/ 2219127 h 3057570"/>
                <a:gd name="connsiteX17" fmla="*/ 783999 w 5091327"/>
                <a:gd name="connsiteY17" fmla="*/ 1412677 h 3057570"/>
                <a:gd name="connsiteX18" fmla="*/ 1069748 w 5091327"/>
                <a:gd name="connsiteY18" fmla="*/ 1311076 h 3057570"/>
                <a:gd name="connsiteX19" fmla="*/ 1717448 w 5091327"/>
                <a:gd name="connsiteY19" fmla="*/ 400398 h 3057570"/>
                <a:gd name="connsiteX0" fmla="*/ 1717448 w 5088318"/>
                <a:gd name="connsiteY0" fmla="*/ 400398 h 3057570"/>
                <a:gd name="connsiteX1" fmla="*/ 1920648 w 5088318"/>
                <a:gd name="connsiteY1" fmla="*/ 212526 h 3057570"/>
                <a:gd name="connsiteX2" fmla="*/ 2733448 w 5088318"/>
                <a:gd name="connsiteY2" fmla="*/ 22027 h 3057570"/>
                <a:gd name="connsiteX3" fmla="*/ 4905148 w 5088318"/>
                <a:gd name="connsiteY3" fmla="*/ 707826 h 3057570"/>
                <a:gd name="connsiteX4" fmla="*/ 4981348 w 5088318"/>
                <a:gd name="connsiteY4" fmla="*/ 961826 h 3057570"/>
                <a:gd name="connsiteX5" fmla="*/ 4720998 w 5088318"/>
                <a:gd name="connsiteY5" fmla="*/ 2009576 h 3057570"/>
                <a:gd name="connsiteX6" fmla="*/ 3857398 w 5088318"/>
                <a:gd name="connsiteY6" fmla="*/ 2263576 h 3057570"/>
                <a:gd name="connsiteX7" fmla="*/ 3387498 w 5088318"/>
                <a:gd name="connsiteY7" fmla="*/ 2174676 h 3057570"/>
                <a:gd name="connsiteX8" fmla="*/ 3209698 w 5088318"/>
                <a:gd name="connsiteY8" fmla="*/ 1835498 h 3057570"/>
                <a:gd name="connsiteX9" fmla="*/ 2898548 w 5088318"/>
                <a:gd name="connsiteY9" fmla="*/ 1920676 h 3057570"/>
                <a:gd name="connsiteX10" fmla="*/ 2479448 w 5088318"/>
                <a:gd name="connsiteY10" fmla="*/ 2009576 h 3057570"/>
                <a:gd name="connsiteX11" fmla="*/ 1850798 w 5088318"/>
                <a:gd name="connsiteY11" fmla="*/ 2219126 h 3057570"/>
                <a:gd name="connsiteX12" fmla="*/ 1590448 w 5088318"/>
                <a:gd name="connsiteY12" fmla="*/ 2689026 h 3057570"/>
                <a:gd name="connsiteX13" fmla="*/ 1241198 w 5088318"/>
                <a:gd name="connsiteY13" fmla="*/ 2987476 h 3057570"/>
                <a:gd name="connsiteX14" fmla="*/ 669698 w 5088318"/>
                <a:gd name="connsiteY14" fmla="*/ 3044626 h 3057570"/>
                <a:gd name="connsiteX15" fmla="*/ 555399 w 5088318"/>
                <a:gd name="connsiteY15" fmla="*/ 3000176 h 3057570"/>
                <a:gd name="connsiteX16" fmla="*/ 91849 w 5088318"/>
                <a:gd name="connsiteY16" fmla="*/ 2536626 h 3057570"/>
                <a:gd name="connsiteX17" fmla="*/ 21999 w 5088318"/>
                <a:gd name="connsiteY17" fmla="*/ 2219127 h 3057570"/>
                <a:gd name="connsiteX18" fmla="*/ 783999 w 5088318"/>
                <a:gd name="connsiteY18" fmla="*/ 1412677 h 3057570"/>
                <a:gd name="connsiteX19" fmla="*/ 1069748 w 5088318"/>
                <a:gd name="connsiteY19" fmla="*/ 1311076 h 3057570"/>
                <a:gd name="connsiteX20" fmla="*/ 1717448 w 5088318"/>
                <a:gd name="connsiteY20" fmla="*/ 400398 h 3057570"/>
                <a:gd name="connsiteX0" fmla="*/ 1717448 w 4982870"/>
                <a:gd name="connsiteY0" fmla="*/ 400398 h 3057570"/>
                <a:gd name="connsiteX1" fmla="*/ 1920648 w 4982870"/>
                <a:gd name="connsiteY1" fmla="*/ 212526 h 3057570"/>
                <a:gd name="connsiteX2" fmla="*/ 2733448 w 4982870"/>
                <a:gd name="connsiteY2" fmla="*/ 22027 h 3057570"/>
                <a:gd name="connsiteX3" fmla="*/ 4657498 w 4982870"/>
                <a:gd name="connsiteY3" fmla="*/ 504626 h 3057570"/>
                <a:gd name="connsiteX4" fmla="*/ 4905148 w 4982870"/>
                <a:gd name="connsiteY4" fmla="*/ 707826 h 3057570"/>
                <a:gd name="connsiteX5" fmla="*/ 4981348 w 4982870"/>
                <a:gd name="connsiteY5" fmla="*/ 961826 h 3057570"/>
                <a:gd name="connsiteX6" fmla="*/ 4720998 w 4982870"/>
                <a:gd name="connsiteY6" fmla="*/ 2009576 h 3057570"/>
                <a:gd name="connsiteX7" fmla="*/ 3857398 w 4982870"/>
                <a:gd name="connsiteY7" fmla="*/ 2263576 h 3057570"/>
                <a:gd name="connsiteX8" fmla="*/ 3387498 w 4982870"/>
                <a:gd name="connsiteY8" fmla="*/ 2174676 h 3057570"/>
                <a:gd name="connsiteX9" fmla="*/ 3209698 w 4982870"/>
                <a:gd name="connsiteY9" fmla="*/ 1835498 h 3057570"/>
                <a:gd name="connsiteX10" fmla="*/ 2898548 w 4982870"/>
                <a:gd name="connsiteY10" fmla="*/ 1920676 h 3057570"/>
                <a:gd name="connsiteX11" fmla="*/ 2479448 w 4982870"/>
                <a:gd name="connsiteY11" fmla="*/ 2009576 h 3057570"/>
                <a:gd name="connsiteX12" fmla="*/ 1850798 w 4982870"/>
                <a:gd name="connsiteY12" fmla="*/ 2219126 h 3057570"/>
                <a:gd name="connsiteX13" fmla="*/ 1590448 w 4982870"/>
                <a:gd name="connsiteY13" fmla="*/ 2689026 h 3057570"/>
                <a:gd name="connsiteX14" fmla="*/ 1241198 w 4982870"/>
                <a:gd name="connsiteY14" fmla="*/ 2987476 h 3057570"/>
                <a:gd name="connsiteX15" fmla="*/ 669698 w 4982870"/>
                <a:gd name="connsiteY15" fmla="*/ 3044626 h 3057570"/>
                <a:gd name="connsiteX16" fmla="*/ 555399 w 4982870"/>
                <a:gd name="connsiteY16" fmla="*/ 3000176 h 3057570"/>
                <a:gd name="connsiteX17" fmla="*/ 91849 w 4982870"/>
                <a:gd name="connsiteY17" fmla="*/ 2536626 h 3057570"/>
                <a:gd name="connsiteX18" fmla="*/ 21999 w 4982870"/>
                <a:gd name="connsiteY18" fmla="*/ 2219127 h 3057570"/>
                <a:gd name="connsiteX19" fmla="*/ 783999 w 4982870"/>
                <a:gd name="connsiteY19" fmla="*/ 1412677 h 3057570"/>
                <a:gd name="connsiteX20" fmla="*/ 1069748 w 4982870"/>
                <a:gd name="connsiteY20" fmla="*/ 1311076 h 3057570"/>
                <a:gd name="connsiteX21" fmla="*/ 1717448 w 4982870"/>
                <a:gd name="connsiteY21" fmla="*/ 400398 h 3057570"/>
                <a:gd name="connsiteX0" fmla="*/ 1717448 w 4982870"/>
                <a:gd name="connsiteY0" fmla="*/ 400398 h 3057570"/>
                <a:gd name="connsiteX1" fmla="*/ 1920648 w 4982870"/>
                <a:gd name="connsiteY1" fmla="*/ 212526 h 3057570"/>
                <a:gd name="connsiteX2" fmla="*/ 2733448 w 4982870"/>
                <a:gd name="connsiteY2" fmla="*/ 22027 h 3057570"/>
                <a:gd name="connsiteX3" fmla="*/ 4206648 w 4982870"/>
                <a:gd name="connsiteY3" fmla="*/ 394136 h 3057570"/>
                <a:gd name="connsiteX4" fmla="*/ 4657498 w 4982870"/>
                <a:gd name="connsiteY4" fmla="*/ 504626 h 3057570"/>
                <a:gd name="connsiteX5" fmla="*/ 4905148 w 4982870"/>
                <a:gd name="connsiteY5" fmla="*/ 707826 h 3057570"/>
                <a:gd name="connsiteX6" fmla="*/ 4981348 w 4982870"/>
                <a:gd name="connsiteY6" fmla="*/ 961826 h 3057570"/>
                <a:gd name="connsiteX7" fmla="*/ 4720998 w 4982870"/>
                <a:gd name="connsiteY7" fmla="*/ 2009576 h 3057570"/>
                <a:gd name="connsiteX8" fmla="*/ 3857398 w 4982870"/>
                <a:gd name="connsiteY8" fmla="*/ 2263576 h 3057570"/>
                <a:gd name="connsiteX9" fmla="*/ 3387498 w 4982870"/>
                <a:gd name="connsiteY9" fmla="*/ 2174676 h 3057570"/>
                <a:gd name="connsiteX10" fmla="*/ 3209698 w 4982870"/>
                <a:gd name="connsiteY10" fmla="*/ 1835498 h 3057570"/>
                <a:gd name="connsiteX11" fmla="*/ 2898548 w 4982870"/>
                <a:gd name="connsiteY11" fmla="*/ 1920676 h 3057570"/>
                <a:gd name="connsiteX12" fmla="*/ 2479448 w 4982870"/>
                <a:gd name="connsiteY12" fmla="*/ 2009576 h 3057570"/>
                <a:gd name="connsiteX13" fmla="*/ 1850798 w 4982870"/>
                <a:gd name="connsiteY13" fmla="*/ 2219126 h 3057570"/>
                <a:gd name="connsiteX14" fmla="*/ 1590448 w 4982870"/>
                <a:gd name="connsiteY14" fmla="*/ 2689026 h 3057570"/>
                <a:gd name="connsiteX15" fmla="*/ 1241198 w 4982870"/>
                <a:gd name="connsiteY15" fmla="*/ 2987476 h 3057570"/>
                <a:gd name="connsiteX16" fmla="*/ 669698 w 4982870"/>
                <a:gd name="connsiteY16" fmla="*/ 3044626 h 3057570"/>
                <a:gd name="connsiteX17" fmla="*/ 555399 w 4982870"/>
                <a:gd name="connsiteY17" fmla="*/ 3000176 h 3057570"/>
                <a:gd name="connsiteX18" fmla="*/ 91849 w 4982870"/>
                <a:gd name="connsiteY18" fmla="*/ 2536626 h 3057570"/>
                <a:gd name="connsiteX19" fmla="*/ 21999 w 4982870"/>
                <a:gd name="connsiteY19" fmla="*/ 2219127 h 3057570"/>
                <a:gd name="connsiteX20" fmla="*/ 783999 w 4982870"/>
                <a:gd name="connsiteY20" fmla="*/ 1412677 h 3057570"/>
                <a:gd name="connsiteX21" fmla="*/ 1069748 w 4982870"/>
                <a:gd name="connsiteY21" fmla="*/ 1311076 h 3057570"/>
                <a:gd name="connsiteX22" fmla="*/ 1717448 w 4982870"/>
                <a:gd name="connsiteY22" fmla="*/ 400398 h 3057570"/>
                <a:gd name="connsiteX0" fmla="*/ 1717448 w 4982870"/>
                <a:gd name="connsiteY0" fmla="*/ 400398 h 3057570"/>
                <a:gd name="connsiteX1" fmla="*/ 1920648 w 4982870"/>
                <a:gd name="connsiteY1" fmla="*/ 212526 h 3057570"/>
                <a:gd name="connsiteX2" fmla="*/ 2733448 w 4982870"/>
                <a:gd name="connsiteY2" fmla="*/ 22027 h 3057570"/>
                <a:gd name="connsiteX3" fmla="*/ 3597048 w 4982870"/>
                <a:gd name="connsiteY3" fmla="*/ 241736 h 3057570"/>
                <a:gd name="connsiteX4" fmla="*/ 4206648 w 4982870"/>
                <a:gd name="connsiteY4" fmla="*/ 394136 h 3057570"/>
                <a:gd name="connsiteX5" fmla="*/ 4657498 w 4982870"/>
                <a:gd name="connsiteY5" fmla="*/ 504626 h 3057570"/>
                <a:gd name="connsiteX6" fmla="*/ 4905148 w 4982870"/>
                <a:gd name="connsiteY6" fmla="*/ 707826 h 3057570"/>
                <a:gd name="connsiteX7" fmla="*/ 4981348 w 4982870"/>
                <a:gd name="connsiteY7" fmla="*/ 961826 h 3057570"/>
                <a:gd name="connsiteX8" fmla="*/ 4720998 w 4982870"/>
                <a:gd name="connsiteY8" fmla="*/ 2009576 h 3057570"/>
                <a:gd name="connsiteX9" fmla="*/ 3857398 w 4982870"/>
                <a:gd name="connsiteY9" fmla="*/ 2263576 h 3057570"/>
                <a:gd name="connsiteX10" fmla="*/ 3387498 w 4982870"/>
                <a:gd name="connsiteY10" fmla="*/ 2174676 h 3057570"/>
                <a:gd name="connsiteX11" fmla="*/ 3209698 w 4982870"/>
                <a:gd name="connsiteY11" fmla="*/ 1835498 h 3057570"/>
                <a:gd name="connsiteX12" fmla="*/ 2898548 w 4982870"/>
                <a:gd name="connsiteY12" fmla="*/ 1920676 h 3057570"/>
                <a:gd name="connsiteX13" fmla="*/ 2479448 w 4982870"/>
                <a:gd name="connsiteY13" fmla="*/ 2009576 h 3057570"/>
                <a:gd name="connsiteX14" fmla="*/ 1850798 w 4982870"/>
                <a:gd name="connsiteY14" fmla="*/ 2219126 h 3057570"/>
                <a:gd name="connsiteX15" fmla="*/ 1590448 w 4982870"/>
                <a:gd name="connsiteY15" fmla="*/ 2689026 h 3057570"/>
                <a:gd name="connsiteX16" fmla="*/ 1241198 w 4982870"/>
                <a:gd name="connsiteY16" fmla="*/ 2987476 h 3057570"/>
                <a:gd name="connsiteX17" fmla="*/ 669698 w 4982870"/>
                <a:gd name="connsiteY17" fmla="*/ 3044626 h 3057570"/>
                <a:gd name="connsiteX18" fmla="*/ 555399 w 4982870"/>
                <a:gd name="connsiteY18" fmla="*/ 3000176 h 3057570"/>
                <a:gd name="connsiteX19" fmla="*/ 91849 w 4982870"/>
                <a:gd name="connsiteY19" fmla="*/ 2536626 h 3057570"/>
                <a:gd name="connsiteX20" fmla="*/ 21999 w 4982870"/>
                <a:gd name="connsiteY20" fmla="*/ 2219127 h 3057570"/>
                <a:gd name="connsiteX21" fmla="*/ 783999 w 4982870"/>
                <a:gd name="connsiteY21" fmla="*/ 1412677 h 3057570"/>
                <a:gd name="connsiteX22" fmla="*/ 1069748 w 4982870"/>
                <a:gd name="connsiteY22" fmla="*/ 1311076 h 3057570"/>
                <a:gd name="connsiteX23" fmla="*/ 1717448 w 4982870"/>
                <a:gd name="connsiteY23" fmla="*/ 400398 h 3057570"/>
                <a:gd name="connsiteX0" fmla="*/ 1717448 w 4982870"/>
                <a:gd name="connsiteY0" fmla="*/ 400398 h 3057570"/>
                <a:gd name="connsiteX1" fmla="*/ 1920648 w 4982870"/>
                <a:gd name="connsiteY1" fmla="*/ 212526 h 3057570"/>
                <a:gd name="connsiteX2" fmla="*/ 2733448 w 4982870"/>
                <a:gd name="connsiteY2" fmla="*/ 22027 h 3057570"/>
                <a:gd name="connsiteX3" fmla="*/ 3597048 w 4982870"/>
                <a:gd name="connsiteY3" fmla="*/ 241736 h 3057570"/>
                <a:gd name="connsiteX4" fmla="*/ 4206648 w 4982870"/>
                <a:gd name="connsiteY4" fmla="*/ 394136 h 3057570"/>
                <a:gd name="connsiteX5" fmla="*/ 4657498 w 4982870"/>
                <a:gd name="connsiteY5" fmla="*/ 504626 h 3057570"/>
                <a:gd name="connsiteX6" fmla="*/ 4905148 w 4982870"/>
                <a:gd name="connsiteY6" fmla="*/ 707826 h 3057570"/>
                <a:gd name="connsiteX7" fmla="*/ 4981348 w 4982870"/>
                <a:gd name="connsiteY7" fmla="*/ 961826 h 3057570"/>
                <a:gd name="connsiteX8" fmla="*/ 4720998 w 4982870"/>
                <a:gd name="connsiteY8" fmla="*/ 2009576 h 3057570"/>
                <a:gd name="connsiteX9" fmla="*/ 3857398 w 4982870"/>
                <a:gd name="connsiteY9" fmla="*/ 2263576 h 3057570"/>
                <a:gd name="connsiteX10" fmla="*/ 3387498 w 4982870"/>
                <a:gd name="connsiteY10" fmla="*/ 2174676 h 3057570"/>
                <a:gd name="connsiteX11" fmla="*/ 3209698 w 4982870"/>
                <a:gd name="connsiteY11" fmla="*/ 1835498 h 3057570"/>
                <a:gd name="connsiteX12" fmla="*/ 2898548 w 4982870"/>
                <a:gd name="connsiteY12" fmla="*/ 1920676 h 3057570"/>
                <a:gd name="connsiteX13" fmla="*/ 2479448 w 4982870"/>
                <a:gd name="connsiteY13" fmla="*/ 2009576 h 3057570"/>
                <a:gd name="connsiteX14" fmla="*/ 1850798 w 4982870"/>
                <a:gd name="connsiteY14" fmla="*/ 2219126 h 3057570"/>
                <a:gd name="connsiteX15" fmla="*/ 1590448 w 4982870"/>
                <a:gd name="connsiteY15" fmla="*/ 2689026 h 3057570"/>
                <a:gd name="connsiteX16" fmla="*/ 1241198 w 4982870"/>
                <a:gd name="connsiteY16" fmla="*/ 2987476 h 3057570"/>
                <a:gd name="connsiteX17" fmla="*/ 669698 w 4982870"/>
                <a:gd name="connsiteY17" fmla="*/ 3044626 h 3057570"/>
                <a:gd name="connsiteX18" fmla="*/ 555399 w 4982870"/>
                <a:gd name="connsiteY18" fmla="*/ 3000176 h 3057570"/>
                <a:gd name="connsiteX19" fmla="*/ 91849 w 4982870"/>
                <a:gd name="connsiteY19" fmla="*/ 2536626 h 3057570"/>
                <a:gd name="connsiteX20" fmla="*/ 21999 w 4982870"/>
                <a:gd name="connsiteY20" fmla="*/ 2219127 h 3057570"/>
                <a:gd name="connsiteX21" fmla="*/ 783999 w 4982870"/>
                <a:gd name="connsiteY21" fmla="*/ 1412677 h 3057570"/>
                <a:gd name="connsiteX22" fmla="*/ 1069748 w 4982870"/>
                <a:gd name="connsiteY22" fmla="*/ 1311076 h 3057570"/>
                <a:gd name="connsiteX23" fmla="*/ 1717448 w 4982870"/>
                <a:gd name="connsiteY23" fmla="*/ 400398 h 3057570"/>
                <a:gd name="connsiteX0" fmla="*/ 1717448 w 4982870"/>
                <a:gd name="connsiteY0" fmla="*/ 400398 h 3057570"/>
                <a:gd name="connsiteX1" fmla="*/ 1920648 w 4982870"/>
                <a:gd name="connsiteY1" fmla="*/ 212526 h 3057570"/>
                <a:gd name="connsiteX2" fmla="*/ 2733448 w 4982870"/>
                <a:gd name="connsiteY2" fmla="*/ 22027 h 3057570"/>
                <a:gd name="connsiteX3" fmla="*/ 3597048 w 4982870"/>
                <a:gd name="connsiteY3" fmla="*/ 241736 h 3057570"/>
                <a:gd name="connsiteX4" fmla="*/ 4206648 w 4982870"/>
                <a:gd name="connsiteY4" fmla="*/ 394136 h 3057570"/>
                <a:gd name="connsiteX5" fmla="*/ 4657498 w 4982870"/>
                <a:gd name="connsiteY5" fmla="*/ 504626 h 3057570"/>
                <a:gd name="connsiteX6" fmla="*/ 4905148 w 4982870"/>
                <a:gd name="connsiteY6" fmla="*/ 707826 h 3057570"/>
                <a:gd name="connsiteX7" fmla="*/ 4981348 w 4982870"/>
                <a:gd name="connsiteY7" fmla="*/ 961826 h 3057570"/>
                <a:gd name="connsiteX8" fmla="*/ 4720998 w 4982870"/>
                <a:gd name="connsiteY8" fmla="*/ 2009576 h 3057570"/>
                <a:gd name="connsiteX9" fmla="*/ 3857398 w 4982870"/>
                <a:gd name="connsiteY9" fmla="*/ 2263576 h 3057570"/>
                <a:gd name="connsiteX10" fmla="*/ 3387498 w 4982870"/>
                <a:gd name="connsiteY10" fmla="*/ 2174676 h 3057570"/>
                <a:gd name="connsiteX11" fmla="*/ 3209698 w 4982870"/>
                <a:gd name="connsiteY11" fmla="*/ 1835498 h 3057570"/>
                <a:gd name="connsiteX12" fmla="*/ 2898548 w 4982870"/>
                <a:gd name="connsiteY12" fmla="*/ 1920676 h 3057570"/>
                <a:gd name="connsiteX13" fmla="*/ 2479448 w 4982870"/>
                <a:gd name="connsiteY13" fmla="*/ 2009576 h 3057570"/>
                <a:gd name="connsiteX14" fmla="*/ 1850798 w 4982870"/>
                <a:gd name="connsiteY14" fmla="*/ 2219126 h 3057570"/>
                <a:gd name="connsiteX15" fmla="*/ 1590448 w 4982870"/>
                <a:gd name="connsiteY15" fmla="*/ 2689026 h 3057570"/>
                <a:gd name="connsiteX16" fmla="*/ 1241198 w 4982870"/>
                <a:gd name="connsiteY16" fmla="*/ 2987476 h 3057570"/>
                <a:gd name="connsiteX17" fmla="*/ 669698 w 4982870"/>
                <a:gd name="connsiteY17" fmla="*/ 3044626 h 3057570"/>
                <a:gd name="connsiteX18" fmla="*/ 555399 w 4982870"/>
                <a:gd name="connsiteY18" fmla="*/ 3000176 h 3057570"/>
                <a:gd name="connsiteX19" fmla="*/ 91849 w 4982870"/>
                <a:gd name="connsiteY19" fmla="*/ 2536626 h 3057570"/>
                <a:gd name="connsiteX20" fmla="*/ 21999 w 4982870"/>
                <a:gd name="connsiteY20" fmla="*/ 2219127 h 3057570"/>
                <a:gd name="connsiteX21" fmla="*/ 783999 w 4982870"/>
                <a:gd name="connsiteY21" fmla="*/ 1412677 h 3057570"/>
                <a:gd name="connsiteX22" fmla="*/ 1069748 w 4982870"/>
                <a:gd name="connsiteY22" fmla="*/ 1311076 h 3057570"/>
                <a:gd name="connsiteX23" fmla="*/ 1717448 w 4982870"/>
                <a:gd name="connsiteY23" fmla="*/ 400398 h 3057570"/>
                <a:gd name="connsiteX0" fmla="*/ 1717448 w 4982870"/>
                <a:gd name="connsiteY0" fmla="*/ 400398 h 3057570"/>
                <a:gd name="connsiteX1" fmla="*/ 1920648 w 4982870"/>
                <a:gd name="connsiteY1" fmla="*/ 212526 h 3057570"/>
                <a:gd name="connsiteX2" fmla="*/ 2733448 w 4982870"/>
                <a:gd name="connsiteY2" fmla="*/ 22027 h 3057570"/>
                <a:gd name="connsiteX3" fmla="*/ 3597048 w 4982870"/>
                <a:gd name="connsiteY3" fmla="*/ 241736 h 3057570"/>
                <a:gd name="connsiteX4" fmla="*/ 4206648 w 4982870"/>
                <a:gd name="connsiteY4" fmla="*/ 394136 h 3057570"/>
                <a:gd name="connsiteX5" fmla="*/ 4657498 w 4982870"/>
                <a:gd name="connsiteY5" fmla="*/ 504626 h 3057570"/>
                <a:gd name="connsiteX6" fmla="*/ 4905148 w 4982870"/>
                <a:gd name="connsiteY6" fmla="*/ 707826 h 3057570"/>
                <a:gd name="connsiteX7" fmla="*/ 4981348 w 4982870"/>
                <a:gd name="connsiteY7" fmla="*/ 961826 h 3057570"/>
                <a:gd name="connsiteX8" fmla="*/ 4720998 w 4982870"/>
                <a:gd name="connsiteY8" fmla="*/ 2009576 h 3057570"/>
                <a:gd name="connsiteX9" fmla="*/ 3857398 w 4982870"/>
                <a:gd name="connsiteY9" fmla="*/ 2263576 h 3057570"/>
                <a:gd name="connsiteX10" fmla="*/ 3387498 w 4982870"/>
                <a:gd name="connsiteY10" fmla="*/ 2174676 h 3057570"/>
                <a:gd name="connsiteX11" fmla="*/ 3209698 w 4982870"/>
                <a:gd name="connsiteY11" fmla="*/ 1835498 h 3057570"/>
                <a:gd name="connsiteX12" fmla="*/ 2898548 w 4982870"/>
                <a:gd name="connsiteY12" fmla="*/ 1920676 h 3057570"/>
                <a:gd name="connsiteX13" fmla="*/ 2479448 w 4982870"/>
                <a:gd name="connsiteY13" fmla="*/ 2009576 h 3057570"/>
                <a:gd name="connsiteX14" fmla="*/ 1850798 w 4982870"/>
                <a:gd name="connsiteY14" fmla="*/ 2219126 h 3057570"/>
                <a:gd name="connsiteX15" fmla="*/ 1590448 w 4982870"/>
                <a:gd name="connsiteY15" fmla="*/ 2689026 h 3057570"/>
                <a:gd name="connsiteX16" fmla="*/ 1241198 w 4982870"/>
                <a:gd name="connsiteY16" fmla="*/ 2987476 h 3057570"/>
                <a:gd name="connsiteX17" fmla="*/ 669698 w 4982870"/>
                <a:gd name="connsiteY17" fmla="*/ 3044626 h 3057570"/>
                <a:gd name="connsiteX18" fmla="*/ 555399 w 4982870"/>
                <a:gd name="connsiteY18" fmla="*/ 3000176 h 3057570"/>
                <a:gd name="connsiteX19" fmla="*/ 91849 w 4982870"/>
                <a:gd name="connsiteY19" fmla="*/ 2536626 h 3057570"/>
                <a:gd name="connsiteX20" fmla="*/ 21999 w 4982870"/>
                <a:gd name="connsiteY20" fmla="*/ 2219127 h 3057570"/>
                <a:gd name="connsiteX21" fmla="*/ 783999 w 4982870"/>
                <a:gd name="connsiteY21" fmla="*/ 1412677 h 3057570"/>
                <a:gd name="connsiteX22" fmla="*/ 1069748 w 4982870"/>
                <a:gd name="connsiteY22" fmla="*/ 1311076 h 3057570"/>
                <a:gd name="connsiteX23" fmla="*/ 1717448 w 4982870"/>
                <a:gd name="connsiteY23" fmla="*/ 400398 h 3057570"/>
                <a:gd name="connsiteX0" fmla="*/ 1717448 w 4982870"/>
                <a:gd name="connsiteY0" fmla="*/ 400398 h 3057570"/>
                <a:gd name="connsiteX1" fmla="*/ 1920648 w 4982870"/>
                <a:gd name="connsiteY1" fmla="*/ 212526 h 3057570"/>
                <a:gd name="connsiteX2" fmla="*/ 2733448 w 4982870"/>
                <a:gd name="connsiteY2" fmla="*/ 22027 h 3057570"/>
                <a:gd name="connsiteX3" fmla="*/ 3597048 w 4982870"/>
                <a:gd name="connsiteY3" fmla="*/ 241736 h 3057570"/>
                <a:gd name="connsiteX4" fmla="*/ 4206648 w 4982870"/>
                <a:gd name="connsiteY4" fmla="*/ 394136 h 3057570"/>
                <a:gd name="connsiteX5" fmla="*/ 4657498 w 4982870"/>
                <a:gd name="connsiteY5" fmla="*/ 504626 h 3057570"/>
                <a:gd name="connsiteX6" fmla="*/ 4905148 w 4982870"/>
                <a:gd name="connsiteY6" fmla="*/ 707826 h 3057570"/>
                <a:gd name="connsiteX7" fmla="*/ 4981348 w 4982870"/>
                <a:gd name="connsiteY7" fmla="*/ 961826 h 3057570"/>
                <a:gd name="connsiteX8" fmla="*/ 4720998 w 4982870"/>
                <a:gd name="connsiteY8" fmla="*/ 2009576 h 3057570"/>
                <a:gd name="connsiteX9" fmla="*/ 3857398 w 4982870"/>
                <a:gd name="connsiteY9" fmla="*/ 2263576 h 3057570"/>
                <a:gd name="connsiteX10" fmla="*/ 3387498 w 4982870"/>
                <a:gd name="connsiteY10" fmla="*/ 2174676 h 3057570"/>
                <a:gd name="connsiteX11" fmla="*/ 3209698 w 4982870"/>
                <a:gd name="connsiteY11" fmla="*/ 1835498 h 3057570"/>
                <a:gd name="connsiteX12" fmla="*/ 2898548 w 4982870"/>
                <a:gd name="connsiteY12" fmla="*/ 1920676 h 3057570"/>
                <a:gd name="connsiteX13" fmla="*/ 2479448 w 4982870"/>
                <a:gd name="connsiteY13" fmla="*/ 2009576 h 3057570"/>
                <a:gd name="connsiteX14" fmla="*/ 1850798 w 4982870"/>
                <a:gd name="connsiteY14" fmla="*/ 2219126 h 3057570"/>
                <a:gd name="connsiteX15" fmla="*/ 1590448 w 4982870"/>
                <a:gd name="connsiteY15" fmla="*/ 2689026 h 3057570"/>
                <a:gd name="connsiteX16" fmla="*/ 1241198 w 4982870"/>
                <a:gd name="connsiteY16" fmla="*/ 2987476 h 3057570"/>
                <a:gd name="connsiteX17" fmla="*/ 669698 w 4982870"/>
                <a:gd name="connsiteY17" fmla="*/ 3044626 h 3057570"/>
                <a:gd name="connsiteX18" fmla="*/ 555399 w 4982870"/>
                <a:gd name="connsiteY18" fmla="*/ 3000176 h 3057570"/>
                <a:gd name="connsiteX19" fmla="*/ 91849 w 4982870"/>
                <a:gd name="connsiteY19" fmla="*/ 2536626 h 3057570"/>
                <a:gd name="connsiteX20" fmla="*/ 21999 w 4982870"/>
                <a:gd name="connsiteY20" fmla="*/ 2219127 h 3057570"/>
                <a:gd name="connsiteX21" fmla="*/ 783999 w 4982870"/>
                <a:gd name="connsiteY21" fmla="*/ 1412677 h 3057570"/>
                <a:gd name="connsiteX22" fmla="*/ 1069748 w 4982870"/>
                <a:gd name="connsiteY22" fmla="*/ 1311076 h 3057570"/>
                <a:gd name="connsiteX23" fmla="*/ 1717448 w 4982870"/>
                <a:gd name="connsiteY23" fmla="*/ 400398 h 3057570"/>
                <a:gd name="connsiteX0" fmla="*/ 1717448 w 4982870"/>
                <a:gd name="connsiteY0" fmla="*/ 400398 h 3057570"/>
                <a:gd name="connsiteX1" fmla="*/ 1920648 w 4982870"/>
                <a:gd name="connsiteY1" fmla="*/ 212526 h 3057570"/>
                <a:gd name="connsiteX2" fmla="*/ 2733448 w 4982870"/>
                <a:gd name="connsiteY2" fmla="*/ 22027 h 3057570"/>
                <a:gd name="connsiteX3" fmla="*/ 3597048 w 4982870"/>
                <a:gd name="connsiteY3" fmla="*/ 241736 h 3057570"/>
                <a:gd name="connsiteX4" fmla="*/ 4206648 w 4982870"/>
                <a:gd name="connsiteY4" fmla="*/ 394136 h 3057570"/>
                <a:gd name="connsiteX5" fmla="*/ 4657498 w 4982870"/>
                <a:gd name="connsiteY5" fmla="*/ 504626 h 3057570"/>
                <a:gd name="connsiteX6" fmla="*/ 4905148 w 4982870"/>
                <a:gd name="connsiteY6" fmla="*/ 707826 h 3057570"/>
                <a:gd name="connsiteX7" fmla="*/ 4981348 w 4982870"/>
                <a:gd name="connsiteY7" fmla="*/ 961826 h 3057570"/>
                <a:gd name="connsiteX8" fmla="*/ 4720998 w 4982870"/>
                <a:gd name="connsiteY8" fmla="*/ 2009576 h 3057570"/>
                <a:gd name="connsiteX9" fmla="*/ 3857398 w 4982870"/>
                <a:gd name="connsiteY9" fmla="*/ 2263576 h 3057570"/>
                <a:gd name="connsiteX10" fmla="*/ 3387498 w 4982870"/>
                <a:gd name="connsiteY10" fmla="*/ 2174676 h 3057570"/>
                <a:gd name="connsiteX11" fmla="*/ 3209698 w 4982870"/>
                <a:gd name="connsiteY11" fmla="*/ 1835498 h 3057570"/>
                <a:gd name="connsiteX12" fmla="*/ 2898548 w 4982870"/>
                <a:gd name="connsiteY12" fmla="*/ 1920676 h 3057570"/>
                <a:gd name="connsiteX13" fmla="*/ 2479448 w 4982870"/>
                <a:gd name="connsiteY13" fmla="*/ 2009576 h 3057570"/>
                <a:gd name="connsiteX14" fmla="*/ 1850798 w 4982870"/>
                <a:gd name="connsiteY14" fmla="*/ 2219126 h 3057570"/>
                <a:gd name="connsiteX15" fmla="*/ 1590448 w 4982870"/>
                <a:gd name="connsiteY15" fmla="*/ 2689026 h 3057570"/>
                <a:gd name="connsiteX16" fmla="*/ 1241198 w 4982870"/>
                <a:gd name="connsiteY16" fmla="*/ 2987476 h 3057570"/>
                <a:gd name="connsiteX17" fmla="*/ 669698 w 4982870"/>
                <a:gd name="connsiteY17" fmla="*/ 3044626 h 3057570"/>
                <a:gd name="connsiteX18" fmla="*/ 555399 w 4982870"/>
                <a:gd name="connsiteY18" fmla="*/ 3000176 h 3057570"/>
                <a:gd name="connsiteX19" fmla="*/ 91849 w 4982870"/>
                <a:gd name="connsiteY19" fmla="*/ 2536626 h 3057570"/>
                <a:gd name="connsiteX20" fmla="*/ 21999 w 4982870"/>
                <a:gd name="connsiteY20" fmla="*/ 2219127 h 3057570"/>
                <a:gd name="connsiteX21" fmla="*/ 783999 w 4982870"/>
                <a:gd name="connsiteY21" fmla="*/ 1412677 h 3057570"/>
                <a:gd name="connsiteX22" fmla="*/ 1069748 w 4982870"/>
                <a:gd name="connsiteY22" fmla="*/ 1311076 h 3057570"/>
                <a:gd name="connsiteX23" fmla="*/ 1717448 w 4982870"/>
                <a:gd name="connsiteY23" fmla="*/ 400398 h 3057570"/>
                <a:gd name="connsiteX0" fmla="*/ 1717448 w 4982870"/>
                <a:gd name="connsiteY0" fmla="*/ 400398 h 3057570"/>
                <a:gd name="connsiteX1" fmla="*/ 1920648 w 4982870"/>
                <a:gd name="connsiteY1" fmla="*/ 212526 h 3057570"/>
                <a:gd name="connsiteX2" fmla="*/ 2733448 w 4982870"/>
                <a:gd name="connsiteY2" fmla="*/ 22027 h 3057570"/>
                <a:gd name="connsiteX3" fmla="*/ 3597048 w 4982870"/>
                <a:gd name="connsiteY3" fmla="*/ 241736 h 3057570"/>
                <a:gd name="connsiteX4" fmla="*/ 4206648 w 4982870"/>
                <a:gd name="connsiteY4" fmla="*/ 394136 h 3057570"/>
                <a:gd name="connsiteX5" fmla="*/ 4657498 w 4982870"/>
                <a:gd name="connsiteY5" fmla="*/ 504626 h 3057570"/>
                <a:gd name="connsiteX6" fmla="*/ 4905148 w 4982870"/>
                <a:gd name="connsiteY6" fmla="*/ 707826 h 3057570"/>
                <a:gd name="connsiteX7" fmla="*/ 4981348 w 4982870"/>
                <a:gd name="connsiteY7" fmla="*/ 961826 h 3057570"/>
                <a:gd name="connsiteX8" fmla="*/ 4720998 w 4982870"/>
                <a:gd name="connsiteY8" fmla="*/ 2009576 h 3057570"/>
                <a:gd name="connsiteX9" fmla="*/ 3857398 w 4982870"/>
                <a:gd name="connsiteY9" fmla="*/ 2263576 h 3057570"/>
                <a:gd name="connsiteX10" fmla="*/ 3387498 w 4982870"/>
                <a:gd name="connsiteY10" fmla="*/ 2174676 h 3057570"/>
                <a:gd name="connsiteX11" fmla="*/ 3209698 w 4982870"/>
                <a:gd name="connsiteY11" fmla="*/ 1835498 h 3057570"/>
                <a:gd name="connsiteX12" fmla="*/ 2898548 w 4982870"/>
                <a:gd name="connsiteY12" fmla="*/ 1920676 h 3057570"/>
                <a:gd name="connsiteX13" fmla="*/ 2479448 w 4982870"/>
                <a:gd name="connsiteY13" fmla="*/ 2009576 h 3057570"/>
                <a:gd name="connsiteX14" fmla="*/ 1850798 w 4982870"/>
                <a:gd name="connsiteY14" fmla="*/ 2219126 h 3057570"/>
                <a:gd name="connsiteX15" fmla="*/ 1590448 w 4982870"/>
                <a:gd name="connsiteY15" fmla="*/ 2689026 h 3057570"/>
                <a:gd name="connsiteX16" fmla="*/ 1241198 w 4982870"/>
                <a:gd name="connsiteY16" fmla="*/ 2987476 h 3057570"/>
                <a:gd name="connsiteX17" fmla="*/ 669698 w 4982870"/>
                <a:gd name="connsiteY17" fmla="*/ 3044626 h 3057570"/>
                <a:gd name="connsiteX18" fmla="*/ 555399 w 4982870"/>
                <a:gd name="connsiteY18" fmla="*/ 3000176 h 3057570"/>
                <a:gd name="connsiteX19" fmla="*/ 91849 w 4982870"/>
                <a:gd name="connsiteY19" fmla="*/ 2536626 h 3057570"/>
                <a:gd name="connsiteX20" fmla="*/ 21999 w 4982870"/>
                <a:gd name="connsiteY20" fmla="*/ 2219127 h 3057570"/>
                <a:gd name="connsiteX21" fmla="*/ 783999 w 4982870"/>
                <a:gd name="connsiteY21" fmla="*/ 1412677 h 3057570"/>
                <a:gd name="connsiteX22" fmla="*/ 1069748 w 4982870"/>
                <a:gd name="connsiteY22" fmla="*/ 1311076 h 3057570"/>
                <a:gd name="connsiteX23" fmla="*/ 1717448 w 4982870"/>
                <a:gd name="connsiteY23" fmla="*/ 400398 h 3057570"/>
                <a:gd name="connsiteX0" fmla="*/ 1717448 w 5073559"/>
                <a:gd name="connsiteY0" fmla="*/ 400398 h 3057570"/>
                <a:gd name="connsiteX1" fmla="*/ 1920648 w 5073559"/>
                <a:gd name="connsiteY1" fmla="*/ 212526 h 3057570"/>
                <a:gd name="connsiteX2" fmla="*/ 2733448 w 5073559"/>
                <a:gd name="connsiteY2" fmla="*/ 22027 h 3057570"/>
                <a:gd name="connsiteX3" fmla="*/ 3597048 w 5073559"/>
                <a:gd name="connsiteY3" fmla="*/ 241736 h 3057570"/>
                <a:gd name="connsiteX4" fmla="*/ 4206648 w 5073559"/>
                <a:gd name="connsiteY4" fmla="*/ 394136 h 3057570"/>
                <a:gd name="connsiteX5" fmla="*/ 4657498 w 5073559"/>
                <a:gd name="connsiteY5" fmla="*/ 504626 h 3057570"/>
                <a:gd name="connsiteX6" fmla="*/ 4905148 w 5073559"/>
                <a:gd name="connsiteY6" fmla="*/ 707826 h 3057570"/>
                <a:gd name="connsiteX7" fmla="*/ 4981348 w 5073559"/>
                <a:gd name="connsiteY7" fmla="*/ 961826 h 3057570"/>
                <a:gd name="connsiteX8" fmla="*/ 4720998 w 5073559"/>
                <a:gd name="connsiteY8" fmla="*/ 2009576 h 3057570"/>
                <a:gd name="connsiteX9" fmla="*/ 3857398 w 5073559"/>
                <a:gd name="connsiteY9" fmla="*/ 2263576 h 3057570"/>
                <a:gd name="connsiteX10" fmla="*/ 3387498 w 5073559"/>
                <a:gd name="connsiteY10" fmla="*/ 2174676 h 3057570"/>
                <a:gd name="connsiteX11" fmla="*/ 3209698 w 5073559"/>
                <a:gd name="connsiteY11" fmla="*/ 1835498 h 3057570"/>
                <a:gd name="connsiteX12" fmla="*/ 2898548 w 5073559"/>
                <a:gd name="connsiteY12" fmla="*/ 1920676 h 3057570"/>
                <a:gd name="connsiteX13" fmla="*/ 2479448 w 5073559"/>
                <a:gd name="connsiteY13" fmla="*/ 2009576 h 3057570"/>
                <a:gd name="connsiteX14" fmla="*/ 1850798 w 5073559"/>
                <a:gd name="connsiteY14" fmla="*/ 2219126 h 3057570"/>
                <a:gd name="connsiteX15" fmla="*/ 1590448 w 5073559"/>
                <a:gd name="connsiteY15" fmla="*/ 2689026 h 3057570"/>
                <a:gd name="connsiteX16" fmla="*/ 1241198 w 5073559"/>
                <a:gd name="connsiteY16" fmla="*/ 2987476 h 3057570"/>
                <a:gd name="connsiteX17" fmla="*/ 669698 w 5073559"/>
                <a:gd name="connsiteY17" fmla="*/ 3044626 h 3057570"/>
                <a:gd name="connsiteX18" fmla="*/ 555399 w 5073559"/>
                <a:gd name="connsiteY18" fmla="*/ 3000176 h 3057570"/>
                <a:gd name="connsiteX19" fmla="*/ 91849 w 5073559"/>
                <a:gd name="connsiteY19" fmla="*/ 2536626 h 3057570"/>
                <a:gd name="connsiteX20" fmla="*/ 21999 w 5073559"/>
                <a:gd name="connsiteY20" fmla="*/ 2219127 h 3057570"/>
                <a:gd name="connsiteX21" fmla="*/ 783999 w 5073559"/>
                <a:gd name="connsiteY21" fmla="*/ 1412677 h 3057570"/>
                <a:gd name="connsiteX22" fmla="*/ 1069748 w 5073559"/>
                <a:gd name="connsiteY22" fmla="*/ 1311076 h 3057570"/>
                <a:gd name="connsiteX23" fmla="*/ 1717448 w 5073559"/>
                <a:gd name="connsiteY23" fmla="*/ 400398 h 3057570"/>
                <a:gd name="connsiteX0" fmla="*/ 1717448 w 5202188"/>
                <a:gd name="connsiteY0" fmla="*/ 400398 h 3057570"/>
                <a:gd name="connsiteX1" fmla="*/ 1920648 w 5202188"/>
                <a:gd name="connsiteY1" fmla="*/ 212526 h 3057570"/>
                <a:gd name="connsiteX2" fmla="*/ 2733448 w 5202188"/>
                <a:gd name="connsiteY2" fmla="*/ 22027 h 3057570"/>
                <a:gd name="connsiteX3" fmla="*/ 3597048 w 5202188"/>
                <a:gd name="connsiteY3" fmla="*/ 241736 h 3057570"/>
                <a:gd name="connsiteX4" fmla="*/ 4206648 w 5202188"/>
                <a:gd name="connsiteY4" fmla="*/ 394136 h 3057570"/>
                <a:gd name="connsiteX5" fmla="*/ 4657498 w 5202188"/>
                <a:gd name="connsiteY5" fmla="*/ 504626 h 3057570"/>
                <a:gd name="connsiteX6" fmla="*/ 4905148 w 5202188"/>
                <a:gd name="connsiteY6" fmla="*/ 707826 h 3057570"/>
                <a:gd name="connsiteX7" fmla="*/ 4981348 w 5202188"/>
                <a:gd name="connsiteY7" fmla="*/ 961826 h 3057570"/>
                <a:gd name="connsiteX8" fmla="*/ 4720998 w 5202188"/>
                <a:gd name="connsiteY8" fmla="*/ 2009576 h 3057570"/>
                <a:gd name="connsiteX9" fmla="*/ 3857398 w 5202188"/>
                <a:gd name="connsiteY9" fmla="*/ 2263576 h 3057570"/>
                <a:gd name="connsiteX10" fmla="*/ 3387498 w 5202188"/>
                <a:gd name="connsiteY10" fmla="*/ 2174676 h 3057570"/>
                <a:gd name="connsiteX11" fmla="*/ 3209698 w 5202188"/>
                <a:gd name="connsiteY11" fmla="*/ 1835498 h 3057570"/>
                <a:gd name="connsiteX12" fmla="*/ 2898548 w 5202188"/>
                <a:gd name="connsiteY12" fmla="*/ 1920676 h 3057570"/>
                <a:gd name="connsiteX13" fmla="*/ 2479448 w 5202188"/>
                <a:gd name="connsiteY13" fmla="*/ 2009576 h 3057570"/>
                <a:gd name="connsiteX14" fmla="*/ 1850798 w 5202188"/>
                <a:gd name="connsiteY14" fmla="*/ 2219126 h 3057570"/>
                <a:gd name="connsiteX15" fmla="*/ 1590448 w 5202188"/>
                <a:gd name="connsiteY15" fmla="*/ 2689026 h 3057570"/>
                <a:gd name="connsiteX16" fmla="*/ 1241198 w 5202188"/>
                <a:gd name="connsiteY16" fmla="*/ 2987476 h 3057570"/>
                <a:gd name="connsiteX17" fmla="*/ 669698 w 5202188"/>
                <a:gd name="connsiteY17" fmla="*/ 3044626 h 3057570"/>
                <a:gd name="connsiteX18" fmla="*/ 555399 w 5202188"/>
                <a:gd name="connsiteY18" fmla="*/ 3000176 h 3057570"/>
                <a:gd name="connsiteX19" fmla="*/ 91849 w 5202188"/>
                <a:gd name="connsiteY19" fmla="*/ 2536626 h 3057570"/>
                <a:gd name="connsiteX20" fmla="*/ 21999 w 5202188"/>
                <a:gd name="connsiteY20" fmla="*/ 2219127 h 3057570"/>
                <a:gd name="connsiteX21" fmla="*/ 783999 w 5202188"/>
                <a:gd name="connsiteY21" fmla="*/ 1412677 h 3057570"/>
                <a:gd name="connsiteX22" fmla="*/ 1069748 w 5202188"/>
                <a:gd name="connsiteY22" fmla="*/ 1311076 h 3057570"/>
                <a:gd name="connsiteX23" fmla="*/ 1717448 w 5202188"/>
                <a:gd name="connsiteY23" fmla="*/ 400398 h 3057570"/>
                <a:gd name="connsiteX0" fmla="*/ 1717448 w 5202188"/>
                <a:gd name="connsiteY0" fmla="*/ 400398 h 3057570"/>
                <a:gd name="connsiteX1" fmla="*/ 1920648 w 5202188"/>
                <a:gd name="connsiteY1" fmla="*/ 212526 h 3057570"/>
                <a:gd name="connsiteX2" fmla="*/ 2733448 w 5202188"/>
                <a:gd name="connsiteY2" fmla="*/ 22027 h 3057570"/>
                <a:gd name="connsiteX3" fmla="*/ 3597048 w 5202188"/>
                <a:gd name="connsiteY3" fmla="*/ 241736 h 3057570"/>
                <a:gd name="connsiteX4" fmla="*/ 4206648 w 5202188"/>
                <a:gd name="connsiteY4" fmla="*/ 394136 h 3057570"/>
                <a:gd name="connsiteX5" fmla="*/ 4657498 w 5202188"/>
                <a:gd name="connsiteY5" fmla="*/ 504626 h 3057570"/>
                <a:gd name="connsiteX6" fmla="*/ 4905148 w 5202188"/>
                <a:gd name="connsiteY6" fmla="*/ 707826 h 3057570"/>
                <a:gd name="connsiteX7" fmla="*/ 4981348 w 5202188"/>
                <a:gd name="connsiteY7" fmla="*/ 961826 h 3057570"/>
                <a:gd name="connsiteX8" fmla="*/ 4720998 w 5202188"/>
                <a:gd name="connsiteY8" fmla="*/ 2009576 h 3057570"/>
                <a:gd name="connsiteX9" fmla="*/ 3857398 w 5202188"/>
                <a:gd name="connsiteY9" fmla="*/ 2263576 h 3057570"/>
                <a:gd name="connsiteX10" fmla="*/ 3387498 w 5202188"/>
                <a:gd name="connsiteY10" fmla="*/ 2174676 h 3057570"/>
                <a:gd name="connsiteX11" fmla="*/ 3209698 w 5202188"/>
                <a:gd name="connsiteY11" fmla="*/ 1835498 h 3057570"/>
                <a:gd name="connsiteX12" fmla="*/ 2898548 w 5202188"/>
                <a:gd name="connsiteY12" fmla="*/ 1920676 h 3057570"/>
                <a:gd name="connsiteX13" fmla="*/ 2479448 w 5202188"/>
                <a:gd name="connsiteY13" fmla="*/ 2009576 h 3057570"/>
                <a:gd name="connsiteX14" fmla="*/ 1850798 w 5202188"/>
                <a:gd name="connsiteY14" fmla="*/ 2219126 h 3057570"/>
                <a:gd name="connsiteX15" fmla="*/ 1590448 w 5202188"/>
                <a:gd name="connsiteY15" fmla="*/ 2689026 h 3057570"/>
                <a:gd name="connsiteX16" fmla="*/ 1241198 w 5202188"/>
                <a:gd name="connsiteY16" fmla="*/ 2987476 h 3057570"/>
                <a:gd name="connsiteX17" fmla="*/ 669698 w 5202188"/>
                <a:gd name="connsiteY17" fmla="*/ 3044626 h 3057570"/>
                <a:gd name="connsiteX18" fmla="*/ 555399 w 5202188"/>
                <a:gd name="connsiteY18" fmla="*/ 3000176 h 3057570"/>
                <a:gd name="connsiteX19" fmla="*/ 91849 w 5202188"/>
                <a:gd name="connsiteY19" fmla="*/ 2536626 h 3057570"/>
                <a:gd name="connsiteX20" fmla="*/ 21999 w 5202188"/>
                <a:gd name="connsiteY20" fmla="*/ 2219127 h 3057570"/>
                <a:gd name="connsiteX21" fmla="*/ 783999 w 5202188"/>
                <a:gd name="connsiteY21" fmla="*/ 1412677 h 3057570"/>
                <a:gd name="connsiteX22" fmla="*/ 1069748 w 5202188"/>
                <a:gd name="connsiteY22" fmla="*/ 1311076 h 3057570"/>
                <a:gd name="connsiteX23" fmla="*/ 1717448 w 5202188"/>
                <a:gd name="connsiteY23" fmla="*/ 400398 h 3057570"/>
                <a:gd name="connsiteX0" fmla="*/ 1717448 w 5202188"/>
                <a:gd name="connsiteY0" fmla="*/ 400398 h 3057570"/>
                <a:gd name="connsiteX1" fmla="*/ 1920648 w 5202188"/>
                <a:gd name="connsiteY1" fmla="*/ 212526 h 3057570"/>
                <a:gd name="connsiteX2" fmla="*/ 2733448 w 5202188"/>
                <a:gd name="connsiteY2" fmla="*/ 22027 h 3057570"/>
                <a:gd name="connsiteX3" fmla="*/ 3597048 w 5202188"/>
                <a:gd name="connsiteY3" fmla="*/ 241736 h 3057570"/>
                <a:gd name="connsiteX4" fmla="*/ 4206648 w 5202188"/>
                <a:gd name="connsiteY4" fmla="*/ 394136 h 3057570"/>
                <a:gd name="connsiteX5" fmla="*/ 4657498 w 5202188"/>
                <a:gd name="connsiteY5" fmla="*/ 504626 h 3057570"/>
                <a:gd name="connsiteX6" fmla="*/ 4905148 w 5202188"/>
                <a:gd name="connsiteY6" fmla="*/ 707826 h 3057570"/>
                <a:gd name="connsiteX7" fmla="*/ 4981348 w 5202188"/>
                <a:gd name="connsiteY7" fmla="*/ 961826 h 3057570"/>
                <a:gd name="connsiteX8" fmla="*/ 4720998 w 5202188"/>
                <a:gd name="connsiteY8" fmla="*/ 2009576 h 3057570"/>
                <a:gd name="connsiteX9" fmla="*/ 3857398 w 5202188"/>
                <a:gd name="connsiteY9" fmla="*/ 2263576 h 3057570"/>
                <a:gd name="connsiteX10" fmla="*/ 3387498 w 5202188"/>
                <a:gd name="connsiteY10" fmla="*/ 2174676 h 3057570"/>
                <a:gd name="connsiteX11" fmla="*/ 3209698 w 5202188"/>
                <a:gd name="connsiteY11" fmla="*/ 1835498 h 3057570"/>
                <a:gd name="connsiteX12" fmla="*/ 2898548 w 5202188"/>
                <a:gd name="connsiteY12" fmla="*/ 1920676 h 3057570"/>
                <a:gd name="connsiteX13" fmla="*/ 2479448 w 5202188"/>
                <a:gd name="connsiteY13" fmla="*/ 2009576 h 3057570"/>
                <a:gd name="connsiteX14" fmla="*/ 1850798 w 5202188"/>
                <a:gd name="connsiteY14" fmla="*/ 2219126 h 3057570"/>
                <a:gd name="connsiteX15" fmla="*/ 1590448 w 5202188"/>
                <a:gd name="connsiteY15" fmla="*/ 2689026 h 3057570"/>
                <a:gd name="connsiteX16" fmla="*/ 1241198 w 5202188"/>
                <a:gd name="connsiteY16" fmla="*/ 2987476 h 3057570"/>
                <a:gd name="connsiteX17" fmla="*/ 669698 w 5202188"/>
                <a:gd name="connsiteY17" fmla="*/ 3044626 h 3057570"/>
                <a:gd name="connsiteX18" fmla="*/ 555399 w 5202188"/>
                <a:gd name="connsiteY18" fmla="*/ 3000176 h 3057570"/>
                <a:gd name="connsiteX19" fmla="*/ 91849 w 5202188"/>
                <a:gd name="connsiteY19" fmla="*/ 2536626 h 3057570"/>
                <a:gd name="connsiteX20" fmla="*/ 21999 w 5202188"/>
                <a:gd name="connsiteY20" fmla="*/ 2219127 h 3057570"/>
                <a:gd name="connsiteX21" fmla="*/ 783999 w 5202188"/>
                <a:gd name="connsiteY21" fmla="*/ 1412677 h 3057570"/>
                <a:gd name="connsiteX22" fmla="*/ 1069748 w 5202188"/>
                <a:gd name="connsiteY22" fmla="*/ 1311076 h 3057570"/>
                <a:gd name="connsiteX23" fmla="*/ 1717448 w 5202188"/>
                <a:gd name="connsiteY23" fmla="*/ 400398 h 3057570"/>
                <a:gd name="connsiteX0" fmla="*/ 1717448 w 5202188"/>
                <a:gd name="connsiteY0" fmla="*/ 400398 h 3057570"/>
                <a:gd name="connsiteX1" fmla="*/ 1920648 w 5202188"/>
                <a:gd name="connsiteY1" fmla="*/ 212526 h 3057570"/>
                <a:gd name="connsiteX2" fmla="*/ 2733448 w 5202188"/>
                <a:gd name="connsiteY2" fmla="*/ 22027 h 3057570"/>
                <a:gd name="connsiteX3" fmla="*/ 3597048 w 5202188"/>
                <a:gd name="connsiteY3" fmla="*/ 241736 h 3057570"/>
                <a:gd name="connsiteX4" fmla="*/ 4206648 w 5202188"/>
                <a:gd name="connsiteY4" fmla="*/ 394136 h 3057570"/>
                <a:gd name="connsiteX5" fmla="*/ 4657498 w 5202188"/>
                <a:gd name="connsiteY5" fmla="*/ 504626 h 3057570"/>
                <a:gd name="connsiteX6" fmla="*/ 4905148 w 5202188"/>
                <a:gd name="connsiteY6" fmla="*/ 707826 h 3057570"/>
                <a:gd name="connsiteX7" fmla="*/ 4981348 w 5202188"/>
                <a:gd name="connsiteY7" fmla="*/ 961826 h 3057570"/>
                <a:gd name="connsiteX8" fmla="*/ 4720998 w 5202188"/>
                <a:gd name="connsiteY8" fmla="*/ 2009576 h 3057570"/>
                <a:gd name="connsiteX9" fmla="*/ 3857398 w 5202188"/>
                <a:gd name="connsiteY9" fmla="*/ 2263576 h 3057570"/>
                <a:gd name="connsiteX10" fmla="*/ 3387498 w 5202188"/>
                <a:gd name="connsiteY10" fmla="*/ 2174676 h 3057570"/>
                <a:gd name="connsiteX11" fmla="*/ 3209698 w 5202188"/>
                <a:gd name="connsiteY11" fmla="*/ 1835498 h 3057570"/>
                <a:gd name="connsiteX12" fmla="*/ 2898548 w 5202188"/>
                <a:gd name="connsiteY12" fmla="*/ 1920676 h 3057570"/>
                <a:gd name="connsiteX13" fmla="*/ 2479448 w 5202188"/>
                <a:gd name="connsiteY13" fmla="*/ 2009576 h 3057570"/>
                <a:gd name="connsiteX14" fmla="*/ 1850798 w 5202188"/>
                <a:gd name="connsiteY14" fmla="*/ 2219126 h 3057570"/>
                <a:gd name="connsiteX15" fmla="*/ 1590448 w 5202188"/>
                <a:gd name="connsiteY15" fmla="*/ 2689026 h 3057570"/>
                <a:gd name="connsiteX16" fmla="*/ 1241198 w 5202188"/>
                <a:gd name="connsiteY16" fmla="*/ 2987476 h 3057570"/>
                <a:gd name="connsiteX17" fmla="*/ 669698 w 5202188"/>
                <a:gd name="connsiteY17" fmla="*/ 3044626 h 3057570"/>
                <a:gd name="connsiteX18" fmla="*/ 555399 w 5202188"/>
                <a:gd name="connsiteY18" fmla="*/ 3000176 h 3057570"/>
                <a:gd name="connsiteX19" fmla="*/ 91849 w 5202188"/>
                <a:gd name="connsiteY19" fmla="*/ 2536626 h 3057570"/>
                <a:gd name="connsiteX20" fmla="*/ 21999 w 5202188"/>
                <a:gd name="connsiteY20" fmla="*/ 2219127 h 3057570"/>
                <a:gd name="connsiteX21" fmla="*/ 783999 w 5202188"/>
                <a:gd name="connsiteY21" fmla="*/ 1412677 h 3057570"/>
                <a:gd name="connsiteX22" fmla="*/ 1069748 w 5202188"/>
                <a:gd name="connsiteY22" fmla="*/ 1311076 h 3057570"/>
                <a:gd name="connsiteX23" fmla="*/ 1717448 w 5202188"/>
                <a:gd name="connsiteY23" fmla="*/ 400398 h 3057570"/>
                <a:gd name="connsiteX0" fmla="*/ 1717448 w 5202188"/>
                <a:gd name="connsiteY0" fmla="*/ 400398 h 3057570"/>
                <a:gd name="connsiteX1" fmla="*/ 1920648 w 5202188"/>
                <a:gd name="connsiteY1" fmla="*/ 212526 h 3057570"/>
                <a:gd name="connsiteX2" fmla="*/ 2733448 w 5202188"/>
                <a:gd name="connsiteY2" fmla="*/ 22027 h 3057570"/>
                <a:gd name="connsiteX3" fmla="*/ 3597048 w 5202188"/>
                <a:gd name="connsiteY3" fmla="*/ 241736 h 3057570"/>
                <a:gd name="connsiteX4" fmla="*/ 4206648 w 5202188"/>
                <a:gd name="connsiteY4" fmla="*/ 394136 h 3057570"/>
                <a:gd name="connsiteX5" fmla="*/ 4657498 w 5202188"/>
                <a:gd name="connsiteY5" fmla="*/ 504626 h 3057570"/>
                <a:gd name="connsiteX6" fmla="*/ 4905148 w 5202188"/>
                <a:gd name="connsiteY6" fmla="*/ 707826 h 3057570"/>
                <a:gd name="connsiteX7" fmla="*/ 4981348 w 5202188"/>
                <a:gd name="connsiteY7" fmla="*/ 961826 h 3057570"/>
                <a:gd name="connsiteX8" fmla="*/ 4720998 w 5202188"/>
                <a:gd name="connsiteY8" fmla="*/ 2009576 h 3057570"/>
                <a:gd name="connsiteX9" fmla="*/ 3857398 w 5202188"/>
                <a:gd name="connsiteY9" fmla="*/ 2263576 h 3057570"/>
                <a:gd name="connsiteX10" fmla="*/ 3387498 w 5202188"/>
                <a:gd name="connsiteY10" fmla="*/ 2174676 h 3057570"/>
                <a:gd name="connsiteX11" fmla="*/ 3209698 w 5202188"/>
                <a:gd name="connsiteY11" fmla="*/ 1835498 h 3057570"/>
                <a:gd name="connsiteX12" fmla="*/ 2898548 w 5202188"/>
                <a:gd name="connsiteY12" fmla="*/ 1920676 h 3057570"/>
                <a:gd name="connsiteX13" fmla="*/ 2479448 w 5202188"/>
                <a:gd name="connsiteY13" fmla="*/ 2009576 h 3057570"/>
                <a:gd name="connsiteX14" fmla="*/ 1850798 w 5202188"/>
                <a:gd name="connsiteY14" fmla="*/ 2219126 h 3057570"/>
                <a:gd name="connsiteX15" fmla="*/ 1590448 w 5202188"/>
                <a:gd name="connsiteY15" fmla="*/ 2689026 h 3057570"/>
                <a:gd name="connsiteX16" fmla="*/ 1241198 w 5202188"/>
                <a:gd name="connsiteY16" fmla="*/ 2987476 h 3057570"/>
                <a:gd name="connsiteX17" fmla="*/ 669698 w 5202188"/>
                <a:gd name="connsiteY17" fmla="*/ 3044626 h 3057570"/>
                <a:gd name="connsiteX18" fmla="*/ 555399 w 5202188"/>
                <a:gd name="connsiteY18" fmla="*/ 3000176 h 3057570"/>
                <a:gd name="connsiteX19" fmla="*/ 91849 w 5202188"/>
                <a:gd name="connsiteY19" fmla="*/ 2536626 h 3057570"/>
                <a:gd name="connsiteX20" fmla="*/ 21999 w 5202188"/>
                <a:gd name="connsiteY20" fmla="*/ 2219127 h 3057570"/>
                <a:gd name="connsiteX21" fmla="*/ 783999 w 5202188"/>
                <a:gd name="connsiteY21" fmla="*/ 1412677 h 3057570"/>
                <a:gd name="connsiteX22" fmla="*/ 1069748 w 5202188"/>
                <a:gd name="connsiteY22" fmla="*/ 1311076 h 3057570"/>
                <a:gd name="connsiteX23" fmla="*/ 1717448 w 5202188"/>
                <a:gd name="connsiteY23" fmla="*/ 400398 h 3057570"/>
                <a:gd name="connsiteX0" fmla="*/ 1717448 w 5202188"/>
                <a:gd name="connsiteY0" fmla="*/ 400398 h 3057570"/>
                <a:gd name="connsiteX1" fmla="*/ 1920648 w 5202188"/>
                <a:gd name="connsiteY1" fmla="*/ 212526 h 3057570"/>
                <a:gd name="connsiteX2" fmla="*/ 2733448 w 5202188"/>
                <a:gd name="connsiteY2" fmla="*/ 22027 h 3057570"/>
                <a:gd name="connsiteX3" fmla="*/ 3597048 w 5202188"/>
                <a:gd name="connsiteY3" fmla="*/ 241736 h 3057570"/>
                <a:gd name="connsiteX4" fmla="*/ 4206648 w 5202188"/>
                <a:gd name="connsiteY4" fmla="*/ 394136 h 3057570"/>
                <a:gd name="connsiteX5" fmla="*/ 4657498 w 5202188"/>
                <a:gd name="connsiteY5" fmla="*/ 504626 h 3057570"/>
                <a:gd name="connsiteX6" fmla="*/ 4905148 w 5202188"/>
                <a:gd name="connsiteY6" fmla="*/ 707826 h 3057570"/>
                <a:gd name="connsiteX7" fmla="*/ 4981348 w 5202188"/>
                <a:gd name="connsiteY7" fmla="*/ 961826 h 3057570"/>
                <a:gd name="connsiteX8" fmla="*/ 4720998 w 5202188"/>
                <a:gd name="connsiteY8" fmla="*/ 2009576 h 3057570"/>
                <a:gd name="connsiteX9" fmla="*/ 3857398 w 5202188"/>
                <a:gd name="connsiteY9" fmla="*/ 2263576 h 3057570"/>
                <a:gd name="connsiteX10" fmla="*/ 3387498 w 5202188"/>
                <a:gd name="connsiteY10" fmla="*/ 2174676 h 3057570"/>
                <a:gd name="connsiteX11" fmla="*/ 3209698 w 5202188"/>
                <a:gd name="connsiteY11" fmla="*/ 1835498 h 3057570"/>
                <a:gd name="connsiteX12" fmla="*/ 2898548 w 5202188"/>
                <a:gd name="connsiteY12" fmla="*/ 1920676 h 3057570"/>
                <a:gd name="connsiteX13" fmla="*/ 2479448 w 5202188"/>
                <a:gd name="connsiteY13" fmla="*/ 2009576 h 3057570"/>
                <a:gd name="connsiteX14" fmla="*/ 1850798 w 5202188"/>
                <a:gd name="connsiteY14" fmla="*/ 2219126 h 3057570"/>
                <a:gd name="connsiteX15" fmla="*/ 1590448 w 5202188"/>
                <a:gd name="connsiteY15" fmla="*/ 2689026 h 3057570"/>
                <a:gd name="connsiteX16" fmla="*/ 1241198 w 5202188"/>
                <a:gd name="connsiteY16" fmla="*/ 2987476 h 3057570"/>
                <a:gd name="connsiteX17" fmla="*/ 669698 w 5202188"/>
                <a:gd name="connsiteY17" fmla="*/ 3044626 h 3057570"/>
                <a:gd name="connsiteX18" fmla="*/ 555399 w 5202188"/>
                <a:gd name="connsiteY18" fmla="*/ 3000176 h 3057570"/>
                <a:gd name="connsiteX19" fmla="*/ 91849 w 5202188"/>
                <a:gd name="connsiteY19" fmla="*/ 2536626 h 3057570"/>
                <a:gd name="connsiteX20" fmla="*/ 21999 w 5202188"/>
                <a:gd name="connsiteY20" fmla="*/ 2219127 h 3057570"/>
                <a:gd name="connsiteX21" fmla="*/ 783999 w 5202188"/>
                <a:gd name="connsiteY21" fmla="*/ 1412677 h 3057570"/>
                <a:gd name="connsiteX22" fmla="*/ 1069748 w 5202188"/>
                <a:gd name="connsiteY22" fmla="*/ 1311076 h 3057570"/>
                <a:gd name="connsiteX23" fmla="*/ 1717448 w 5202188"/>
                <a:gd name="connsiteY23" fmla="*/ 400398 h 3057570"/>
                <a:gd name="connsiteX0" fmla="*/ 1717448 w 5202188"/>
                <a:gd name="connsiteY0" fmla="*/ 400398 h 3057570"/>
                <a:gd name="connsiteX1" fmla="*/ 1920648 w 5202188"/>
                <a:gd name="connsiteY1" fmla="*/ 212526 h 3057570"/>
                <a:gd name="connsiteX2" fmla="*/ 2733448 w 5202188"/>
                <a:gd name="connsiteY2" fmla="*/ 22027 h 3057570"/>
                <a:gd name="connsiteX3" fmla="*/ 3597048 w 5202188"/>
                <a:gd name="connsiteY3" fmla="*/ 241736 h 3057570"/>
                <a:gd name="connsiteX4" fmla="*/ 4206648 w 5202188"/>
                <a:gd name="connsiteY4" fmla="*/ 394136 h 3057570"/>
                <a:gd name="connsiteX5" fmla="*/ 4657498 w 5202188"/>
                <a:gd name="connsiteY5" fmla="*/ 504626 h 3057570"/>
                <a:gd name="connsiteX6" fmla="*/ 4905148 w 5202188"/>
                <a:gd name="connsiteY6" fmla="*/ 707826 h 3057570"/>
                <a:gd name="connsiteX7" fmla="*/ 4981348 w 5202188"/>
                <a:gd name="connsiteY7" fmla="*/ 961826 h 3057570"/>
                <a:gd name="connsiteX8" fmla="*/ 4720998 w 5202188"/>
                <a:gd name="connsiteY8" fmla="*/ 2009576 h 3057570"/>
                <a:gd name="connsiteX9" fmla="*/ 3857398 w 5202188"/>
                <a:gd name="connsiteY9" fmla="*/ 2263576 h 3057570"/>
                <a:gd name="connsiteX10" fmla="*/ 3387498 w 5202188"/>
                <a:gd name="connsiteY10" fmla="*/ 2174676 h 3057570"/>
                <a:gd name="connsiteX11" fmla="*/ 3209698 w 5202188"/>
                <a:gd name="connsiteY11" fmla="*/ 1835498 h 3057570"/>
                <a:gd name="connsiteX12" fmla="*/ 2898548 w 5202188"/>
                <a:gd name="connsiteY12" fmla="*/ 1920676 h 3057570"/>
                <a:gd name="connsiteX13" fmla="*/ 2479448 w 5202188"/>
                <a:gd name="connsiteY13" fmla="*/ 2009576 h 3057570"/>
                <a:gd name="connsiteX14" fmla="*/ 1850798 w 5202188"/>
                <a:gd name="connsiteY14" fmla="*/ 2219126 h 3057570"/>
                <a:gd name="connsiteX15" fmla="*/ 1590448 w 5202188"/>
                <a:gd name="connsiteY15" fmla="*/ 2689026 h 3057570"/>
                <a:gd name="connsiteX16" fmla="*/ 1241198 w 5202188"/>
                <a:gd name="connsiteY16" fmla="*/ 2956996 h 3057570"/>
                <a:gd name="connsiteX17" fmla="*/ 669698 w 5202188"/>
                <a:gd name="connsiteY17" fmla="*/ 3044626 h 3057570"/>
                <a:gd name="connsiteX18" fmla="*/ 555399 w 5202188"/>
                <a:gd name="connsiteY18" fmla="*/ 3000176 h 3057570"/>
                <a:gd name="connsiteX19" fmla="*/ 91849 w 5202188"/>
                <a:gd name="connsiteY19" fmla="*/ 2536626 h 3057570"/>
                <a:gd name="connsiteX20" fmla="*/ 21999 w 5202188"/>
                <a:gd name="connsiteY20" fmla="*/ 2219127 h 3057570"/>
                <a:gd name="connsiteX21" fmla="*/ 783999 w 5202188"/>
                <a:gd name="connsiteY21" fmla="*/ 1412677 h 3057570"/>
                <a:gd name="connsiteX22" fmla="*/ 1069748 w 5202188"/>
                <a:gd name="connsiteY22" fmla="*/ 1311076 h 3057570"/>
                <a:gd name="connsiteX23" fmla="*/ 1717448 w 5202188"/>
                <a:gd name="connsiteY23" fmla="*/ 400398 h 3057570"/>
                <a:gd name="connsiteX0" fmla="*/ 1717448 w 5202188"/>
                <a:gd name="connsiteY0" fmla="*/ 400398 h 3057570"/>
                <a:gd name="connsiteX1" fmla="*/ 1920648 w 5202188"/>
                <a:gd name="connsiteY1" fmla="*/ 212526 h 3057570"/>
                <a:gd name="connsiteX2" fmla="*/ 2733448 w 5202188"/>
                <a:gd name="connsiteY2" fmla="*/ 22027 h 3057570"/>
                <a:gd name="connsiteX3" fmla="*/ 3597048 w 5202188"/>
                <a:gd name="connsiteY3" fmla="*/ 241736 h 3057570"/>
                <a:gd name="connsiteX4" fmla="*/ 4206648 w 5202188"/>
                <a:gd name="connsiteY4" fmla="*/ 394136 h 3057570"/>
                <a:gd name="connsiteX5" fmla="*/ 4657498 w 5202188"/>
                <a:gd name="connsiteY5" fmla="*/ 504626 h 3057570"/>
                <a:gd name="connsiteX6" fmla="*/ 4905148 w 5202188"/>
                <a:gd name="connsiteY6" fmla="*/ 707826 h 3057570"/>
                <a:gd name="connsiteX7" fmla="*/ 4981348 w 5202188"/>
                <a:gd name="connsiteY7" fmla="*/ 961826 h 3057570"/>
                <a:gd name="connsiteX8" fmla="*/ 4720998 w 5202188"/>
                <a:gd name="connsiteY8" fmla="*/ 2009576 h 3057570"/>
                <a:gd name="connsiteX9" fmla="*/ 3857398 w 5202188"/>
                <a:gd name="connsiteY9" fmla="*/ 2263576 h 3057570"/>
                <a:gd name="connsiteX10" fmla="*/ 3387498 w 5202188"/>
                <a:gd name="connsiteY10" fmla="*/ 2174676 h 3057570"/>
                <a:gd name="connsiteX11" fmla="*/ 3209698 w 5202188"/>
                <a:gd name="connsiteY11" fmla="*/ 1835498 h 3057570"/>
                <a:gd name="connsiteX12" fmla="*/ 2898548 w 5202188"/>
                <a:gd name="connsiteY12" fmla="*/ 1920676 h 3057570"/>
                <a:gd name="connsiteX13" fmla="*/ 2479448 w 5202188"/>
                <a:gd name="connsiteY13" fmla="*/ 2009576 h 3057570"/>
                <a:gd name="connsiteX14" fmla="*/ 1850798 w 5202188"/>
                <a:gd name="connsiteY14" fmla="*/ 2219126 h 3057570"/>
                <a:gd name="connsiteX15" fmla="*/ 1590448 w 5202188"/>
                <a:gd name="connsiteY15" fmla="*/ 2689026 h 3057570"/>
                <a:gd name="connsiteX16" fmla="*/ 1241198 w 5202188"/>
                <a:gd name="connsiteY16" fmla="*/ 2956996 h 3057570"/>
                <a:gd name="connsiteX17" fmla="*/ 669698 w 5202188"/>
                <a:gd name="connsiteY17" fmla="*/ 3044626 h 3057570"/>
                <a:gd name="connsiteX18" fmla="*/ 555399 w 5202188"/>
                <a:gd name="connsiteY18" fmla="*/ 3000176 h 3057570"/>
                <a:gd name="connsiteX19" fmla="*/ 91849 w 5202188"/>
                <a:gd name="connsiteY19" fmla="*/ 2536626 h 3057570"/>
                <a:gd name="connsiteX20" fmla="*/ 21999 w 5202188"/>
                <a:gd name="connsiteY20" fmla="*/ 2219127 h 3057570"/>
                <a:gd name="connsiteX21" fmla="*/ 783999 w 5202188"/>
                <a:gd name="connsiteY21" fmla="*/ 1412677 h 3057570"/>
                <a:gd name="connsiteX22" fmla="*/ 1069748 w 5202188"/>
                <a:gd name="connsiteY22" fmla="*/ 1311076 h 3057570"/>
                <a:gd name="connsiteX23" fmla="*/ 1717448 w 5202188"/>
                <a:gd name="connsiteY23" fmla="*/ 400398 h 3057570"/>
                <a:gd name="connsiteX0" fmla="*/ 1717448 w 5202188"/>
                <a:gd name="connsiteY0" fmla="*/ 400398 h 3140371"/>
                <a:gd name="connsiteX1" fmla="*/ 1920648 w 5202188"/>
                <a:gd name="connsiteY1" fmla="*/ 212526 h 3140371"/>
                <a:gd name="connsiteX2" fmla="*/ 2733448 w 5202188"/>
                <a:gd name="connsiteY2" fmla="*/ 22027 h 3140371"/>
                <a:gd name="connsiteX3" fmla="*/ 3597048 w 5202188"/>
                <a:gd name="connsiteY3" fmla="*/ 241736 h 3140371"/>
                <a:gd name="connsiteX4" fmla="*/ 4206648 w 5202188"/>
                <a:gd name="connsiteY4" fmla="*/ 394136 h 3140371"/>
                <a:gd name="connsiteX5" fmla="*/ 4657498 w 5202188"/>
                <a:gd name="connsiteY5" fmla="*/ 504626 h 3140371"/>
                <a:gd name="connsiteX6" fmla="*/ 4905148 w 5202188"/>
                <a:gd name="connsiteY6" fmla="*/ 707826 h 3140371"/>
                <a:gd name="connsiteX7" fmla="*/ 4981348 w 5202188"/>
                <a:gd name="connsiteY7" fmla="*/ 961826 h 3140371"/>
                <a:gd name="connsiteX8" fmla="*/ 4720998 w 5202188"/>
                <a:gd name="connsiteY8" fmla="*/ 2009576 h 3140371"/>
                <a:gd name="connsiteX9" fmla="*/ 3857398 w 5202188"/>
                <a:gd name="connsiteY9" fmla="*/ 2263576 h 3140371"/>
                <a:gd name="connsiteX10" fmla="*/ 3387498 w 5202188"/>
                <a:gd name="connsiteY10" fmla="*/ 2174676 h 3140371"/>
                <a:gd name="connsiteX11" fmla="*/ 3209698 w 5202188"/>
                <a:gd name="connsiteY11" fmla="*/ 1835498 h 3140371"/>
                <a:gd name="connsiteX12" fmla="*/ 2898548 w 5202188"/>
                <a:gd name="connsiteY12" fmla="*/ 1920676 h 3140371"/>
                <a:gd name="connsiteX13" fmla="*/ 2479448 w 5202188"/>
                <a:gd name="connsiteY13" fmla="*/ 2009576 h 3140371"/>
                <a:gd name="connsiteX14" fmla="*/ 1850798 w 5202188"/>
                <a:gd name="connsiteY14" fmla="*/ 2219126 h 3140371"/>
                <a:gd name="connsiteX15" fmla="*/ 1590448 w 5202188"/>
                <a:gd name="connsiteY15" fmla="*/ 2689026 h 3140371"/>
                <a:gd name="connsiteX16" fmla="*/ 1241198 w 5202188"/>
                <a:gd name="connsiteY16" fmla="*/ 2956996 h 3140371"/>
                <a:gd name="connsiteX17" fmla="*/ 669698 w 5202188"/>
                <a:gd name="connsiteY17" fmla="*/ 3044626 h 3140371"/>
                <a:gd name="connsiteX18" fmla="*/ 555399 w 5202188"/>
                <a:gd name="connsiteY18" fmla="*/ 3000176 h 3140371"/>
                <a:gd name="connsiteX19" fmla="*/ 91849 w 5202188"/>
                <a:gd name="connsiteY19" fmla="*/ 2536626 h 3140371"/>
                <a:gd name="connsiteX20" fmla="*/ 21999 w 5202188"/>
                <a:gd name="connsiteY20" fmla="*/ 2219127 h 3140371"/>
                <a:gd name="connsiteX21" fmla="*/ 783999 w 5202188"/>
                <a:gd name="connsiteY21" fmla="*/ 1412677 h 3140371"/>
                <a:gd name="connsiteX22" fmla="*/ 1069748 w 5202188"/>
                <a:gd name="connsiteY22" fmla="*/ 1311076 h 3140371"/>
                <a:gd name="connsiteX23" fmla="*/ 1717448 w 5202188"/>
                <a:gd name="connsiteY23" fmla="*/ 400398 h 3140371"/>
                <a:gd name="connsiteX0" fmla="*/ 1717448 w 5202188"/>
                <a:gd name="connsiteY0" fmla="*/ 400398 h 3140371"/>
                <a:gd name="connsiteX1" fmla="*/ 1920648 w 5202188"/>
                <a:gd name="connsiteY1" fmla="*/ 212526 h 3140371"/>
                <a:gd name="connsiteX2" fmla="*/ 2733448 w 5202188"/>
                <a:gd name="connsiteY2" fmla="*/ 22027 h 3140371"/>
                <a:gd name="connsiteX3" fmla="*/ 3597048 w 5202188"/>
                <a:gd name="connsiteY3" fmla="*/ 241736 h 3140371"/>
                <a:gd name="connsiteX4" fmla="*/ 4206648 w 5202188"/>
                <a:gd name="connsiteY4" fmla="*/ 394136 h 3140371"/>
                <a:gd name="connsiteX5" fmla="*/ 4657498 w 5202188"/>
                <a:gd name="connsiteY5" fmla="*/ 504626 h 3140371"/>
                <a:gd name="connsiteX6" fmla="*/ 4905148 w 5202188"/>
                <a:gd name="connsiteY6" fmla="*/ 707826 h 3140371"/>
                <a:gd name="connsiteX7" fmla="*/ 4981348 w 5202188"/>
                <a:gd name="connsiteY7" fmla="*/ 961826 h 3140371"/>
                <a:gd name="connsiteX8" fmla="*/ 4720998 w 5202188"/>
                <a:gd name="connsiteY8" fmla="*/ 2009576 h 3140371"/>
                <a:gd name="connsiteX9" fmla="*/ 3857398 w 5202188"/>
                <a:gd name="connsiteY9" fmla="*/ 2263576 h 3140371"/>
                <a:gd name="connsiteX10" fmla="*/ 3387498 w 5202188"/>
                <a:gd name="connsiteY10" fmla="*/ 2174676 h 3140371"/>
                <a:gd name="connsiteX11" fmla="*/ 3209698 w 5202188"/>
                <a:gd name="connsiteY11" fmla="*/ 1835498 h 3140371"/>
                <a:gd name="connsiteX12" fmla="*/ 2898548 w 5202188"/>
                <a:gd name="connsiteY12" fmla="*/ 1920676 h 3140371"/>
                <a:gd name="connsiteX13" fmla="*/ 2479448 w 5202188"/>
                <a:gd name="connsiteY13" fmla="*/ 2009576 h 3140371"/>
                <a:gd name="connsiteX14" fmla="*/ 1850798 w 5202188"/>
                <a:gd name="connsiteY14" fmla="*/ 2219126 h 3140371"/>
                <a:gd name="connsiteX15" fmla="*/ 1590448 w 5202188"/>
                <a:gd name="connsiteY15" fmla="*/ 2689026 h 3140371"/>
                <a:gd name="connsiteX16" fmla="*/ 1241198 w 5202188"/>
                <a:gd name="connsiteY16" fmla="*/ 2956996 h 3140371"/>
                <a:gd name="connsiteX17" fmla="*/ 669698 w 5202188"/>
                <a:gd name="connsiteY17" fmla="*/ 3044626 h 3140371"/>
                <a:gd name="connsiteX18" fmla="*/ 555399 w 5202188"/>
                <a:gd name="connsiteY18" fmla="*/ 3000176 h 3140371"/>
                <a:gd name="connsiteX19" fmla="*/ 91849 w 5202188"/>
                <a:gd name="connsiteY19" fmla="*/ 2536626 h 3140371"/>
                <a:gd name="connsiteX20" fmla="*/ 21999 w 5202188"/>
                <a:gd name="connsiteY20" fmla="*/ 2219127 h 3140371"/>
                <a:gd name="connsiteX21" fmla="*/ 783999 w 5202188"/>
                <a:gd name="connsiteY21" fmla="*/ 1412677 h 3140371"/>
                <a:gd name="connsiteX22" fmla="*/ 1069748 w 5202188"/>
                <a:gd name="connsiteY22" fmla="*/ 1311076 h 3140371"/>
                <a:gd name="connsiteX23" fmla="*/ 1717448 w 5202188"/>
                <a:gd name="connsiteY23" fmla="*/ 400398 h 3140371"/>
                <a:gd name="connsiteX0" fmla="*/ 1757507 w 5242247"/>
                <a:gd name="connsiteY0" fmla="*/ 400398 h 3140371"/>
                <a:gd name="connsiteX1" fmla="*/ 1960707 w 5242247"/>
                <a:gd name="connsiteY1" fmla="*/ 212526 h 3140371"/>
                <a:gd name="connsiteX2" fmla="*/ 2773507 w 5242247"/>
                <a:gd name="connsiteY2" fmla="*/ 22027 h 3140371"/>
                <a:gd name="connsiteX3" fmla="*/ 3637107 w 5242247"/>
                <a:gd name="connsiteY3" fmla="*/ 241736 h 3140371"/>
                <a:gd name="connsiteX4" fmla="*/ 4246707 w 5242247"/>
                <a:gd name="connsiteY4" fmla="*/ 394136 h 3140371"/>
                <a:gd name="connsiteX5" fmla="*/ 4697557 w 5242247"/>
                <a:gd name="connsiteY5" fmla="*/ 504626 h 3140371"/>
                <a:gd name="connsiteX6" fmla="*/ 4945207 w 5242247"/>
                <a:gd name="connsiteY6" fmla="*/ 707826 h 3140371"/>
                <a:gd name="connsiteX7" fmla="*/ 5021407 w 5242247"/>
                <a:gd name="connsiteY7" fmla="*/ 961826 h 3140371"/>
                <a:gd name="connsiteX8" fmla="*/ 4761057 w 5242247"/>
                <a:gd name="connsiteY8" fmla="*/ 2009576 h 3140371"/>
                <a:gd name="connsiteX9" fmla="*/ 3897457 w 5242247"/>
                <a:gd name="connsiteY9" fmla="*/ 2263576 h 3140371"/>
                <a:gd name="connsiteX10" fmla="*/ 3427557 w 5242247"/>
                <a:gd name="connsiteY10" fmla="*/ 2174676 h 3140371"/>
                <a:gd name="connsiteX11" fmla="*/ 3249757 w 5242247"/>
                <a:gd name="connsiteY11" fmla="*/ 1835498 h 3140371"/>
                <a:gd name="connsiteX12" fmla="*/ 2938607 w 5242247"/>
                <a:gd name="connsiteY12" fmla="*/ 1920676 h 3140371"/>
                <a:gd name="connsiteX13" fmla="*/ 2519507 w 5242247"/>
                <a:gd name="connsiteY13" fmla="*/ 2009576 h 3140371"/>
                <a:gd name="connsiteX14" fmla="*/ 1890857 w 5242247"/>
                <a:gd name="connsiteY14" fmla="*/ 2219126 h 3140371"/>
                <a:gd name="connsiteX15" fmla="*/ 1630507 w 5242247"/>
                <a:gd name="connsiteY15" fmla="*/ 2689026 h 3140371"/>
                <a:gd name="connsiteX16" fmla="*/ 1281257 w 5242247"/>
                <a:gd name="connsiteY16" fmla="*/ 2956996 h 3140371"/>
                <a:gd name="connsiteX17" fmla="*/ 709757 w 5242247"/>
                <a:gd name="connsiteY17" fmla="*/ 3044626 h 3140371"/>
                <a:gd name="connsiteX18" fmla="*/ 595458 w 5242247"/>
                <a:gd name="connsiteY18" fmla="*/ 3000176 h 3140371"/>
                <a:gd name="connsiteX19" fmla="*/ 131908 w 5242247"/>
                <a:gd name="connsiteY19" fmla="*/ 2536626 h 3140371"/>
                <a:gd name="connsiteX20" fmla="*/ 62058 w 5242247"/>
                <a:gd name="connsiteY20" fmla="*/ 2219127 h 3140371"/>
                <a:gd name="connsiteX21" fmla="*/ 824058 w 5242247"/>
                <a:gd name="connsiteY21" fmla="*/ 1412677 h 3140371"/>
                <a:gd name="connsiteX22" fmla="*/ 1109807 w 5242247"/>
                <a:gd name="connsiteY22" fmla="*/ 1311076 h 3140371"/>
                <a:gd name="connsiteX23" fmla="*/ 1757507 w 5242247"/>
                <a:gd name="connsiteY23" fmla="*/ 400398 h 3140371"/>
                <a:gd name="connsiteX0" fmla="*/ 1766938 w 5251678"/>
                <a:gd name="connsiteY0" fmla="*/ 400398 h 3140371"/>
                <a:gd name="connsiteX1" fmla="*/ 1970138 w 5251678"/>
                <a:gd name="connsiteY1" fmla="*/ 212526 h 3140371"/>
                <a:gd name="connsiteX2" fmla="*/ 2782938 w 5251678"/>
                <a:gd name="connsiteY2" fmla="*/ 22027 h 3140371"/>
                <a:gd name="connsiteX3" fmla="*/ 3646538 w 5251678"/>
                <a:gd name="connsiteY3" fmla="*/ 241736 h 3140371"/>
                <a:gd name="connsiteX4" fmla="*/ 4256138 w 5251678"/>
                <a:gd name="connsiteY4" fmla="*/ 394136 h 3140371"/>
                <a:gd name="connsiteX5" fmla="*/ 4706988 w 5251678"/>
                <a:gd name="connsiteY5" fmla="*/ 504626 h 3140371"/>
                <a:gd name="connsiteX6" fmla="*/ 4954638 w 5251678"/>
                <a:gd name="connsiteY6" fmla="*/ 707826 h 3140371"/>
                <a:gd name="connsiteX7" fmla="*/ 5030838 w 5251678"/>
                <a:gd name="connsiteY7" fmla="*/ 961826 h 3140371"/>
                <a:gd name="connsiteX8" fmla="*/ 4770488 w 5251678"/>
                <a:gd name="connsiteY8" fmla="*/ 2009576 h 3140371"/>
                <a:gd name="connsiteX9" fmla="*/ 3906888 w 5251678"/>
                <a:gd name="connsiteY9" fmla="*/ 2263576 h 3140371"/>
                <a:gd name="connsiteX10" fmla="*/ 3436988 w 5251678"/>
                <a:gd name="connsiteY10" fmla="*/ 2174676 h 3140371"/>
                <a:gd name="connsiteX11" fmla="*/ 3259188 w 5251678"/>
                <a:gd name="connsiteY11" fmla="*/ 1835498 h 3140371"/>
                <a:gd name="connsiteX12" fmla="*/ 2948038 w 5251678"/>
                <a:gd name="connsiteY12" fmla="*/ 1920676 h 3140371"/>
                <a:gd name="connsiteX13" fmla="*/ 2528938 w 5251678"/>
                <a:gd name="connsiteY13" fmla="*/ 2009576 h 3140371"/>
                <a:gd name="connsiteX14" fmla="*/ 1900288 w 5251678"/>
                <a:gd name="connsiteY14" fmla="*/ 2219126 h 3140371"/>
                <a:gd name="connsiteX15" fmla="*/ 1639938 w 5251678"/>
                <a:gd name="connsiteY15" fmla="*/ 2689026 h 3140371"/>
                <a:gd name="connsiteX16" fmla="*/ 1290688 w 5251678"/>
                <a:gd name="connsiteY16" fmla="*/ 2956996 h 3140371"/>
                <a:gd name="connsiteX17" fmla="*/ 719188 w 5251678"/>
                <a:gd name="connsiteY17" fmla="*/ 3044626 h 3140371"/>
                <a:gd name="connsiteX18" fmla="*/ 604889 w 5251678"/>
                <a:gd name="connsiteY18" fmla="*/ 3000176 h 3140371"/>
                <a:gd name="connsiteX19" fmla="*/ 141339 w 5251678"/>
                <a:gd name="connsiteY19" fmla="*/ 2536626 h 3140371"/>
                <a:gd name="connsiteX20" fmla="*/ 71489 w 5251678"/>
                <a:gd name="connsiteY20" fmla="*/ 2219127 h 3140371"/>
                <a:gd name="connsiteX21" fmla="*/ 833489 w 5251678"/>
                <a:gd name="connsiteY21" fmla="*/ 1412677 h 3140371"/>
                <a:gd name="connsiteX22" fmla="*/ 1119238 w 5251678"/>
                <a:gd name="connsiteY22" fmla="*/ 1311076 h 3140371"/>
                <a:gd name="connsiteX23" fmla="*/ 1766938 w 5251678"/>
                <a:gd name="connsiteY23" fmla="*/ 400398 h 3140371"/>
                <a:gd name="connsiteX0" fmla="*/ 1766938 w 5251678"/>
                <a:gd name="connsiteY0" fmla="*/ 511765 h 3251738"/>
                <a:gd name="connsiteX1" fmla="*/ 1970138 w 5251678"/>
                <a:gd name="connsiteY1" fmla="*/ 323893 h 3251738"/>
                <a:gd name="connsiteX2" fmla="*/ 2782938 w 5251678"/>
                <a:gd name="connsiteY2" fmla="*/ 133394 h 3251738"/>
                <a:gd name="connsiteX3" fmla="*/ 3646538 w 5251678"/>
                <a:gd name="connsiteY3" fmla="*/ 353103 h 3251738"/>
                <a:gd name="connsiteX4" fmla="*/ 4256138 w 5251678"/>
                <a:gd name="connsiteY4" fmla="*/ 505503 h 3251738"/>
                <a:gd name="connsiteX5" fmla="*/ 4706988 w 5251678"/>
                <a:gd name="connsiteY5" fmla="*/ 615993 h 3251738"/>
                <a:gd name="connsiteX6" fmla="*/ 4954638 w 5251678"/>
                <a:gd name="connsiteY6" fmla="*/ 819193 h 3251738"/>
                <a:gd name="connsiteX7" fmla="*/ 5030838 w 5251678"/>
                <a:gd name="connsiteY7" fmla="*/ 1073193 h 3251738"/>
                <a:gd name="connsiteX8" fmla="*/ 4770488 w 5251678"/>
                <a:gd name="connsiteY8" fmla="*/ 2120943 h 3251738"/>
                <a:gd name="connsiteX9" fmla="*/ 3906888 w 5251678"/>
                <a:gd name="connsiteY9" fmla="*/ 2374943 h 3251738"/>
                <a:gd name="connsiteX10" fmla="*/ 3436988 w 5251678"/>
                <a:gd name="connsiteY10" fmla="*/ 2286043 h 3251738"/>
                <a:gd name="connsiteX11" fmla="*/ 3259188 w 5251678"/>
                <a:gd name="connsiteY11" fmla="*/ 1946865 h 3251738"/>
                <a:gd name="connsiteX12" fmla="*/ 2948038 w 5251678"/>
                <a:gd name="connsiteY12" fmla="*/ 2032043 h 3251738"/>
                <a:gd name="connsiteX13" fmla="*/ 2528938 w 5251678"/>
                <a:gd name="connsiteY13" fmla="*/ 2120943 h 3251738"/>
                <a:gd name="connsiteX14" fmla="*/ 1900288 w 5251678"/>
                <a:gd name="connsiteY14" fmla="*/ 2330493 h 3251738"/>
                <a:gd name="connsiteX15" fmla="*/ 1639938 w 5251678"/>
                <a:gd name="connsiteY15" fmla="*/ 2800393 h 3251738"/>
                <a:gd name="connsiteX16" fmla="*/ 1290688 w 5251678"/>
                <a:gd name="connsiteY16" fmla="*/ 3068363 h 3251738"/>
                <a:gd name="connsiteX17" fmla="*/ 719188 w 5251678"/>
                <a:gd name="connsiteY17" fmla="*/ 3155993 h 3251738"/>
                <a:gd name="connsiteX18" fmla="*/ 604889 w 5251678"/>
                <a:gd name="connsiteY18" fmla="*/ 3111543 h 3251738"/>
                <a:gd name="connsiteX19" fmla="*/ 141339 w 5251678"/>
                <a:gd name="connsiteY19" fmla="*/ 2647993 h 3251738"/>
                <a:gd name="connsiteX20" fmla="*/ 71489 w 5251678"/>
                <a:gd name="connsiteY20" fmla="*/ 2330494 h 3251738"/>
                <a:gd name="connsiteX21" fmla="*/ 833489 w 5251678"/>
                <a:gd name="connsiteY21" fmla="*/ 1524044 h 3251738"/>
                <a:gd name="connsiteX22" fmla="*/ 1119238 w 5251678"/>
                <a:gd name="connsiteY22" fmla="*/ 1422443 h 3251738"/>
                <a:gd name="connsiteX23" fmla="*/ 1766938 w 5251678"/>
                <a:gd name="connsiteY23" fmla="*/ 511765 h 3251738"/>
                <a:gd name="connsiteX0" fmla="*/ 1766938 w 5251678"/>
                <a:gd name="connsiteY0" fmla="*/ 511765 h 3251738"/>
                <a:gd name="connsiteX1" fmla="*/ 1970138 w 5251678"/>
                <a:gd name="connsiteY1" fmla="*/ 323893 h 3251738"/>
                <a:gd name="connsiteX2" fmla="*/ 2782938 w 5251678"/>
                <a:gd name="connsiteY2" fmla="*/ 133394 h 3251738"/>
                <a:gd name="connsiteX3" fmla="*/ 3631298 w 5251678"/>
                <a:gd name="connsiteY3" fmla="*/ 391203 h 3251738"/>
                <a:gd name="connsiteX4" fmla="*/ 4256138 w 5251678"/>
                <a:gd name="connsiteY4" fmla="*/ 505503 h 3251738"/>
                <a:gd name="connsiteX5" fmla="*/ 4706988 w 5251678"/>
                <a:gd name="connsiteY5" fmla="*/ 615993 h 3251738"/>
                <a:gd name="connsiteX6" fmla="*/ 4954638 w 5251678"/>
                <a:gd name="connsiteY6" fmla="*/ 819193 h 3251738"/>
                <a:gd name="connsiteX7" fmla="*/ 5030838 w 5251678"/>
                <a:gd name="connsiteY7" fmla="*/ 1073193 h 3251738"/>
                <a:gd name="connsiteX8" fmla="*/ 4770488 w 5251678"/>
                <a:gd name="connsiteY8" fmla="*/ 2120943 h 3251738"/>
                <a:gd name="connsiteX9" fmla="*/ 3906888 w 5251678"/>
                <a:gd name="connsiteY9" fmla="*/ 2374943 h 3251738"/>
                <a:gd name="connsiteX10" fmla="*/ 3436988 w 5251678"/>
                <a:gd name="connsiteY10" fmla="*/ 2286043 h 3251738"/>
                <a:gd name="connsiteX11" fmla="*/ 3259188 w 5251678"/>
                <a:gd name="connsiteY11" fmla="*/ 1946865 h 3251738"/>
                <a:gd name="connsiteX12" fmla="*/ 2948038 w 5251678"/>
                <a:gd name="connsiteY12" fmla="*/ 2032043 h 3251738"/>
                <a:gd name="connsiteX13" fmla="*/ 2528938 w 5251678"/>
                <a:gd name="connsiteY13" fmla="*/ 2120943 h 3251738"/>
                <a:gd name="connsiteX14" fmla="*/ 1900288 w 5251678"/>
                <a:gd name="connsiteY14" fmla="*/ 2330493 h 3251738"/>
                <a:gd name="connsiteX15" fmla="*/ 1639938 w 5251678"/>
                <a:gd name="connsiteY15" fmla="*/ 2800393 h 3251738"/>
                <a:gd name="connsiteX16" fmla="*/ 1290688 w 5251678"/>
                <a:gd name="connsiteY16" fmla="*/ 3068363 h 3251738"/>
                <a:gd name="connsiteX17" fmla="*/ 719188 w 5251678"/>
                <a:gd name="connsiteY17" fmla="*/ 3155993 h 3251738"/>
                <a:gd name="connsiteX18" fmla="*/ 604889 w 5251678"/>
                <a:gd name="connsiteY18" fmla="*/ 3111543 h 3251738"/>
                <a:gd name="connsiteX19" fmla="*/ 141339 w 5251678"/>
                <a:gd name="connsiteY19" fmla="*/ 2647993 h 3251738"/>
                <a:gd name="connsiteX20" fmla="*/ 71489 w 5251678"/>
                <a:gd name="connsiteY20" fmla="*/ 2330494 h 3251738"/>
                <a:gd name="connsiteX21" fmla="*/ 833489 w 5251678"/>
                <a:gd name="connsiteY21" fmla="*/ 1524044 h 3251738"/>
                <a:gd name="connsiteX22" fmla="*/ 1119238 w 5251678"/>
                <a:gd name="connsiteY22" fmla="*/ 1422443 h 3251738"/>
                <a:gd name="connsiteX23" fmla="*/ 1766938 w 5251678"/>
                <a:gd name="connsiteY23" fmla="*/ 511765 h 3251738"/>
                <a:gd name="connsiteX0" fmla="*/ 1766938 w 5251678"/>
                <a:gd name="connsiteY0" fmla="*/ 511765 h 3251738"/>
                <a:gd name="connsiteX1" fmla="*/ 1970138 w 5251678"/>
                <a:gd name="connsiteY1" fmla="*/ 323893 h 3251738"/>
                <a:gd name="connsiteX2" fmla="*/ 2782938 w 5251678"/>
                <a:gd name="connsiteY2" fmla="*/ 133394 h 3251738"/>
                <a:gd name="connsiteX3" fmla="*/ 3631298 w 5251678"/>
                <a:gd name="connsiteY3" fmla="*/ 391203 h 3251738"/>
                <a:gd name="connsiteX4" fmla="*/ 4256138 w 5251678"/>
                <a:gd name="connsiteY4" fmla="*/ 505503 h 3251738"/>
                <a:gd name="connsiteX5" fmla="*/ 4706988 w 5251678"/>
                <a:gd name="connsiteY5" fmla="*/ 615993 h 3251738"/>
                <a:gd name="connsiteX6" fmla="*/ 4954638 w 5251678"/>
                <a:gd name="connsiteY6" fmla="*/ 819193 h 3251738"/>
                <a:gd name="connsiteX7" fmla="*/ 5030838 w 5251678"/>
                <a:gd name="connsiteY7" fmla="*/ 1073193 h 3251738"/>
                <a:gd name="connsiteX8" fmla="*/ 4770488 w 5251678"/>
                <a:gd name="connsiteY8" fmla="*/ 2120943 h 3251738"/>
                <a:gd name="connsiteX9" fmla="*/ 3906888 w 5251678"/>
                <a:gd name="connsiteY9" fmla="*/ 2374943 h 3251738"/>
                <a:gd name="connsiteX10" fmla="*/ 3436988 w 5251678"/>
                <a:gd name="connsiteY10" fmla="*/ 2286043 h 3251738"/>
                <a:gd name="connsiteX11" fmla="*/ 3259188 w 5251678"/>
                <a:gd name="connsiteY11" fmla="*/ 1946865 h 3251738"/>
                <a:gd name="connsiteX12" fmla="*/ 2948038 w 5251678"/>
                <a:gd name="connsiteY12" fmla="*/ 2032043 h 3251738"/>
                <a:gd name="connsiteX13" fmla="*/ 2528938 w 5251678"/>
                <a:gd name="connsiteY13" fmla="*/ 2120943 h 3251738"/>
                <a:gd name="connsiteX14" fmla="*/ 1900288 w 5251678"/>
                <a:gd name="connsiteY14" fmla="*/ 2330493 h 3251738"/>
                <a:gd name="connsiteX15" fmla="*/ 1639938 w 5251678"/>
                <a:gd name="connsiteY15" fmla="*/ 2800393 h 3251738"/>
                <a:gd name="connsiteX16" fmla="*/ 1290688 w 5251678"/>
                <a:gd name="connsiteY16" fmla="*/ 3068363 h 3251738"/>
                <a:gd name="connsiteX17" fmla="*/ 719188 w 5251678"/>
                <a:gd name="connsiteY17" fmla="*/ 3155993 h 3251738"/>
                <a:gd name="connsiteX18" fmla="*/ 604889 w 5251678"/>
                <a:gd name="connsiteY18" fmla="*/ 3111543 h 3251738"/>
                <a:gd name="connsiteX19" fmla="*/ 141339 w 5251678"/>
                <a:gd name="connsiteY19" fmla="*/ 2647993 h 3251738"/>
                <a:gd name="connsiteX20" fmla="*/ 71489 w 5251678"/>
                <a:gd name="connsiteY20" fmla="*/ 2330494 h 3251738"/>
                <a:gd name="connsiteX21" fmla="*/ 833489 w 5251678"/>
                <a:gd name="connsiteY21" fmla="*/ 1524044 h 3251738"/>
                <a:gd name="connsiteX22" fmla="*/ 1119238 w 5251678"/>
                <a:gd name="connsiteY22" fmla="*/ 1422443 h 3251738"/>
                <a:gd name="connsiteX23" fmla="*/ 1766938 w 5251678"/>
                <a:gd name="connsiteY23" fmla="*/ 511765 h 3251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251678" h="3251738">
                  <a:moveTo>
                    <a:pt x="1766938" y="511765"/>
                  </a:moveTo>
                  <a:cubicBezTo>
                    <a:pt x="1752121" y="425858"/>
                    <a:pt x="1896055" y="333600"/>
                    <a:pt x="1970138" y="323893"/>
                  </a:cubicBezTo>
                  <a:cubicBezTo>
                    <a:pt x="2108145" y="-162940"/>
                    <a:pt x="2736371" y="10627"/>
                    <a:pt x="2782938" y="133394"/>
                  </a:cubicBezTo>
                  <a:cubicBezTo>
                    <a:pt x="3062338" y="130642"/>
                    <a:pt x="3461965" y="131065"/>
                    <a:pt x="3631298" y="391203"/>
                  </a:cubicBezTo>
                  <a:cubicBezTo>
                    <a:pt x="4021611" y="262721"/>
                    <a:pt x="4140356" y="393108"/>
                    <a:pt x="4256138" y="505503"/>
                  </a:cubicBezTo>
                  <a:cubicBezTo>
                    <a:pt x="4470980" y="495978"/>
                    <a:pt x="4584221" y="479891"/>
                    <a:pt x="4706988" y="615993"/>
                  </a:cubicBezTo>
                  <a:cubicBezTo>
                    <a:pt x="4829755" y="675895"/>
                    <a:pt x="4884365" y="694945"/>
                    <a:pt x="4954638" y="819193"/>
                  </a:cubicBezTo>
                  <a:cubicBezTo>
                    <a:pt x="5063011" y="928201"/>
                    <a:pt x="5009671" y="859410"/>
                    <a:pt x="5030838" y="1073193"/>
                  </a:cubicBezTo>
                  <a:cubicBezTo>
                    <a:pt x="5372045" y="1332696"/>
                    <a:pt x="5341988" y="1868636"/>
                    <a:pt x="4770488" y="2120943"/>
                  </a:cubicBezTo>
                  <a:cubicBezTo>
                    <a:pt x="4488548" y="2403730"/>
                    <a:pt x="4120248" y="2453471"/>
                    <a:pt x="3906888" y="2374943"/>
                  </a:cubicBezTo>
                  <a:cubicBezTo>
                    <a:pt x="3541128" y="2585975"/>
                    <a:pt x="3426405" y="2209223"/>
                    <a:pt x="3436988" y="2286043"/>
                  </a:cubicBezTo>
                  <a:cubicBezTo>
                    <a:pt x="2890041" y="2104404"/>
                    <a:pt x="3318455" y="2059924"/>
                    <a:pt x="3259188" y="1946865"/>
                  </a:cubicBezTo>
                  <a:cubicBezTo>
                    <a:pt x="3297288" y="2104374"/>
                    <a:pt x="2909938" y="1874534"/>
                    <a:pt x="2948038" y="2032043"/>
                  </a:cubicBezTo>
                  <a:lnTo>
                    <a:pt x="2528938" y="2120943"/>
                  </a:lnTo>
                  <a:cubicBezTo>
                    <a:pt x="2469671" y="2320348"/>
                    <a:pt x="2060731" y="2349331"/>
                    <a:pt x="1900288" y="2330493"/>
                  </a:cubicBezTo>
                  <a:cubicBezTo>
                    <a:pt x="1800805" y="2570735"/>
                    <a:pt x="1738363" y="2661751"/>
                    <a:pt x="1639938" y="2800393"/>
                  </a:cubicBezTo>
                  <a:cubicBezTo>
                    <a:pt x="1541513" y="2939035"/>
                    <a:pt x="1472933" y="3033650"/>
                    <a:pt x="1290688" y="3068363"/>
                  </a:cubicBezTo>
                  <a:cubicBezTo>
                    <a:pt x="818883" y="3438356"/>
                    <a:pt x="771046" y="3129535"/>
                    <a:pt x="719188" y="3155993"/>
                  </a:cubicBezTo>
                  <a:cubicBezTo>
                    <a:pt x="667330" y="3182451"/>
                    <a:pt x="703314" y="3168693"/>
                    <a:pt x="604889" y="3111543"/>
                  </a:cubicBezTo>
                  <a:cubicBezTo>
                    <a:pt x="-34556" y="3069633"/>
                    <a:pt x="194256" y="2680801"/>
                    <a:pt x="141339" y="2647993"/>
                  </a:cubicBezTo>
                  <a:cubicBezTo>
                    <a:pt x="88422" y="2615185"/>
                    <a:pt x="11164" y="2440561"/>
                    <a:pt x="71489" y="2330494"/>
                  </a:cubicBezTo>
                  <a:cubicBezTo>
                    <a:pt x="-264426" y="1740368"/>
                    <a:pt x="684264" y="1375878"/>
                    <a:pt x="833489" y="1524044"/>
                  </a:cubicBezTo>
                  <a:lnTo>
                    <a:pt x="1119238" y="1422443"/>
                  </a:lnTo>
                  <a:cubicBezTo>
                    <a:pt x="839838" y="1106184"/>
                    <a:pt x="1220838" y="408924"/>
                    <a:pt x="1766938" y="511765"/>
                  </a:cubicBezTo>
                  <a:close/>
                </a:path>
              </a:pathLst>
            </a:custGeom>
            <a:solidFill>
              <a:schemeClr val="tx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FB4BA79-BFC5-516B-E6DF-826339210A25}"/>
                </a:ext>
              </a:extLst>
            </p:cNvPr>
            <p:cNvSpPr/>
            <p:nvPr/>
          </p:nvSpPr>
          <p:spPr>
            <a:xfrm>
              <a:off x="2792362" y="2070057"/>
              <a:ext cx="5251678" cy="3251738"/>
            </a:xfrm>
            <a:custGeom>
              <a:avLst/>
              <a:gdLst>
                <a:gd name="connsiteX0" fmla="*/ 0 w 1079500"/>
                <a:gd name="connsiteY0" fmla="*/ 0 h 288378"/>
                <a:gd name="connsiteX1" fmla="*/ 1079500 w 1079500"/>
                <a:gd name="connsiteY1" fmla="*/ 0 h 288378"/>
                <a:gd name="connsiteX2" fmla="*/ 1079500 w 1079500"/>
                <a:gd name="connsiteY2" fmla="*/ 288378 h 288378"/>
                <a:gd name="connsiteX3" fmla="*/ 0 w 1079500"/>
                <a:gd name="connsiteY3" fmla="*/ 288378 h 288378"/>
                <a:gd name="connsiteX4" fmla="*/ 0 w 1079500"/>
                <a:gd name="connsiteY4" fmla="*/ 0 h 288378"/>
                <a:gd name="connsiteX0" fmla="*/ 38100 w 1117600"/>
                <a:gd name="connsiteY0" fmla="*/ 0 h 351878"/>
                <a:gd name="connsiteX1" fmla="*/ 1117600 w 1117600"/>
                <a:gd name="connsiteY1" fmla="*/ 0 h 351878"/>
                <a:gd name="connsiteX2" fmla="*/ 1117600 w 1117600"/>
                <a:gd name="connsiteY2" fmla="*/ 288378 h 351878"/>
                <a:gd name="connsiteX3" fmla="*/ 0 w 1117600"/>
                <a:gd name="connsiteY3" fmla="*/ 351878 h 351878"/>
                <a:gd name="connsiteX4" fmla="*/ 38100 w 1117600"/>
                <a:gd name="connsiteY4" fmla="*/ 0 h 351878"/>
                <a:gd name="connsiteX0" fmla="*/ 647700 w 1117600"/>
                <a:gd name="connsiteY0" fmla="*/ 0 h 910678"/>
                <a:gd name="connsiteX1" fmla="*/ 1117600 w 1117600"/>
                <a:gd name="connsiteY1" fmla="*/ 558800 h 910678"/>
                <a:gd name="connsiteX2" fmla="*/ 1117600 w 1117600"/>
                <a:gd name="connsiteY2" fmla="*/ 847178 h 910678"/>
                <a:gd name="connsiteX3" fmla="*/ 0 w 1117600"/>
                <a:gd name="connsiteY3" fmla="*/ 910678 h 910678"/>
                <a:gd name="connsiteX4" fmla="*/ 647700 w 1117600"/>
                <a:gd name="connsiteY4" fmla="*/ 0 h 910678"/>
                <a:gd name="connsiteX0" fmla="*/ 647700 w 1117600"/>
                <a:gd name="connsiteY0" fmla="*/ 201153 h 1111831"/>
                <a:gd name="connsiteX1" fmla="*/ 850900 w 1117600"/>
                <a:gd name="connsiteY1" fmla="*/ 13281 h 1111831"/>
                <a:gd name="connsiteX2" fmla="*/ 1117600 w 1117600"/>
                <a:gd name="connsiteY2" fmla="*/ 759953 h 1111831"/>
                <a:gd name="connsiteX3" fmla="*/ 1117600 w 1117600"/>
                <a:gd name="connsiteY3" fmla="*/ 1048331 h 1111831"/>
                <a:gd name="connsiteX4" fmla="*/ 0 w 1117600"/>
                <a:gd name="connsiteY4" fmla="*/ 1111831 h 1111831"/>
                <a:gd name="connsiteX5" fmla="*/ 647700 w 1117600"/>
                <a:gd name="connsiteY5" fmla="*/ 201153 h 1111831"/>
                <a:gd name="connsiteX0" fmla="*/ 647700 w 1663700"/>
                <a:gd name="connsiteY0" fmla="*/ 400398 h 1311076"/>
                <a:gd name="connsiteX1" fmla="*/ 850900 w 1663700"/>
                <a:gd name="connsiteY1" fmla="*/ 212526 h 1311076"/>
                <a:gd name="connsiteX2" fmla="*/ 1663700 w 1663700"/>
                <a:gd name="connsiteY2" fmla="*/ 22027 h 1311076"/>
                <a:gd name="connsiteX3" fmla="*/ 1117600 w 1663700"/>
                <a:gd name="connsiteY3" fmla="*/ 959198 h 1311076"/>
                <a:gd name="connsiteX4" fmla="*/ 1117600 w 1663700"/>
                <a:gd name="connsiteY4" fmla="*/ 1247576 h 1311076"/>
                <a:gd name="connsiteX5" fmla="*/ 0 w 1663700"/>
                <a:gd name="connsiteY5" fmla="*/ 1311076 h 1311076"/>
                <a:gd name="connsiteX6" fmla="*/ 647700 w 1663700"/>
                <a:gd name="connsiteY6" fmla="*/ 400398 h 1311076"/>
                <a:gd name="connsiteX0" fmla="*/ 647700 w 1663700"/>
                <a:gd name="connsiteY0" fmla="*/ 400398 h 1311076"/>
                <a:gd name="connsiteX1" fmla="*/ 850900 w 1663700"/>
                <a:gd name="connsiteY1" fmla="*/ 212526 h 1311076"/>
                <a:gd name="connsiteX2" fmla="*/ 1663700 w 1663700"/>
                <a:gd name="connsiteY2" fmla="*/ 22027 h 1311076"/>
                <a:gd name="connsiteX3" fmla="*/ 1117600 w 1663700"/>
                <a:gd name="connsiteY3" fmla="*/ 959198 h 1311076"/>
                <a:gd name="connsiteX4" fmla="*/ 1117600 w 1663700"/>
                <a:gd name="connsiteY4" fmla="*/ 1247576 h 1311076"/>
                <a:gd name="connsiteX5" fmla="*/ 0 w 1663700"/>
                <a:gd name="connsiteY5" fmla="*/ 1311076 h 1311076"/>
                <a:gd name="connsiteX6" fmla="*/ 647700 w 1663700"/>
                <a:gd name="connsiteY6" fmla="*/ 400398 h 1311076"/>
                <a:gd name="connsiteX0" fmla="*/ 647700 w 1663700"/>
                <a:gd name="connsiteY0" fmla="*/ 400398 h 1311076"/>
                <a:gd name="connsiteX1" fmla="*/ 850900 w 1663700"/>
                <a:gd name="connsiteY1" fmla="*/ 212526 h 1311076"/>
                <a:gd name="connsiteX2" fmla="*/ 1663700 w 1663700"/>
                <a:gd name="connsiteY2" fmla="*/ 22027 h 1311076"/>
                <a:gd name="connsiteX3" fmla="*/ 1117600 w 1663700"/>
                <a:gd name="connsiteY3" fmla="*/ 959198 h 1311076"/>
                <a:gd name="connsiteX4" fmla="*/ 1117600 w 1663700"/>
                <a:gd name="connsiteY4" fmla="*/ 1247576 h 1311076"/>
                <a:gd name="connsiteX5" fmla="*/ 0 w 1663700"/>
                <a:gd name="connsiteY5" fmla="*/ 1311076 h 1311076"/>
                <a:gd name="connsiteX6" fmla="*/ 647700 w 1663700"/>
                <a:gd name="connsiteY6" fmla="*/ 400398 h 1311076"/>
                <a:gd name="connsiteX0" fmla="*/ 647700 w 1663700"/>
                <a:gd name="connsiteY0" fmla="*/ 400398 h 1311076"/>
                <a:gd name="connsiteX1" fmla="*/ 850900 w 1663700"/>
                <a:gd name="connsiteY1" fmla="*/ 212526 h 1311076"/>
                <a:gd name="connsiteX2" fmla="*/ 1663700 w 1663700"/>
                <a:gd name="connsiteY2" fmla="*/ 22027 h 1311076"/>
                <a:gd name="connsiteX3" fmla="*/ 1117600 w 1663700"/>
                <a:gd name="connsiteY3" fmla="*/ 959198 h 1311076"/>
                <a:gd name="connsiteX4" fmla="*/ 1117600 w 1663700"/>
                <a:gd name="connsiteY4" fmla="*/ 1247576 h 1311076"/>
                <a:gd name="connsiteX5" fmla="*/ 0 w 1663700"/>
                <a:gd name="connsiteY5" fmla="*/ 1311076 h 1311076"/>
                <a:gd name="connsiteX6" fmla="*/ 647700 w 1663700"/>
                <a:gd name="connsiteY6" fmla="*/ 400398 h 1311076"/>
                <a:gd name="connsiteX0" fmla="*/ 741711 w 1757711"/>
                <a:gd name="connsiteY0" fmla="*/ 400398 h 1311076"/>
                <a:gd name="connsiteX1" fmla="*/ 944911 w 1757711"/>
                <a:gd name="connsiteY1" fmla="*/ 212526 h 1311076"/>
                <a:gd name="connsiteX2" fmla="*/ 1757711 w 1757711"/>
                <a:gd name="connsiteY2" fmla="*/ 22027 h 1311076"/>
                <a:gd name="connsiteX3" fmla="*/ 1211611 w 1757711"/>
                <a:gd name="connsiteY3" fmla="*/ 959198 h 1311076"/>
                <a:gd name="connsiteX4" fmla="*/ 1211611 w 1757711"/>
                <a:gd name="connsiteY4" fmla="*/ 1247576 h 1311076"/>
                <a:gd name="connsiteX5" fmla="*/ 94011 w 1757711"/>
                <a:gd name="connsiteY5" fmla="*/ 1311076 h 1311076"/>
                <a:gd name="connsiteX6" fmla="*/ 741711 w 1757711"/>
                <a:gd name="connsiteY6" fmla="*/ 400398 h 1311076"/>
                <a:gd name="connsiteX0" fmla="*/ 933449 w 1949449"/>
                <a:gd name="connsiteY0" fmla="*/ 400398 h 1412677"/>
                <a:gd name="connsiteX1" fmla="*/ 1136649 w 1949449"/>
                <a:gd name="connsiteY1" fmla="*/ 212526 h 1412677"/>
                <a:gd name="connsiteX2" fmla="*/ 1949449 w 1949449"/>
                <a:gd name="connsiteY2" fmla="*/ 22027 h 1412677"/>
                <a:gd name="connsiteX3" fmla="*/ 1403349 w 1949449"/>
                <a:gd name="connsiteY3" fmla="*/ 959198 h 1412677"/>
                <a:gd name="connsiteX4" fmla="*/ 1403349 w 1949449"/>
                <a:gd name="connsiteY4" fmla="*/ 1247576 h 1412677"/>
                <a:gd name="connsiteX5" fmla="*/ 0 w 1949449"/>
                <a:gd name="connsiteY5" fmla="*/ 1412677 h 1412677"/>
                <a:gd name="connsiteX6" fmla="*/ 285749 w 1949449"/>
                <a:gd name="connsiteY6" fmla="*/ 1311076 h 1412677"/>
                <a:gd name="connsiteX7" fmla="*/ 933449 w 1949449"/>
                <a:gd name="connsiteY7" fmla="*/ 400398 h 1412677"/>
                <a:gd name="connsiteX0" fmla="*/ 1729841 w 2745841"/>
                <a:gd name="connsiteY0" fmla="*/ 400398 h 2219796"/>
                <a:gd name="connsiteX1" fmla="*/ 1933041 w 2745841"/>
                <a:gd name="connsiteY1" fmla="*/ 212526 h 2219796"/>
                <a:gd name="connsiteX2" fmla="*/ 2745841 w 2745841"/>
                <a:gd name="connsiteY2" fmla="*/ 22027 h 2219796"/>
                <a:gd name="connsiteX3" fmla="*/ 2199741 w 2745841"/>
                <a:gd name="connsiteY3" fmla="*/ 959198 h 2219796"/>
                <a:gd name="connsiteX4" fmla="*/ 2199741 w 2745841"/>
                <a:gd name="connsiteY4" fmla="*/ 1247576 h 2219796"/>
                <a:gd name="connsiteX5" fmla="*/ 34392 w 2745841"/>
                <a:gd name="connsiteY5" fmla="*/ 2219127 h 2219796"/>
                <a:gd name="connsiteX6" fmla="*/ 796392 w 2745841"/>
                <a:gd name="connsiteY6" fmla="*/ 1412677 h 2219796"/>
                <a:gd name="connsiteX7" fmla="*/ 1082141 w 2745841"/>
                <a:gd name="connsiteY7" fmla="*/ 1311076 h 2219796"/>
                <a:gd name="connsiteX8" fmla="*/ 1729841 w 2745841"/>
                <a:gd name="connsiteY8" fmla="*/ 400398 h 2219796"/>
                <a:gd name="connsiteX0" fmla="*/ 1823705 w 2839705"/>
                <a:gd name="connsiteY0" fmla="*/ 400398 h 2577062"/>
                <a:gd name="connsiteX1" fmla="*/ 2026905 w 2839705"/>
                <a:gd name="connsiteY1" fmla="*/ 212526 h 2577062"/>
                <a:gd name="connsiteX2" fmla="*/ 2839705 w 2839705"/>
                <a:gd name="connsiteY2" fmla="*/ 22027 h 2577062"/>
                <a:gd name="connsiteX3" fmla="*/ 2293605 w 2839705"/>
                <a:gd name="connsiteY3" fmla="*/ 959198 h 2577062"/>
                <a:gd name="connsiteX4" fmla="*/ 2293605 w 2839705"/>
                <a:gd name="connsiteY4" fmla="*/ 1247576 h 2577062"/>
                <a:gd name="connsiteX5" fmla="*/ 198106 w 2839705"/>
                <a:gd name="connsiteY5" fmla="*/ 2536626 h 2577062"/>
                <a:gd name="connsiteX6" fmla="*/ 128256 w 2839705"/>
                <a:gd name="connsiteY6" fmla="*/ 2219127 h 2577062"/>
                <a:gd name="connsiteX7" fmla="*/ 890256 w 2839705"/>
                <a:gd name="connsiteY7" fmla="*/ 1412677 h 2577062"/>
                <a:gd name="connsiteX8" fmla="*/ 1176005 w 2839705"/>
                <a:gd name="connsiteY8" fmla="*/ 1311076 h 2577062"/>
                <a:gd name="connsiteX9" fmla="*/ 1823705 w 2839705"/>
                <a:gd name="connsiteY9" fmla="*/ 400398 h 2577062"/>
                <a:gd name="connsiteX0" fmla="*/ 1717448 w 2733448"/>
                <a:gd name="connsiteY0" fmla="*/ 400398 h 3043868"/>
                <a:gd name="connsiteX1" fmla="*/ 1920648 w 2733448"/>
                <a:gd name="connsiteY1" fmla="*/ 212526 h 3043868"/>
                <a:gd name="connsiteX2" fmla="*/ 2733448 w 2733448"/>
                <a:gd name="connsiteY2" fmla="*/ 22027 h 3043868"/>
                <a:gd name="connsiteX3" fmla="*/ 2187348 w 2733448"/>
                <a:gd name="connsiteY3" fmla="*/ 959198 h 3043868"/>
                <a:gd name="connsiteX4" fmla="*/ 2187348 w 2733448"/>
                <a:gd name="connsiteY4" fmla="*/ 1247576 h 3043868"/>
                <a:gd name="connsiteX5" fmla="*/ 555399 w 2733448"/>
                <a:gd name="connsiteY5" fmla="*/ 3000176 h 3043868"/>
                <a:gd name="connsiteX6" fmla="*/ 91849 w 2733448"/>
                <a:gd name="connsiteY6" fmla="*/ 2536626 h 3043868"/>
                <a:gd name="connsiteX7" fmla="*/ 21999 w 2733448"/>
                <a:gd name="connsiteY7" fmla="*/ 2219127 h 3043868"/>
                <a:gd name="connsiteX8" fmla="*/ 783999 w 2733448"/>
                <a:gd name="connsiteY8" fmla="*/ 1412677 h 3043868"/>
                <a:gd name="connsiteX9" fmla="*/ 1069748 w 2733448"/>
                <a:gd name="connsiteY9" fmla="*/ 1311076 h 3043868"/>
                <a:gd name="connsiteX10" fmla="*/ 1717448 w 2733448"/>
                <a:gd name="connsiteY10" fmla="*/ 400398 h 3043868"/>
                <a:gd name="connsiteX0" fmla="*/ 1717448 w 2733448"/>
                <a:gd name="connsiteY0" fmla="*/ 400398 h 3175625"/>
                <a:gd name="connsiteX1" fmla="*/ 1920648 w 2733448"/>
                <a:gd name="connsiteY1" fmla="*/ 212526 h 3175625"/>
                <a:gd name="connsiteX2" fmla="*/ 2733448 w 2733448"/>
                <a:gd name="connsiteY2" fmla="*/ 22027 h 3175625"/>
                <a:gd name="connsiteX3" fmla="*/ 2187348 w 2733448"/>
                <a:gd name="connsiteY3" fmla="*/ 959198 h 3175625"/>
                <a:gd name="connsiteX4" fmla="*/ 2187348 w 2733448"/>
                <a:gd name="connsiteY4" fmla="*/ 1247576 h 3175625"/>
                <a:gd name="connsiteX5" fmla="*/ 669698 w 2733448"/>
                <a:gd name="connsiteY5" fmla="*/ 3044626 h 3175625"/>
                <a:gd name="connsiteX6" fmla="*/ 555399 w 2733448"/>
                <a:gd name="connsiteY6" fmla="*/ 3000176 h 3175625"/>
                <a:gd name="connsiteX7" fmla="*/ 91849 w 2733448"/>
                <a:gd name="connsiteY7" fmla="*/ 2536626 h 3175625"/>
                <a:gd name="connsiteX8" fmla="*/ 21999 w 2733448"/>
                <a:gd name="connsiteY8" fmla="*/ 2219127 h 3175625"/>
                <a:gd name="connsiteX9" fmla="*/ 783999 w 2733448"/>
                <a:gd name="connsiteY9" fmla="*/ 1412677 h 3175625"/>
                <a:gd name="connsiteX10" fmla="*/ 1069748 w 2733448"/>
                <a:gd name="connsiteY10" fmla="*/ 1311076 h 3175625"/>
                <a:gd name="connsiteX11" fmla="*/ 1717448 w 2733448"/>
                <a:gd name="connsiteY11" fmla="*/ 400398 h 3175625"/>
                <a:gd name="connsiteX0" fmla="*/ 1717448 w 2733448"/>
                <a:gd name="connsiteY0" fmla="*/ 400398 h 3130286"/>
                <a:gd name="connsiteX1" fmla="*/ 1920648 w 2733448"/>
                <a:gd name="connsiteY1" fmla="*/ 212526 h 3130286"/>
                <a:gd name="connsiteX2" fmla="*/ 2733448 w 2733448"/>
                <a:gd name="connsiteY2" fmla="*/ 22027 h 3130286"/>
                <a:gd name="connsiteX3" fmla="*/ 2187348 w 2733448"/>
                <a:gd name="connsiteY3" fmla="*/ 959198 h 3130286"/>
                <a:gd name="connsiteX4" fmla="*/ 2187348 w 2733448"/>
                <a:gd name="connsiteY4" fmla="*/ 1247576 h 3130286"/>
                <a:gd name="connsiteX5" fmla="*/ 1241198 w 2733448"/>
                <a:gd name="connsiteY5" fmla="*/ 2987476 h 3130286"/>
                <a:gd name="connsiteX6" fmla="*/ 669698 w 2733448"/>
                <a:gd name="connsiteY6" fmla="*/ 3044626 h 3130286"/>
                <a:gd name="connsiteX7" fmla="*/ 555399 w 2733448"/>
                <a:gd name="connsiteY7" fmla="*/ 3000176 h 3130286"/>
                <a:gd name="connsiteX8" fmla="*/ 91849 w 2733448"/>
                <a:gd name="connsiteY8" fmla="*/ 2536626 h 3130286"/>
                <a:gd name="connsiteX9" fmla="*/ 21999 w 2733448"/>
                <a:gd name="connsiteY9" fmla="*/ 2219127 h 3130286"/>
                <a:gd name="connsiteX10" fmla="*/ 783999 w 2733448"/>
                <a:gd name="connsiteY10" fmla="*/ 1412677 h 3130286"/>
                <a:gd name="connsiteX11" fmla="*/ 1069748 w 2733448"/>
                <a:gd name="connsiteY11" fmla="*/ 1311076 h 3130286"/>
                <a:gd name="connsiteX12" fmla="*/ 1717448 w 2733448"/>
                <a:gd name="connsiteY12" fmla="*/ 400398 h 3130286"/>
                <a:gd name="connsiteX0" fmla="*/ 1717448 w 2733448"/>
                <a:gd name="connsiteY0" fmla="*/ 400398 h 3057570"/>
                <a:gd name="connsiteX1" fmla="*/ 1920648 w 2733448"/>
                <a:gd name="connsiteY1" fmla="*/ 212526 h 3057570"/>
                <a:gd name="connsiteX2" fmla="*/ 2733448 w 2733448"/>
                <a:gd name="connsiteY2" fmla="*/ 22027 h 3057570"/>
                <a:gd name="connsiteX3" fmla="*/ 2187348 w 2733448"/>
                <a:gd name="connsiteY3" fmla="*/ 959198 h 3057570"/>
                <a:gd name="connsiteX4" fmla="*/ 2187348 w 2733448"/>
                <a:gd name="connsiteY4" fmla="*/ 1247576 h 3057570"/>
                <a:gd name="connsiteX5" fmla="*/ 1590448 w 2733448"/>
                <a:gd name="connsiteY5" fmla="*/ 2689026 h 3057570"/>
                <a:gd name="connsiteX6" fmla="*/ 1241198 w 2733448"/>
                <a:gd name="connsiteY6" fmla="*/ 2987476 h 3057570"/>
                <a:gd name="connsiteX7" fmla="*/ 669698 w 2733448"/>
                <a:gd name="connsiteY7" fmla="*/ 3044626 h 3057570"/>
                <a:gd name="connsiteX8" fmla="*/ 555399 w 2733448"/>
                <a:gd name="connsiteY8" fmla="*/ 3000176 h 3057570"/>
                <a:gd name="connsiteX9" fmla="*/ 91849 w 2733448"/>
                <a:gd name="connsiteY9" fmla="*/ 2536626 h 3057570"/>
                <a:gd name="connsiteX10" fmla="*/ 21999 w 2733448"/>
                <a:gd name="connsiteY10" fmla="*/ 2219127 h 3057570"/>
                <a:gd name="connsiteX11" fmla="*/ 783999 w 2733448"/>
                <a:gd name="connsiteY11" fmla="*/ 1412677 h 3057570"/>
                <a:gd name="connsiteX12" fmla="*/ 1069748 w 2733448"/>
                <a:gd name="connsiteY12" fmla="*/ 1311076 h 3057570"/>
                <a:gd name="connsiteX13" fmla="*/ 1717448 w 2733448"/>
                <a:gd name="connsiteY13" fmla="*/ 400398 h 3057570"/>
                <a:gd name="connsiteX0" fmla="*/ 1717448 w 2733448"/>
                <a:gd name="connsiteY0" fmla="*/ 400398 h 3057570"/>
                <a:gd name="connsiteX1" fmla="*/ 1920648 w 2733448"/>
                <a:gd name="connsiteY1" fmla="*/ 212526 h 3057570"/>
                <a:gd name="connsiteX2" fmla="*/ 2733448 w 2733448"/>
                <a:gd name="connsiteY2" fmla="*/ 22027 h 3057570"/>
                <a:gd name="connsiteX3" fmla="*/ 2187348 w 2733448"/>
                <a:gd name="connsiteY3" fmla="*/ 959198 h 3057570"/>
                <a:gd name="connsiteX4" fmla="*/ 2187348 w 2733448"/>
                <a:gd name="connsiteY4" fmla="*/ 1247576 h 3057570"/>
                <a:gd name="connsiteX5" fmla="*/ 1850798 w 2733448"/>
                <a:gd name="connsiteY5" fmla="*/ 2219126 h 3057570"/>
                <a:gd name="connsiteX6" fmla="*/ 1590448 w 2733448"/>
                <a:gd name="connsiteY6" fmla="*/ 2689026 h 3057570"/>
                <a:gd name="connsiteX7" fmla="*/ 1241198 w 2733448"/>
                <a:gd name="connsiteY7" fmla="*/ 2987476 h 3057570"/>
                <a:gd name="connsiteX8" fmla="*/ 669698 w 2733448"/>
                <a:gd name="connsiteY8" fmla="*/ 3044626 h 3057570"/>
                <a:gd name="connsiteX9" fmla="*/ 555399 w 2733448"/>
                <a:gd name="connsiteY9" fmla="*/ 3000176 h 3057570"/>
                <a:gd name="connsiteX10" fmla="*/ 91849 w 2733448"/>
                <a:gd name="connsiteY10" fmla="*/ 2536626 h 3057570"/>
                <a:gd name="connsiteX11" fmla="*/ 21999 w 2733448"/>
                <a:gd name="connsiteY11" fmla="*/ 2219127 h 3057570"/>
                <a:gd name="connsiteX12" fmla="*/ 783999 w 2733448"/>
                <a:gd name="connsiteY12" fmla="*/ 1412677 h 3057570"/>
                <a:gd name="connsiteX13" fmla="*/ 1069748 w 2733448"/>
                <a:gd name="connsiteY13" fmla="*/ 1311076 h 3057570"/>
                <a:gd name="connsiteX14" fmla="*/ 1717448 w 2733448"/>
                <a:gd name="connsiteY14" fmla="*/ 400398 h 3057570"/>
                <a:gd name="connsiteX0" fmla="*/ 1717448 w 2733448"/>
                <a:gd name="connsiteY0" fmla="*/ 400398 h 3057570"/>
                <a:gd name="connsiteX1" fmla="*/ 1920648 w 2733448"/>
                <a:gd name="connsiteY1" fmla="*/ 212526 h 3057570"/>
                <a:gd name="connsiteX2" fmla="*/ 2733448 w 2733448"/>
                <a:gd name="connsiteY2" fmla="*/ 22027 h 3057570"/>
                <a:gd name="connsiteX3" fmla="*/ 2187348 w 2733448"/>
                <a:gd name="connsiteY3" fmla="*/ 959198 h 3057570"/>
                <a:gd name="connsiteX4" fmla="*/ 2479448 w 2733448"/>
                <a:gd name="connsiteY4" fmla="*/ 2009576 h 3057570"/>
                <a:gd name="connsiteX5" fmla="*/ 1850798 w 2733448"/>
                <a:gd name="connsiteY5" fmla="*/ 2219126 h 3057570"/>
                <a:gd name="connsiteX6" fmla="*/ 1590448 w 2733448"/>
                <a:gd name="connsiteY6" fmla="*/ 2689026 h 3057570"/>
                <a:gd name="connsiteX7" fmla="*/ 1241198 w 2733448"/>
                <a:gd name="connsiteY7" fmla="*/ 2987476 h 3057570"/>
                <a:gd name="connsiteX8" fmla="*/ 669698 w 2733448"/>
                <a:gd name="connsiteY8" fmla="*/ 3044626 h 3057570"/>
                <a:gd name="connsiteX9" fmla="*/ 555399 w 2733448"/>
                <a:gd name="connsiteY9" fmla="*/ 3000176 h 3057570"/>
                <a:gd name="connsiteX10" fmla="*/ 91849 w 2733448"/>
                <a:gd name="connsiteY10" fmla="*/ 2536626 h 3057570"/>
                <a:gd name="connsiteX11" fmla="*/ 21999 w 2733448"/>
                <a:gd name="connsiteY11" fmla="*/ 2219127 h 3057570"/>
                <a:gd name="connsiteX12" fmla="*/ 783999 w 2733448"/>
                <a:gd name="connsiteY12" fmla="*/ 1412677 h 3057570"/>
                <a:gd name="connsiteX13" fmla="*/ 1069748 w 2733448"/>
                <a:gd name="connsiteY13" fmla="*/ 1311076 h 3057570"/>
                <a:gd name="connsiteX14" fmla="*/ 1717448 w 2733448"/>
                <a:gd name="connsiteY14" fmla="*/ 400398 h 3057570"/>
                <a:gd name="connsiteX0" fmla="*/ 1717448 w 2898548"/>
                <a:gd name="connsiteY0" fmla="*/ 400398 h 3057570"/>
                <a:gd name="connsiteX1" fmla="*/ 1920648 w 2898548"/>
                <a:gd name="connsiteY1" fmla="*/ 212526 h 3057570"/>
                <a:gd name="connsiteX2" fmla="*/ 2733448 w 2898548"/>
                <a:gd name="connsiteY2" fmla="*/ 22027 h 3057570"/>
                <a:gd name="connsiteX3" fmla="*/ 2187348 w 2898548"/>
                <a:gd name="connsiteY3" fmla="*/ 959198 h 3057570"/>
                <a:gd name="connsiteX4" fmla="*/ 2898548 w 2898548"/>
                <a:gd name="connsiteY4" fmla="*/ 1920676 h 3057570"/>
                <a:gd name="connsiteX5" fmla="*/ 2479448 w 2898548"/>
                <a:gd name="connsiteY5" fmla="*/ 2009576 h 3057570"/>
                <a:gd name="connsiteX6" fmla="*/ 1850798 w 2898548"/>
                <a:gd name="connsiteY6" fmla="*/ 2219126 h 3057570"/>
                <a:gd name="connsiteX7" fmla="*/ 1590448 w 2898548"/>
                <a:gd name="connsiteY7" fmla="*/ 2689026 h 3057570"/>
                <a:gd name="connsiteX8" fmla="*/ 1241198 w 2898548"/>
                <a:gd name="connsiteY8" fmla="*/ 2987476 h 3057570"/>
                <a:gd name="connsiteX9" fmla="*/ 669698 w 2898548"/>
                <a:gd name="connsiteY9" fmla="*/ 3044626 h 3057570"/>
                <a:gd name="connsiteX10" fmla="*/ 555399 w 2898548"/>
                <a:gd name="connsiteY10" fmla="*/ 3000176 h 3057570"/>
                <a:gd name="connsiteX11" fmla="*/ 91849 w 2898548"/>
                <a:gd name="connsiteY11" fmla="*/ 2536626 h 3057570"/>
                <a:gd name="connsiteX12" fmla="*/ 21999 w 2898548"/>
                <a:gd name="connsiteY12" fmla="*/ 2219127 h 3057570"/>
                <a:gd name="connsiteX13" fmla="*/ 783999 w 2898548"/>
                <a:gd name="connsiteY13" fmla="*/ 1412677 h 3057570"/>
                <a:gd name="connsiteX14" fmla="*/ 1069748 w 2898548"/>
                <a:gd name="connsiteY14" fmla="*/ 1311076 h 3057570"/>
                <a:gd name="connsiteX15" fmla="*/ 1717448 w 2898548"/>
                <a:gd name="connsiteY15" fmla="*/ 400398 h 3057570"/>
                <a:gd name="connsiteX0" fmla="*/ 1717448 w 3212338"/>
                <a:gd name="connsiteY0" fmla="*/ 400398 h 3057570"/>
                <a:gd name="connsiteX1" fmla="*/ 1920648 w 3212338"/>
                <a:gd name="connsiteY1" fmla="*/ 212526 h 3057570"/>
                <a:gd name="connsiteX2" fmla="*/ 2733448 w 3212338"/>
                <a:gd name="connsiteY2" fmla="*/ 22027 h 3057570"/>
                <a:gd name="connsiteX3" fmla="*/ 3209698 w 3212338"/>
                <a:gd name="connsiteY3" fmla="*/ 1835498 h 3057570"/>
                <a:gd name="connsiteX4" fmla="*/ 2898548 w 3212338"/>
                <a:gd name="connsiteY4" fmla="*/ 1920676 h 3057570"/>
                <a:gd name="connsiteX5" fmla="*/ 2479448 w 3212338"/>
                <a:gd name="connsiteY5" fmla="*/ 2009576 h 3057570"/>
                <a:gd name="connsiteX6" fmla="*/ 1850798 w 3212338"/>
                <a:gd name="connsiteY6" fmla="*/ 2219126 h 3057570"/>
                <a:gd name="connsiteX7" fmla="*/ 1590448 w 3212338"/>
                <a:gd name="connsiteY7" fmla="*/ 2689026 h 3057570"/>
                <a:gd name="connsiteX8" fmla="*/ 1241198 w 3212338"/>
                <a:gd name="connsiteY8" fmla="*/ 2987476 h 3057570"/>
                <a:gd name="connsiteX9" fmla="*/ 669698 w 3212338"/>
                <a:gd name="connsiteY9" fmla="*/ 3044626 h 3057570"/>
                <a:gd name="connsiteX10" fmla="*/ 555399 w 3212338"/>
                <a:gd name="connsiteY10" fmla="*/ 3000176 h 3057570"/>
                <a:gd name="connsiteX11" fmla="*/ 91849 w 3212338"/>
                <a:gd name="connsiteY11" fmla="*/ 2536626 h 3057570"/>
                <a:gd name="connsiteX12" fmla="*/ 21999 w 3212338"/>
                <a:gd name="connsiteY12" fmla="*/ 2219127 h 3057570"/>
                <a:gd name="connsiteX13" fmla="*/ 783999 w 3212338"/>
                <a:gd name="connsiteY13" fmla="*/ 1412677 h 3057570"/>
                <a:gd name="connsiteX14" fmla="*/ 1069748 w 3212338"/>
                <a:gd name="connsiteY14" fmla="*/ 1311076 h 3057570"/>
                <a:gd name="connsiteX15" fmla="*/ 1717448 w 3212338"/>
                <a:gd name="connsiteY15" fmla="*/ 400398 h 3057570"/>
                <a:gd name="connsiteX0" fmla="*/ 1717448 w 3387498"/>
                <a:gd name="connsiteY0" fmla="*/ 400398 h 3057570"/>
                <a:gd name="connsiteX1" fmla="*/ 1920648 w 3387498"/>
                <a:gd name="connsiteY1" fmla="*/ 212526 h 3057570"/>
                <a:gd name="connsiteX2" fmla="*/ 2733448 w 3387498"/>
                <a:gd name="connsiteY2" fmla="*/ 22027 h 3057570"/>
                <a:gd name="connsiteX3" fmla="*/ 3387498 w 3387498"/>
                <a:gd name="connsiteY3" fmla="*/ 2174676 h 3057570"/>
                <a:gd name="connsiteX4" fmla="*/ 3209698 w 3387498"/>
                <a:gd name="connsiteY4" fmla="*/ 1835498 h 3057570"/>
                <a:gd name="connsiteX5" fmla="*/ 2898548 w 3387498"/>
                <a:gd name="connsiteY5" fmla="*/ 1920676 h 3057570"/>
                <a:gd name="connsiteX6" fmla="*/ 2479448 w 3387498"/>
                <a:gd name="connsiteY6" fmla="*/ 2009576 h 3057570"/>
                <a:gd name="connsiteX7" fmla="*/ 1850798 w 3387498"/>
                <a:gd name="connsiteY7" fmla="*/ 2219126 h 3057570"/>
                <a:gd name="connsiteX8" fmla="*/ 1590448 w 3387498"/>
                <a:gd name="connsiteY8" fmla="*/ 2689026 h 3057570"/>
                <a:gd name="connsiteX9" fmla="*/ 1241198 w 3387498"/>
                <a:gd name="connsiteY9" fmla="*/ 2987476 h 3057570"/>
                <a:gd name="connsiteX10" fmla="*/ 669698 w 3387498"/>
                <a:gd name="connsiteY10" fmla="*/ 3044626 h 3057570"/>
                <a:gd name="connsiteX11" fmla="*/ 555399 w 3387498"/>
                <a:gd name="connsiteY11" fmla="*/ 3000176 h 3057570"/>
                <a:gd name="connsiteX12" fmla="*/ 91849 w 3387498"/>
                <a:gd name="connsiteY12" fmla="*/ 2536626 h 3057570"/>
                <a:gd name="connsiteX13" fmla="*/ 21999 w 3387498"/>
                <a:gd name="connsiteY13" fmla="*/ 2219127 h 3057570"/>
                <a:gd name="connsiteX14" fmla="*/ 783999 w 3387498"/>
                <a:gd name="connsiteY14" fmla="*/ 1412677 h 3057570"/>
                <a:gd name="connsiteX15" fmla="*/ 1069748 w 3387498"/>
                <a:gd name="connsiteY15" fmla="*/ 1311076 h 3057570"/>
                <a:gd name="connsiteX16" fmla="*/ 1717448 w 3387498"/>
                <a:gd name="connsiteY16" fmla="*/ 400398 h 3057570"/>
                <a:gd name="connsiteX0" fmla="*/ 1717448 w 3870852"/>
                <a:gd name="connsiteY0" fmla="*/ 400398 h 3057570"/>
                <a:gd name="connsiteX1" fmla="*/ 1920648 w 3870852"/>
                <a:gd name="connsiteY1" fmla="*/ 212526 h 3057570"/>
                <a:gd name="connsiteX2" fmla="*/ 2733448 w 3870852"/>
                <a:gd name="connsiteY2" fmla="*/ 22027 h 3057570"/>
                <a:gd name="connsiteX3" fmla="*/ 3857398 w 3870852"/>
                <a:gd name="connsiteY3" fmla="*/ 2263576 h 3057570"/>
                <a:gd name="connsiteX4" fmla="*/ 3387498 w 3870852"/>
                <a:gd name="connsiteY4" fmla="*/ 2174676 h 3057570"/>
                <a:gd name="connsiteX5" fmla="*/ 3209698 w 3870852"/>
                <a:gd name="connsiteY5" fmla="*/ 1835498 h 3057570"/>
                <a:gd name="connsiteX6" fmla="*/ 2898548 w 3870852"/>
                <a:gd name="connsiteY6" fmla="*/ 1920676 h 3057570"/>
                <a:gd name="connsiteX7" fmla="*/ 2479448 w 3870852"/>
                <a:gd name="connsiteY7" fmla="*/ 2009576 h 3057570"/>
                <a:gd name="connsiteX8" fmla="*/ 1850798 w 3870852"/>
                <a:gd name="connsiteY8" fmla="*/ 2219126 h 3057570"/>
                <a:gd name="connsiteX9" fmla="*/ 1590448 w 3870852"/>
                <a:gd name="connsiteY9" fmla="*/ 2689026 h 3057570"/>
                <a:gd name="connsiteX10" fmla="*/ 1241198 w 3870852"/>
                <a:gd name="connsiteY10" fmla="*/ 2987476 h 3057570"/>
                <a:gd name="connsiteX11" fmla="*/ 669698 w 3870852"/>
                <a:gd name="connsiteY11" fmla="*/ 3044626 h 3057570"/>
                <a:gd name="connsiteX12" fmla="*/ 555399 w 3870852"/>
                <a:gd name="connsiteY12" fmla="*/ 3000176 h 3057570"/>
                <a:gd name="connsiteX13" fmla="*/ 91849 w 3870852"/>
                <a:gd name="connsiteY13" fmla="*/ 2536626 h 3057570"/>
                <a:gd name="connsiteX14" fmla="*/ 21999 w 3870852"/>
                <a:gd name="connsiteY14" fmla="*/ 2219127 h 3057570"/>
                <a:gd name="connsiteX15" fmla="*/ 783999 w 3870852"/>
                <a:gd name="connsiteY15" fmla="*/ 1412677 h 3057570"/>
                <a:gd name="connsiteX16" fmla="*/ 1069748 w 3870852"/>
                <a:gd name="connsiteY16" fmla="*/ 1311076 h 3057570"/>
                <a:gd name="connsiteX17" fmla="*/ 1717448 w 3870852"/>
                <a:gd name="connsiteY17" fmla="*/ 400398 h 3057570"/>
                <a:gd name="connsiteX0" fmla="*/ 1717448 w 4744088"/>
                <a:gd name="connsiteY0" fmla="*/ 400398 h 3057570"/>
                <a:gd name="connsiteX1" fmla="*/ 1920648 w 4744088"/>
                <a:gd name="connsiteY1" fmla="*/ 212526 h 3057570"/>
                <a:gd name="connsiteX2" fmla="*/ 2733448 w 4744088"/>
                <a:gd name="connsiteY2" fmla="*/ 22027 h 3057570"/>
                <a:gd name="connsiteX3" fmla="*/ 4720998 w 4744088"/>
                <a:gd name="connsiteY3" fmla="*/ 2009576 h 3057570"/>
                <a:gd name="connsiteX4" fmla="*/ 3857398 w 4744088"/>
                <a:gd name="connsiteY4" fmla="*/ 2263576 h 3057570"/>
                <a:gd name="connsiteX5" fmla="*/ 3387498 w 4744088"/>
                <a:gd name="connsiteY5" fmla="*/ 2174676 h 3057570"/>
                <a:gd name="connsiteX6" fmla="*/ 3209698 w 4744088"/>
                <a:gd name="connsiteY6" fmla="*/ 1835498 h 3057570"/>
                <a:gd name="connsiteX7" fmla="*/ 2898548 w 4744088"/>
                <a:gd name="connsiteY7" fmla="*/ 1920676 h 3057570"/>
                <a:gd name="connsiteX8" fmla="*/ 2479448 w 4744088"/>
                <a:gd name="connsiteY8" fmla="*/ 2009576 h 3057570"/>
                <a:gd name="connsiteX9" fmla="*/ 1850798 w 4744088"/>
                <a:gd name="connsiteY9" fmla="*/ 2219126 h 3057570"/>
                <a:gd name="connsiteX10" fmla="*/ 1590448 w 4744088"/>
                <a:gd name="connsiteY10" fmla="*/ 2689026 h 3057570"/>
                <a:gd name="connsiteX11" fmla="*/ 1241198 w 4744088"/>
                <a:gd name="connsiteY11" fmla="*/ 2987476 h 3057570"/>
                <a:gd name="connsiteX12" fmla="*/ 669698 w 4744088"/>
                <a:gd name="connsiteY12" fmla="*/ 3044626 h 3057570"/>
                <a:gd name="connsiteX13" fmla="*/ 555399 w 4744088"/>
                <a:gd name="connsiteY13" fmla="*/ 3000176 h 3057570"/>
                <a:gd name="connsiteX14" fmla="*/ 91849 w 4744088"/>
                <a:gd name="connsiteY14" fmla="*/ 2536626 h 3057570"/>
                <a:gd name="connsiteX15" fmla="*/ 21999 w 4744088"/>
                <a:gd name="connsiteY15" fmla="*/ 2219127 h 3057570"/>
                <a:gd name="connsiteX16" fmla="*/ 783999 w 4744088"/>
                <a:gd name="connsiteY16" fmla="*/ 1412677 h 3057570"/>
                <a:gd name="connsiteX17" fmla="*/ 1069748 w 4744088"/>
                <a:gd name="connsiteY17" fmla="*/ 1311076 h 3057570"/>
                <a:gd name="connsiteX18" fmla="*/ 1717448 w 4744088"/>
                <a:gd name="connsiteY18" fmla="*/ 400398 h 3057570"/>
                <a:gd name="connsiteX0" fmla="*/ 1717448 w 5091327"/>
                <a:gd name="connsiteY0" fmla="*/ 400398 h 3057570"/>
                <a:gd name="connsiteX1" fmla="*/ 1920648 w 5091327"/>
                <a:gd name="connsiteY1" fmla="*/ 212526 h 3057570"/>
                <a:gd name="connsiteX2" fmla="*/ 2733448 w 5091327"/>
                <a:gd name="connsiteY2" fmla="*/ 22027 h 3057570"/>
                <a:gd name="connsiteX3" fmla="*/ 4981348 w 5091327"/>
                <a:gd name="connsiteY3" fmla="*/ 961826 h 3057570"/>
                <a:gd name="connsiteX4" fmla="*/ 4720998 w 5091327"/>
                <a:gd name="connsiteY4" fmla="*/ 2009576 h 3057570"/>
                <a:gd name="connsiteX5" fmla="*/ 3857398 w 5091327"/>
                <a:gd name="connsiteY5" fmla="*/ 2263576 h 3057570"/>
                <a:gd name="connsiteX6" fmla="*/ 3387498 w 5091327"/>
                <a:gd name="connsiteY6" fmla="*/ 2174676 h 3057570"/>
                <a:gd name="connsiteX7" fmla="*/ 3209698 w 5091327"/>
                <a:gd name="connsiteY7" fmla="*/ 1835498 h 3057570"/>
                <a:gd name="connsiteX8" fmla="*/ 2898548 w 5091327"/>
                <a:gd name="connsiteY8" fmla="*/ 1920676 h 3057570"/>
                <a:gd name="connsiteX9" fmla="*/ 2479448 w 5091327"/>
                <a:gd name="connsiteY9" fmla="*/ 2009576 h 3057570"/>
                <a:gd name="connsiteX10" fmla="*/ 1850798 w 5091327"/>
                <a:gd name="connsiteY10" fmla="*/ 2219126 h 3057570"/>
                <a:gd name="connsiteX11" fmla="*/ 1590448 w 5091327"/>
                <a:gd name="connsiteY11" fmla="*/ 2689026 h 3057570"/>
                <a:gd name="connsiteX12" fmla="*/ 1241198 w 5091327"/>
                <a:gd name="connsiteY12" fmla="*/ 2987476 h 3057570"/>
                <a:gd name="connsiteX13" fmla="*/ 669698 w 5091327"/>
                <a:gd name="connsiteY13" fmla="*/ 3044626 h 3057570"/>
                <a:gd name="connsiteX14" fmla="*/ 555399 w 5091327"/>
                <a:gd name="connsiteY14" fmla="*/ 3000176 h 3057570"/>
                <a:gd name="connsiteX15" fmla="*/ 91849 w 5091327"/>
                <a:gd name="connsiteY15" fmla="*/ 2536626 h 3057570"/>
                <a:gd name="connsiteX16" fmla="*/ 21999 w 5091327"/>
                <a:gd name="connsiteY16" fmla="*/ 2219127 h 3057570"/>
                <a:gd name="connsiteX17" fmla="*/ 783999 w 5091327"/>
                <a:gd name="connsiteY17" fmla="*/ 1412677 h 3057570"/>
                <a:gd name="connsiteX18" fmla="*/ 1069748 w 5091327"/>
                <a:gd name="connsiteY18" fmla="*/ 1311076 h 3057570"/>
                <a:gd name="connsiteX19" fmla="*/ 1717448 w 5091327"/>
                <a:gd name="connsiteY19" fmla="*/ 400398 h 3057570"/>
                <a:gd name="connsiteX0" fmla="*/ 1717448 w 5088318"/>
                <a:gd name="connsiteY0" fmla="*/ 400398 h 3057570"/>
                <a:gd name="connsiteX1" fmla="*/ 1920648 w 5088318"/>
                <a:gd name="connsiteY1" fmla="*/ 212526 h 3057570"/>
                <a:gd name="connsiteX2" fmla="*/ 2733448 w 5088318"/>
                <a:gd name="connsiteY2" fmla="*/ 22027 h 3057570"/>
                <a:gd name="connsiteX3" fmla="*/ 4905148 w 5088318"/>
                <a:gd name="connsiteY3" fmla="*/ 707826 h 3057570"/>
                <a:gd name="connsiteX4" fmla="*/ 4981348 w 5088318"/>
                <a:gd name="connsiteY4" fmla="*/ 961826 h 3057570"/>
                <a:gd name="connsiteX5" fmla="*/ 4720998 w 5088318"/>
                <a:gd name="connsiteY5" fmla="*/ 2009576 h 3057570"/>
                <a:gd name="connsiteX6" fmla="*/ 3857398 w 5088318"/>
                <a:gd name="connsiteY6" fmla="*/ 2263576 h 3057570"/>
                <a:gd name="connsiteX7" fmla="*/ 3387498 w 5088318"/>
                <a:gd name="connsiteY7" fmla="*/ 2174676 h 3057570"/>
                <a:gd name="connsiteX8" fmla="*/ 3209698 w 5088318"/>
                <a:gd name="connsiteY8" fmla="*/ 1835498 h 3057570"/>
                <a:gd name="connsiteX9" fmla="*/ 2898548 w 5088318"/>
                <a:gd name="connsiteY9" fmla="*/ 1920676 h 3057570"/>
                <a:gd name="connsiteX10" fmla="*/ 2479448 w 5088318"/>
                <a:gd name="connsiteY10" fmla="*/ 2009576 h 3057570"/>
                <a:gd name="connsiteX11" fmla="*/ 1850798 w 5088318"/>
                <a:gd name="connsiteY11" fmla="*/ 2219126 h 3057570"/>
                <a:gd name="connsiteX12" fmla="*/ 1590448 w 5088318"/>
                <a:gd name="connsiteY12" fmla="*/ 2689026 h 3057570"/>
                <a:gd name="connsiteX13" fmla="*/ 1241198 w 5088318"/>
                <a:gd name="connsiteY13" fmla="*/ 2987476 h 3057570"/>
                <a:gd name="connsiteX14" fmla="*/ 669698 w 5088318"/>
                <a:gd name="connsiteY14" fmla="*/ 3044626 h 3057570"/>
                <a:gd name="connsiteX15" fmla="*/ 555399 w 5088318"/>
                <a:gd name="connsiteY15" fmla="*/ 3000176 h 3057570"/>
                <a:gd name="connsiteX16" fmla="*/ 91849 w 5088318"/>
                <a:gd name="connsiteY16" fmla="*/ 2536626 h 3057570"/>
                <a:gd name="connsiteX17" fmla="*/ 21999 w 5088318"/>
                <a:gd name="connsiteY17" fmla="*/ 2219127 h 3057570"/>
                <a:gd name="connsiteX18" fmla="*/ 783999 w 5088318"/>
                <a:gd name="connsiteY18" fmla="*/ 1412677 h 3057570"/>
                <a:gd name="connsiteX19" fmla="*/ 1069748 w 5088318"/>
                <a:gd name="connsiteY19" fmla="*/ 1311076 h 3057570"/>
                <a:gd name="connsiteX20" fmla="*/ 1717448 w 5088318"/>
                <a:gd name="connsiteY20" fmla="*/ 400398 h 3057570"/>
                <a:gd name="connsiteX0" fmla="*/ 1717448 w 4982870"/>
                <a:gd name="connsiteY0" fmla="*/ 400398 h 3057570"/>
                <a:gd name="connsiteX1" fmla="*/ 1920648 w 4982870"/>
                <a:gd name="connsiteY1" fmla="*/ 212526 h 3057570"/>
                <a:gd name="connsiteX2" fmla="*/ 2733448 w 4982870"/>
                <a:gd name="connsiteY2" fmla="*/ 22027 h 3057570"/>
                <a:gd name="connsiteX3" fmla="*/ 4657498 w 4982870"/>
                <a:gd name="connsiteY3" fmla="*/ 504626 h 3057570"/>
                <a:gd name="connsiteX4" fmla="*/ 4905148 w 4982870"/>
                <a:gd name="connsiteY4" fmla="*/ 707826 h 3057570"/>
                <a:gd name="connsiteX5" fmla="*/ 4981348 w 4982870"/>
                <a:gd name="connsiteY5" fmla="*/ 961826 h 3057570"/>
                <a:gd name="connsiteX6" fmla="*/ 4720998 w 4982870"/>
                <a:gd name="connsiteY6" fmla="*/ 2009576 h 3057570"/>
                <a:gd name="connsiteX7" fmla="*/ 3857398 w 4982870"/>
                <a:gd name="connsiteY7" fmla="*/ 2263576 h 3057570"/>
                <a:gd name="connsiteX8" fmla="*/ 3387498 w 4982870"/>
                <a:gd name="connsiteY8" fmla="*/ 2174676 h 3057570"/>
                <a:gd name="connsiteX9" fmla="*/ 3209698 w 4982870"/>
                <a:gd name="connsiteY9" fmla="*/ 1835498 h 3057570"/>
                <a:gd name="connsiteX10" fmla="*/ 2898548 w 4982870"/>
                <a:gd name="connsiteY10" fmla="*/ 1920676 h 3057570"/>
                <a:gd name="connsiteX11" fmla="*/ 2479448 w 4982870"/>
                <a:gd name="connsiteY11" fmla="*/ 2009576 h 3057570"/>
                <a:gd name="connsiteX12" fmla="*/ 1850798 w 4982870"/>
                <a:gd name="connsiteY12" fmla="*/ 2219126 h 3057570"/>
                <a:gd name="connsiteX13" fmla="*/ 1590448 w 4982870"/>
                <a:gd name="connsiteY13" fmla="*/ 2689026 h 3057570"/>
                <a:gd name="connsiteX14" fmla="*/ 1241198 w 4982870"/>
                <a:gd name="connsiteY14" fmla="*/ 2987476 h 3057570"/>
                <a:gd name="connsiteX15" fmla="*/ 669698 w 4982870"/>
                <a:gd name="connsiteY15" fmla="*/ 3044626 h 3057570"/>
                <a:gd name="connsiteX16" fmla="*/ 555399 w 4982870"/>
                <a:gd name="connsiteY16" fmla="*/ 3000176 h 3057570"/>
                <a:gd name="connsiteX17" fmla="*/ 91849 w 4982870"/>
                <a:gd name="connsiteY17" fmla="*/ 2536626 h 3057570"/>
                <a:gd name="connsiteX18" fmla="*/ 21999 w 4982870"/>
                <a:gd name="connsiteY18" fmla="*/ 2219127 h 3057570"/>
                <a:gd name="connsiteX19" fmla="*/ 783999 w 4982870"/>
                <a:gd name="connsiteY19" fmla="*/ 1412677 h 3057570"/>
                <a:gd name="connsiteX20" fmla="*/ 1069748 w 4982870"/>
                <a:gd name="connsiteY20" fmla="*/ 1311076 h 3057570"/>
                <a:gd name="connsiteX21" fmla="*/ 1717448 w 4982870"/>
                <a:gd name="connsiteY21" fmla="*/ 400398 h 3057570"/>
                <a:gd name="connsiteX0" fmla="*/ 1717448 w 4982870"/>
                <a:gd name="connsiteY0" fmla="*/ 400398 h 3057570"/>
                <a:gd name="connsiteX1" fmla="*/ 1920648 w 4982870"/>
                <a:gd name="connsiteY1" fmla="*/ 212526 h 3057570"/>
                <a:gd name="connsiteX2" fmla="*/ 2733448 w 4982870"/>
                <a:gd name="connsiteY2" fmla="*/ 22027 h 3057570"/>
                <a:gd name="connsiteX3" fmla="*/ 4206648 w 4982870"/>
                <a:gd name="connsiteY3" fmla="*/ 394136 h 3057570"/>
                <a:gd name="connsiteX4" fmla="*/ 4657498 w 4982870"/>
                <a:gd name="connsiteY4" fmla="*/ 504626 h 3057570"/>
                <a:gd name="connsiteX5" fmla="*/ 4905148 w 4982870"/>
                <a:gd name="connsiteY5" fmla="*/ 707826 h 3057570"/>
                <a:gd name="connsiteX6" fmla="*/ 4981348 w 4982870"/>
                <a:gd name="connsiteY6" fmla="*/ 961826 h 3057570"/>
                <a:gd name="connsiteX7" fmla="*/ 4720998 w 4982870"/>
                <a:gd name="connsiteY7" fmla="*/ 2009576 h 3057570"/>
                <a:gd name="connsiteX8" fmla="*/ 3857398 w 4982870"/>
                <a:gd name="connsiteY8" fmla="*/ 2263576 h 3057570"/>
                <a:gd name="connsiteX9" fmla="*/ 3387498 w 4982870"/>
                <a:gd name="connsiteY9" fmla="*/ 2174676 h 3057570"/>
                <a:gd name="connsiteX10" fmla="*/ 3209698 w 4982870"/>
                <a:gd name="connsiteY10" fmla="*/ 1835498 h 3057570"/>
                <a:gd name="connsiteX11" fmla="*/ 2898548 w 4982870"/>
                <a:gd name="connsiteY11" fmla="*/ 1920676 h 3057570"/>
                <a:gd name="connsiteX12" fmla="*/ 2479448 w 4982870"/>
                <a:gd name="connsiteY12" fmla="*/ 2009576 h 3057570"/>
                <a:gd name="connsiteX13" fmla="*/ 1850798 w 4982870"/>
                <a:gd name="connsiteY13" fmla="*/ 2219126 h 3057570"/>
                <a:gd name="connsiteX14" fmla="*/ 1590448 w 4982870"/>
                <a:gd name="connsiteY14" fmla="*/ 2689026 h 3057570"/>
                <a:gd name="connsiteX15" fmla="*/ 1241198 w 4982870"/>
                <a:gd name="connsiteY15" fmla="*/ 2987476 h 3057570"/>
                <a:gd name="connsiteX16" fmla="*/ 669698 w 4982870"/>
                <a:gd name="connsiteY16" fmla="*/ 3044626 h 3057570"/>
                <a:gd name="connsiteX17" fmla="*/ 555399 w 4982870"/>
                <a:gd name="connsiteY17" fmla="*/ 3000176 h 3057570"/>
                <a:gd name="connsiteX18" fmla="*/ 91849 w 4982870"/>
                <a:gd name="connsiteY18" fmla="*/ 2536626 h 3057570"/>
                <a:gd name="connsiteX19" fmla="*/ 21999 w 4982870"/>
                <a:gd name="connsiteY19" fmla="*/ 2219127 h 3057570"/>
                <a:gd name="connsiteX20" fmla="*/ 783999 w 4982870"/>
                <a:gd name="connsiteY20" fmla="*/ 1412677 h 3057570"/>
                <a:gd name="connsiteX21" fmla="*/ 1069748 w 4982870"/>
                <a:gd name="connsiteY21" fmla="*/ 1311076 h 3057570"/>
                <a:gd name="connsiteX22" fmla="*/ 1717448 w 4982870"/>
                <a:gd name="connsiteY22" fmla="*/ 400398 h 3057570"/>
                <a:gd name="connsiteX0" fmla="*/ 1717448 w 4982870"/>
                <a:gd name="connsiteY0" fmla="*/ 400398 h 3057570"/>
                <a:gd name="connsiteX1" fmla="*/ 1920648 w 4982870"/>
                <a:gd name="connsiteY1" fmla="*/ 212526 h 3057570"/>
                <a:gd name="connsiteX2" fmla="*/ 2733448 w 4982870"/>
                <a:gd name="connsiteY2" fmla="*/ 22027 h 3057570"/>
                <a:gd name="connsiteX3" fmla="*/ 3597048 w 4982870"/>
                <a:gd name="connsiteY3" fmla="*/ 241736 h 3057570"/>
                <a:gd name="connsiteX4" fmla="*/ 4206648 w 4982870"/>
                <a:gd name="connsiteY4" fmla="*/ 394136 h 3057570"/>
                <a:gd name="connsiteX5" fmla="*/ 4657498 w 4982870"/>
                <a:gd name="connsiteY5" fmla="*/ 504626 h 3057570"/>
                <a:gd name="connsiteX6" fmla="*/ 4905148 w 4982870"/>
                <a:gd name="connsiteY6" fmla="*/ 707826 h 3057570"/>
                <a:gd name="connsiteX7" fmla="*/ 4981348 w 4982870"/>
                <a:gd name="connsiteY7" fmla="*/ 961826 h 3057570"/>
                <a:gd name="connsiteX8" fmla="*/ 4720998 w 4982870"/>
                <a:gd name="connsiteY8" fmla="*/ 2009576 h 3057570"/>
                <a:gd name="connsiteX9" fmla="*/ 3857398 w 4982870"/>
                <a:gd name="connsiteY9" fmla="*/ 2263576 h 3057570"/>
                <a:gd name="connsiteX10" fmla="*/ 3387498 w 4982870"/>
                <a:gd name="connsiteY10" fmla="*/ 2174676 h 3057570"/>
                <a:gd name="connsiteX11" fmla="*/ 3209698 w 4982870"/>
                <a:gd name="connsiteY11" fmla="*/ 1835498 h 3057570"/>
                <a:gd name="connsiteX12" fmla="*/ 2898548 w 4982870"/>
                <a:gd name="connsiteY12" fmla="*/ 1920676 h 3057570"/>
                <a:gd name="connsiteX13" fmla="*/ 2479448 w 4982870"/>
                <a:gd name="connsiteY13" fmla="*/ 2009576 h 3057570"/>
                <a:gd name="connsiteX14" fmla="*/ 1850798 w 4982870"/>
                <a:gd name="connsiteY14" fmla="*/ 2219126 h 3057570"/>
                <a:gd name="connsiteX15" fmla="*/ 1590448 w 4982870"/>
                <a:gd name="connsiteY15" fmla="*/ 2689026 h 3057570"/>
                <a:gd name="connsiteX16" fmla="*/ 1241198 w 4982870"/>
                <a:gd name="connsiteY16" fmla="*/ 2987476 h 3057570"/>
                <a:gd name="connsiteX17" fmla="*/ 669698 w 4982870"/>
                <a:gd name="connsiteY17" fmla="*/ 3044626 h 3057570"/>
                <a:gd name="connsiteX18" fmla="*/ 555399 w 4982870"/>
                <a:gd name="connsiteY18" fmla="*/ 3000176 h 3057570"/>
                <a:gd name="connsiteX19" fmla="*/ 91849 w 4982870"/>
                <a:gd name="connsiteY19" fmla="*/ 2536626 h 3057570"/>
                <a:gd name="connsiteX20" fmla="*/ 21999 w 4982870"/>
                <a:gd name="connsiteY20" fmla="*/ 2219127 h 3057570"/>
                <a:gd name="connsiteX21" fmla="*/ 783999 w 4982870"/>
                <a:gd name="connsiteY21" fmla="*/ 1412677 h 3057570"/>
                <a:gd name="connsiteX22" fmla="*/ 1069748 w 4982870"/>
                <a:gd name="connsiteY22" fmla="*/ 1311076 h 3057570"/>
                <a:gd name="connsiteX23" fmla="*/ 1717448 w 4982870"/>
                <a:gd name="connsiteY23" fmla="*/ 400398 h 3057570"/>
                <a:gd name="connsiteX0" fmla="*/ 1717448 w 4982870"/>
                <a:gd name="connsiteY0" fmla="*/ 400398 h 3057570"/>
                <a:gd name="connsiteX1" fmla="*/ 1920648 w 4982870"/>
                <a:gd name="connsiteY1" fmla="*/ 212526 h 3057570"/>
                <a:gd name="connsiteX2" fmla="*/ 2733448 w 4982870"/>
                <a:gd name="connsiteY2" fmla="*/ 22027 h 3057570"/>
                <a:gd name="connsiteX3" fmla="*/ 3597048 w 4982870"/>
                <a:gd name="connsiteY3" fmla="*/ 241736 h 3057570"/>
                <a:gd name="connsiteX4" fmla="*/ 4206648 w 4982870"/>
                <a:gd name="connsiteY4" fmla="*/ 394136 h 3057570"/>
                <a:gd name="connsiteX5" fmla="*/ 4657498 w 4982870"/>
                <a:gd name="connsiteY5" fmla="*/ 504626 h 3057570"/>
                <a:gd name="connsiteX6" fmla="*/ 4905148 w 4982870"/>
                <a:gd name="connsiteY6" fmla="*/ 707826 h 3057570"/>
                <a:gd name="connsiteX7" fmla="*/ 4981348 w 4982870"/>
                <a:gd name="connsiteY7" fmla="*/ 961826 h 3057570"/>
                <a:gd name="connsiteX8" fmla="*/ 4720998 w 4982870"/>
                <a:gd name="connsiteY8" fmla="*/ 2009576 h 3057570"/>
                <a:gd name="connsiteX9" fmla="*/ 3857398 w 4982870"/>
                <a:gd name="connsiteY9" fmla="*/ 2263576 h 3057570"/>
                <a:gd name="connsiteX10" fmla="*/ 3387498 w 4982870"/>
                <a:gd name="connsiteY10" fmla="*/ 2174676 h 3057570"/>
                <a:gd name="connsiteX11" fmla="*/ 3209698 w 4982870"/>
                <a:gd name="connsiteY11" fmla="*/ 1835498 h 3057570"/>
                <a:gd name="connsiteX12" fmla="*/ 2898548 w 4982870"/>
                <a:gd name="connsiteY12" fmla="*/ 1920676 h 3057570"/>
                <a:gd name="connsiteX13" fmla="*/ 2479448 w 4982870"/>
                <a:gd name="connsiteY13" fmla="*/ 2009576 h 3057570"/>
                <a:gd name="connsiteX14" fmla="*/ 1850798 w 4982870"/>
                <a:gd name="connsiteY14" fmla="*/ 2219126 h 3057570"/>
                <a:gd name="connsiteX15" fmla="*/ 1590448 w 4982870"/>
                <a:gd name="connsiteY15" fmla="*/ 2689026 h 3057570"/>
                <a:gd name="connsiteX16" fmla="*/ 1241198 w 4982870"/>
                <a:gd name="connsiteY16" fmla="*/ 2987476 h 3057570"/>
                <a:gd name="connsiteX17" fmla="*/ 669698 w 4982870"/>
                <a:gd name="connsiteY17" fmla="*/ 3044626 h 3057570"/>
                <a:gd name="connsiteX18" fmla="*/ 555399 w 4982870"/>
                <a:gd name="connsiteY18" fmla="*/ 3000176 h 3057570"/>
                <a:gd name="connsiteX19" fmla="*/ 91849 w 4982870"/>
                <a:gd name="connsiteY19" fmla="*/ 2536626 h 3057570"/>
                <a:gd name="connsiteX20" fmla="*/ 21999 w 4982870"/>
                <a:gd name="connsiteY20" fmla="*/ 2219127 h 3057570"/>
                <a:gd name="connsiteX21" fmla="*/ 783999 w 4982870"/>
                <a:gd name="connsiteY21" fmla="*/ 1412677 h 3057570"/>
                <a:gd name="connsiteX22" fmla="*/ 1069748 w 4982870"/>
                <a:gd name="connsiteY22" fmla="*/ 1311076 h 3057570"/>
                <a:gd name="connsiteX23" fmla="*/ 1717448 w 4982870"/>
                <a:gd name="connsiteY23" fmla="*/ 400398 h 3057570"/>
                <a:gd name="connsiteX0" fmla="*/ 1717448 w 4982870"/>
                <a:gd name="connsiteY0" fmla="*/ 400398 h 3057570"/>
                <a:gd name="connsiteX1" fmla="*/ 1920648 w 4982870"/>
                <a:gd name="connsiteY1" fmla="*/ 212526 h 3057570"/>
                <a:gd name="connsiteX2" fmla="*/ 2733448 w 4982870"/>
                <a:gd name="connsiteY2" fmla="*/ 22027 h 3057570"/>
                <a:gd name="connsiteX3" fmla="*/ 3597048 w 4982870"/>
                <a:gd name="connsiteY3" fmla="*/ 241736 h 3057570"/>
                <a:gd name="connsiteX4" fmla="*/ 4206648 w 4982870"/>
                <a:gd name="connsiteY4" fmla="*/ 394136 h 3057570"/>
                <a:gd name="connsiteX5" fmla="*/ 4657498 w 4982870"/>
                <a:gd name="connsiteY5" fmla="*/ 504626 h 3057570"/>
                <a:gd name="connsiteX6" fmla="*/ 4905148 w 4982870"/>
                <a:gd name="connsiteY6" fmla="*/ 707826 h 3057570"/>
                <a:gd name="connsiteX7" fmla="*/ 4981348 w 4982870"/>
                <a:gd name="connsiteY7" fmla="*/ 961826 h 3057570"/>
                <a:gd name="connsiteX8" fmla="*/ 4720998 w 4982870"/>
                <a:gd name="connsiteY8" fmla="*/ 2009576 h 3057570"/>
                <a:gd name="connsiteX9" fmla="*/ 3857398 w 4982870"/>
                <a:gd name="connsiteY9" fmla="*/ 2263576 h 3057570"/>
                <a:gd name="connsiteX10" fmla="*/ 3387498 w 4982870"/>
                <a:gd name="connsiteY10" fmla="*/ 2174676 h 3057570"/>
                <a:gd name="connsiteX11" fmla="*/ 3209698 w 4982870"/>
                <a:gd name="connsiteY11" fmla="*/ 1835498 h 3057570"/>
                <a:gd name="connsiteX12" fmla="*/ 2898548 w 4982870"/>
                <a:gd name="connsiteY12" fmla="*/ 1920676 h 3057570"/>
                <a:gd name="connsiteX13" fmla="*/ 2479448 w 4982870"/>
                <a:gd name="connsiteY13" fmla="*/ 2009576 h 3057570"/>
                <a:gd name="connsiteX14" fmla="*/ 1850798 w 4982870"/>
                <a:gd name="connsiteY14" fmla="*/ 2219126 h 3057570"/>
                <a:gd name="connsiteX15" fmla="*/ 1590448 w 4982870"/>
                <a:gd name="connsiteY15" fmla="*/ 2689026 h 3057570"/>
                <a:gd name="connsiteX16" fmla="*/ 1241198 w 4982870"/>
                <a:gd name="connsiteY16" fmla="*/ 2987476 h 3057570"/>
                <a:gd name="connsiteX17" fmla="*/ 669698 w 4982870"/>
                <a:gd name="connsiteY17" fmla="*/ 3044626 h 3057570"/>
                <a:gd name="connsiteX18" fmla="*/ 555399 w 4982870"/>
                <a:gd name="connsiteY18" fmla="*/ 3000176 h 3057570"/>
                <a:gd name="connsiteX19" fmla="*/ 91849 w 4982870"/>
                <a:gd name="connsiteY19" fmla="*/ 2536626 h 3057570"/>
                <a:gd name="connsiteX20" fmla="*/ 21999 w 4982870"/>
                <a:gd name="connsiteY20" fmla="*/ 2219127 h 3057570"/>
                <a:gd name="connsiteX21" fmla="*/ 783999 w 4982870"/>
                <a:gd name="connsiteY21" fmla="*/ 1412677 h 3057570"/>
                <a:gd name="connsiteX22" fmla="*/ 1069748 w 4982870"/>
                <a:gd name="connsiteY22" fmla="*/ 1311076 h 3057570"/>
                <a:gd name="connsiteX23" fmla="*/ 1717448 w 4982870"/>
                <a:gd name="connsiteY23" fmla="*/ 400398 h 3057570"/>
                <a:gd name="connsiteX0" fmla="*/ 1717448 w 4982870"/>
                <a:gd name="connsiteY0" fmla="*/ 400398 h 3057570"/>
                <a:gd name="connsiteX1" fmla="*/ 1920648 w 4982870"/>
                <a:gd name="connsiteY1" fmla="*/ 212526 h 3057570"/>
                <a:gd name="connsiteX2" fmla="*/ 2733448 w 4982870"/>
                <a:gd name="connsiteY2" fmla="*/ 22027 h 3057570"/>
                <a:gd name="connsiteX3" fmla="*/ 3597048 w 4982870"/>
                <a:gd name="connsiteY3" fmla="*/ 241736 h 3057570"/>
                <a:gd name="connsiteX4" fmla="*/ 4206648 w 4982870"/>
                <a:gd name="connsiteY4" fmla="*/ 394136 h 3057570"/>
                <a:gd name="connsiteX5" fmla="*/ 4657498 w 4982870"/>
                <a:gd name="connsiteY5" fmla="*/ 504626 h 3057570"/>
                <a:gd name="connsiteX6" fmla="*/ 4905148 w 4982870"/>
                <a:gd name="connsiteY6" fmla="*/ 707826 h 3057570"/>
                <a:gd name="connsiteX7" fmla="*/ 4981348 w 4982870"/>
                <a:gd name="connsiteY7" fmla="*/ 961826 h 3057570"/>
                <a:gd name="connsiteX8" fmla="*/ 4720998 w 4982870"/>
                <a:gd name="connsiteY8" fmla="*/ 2009576 h 3057570"/>
                <a:gd name="connsiteX9" fmla="*/ 3857398 w 4982870"/>
                <a:gd name="connsiteY9" fmla="*/ 2263576 h 3057570"/>
                <a:gd name="connsiteX10" fmla="*/ 3387498 w 4982870"/>
                <a:gd name="connsiteY10" fmla="*/ 2174676 h 3057570"/>
                <a:gd name="connsiteX11" fmla="*/ 3209698 w 4982870"/>
                <a:gd name="connsiteY11" fmla="*/ 1835498 h 3057570"/>
                <a:gd name="connsiteX12" fmla="*/ 2898548 w 4982870"/>
                <a:gd name="connsiteY12" fmla="*/ 1920676 h 3057570"/>
                <a:gd name="connsiteX13" fmla="*/ 2479448 w 4982870"/>
                <a:gd name="connsiteY13" fmla="*/ 2009576 h 3057570"/>
                <a:gd name="connsiteX14" fmla="*/ 1850798 w 4982870"/>
                <a:gd name="connsiteY14" fmla="*/ 2219126 h 3057570"/>
                <a:gd name="connsiteX15" fmla="*/ 1590448 w 4982870"/>
                <a:gd name="connsiteY15" fmla="*/ 2689026 h 3057570"/>
                <a:gd name="connsiteX16" fmla="*/ 1241198 w 4982870"/>
                <a:gd name="connsiteY16" fmla="*/ 2987476 h 3057570"/>
                <a:gd name="connsiteX17" fmla="*/ 669698 w 4982870"/>
                <a:gd name="connsiteY17" fmla="*/ 3044626 h 3057570"/>
                <a:gd name="connsiteX18" fmla="*/ 555399 w 4982870"/>
                <a:gd name="connsiteY18" fmla="*/ 3000176 h 3057570"/>
                <a:gd name="connsiteX19" fmla="*/ 91849 w 4982870"/>
                <a:gd name="connsiteY19" fmla="*/ 2536626 h 3057570"/>
                <a:gd name="connsiteX20" fmla="*/ 21999 w 4982870"/>
                <a:gd name="connsiteY20" fmla="*/ 2219127 h 3057570"/>
                <a:gd name="connsiteX21" fmla="*/ 783999 w 4982870"/>
                <a:gd name="connsiteY21" fmla="*/ 1412677 h 3057570"/>
                <a:gd name="connsiteX22" fmla="*/ 1069748 w 4982870"/>
                <a:gd name="connsiteY22" fmla="*/ 1311076 h 3057570"/>
                <a:gd name="connsiteX23" fmla="*/ 1717448 w 4982870"/>
                <a:gd name="connsiteY23" fmla="*/ 400398 h 3057570"/>
                <a:gd name="connsiteX0" fmla="*/ 1717448 w 4982870"/>
                <a:gd name="connsiteY0" fmla="*/ 400398 h 3057570"/>
                <a:gd name="connsiteX1" fmla="*/ 1920648 w 4982870"/>
                <a:gd name="connsiteY1" fmla="*/ 212526 h 3057570"/>
                <a:gd name="connsiteX2" fmla="*/ 2733448 w 4982870"/>
                <a:gd name="connsiteY2" fmla="*/ 22027 h 3057570"/>
                <a:gd name="connsiteX3" fmla="*/ 3597048 w 4982870"/>
                <a:gd name="connsiteY3" fmla="*/ 241736 h 3057570"/>
                <a:gd name="connsiteX4" fmla="*/ 4206648 w 4982870"/>
                <a:gd name="connsiteY4" fmla="*/ 394136 h 3057570"/>
                <a:gd name="connsiteX5" fmla="*/ 4657498 w 4982870"/>
                <a:gd name="connsiteY5" fmla="*/ 504626 h 3057570"/>
                <a:gd name="connsiteX6" fmla="*/ 4905148 w 4982870"/>
                <a:gd name="connsiteY6" fmla="*/ 707826 h 3057570"/>
                <a:gd name="connsiteX7" fmla="*/ 4981348 w 4982870"/>
                <a:gd name="connsiteY7" fmla="*/ 961826 h 3057570"/>
                <a:gd name="connsiteX8" fmla="*/ 4720998 w 4982870"/>
                <a:gd name="connsiteY8" fmla="*/ 2009576 h 3057570"/>
                <a:gd name="connsiteX9" fmla="*/ 3857398 w 4982870"/>
                <a:gd name="connsiteY9" fmla="*/ 2263576 h 3057570"/>
                <a:gd name="connsiteX10" fmla="*/ 3387498 w 4982870"/>
                <a:gd name="connsiteY10" fmla="*/ 2174676 h 3057570"/>
                <a:gd name="connsiteX11" fmla="*/ 3209698 w 4982870"/>
                <a:gd name="connsiteY11" fmla="*/ 1835498 h 3057570"/>
                <a:gd name="connsiteX12" fmla="*/ 2898548 w 4982870"/>
                <a:gd name="connsiteY12" fmla="*/ 1920676 h 3057570"/>
                <a:gd name="connsiteX13" fmla="*/ 2479448 w 4982870"/>
                <a:gd name="connsiteY13" fmla="*/ 2009576 h 3057570"/>
                <a:gd name="connsiteX14" fmla="*/ 1850798 w 4982870"/>
                <a:gd name="connsiteY14" fmla="*/ 2219126 h 3057570"/>
                <a:gd name="connsiteX15" fmla="*/ 1590448 w 4982870"/>
                <a:gd name="connsiteY15" fmla="*/ 2689026 h 3057570"/>
                <a:gd name="connsiteX16" fmla="*/ 1241198 w 4982870"/>
                <a:gd name="connsiteY16" fmla="*/ 2987476 h 3057570"/>
                <a:gd name="connsiteX17" fmla="*/ 669698 w 4982870"/>
                <a:gd name="connsiteY17" fmla="*/ 3044626 h 3057570"/>
                <a:gd name="connsiteX18" fmla="*/ 555399 w 4982870"/>
                <a:gd name="connsiteY18" fmla="*/ 3000176 h 3057570"/>
                <a:gd name="connsiteX19" fmla="*/ 91849 w 4982870"/>
                <a:gd name="connsiteY19" fmla="*/ 2536626 h 3057570"/>
                <a:gd name="connsiteX20" fmla="*/ 21999 w 4982870"/>
                <a:gd name="connsiteY20" fmla="*/ 2219127 h 3057570"/>
                <a:gd name="connsiteX21" fmla="*/ 783999 w 4982870"/>
                <a:gd name="connsiteY21" fmla="*/ 1412677 h 3057570"/>
                <a:gd name="connsiteX22" fmla="*/ 1069748 w 4982870"/>
                <a:gd name="connsiteY22" fmla="*/ 1311076 h 3057570"/>
                <a:gd name="connsiteX23" fmla="*/ 1717448 w 4982870"/>
                <a:gd name="connsiteY23" fmla="*/ 400398 h 3057570"/>
                <a:gd name="connsiteX0" fmla="*/ 1717448 w 4982870"/>
                <a:gd name="connsiteY0" fmla="*/ 400398 h 3057570"/>
                <a:gd name="connsiteX1" fmla="*/ 1920648 w 4982870"/>
                <a:gd name="connsiteY1" fmla="*/ 212526 h 3057570"/>
                <a:gd name="connsiteX2" fmla="*/ 2733448 w 4982870"/>
                <a:gd name="connsiteY2" fmla="*/ 22027 h 3057570"/>
                <a:gd name="connsiteX3" fmla="*/ 3597048 w 4982870"/>
                <a:gd name="connsiteY3" fmla="*/ 241736 h 3057570"/>
                <a:gd name="connsiteX4" fmla="*/ 4206648 w 4982870"/>
                <a:gd name="connsiteY4" fmla="*/ 394136 h 3057570"/>
                <a:gd name="connsiteX5" fmla="*/ 4657498 w 4982870"/>
                <a:gd name="connsiteY5" fmla="*/ 504626 h 3057570"/>
                <a:gd name="connsiteX6" fmla="*/ 4905148 w 4982870"/>
                <a:gd name="connsiteY6" fmla="*/ 707826 h 3057570"/>
                <a:gd name="connsiteX7" fmla="*/ 4981348 w 4982870"/>
                <a:gd name="connsiteY7" fmla="*/ 961826 h 3057570"/>
                <a:gd name="connsiteX8" fmla="*/ 4720998 w 4982870"/>
                <a:gd name="connsiteY8" fmla="*/ 2009576 h 3057570"/>
                <a:gd name="connsiteX9" fmla="*/ 3857398 w 4982870"/>
                <a:gd name="connsiteY9" fmla="*/ 2263576 h 3057570"/>
                <a:gd name="connsiteX10" fmla="*/ 3387498 w 4982870"/>
                <a:gd name="connsiteY10" fmla="*/ 2174676 h 3057570"/>
                <a:gd name="connsiteX11" fmla="*/ 3209698 w 4982870"/>
                <a:gd name="connsiteY11" fmla="*/ 1835498 h 3057570"/>
                <a:gd name="connsiteX12" fmla="*/ 2898548 w 4982870"/>
                <a:gd name="connsiteY12" fmla="*/ 1920676 h 3057570"/>
                <a:gd name="connsiteX13" fmla="*/ 2479448 w 4982870"/>
                <a:gd name="connsiteY13" fmla="*/ 2009576 h 3057570"/>
                <a:gd name="connsiteX14" fmla="*/ 1850798 w 4982870"/>
                <a:gd name="connsiteY14" fmla="*/ 2219126 h 3057570"/>
                <a:gd name="connsiteX15" fmla="*/ 1590448 w 4982870"/>
                <a:gd name="connsiteY15" fmla="*/ 2689026 h 3057570"/>
                <a:gd name="connsiteX16" fmla="*/ 1241198 w 4982870"/>
                <a:gd name="connsiteY16" fmla="*/ 2987476 h 3057570"/>
                <a:gd name="connsiteX17" fmla="*/ 669698 w 4982870"/>
                <a:gd name="connsiteY17" fmla="*/ 3044626 h 3057570"/>
                <a:gd name="connsiteX18" fmla="*/ 555399 w 4982870"/>
                <a:gd name="connsiteY18" fmla="*/ 3000176 h 3057570"/>
                <a:gd name="connsiteX19" fmla="*/ 91849 w 4982870"/>
                <a:gd name="connsiteY19" fmla="*/ 2536626 h 3057570"/>
                <a:gd name="connsiteX20" fmla="*/ 21999 w 4982870"/>
                <a:gd name="connsiteY20" fmla="*/ 2219127 h 3057570"/>
                <a:gd name="connsiteX21" fmla="*/ 783999 w 4982870"/>
                <a:gd name="connsiteY21" fmla="*/ 1412677 h 3057570"/>
                <a:gd name="connsiteX22" fmla="*/ 1069748 w 4982870"/>
                <a:gd name="connsiteY22" fmla="*/ 1311076 h 3057570"/>
                <a:gd name="connsiteX23" fmla="*/ 1717448 w 4982870"/>
                <a:gd name="connsiteY23" fmla="*/ 400398 h 3057570"/>
                <a:gd name="connsiteX0" fmla="*/ 1717448 w 4982870"/>
                <a:gd name="connsiteY0" fmla="*/ 400398 h 3057570"/>
                <a:gd name="connsiteX1" fmla="*/ 1920648 w 4982870"/>
                <a:gd name="connsiteY1" fmla="*/ 212526 h 3057570"/>
                <a:gd name="connsiteX2" fmla="*/ 2733448 w 4982870"/>
                <a:gd name="connsiteY2" fmla="*/ 22027 h 3057570"/>
                <a:gd name="connsiteX3" fmla="*/ 3597048 w 4982870"/>
                <a:gd name="connsiteY3" fmla="*/ 241736 h 3057570"/>
                <a:gd name="connsiteX4" fmla="*/ 4206648 w 4982870"/>
                <a:gd name="connsiteY4" fmla="*/ 394136 h 3057570"/>
                <a:gd name="connsiteX5" fmla="*/ 4657498 w 4982870"/>
                <a:gd name="connsiteY5" fmla="*/ 504626 h 3057570"/>
                <a:gd name="connsiteX6" fmla="*/ 4905148 w 4982870"/>
                <a:gd name="connsiteY6" fmla="*/ 707826 h 3057570"/>
                <a:gd name="connsiteX7" fmla="*/ 4981348 w 4982870"/>
                <a:gd name="connsiteY7" fmla="*/ 961826 h 3057570"/>
                <a:gd name="connsiteX8" fmla="*/ 4720998 w 4982870"/>
                <a:gd name="connsiteY8" fmla="*/ 2009576 h 3057570"/>
                <a:gd name="connsiteX9" fmla="*/ 3857398 w 4982870"/>
                <a:gd name="connsiteY9" fmla="*/ 2263576 h 3057570"/>
                <a:gd name="connsiteX10" fmla="*/ 3387498 w 4982870"/>
                <a:gd name="connsiteY10" fmla="*/ 2174676 h 3057570"/>
                <a:gd name="connsiteX11" fmla="*/ 3209698 w 4982870"/>
                <a:gd name="connsiteY11" fmla="*/ 1835498 h 3057570"/>
                <a:gd name="connsiteX12" fmla="*/ 2898548 w 4982870"/>
                <a:gd name="connsiteY12" fmla="*/ 1920676 h 3057570"/>
                <a:gd name="connsiteX13" fmla="*/ 2479448 w 4982870"/>
                <a:gd name="connsiteY13" fmla="*/ 2009576 h 3057570"/>
                <a:gd name="connsiteX14" fmla="*/ 1850798 w 4982870"/>
                <a:gd name="connsiteY14" fmla="*/ 2219126 h 3057570"/>
                <a:gd name="connsiteX15" fmla="*/ 1590448 w 4982870"/>
                <a:gd name="connsiteY15" fmla="*/ 2689026 h 3057570"/>
                <a:gd name="connsiteX16" fmla="*/ 1241198 w 4982870"/>
                <a:gd name="connsiteY16" fmla="*/ 2987476 h 3057570"/>
                <a:gd name="connsiteX17" fmla="*/ 669698 w 4982870"/>
                <a:gd name="connsiteY17" fmla="*/ 3044626 h 3057570"/>
                <a:gd name="connsiteX18" fmla="*/ 555399 w 4982870"/>
                <a:gd name="connsiteY18" fmla="*/ 3000176 h 3057570"/>
                <a:gd name="connsiteX19" fmla="*/ 91849 w 4982870"/>
                <a:gd name="connsiteY19" fmla="*/ 2536626 h 3057570"/>
                <a:gd name="connsiteX20" fmla="*/ 21999 w 4982870"/>
                <a:gd name="connsiteY20" fmla="*/ 2219127 h 3057570"/>
                <a:gd name="connsiteX21" fmla="*/ 783999 w 4982870"/>
                <a:gd name="connsiteY21" fmla="*/ 1412677 h 3057570"/>
                <a:gd name="connsiteX22" fmla="*/ 1069748 w 4982870"/>
                <a:gd name="connsiteY22" fmla="*/ 1311076 h 3057570"/>
                <a:gd name="connsiteX23" fmla="*/ 1717448 w 4982870"/>
                <a:gd name="connsiteY23" fmla="*/ 400398 h 3057570"/>
                <a:gd name="connsiteX0" fmla="*/ 1717448 w 5073559"/>
                <a:gd name="connsiteY0" fmla="*/ 400398 h 3057570"/>
                <a:gd name="connsiteX1" fmla="*/ 1920648 w 5073559"/>
                <a:gd name="connsiteY1" fmla="*/ 212526 h 3057570"/>
                <a:gd name="connsiteX2" fmla="*/ 2733448 w 5073559"/>
                <a:gd name="connsiteY2" fmla="*/ 22027 h 3057570"/>
                <a:gd name="connsiteX3" fmla="*/ 3597048 w 5073559"/>
                <a:gd name="connsiteY3" fmla="*/ 241736 h 3057570"/>
                <a:gd name="connsiteX4" fmla="*/ 4206648 w 5073559"/>
                <a:gd name="connsiteY4" fmla="*/ 394136 h 3057570"/>
                <a:gd name="connsiteX5" fmla="*/ 4657498 w 5073559"/>
                <a:gd name="connsiteY5" fmla="*/ 504626 h 3057570"/>
                <a:gd name="connsiteX6" fmla="*/ 4905148 w 5073559"/>
                <a:gd name="connsiteY6" fmla="*/ 707826 h 3057570"/>
                <a:gd name="connsiteX7" fmla="*/ 4981348 w 5073559"/>
                <a:gd name="connsiteY7" fmla="*/ 961826 h 3057570"/>
                <a:gd name="connsiteX8" fmla="*/ 4720998 w 5073559"/>
                <a:gd name="connsiteY8" fmla="*/ 2009576 h 3057570"/>
                <a:gd name="connsiteX9" fmla="*/ 3857398 w 5073559"/>
                <a:gd name="connsiteY9" fmla="*/ 2263576 h 3057570"/>
                <a:gd name="connsiteX10" fmla="*/ 3387498 w 5073559"/>
                <a:gd name="connsiteY10" fmla="*/ 2174676 h 3057570"/>
                <a:gd name="connsiteX11" fmla="*/ 3209698 w 5073559"/>
                <a:gd name="connsiteY11" fmla="*/ 1835498 h 3057570"/>
                <a:gd name="connsiteX12" fmla="*/ 2898548 w 5073559"/>
                <a:gd name="connsiteY12" fmla="*/ 1920676 h 3057570"/>
                <a:gd name="connsiteX13" fmla="*/ 2479448 w 5073559"/>
                <a:gd name="connsiteY13" fmla="*/ 2009576 h 3057570"/>
                <a:gd name="connsiteX14" fmla="*/ 1850798 w 5073559"/>
                <a:gd name="connsiteY14" fmla="*/ 2219126 h 3057570"/>
                <a:gd name="connsiteX15" fmla="*/ 1590448 w 5073559"/>
                <a:gd name="connsiteY15" fmla="*/ 2689026 h 3057570"/>
                <a:gd name="connsiteX16" fmla="*/ 1241198 w 5073559"/>
                <a:gd name="connsiteY16" fmla="*/ 2987476 h 3057570"/>
                <a:gd name="connsiteX17" fmla="*/ 669698 w 5073559"/>
                <a:gd name="connsiteY17" fmla="*/ 3044626 h 3057570"/>
                <a:gd name="connsiteX18" fmla="*/ 555399 w 5073559"/>
                <a:gd name="connsiteY18" fmla="*/ 3000176 h 3057570"/>
                <a:gd name="connsiteX19" fmla="*/ 91849 w 5073559"/>
                <a:gd name="connsiteY19" fmla="*/ 2536626 h 3057570"/>
                <a:gd name="connsiteX20" fmla="*/ 21999 w 5073559"/>
                <a:gd name="connsiteY20" fmla="*/ 2219127 h 3057570"/>
                <a:gd name="connsiteX21" fmla="*/ 783999 w 5073559"/>
                <a:gd name="connsiteY21" fmla="*/ 1412677 h 3057570"/>
                <a:gd name="connsiteX22" fmla="*/ 1069748 w 5073559"/>
                <a:gd name="connsiteY22" fmla="*/ 1311076 h 3057570"/>
                <a:gd name="connsiteX23" fmla="*/ 1717448 w 5073559"/>
                <a:gd name="connsiteY23" fmla="*/ 400398 h 3057570"/>
                <a:gd name="connsiteX0" fmla="*/ 1717448 w 5202188"/>
                <a:gd name="connsiteY0" fmla="*/ 400398 h 3057570"/>
                <a:gd name="connsiteX1" fmla="*/ 1920648 w 5202188"/>
                <a:gd name="connsiteY1" fmla="*/ 212526 h 3057570"/>
                <a:gd name="connsiteX2" fmla="*/ 2733448 w 5202188"/>
                <a:gd name="connsiteY2" fmla="*/ 22027 h 3057570"/>
                <a:gd name="connsiteX3" fmla="*/ 3597048 w 5202188"/>
                <a:gd name="connsiteY3" fmla="*/ 241736 h 3057570"/>
                <a:gd name="connsiteX4" fmla="*/ 4206648 w 5202188"/>
                <a:gd name="connsiteY4" fmla="*/ 394136 h 3057570"/>
                <a:gd name="connsiteX5" fmla="*/ 4657498 w 5202188"/>
                <a:gd name="connsiteY5" fmla="*/ 504626 h 3057570"/>
                <a:gd name="connsiteX6" fmla="*/ 4905148 w 5202188"/>
                <a:gd name="connsiteY6" fmla="*/ 707826 h 3057570"/>
                <a:gd name="connsiteX7" fmla="*/ 4981348 w 5202188"/>
                <a:gd name="connsiteY7" fmla="*/ 961826 h 3057570"/>
                <a:gd name="connsiteX8" fmla="*/ 4720998 w 5202188"/>
                <a:gd name="connsiteY8" fmla="*/ 2009576 h 3057570"/>
                <a:gd name="connsiteX9" fmla="*/ 3857398 w 5202188"/>
                <a:gd name="connsiteY9" fmla="*/ 2263576 h 3057570"/>
                <a:gd name="connsiteX10" fmla="*/ 3387498 w 5202188"/>
                <a:gd name="connsiteY10" fmla="*/ 2174676 h 3057570"/>
                <a:gd name="connsiteX11" fmla="*/ 3209698 w 5202188"/>
                <a:gd name="connsiteY11" fmla="*/ 1835498 h 3057570"/>
                <a:gd name="connsiteX12" fmla="*/ 2898548 w 5202188"/>
                <a:gd name="connsiteY12" fmla="*/ 1920676 h 3057570"/>
                <a:gd name="connsiteX13" fmla="*/ 2479448 w 5202188"/>
                <a:gd name="connsiteY13" fmla="*/ 2009576 h 3057570"/>
                <a:gd name="connsiteX14" fmla="*/ 1850798 w 5202188"/>
                <a:gd name="connsiteY14" fmla="*/ 2219126 h 3057570"/>
                <a:gd name="connsiteX15" fmla="*/ 1590448 w 5202188"/>
                <a:gd name="connsiteY15" fmla="*/ 2689026 h 3057570"/>
                <a:gd name="connsiteX16" fmla="*/ 1241198 w 5202188"/>
                <a:gd name="connsiteY16" fmla="*/ 2987476 h 3057570"/>
                <a:gd name="connsiteX17" fmla="*/ 669698 w 5202188"/>
                <a:gd name="connsiteY17" fmla="*/ 3044626 h 3057570"/>
                <a:gd name="connsiteX18" fmla="*/ 555399 w 5202188"/>
                <a:gd name="connsiteY18" fmla="*/ 3000176 h 3057570"/>
                <a:gd name="connsiteX19" fmla="*/ 91849 w 5202188"/>
                <a:gd name="connsiteY19" fmla="*/ 2536626 h 3057570"/>
                <a:gd name="connsiteX20" fmla="*/ 21999 w 5202188"/>
                <a:gd name="connsiteY20" fmla="*/ 2219127 h 3057570"/>
                <a:gd name="connsiteX21" fmla="*/ 783999 w 5202188"/>
                <a:gd name="connsiteY21" fmla="*/ 1412677 h 3057570"/>
                <a:gd name="connsiteX22" fmla="*/ 1069748 w 5202188"/>
                <a:gd name="connsiteY22" fmla="*/ 1311076 h 3057570"/>
                <a:gd name="connsiteX23" fmla="*/ 1717448 w 5202188"/>
                <a:gd name="connsiteY23" fmla="*/ 400398 h 3057570"/>
                <a:gd name="connsiteX0" fmla="*/ 1717448 w 5202188"/>
                <a:gd name="connsiteY0" fmla="*/ 400398 h 3057570"/>
                <a:gd name="connsiteX1" fmla="*/ 1920648 w 5202188"/>
                <a:gd name="connsiteY1" fmla="*/ 212526 h 3057570"/>
                <a:gd name="connsiteX2" fmla="*/ 2733448 w 5202188"/>
                <a:gd name="connsiteY2" fmla="*/ 22027 h 3057570"/>
                <a:gd name="connsiteX3" fmla="*/ 3597048 w 5202188"/>
                <a:gd name="connsiteY3" fmla="*/ 241736 h 3057570"/>
                <a:gd name="connsiteX4" fmla="*/ 4206648 w 5202188"/>
                <a:gd name="connsiteY4" fmla="*/ 394136 h 3057570"/>
                <a:gd name="connsiteX5" fmla="*/ 4657498 w 5202188"/>
                <a:gd name="connsiteY5" fmla="*/ 504626 h 3057570"/>
                <a:gd name="connsiteX6" fmla="*/ 4905148 w 5202188"/>
                <a:gd name="connsiteY6" fmla="*/ 707826 h 3057570"/>
                <a:gd name="connsiteX7" fmla="*/ 4981348 w 5202188"/>
                <a:gd name="connsiteY7" fmla="*/ 961826 h 3057570"/>
                <a:gd name="connsiteX8" fmla="*/ 4720998 w 5202188"/>
                <a:gd name="connsiteY8" fmla="*/ 2009576 h 3057570"/>
                <a:gd name="connsiteX9" fmla="*/ 3857398 w 5202188"/>
                <a:gd name="connsiteY9" fmla="*/ 2263576 h 3057570"/>
                <a:gd name="connsiteX10" fmla="*/ 3387498 w 5202188"/>
                <a:gd name="connsiteY10" fmla="*/ 2174676 h 3057570"/>
                <a:gd name="connsiteX11" fmla="*/ 3209698 w 5202188"/>
                <a:gd name="connsiteY11" fmla="*/ 1835498 h 3057570"/>
                <a:gd name="connsiteX12" fmla="*/ 2898548 w 5202188"/>
                <a:gd name="connsiteY12" fmla="*/ 1920676 h 3057570"/>
                <a:gd name="connsiteX13" fmla="*/ 2479448 w 5202188"/>
                <a:gd name="connsiteY13" fmla="*/ 2009576 h 3057570"/>
                <a:gd name="connsiteX14" fmla="*/ 1850798 w 5202188"/>
                <a:gd name="connsiteY14" fmla="*/ 2219126 h 3057570"/>
                <a:gd name="connsiteX15" fmla="*/ 1590448 w 5202188"/>
                <a:gd name="connsiteY15" fmla="*/ 2689026 h 3057570"/>
                <a:gd name="connsiteX16" fmla="*/ 1241198 w 5202188"/>
                <a:gd name="connsiteY16" fmla="*/ 2987476 h 3057570"/>
                <a:gd name="connsiteX17" fmla="*/ 669698 w 5202188"/>
                <a:gd name="connsiteY17" fmla="*/ 3044626 h 3057570"/>
                <a:gd name="connsiteX18" fmla="*/ 555399 w 5202188"/>
                <a:gd name="connsiteY18" fmla="*/ 3000176 h 3057570"/>
                <a:gd name="connsiteX19" fmla="*/ 91849 w 5202188"/>
                <a:gd name="connsiteY19" fmla="*/ 2536626 h 3057570"/>
                <a:gd name="connsiteX20" fmla="*/ 21999 w 5202188"/>
                <a:gd name="connsiteY20" fmla="*/ 2219127 h 3057570"/>
                <a:gd name="connsiteX21" fmla="*/ 783999 w 5202188"/>
                <a:gd name="connsiteY21" fmla="*/ 1412677 h 3057570"/>
                <a:gd name="connsiteX22" fmla="*/ 1069748 w 5202188"/>
                <a:gd name="connsiteY22" fmla="*/ 1311076 h 3057570"/>
                <a:gd name="connsiteX23" fmla="*/ 1717448 w 5202188"/>
                <a:gd name="connsiteY23" fmla="*/ 400398 h 3057570"/>
                <a:gd name="connsiteX0" fmla="*/ 1717448 w 5202188"/>
                <a:gd name="connsiteY0" fmla="*/ 400398 h 3057570"/>
                <a:gd name="connsiteX1" fmla="*/ 1920648 w 5202188"/>
                <a:gd name="connsiteY1" fmla="*/ 212526 h 3057570"/>
                <a:gd name="connsiteX2" fmla="*/ 2733448 w 5202188"/>
                <a:gd name="connsiteY2" fmla="*/ 22027 h 3057570"/>
                <a:gd name="connsiteX3" fmla="*/ 3597048 w 5202188"/>
                <a:gd name="connsiteY3" fmla="*/ 241736 h 3057570"/>
                <a:gd name="connsiteX4" fmla="*/ 4206648 w 5202188"/>
                <a:gd name="connsiteY4" fmla="*/ 394136 h 3057570"/>
                <a:gd name="connsiteX5" fmla="*/ 4657498 w 5202188"/>
                <a:gd name="connsiteY5" fmla="*/ 504626 h 3057570"/>
                <a:gd name="connsiteX6" fmla="*/ 4905148 w 5202188"/>
                <a:gd name="connsiteY6" fmla="*/ 707826 h 3057570"/>
                <a:gd name="connsiteX7" fmla="*/ 4981348 w 5202188"/>
                <a:gd name="connsiteY7" fmla="*/ 961826 h 3057570"/>
                <a:gd name="connsiteX8" fmla="*/ 4720998 w 5202188"/>
                <a:gd name="connsiteY8" fmla="*/ 2009576 h 3057570"/>
                <a:gd name="connsiteX9" fmla="*/ 3857398 w 5202188"/>
                <a:gd name="connsiteY9" fmla="*/ 2263576 h 3057570"/>
                <a:gd name="connsiteX10" fmla="*/ 3387498 w 5202188"/>
                <a:gd name="connsiteY10" fmla="*/ 2174676 h 3057570"/>
                <a:gd name="connsiteX11" fmla="*/ 3209698 w 5202188"/>
                <a:gd name="connsiteY11" fmla="*/ 1835498 h 3057570"/>
                <a:gd name="connsiteX12" fmla="*/ 2898548 w 5202188"/>
                <a:gd name="connsiteY12" fmla="*/ 1920676 h 3057570"/>
                <a:gd name="connsiteX13" fmla="*/ 2479448 w 5202188"/>
                <a:gd name="connsiteY13" fmla="*/ 2009576 h 3057570"/>
                <a:gd name="connsiteX14" fmla="*/ 1850798 w 5202188"/>
                <a:gd name="connsiteY14" fmla="*/ 2219126 h 3057570"/>
                <a:gd name="connsiteX15" fmla="*/ 1590448 w 5202188"/>
                <a:gd name="connsiteY15" fmla="*/ 2689026 h 3057570"/>
                <a:gd name="connsiteX16" fmla="*/ 1241198 w 5202188"/>
                <a:gd name="connsiteY16" fmla="*/ 2987476 h 3057570"/>
                <a:gd name="connsiteX17" fmla="*/ 669698 w 5202188"/>
                <a:gd name="connsiteY17" fmla="*/ 3044626 h 3057570"/>
                <a:gd name="connsiteX18" fmla="*/ 555399 w 5202188"/>
                <a:gd name="connsiteY18" fmla="*/ 3000176 h 3057570"/>
                <a:gd name="connsiteX19" fmla="*/ 91849 w 5202188"/>
                <a:gd name="connsiteY19" fmla="*/ 2536626 h 3057570"/>
                <a:gd name="connsiteX20" fmla="*/ 21999 w 5202188"/>
                <a:gd name="connsiteY20" fmla="*/ 2219127 h 3057570"/>
                <a:gd name="connsiteX21" fmla="*/ 783999 w 5202188"/>
                <a:gd name="connsiteY21" fmla="*/ 1412677 h 3057570"/>
                <a:gd name="connsiteX22" fmla="*/ 1069748 w 5202188"/>
                <a:gd name="connsiteY22" fmla="*/ 1311076 h 3057570"/>
                <a:gd name="connsiteX23" fmla="*/ 1717448 w 5202188"/>
                <a:gd name="connsiteY23" fmla="*/ 400398 h 3057570"/>
                <a:gd name="connsiteX0" fmla="*/ 1717448 w 5202188"/>
                <a:gd name="connsiteY0" fmla="*/ 400398 h 3057570"/>
                <a:gd name="connsiteX1" fmla="*/ 1920648 w 5202188"/>
                <a:gd name="connsiteY1" fmla="*/ 212526 h 3057570"/>
                <a:gd name="connsiteX2" fmla="*/ 2733448 w 5202188"/>
                <a:gd name="connsiteY2" fmla="*/ 22027 h 3057570"/>
                <a:gd name="connsiteX3" fmla="*/ 3597048 w 5202188"/>
                <a:gd name="connsiteY3" fmla="*/ 241736 h 3057570"/>
                <a:gd name="connsiteX4" fmla="*/ 4206648 w 5202188"/>
                <a:gd name="connsiteY4" fmla="*/ 394136 h 3057570"/>
                <a:gd name="connsiteX5" fmla="*/ 4657498 w 5202188"/>
                <a:gd name="connsiteY5" fmla="*/ 504626 h 3057570"/>
                <a:gd name="connsiteX6" fmla="*/ 4905148 w 5202188"/>
                <a:gd name="connsiteY6" fmla="*/ 707826 h 3057570"/>
                <a:gd name="connsiteX7" fmla="*/ 4981348 w 5202188"/>
                <a:gd name="connsiteY7" fmla="*/ 961826 h 3057570"/>
                <a:gd name="connsiteX8" fmla="*/ 4720998 w 5202188"/>
                <a:gd name="connsiteY8" fmla="*/ 2009576 h 3057570"/>
                <a:gd name="connsiteX9" fmla="*/ 3857398 w 5202188"/>
                <a:gd name="connsiteY9" fmla="*/ 2263576 h 3057570"/>
                <a:gd name="connsiteX10" fmla="*/ 3387498 w 5202188"/>
                <a:gd name="connsiteY10" fmla="*/ 2174676 h 3057570"/>
                <a:gd name="connsiteX11" fmla="*/ 3209698 w 5202188"/>
                <a:gd name="connsiteY11" fmla="*/ 1835498 h 3057570"/>
                <a:gd name="connsiteX12" fmla="*/ 2898548 w 5202188"/>
                <a:gd name="connsiteY12" fmla="*/ 1920676 h 3057570"/>
                <a:gd name="connsiteX13" fmla="*/ 2479448 w 5202188"/>
                <a:gd name="connsiteY13" fmla="*/ 2009576 h 3057570"/>
                <a:gd name="connsiteX14" fmla="*/ 1850798 w 5202188"/>
                <a:gd name="connsiteY14" fmla="*/ 2219126 h 3057570"/>
                <a:gd name="connsiteX15" fmla="*/ 1590448 w 5202188"/>
                <a:gd name="connsiteY15" fmla="*/ 2689026 h 3057570"/>
                <a:gd name="connsiteX16" fmla="*/ 1241198 w 5202188"/>
                <a:gd name="connsiteY16" fmla="*/ 2987476 h 3057570"/>
                <a:gd name="connsiteX17" fmla="*/ 669698 w 5202188"/>
                <a:gd name="connsiteY17" fmla="*/ 3044626 h 3057570"/>
                <a:gd name="connsiteX18" fmla="*/ 555399 w 5202188"/>
                <a:gd name="connsiteY18" fmla="*/ 3000176 h 3057570"/>
                <a:gd name="connsiteX19" fmla="*/ 91849 w 5202188"/>
                <a:gd name="connsiteY19" fmla="*/ 2536626 h 3057570"/>
                <a:gd name="connsiteX20" fmla="*/ 21999 w 5202188"/>
                <a:gd name="connsiteY20" fmla="*/ 2219127 h 3057570"/>
                <a:gd name="connsiteX21" fmla="*/ 783999 w 5202188"/>
                <a:gd name="connsiteY21" fmla="*/ 1412677 h 3057570"/>
                <a:gd name="connsiteX22" fmla="*/ 1069748 w 5202188"/>
                <a:gd name="connsiteY22" fmla="*/ 1311076 h 3057570"/>
                <a:gd name="connsiteX23" fmla="*/ 1717448 w 5202188"/>
                <a:gd name="connsiteY23" fmla="*/ 400398 h 3057570"/>
                <a:gd name="connsiteX0" fmla="*/ 1717448 w 5202188"/>
                <a:gd name="connsiteY0" fmla="*/ 400398 h 3057570"/>
                <a:gd name="connsiteX1" fmla="*/ 1920648 w 5202188"/>
                <a:gd name="connsiteY1" fmla="*/ 212526 h 3057570"/>
                <a:gd name="connsiteX2" fmla="*/ 2733448 w 5202188"/>
                <a:gd name="connsiteY2" fmla="*/ 22027 h 3057570"/>
                <a:gd name="connsiteX3" fmla="*/ 3597048 w 5202188"/>
                <a:gd name="connsiteY3" fmla="*/ 241736 h 3057570"/>
                <a:gd name="connsiteX4" fmla="*/ 4206648 w 5202188"/>
                <a:gd name="connsiteY4" fmla="*/ 394136 h 3057570"/>
                <a:gd name="connsiteX5" fmla="*/ 4657498 w 5202188"/>
                <a:gd name="connsiteY5" fmla="*/ 504626 h 3057570"/>
                <a:gd name="connsiteX6" fmla="*/ 4905148 w 5202188"/>
                <a:gd name="connsiteY6" fmla="*/ 707826 h 3057570"/>
                <a:gd name="connsiteX7" fmla="*/ 4981348 w 5202188"/>
                <a:gd name="connsiteY7" fmla="*/ 961826 h 3057570"/>
                <a:gd name="connsiteX8" fmla="*/ 4720998 w 5202188"/>
                <a:gd name="connsiteY8" fmla="*/ 2009576 h 3057570"/>
                <a:gd name="connsiteX9" fmla="*/ 3857398 w 5202188"/>
                <a:gd name="connsiteY9" fmla="*/ 2263576 h 3057570"/>
                <a:gd name="connsiteX10" fmla="*/ 3387498 w 5202188"/>
                <a:gd name="connsiteY10" fmla="*/ 2174676 h 3057570"/>
                <a:gd name="connsiteX11" fmla="*/ 3209698 w 5202188"/>
                <a:gd name="connsiteY11" fmla="*/ 1835498 h 3057570"/>
                <a:gd name="connsiteX12" fmla="*/ 2898548 w 5202188"/>
                <a:gd name="connsiteY12" fmla="*/ 1920676 h 3057570"/>
                <a:gd name="connsiteX13" fmla="*/ 2479448 w 5202188"/>
                <a:gd name="connsiteY13" fmla="*/ 2009576 h 3057570"/>
                <a:gd name="connsiteX14" fmla="*/ 1850798 w 5202188"/>
                <a:gd name="connsiteY14" fmla="*/ 2219126 h 3057570"/>
                <a:gd name="connsiteX15" fmla="*/ 1590448 w 5202188"/>
                <a:gd name="connsiteY15" fmla="*/ 2689026 h 3057570"/>
                <a:gd name="connsiteX16" fmla="*/ 1241198 w 5202188"/>
                <a:gd name="connsiteY16" fmla="*/ 2987476 h 3057570"/>
                <a:gd name="connsiteX17" fmla="*/ 669698 w 5202188"/>
                <a:gd name="connsiteY17" fmla="*/ 3044626 h 3057570"/>
                <a:gd name="connsiteX18" fmla="*/ 555399 w 5202188"/>
                <a:gd name="connsiteY18" fmla="*/ 3000176 h 3057570"/>
                <a:gd name="connsiteX19" fmla="*/ 91849 w 5202188"/>
                <a:gd name="connsiteY19" fmla="*/ 2536626 h 3057570"/>
                <a:gd name="connsiteX20" fmla="*/ 21999 w 5202188"/>
                <a:gd name="connsiteY20" fmla="*/ 2219127 h 3057570"/>
                <a:gd name="connsiteX21" fmla="*/ 783999 w 5202188"/>
                <a:gd name="connsiteY21" fmla="*/ 1412677 h 3057570"/>
                <a:gd name="connsiteX22" fmla="*/ 1069748 w 5202188"/>
                <a:gd name="connsiteY22" fmla="*/ 1311076 h 3057570"/>
                <a:gd name="connsiteX23" fmla="*/ 1717448 w 5202188"/>
                <a:gd name="connsiteY23" fmla="*/ 400398 h 3057570"/>
                <a:gd name="connsiteX0" fmla="*/ 1717448 w 5202188"/>
                <a:gd name="connsiteY0" fmla="*/ 400398 h 3057570"/>
                <a:gd name="connsiteX1" fmla="*/ 1920648 w 5202188"/>
                <a:gd name="connsiteY1" fmla="*/ 212526 h 3057570"/>
                <a:gd name="connsiteX2" fmla="*/ 2733448 w 5202188"/>
                <a:gd name="connsiteY2" fmla="*/ 22027 h 3057570"/>
                <a:gd name="connsiteX3" fmla="*/ 3597048 w 5202188"/>
                <a:gd name="connsiteY3" fmla="*/ 241736 h 3057570"/>
                <a:gd name="connsiteX4" fmla="*/ 4206648 w 5202188"/>
                <a:gd name="connsiteY4" fmla="*/ 394136 h 3057570"/>
                <a:gd name="connsiteX5" fmla="*/ 4657498 w 5202188"/>
                <a:gd name="connsiteY5" fmla="*/ 504626 h 3057570"/>
                <a:gd name="connsiteX6" fmla="*/ 4905148 w 5202188"/>
                <a:gd name="connsiteY6" fmla="*/ 707826 h 3057570"/>
                <a:gd name="connsiteX7" fmla="*/ 4981348 w 5202188"/>
                <a:gd name="connsiteY7" fmla="*/ 961826 h 3057570"/>
                <a:gd name="connsiteX8" fmla="*/ 4720998 w 5202188"/>
                <a:gd name="connsiteY8" fmla="*/ 2009576 h 3057570"/>
                <a:gd name="connsiteX9" fmla="*/ 3857398 w 5202188"/>
                <a:gd name="connsiteY9" fmla="*/ 2263576 h 3057570"/>
                <a:gd name="connsiteX10" fmla="*/ 3387498 w 5202188"/>
                <a:gd name="connsiteY10" fmla="*/ 2174676 h 3057570"/>
                <a:gd name="connsiteX11" fmla="*/ 3209698 w 5202188"/>
                <a:gd name="connsiteY11" fmla="*/ 1835498 h 3057570"/>
                <a:gd name="connsiteX12" fmla="*/ 2898548 w 5202188"/>
                <a:gd name="connsiteY12" fmla="*/ 1920676 h 3057570"/>
                <a:gd name="connsiteX13" fmla="*/ 2479448 w 5202188"/>
                <a:gd name="connsiteY13" fmla="*/ 2009576 h 3057570"/>
                <a:gd name="connsiteX14" fmla="*/ 1850798 w 5202188"/>
                <a:gd name="connsiteY14" fmla="*/ 2219126 h 3057570"/>
                <a:gd name="connsiteX15" fmla="*/ 1590448 w 5202188"/>
                <a:gd name="connsiteY15" fmla="*/ 2689026 h 3057570"/>
                <a:gd name="connsiteX16" fmla="*/ 1241198 w 5202188"/>
                <a:gd name="connsiteY16" fmla="*/ 2987476 h 3057570"/>
                <a:gd name="connsiteX17" fmla="*/ 669698 w 5202188"/>
                <a:gd name="connsiteY17" fmla="*/ 3044626 h 3057570"/>
                <a:gd name="connsiteX18" fmla="*/ 555399 w 5202188"/>
                <a:gd name="connsiteY18" fmla="*/ 3000176 h 3057570"/>
                <a:gd name="connsiteX19" fmla="*/ 91849 w 5202188"/>
                <a:gd name="connsiteY19" fmla="*/ 2536626 h 3057570"/>
                <a:gd name="connsiteX20" fmla="*/ 21999 w 5202188"/>
                <a:gd name="connsiteY20" fmla="*/ 2219127 h 3057570"/>
                <a:gd name="connsiteX21" fmla="*/ 783999 w 5202188"/>
                <a:gd name="connsiteY21" fmla="*/ 1412677 h 3057570"/>
                <a:gd name="connsiteX22" fmla="*/ 1069748 w 5202188"/>
                <a:gd name="connsiteY22" fmla="*/ 1311076 h 3057570"/>
                <a:gd name="connsiteX23" fmla="*/ 1717448 w 5202188"/>
                <a:gd name="connsiteY23" fmla="*/ 400398 h 3057570"/>
                <a:gd name="connsiteX0" fmla="*/ 1717448 w 5202188"/>
                <a:gd name="connsiteY0" fmla="*/ 400398 h 3057570"/>
                <a:gd name="connsiteX1" fmla="*/ 1920648 w 5202188"/>
                <a:gd name="connsiteY1" fmla="*/ 212526 h 3057570"/>
                <a:gd name="connsiteX2" fmla="*/ 2733448 w 5202188"/>
                <a:gd name="connsiteY2" fmla="*/ 22027 h 3057570"/>
                <a:gd name="connsiteX3" fmla="*/ 3597048 w 5202188"/>
                <a:gd name="connsiteY3" fmla="*/ 241736 h 3057570"/>
                <a:gd name="connsiteX4" fmla="*/ 4206648 w 5202188"/>
                <a:gd name="connsiteY4" fmla="*/ 394136 h 3057570"/>
                <a:gd name="connsiteX5" fmla="*/ 4657498 w 5202188"/>
                <a:gd name="connsiteY5" fmla="*/ 504626 h 3057570"/>
                <a:gd name="connsiteX6" fmla="*/ 4905148 w 5202188"/>
                <a:gd name="connsiteY6" fmla="*/ 707826 h 3057570"/>
                <a:gd name="connsiteX7" fmla="*/ 4981348 w 5202188"/>
                <a:gd name="connsiteY7" fmla="*/ 961826 h 3057570"/>
                <a:gd name="connsiteX8" fmla="*/ 4720998 w 5202188"/>
                <a:gd name="connsiteY8" fmla="*/ 2009576 h 3057570"/>
                <a:gd name="connsiteX9" fmla="*/ 3857398 w 5202188"/>
                <a:gd name="connsiteY9" fmla="*/ 2263576 h 3057570"/>
                <a:gd name="connsiteX10" fmla="*/ 3387498 w 5202188"/>
                <a:gd name="connsiteY10" fmla="*/ 2174676 h 3057570"/>
                <a:gd name="connsiteX11" fmla="*/ 3209698 w 5202188"/>
                <a:gd name="connsiteY11" fmla="*/ 1835498 h 3057570"/>
                <a:gd name="connsiteX12" fmla="*/ 2898548 w 5202188"/>
                <a:gd name="connsiteY12" fmla="*/ 1920676 h 3057570"/>
                <a:gd name="connsiteX13" fmla="*/ 2479448 w 5202188"/>
                <a:gd name="connsiteY13" fmla="*/ 2009576 h 3057570"/>
                <a:gd name="connsiteX14" fmla="*/ 1850798 w 5202188"/>
                <a:gd name="connsiteY14" fmla="*/ 2219126 h 3057570"/>
                <a:gd name="connsiteX15" fmla="*/ 1590448 w 5202188"/>
                <a:gd name="connsiteY15" fmla="*/ 2689026 h 3057570"/>
                <a:gd name="connsiteX16" fmla="*/ 1241198 w 5202188"/>
                <a:gd name="connsiteY16" fmla="*/ 2956996 h 3057570"/>
                <a:gd name="connsiteX17" fmla="*/ 669698 w 5202188"/>
                <a:gd name="connsiteY17" fmla="*/ 3044626 h 3057570"/>
                <a:gd name="connsiteX18" fmla="*/ 555399 w 5202188"/>
                <a:gd name="connsiteY18" fmla="*/ 3000176 h 3057570"/>
                <a:gd name="connsiteX19" fmla="*/ 91849 w 5202188"/>
                <a:gd name="connsiteY19" fmla="*/ 2536626 h 3057570"/>
                <a:gd name="connsiteX20" fmla="*/ 21999 w 5202188"/>
                <a:gd name="connsiteY20" fmla="*/ 2219127 h 3057570"/>
                <a:gd name="connsiteX21" fmla="*/ 783999 w 5202188"/>
                <a:gd name="connsiteY21" fmla="*/ 1412677 h 3057570"/>
                <a:gd name="connsiteX22" fmla="*/ 1069748 w 5202188"/>
                <a:gd name="connsiteY22" fmla="*/ 1311076 h 3057570"/>
                <a:gd name="connsiteX23" fmla="*/ 1717448 w 5202188"/>
                <a:gd name="connsiteY23" fmla="*/ 400398 h 3057570"/>
                <a:gd name="connsiteX0" fmla="*/ 1717448 w 5202188"/>
                <a:gd name="connsiteY0" fmla="*/ 400398 h 3057570"/>
                <a:gd name="connsiteX1" fmla="*/ 1920648 w 5202188"/>
                <a:gd name="connsiteY1" fmla="*/ 212526 h 3057570"/>
                <a:gd name="connsiteX2" fmla="*/ 2733448 w 5202188"/>
                <a:gd name="connsiteY2" fmla="*/ 22027 h 3057570"/>
                <a:gd name="connsiteX3" fmla="*/ 3597048 w 5202188"/>
                <a:gd name="connsiteY3" fmla="*/ 241736 h 3057570"/>
                <a:gd name="connsiteX4" fmla="*/ 4206648 w 5202188"/>
                <a:gd name="connsiteY4" fmla="*/ 394136 h 3057570"/>
                <a:gd name="connsiteX5" fmla="*/ 4657498 w 5202188"/>
                <a:gd name="connsiteY5" fmla="*/ 504626 h 3057570"/>
                <a:gd name="connsiteX6" fmla="*/ 4905148 w 5202188"/>
                <a:gd name="connsiteY6" fmla="*/ 707826 h 3057570"/>
                <a:gd name="connsiteX7" fmla="*/ 4981348 w 5202188"/>
                <a:gd name="connsiteY7" fmla="*/ 961826 h 3057570"/>
                <a:gd name="connsiteX8" fmla="*/ 4720998 w 5202188"/>
                <a:gd name="connsiteY8" fmla="*/ 2009576 h 3057570"/>
                <a:gd name="connsiteX9" fmla="*/ 3857398 w 5202188"/>
                <a:gd name="connsiteY9" fmla="*/ 2263576 h 3057570"/>
                <a:gd name="connsiteX10" fmla="*/ 3387498 w 5202188"/>
                <a:gd name="connsiteY10" fmla="*/ 2174676 h 3057570"/>
                <a:gd name="connsiteX11" fmla="*/ 3209698 w 5202188"/>
                <a:gd name="connsiteY11" fmla="*/ 1835498 h 3057570"/>
                <a:gd name="connsiteX12" fmla="*/ 2898548 w 5202188"/>
                <a:gd name="connsiteY12" fmla="*/ 1920676 h 3057570"/>
                <a:gd name="connsiteX13" fmla="*/ 2479448 w 5202188"/>
                <a:gd name="connsiteY13" fmla="*/ 2009576 h 3057570"/>
                <a:gd name="connsiteX14" fmla="*/ 1850798 w 5202188"/>
                <a:gd name="connsiteY14" fmla="*/ 2219126 h 3057570"/>
                <a:gd name="connsiteX15" fmla="*/ 1590448 w 5202188"/>
                <a:gd name="connsiteY15" fmla="*/ 2689026 h 3057570"/>
                <a:gd name="connsiteX16" fmla="*/ 1241198 w 5202188"/>
                <a:gd name="connsiteY16" fmla="*/ 2956996 h 3057570"/>
                <a:gd name="connsiteX17" fmla="*/ 669698 w 5202188"/>
                <a:gd name="connsiteY17" fmla="*/ 3044626 h 3057570"/>
                <a:gd name="connsiteX18" fmla="*/ 555399 w 5202188"/>
                <a:gd name="connsiteY18" fmla="*/ 3000176 h 3057570"/>
                <a:gd name="connsiteX19" fmla="*/ 91849 w 5202188"/>
                <a:gd name="connsiteY19" fmla="*/ 2536626 h 3057570"/>
                <a:gd name="connsiteX20" fmla="*/ 21999 w 5202188"/>
                <a:gd name="connsiteY20" fmla="*/ 2219127 h 3057570"/>
                <a:gd name="connsiteX21" fmla="*/ 783999 w 5202188"/>
                <a:gd name="connsiteY21" fmla="*/ 1412677 h 3057570"/>
                <a:gd name="connsiteX22" fmla="*/ 1069748 w 5202188"/>
                <a:gd name="connsiteY22" fmla="*/ 1311076 h 3057570"/>
                <a:gd name="connsiteX23" fmla="*/ 1717448 w 5202188"/>
                <a:gd name="connsiteY23" fmla="*/ 400398 h 3057570"/>
                <a:gd name="connsiteX0" fmla="*/ 1717448 w 5202188"/>
                <a:gd name="connsiteY0" fmla="*/ 400398 h 3140371"/>
                <a:gd name="connsiteX1" fmla="*/ 1920648 w 5202188"/>
                <a:gd name="connsiteY1" fmla="*/ 212526 h 3140371"/>
                <a:gd name="connsiteX2" fmla="*/ 2733448 w 5202188"/>
                <a:gd name="connsiteY2" fmla="*/ 22027 h 3140371"/>
                <a:gd name="connsiteX3" fmla="*/ 3597048 w 5202188"/>
                <a:gd name="connsiteY3" fmla="*/ 241736 h 3140371"/>
                <a:gd name="connsiteX4" fmla="*/ 4206648 w 5202188"/>
                <a:gd name="connsiteY4" fmla="*/ 394136 h 3140371"/>
                <a:gd name="connsiteX5" fmla="*/ 4657498 w 5202188"/>
                <a:gd name="connsiteY5" fmla="*/ 504626 h 3140371"/>
                <a:gd name="connsiteX6" fmla="*/ 4905148 w 5202188"/>
                <a:gd name="connsiteY6" fmla="*/ 707826 h 3140371"/>
                <a:gd name="connsiteX7" fmla="*/ 4981348 w 5202188"/>
                <a:gd name="connsiteY7" fmla="*/ 961826 h 3140371"/>
                <a:gd name="connsiteX8" fmla="*/ 4720998 w 5202188"/>
                <a:gd name="connsiteY8" fmla="*/ 2009576 h 3140371"/>
                <a:gd name="connsiteX9" fmla="*/ 3857398 w 5202188"/>
                <a:gd name="connsiteY9" fmla="*/ 2263576 h 3140371"/>
                <a:gd name="connsiteX10" fmla="*/ 3387498 w 5202188"/>
                <a:gd name="connsiteY10" fmla="*/ 2174676 h 3140371"/>
                <a:gd name="connsiteX11" fmla="*/ 3209698 w 5202188"/>
                <a:gd name="connsiteY11" fmla="*/ 1835498 h 3140371"/>
                <a:gd name="connsiteX12" fmla="*/ 2898548 w 5202188"/>
                <a:gd name="connsiteY12" fmla="*/ 1920676 h 3140371"/>
                <a:gd name="connsiteX13" fmla="*/ 2479448 w 5202188"/>
                <a:gd name="connsiteY13" fmla="*/ 2009576 h 3140371"/>
                <a:gd name="connsiteX14" fmla="*/ 1850798 w 5202188"/>
                <a:gd name="connsiteY14" fmla="*/ 2219126 h 3140371"/>
                <a:gd name="connsiteX15" fmla="*/ 1590448 w 5202188"/>
                <a:gd name="connsiteY15" fmla="*/ 2689026 h 3140371"/>
                <a:gd name="connsiteX16" fmla="*/ 1241198 w 5202188"/>
                <a:gd name="connsiteY16" fmla="*/ 2956996 h 3140371"/>
                <a:gd name="connsiteX17" fmla="*/ 669698 w 5202188"/>
                <a:gd name="connsiteY17" fmla="*/ 3044626 h 3140371"/>
                <a:gd name="connsiteX18" fmla="*/ 555399 w 5202188"/>
                <a:gd name="connsiteY18" fmla="*/ 3000176 h 3140371"/>
                <a:gd name="connsiteX19" fmla="*/ 91849 w 5202188"/>
                <a:gd name="connsiteY19" fmla="*/ 2536626 h 3140371"/>
                <a:gd name="connsiteX20" fmla="*/ 21999 w 5202188"/>
                <a:gd name="connsiteY20" fmla="*/ 2219127 h 3140371"/>
                <a:gd name="connsiteX21" fmla="*/ 783999 w 5202188"/>
                <a:gd name="connsiteY21" fmla="*/ 1412677 h 3140371"/>
                <a:gd name="connsiteX22" fmla="*/ 1069748 w 5202188"/>
                <a:gd name="connsiteY22" fmla="*/ 1311076 h 3140371"/>
                <a:gd name="connsiteX23" fmla="*/ 1717448 w 5202188"/>
                <a:gd name="connsiteY23" fmla="*/ 400398 h 3140371"/>
                <a:gd name="connsiteX0" fmla="*/ 1717448 w 5202188"/>
                <a:gd name="connsiteY0" fmla="*/ 400398 h 3140371"/>
                <a:gd name="connsiteX1" fmla="*/ 1920648 w 5202188"/>
                <a:gd name="connsiteY1" fmla="*/ 212526 h 3140371"/>
                <a:gd name="connsiteX2" fmla="*/ 2733448 w 5202188"/>
                <a:gd name="connsiteY2" fmla="*/ 22027 h 3140371"/>
                <a:gd name="connsiteX3" fmla="*/ 3597048 w 5202188"/>
                <a:gd name="connsiteY3" fmla="*/ 241736 h 3140371"/>
                <a:gd name="connsiteX4" fmla="*/ 4206648 w 5202188"/>
                <a:gd name="connsiteY4" fmla="*/ 394136 h 3140371"/>
                <a:gd name="connsiteX5" fmla="*/ 4657498 w 5202188"/>
                <a:gd name="connsiteY5" fmla="*/ 504626 h 3140371"/>
                <a:gd name="connsiteX6" fmla="*/ 4905148 w 5202188"/>
                <a:gd name="connsiteY6" fmla="*/ 707826 h 3140371"/>
                <a:gd name="connsiteX7" fmla="*/ 4981348 w 5202188"/>
                <a:gd name="connsiteY7" fmla="*/ 961826 h 3140371"/>
                <a:gd name="connsiteX8" fmla="*/ 4720998 w 5202188"/>
                <a:gd name="connsiteY8" fmla="*/ 2009576 h 3140371"/>
                <a:gd name="connsiteX9" fmla="*/ 3857398 w 5202188"/>
                <a:gd name="connsiteY9" fmla="*/ 2263576 h 3140371"/>
                <a:gd name="connsiteX10" fmla="*/ 3387498 w 5202188"/>
                <a:gd name="connsiteY10" fmla="*/ 2174676 h 3140371"/>
                <a:gd name="connsiteX11" fmla="*/ 3209698 w 5202188"/>
                <a:gd name="connsiteY11" fmla="*/ 1835498 h 3140371"/>
                <a:gd name="connsiteX12" fmla="*/ 2898548 w 5202188"/>
                <a:gd name="connsiteY12" fmla="*/ 1920676 h 3140371"/>
                <a:gd name="connsiteX13" fmla="*/ 2479448 w 5202188"/>
                <a:gd name="connsiteY13" fmla="*/ 2009576 h 3140371"/>
                <a:gd name="connsiteX14" fmla="*/ 1850798 w 5202188"/>
                <a:gd name="connsiteY14" fmla="*/ 2219126 h 3140371"/>
                <a:gd name="connsiteX15" fmla="*/ 1590448 w 5202188"/>
                <a:gd name="connsiteY15" fmla="*/ 2689026 h 3140371"/>
                <a:gd name="connsiteX16" fmla="*/ 1241198 w 5202188"/>
                <a:gd name="connsiteY16" fmla="*/ 2956996 h 3140371"/>
                <a:gd name="connsiteX17" fmla="*/ 669698 w 5202188"/>
                <a:gd name="connsiteY17" fmla="*/ 3044626 h 3140371"/>
                <a:gd name="connsiteX18" fmla="*/ 555399 w 5202188"/>
                <a:gd name="connsiteY18" fmla="*/ 3000176 h 3140371"/>
                <a:gd name="connsiteX19" fmla="*/ 91849 w 5202188"/>
                <a:gd name="connsiteY19" fmla="*/ 2536626 h 3140371"/>
                <a:gd name="connsiteX20" fmla="*/ 21999 w 5202188"/>
                <a:gd name="connsiteY20" fmla="*/ 2219127 h 3140371"/>
                <a:gd name="connsiteX21" fmla="*/ 783999 w 5202188"/>
                <a:gd name="connsiteY21" fmla="*/ 1412677 h 3140371"/>
                <a:gd name="connsiteX22" fmla="*/ 1069748 w 5202188"/>
                <a:gd name="connsiteY22" fmla="*/ 1311076 h 3140371"/>
                <a:gd name="connsiteX23" fmla="*/ 1717448 w 5202188"/>
                <a:gd name="connsiteY23" fmla="*/ 400398 h 3140371"/>
                <a:gd name="connsiteX0" fmla="*/ 1757507 w 5242247"/>
                <a:gd name="connsiteY0" fmla="*/ 400398 h 3140371"/>
                <a:gd name="connsiteX1" fmla="*/ 1960707 w 5242247"/>
                <a:gd name="connsiteY1" fmla="*/ 212526 h 3140371"/>
                <a:gd name="connsiteX2" fmla="*/ 2773507 w 5242247"/>
                <a:gd name="connsiteY2" fmla="*/ 22027 h 3140371"/>
                <a:gd name="connsiteX3" fmla="*/ 3637107 w 5242247"/>
                <a:gd name="connsiteY3" fmla="*/ 241736 h 3140371"/>
                <a:gd name="connsiteX4" fmla="*/ 4246707 w 5242247"/>
                <a:gd name="connsiteY4" fmla="*/ 394136 h 3140371"/>
                <a:gd name="connsiteX5" fmla="*/ 4697557 w 5242247"/>
                <a:gd name="connsiteY5" fmla="*/ 504626 h 3140371"/>
                <a:gd name="connsiteX6" fmla="*/ 4945207 w 5242247"/>
                <a:gd name="connsiteY6" fmla="*/ 707826 h 3140371"/>
                <a:gd name="connsiteX7" fmla="*/ 5021407 w 5242247"/>
                <a:gd name="connsiteY7" fmla="*/ 961826 h 3140371"/>
                <a:gd name="connsiteX8" fmla="*/ 4761057 w 5242247"/>
                <a:gd name="connsiteY8" fmla="*/ 2009576 h 3140371"/>
                <a:gd name="connsiteX9" fmla="*/ 3897457 w 5242247"/>
                <a:gd name="connsiteY9" fmla="*/ 2263576 h 3140371"/>
                <a:gd name="connsiteX10" fmla="*/ 3427557 w 5242247"/>
                <a:gd name="connsiteY10" fmla="*/ 2174676 h 3140371"/>
                <a:gd name="connsiteX11" fmla="*/ 3249757 w 5242247"/>
                <a:gd name="connsiteY11" fmla="*/ 1835498 h 3140371"/>
                <a:gd name="connsiteX12" fmla="*/ 2938607 w 5242247"/>
                <a:gd name="connsiteY12" fmla="*/ 1920676 h 3140371"/>
                <a:gd name="connsiteX13" fmla="*/ 2519507 w 5242247"/>
                <a:gd name="connsiteY13" fmla="*/ 2009576 h 3140371"/>
                <a:gd name="connsiteX14" fmla="*/ 1890857 w 5242247"/>
                <a:gd name="connsiteY14" fmla="*/ 2219126 h 3140371"/>
                <a:gd name="connsiteX15" fmla="*/ 1630507 w 5242247"/>
                <a:gd name="connsiteY15" fmla="*/ 2689026 h 3140371"/>
                <a:gd name="connsiteX16" fmla="*/ 1281257 w 5242247"/>
                <a:gd name="connsiteY16" fmla="*/ 2956996 h 3140371"/>
                <a:gd name="connsiteX17" fmla="*/ 709757 w 5242247"/>
                <a:gd name="connsiteY17" fmla="*/ 3044626 h 3140371"/>
                <a:gd name="connsiteX18" fmla="*/ 595458 w 5242247"/>
                <a:gd name="connsiteY18" fmla="*/ 3000176 h 3140371"/>
                <a:gd name="connsiteX19" fmla="*/ 131908 w 5242247"/>
                <a:gd name="connsiteY19" fmla="*/ 2536626 h 3140371"/>
                <a:gd name="connsiteX20" fmla="*/ 62058 w 5242247"/>
                <a:gd name="connsiteY20" fmla="*/ 2219127 h 3140371"/>
                <a:gd name="connsiteX21" fmla="*/ 824058 w 5242247"/>
                <a:gd name="connsiteY21" fmla="*/ 1412677 h 3140371"/>
                <a:gd name="connsiteX22" fmla="*/ 1109807 w 5242247"/>
                <a:gd name="connsiteY22" fmla="*/ 1311076 h 3140371"/>
                <a:gd name="connsiteX23" fmla="*/ 1757507 w 5242247"/>
                <a:gd name="connsiteY23" fmla="*/ 400398 h 3140371"/>
                <a:gd name="connsiteX0" fmla="*/ 1766938 w 5251678"/>
                <a:gd name="connsiteY0" fmla="*/ 400398 h 3140371"/>
                <a:gd name="connsiteX1" fmla="*/ 1970138 w 5251678"/>
                <a:gd name="connsiteY1" fmla="*/ 212526 h 3140371"/>
                <a:gd name="connsiteX2" fmla="*/ 2782938 w 5251678"/>
                <a:gd name="connsiteY2" fmla="*/ 22027 h 3140371"/>
                <a:gd name="connsiteX3" fmla="*/ 3646538 w 5251678"/>
                <a:gd name="connsiteY3" fmla="*/ 241736 h 3140371"/>
                <a:gd name="connsiteX4" fmla="*/ 4256138 w 5251678"/>
                <a:gd name="connsiteY4" fmla="*/ 394136 h 3140371"/>
                <a:gd name="connsiteX5" fmla="*/ 4706988 w 5251678"/>
                <a:gd name="connsiteY5" fmla="*/ 504626 h 3140371"/>
                <a:gd name="connsiteX6" fmla="*/ 4954638 w 5251678"/>
                <a:gd name="connsiteY6" fmla="*/ 707826 h 3140371"/>
                <a:gd name="connsiteX7" fmla="*/ 5030838 w 5251678"/>
                <a:gd name="connsiteY7" fmla="*/ 961826 h 3140371"/>
                <a:gd name="connsiteX8" fmla="*/ 4770488 w 5251678"/>
                <a:gd name="connsiteY8" fmla="*/ 2009576 h 3140371"/>
                <a:gd name="connsiteX9" fmla="*/ 3906888 w 5251678"/>
                <a:gd name="connsiteY9" fmla="*/ 2263576 h 3140371"/>
                <a:gd name="connsiteX10" fmla="*/ 3436988 w 5251678"/>
                <a:gd name="connsiteY10" fmla="*/ 2174676 h 3140371"/>
                <a:gd name="connsiteX11" fmla="*/ 3259188 w 5251678"/>
                <a:gd name="connsiteY11" fmla="*/ 1835498 h 3140371"/>
                <a:gd name="connsiteX12" fmla="*/ 2948038 w 5251678"/>
                <a:gd name="connsiteY12" fmla="*/ 1920676 h 3140371"/>
                <a:gd name="connsiteX13" fmla="*/ 2528938 w 5251678"/>
                <a:gd name="connsiteY13" fmla="*/ 2009576 h 3140371"/>
                <a:gd name="connsiteX14" fmla="*/ 1900288 w 5251678"/>
                <a:gd name="connsiteY14" fmla="*/ 2219126 h 3140371"/>
                <a:gd name="connsiteX15" fmla="*/ 1639938 w 5251678"/>
                <a:gd name="connsiteY15" fmla="*/ 2689026 h 3140371"/>
                <a:gd name="connsiteX16" fmla="*/ 1290688 w 5251678"/>
                <a:gd name="connsiteY16" fmla="*/ 2956996 h 3140371"/>
                <a:gd name="connsiteX17" fmla="*/ 719188 w 5251678"/>
                <a:gd name="connsiteY17" fmla="*/ 3044626 h 3140371"/>
                <a:gd name="connsiteX18" fmla="*/ 604889 w 5251678"/>
                <a:gd name="connsiteY18" fmla="*/ 3000176 h 3140371"/>
                <a:gd name="connsiteX19" fmla="*/ 141339 w 5251678"/>
                <a:gd name="connsiteY19" fmla="*/ 2536626 h 3140371"/>
                <a:gd name="connsiteX20" fmla="*/ 71489 w 5251678"/>
                <a:gd name="connsiteY20" fmla="*/ 2219127 h 3140371"/>
                <a:gd name="connsiteX21" fmla="*/ 833489 w 5251678"/>
                <a:gd name="connsiteY21" fmla="*/ 1412677 h 3140371"/>
                <a:gd name="connsiteX22" fmla="*/ 1119238 w 5251678"/>
                <a:gd name="connsiteY22" fmla="*/ 1311076 h 3140371"/>
                <a:gd name="connsiteX23" fmla="*/ 1766938 w 5251678"/>
                <a:gd name="connsiteY23" fmla="*/ 400398 h 3140371"/>
                <a:gd name="connsiteX0" fmla="*/ 1766938 w 5251678"/>
                <a:gd name="connsiteY0" fmla="*/ 511765 h 3251738"/>
                <a:gd name="connsiteX1" fmla="*/ 1970138 w 5251678"/>
                <a:gd name="connsiteY1" fmla="*/ 323893 h 3251738"/>
                <a:gd name="connsiteX2" fmla="*/ 2782938 w 5251678"/>
                <a:gd name="connsiteY2" fmla="*/ 133394 h 3251738"/>
                <a:gd name="connsiteX3" fmla="*/ 3646538 w 5251678"/>
                <a:gd name="connsiteY3" fmla="*/ 353103 h 3251738"/>
                <a:gd name="connsiteX4" fmla="*/ 4256138 w 5251678"/>
                <a:gd name="connsiteY4" fmla="*/ 505503 h 3251738"/>
                <a:gd name="connsiteX5" fmla="*/ 4706988 w 5251678"/>
                <a:gd name="connsiteY5" fmla="*/ 615993 h 3251738"/>
                <a:gd name="connsiteX6" fmla="*/ 4954638 w 5251678"/>
                <a:gd name="connsiteY6" fmla="*/ 819193 h 3251738"/>
                <a:gd name="connsiteX7" fmla="*/ 5030838 w 5251678"/>
                <a:gd name="connsiteY7" fmla="*/ 1073193 h 3251738"/>
                <a:gd name="connsiteX8" fmla="*/ 4770488 w 5251678"/>
                <a:gd name="connsiteY8" fmla="*/ 2120943 h 3251738"/>
                <a:gd name="connsiteX9" fmla="*/ 3906888 w 5251678"/>
                <a:gd name="connsiteY9" fmla="*/ 2374943 h 3251738"/>
                <a:gd name="connsiteX10" fmla="*/ 3436988 w 5251678"/>
                <a:gd name="connsiteY10" fmla="*/ 2286043 h 3251738"/>
                <a:gd name="connsiteX11" fmla="*/ 3259188 w 5251678"/>
                <a:gd name="connsiteY11" fmla="*/ 1946865 h 3251738"/>
                <a:gd name="connsiteX12" fmla="*/ 2948038 w 5251678"/>
                <a:gd name="connsiteY12" fmla="*/ 2032043 h 3251738"/>
                <a:gd name="connsiteX13" fmla="*/ 2528938 w 5251678"/>
                <a:gd name="connsiteY13" fmla="*/ 2120943 h 3251738"/>
                <a:gd name="connsiteX14" fmla="*/ 1900288 w 5251678"/>
                <a:gd name="connsiteY14" fmla="*/ 2330493 h 3251738"/>
                <a:gd name="connsiteX15" fmla="*/ 1639938 w 5251678"/>
                <a:gd name="connsiteY15" fmla="*/ 2800393 h 3251738"/>
                <a:gd name="connsiteX16" fmla="*/ 1290688 w 5251678"/>
                <a:gd name="connsiteY16" fmla="*/ 3068363 h 3251738"/>
                <a:gd name="connsiteX17" fmla="*/ 719188 w 5251678"/>
                <a:gd name="connsiteY17" fmla="*/ 3155993 h 3251738"/>
                <a:gd name="connsiteX18" fmla="*/ 604889 w 5251678"/>
                <a:gd name="connsiteY18" fmla="*/ 3111543 h 3251738"/>
                <a:gd name="connsiteX19" fmla="*/ 141339 w 5251678"/>
                <a:gd name="connsiteY19" fmla="*/ 2647993 h 3251738"/>
                <a:gd name="connsiteX20" fmla="*/ 71489 w 5251678"/>
                <a:gd name="connsiteY20" fmla="*/ 2330494 h 3251738"/>
                <a:gd name="connsiteX21" fmla="*/ 833489 w 5251678"/>
                <a:gd name="connsiteY21" fmla="*/ 1524044 h 3251738"/>
                <a:gd name="connsiteX22" fmla="*/ 1119238 w 5251678"/>
                <a:gd name="connsiteY22" fmla="*/ 1422443 h 3251738"/>
                <a:gd name="connsiteX23" fmla="*/ 1766938 w 5251678"/>
                <a:gd name="connsiteY23" fmla="*/ 511765 h 3251738"/>
                <a:gd name="connsiteX0" fmla="*/ 1766938 w 5251678"/>
                <a:gd name="connsiteY0" fmla="*/ 511765 h 3251738"/>
                <a:gd name="connsiteX1" fmla="*/ 1970138 w 5251678"/>
                <a:gd name="connsiteY1" fmla="*/ 323893 h 3251738"/>
                <a:gd name="connsiteX2" fmla="*/ 2782938 w 5251678"/>
                <a:gd name="connsiteY2" fmla="*/ 133394 h 3251738"/>
                <a:gd name="connsiteX3" fmla="*/ 3631298 w 5251678"/>
                <a:gd name="connsiteY3" fmla="*/ 391203 h 3251738"/>
                <a:gd name="connsiteX4" fmla="*/ 4256138 w 5251678"/>
                <a:gd name="connsiteY4" fmla="*/ 505503 h 3251738"/>
                <a:gd name="connsiteX5" fmla="*/ 4706988 w 5251678"/>
                <a:gd name="connsiteY5" fmla="*/ 615993 h 3251738"/>
                <a:gd name="connsiteX6" fmla="*/ 4954638 w 5251678"/>
                <a:gd name="connsiteY6" fmla="*/ 819193 h 3251738"/>
                <a:gd name="connsiteX7" fmla="*/ 5030838 w 5251678"/>
                <a:gd name="connsiteY7" fmla="*/ 1073193 h 3251738"/>
                <a:gd name="connsiteX8" fmla="*/ 4770488 w 5251678"/>
                <a:gd name="connsiteY8" fmla="*/ 2120943 h 3251738"/>
                <a:gd name="connsiteX9" fmla="*/ 3906888 w 5251678"/>
                <a:gd name="connsiteY9" fmla="*/ 2374943 h 3251738"/>
                <a:gd name="connsiteX10" fmla="*/ 3436988 w 5251678"/>
                <a:gd name="connsiteY10" fmla="*/ 2286043 h 3251738"/>
                <a:gd name="connsiteX11" fmla="*/ 3259188 w 5251678"/>
                <a:gd name="connsiteY11" fmla="*/ 1946865 h 3251738"/>
                <a:gd name="connsiteX12" fmla="*/ 2948038 w 5251678"/>
                <a:gd name="connsiteY12" fmla="*/ 2032043 h 3251738"/>
                <a:gd name="connsiteX13" fmla="*/ 2528938 w 5251678"/>
                <a:gd name="connsiteY13" fmla="*/ 2120943 h 3251738"/>
                <a:gd name="connsiteX14" fmla="*/ 1900288 w 5251678"/>
                <a:gd name="connsiteY14" fmla="*/ 2330493 h 3251738"/>
                <a:gd name="connsiteX15" fmla="*/ 1639938 w 5251678"/>
                <a:gd name="connsiteY15" fmla="*/ 2800393 h 3251738"/>
                <a:gd name="connsiteX16" fmla="*/ 1290688 w 5251678"/>
                <a:gd name="connsiteY16" fmla="*/ 3068363 h 3251738"/>
                <a:gd name="connsiteX17" fmla="*/ 719188 w 5251678"/>
                <a:gd name="connsiteY17" fmla="*/ 3155993 h 3251738"/>
                <a:gd name="connsiteX18" fmla="*/ 604889 w 5251678"/>
                <a:gd name="connsiteY18" fmla="*/ 3111543 h 3251738"/>
                <a:gd name="connsiteX19" fmla="*/ 141339 w 5251678"/>
                <a:gd name="connsiteY19" fmla="*/ 2647993 h 3251738"/>
                <a:gd name="connsiteX20" fmla="*/ 71489 w 5251678"/>
                <a:gd name="connsiteY20" fmla="*/ 2330494 h 3251738"/>
                <a:gd name="connsiteX21" fmla="*/ 833489 w 5251678"/>
                <a:gd name="connsiteY21" fmla="*/ 1524044 h 3251738"/>
                <a:gd name="connsiteX22" fmla="*/ 1119238 w 5251678"/>
                <a:gd name="connsiteY22" fmla="*/ 1422443 h 3251738"/>
                <a:gd name="connsiteX23" fmla="*/ 1766938 w 5251678"/>
                <a:gd name="connsiteY23" fmla="*/ 511765 h 3251738"/>
                <a:gd name="connsiteX0" fmla="*/ 1766938 w 5251678"/>
                <a:gd name="connsiteY0" fmla="*/ 511765 h 3251738"/>
                <a:gd name="connsiteX1" fmla="*/ 1970138 w 5251678"/>
                <a:gd name="connsiteY1" fmla="*/ 323893 h 3251738"/>
                <a:gd name="connsiteX2" fmla="*/ 2782938 w 5251678"/>
                <a:gd name="connsiteY2" fmla="*/ 133394 h 3251738"/>
                <a:gd name="connsiteX3" fmla="*/ 3631298 w 5251678"/>
                <a:gd name="connsiteY3" fmla="*/ 391203 h 3251738"/>
                <a:gd name="connsiteX4" fmla="*/ 4256138 w 5251678"/>
                <a:gd name="connsiteY4" fmla="*/ 505503 h 3251738"/>
                <a:gd name="connsiteX5" fmla="*/ 4706988 w 5251678"/>
                <a:gd name="connsiteY5" fmla="*/ 615993 h 3251738"/>
                <a:gd name="connsiteX6" fmla="*/ 4954638 w 5251678"/>
                <a:gd name="connsiteY6" fmla="*/ 819193 h 3251738"/>
                <a:gd name="connsiteX7" fmla="*/ 5030838 w 5251678"/>
                <a:gd name="connsiteY7" fmla="*/ 1073193 h 3251738"/>
                <a:gd name="connsiteX8" fmla="*/ 4770488 w 5251678"/>
                <a:gd name="connsiteY8" fmla="*/ 2120943 h 3251738"/>
                <a:gd name="connsiteX9" fmla="*/ 3906888 w 5251678"/>
                <a:gd name="connsiteY9" fmla="*/ 2374943 h 3251738"/>
                <a:gd name="connsiteX10" fmla="*/ 3436988 w 5251678"/>
                <a:gd name="connsiteY10" fmla="*/ 2286043 h 3251738"/>
                <a:gd name="connsiteX11" fmla="*/ 3259188 w 5251678"/>
                <a:gd name="connsiteY11" fmla="*/ 1946865 h 3251738"/>
                <a:gd name="connsiteX12" fmla="*/ 2948038 w 5251678"/>
                <a:gd name="connsiteY12" fmla="*/ 2032043 h 3251738"/>
                <a:gd name="connsiteX13" fmla="*/ 2528938 w 5251678"/>
                <a:gd name="connsiteY13" fmla="*/ 2120943 h 3251738"/>
                <a:gd name="connsiteX14" fmla="*/ 1900288 w 5251678"/>
                <a:gd name="connsiteY14" fmla="*/ 2330493 h 3251738"/>
                <a:gd name="connsiteX15" fmla="*/ 1639938 w 5251678"/>
                <a:gd name="connsiteY15" fmla="*/ 2800393 h 3251738"/>
                <a:gd name="connsiteX16" fmla="*/ 1290688 w 5251678"/>
                <a:gd name="connsiteY16" fmla="*/ 3068363 h 3251738"/>
                <a:gd name="connsiteX17" fmla="*/ 719188 w 5251678"/>
                <a:gd name="connsiteY17" fmla="*/ 3155993 h 3251738"/>
                <a:gd name="connsiteX18" fmla="*/ 604889 w 5251678"/>
                <a:gd name="connsiteY18" fmla="*/ 3111543 h 3251738"/>
                <a:gd name="connsiteX19" fmla="*/ 141339 w 5251678"/>
                <a:gd name="connsiteY19" fmla="*/ 2647993 h 3251738"/>
                <a:gd name="connsiteX20" fmla="*/ 71489 w 5251678"/>
                <a:gd name="connsiteY20" fmla="*/ 2330494 h 3251738"/>
                <a:gd name="connsiteX21" fmla="*/ 833489 w 5251678"/>
                <a:gd name="connsiteY21" fmla="*/ 1524044 h 3251738"/>
                <a:gd name="connsiteX22" fmla="*/ 1119238 w 5251678"/>
                <a:gd name="connsiteY22" fmla="*/ 1422443 h 3251738"/>
                <a:gd name="connsiteX23" fmla="*/ 1766938 w 5251678"/>
                <a:gd name="connsiteY23" fmla="*/ 511765 h 3251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251678" h="3251738">
                  <a:moveTo>
                    <a:pt x="1766938" y="511765"/>
                  </a:moveTo>
                  <a:cubicBezTo>
                    <a:pt x="1752121" y="425858"/>
                    <a:pt x="1896055" y="333600"/>
                    <a:pt x="1970138" y="323893"/>
                  </a:cubicBezTo>
                  <a:cubicBezTo>
                    <a:pt x="2108145" y="-162940"/>
                    <a:pt x="2736371" y="10627"/>
                    <a:pt x="2782938" y="133394"/>
                  </a:cubicBezTo>
                  <a:cubicBezTo>
                    <a:pt x="3062338" y="130642"/>
                    <a:pt x="3461965" y="131065"/>
                    <a:pt x="3631298" y="391203"/>
                  </a:cubicBezTo>
                  <a:cubicBezTo>
                    <a:pt x="4021611" y="262721"/>
                    <a:pt x="4140356" y="393108"/>
                    <a:pt x="4256138" y="505503"/>
                  </a:cubicBezTo>
                  <a:cubicBezTo>
                    <a:pt x="4470980" y="495978"/>
                    <a:pt x="4584221" y="479891"/>
                    <a:pt x="4706988" y="615993"/>
                  </a:cubicBezTo>
                  <a:cubicBezTo>
                    <a:pt x="4829755" y="675895"/>
                    <a:pt x="4884365" y="694945"/>
                    <a:pt x="4954638" y="819193"/>
                  </a:cubicBezTo>
                  <a:cubicBezTo>
                    <a:pt x="5063011" y="928201"/>
                    <a:pt x="5009671" y="859410"/>
                    <a:pt x="5030838" y="1073193"/>
                  </a:cubicBezTo>
                  <a:cubicBezTo>
                    <a:pt x="5372045" y="1332696"/>
                    <a:pt x="5341988" y="1868636"/>
                    <a:pt x="4770488" y="2120943"/>
                  </a:cubicBezTo>
                  <a:cubicBezTo>
                    <a:pt x="4488548" y="2403730"/>
                    <a:pt x="4120248" y="2453471"/>
                    <a:pt x="3906888" y="2374943"/>
                  </a:cubicBezTo>
                  <a:cubicBezTo>
                    <a:pt x="3541128" y="2585975"/>
                    <a:pt x="3426405" y="2209223"/>
                    <a:pt x="3436988" y="2286043"/>
                  </a:cubicBezTo>
                  <a:cubicBezTo>
                    <a:pt x="2890041" y="2104404"/>
                    <a:pt x="3318455" y="2059924"/>
                    <a:pt x="3259188" y="1946865"/>
                  </a:cubicBezTo>
                  <a:cubicBezTo>
                    <a:pt x="3297288" y="2104374"/>
                    <a:pt x="2909938" y="1874534"/>
                    <a:pt x="2948038" y="2032043"/>
                  </a:cubicBezTo>
                  <a:lnTo>
                    <a:pt x="2528938" y="2120943"/>
                  </a:lnTo>
                  <a:cubicBezTo>
                    <a:pt x="2469671" y="2320348"/>
                    <a:pt x="2060731" y="2349331"/>
                    <a:pt x="1900288" y="2330493"/>
                  </a:cubicBezTo>
                  <a:cubicBezTo>
                    <a:pt x="1800805" y="2570735"/>
                    <a:pt x="1738363" y="2661751"/>
                    <a:pt x="1639938" y="2800393"/>
                  </a:cubicBezTo>
                  <a:cubicBezTo>
                    <a:pt x="1541513" y="2939035"/>
                    <a:pt x="1472933" y="3033650"/>
                    <a:pt x="1290688" y="3068363"/>
                  </a:cubicBezTo>
                  <a:cubicBezTo>
                    <a:pt x="818883" y="3438356"/>
                    <a:pt x="771046" y="3129535"/>
                    <a:pt x="719188" y="3155993"/>
                  </a:cubicBezTo>
                  <a:cubicBezTo>
                    <a:pt x="667330" y="3182451"/>
                    <a:pt x="703314" y="3168693"/>
                    <a:pt x="604889" y="3111543"/>
                  </a:cubicBezTo>
                  <a:cubicBezTo>
                    <a:pt x="-34556" y="3069633"/>
                    <a:pt x="194256" y="2680801"/>
                    <a:pt x="141339" y="2647993"/>
                  </a:cubicBezTo>
                  <a:cubicBezTo>
                    <a:pt x="88422" y="2615185"/>
                    <a:pt x="11164" y="2440561"/>
                    <a:pt x="71489" y="2330494"/>
                  </a:cubicBezTo>
                  <a:cubicBezTo>
                    <a:pt x="-264426" y="1740368"/>
                    <a:pt x="684264" y="1375878"/>
                    <a:pt x="833489" y="1524044"/>
                  </a:cubicBezTo>
                  <a:lnTo>
                    <a:pt x="1119238" y="1422443"/>
                  </a:lnTo>
                  <a:cubicBezTo>
                    <a:pt x="839838" y="1106184"/>
                    <a:pt x="1220838" y="408924"/>
                    <a:pt x="1766938" y="511765"/>
                  </a:cubicBezTo>
                  <a:close/>
                </a:path>
              </a:pathLst>
            </a:custGeom>
            <a:solidFill>
              <a:srgbClr val="FFFCE9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B9AE2D0-983D-2F86-4E6E-64EF15CDA812}"/>
                </a:ext>
              </a:extLst>
            </p:cNvPr>
            <p:cNvSpPr/>
            <p:nvPr/>
          </p:nvSpPr>
          <p:spPr>
            <a:xfrm>
              <a:off x="6057900" y="2247687"/>
              <a:ext cx="682658" cy="1776413"/>
            </a:xfrm>
            <a:custGeom>
              <a:avLst/>
              <a:gdLst>
                <a:gd name="connsiteX0" fmla="*/ 0 w 279400"/>
                <a:gd name="connsiteY0" fmla="*/ 0 h 457200"/>
                <a:gd name="connsiteX1" fmla="*/ 279400 w 279400"/>
                <a:gd name="connsiteY1" fmla="*/ 0 h 457200"/>
                <a:gd name="connsiteX2" fmla="*/ 279400 w 279400"/>
                <a:gd name="connsiteY2" fmla="*/ 457200 h 457200"/>
                <a:gd name="connsiteX3" fmla="*/ 0 w 279400"/>
                <a:gd name="connsiteY3" fmla="*/ 457200 h 457200"/>
                <a:gd name="connsiteX4" fmla="*/ 0 w 279400"/>
                <a:gd name="connsiteY4" fmla="*/ 0 h 457200"/>
                <a:gd name="connsiteX0" fmla="*/ 0 w 298450"/>
                <a:gd name="connsiteY0" fmla="*/ 254000 h 711200"/>
                <a:gd name="connsiteX1" fmla="*/ 298450 w 298450"/>
                <a:gd name="connsiteY1" fmla="*/ 0 h 711200"/>
                <a:gd name="connsiteX2" fmla="*/ 279400 w 298450"/>
                <a:gd name="connsiteY2" fmla="*/ 711200 h 711200"/>
                <a:gd name="connsiteX3" fmla="*/ 0 w 298450"/>
                <a:gd name="connsiteY3" fmla="*/ 711200 h 711200"/>
                <a:gd name="connsiteX4" fmla="*/ 0 w 298450"/>
                <a:gd name="connsiteY4" fmla="*/ 254000 h 711200"/>
                <a:gd name="connsiteX0" fmla="*/ 0 w 336550"/>
                <a:gd name="connsiteY0" fmla="*/ 254000 h 711200"/>
                <a:gd name="connsiteX1" fmla="*/ 298450 w 336550"/>
                <a:gd name="connsiteY1" fmla="*/ 0 h 711200"/>
                <a:gd name="connsiteX2" fmla="*/ 336550 w 336550"/>
                <a:gd name="connsiteY2" fmla="*/ 361950 h 711200"/>
                <a:gd name="connsiteX3" fmla="*/ 0 w 336550"/>
                <a:gd name="connsiteY3" fmla="*/ 711200 h 711200"/>
                <a:gd name="connsiteX4" fmla="*/ 0 w 336550"/>
                <a:gd name="connsiteY4" fmla="*/ 254000 h 711200"/>
                <a:gd name="connsiteX0" fmla="*/ 0 w 412750"/>
                <a:gd name="connsiteY0" fmla="*/ 254000 h 1187450"/>
                <a:gd name="connsiteX1" fmla="*/ 298450 w 412750"/>
                <a:gd name="connsiteY1" fmla="*/ 0 h 1187450"/>
                <a:gd name="connsiteX2" fmla="*/ 336550 w 412750"/>
                <a:gd name="connsiteY2" fmla="*/ 361950 h 1187450"/>
                <a:gd name="connsiteX3" fmla="*/ 412750 w 412750"/>
                <a:gd name="connsiteY3" fmla="*/ 1187450 h 1187450"/>
                <a:gd name="connsiteX4" fmla="*/ 0 w 412750"/>
                <a:gd name="connsiteY4" fmla="*/ 254000 h 1187450"/>
                <a:gd name="connsiteX0" fmla="*/ 0 w 476250"/>
                <a:gd name="connsiteY0" fmla="*/ 1593850 h 1593850"/>
                <a:gd name="connsiteX1" fmla="*/ 361950 w 476250"/>
                <a:gd name="connsiteY1" fmla="*/ 0 h 1593850"/>
                <a:gd name="connsiteX2" fmla="*/ 400050 w 476250"/>
                <a:gd name="connsiteY2" fmla="*/ 361950 h 1593850"/>
                <a:gd name="connsiteX3" fmla="*/ 476250 w 476250"/>
                <a:gd name="connsiteY3" fmla="*/ 1187450 h 1593850"/>
                <a:gd name="connsiteX4" fmla="*/ 0 w 476250"/>
                <a:gd name="connsiteY4" fmla="*/ 1593850 h 1593850"/>
                <a:gd name="connsiteX0" fmla="*/ 2987 w 479237"/>
                <a:gd name="connsiteY0" fmla="*/ 1828800 h 1828800"/>
                <a:gd name="connsiteX1" fmla="*/ 28387 w 479237"/>
                <a:gd name="connsiteY1" fmla="*/ 0 h 1828800"/>
                <a:gd name="connsiteX2" fmla="*/ 364937 w 479237"/>
                <a:gd name="connsiteY2" fmla="*/ 234950 h 1828800"/>
                <a:gd name="connsiteX3" fmla="*/ 403037 w 479237"/>
                <a:gd name="connsiteY3" fmla="*/ 596900 h 1828800"/>
                <a:gd name="connsiteX4" fmla="*/ 479237 w 479237"/>
                <a:gd name="connsiteY4" fmla="*/ 1422400 h 1828800"/>
                <a:gd name="connsiteX5" fmla="*/ 2987 w 479237"/>
                <a:gd name="connsiteY5" fmla="*/ 1828800 h 1828800"/>
                <a:gd name="connsiteX0" fmla="*/ 2987 w 479237"/>
                <a:gd name="connsiteY0" fmla="*/ 1828800 h 1828800"/>
                <a:gd name="connsiteX1" fmla="*/ 28387 w 479237"/>
                <a:gd name="connsiteY1" fmla="*/ 0 h 1828800"/>
                <a:gd name="connsiteX2" fmla="*/ 364937 w 479237"/>
                <a:gd name="connsiteY2" fmla="*/ 234950 h 1828800"/>
                <a:gd name="connsiteX3" fmla="*/ 403037 w 479237"/>
                <a:gd name="connsiteY3" fmla="*/ 596900 h 1828800"/>
                <a:gd name="connsiteX4" fmla="*/ 479237 w 479237"/>
                <a:gd name="connsiteY4" fmla="*/ 1422400 h 1828800"/>
                <a:gd name="connsiteX5" fmla="*/ 2987 w 479237"/>
                <a:gd name="connsiteY5" fmla="*/ 1828800 h 1828800"/>
                <a:gd name="connsiteX0" fmla="*/ 2987 w 479237"/>
                <a:gd name="connsiteY0" fmla="*/ 1828800 h 1828800"/>
                <a:gd name="connsiteX1" fmla="*/ 28387 w 479237"/>
                <a:gd name="connsiteY1" fmla="*/ 0 h 1828800"/>
                <a:gd name="connsiteX2" fmla="*/ 364937 w 479237"/>
                <a:gd name="connsiteY2" fmla="*/ 234950 h 1828800"/>
                <a:gd name="connsiteX3" fmla="*/ 403037 w 479237"/>
                <a:gd name="connsiteY3" fmla="*/ 596900 h 1828800"/>
                <a:gd name="connsiteX4" fmla="*/ 479237 w 479237"/>
                <a:gd name="connsiteY4" fmla="*/ 1422400 h 1828800"/>
                <a:gd name="connsiteX5" fmla="*/ 2987 w 479237"/>
                <a:gd name="connsiteY5" fmla="*/ 1828800 h 1828800"/>
                <a:gd name="connsiteX0" fmla="*/ 2987 w 479237"/>
                <a:gd name="connsiteY0" fmla="*/ 1828800 h 1828800"/>
                <a:gd name="connsiteX1" fmla="*/ 28387 w 479237"/>
                <a:gd name="connsiteY1" fmla="*/ 0 h 1828800"/>
                <a:gd name="connsiteX2" fmla="*/ 364937 w 479237"/>
                <a:gd name="connsiteY2" fmla="*/ 234950 h 1828800"/>
                <a:gd name="connsiteX3" fmla="*/ 403037 w 479237"/>
                <a:gd name="connsiteY3" fmla="*/ 596900 h 1828800"/>
                <a:gd name="connsiteX4" fmla="*/ 479237 w 479237"/>
                <a:gd name="connsiteY4" fmla="*/ 1422400 h 1828800"/>
                <a:gd name="connsiteX5" fmla="*/ 2987 w 479237"/>
                <a:gd name="connsiteY5" fmla="*/ 1828800 h 1828800"/>
                <a:gd name="connsiteX0" fmla="*/ 2987 w 646837"/>
                <a:gd name="connsiteY0" fmla="*/ 1828800 h 1828800"/>
                <a:gd name="connsiteX1" fmla="*/ 28387 w 646837"/>
                <a:gd name="connsiteY1" fmla="*/ 0 h 1828800"/>
                <a:gd name="connsiteX2" fmla="*/ 364937 w 646837"/>
                <a:gd name="connsiteY2" fmla="*/ 234950 h 1828800"/>
                <a:gd name="connsiteX3" fmla="*/ 403037 w 646837"/>
                <a:gd name="connsiteY3" fmla="*/ 596900 h 1828800"/>
                <a:gd name="connsiteX4" fmla="*/ 479237 w 646837"/>
                <a:gd name="connsiteY4" fmla="*/ 1422400 h 1828800"/>
                <a:gd name="connsiteX5" fmla="*/ 2987 w 646837"/>
                <a:gd name="connsiteY5" fmla="*/ 1828800 h 1828800"/>
                <a:gd name="connsiteX0" fmla="*/ 2987 w 672945"/>
                <a:gd name="connsiteY0" fmla="*/ 1828800 h 1828800"/>
                <a:gd name="connsiteX1" fmla="*/ 28387 w 672945"/>
                <a:gd name="connsiteY1" fmla="*/ 0 h 1828800"/>
                <a:gd name="connsiteX2" fmla="*/ 364937 w 672945"/>
                <a:gd name="connsiteY2" fmla="*/ 234950 h 1828800"/>
                <a:gd name="connsiteX3" fmla="*/ 403037 w 672945"/>
                <a:gd name="connsiteY3" fmla="*/ 596900 h 1828800"/>
                <a:gd name="connsiteX4" fmla="*/ 479237 w 672945"/>
                <a:gd name="connsiteY4" fmla="*/ 1422400 h 1828800"/>
                <a:gd name="connsiteX5" fmla="*/ 2987 w 672945"/>
                <a:gd name="connsiteY5" fmla="*/ 1828800 h 1828800"/>
                <a:gd name="connsiteX0" fmla="*/ 25400 w 669958"/>
                <a:gd name="connsiteY0" fmla="*/ 0 h 1828800"/>
                <a:gd name="connsiteX1" fmla="*/ 361950 w 669958"/>
                <a:gd name="connsiteY1" fmla="*/ 234950 h 1828800"/>
                <a:gd name="connsiteX2" fmla="*/ 400050 w 669958"/>
                <a:gd name="connsiteY2" fmla="*/ 596900 h 1828800"/>
                <a:gd name="connsiteX3" fmla="*/ 476250 w 669958"/>
                <a:gd name="connsiteY3" fmla="*/ 1422400 h 1828800"/>
                <a:gd name="connsiteX4" fmla="*/ 0 w 669958"/>
                <a:gd name="connsiteY4" fmla="*/ 1828800 h 1828800"/>
                <a:gd name="connsiteX5" fmla="*/ 116840 w 669958"/>
                <a:gd name="connsiteY5" fmla="*/ 91440 h 1828800"/>
                <a:gd name="connsiteX0" fmla="*/ 25400 w 669958"/>
                <a:gd name="connsiteY0" fmla="*/ 0 h 1828800"/>
                <a:gd name="connsiteX1" fmla="*/ 361950 w 669958"/>
                <a:gd name="connsiteY1" fmla="*/ 234950 h 1828800"/>
                <a:gd name="connsiteX2" fmla="*/ 400050 w 669958"/>
                <a:gd name="connsiteY2" fmla="*/ 596900 h 1828800"/>
                <a:gd name="connsiteX3" fmla="*/ 476250 w 669958"/>
                <a:gd name="connsiteY3" fmla="*/ 1422400 h 1828800"/>
                <a:gd name="connsiteX4" fmla="*/ 0 w 669958"/>
                <a:gd name="connsiteY4" fmla="*/ 182880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9958" h="1828800">
                  <a:moveTo>
                    <a:pt x="25400" y="0"/>
                  </a:moveTo>
                  <a:cubicBezTo>
                    <a:pt x="270933" y="59267"/>
                    <a:pt x="249767" y="156633"/>
                    <a:pt x="361950" y="234950"/>
                  </a:cubicBezTo>
                  <a:lnTo>
                    <a:pt x="400050" y="596900"/>
                  </a:lnTo>
                  <a:cubicBezTo>
                    <a:pt x="546100" y="662517"/>
                    <a:pt x="882650" y="1026583"/>
                    <a:pt x="476250" y="1422400"/>
                  </a:cubicBezTo>
                  <a:cubicBezTo>
                    <a:pt x="266700" y="1773767"/>
                    <a:pt x="139700" y="1801283"/>
                    <a:pt x="0" y="1828800"/>
                  </a:cubicBezTo>
                </a:path>
              </a:pathLst>
            </a:cu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4">
              <a:extLst>
                <a:ext uri="{FF2B5EF4-FFF2-40B4-BE49-F238E27FC236}">
                  <a16:creationId xmlns:a16="http://schemas.microsoft.com/office/drawing/2014/main" id="{84F17BCD-9CC8-8E34-964B-C4DD9EF562AD}"/>
                </a:ext>
              </a:extLst>
            </p:cNvPr>
            <p:cNvSpPr/>
            <p:nvPr/>
          </p:nvSpPr>
          <p:spPr>
            <a:xfrm rot="19153316" flipH="1">
              <a:off x="3997090" y="3475020"/>
              <a:ext cx="407437" cy="1191018"/>
            </a:xfrm>
            <a:custGeom>
              <a:avLst/>
              <a:gdLst>
                <a:gd name="connsiteX0" fmla="*/ 0 w 279400"/>
                <a:gd name="connsiteY0" fmla="*/ 0 h 457200"/>
                <a:gd name="connsiteX1" fmla="*/ 279400 w 279400"/>
                <a:gd name="connsiteY1" fmla="*/ 0 h 457200"/>
                <a:gd name="connsiteX2" fmla="*/ 279400 w 279400"/>
                <a:gd name="connsiteY2" fmla="*/ 457200 h 457200"/>
                <a:gd name="connsiteX3" fmla="*/ 0 w 279400"/>
                <a:gd name="connsiteY3" fmla="*/ 457200 h 457200"/>
                <a:gd name="connsiteX4" fmla="*/ 0 w 279400"/>
                <a:gd name="connsiteY4" fmla="*/ 0 h 457200"/>
                <a:gd name="connsiteX0" fmla="*/ 0 w 298450"/>
                <a:gd name="connsiteY0" fmla="*/ 254000 h 711200"/>
                <a:gd name="connsiteX1" fmla="*/ 298450 w 298450"/>
                <a:gd name="connsiteY1" fmla="*/ 0 h 711200"/>
                <a:gd name="connsiteX2" fmla="*/ 279400 w 298450"/>
                <a:gd name="connsiteY2" fmla="*/ 711200 h 711200"/>
                <a:gd name="connsiteX3" fmla="*/ 0 w 298450"/>
                <a:gd name="connsiteY3" fmla="*/ 711200 h 711200"/>
                <a:gd name="connsiteX4" fmla="*/ 0 w 298450"/>
                <a:gd name="connsiteY4" fmla="*/ 254000 h 711200"/>
                <a:gd name="connsiteX0" fmla="*/ 0 w 336550"/>
                <a:gd name="connsiteY0" fmla="*/ 254000 h 711200"/>
                <a:gd name="connsiteX1" fmla="*/ 298450 w 336550"/>
                <a:gd name="connsiteY1" fmla="*/ 0 h 711200"/>
                <a:gd name="connsiteX2" fmla="*/ 336550 w 336550"/>
                <a:gd name="connsiteY2" fmla="*/ 361950 h 711200"/>
                <a:gd name="connsiteX3" fmla="*/ 0 w 336550"/>
                <a:gd name="connsiteY3" fmla="*/ 711200 h 711200"/>
                <a:gd name="connsiteX4" fmla="*/ 0 w 336550"/>
                <a:gd name="connsiteY4" fmla="*/ 254000 h 711200"/>
                <a:gd name="connsiteX0" fmla="*/ 0 w 412750"/>
                <a:gd name="connsiteY0" fmla="*/ 254000 h 1187450"/>
                <a:gd name="connsiteX1" fmla="*/ 298450 w 412750"/>
                <a:gd name="connsiteY1" fmla="*/ 0 h 1187450"/>
                <a:gd name="connsiteX2" fmla="*/ 336550 w 412750"/>
                <a:gd name="connsiteY2" fmla="*/ 361950 h 1187450"/>
                <a:gd name="connsiteX3" fmla="*/ 412750 w 412750"/>
                <a:gd name="connsiteY3" fmla="*/ 1187450 h 1187450"/>
                <a:gd name="connsiteX4" fmla="*/ 0 w 412750"/>
                <a:gd name="connsiteY4" fmla="*/ 254000 h 1187450"/>
                <a:gd name="connsiteX0" fmla="*/ 0 w 476250"/>
                <a:gd name="connsiteY0" fmla="*/ 1593850 h 1593850"/>
                <a:gd name="connsiteX1" fmla="*/ 361950 w 476250"/>
                <a:gd name="connsiteY1" fmla="*/ 0 h 1593850"/>
                <a:gd name="connsiteX2" fmla="*/ 400050 w 476250"/>
                <a:gd name="connsiteY2" fmla="*/ 361950 h 1593850"/>
                <a:gd name="connsiteX3" fmla="*/ 476250 w 476250"/>
                <a:gd name="connsiteY3" fmla="*/ 1187450 h 1593850"/>
                <a:gd name="connsiteX4" fmla="*/ 0 w 476250"/>
                <a:gd name="connsiteY4" fmla="*/ 1593850 h 1593850"/>
                <a:gd name="connsiteX0" fmla="*/ 2987 w 479237"/>
                <a:gd name="connsiteY0" fmla="*/ 1828800 h 1828800"/>
                <a:gd name="connsiteX1" fmla="*/ 28387 w 479237"/>
                <a:gd name="connsiteY1" fmla="*/ 0 h 1828800"/>
                <a:gd name="connsiteX2" fmla="*/ 364937 w 479237"/>
                <a:gd name="connsiteY2" fmla="*/ 234950 h 1828800"/>
                <a:gd name="connsiteX3" fmla="*/ 403037 w 479237"/>
                <a:gd name="connsiteY3" fmla="*/ 596900 h 1828800"/>
                <a:gd name="connsiteX4" fmla="*/ 479237 w 479237"/>
                <a:gd name="connsiteY4" fmla="*/ 1422400 h 1828800"/>
                <a:gd name="connsiteX5" fmla="*/ 2987 w 479237"/>
                <a:gd name="connsiteY5" fmla="*/ 1828800 h 1828800"/>
                <a:gd name="connsiteX0" fmla="*/ 2987 w 479237"/>
                <a:gd name="connsiteY0" fmla="*/ 1828800 h 1828800"/>
                <a:gd name="connsiteX1" fmla="*/ 28387 w 479237"/>
                <a:gd name="connsiteY1" fmla="*/ 0 h 1828800"/>
                <a:gd name="connsiteX2" fmla="*/ 364937 w 479237"/>
                <a:gd name="connsiteY2" fmla="*/ 234950 h 1828800"/>
                <a:gd name="connsiteX3" fmla="*/ 403037 w 479237"/>
                <a:gd name="connsiteY3" fmla="*/ 596900 h 1828800"/>
                <a:gd name="connsiteX4" fmla="*/ 479237 w 479237"/>
                <a:gd name="connsiteY4" fmla="*/ 1422400 h 1828800"/>
                <a:gd name="connsiteX5" fmla="*/ 2987 w 479237"/>
                <a:gd name="connsiteY5" fmla="*/ 1828800 h 1828800"/>
                <a:gd name="connsiteX0" fmla="*/ 2987 w 479237"/>
                <a:gd name="connsiteY0" fmla="*/ 1828800 h 1828800"/>
                <a:gd name="connsiteX1" fmla="*/ 28387 w 479237"/>
                <a:gd name="connsiteY1" fmla="*/ 0 h 1828800"/>
                <a:gd name="connsiteX2" fmla="*/ 364937 w 479237"/>
                <a:gd name="connsiteY2" fmla="*/ 234950 h 1828800"/>
                <a:gd name="connsiteX3" fmla="*/ 403037 w 479237"/>
                <a:gd name="connsiteY3" fmla="*/ 596900 h 1828800"/>
                <a:gd name="connsiteX4" fmla="*/ 479237 w 479237"/>
                <a:gd name="connsiteY4" fmla="*/ 1422400 h 1828800"/>
                <a:gd name="connsiteX5" fmla="*/ 2987 w 479237"/>
                <a:gd name="connsiteY5" fmla="*/ 1828800 h 1828800"/>
                <a:gd name="connsiteX0" fmla="*/ 2987 w 479237"/>
                <a:gd name="connsiteY0" fmla="*/ 1828800 h 1828800"/>
                <a:gd name="connsiteX1" fmla="*/ 28387 w 479237"/>
                <a:gd name="connsiteY1" fmla="*/ 0 h 1828800"/>
                <a:gd name="connsiteX2" fmla="*/ 364937 w 479237"/>
                <a:gd name="connsiteY2" fmla="*/ 234950 h 1828800"/>
                <a:gd name="connsiteX3" fmla="*/ 403037 w 479237"/>
                <a:gd name="connsiteY3" fmla="*/ 596900 h 1828800"/>
                <a:gd name="connsiteX4" fmla="*/ 479237 w 479237"/>
                <a:gd name="connsiteY4" fmla="*/ 1422400 h 1828800"/>
                <a:gd name="connsiteX5" fmla="*/ 2987 w 479237"/>
                <a:gd name="connsiteY5" fmla="*/ 1828800 h 1828800"/>
                <a:gd name="connsiteX0" fmla="*/ 2987 w 646837"/>
                <a:gd name="connsiteY0" fmla="*/ 1828800 h 1828800"/>
                <a:gd name="connsiteX1" fmla="*/ 28387 w 646837"/>
                <a:gd name="connsiteY1" fmla="*/ 0 h 1828800"/>
                <a:gd name="connsiteX2" fmla="*/ 364937 w 646837"/>
                <a:gd name="connsiteY2" fmla="*/ 234950 h 1828800"/>
                <a:gd name="connsiteX3" fmla="*/ 403037 w 646837"/>
                <a:gd name="connsiteY3" fmla="*/ 596900 h 1828800"/>
                <a:gd name="connsiteX4" fmla="*/ 479237 w 646837"/>
                <a:gd name="connsiteY4" fmla="*/ 1422400 h 1828800"/>
                <a:gd name="connsiteX5" fmla="*/ 2987 w 646837"/>
                <a:gd name="connsiteY5" fmla="*/ 1828800 h 1828800"/>
                <a:gd name="connsiteX0" fmla="*/ 2987 w 672945"/>
                <a:gd name="connsiteY0" fmla="*/ 1828800 h 1828800"/>
                <a:gd name="connsiteX1" fmla="*/ 28387 w 672945"/>
                <a:gd name="connsiteY1" fmla="*/ 0 h 1828800"/>
                <a:gd name="connsiteX2" fmla="*/ 364937 w 672945"/>
                <a:gd name="connsiteY2" fmla="*/ 234950 h 1828800"/>
                <a:gd name="connsiteX3" fmla="*/ 403037 w 672945"/>
                <a:gd name="connsiteY3" fmla="*/ 596900 h 1828800"/>
                <a:gd name="connsiteX4" fmla="*/ 479237 w 672945"/>
                <a:gd name="connsiteY4" fmla="*/ 1422400 h 1828800"/>
                <a:gd name="connsiteX5" fmla="*/ 2987 w 672945"/>
                <a:gd name="connsiteY5" fmla="*/ 1828800 h 1828800"/>
                <a:gd name="connsiteX0" fmla="*/ 25400 w 669958"/>
                <a:gd name="connsiteY0" fmla="*/ 0 h 1828800"/>
                <a:gd name="connsiteX1" fmla="*/ 361950 w 669958"/>
                <a:gd name="connsiteY1" fmla="*/ 234950 h 1828800"/>
                <a:gd name="connsiteX2" fmla="*/ 400050 w 669958"/>
                <a:gd name="connsiteY2" fmla="*/ 596900 h 1828800"/>
                <a:gd name="connsiteX3" fmla="*/ 476250 w 669958"/>
                <a:gd name="connsiteY3" fmla="*/ 1422400 h 1828800"/>
                <a:gd name="connsiteX4" fmla="*/ 0 w 669958"/>
                <a:gd name="connsiteY4" fmla="*/ 1828800 h 1828800"/>
                <a:gd name="connsiteX5" fmla="*/ 116840 w 669958"/>
                <a:gd name="connsiteY5" fmla="*/ 91440 h 1828800"/>
                <a:gd name="connsiteX0" fmla="*/ 25400 w 669958"/>
                <a:gd name="connsiteY0" fmla="*/ 0 h 1828800"/>
                <a:gd name="connsiteX1" fmla="*/ 361950 w 669958"/>
                <a:gd name="connsiteY1" fmla="*/ 234950 h 1828800"/>
                <a:gd name="connsiteX2" fmla="*/ 400050 w 669958"/>
                <a:gd name="connsiteY2" fmla="*/ 596900 h 1828800"/>
                <a:gd name="connsiteX3" fmla="*/ 476250 w 669958"/>
                <a:gd name="connsiteY3" fmla="*/ 1422400 h 1828800"/>
                <a:gd name="connsiteX4" fmla="*/ 0 w 669958"/>
                <a:gd name="connsiteY4" fmla="*/ 182880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9958" h="1828800">
                  <a:moveTo>
                    <a:pt x="25400" y="0"/>
                  </a:moveTo>
                  <a:cubicBezTo>
                    <a:pt x="270933" y="59267"/>
                    <a:pt x="249767" y="156633"/>
                    <a:pt x="361950" y="234950"/>
                  </a:cubicBezTo>
                  <a:lnTo>
                    <a:pt x="400050" y="596900"/>
                  </a:lnTo>
                  <a:cubicBezTo>
                    <a:pt x="546100" y="662517"/>
                    <a:pt x="882650" y="1026583"/>
                    <a:pt x="476250" y="1422400"/>
                  </a:cubicBezTo>
                  <a:cubicBezTo>
                    <a:pt x="266700" y="1773767"/>
                    <a:pt x="139700" y="1801283"/>
                    <a:pt x="0" y="1828800"/>
                  </a:cubicBezTo>
                </a:path>
              </a:pathLst>
            </a:cu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A206AA63-04ED-13AC-851A-D02BA2EFA1A3}"/>
              </a:ext>
            </a:extLst>
          </p:cNvPr>
          <p:cNvGrpSpPr/>
          <p:nvPr/>
        </p:nvGrpSpPr>
        <p:grpSpPr>
          <a:xfrm>
            <a:off x="-564780" y="1031612"/>
            <a:ext cx="5065710" cy="5928040"/>
            <a:chOff x="1811209" y="375826"/>
            <a:chExt cx="6340602" cy="7419956"/>
          </a:xfrm>
        </p:grpSpPr>
        <p:sp>
          <p:nvSpPr>
            <p:cNvPr id="12" name="Rectangle 2">
              <a:extLst>
                <a:ext uri="{FF2B5EF4-FFF2-40B4-BE49-F238E27FC236}">
                  <a16:creationId xmlns:a16="http://schemas.microsoft.com/office/drawing/2014/main" id="{80789CB1-F82B-8E9B-373A-3C00BEC602B3}"/>
                </a:ext>
              </a:extLst>
            </p:cNvPr>
            <p:cNvSpPr/>
            <p:nvPr/>
          </p:nvSpPr>
          <p:spPr>
            <a:xfrm>
              <a:off x="1811209" y="375826"/>
              <a:ext cx="6242639" cy="5091518"/>
            </a:xfrm>
            <a:custGeom>
              <a:avLst/>
              <a:gdLst>
                <a:gd name="connsiteX0" fmla="*/ 0 w 1451428"/>
                <a:gd name="connsiteY0" fmla="*/ 0 h 580572"/>
                <a:gd name="connsiteX1" fmla="*/ 1451428 w 1451428"/>
                <a:gd name="connsiteY1" fmla="*/ 0 h 580572"/>
                <a:gd name="connsiteX2" fmla="*/ 1451428 w 1451428"/>
                <a:gd name="connsiteY2" fmla="*/ 580572 h 580572"/>
                <a:gd name="connsiteX3" fmla="*/ 0 w 1451428"/>
                <a:gd name="connsiteY3" fmla="*/ 580572 h 580572"/>
                <a:gd name="connsiteX4" fmla="*/ 0 w 1451428"/>
                <a:gd name="connsiteY4" fmla="*/ 0 h 580572"/>
                <a:gd name="connsiteX0" fmla="*/ 87086 w 1538514"/>
                <a:gd name="connsiteY0" fmla="*/ 0 h 3135086"/>
                <a:gd name="connsiteX1" fmla="*/ 1538514 w 1538514"/>
                <a:gd name="connsiteY1" fmla="*/ 0 h 3135086"/>
                <a:gd name="connsiteX2" fmla="*/ 1538514 w 1538514"/>
                <a:gd name="connsiteY2" fmla="*/ 580572 h 3135086"/>
                <a:gd name="connsiteX3" fmla="*/ 0 w 1538514"/>
                <a:gd name="connsiteY3" fmla="*/ 3135086 h 3135086"/>
                <a:gd name="connsiteX4" fmla="*/ 87086 w 1538514"/>
                <a:gd name="connsiteY4" fmla="*/ 0 h 3135086"/>
                <a:gd name="connsiteX0" fmla="*/ 87086 w 1538514"/>
                <a:gd name="connsiteY0" fmla="*/ 0 h 3280229"/>
                <a:gd name="connsiteX1" fmla="*/ 1538514 w 1538514"/>
                <a:gd name="connsiteY1" fmla="*/ 0 h 3280229"/>
                <a:gd name="connsiteX2" fmla="*/ 1538514 w 1538514"/>
                <a:gd name="connsiteY2" fmla="*/ 580572 h 3280229"/>
                <a:gd name="connsiteX3" fmla="*/ 449943 w 1538514"/>
                <a:gd name="connsiteY3" fmla="*/ 3280229 h 3280229"/>
                <a:gd name="connsiteX4" fmla="*/ 0 w 1538514"/>
                <a:gd name="connsiteY4" fmla="*/ 3135086 h 3280229"/>
                <a:gd name="connsiteX5" fmla="*/ 87086 w 1538514"/>
                <a:gd name="connsiteY5" fmla="*/ 0 h 3280229"/>
                <a:gd name="connsiteX0" fmla="*/ 87086 w 2830181"/>
                <a:gd name="connsiteY0" fmla="*/ 0 h 3280229"/>
                <a:gd name="connsiteX1" fmla="*/ 1538514 w 2830181"/>
                <a:gd name="connsiteY1" fmla="*/ 0 h 3280229"/>
                <a:gd name="connsiteX2" fmla="*/ 1538514 w 2830181"/>
                <a:gd name="connsiteY2" fmla="*/ 580572 h 3280229"/>
                <a:gd name="connsiteX3" fmla="*/ 2815771 w 2830181"/>
                <a:gd name="connsiteY3" fmla="*/ 2873829 h 3280229"/>
                <a:gd name="connsiteX4" fmla="*/ 449943 w 2830181"/>
                <a:gd name="connsiteY4" fmla="*/ 3280229 h 3280229"/>
                <a:gd name="connsiteX5" fmla="*/ 0 w 2830181"/>
                <a:gd name="connsiteY5" fmla="*/ 3135086 h 3280229"/>
                <a:gd name="connsiteX6" fmla="*/ 87086 w 2830181"/>
                <a:gd name="connsiteY6" fmla="*/ 0 h 3280229"/>
                <a:gd name="connsiteX0" fmla="*/ 87086 w 3468158"/>
                <a:gd name="connsiteY0" fmla="*/ 0 h 3280229"/>
                <a:gd name="connsiteX1" fmla="*/ 1538514 w 3468158"/>
                <a:gd name="connsiteY1" fmla="*/ 0 h 3280229"/>
                <a:gd name="connsiteX2" fmla="*/ 1538514 w 3468158"/>
                <a:gd name="connsiteY2" fmla="*/ 580572 h 3280229"/>
                <a:gd name="connsiteX3" fmla="*/ 3410857 w 3468158"/>
                <a:gd name="connsiteY3" fmla="*/ 2467429 h 3280229"/>
                <a:gd name="connsiteX4" fmla="*/ 2815771 w 3468158"/>
                <a:gd name="connsiteY4" fmla="*/ 2873829 h 3280229"/>
                <a:gd name="connsiteX5" fmla="*/ 449943 w 3468158"/>
                <a:gd name="connsiteY5" fmla="*/ 3280229 h 3280229"/>
                <a:gd name="connsiteX6" fmla="*/ 0 w 3468158"/>
                <a:gd name="connsiteY6" fmla="*/ 3135086 h 3280229"/>
                <a:gd name="connsiteX7" fmla="*/ 87086 w 3468158"/>
                <a:gd name="connsiteY7" fmla="*/ 0 h 3280229"/>
                <a:gd name="connsiteX0" fmla="*/ 87086 w 3688986"/>
                <a:gd name="connsiteY0" fmla="*/ 0 h 3280229"/>
                <a:gd name="connsiteX1" fmla="*/ 1538514 w 3688986"/>
                <a:gd name="connsiteY1" fmla="*/ 0 h 3280229"/>
                <a:gd name="connsiteX2" fmla="*/ 1538514 w 3688986"/>
                <a:gd name="connsiteY2" fmla="*/ 580572 h 3280229"/>
                <a:gd name="connsiteX3" fmla="*/ 3570513 w 3688986"/>
                <a:gd name="connsiteY3" fmla="*/ 2322286 h 3280229"/>
                <a:gd name="connsiteX4" fmla="*/ 3410857 w 3688986"/>
                <a:gd name="connsiteY4" fmla="*/ 2467429 h 3280229"/>
                <a:gd name="connsiteX5" fmla="*/ 2815771 w 3688986"/>
                <a:gd name="connsiteY5" fmla="*/ 2873829 h 3280229"/>
                <a:gd name="connsiteX6" fmla="*/ 449943 w 3688986"/>
                <a:gd name="connsiteY6" fmla="*/ 3280229 h 3280229"/>
                <a:gd name="connsiteX7" fmla="*/ 0 w 3688986"/>
                <a:gd name="connsiteY7" fmla="*/ 3135086 h 3280229"/>
                <a:gd name="connsiteX8" fmla="*/ 87086 w 3688986"/>
                <a:gd name="connsiteY8" fmla="*/ 0 h 3280229"/>
                <a:gd name="connsiteX0" fmla="*/ 87086 w 4390220"/>
                <a:gd name="connsiteY0" fmla="*/ 0 h 3280229"/>
                <a:gd name="connsiteX1" fmla="*/ 1538514 w 4390220"/>
                <a:gd name="connsiteY1" fmla="*/ 0 h 3280229"/>
                <a:gd name="connsiteX2" fmla="*/ 1538514 w 4390220"/>
                <a:gd name="connsiteY2" fmla="*/ 580572 h 3280229"/>
                <a:gd name="connsiteX3" fmla="*/ 4325256 w 4390220"/>
                <a:gd name="connsiteY3" fmla="*/ 1393372 h 3280229"/>
                <a:gd name="connsiteX4" fmla="*/ 3570513 w 4390220"/>
                <a:gd name="connsiteY4" fmla="*/ 2322286 h 3280229"/>
                <a:gd name="connsiteX5" fmla="*/ 3410857 w 4390220"/>
                <a:gd name="connsiteY5" fmla="*/ 2467429 h 3280229"/>
                <a:gd name="connsiteX6" fmla="*/ 2815771 w 4390220"/>
                <a:gd name="connsiteY6" fmla="*/ 2873829 h 3280229"/>
                <a:gd name="connsiteX7" fmla="*/ 449943 w 4390220"/>
                <a:gd name="connsiteY7" fmla="*/ 3280229 h 3280229"/>
                <a:gd name="connsiteX8" fmla="*/ 0 w 4390220"/>
                <a:gd name="connsiteY8" fmla="*/ 3135086 h 3280229"/>
                <a:gd name="connsiteX9" fmla="*/ 87086 w 4390220"/>
                <a:gd name="connsiteY9" fmla="*/ 0 h 3280229"/>
                <a:gd name="connsiteX0" fmla="*/ 87086 w 4536605"/>
                <a:gd name="connsiteY0" fmla="*/ 0 h 3280229"/>
                <a:gd name="connsiteX1" fmla="*/ 1538514 w 4536605"/>
                <a:gd name="connsiteY1" fmla="*/ 0 h 3280229"/>
                <a:gd name="connsiteX2" fmla="*/ 1538514 w 4536605"/>
                <a:gd name="connsiteY2" fmla="*/ 580572 h 3280229"/>
                <a:gd name="connsiteX3" fmla="*/ 4325256 w 4536605"/>
                <a:gd name="connsiteY3" fmla="*/ 972457 h 3280229"/>
                <a:gd name="connsiteX4" fmla="*/ 4325256 w 4536605"/>
                <a:gd name="connsiteY4" fmla="*/ 1393372 h 3280229"/>
                <a:gd name="connsiteX5" fmla="*/ 3570513 w 4536605"/>
                <a:gd name="connsiteY5" fmla="*/ 2322286 h 3280229"/>
                <a:gd name="connsiteX6" fmla="*/ 3410857 w 4536605"/>
                <a:gd name="connsiteY6" fmla="*/ 2467429 h 3280229"/>
                <a:gd name="connsiteX7" fmla="*/ 2815771 w 4536605"/>
                <a:gd name="connsiteY7" fmla="*/ 2873829 h 3280229"/>
                <a:gd name="connsiteX8" fmla="*/ 449943 w 4536605"/>
                <a:gd name="connsiteY8" fmla="*/ 3280229 h 3280229"/>
                <a:gd name="connsiteX9" fmla="*/ 0 w 4536605"/>
                <a:gd name="connsiteY9" fmla="*/ 3135086 h 3280229"/>
                <a:gd name="connsiteX10" fmla="*/ 87086 w 4536605"/>
                <a:gd name="connsiteY10" fmla="*/ 0 h 3280229"/>
                <a:gd name="connsiteX0" fmla="*/ 87086 w 4556058"/>
                <a:gd name="connsiteY0" fmla="*/ 0 h 3280229"/>
                <a:gd name="connsiteX1" fmla="*/ 1538514 w 4556058"/>
                <a:gd name="connsiteY1" fmla="*/ 0 h 3280229"/>
                <a:gd name="connsiteX2" fmla="*/ 1538514 w 4556058"/>
                <a:gd name="connsiteY2" fmla="*/ 580572 h 3280229"/>
                <a:gd name="connsiteX3" fmla="*/ 4383313 w 4556058"/>
                <a:gd name="connsiteY3" fmla="*/ 609600 h 3280229"/>
                <a:gd name="connsiteX4" fmla="*/ 4325256 w 4556058"/>
                <a:gd name="connsiteY4" fmla="*/ 972457 h 3280229"/>
                <a:gd name="connsiteX5" fmla="*/ 4325256 w 4556058"/>
                <a:gd name="connsiteY5" fmla="*/ 1393372 h 3280229"/>
                <a:gd name="connsiteX6" fmla="*/ 3570513 w 4556058"/>
                <a:gd name="connsiteY6" fmla="*/ 2322286 h 3280229"/>
                <a:gd name="connsiteX7" fmla="*/ 3410857 w 4556058"/>
                <a:gd name="connsiteY7" fmla="*/ 2467429 h 3280229"/>
                <a:gd name="connsiteX8" fmla="*/ 2815771 w 4556058"/>
                <a:gd name="connsiteY8" fmla="*/ 2873829 h 3280229"/>
                <a:gd name="connsiteX9" fmla="*/ 449943 w 4556058"/>
                <a:gd name="connsiteY9" fmla="*/ 3280229 h 3280229"/>
                <a:gd name="connsiteX10" fmla="*/ 0 w 4556058"/>
                <a:gd name="connsiteY10" fmla="*/ 3135086 h 3280229"/>
                <a:gd name="connsiteX11" fmla="*/ 87086 w 4556058"/>
                <a:gd name="connsiteY11" fmla="*/ 0 h 3280229"/>
                <a:gd name="connsiteX0" fmla="*/ 87086 w 4538546"/>
                <a:gd name="connsiteY0" fmla="*/ 0 h 3280229"/>
                <a:gd name="connsiteX1" fmla="*/ 1538514 w 4538546"/>
                <a:gd name="connsiteY1" fmla="*/ 0 h 3280229"/>
                <a:gd name="connsiteX2" fmla="*/ 1538514 w 4538546"/>
                <a:gd name="connsiteY2" fmla="*/ 580572 h 3280229"/>
                <a:gd name="connsiteX3" fmla="*/ 4339769 w 4538546"/>
                <a:gd name="connsiteY3" fmla="*/ 290286 h 3280229"/>
                <a:gd name="connsiteX4" fmla="*/ 4383313 w 4538546"/>
                <a:gd name="connsiteY4" fmla="*/ 609600 h 3280229"/>
                <a:gd name="connsiteX5" fmla="*/ 4325256 w 4538546"/>
                <a:gd name="connsiteY5" fmla="*/ 972457 h 3280229"/>
                <a:gd name="connsiteX6" fmla="*/ 4325256 w 4538546"/>
                <a:gd name="connsiteY6" fmla="*/ 1393372 h 3280229"/>
                <a:gd name="connsiteX7" fmla="*/ 3570513 w 4538546"/>
                <a:gd name="connsiteY7" fmla="*/ 2322286 h 3280229"/>
                <a:gd name="connsiteX8" fmla="*/ 3410857 w 4538546"/>
                <a:gd name="connsiteY8" fmla="*/ 2467429 h 3280229"/>
                <a:gd name="connsiteX9" fmla="*/ 2815771 w 4538546"/>
                <a:gd name="connsiteY9" fmla="*/ 2873829 h 3280229"/>
                <a:gd name="connsiteX10" fmla="*/ 449943 w 4538546"/>
                <a:gd name="connsiteY10" fmla="*/ 3280229 h 3280229"/>
                <a:gd name="connsiteX11" fmla="*/ 0 w 4538546"/>
                <a:gd name="connsiteY11" fmla="*/ 3135086 h 3280229"/>
                <a:gd name="connsiteX12" fmla="*/ 87086 w 4538546"/>
                <a:gd name="connsiteY12" fmla="*/ 0 h 3280229"/>
                <a:gd name="connsiteX0" fmla="*/ 87086 w 4538546"/>
                <a:gd name="connsiteY0" fmla="*/ 841828 h 4122057"/>
                <a:gd name="connsiteX1" fmla="*/ 1538514 w 4538546"/>
                <a:gd name="connsiteY1" fmla="*/ 841828 h 4122057"/>
                <a:gd name="connsiteX2" fmla="*/ 3817257 w 4538546"/>
                <a:gd name="connsiteY2" fmla="*/ 0 h 4122057"/>
                <a:gd name="connsiteX3" fmla="*/ 4339769 w 4538546"/>
                <a:gd name="connsiteY3" fmla="*/ 1132114 h 4122057"/>
                <a:gd name="connsiteX4" fmla="*/ 4383313 w 4538546"/>
                <a:gd name="connsiteY4" fmla="*/ 1451428 h 4122057"/>
                <a:gd name="connsiteX5" fmla="*/ 4325256 w 4538546"/>
                <a:gd name="connsiteY5" fmla="*/ 1814285 h 4122057"/>
                <a:gd name="connsiteX6" fmla="*/ 4325256 w 4538546"/>
                <a:gd name="connsiteY6" fmla="*/ 2235200 h 4122057"/>
                <a:gd name="connsiteX7" fmla="*/ 3570513 w 4538546"/>
                <a:gd name="connsiteY7" fmla="*/ 3164114 h 4122057"/>
                <a:gd name="connsiteX8" fmla="*/ 3410857 w 4538546"/>
                <a:gd name="connsiteY8" fmla="*/ 3309257 h 4122057"/>
                <a:gd name="connsiteX9" fmla="*/ 2815771 w 4538546"/>
                <a:gd name="connsiteY9" fmla="*/ 3715657 h 4122057"/>
                <a:gd name="connsiteX10" fmla="*/ 449943 w 4538546"/>
                <a:gd name="connsiteY10" fmla="*/ 4122057 h 4122057"/>
                <a:gd name="connsiteX11" fmla="*/ 0 w 4538546"/>
                <a:gd name="connsiteY11" fmla="*/ 3976914 h 4122057"/>
                <a:gd name="connsiteX12" fmla="*/ 87086 w 4538546"/>
                <a:gd name="connsiteY12" fmla="*/ 841828 h 4122057"/>
                <a:gd name="connsiteX0" fmla="*/ 87086 w 4538546"/>
                <a:gd name="connsiteY0" fmla="*/ 870857 h 4151086"/>
                <a:gd name="connsiteX1" fmla="*/ 1538514 w 4538546"/>
                <a:gd name="connsiteY1" fmla="*/ 870857 h 4151086"/>
                <a:gd name="connsiteX2" fmla="*/ 3599541 w 4538546"/>
                <a:gd name="connsiteY2" fmla="*/ 0 h 4151086"/>
                <a:gd name="connsiteX3" fmla="*/ 3817257 w 4538546"/>
                <a:gd name="connsiteY3" fmla="*/ 29029 h 4151086"/>
                <a:gd name="connsiteX4" fmla="*/ 4339769 w 4538546"/>
                <a:gd name="connsiteY4" fmla="*/ 1161143 h 4151086"/>
                <a:gd name="connsiteX5" fmla="*/ 4383313 w 4538546"/>
                <a:gd name="connsiteY5" fmla="*/ 1480457 h 4151086"/>
                <a:gd name="connsiteX6" fmla="*/ 4325256 w 4538546"/>
                <a:gd name="connsiteY6" fmla="*/ 1843314 h 4151086"/>
                <a:gd name="connsiteX7" fmla="*/ 4325256 w 4538546"/>
                <a:gd name="connsiteY7" fmla="*/ 2264229 h 4151086"/>
                <a:gd name="connsiteX8" fmla="*/ 3570513 w 4538546"/>
                <a:gd name="connsiteY8" fmla="*/ 3193143 h 4151086"/>
                <a:gd name="connsiteX9" fmla="*/ 3410857 w 4538546"/>
                <a:gd name="connsiteY9" fmla="*/ 3338286 h 4151086"/>
                <a:gd name="connsiteX10" fmla="*/ 2815771 w 4538546"/>
                <a:gd name="connsiteY10" fmla="*/ 3744686 h 4151086"/>
                <a:gd name="connsiteX11" fmla="*/ 449943 w 4538546"/>
                <a:gd name="connsiteY11" fmla="*/ 4151086 h 4151086"/>
                <a:gd name="connsiteX12" fmla="*/ 0 w 4538546"/>
                <a:gd name="connsiteY12" fmla="*/ 4005943 h 4151086"/>
                <a:gd name="connsiteX13" fmla="*/ 87086 w 4538546"/>
                <a:gd name="connsiteY13" fmla="*/ 870857 h 4151086"/>
                <a:gd name="connsiteX0" fmla="*/ 87086 w 4538546"/>
                <a:gd name="connsiteY0" fmla="*/ 1384403 h 4664632"/>
                <a:gd name="connsiteX1" fmla="*/ 1538514 w 4538546"/>
                <a:gd name="connsiteY1" fmla="*/ 1384403 h 4664632"/>
                <a:gd name="connsiteX2" fmla="*/ 2235198 w 4538546"/>
                <a:gd name="connsiteY2" fmla="*/ 20060 h 4664632"/>
                <a:gd name="connsiteX3" fmla="*/ 3599541 w 4538546"/>
                <a:gd name="connsiteY3" fmla="*/ 513546 h 4664632"/>
                <a:gd name="connsiteX4" fmla="*/ 3817257 w 4538546"/>
                <a:gd name="connsiteY4" fmla="*/ 542575 h 4664632"/>
                <a:gd name="connsiteX5" fmla="*/ 4339769 w 4538546"/>
                <a:gd name="connsiteY5" fmla="*/ 1674689 h 4664632"/>
                <a:gd name="connsiteX6" fmla="*/ 4383313 w 4538546"/>
                <a:gd name="connsiteY6" fmla="*/ 1994003 h 4664632"/>
                <a:gd name="connsiteX7" fmla="*/ 4325256 w 4538546"/>
                <a:gd name="connsiteY7" fmla="*/ 2356860 h 4664632"/>
                <a:gd name="connsiteX8" fmla="*/ 4325256 w 4538546"/>
                <a:gd name="connsiteY8" fmla="*/ 2777775 h 4664632"/>
                <a:gd name="connsiteX9" fmla="*/ 3570513 w 4538546"/>
                <a:gd name="connsiteY9" fmla="*/ 3706689 h 4664632"/>
                <a:gd name="connsiteX10" fmla="*/ 3410857 w 4538546"/>
                <a:gd name="connsiteY10" fmla="*/ 3851832 h 4664632"/>
                <a:gd name="connsiteX11" fmla="*/ 2815771 w 4538546"/>
                <a:gd name="connsiteY11" fmla="*/ 4258232 h 4664632"/>
                <a:gd name="connsiteX12" fmla="*/ 449943 w 4538546"/>
                <a:gd name="connsiteY12" fmla="*/ 4664632 h 4664632"/>
                <a:gd name="connsiteX13" fmla="*/ 0 w 4538546"/>
                <a:gd name="connsiteY13" fmla="*/ 4519489 h 4664632"/>
                <a:gd name="connsiteX14" fmla="*/ 87086 w 4538546"/>
                <a:gd name="connsiteY14" fmla="*/ 1384403 h 4664632"/>
                <a:gd name="connsiteX0" fmla="*/ 87086 w 4538546"/>
                <a:gd name="connsiteY0" fmla="*/ 1384403 h 4664632"/>
                <a:gd name="connsiteX1" fmla="*/ 43542 w 4538546"/>
                <a:gd name="connsiteY1" fmla="*/ 528060 h 4664632"/>
                <a:gd name="connsiteX2" fmla="*/ 2235198 w 4538546"/>
                <a:gd name="connsiteY2" fmla="*/ 20060 h 4664632"/>
                <a:gd name="connsiteX3" fmla="*/ 3599541 w 4538546"/>
                <a:gd name="connsiteY3" fmla="*/ 513546 h 4664632"/>
                <a:gd name="connsiteX4" fmla="*/ 3817257 w 4538546"/>
                <a:gd name="connsiteY4" fmla="*/ 542575 h 4664632"/>
                <a:gd name="connsiteX5" fmla="*/ 4339769 w 4538546"/>
                <a:gd name="connsiteY5" fmla="*/ 1674689 h 4664632"/>
                <a:gd name="connsiteX6" fmla="*/ 4383313 w 4538546"/>
                <a:gd name="connsiteY6" fmla="*/ 1994003 h 4664632"/>
                <a:gd name="connsiteX7" fmla="*/ 4325256 w 4538546"/>
                <a:gd name="connsiteY7" fmla="*/ 2356860 h 4664632"/>
                <a:gd name="connsiteX8" fmla="*/ 4325256 w 4538546"/>
                <a:gd name="connsiteY8" fmla="*/ 2777775 h 4664632"/>
                <a:gd name="connsiteX9" fmla="*/ 3570513 w 4538546"/>
                <a:gd name="connsiteY9" fmla="*/ 3706689 h 4664632"/>
                <a:gd name="connsiteX10" fmla="*/ 3410857 w 4538546"/>
                <a:gd name="connsiteY10" fmla="*/ 3851832 h 4664632"/>
                <a:gd name="connsiteX11" fmla="*/ 2815771 w 4538546"/>
                <a:gd name="connsiteY11" fmla="*/ 4258232 h 4664632"/>
                <a:gd name="connsiteX12" fmla="*/ 449943 w 4538546"/>
                <a:gd name="connsiteY12" fmla="*/ 4664632 h 4664632"/>
                <a:gd name="connsiteX13" fmla="*/ 0 w 4538546"/>
                <a:gd name="connsiteY13" fmla="*/ 4519489 h 4664632"/>
                <a:gd name="connsiteX14" fmla="*/ 87086 w 4538546"/>
                <a:gd name="connsiteY14" fmla="*/ 1384403 h 4664632"/>
                <a:gd name="connsiteX0" fmla="*/ 0 w 5423917"/>
                <a:gd name="connsiteY0" fmla="*/ 1239260 h 4664632"/>
                <a:gd name="connsiteX1" fmla="*/ 928913 w 5423917"/>
                <a:gd name="connsiteY1" fmla="*/ 528060 h 4664632"/>
                <a:gd name="connsiteX2" fmla="*/ 3120569 w 5423917"/>
                <a:gd name="connsiteY2" fmla="*/ 20060 h 4664632"/>
                <a:gd name="connsiteX3" fmla="*/ 4484912 w 5423917"/>
                <a:gd name="connsiteY3" fmla="*/ 513546 h 4664632"/>
                <a:gd name="connsiteX4" fmla="*/ 4702628 w 5423917"/>
                <a:gd name="connsiteY4" fmla="*/ 542575 h 4664632"/>
                <a:gd name="connsiteX5" fmla="*/ 5225140 w 5423917"/>
                <a:gd name="connsiteY5" fmla="*/ 1674689 h 4664632"/>
                <a:gd name="connsiteX6" fmla="*/ 5268684 w 5423917"/>
                <a:gd name="connsiteY6" fmla="*/ 1994003 h 4664632"/>
                <a:gd name="connsiteX7" fmla="*/ 5210627 w 5423917"/>
                <a:gd name="connsiteY7" fmla="*/ 2356860 h 4664632"/>
                <a:gd name="connsiteX8" fmla="*/ 5210627 w 5423917"/>
                <a:gd name="connsiteY8" fmla="*/ 2777775 h 4664632"/>
                <a:gd name="connsiteX9" fmla="*/ 4455884 w 5423917"/>
                <a:gd name="connsiteY9" fmla="*/ 3706689 h 4664632"/>
                <a:gd name="connsiteX10" fmla="*/ 4296228 w 5423917"/>
                <a:gd name="connsiteY10" fmla="*/ 3851832 h 4664632"/>
                <a:gd name="connsiteX11" fmla="*/ 3701142 w 5423917"/>
                <a:gd name="connsiteY11" fmla="*/ 4258232 h 4664632"/>
                <a:gd name="connsiteX12" fmla="*/ 1335314 w 5423917"/>
                <a:gd name="connsiteY12" fmla="*/ 4664632 h 4664632"/>
                <a:gd name="connsiteX13" fmla="*/ 885371 w 5423917"/>
                <a:gd name="connsiteY13" fmla="*/ 4519489 h 4664632"/>
                <a:gd name="connsiteX14" fmla="*/ 0 w 5423917"/>
                <a:gd name="connsiteY14" fmla="*/ 1239260 h 4664632"/>
                <a:gd name="connsiteX0" fmla="*/ 217716 w 5641633"/>
                <a:gd name="connsiteY0" fmla="*/ 1239260 h 4664632"/>
                <a:gd name="connsiteX1" fmla="*/ 1146629 w 5641633"/>
                <a:gd name="connsiteY1" fmla="*/ 528060 h 4664632"/>
                <a:gd name="connsiteX2" fmla="*/ 3338285 w 5641633"/>
                <a:gd name="connsiteY2" fmla="*/ 20060 h 4664632"/>
                <a:gd name="connsiteX3" fmla="*/ 4702628 w 5641633"/>
                <a:gd name="connsiteY3" fmla="*/ 513546 h 4664632"/>
                <a:gd name="connsiteX4" fmla="*/ 4920344 w 5641633"/>
                <a:gd name="connsiteY4" fmla="*/ 542575 h 4664632"/>
                <a:gd name="connsiteX5" fmla="*/ 5442856 w 5641633"/>
                <a:gd name="connsiteY5" fmla="*/ 1674689 h 4664632"/>
                <a:gd name="connsiteX6" fmla="*/ 5486400 w 5641633"/>
                <a:gd name="connsiteY6" fmla="*/ 1994003 h 4664632"/>
                <a:gd name="connsiteX7" fmla="*/ 5428343 w 5641633"/>
                <a:gd name="connsiteY7" fmla="*/ 2356860 h 4664632"/>
                <a:gd name="connsiteX8" fmla="*/ 5428343 w 5641633"/>
                <a:gd name="connsiteY8" fmla="*/ 2777775 h 4664632"/>
                <a:gd name="connsiteX9" fmla="*/ 4673600 w 5641633"/>
                <a:gd name="connsiteY9" fmla="*/ 3706689 h 4664632"/>
                <a:gd name="connsiteX10" fmla="*/ 4513944 w 5641633"/>
                <a:gd name="connsiteY10" fmla="*/ 3851832 h 4664632"/>
                <a:gd name="connsiteX11" fmla="*/ 3918858 w 5641633"/>
                <a:gd name="connsiteY11" fmla="*/ 4258232 h 4664632"/>
                <a:gd name="connsiteX12" fmla="*/ 1553030 w 5641633"/>
                <a:gd name="connsiteY12" fmla="*/ 4664632 h 4664632"/>
                <a:gd name="connsiteX13" fmla="*/ 1103087 w 5641633"/>
                <a:gd name="connsiteY13" fmla="*/ 4519489 h 4664632"/>
                <a:gd name="connsiteX14" fmla="*/ 0 w 5641633"/>
                <a:gd name="connsiteY14" fmla="*/ 1602117 h 4664632"/>
                <a:gd name="connsiteX15" fmla="*/ 217716 w 5641633"/>
                <a:gd name="connsiteY15" fmla="*/ 1239260 h 4664632"/>
                <a:gd name="connsiteX0" fmla="*/ 364928 w 5788845"/>
                <a:gd name="connsiteY0" fmla="*/ 1239260 h 4664632"/>
                <a:gd name="connsiteX1" fmla="*/ 1293841 w 5788845"/>
                <a:gd name="connsiteY1" fmla="*/ 528060 h 4664632"/>
                <a:gd name="connsiteX2" fmla="*/ 3485497 w 5788845"/>
                <a:gd name="connsiteY2" fmla="*/ 20060 h 4664632"/>
                <a:gd name="connsiteX3" fmla="*/ 4849840 w 5788845"/>
                <a:gd name="connsiteY3" fmla="*/ 513546 h 4664632"/>
                <a:gd name="connsiteX4" fmla="*/ 5067556 w 5788845"/>
                <a:gd name="connsiteY4" fmla="*/ 542575 h 4664632"/>
                <a:gd name="connsiteX5" fmla="*/ 5590068 w 5788845"/>
                <a:gd name="connsiteY5" fmla="*/ 1674689 h 4664632"/>
                <a:gd name="connsiteX6" fmla="*/ 5633612 w 5788845"/>
                <a:gd name="connsiteY6" fmla="*/ 1994003 h 4664632"/>
                <a:gd name="connsiteX7" fmla="*/ 5575555 w 5788845"/>
                <a:gd name="connsiteY7" fmla="*/ 2356860 h 4664632"/>
                <a:gd name="connsiteX8" fmla="*/ 5575555 w 5788845"/>
                <a:gd name="connsiteY8" fmla="*/ 2777775 h 4664632"/>
                <a:gd name="connsiteX9" fmla="*/ 4820812 w 5788845"/>
                <a:gd name="connsiteY9" fmla="*/ 3706689 h 4664632"/>
                <a:gd name="connsiteX10" fmla="*/ 4661156 w 5788845"/>
                <a:gd name="connsiteY10" fmla="*/ 3851832 h 4664632"/>
                <a:gd name="connsiteX11" fmla="*/ 4066070 w 5788845"/>
                <a:gd name="connsiteY11" fmla="*/ 4258232 h 4664632"/>
                <a:gd name="connsiteX12" fmla="*/ 1700242 w 5788845"/>
                <a:gd name="connsiteY12" fmla="*/ 4664632 h 4664632"/>
                <a:gd name="connsiteX13" fmla="*/ 1250299 w 5788845"/>
                <a:gd name="connsiteY13" fmla="*/ 4519489 h 4664632"/>
                <a:gd name="connsiteX14" fmla="*/ 69198 w 5788845"/>
                <a:gd name="connsiteY14" fmla="*/ 1720046 h 4664632"/>
                <a:gd name="connsiteX15" fmla="*/ 147212 w 5788845"/>
                <a:gd name="connsiteY15" fmla="*/ 1602117 h 4664632"/>
                <a:gd name="connsiteX16" fmla="*/ 364928 w 5788845"/>
                <a:gd name="connsiteY16" fmla="*/ 1239260 h 4664632"/>
                <a:gd name="connsiteX0" fmla="*/ 800669 w 6224586"/>
                <a:gd name="connsiteY0" fmla="*/ 1239260 h 4664632"/>
                <a:gd name="connsiteX1" fmla="*/ 1729582 w 6224586"/>
                <a:gd name="connsiteY1" fmla="*/ 528060 h 4664632"/>
                <a:gd name="connsiteX2" fmla="*/ 3921238 w 6224586"/>
                <a:gd name="connsiteY2" fmla="*/ 20060 h 4664632"/>
                <a:gd name="connsiteX3" fmla="*/ 5285581 w 6224586"/>
                <a:gd name="connsiteY3" fmla="*/ 513546 h 4664632"/>
                <a:gd name="connsiteX4" fmla="*/ 5503297 w 6224586"/>
                <a:gd name="connsiteY4" fmla="*/ 542575 h 4664632"/>
                <a:gd name="connsiteX5" fmla="*/ 6025809 w 6224586"/>
                <a:gd name="connsiteY5" fmla="*/ 1674689 h 4664632"/>
                <a:gd name="connsiteX6" fmla="*/ 6069353 w 6224586"/>
                <a:gd name="connsiteY6" fmla="*/ 1994003 h 4664632"/>
                <a:gd name="connsiteX7" fmla="*/ 6011296 w 6224586"/>
                <a:gd name="connsiteY7" fmla="*/ 2356860 h 4664632"/>
                <a:gd name="connsiteX8" fmla="*/ 6011296 w 6224586"/>
                <a:gd name="connsiteY8" fmla="*/ 2777775 h 4664632"/>
                <a:gd name="connsiteX9" fmla="*/ 5256553 w 6224586"/>
                <a:gd name="connsiteY9" fmla="*/ 3706689 h 4664632"/>
                <a:gd name="connsiteX10" fmla="*/ 5096897 w 6224586"/>
                <a:gd name="connsiteY10" fmla="*/ 3851832 h 4664632"/>
                <a:gd name="connsiteX11" fmla="*/ 4501811 w 6224586"/>
                <a:gd name="connsiteY11" fmla="*/ 4258232 h 4664632"/>
                <a:gd name="connsiteX12" fmla="*/ 2135983 w 6224586"/>
                <a:gd name="connsiteY12" fmla="*/ 4664632 h 4664632"/>
                <a:gd name="connsiteX13" fmla="*/ 1686040 w 6224586"/>
                <a:gd name="connsiteY13" fmla="*/ 4519489 h 4664632"/>
                <a:gd name="connsiteX14" fmla="*/ 35039 w 6224586"/>
                <a:gd name="connsiteY14" fmla="*/ 2659846 h 4664632"/>
                <a:gd name="connsiteX15" fmla="*/ 504939 w 6224586"/>
                <a:gd name="connsiteY15" fmla="*/ 1720046 h 4664632"/>
                <a:gd name="connsiteX16" fmla="*/ 582953 w 6224586"/>
                <a:gd name="connsiteY16" fmla="*/ 1602117 h 4664632"/>
                <a:gd name="connsiteX17" fmla="*/ 800669 w 6224586"/>
                <a:gd name="connsiteY17" fmla="*/ 1239260 h 4664632"/>
                <a:gd name="connsiteX0" fmla="*/ 856496 w 6280413"/>
                <a:gd name="connsiteY0" fmla="*/ 1239260 h 4664632"/>
                <a:gd name="connsiteX1" fmla="*/ 1785409 w 6280413"/>
                <a:gd name="connsiteY1" fmla="*/ 528060 h 4664632"/>
                <a:gd name="connsiteX2" fmla="*/ 3977065 w 6280413"/>
                <a:gd name="connsiteY2" fmla="*/ 20060 h 4664632"/>
                <a:gd name="connsiteX3" fmla="*/ 5341408 w 6280413"/>
                <a:gd name="connsiteY3" fmla="*/ 513546 h 4664632"/>
                <a:gd name="connsiteX4" fmla="*/ 5559124 w 6280413"/>
                <a:gd name="connsiteY4" fmla="*/ 542575 h 4664632"/>
                <a:gd name="connsiteX5" fmla="*/ 6081636 w 6280413"/>
                <a:gd name="connsiteY5" fmla="*/ 1674689 h 4664632"/>
                <a:gd name="connsiteX6" fmla="*/ 6125180 w 6280413"/>
                <a:gd name="connsiteY6" fmla="*/ 1994003 h 4664632"/>
                <a:gd name="connsiteX7" fmla="*/ 6067123 w 6280413"/>
                <a:gd name="connsiteY7" fmla="*/ 2356860 h 4664632"/>
                <a:gd name="connsiteX8" fmla="*/ 6067123 w 6280413"/>
                <a:gd name="connsiteY8" fmla="*/ 2777775 h 4664632"/>
                <a:gd name="connsiteX9" fmla="*/ 5312380 w 6280413"/>
                <a:gd name="connsiteY9" fmla="*/ 3706689 h 4664632"/>
                <a:gd name="connsiteX10" fmla="*/ 5152724 w 6280413"/>
                <a:gd name="connsiteY10" fmla="*/ 3851832 h 4664632"/>
                <a:gd name="connsiteX11" fmla="*/ 4557638 w 6280413"/>
                <a:gd name="connsiteY11" fmla="*/ 4258232 h 4664632"/>
                <a:gd name="connsiteX12" fmla="*/ 2191810 w 6280413"/>
                <a:gd name="connsiteY12" fmla="*/ 4664632 h 4664632"/>
                <a:gd name="connsiteX13" fmla="*/ 1741867 w 6280413"/>
                <a:gd name="connsiteY13" fmla="*/ 4519489 h 4664632"/>
                <a:gd name="connsiteX14" fmla="*/ 141666 w 6280413"/>
                <a:gd name="connsiteY14" fmla="*/ 3180546 h 4664632"/>
                <a:gd name="connsiteX15" fmla="*/ 90866 w 6280413"/>
                <a:gd name="connsiteY15" fmla="*/ 2659846 h 4664632"/>
                <a:gd name="connsiteX16" fmla="*/ 560766 w 6280413"/>
                <a:gd name="connsiteY16" fmla="*/ 1720046 h 4664632"/>
                <a:gd name="connsiteX17" fmla="*/ 638780 w 6280413"/>
                <a:gd name="connsiteY17" fmla="*/ 1602117 h 4664632"/>
                <a:gd name="connsiteX18" fmla="*/ 856496 w 6280413"/>
                <a:gd name="connsiteY18" fmla="*/ 1239260 h 4664632"/>
                <a:gd name="connsiteX0" fmla="*/ 777655 w 6201572"/>
                <a:gd name="connsiteY0" fmla="*/ 1239260 h 4664632"/>
                <a:gd name="connsiteX1" fmla="*/ 1706568 w 6201572"/>
                <a:gd name="connsiteY1" fmla="*/ 528060 h 4664632"/>
                <a:gd name="connsiteX2" fmla="*/ 3898224 w 6201572"/>
                <a:gd name="connsiteY2" fmla="*/ 20060 h 4664632"/>
                <a:gd name="connsiteX3" fmla="*/ 5262567 w 6201572"/>
                <a:gd name="connsiteY3" fmla="*/ 513546 h 4664632"/>
                <a:gd name="connsiteX4" fmla="*/ 5480283 w 6201572"/>
                <a:gd name="connsiteY4" fmla="*/ 542575 h 4664632"/>
                <a:gd name="connsiteX5" fmla="*/ 6002795 w 6201572"/>
                <a:gd name="connsiteY5" fmla="*/ 1674689 h 4664632"/>
                <a:gd name="connsiteX6" fmla="*/ 6046339 w 6201572"/>
                <a:gd name="connsiteY6" fmla="*/ 1994003 h 4664632"/>
                <a:gd name="connsiteX7" fmla="*/ 5988282 w 6201572"/>
                <a:gd name="connsiteY7" fmla="*/ 2356860 h 4664632"/>
                <a:gd name="connsiteX8" fmla="*/ 5988282 w 6201572"/>
                <a:gd name="connsiteY8" fmla="*/ 2777775 h 4664632"/>
                <a:gd name="connsiteX9" fmla="*/ 5233539 w 6201572"/>
                <a:gd name="connsiteY9" fmla="*/ 3706689 h 4664632"/>
                <a:gd name="connsiteX10" fmla="*/ 5073883 w 6201572"/>
                <a:gd name="connsiteY10" fmla="*/ 3851832 h 4664632"/>
                <a:gd name="connsiteX11" fmla="*/ 4478797 w 6201572"/>
                <a:gd name="connsiteY11" fmla="*/ 4258232 h 4664632"/>
                <a:gd name="connsiteX12" fmla="*/ 2112969 w 6201572"/>
                <a:gd name="connsiteY12" fmla="*/ 4664632 h 4664632"/>
                <a:gd name="connsiteX13" fmla="*/ 1663026 w 6201572"/>
                <a:gd name="connsiteY13" fmla="*/ 4519489 h 4664632"/>
                <a:gd name="connsiteX14" fmla="*/ 253326 w 6201572"/>
                <a:gd name="connsiteY14" fmla="*/ 3815546 h 4664632"/>
                <a:gd name="connsiteX15" fmla="*/ 62825 w 6201572"/>
                <a:gd name="connsiteY15" fmla="*/ 3180546 h 4664632"/>
                <a:gd name="connsiteX16" fmla="*/ 12025 w 6201572"/>
                <a:gd name="connsiteY16" fmla="*/ 2659846 h 4664632"/>
                <a:gd name="connsiteX17" fmla="*/ 481925 w 6201572"/>
                <a:gd name="connsiteY17" fmla="*/ 1720046 h 4664632"/>
                <a:gd name="connsiteX18" fmla="*/ 559939 w 6201572"/>
                <a:gd name="connsiteY18" fmla="*/ 1602117 h 4664632"/>
                <a:gd name="connsiteX19" fmla="*/ 777655 w 6201572"/>
                <a:gd name="connsiteY19" fmla="*/ 1239260 h 4664632"/>
                <a:gd name="connsiteX0" fmla="*/ 777655 w 6201572"/>
                <a:gd name="connsiteY0" fmla="*/ 1239260 h 4664632"/>
                <a:gd name="connsiteX1" fmla="*/ 1706568 w 6201572"/>
                <a:gd name="connsiteY1" fmla="*/ 528060 h 4664632"/>
                <a:gd name="connsiteX2" fmla="*/ 3898224 w 6201572"/>
                <a:gd name="connsiteY2" fmla="*/ 20060 h 4664632"/>
                <a:gd name="connsiteX3" fmla="*/ 5262567 w 6201572"/>
                <a:gd name="connsiteY3" fmla="*/ 513546 h 4664632"/>
                <a:gd name="connsiteX4" fmla="*/ 5480283 w 6201572"/>
                <a:gd name="connsiteY4" fmla="*/ 542575 h 4664632"/>
                <a:gd name="connsiteX5" fmla="*/ 6002795 w 6201572"/>
                <a:gd name="connsiteY5" fmla="*/ 1674689 h 4664632"/>
                <a:gd name="connsiteX6" fmla="*/ 6046339 w 6201572"/>
                <a:gd name="connsiteY6" fmla="*/ 1994003 h 4664632"/>
                <a:gd name="connsiteX7" fmla="*/ 5988282 w 6201572"/>
                <a:gd name="connsiteY7" fmla="*/ 2356860 h 4664632"/>
                <a:gd name="connsiteX8" fmla="*/ 5988282 w 6201572"/>
                <a:gd name="connsiteY8" fmla="*/ 2777775 h 4664632"/>
                <a:gd name="connsiteX9" fmla="*/ 5233539 w 6201572"/>
                <a:gd name="connsiteY9" fmla="*/ 3706689 h 4664632"/>
                <a:gd name="connsiteX10" fmla="*/ 5073883 w 6201572"/>
                <a:gd name="connsiteY10" fmla="*/ 3851832 h 4664632"/>
                <a:gd name="connsiteX11" fmla="*/ 4478797 w 6201572"/>
                <a:gd name="connsiteY11" fmla="*/ 4258232 h 4664632"/>
                <a:gd name="connsiteX12" fmla="*/ 2112969 w 6201572"/>
                <a:gd name="connsiteY12" fmla="*/ 4664632 h 4664632"/>
                <a:gd name="connsiteX13" fmla="*/ 1663026 w 6201572"/>
                <a:gd name="connsiteY13" fmla="*/ 4519489 h 4664632"/>
                <a:gd name="connsiteX14" fmla="*/ 481925 w 6201572"/>
                <a:gd name="connsiteY14" fmla="*/ 4018746 h 4664632"/>
                <a:gd name="connsiteX15" fmla="*/ 253326 w 6201572"/>
                <a:gd name="connsiteY15" fmla="*/ 3815546 h 4664632"/>
                <a:gd name="connsiteX16" fmla="*/ 62825 w 6201572"/>
                <a:gd name="connsiteY16" fmla="*/ 3180546 h 4664632"/>
                <a:gd name="connsiteX17" fmla="*/ 12025 w 6201572"/>
                <a:gd name="connsiteY17" fmla="*/ 2659846 h 4664632"/>
                <a:gd name="connsiteX18" fmla="*/ 481925 w 6201572"/>
                <a:gd name="connsiteY18" fmla="*/ 1720046 h 4664632"/>
                <a:gd name="connsiteX19" fmla="*/ 559939 w 6201572"/>
                <a:gd name="connsiteY19" fmla="*/ 1602117 h 4664632"/>
                <a:gd name="connsiteX20" fmla="*/ 777655 w 6201572"/>
                <a:gd name="connsiteY20" fmla="*/ 1239260 h 4664632"/>
                <a:gd name="connsiteX0" fmla="*/ 777655 w 6201572"/>
                <a:gd name="connsiteY0" fmla="*/ 1239260 h 4664632"/>
                <a:gd name="connsiteX1" fmla="*/ 1706568 w 6201572"/>
                <a:gd name="connsiteY1" fmla="*/ 528060 h 4664632"/>
                <a:gd name="connsiteX2" fmla="*/ 3898224 w 6201572"/>
                <a:gd name="connsiteY2" fmla="*/ 20060 h 4664632"/>
                <a:gd name="connsiteX3" fmla="*/ 5262567 w 6201572"/>
                <a:gd name="connsiteY3" fmla="*/ 513546 h 4664632"/>
                <a:gd name="connsiteX4" fmla="*/ 5480283 w 6201572"/>
                <a:gd name="connsiteY4" fmla="*/ 542575 h 4664632"/>
                <a:gd name="connsiteX5" fmla="*/ 6002795 w 6201572"/>
                <a:gd name="connsiteY5" fmla="*/ 1674689 h 4664632"/>
                <a:gd name="connsiteX6" fmla="*/ 6046339 w 6201572"/>
                <a:gd name="connsiteY6" fmla="*/ 1994003 h 4664632"/>
                <a:gd name="connsiteX7" fmla="*/ 5988282 w 6201572"/>
                <a:gd name="connsiteY7" fmla="*/ 2356860 h 4664632"/>
                <a:gd name="connsiteX8" fmla="*/ 5988282 w 6201572"/>
                <a:gd name="connsiteY8" fmla="*/ 2777775 h 4664632"/>
                <a:gd name="connsiteX9" fmla="*/ 5233539 w 6201572"/>
                <a:gd name="connsiteY9" fmla="*/ 3706689 h 4664632"/>
                <a:gd name="connsiteX10" fmla="*/ 5073883 w 6201572"/>
                <a:gd name="connsiteY10" fmla="*/ 3851832 h 4664632"/>
                <a:gd name="connsiteX11" fmla="*/ 4478797 w 6201572"/>
                <a:gd name="connsiteY11" fmla="*/ 4258232 h 4664632"/>
                <a:gd name="connsiteX12" fmla="*/ 2112969 w 6201572"/>
                <a:gd name="connsiteY12" fmla="*/ 4664632 h 4664632"/>
                <a:gd name="connsiteX13" fmla="*/ 1663026 w 6201572"/>
                <a:gd name="connsiteY13" fmla="*/ 4519489 h 4664632"/>
                <a:gd name="connsiteX14" fmla="*/ 748625 w 6201572"/>
                <a:gd name="connsiteY14" fmla="*/ 4260046 h 4664632"/>
                <a:gd name="connsiteX15" fmla="*/ 481925 w 6201572"/>
                <a:gd name="connsiteY15" fmla="*/ 4018746 h 4664632"/>
                <a:gd name="connsiteX16" fmla="*/ 253326 w 6201572"/>
                <a:gd name="connsiteY16" fmla="*/ 3815546 h 4664632"/>
                <a:gd name="connsiteX17" fmla="*/ 62825 w 6201572"/>
                <a:gd name="connsiteY17" fmla="*/ 3180546 h 4664632"/>
                <a:gd name="connsiteX18" fmla="*/ 12025 w 6201572"/>
                <a:gd name="connsiteY18" fmla="*/ 2659846 h 4664632"/>
                <a:gd name="connsiteX19" fmla="*/ 481925 w 6201572"/>
                <a:gd name="connsiteY19" fmla="*/ 1720046 h 4664632"/>
                <a:gd name="connsiteX20" fmla="*/ 559939 w 6201572"/>
                <a:gd name="connsiteY20" fmla="*/ 1602117 h 4664632"/>
                <a:gd name="connsiteX21" fmla="*/ 777655 w 6201572"/>
                <a:gd name="connsiteY21" fmla="*/ 1239260 h 4664632"/>
                <a:gd name="connsiteX0" fmla="*/ 777655 w 6201572"/>
                <a:gd name="connsiteY0" fmla="*/ 1239260 h 4664632"/>
                <a:gd name="connsiteX1" fmla="*/ 1706568 w 6201572"/>
                <a:gd name="connsiteY1" fmla="*/ 528060 h 4664632"/>
                <a:gd name="connsiteX2" fmla="*/ 3898224 w 6201572"/>
                <a:gd name="connsiteY2" fmla="*/ 20060 h 4664632"/>
                <a:gd name="connsiteX3" fmla="*/ 5262567 w 6201572"/>
                <a:gd name="connsiteY3" fmla="*/ 513546 h 4664632"/>
                <a:gd name="connsiteX4" fmla="*/ 5480283 w 6201572"/>
                <a:gd name="connsiteY4" fmla="*/ 542575 h 4664632"/>
                <a:gd name="connsiteX5" fmla="*/ 6002795 w 6201572"/>
                <a:gd name="connsiteY5" fmla="*/ 1674689 h 4664632"/>
                <a:gd name="connsiteX6" fmla="*/ 6046339 w 6201572"/>
                <a:gd name="connsiteY6" fmla="*/ 1994003 h 4664632"/>
                <a:gd name="connsiteX7" fmla="*/ 5988282 w 6201572"/>
                <a:gd name="connsiteY7" fmla="*/ 2356860 h 4664632"/>
                <a:gd name="connsiteX8" fmla="*/ 5988282 w 6201572"/>
                <a:gd name="connsiteY8" fmla="*/ 2777775 h 4664632"/>
                <a:gd name="connsiteX9" fmla="*/ 5233539 w 6201572"/>
                <a:gd name="connsiteY9" fmla="*/ 3706689 h 4664632"/>
                <a:gd name="connsiteX10" fmla="*/ 5073883 w 6201572"/>
                <a:gd name="connsiteY10" fmla="*/ 3851832 h 4664632"/>
                <a:gd name="connsiteX11" fmla="*/ 4478797 w 6201572"/>
                <a:gd name="connsiteY11" fmla="*/ 4258232 h 4664632"/>
                <a:gd name="connsiteX12" fmla="*/ 2112969 w 6201572"/>
                <a:gd name="connsiteY12" fmla="*/ 4664632 h 4664632"/>
                <a:gd name="connsiteX13" fmla="*/ 1663026 w 6201572"/>
                <a:gd name="connsiteY13" fmla="*/ 4519489 h 4664632"/>
                <a:gd name="connsiteX14" fmla="*/ 748625 w 6201572"/>
                <a:gd name="connsiteY14" fmla="*/ 4260046 h 4664632"/>
                <a:gd name="connsiteX15" fmla="*/ 481925 w 6201572"/>
                <a:gd name="connsiteY15" fmla="*/ 4018746 h 4664632"/>
                <a:gd name="connsiteX16" fmla="*/ 253326 w 6201572"/>
                <a:gd name="connsiteY16" fmla="*/ 3815546 h 4664632"/>
                <a:gd name="connsiteX17" fmla="*/ 62825 w 6201572"/>
                <a:gd name="connsiteY17" fmla="*/ 3180546 h 4664632"/>
                <a:gd name="connsiteX18" fmla="*/ 12025 w 6201572"/>
                <a:gd name="connsiteY18" fmla="*/ 2659846 h 4664632"/>
                <a:gd name="connsiteX19" fmla="*/ 481925 w 6201572"/>
                <a:gd name="connsiteY19" fmla="*/ 1720046 h 4664632"/>
                <a:gd name="connsiteX20" fmla="*/ 559939 w 6201572"/>
                <a:gd name="connsiteY20" fmla="*/ 1602117 h 4664632"/>
                <a:gd name="connsiteX21" fmla="*/ 777655 w 6201572"/>
                <a:gd name="connsiteY21" fmla="*/ 1239260 h 4664632"/>
                <a:gd name="connsiteX0" fmla="*/ 777655 w 6201572"/>
                <a:gd name="connsiteY0" fmla="*/ 1239260 h 4664632"/>
                <a:gd name="connsiteX1" fmla="*/ 1706568 w 6201572"/>
                <a:gd name="connsiteY1" fmla="*/ 528060 h 4664632"/>
                <a:gd name="connsiteX2" fmla="*/ 3898224 w 6201572"/>
                <a:gd name="connsiteY2" fmla="*/ 20060 h 4664632"/>
                <a:gd name="connsiteX3" fmla="*/ 5262567 w 6201572"/>
                <a:gd name="connsiteY3" fmla="*/ 513546 h 4664632"/>
                <a:gd name="connsiteX4" fmla="*/ 5480283 w 6201572"/>
                <a:gd name="connsiteY4" fmla="*/ 542575 h 4664632"/>
                <a:gd name="connsiteX5" fmla="*/ 6002795 w 6201572"/>
                <a:gd name="connsiteY5" fmla="*/ 1674689 h 4664632"/>
                <a:gd name="connsiteX6" fmla="*/ 6046339 w 6201572"/>
                <a:gd name="connsiteY6" fmla="*/ 1994003 h 4664632"/>
                <a:gd name="connsiteX7" fmla="*/ 5988282 w 6201572"/>
                <a:gd name="connsiteY7" fmla="*/ 2356860 h 4664632"/>
                <a:gd name="connsiteX8" fmla="*/ 5988282 w 6201572"/>
                <a:gd name="connsiteY8" fmla="*/ 2777775 h 4664632"/>
                <a:gd name="connsiteX9" fmla="*/ 5233539 w 6201572"/>
                <a:gd name="connsiteY9" fmla="*/ 3706689 h 4664632"/>
                <a:gd name="connsiteX10" fmla="*/ 5073883 w 6201572"/>
                <a:gd name="connsiteY10" fmla="*/ 3851832 h 4664632"/>
                <a:gd name="connsiteX11" fmla="*/ 4478797 w 6201572"/>
                <a:gd name="connsiteY11" fmla="*/ 4258232 h 4664632"/>
                <a:gd name="connsiteX12" fmla="*/ 2112969 w 6201572"/>
                <a:gd name="connsiteY12" fmla="*/ 4664632 h 4664632"/>
                <a:gd name="connsiteX13" fmla="*/ 1663026 w 6201572"/>
                <a:gd name="connsiteY13" fmla="*/ 4519489 h 4664632"/>
                <a:gd name="connsiteX14" fmla="*/ 748625 w 6201572"/>
                <a:gd name="connsiteY14" fmla="*/ 4260046 h 4664632"/>
                <a:gd name="connsiteX15" fmla="*/ 481925 w 6201572"/>
                <a:gd name="connsiteY15" fmla="*/ 4018746 h 4664632"/>
                <a:gd name="connsiteX16" fmla="*/ 253326 w 6201572"/>
                <a:gd name="connsiteY16" fmla="*/ 3815546 h 4664632"/>
                <a:gd name="connsiteX17" fmla="*/ 62825 w 6201572"/>
                <a:gd name="connsiteY17" fmla="*/ 3180546 h 4664632"/>
                <a:gd name="connsiteX18" fmla="*/ 12025 w 6201572"/>
                <a:gd name="connsiteY18" fmla="*/ 2659846 h 4664632"/>
                <a:gd name="connsiteX19" fmla="*/ 481925 w 6201572"/>
                <a:gd name="connsiteY19" fmla="*/ 1720046 h 4664632"/>
                <a:gd name="connsiteX20" fmla="*/ 559939 w 6201572"/>
                <a:gd name="connsiteY20" fmla="*/ 1602117 h 4664632"/>
                <a:gd name="connsiteX21" fmla="*/ 777655 w 6201572"/>
                <a:gd name="connsiteY21" fmla="*/ 1239260 h 4664632"/>
                <a:gd name="connsiteX0" fmla="*/ 853456 w 6277373"/>
                <a:gd name="connsiteY0" fmla="*/ 1239260 h 4664632"/>
                <a:gd name="connsiteX1" fmla="*/ 1782369 w 6277373"/>
                <a:gd name="connsiteY1" fmla="*/ 528060 h 4664632"/>
                <a:gd name="connsiteX2" fmla="*/ 3974025 w 6277373"/>
                <a:gd name="connsiteY2" fmla="*/ 20060 h 4664632"/>
                <a:gd name="connsiteX3" fmla="*/ 5338368 w 6277373"/>
                <a:gd name="connsiteY3" fmla="*/ 513546 h 4664632"/>
                <a:gd name="connsiteX4" fmla="*/ 5556084 w 6277373"/>
                <a:gd name="connsiteY4" fmla="*/ 542575 h 4664632"/>
                <a:gd name="connsiteX5" fmla="*/ 6078596 w 6277373"/>
                <a:gd name="connsiteY5" fmla="*/ 1674689 h 4664632"/>
                <a:gd name="connsiteX6" fmla="*/ 6122140 w 6277373"/>
                <a:gd name="connsiteY6" fmla="*/ 1994003 h 4664632"/>
                <a:gd name="connsiteX7" fmla="*/ 6064083 w 6277373"/>
                <a:gd name="connsiteY7" fmla="*/ 2356860 h 4664632"/>
                <a:gd name="connsiteX8" fmla="*/ 6064083 w 6277373"/>
                <a:gd name="connsiteY8" fmla="*/ 2777775 h 4664632"/>
                <a:gd name="connsiteX9" fmla="*/ 5309340 w 6277373"/>
                <a:gd name="connsiteY9" fmla="*/ 3706689 h 4664632"/>
                <a:gd name="connsiteX10" fmla="*/ 5149684 w 6277373"/>
                <a:gd name="connsiteY10" fmla="*/ 3851832 h 4664632"/>
                <a:gd name="connsiteX11" fmla="*/ 4554598 w 6277373"/>
                <a:gd name="connsiteY11" fmla="*/ 4258232 h 4664632"/>
                <a:gd name="connsiteX12" fmla="*/ 2188770 w 6277373"/>
                <a:gd name="connsiteY12" fmla="*/ 4664632 h 4664632"/>
                <a:gd name="connsiteX13" fmla="*/ 1738827 w 6277373"/>
                <a:gd name="connsiteY13" fmla="*/ 4519489 h 4664632"/>
                <a:gd name="connsiteX14" fmla="*/ 824426 w 6277373"/>
                <a:gd name="connsiteY14" fmla="*/ 4260046 h 4664632"/>
                <a:gd name="connsiteX15" fmla="*/ 557726 w 6277373"/>
                <a:gd name="connsiteY15" fmla="*/ 4018746 h 4664632"/>
                <a:gd name="connsiteX16" fmla="*/ 329127 w 6277373"/>
                <a:gd name="connsiteY16" fmla="*/ 3815546 h 4664632"/>
                <a:gd name="connsiteX17" fmla="*/ 138626 w 6277373"/>
                <a:gd name="connsiteY17" fmla="*/ 3180546 h 4664632"/>
                <a:gd name="connsiteX18" fmla="*/ 87826 w 6277373"/>
                <a:gd name="connsiteY18" fmla="*/ 2659846 h 4664632"/>
                <a:gd name="connsiteX19" fmla="*/ 557726 w 6277373"/>
                <a:gd name="connsiteY19" fmla="*/ 1720046 h 4664632"/>
                <a:gd name="connsiteX20" fmla="*/ 635740 w 6277373"/>
                <a:gd name="connsiteY20" fmla="*/ 1602117 h 4664632"/>
                <a:gd name="connsiteX21" fmla="*/ 853456 w 6277373"/>
                <a:gd name="connsiteY21" fmla="*/ 1239260 h 4664632"/>
                <a:gd name="connsiteX0" fmla="*/ 899115 w 6323032"/>
                <a:gd name="connsiteY0" fmla="*/ 1239260 h 4664632"/>
                <a:gd name="connsiteX1" fmla="*/ 1828028 w 6323032"/>
                <a:gd name="connsiteY1" fmla="*/ 528060 h 4664632"/>
                <a:gd name="connsiteX2" fmla="*/ 4019684 w 6323032"/>
                <a:gd name="connsiteY2" fmla="*/ 20060 h 4664632"/>
                <a:gd name="connsiteX3" fmla="*/ 5384027 w 6323032"/>
                <a:gd name="connsiteY3" fmla="*/ 513546 h 4664632"/>
                <a:gd name="connsiteX4" fmla="*/ 5601743 w 6323032"/>
                <a:gd name="connsiteY4" fmla="*/ 542575 h 4664632"/>
                <a:gd name="connsiteX5" fmla="*/ 6124255 w 6323032"/>
                <a:gd name="connsiteY5" fmla="*/ 1674689 h 4664632"/>
                <a:gd name="connsiteX6" fmla="*/ 6167799 w 6323032"/>
                <a:gd name="connsiteY6" fmla="*/ 1994003 h 4664632"/>
                <a:gd name="connsiteX7" fmla="*/ 6109742 w 6323032"/>
                <a:gd name="connsiteY7" fmla="*/ 2356860 h 4664632"/>
                <a:gd name="connsiteX8" fmla="*/ 6109742 w 6323032"/>
                <a:gd name="connsiteY8" fmla="*/ 2777775 h 4664632"/>
                <a:gd name="connsiteX9" fmla="*/ 5354999 w 6323032"/>
                <a:gd name="connsiteY9" fmla="*/ 3706689 h 4664632"/>
                <a:gd name="connsiteX10" fmla="*/ 5195343 w 6323032"/>
                <a:gd name="connsiteY10" fmla="*/ 3851832 h 4664632"/>
                <a:gd name="connsiteX11" fmla="*/ 4600257 w 6323032"/>
                <a:gd name="connsiteY11" fmla="*/ 4258232 h 4664632"/>
                <a:gd name="connsiteX12" fmla="*/ 2234429 w 6323032"/>
                <a:gd name="connsiteY12" fmla="*/ 4664632 h 4664632"/>
                <a:gd name="connsiteX13" fmla="*/ 1784486 w 6323032"/>
                <a:gd name="connsiteY13" fmla="*/ 4519489 h 4664632"/>
                <a:gd name="connsiteX14" fmla="*/ 870085 w 6323032"/>
                <a:gd name="connsiteY14" fmla="*/ 4260046 h 4664632"/>
                <a:gd name="connsiteX15" fmla="*/ 603385 w 6323032"/>
                <a:gd name="connsiteY15" fmla="*/ 4018746 h 4664632"/>
                <a:gd name="connsiteX16" fmla="*/ 374786 w 6323032"/>
                <a:gd name="connsiteY16" fmla="*/ 3815546 h 4664632"/>
                <a:gd name="connsiteX17" fmla="*/ 184285 w 6323032"/>
                <a:gd name="connsiteY17" fmla="*/ 3180546 h 4664632"/>
                <a:gd name="connsiteX18" fmla="*/ 133485 w 6323032"/>
                <a:gd name="connsiteY18" fmla="*/ 2659846 h 4664632"/>
                <a:gd name="connsiteX19" fmla="*/ 603385 w 6323032"/>
                <a:gd name="connsiteY19" fmla="*/ 1720046 h 4664632"/>
                <a:gd name="connsiteX20" fmla="*/ 681399 w 6323032"/>
                <a:gd name="connsiteY20" fmla="*/ 1602117 h 4664632"/>
                <a:gd name="connsiteX21" fmla="*/ 899115 w 6323032"/>
                <a:gd name="connsiteY21" fmla="*/ 1239260 h 4664632"/>
                <a:gd name="connsiteX0" fmla="*/ 827650 w 6251567"/>
                <a:gd name="connsiteY0" fmla="*/ 1239260 h 4664632"/>
                <a:gd name="connsiteX1" fmla="*/ 1756563 w 6251567"/>
                <a:gd name="connsiteY1" fmla="*/ 528060 h 4664632"/>
                <a:gd name="connsiteX2" fmla="*/ 3948219 w 6251567"/>
                <a:gd name="connsiteY2" fmla="*/ 20060 h 4664632"/>
                <a:gd name="connsiteX3" fmla="*/ 5312562 w 6251567"/>
                <a:gd name="connsiteY3" fmla="*/ 513546 h 4664632"/>
                <a:gd name="connsiteX4" fmla="*/ 5530278 w 6251567"/>
                <a:gd name="connsiteY4" fmla="*/ 542575 h 4664632"/>
                <a:gd name="connsiteX5" fmla="*/ 6052790 w 6251567"/>
                <a:gd name="connsiteY5" fmla="*/ 1674689 h 4664632"/>
                <a:gd name="connsiteX6" fmla="*/ 6096334 w 6251567"/>
                <a:gd name="connsiteY6" fmla="*/ 1994003 h 4664632"/>
                <a:gd name="connsiteX7" fmla="*/ 6038277 w 6251567"/>
                <a:gd name="connsiteY7" fmla="*/ 2356860 h 4664632"/>
                <a:gd name="connsiteX8" fmla="*/ 6038277 w 6251567"/>
                <a:gd name="connsiteY8" fmla="*/ 2777775 h 4664632"/>
                <a:gd name="connsiteX9" fmla="*/ 5283534 w 6251567"/>
                <a:gd name="connsiteY9" fmla="*/ 3706689 h 4664632"/>
                <a:gd name="connsiteX10" fmla="*/ 5123878 w 6251567"/>
                <a:gd name="connsiteY10" fmla="*/ 3851832 h 4664632"/>
                <a:gd name="connsiteX11" fmla="*/ 4528792 w 6251567"/>
                <a:gd name="connsiteY11" fmla="*/ 4258232 h 4664632"/>
                <a:gd name="connsiteX12" fmla="*/ 2162964 w 6251567"/>
                <a:gd name="connsiteY12" fmla="*/ 4664632 h 4664632"/>
                <a:gd name="connsiteX13" fmla="*/ 1713021 w 6251567"/>
                <a:gd name="connsiteY13" fmla="*/ 4519489 h 4664632"/>
                <a:gd name="connsiteX14" fmla="*/ 798620 w 6251567"/>
                <a:gd name="connsiteY14" fmla="*/ 4260046 h 4664632"/>
                <a:gd name="connsiteX15" fmla="*/ 531920 w 6251567"/>
                <a:gd name="connsiteY15" fmla="*/ 4018746 h 4664632"/>
                <a:gd name="connsiteX16" fmla="*/ 303321 w 6251567"/>
                <a:gd name="connsiteY16" fmla="*/ 3815546 h 4664632"/>
                <a:gd name="connsiteX17" fmla="*/ 112820 w 6251567"/>
                <a:gd name="connsiteY17" fmla="*/ 3180546 h 4664632"/>
                <a:gd name="connsiteX18" fmla="*/ 62020 w 6251567"/>
                <a:gd name="connsiteY18" fmla="*/ 2659846 h 4664632"/>
                <a:gd name="connsiteX19" fmla="*/ 531920 w 6251567"/>
                <a:gd name="connsiteY19" fmla="*/ 1720046 h 4664632"/>
                <a:gd name="connsiteX20" fmla="*/ 609934 w 6251567"/>
                <a:gd name="connsiteY20" fmla="*/ 1602117 h 4664632"/>
                <a:gd name="connsiteX21" fmla="*/ 827650 w 6251567"/>
                <a:gd name="connsiteY21" fmla="*/ 1239260 h 4664632"/>
                <a:gd name="connsiteX0" fmla="*/ 827650 w 6251567"/>
                <a:gd name="connsiteY0" fmla="*/ 1239260 h 4664632"/>
                <a:gd name="connsiteX1" fmla="*/ 1756563 w 6251567"/>
                <a:gd name="connsiteY1" fmla="*/ 528060 h 4664632"/>
                <a:gd name="connsiteX2" fmla="*/ 3948219 w 6251567"/>
                <a:gd name="connsiteY2" fmla="*/ 20060 h 4664632"/>
                <a:gd name="connsiteX3" fmla="*/ 5312562 w 6251567"/>
                <a:gd name="connsiteY3" fmla="*/ 513546 h 4664632"/>
                <a:gd name="connsiteX4" fmla="*/ 5530278 w 6251567"/>
                <a:gd name="connsiteY4" fmla="*/ 542575 h 4664632"/>
                <a:gd name="connsiteX5" fmla="*/ 6052790 w 6251567"/>
                <a:gd name="connsiteY5" fmla="*/ 1674689 h 4664632"/>
                <a:gd name="connsiteX6" fmla="*/ 6096334 w 6251567"/>
                <a:gd name="connsiteY6" fmla="*/ 1994003 h 4664632"/>
                <a:gd name="connsiteX7" fmla="*/ 6038277 w 6251567"/>
                <a:gd name="connsiteY7" fmla="*/ 2356860 h 4664632"/>
                <a:gd name="connsiteX8" fmla="*/ 6038277 w 6251567"/>
                <a:gd name="connsiteY8" fmla="*/ 2777775 h 4664632"/>
                <a:gd name="connsiteX9" fmla="*/ 5283534 w 6251567"/>
                <a:gd name="connsiteY9" fmla="*/ 3706689 h 4664632"/>
                <a:gd name="connsiteX10" fmla="*/ 5123878 w 6251567"/>
                <a:gd name="connsiteY10" fmla="*/ 3851832 h 4664632"/>
                <a:gd name="connsiteX11" fmla="*/ 4528792 w 6251567"/>
                <a:gd name="connsiteY11" fmla="*/ 4258232 h 4664632"/>
                <a:gd name="connsiteX12" fmla="*/ 2162964 w 6251567"/>
                <a:gd name="connsiteY12" fmla="*/ 4664632 h 4664632"/>
                <a:gd name="connsiteX13" fmla="*/ 1713021 w 6251567"/>
                <a:gd name="connsiteY13" fmla="*/ 4519489 h 4664632"/>
                <a:gd name="connsiteX14" fmla="*/ 798620 w 6251567"/>
                <a:gd name="connsiteY14" fmla="*/ 4260046 h 4664632"/>
                <a:gd name="connsiteX15" fmla="*/ 531920 w 6251567"/>
                <a:gd name="connsiteY15" fmla="*/ 4018746 h 4664632"/>
                <a:gd name="connsiteX16" fmla="*/ 303321 w 6251567"/>
                <a:gd name="connsiteY16" fmla="*/ 3815546 h 4664632"/>
                <a:gd name="connsiteX17" fmla="*/ 112820 w 6251567"/>
                <a:gd name="connsiteY17" fmla="*/ 3180546 h 4664632"/>
                <a:gd name="connsiteX18" fmla="*/ 62020 w 6251567"/>
                <a:gd name="connsiteY18" fmla="*/ 2659846 h 4664632"/>
                <a:gd name="connsiteX19" fmla="*/ 531920 w 6251567"/>
                <a:gd name="connsiteY19" fmla="*/ 1720046 h 4664632"/>
                <a:gd name="connsiteX20" fmla="*/ 609934 w 6251567"/>
                <a:gd name="connsiteY20" fmla="*/ 1602117 h 4664632"/>
                <a:gd name="connsiteX21" fmla="*/ 827650 w 6251567"/>
                <a:gd name="connsiteY21" fmla="*/ 1239260 h 4664632"/>
                <a:gd name="connsiteX0" fmla="*/ 847561 w 6271478"/>
                <a:gd name="connsiteY0" fmla="*/ 1239260 h 4664632"/>
                <a:gd name="connsiteX1" fmla="*/ 1776474 w 6271478"/>
                <a:gd name="connsiteY1" fmla="*/ 528060 h 4664632"/>
                <a:gd name="connsiteX2" fmla="*/ 3968130 w 6271478"/>
                <a:gd name="connsiteY2" fmla="*/ 20060 h 4664632"/>
                <a:gd name="connsiteX3" fmla="*/ 5332473 w 6271478"/>
                <a:gd name="connsiteY3" fmla="*/ 513546 h 4664632"/>
                <a:gd name="connsiteX4" fmla="*/ 5550189 w 6271478"/>
                <a:gd name="connsiteY4" fmla="*/ 542575 h 4664632"/>
                <a:gd name="connsiteX5" fmla="*/ 6072701 w 6271478"/>
                <a:gd name="connsiteY5" fmla="*/ 1674689 h 4664632"/>
                <a:gd name="connsiteX6" fmla="*/ 6116245 w 6271478"/>
                <a:gd name="connsiteY6" fmla="*/ 1994003 h 4664632"/>
                <a:gd name="connsiteX7" fmla="*/ 6058188 w 6271478"/>
                <a:gd name="connsiteY7" fmla="*/ 2356860 h 4664632"/>
                <a:gd name="connsiteX8" fmla="*/ 6058188 w 6271478"/>
                <a:gd name="connsiteY8" fmla="*/ 2777775 h 4664632"/>
                <a:gd name="connsiteX9" fmla="*/ 5303445 w 6271478"/>
                <a:gd name="connsiteY9" fmla="*/ 3706689 h 4664632"/>
                <a:gd name="connsiteX10" fmla="*/ 5143789 w 6271478"/>
                <a:gd name="connsiteY10" fmla="*/ 3851832 h 4664632"/>
                <a:gd name="connsiteX11" fmla="*/ 4548703 w 6271478"/>
                <a:gd name="connsiteY11" fmla="*/ 4258232 h 4664632"/>
                <a:gd name="connsiteX12" fmla="*/ 2182875 w 6271478"/>
                <a:gd name="connsiteY12" fmla="*/ 4664632 h 4664632"/>
                <a:gd name="connsiteX13" fmla="*/ 1732932 w 6271478"/>
                <a:gd name="connsiteY13" fmla="*/ 4519489 h 4664632"/>
                <a:gd name="connsiteX14" fmla="*/ 818531 w 6271478"/>
                <a:gd name="connsiteY14" fmla="*/ 4260046 h 4664632"/>
                <a:gd name="connsiteX15" fmla="*/ 551831 w 6271478"/>
                <a:gd name="connsiteY15" fmla="*/ 4018746 h 4664632"/>
                <a:gd name="connsiteX16" fmla="*/ 323232 w 6271478"/>
                <a:gd name="connsiteY16" fmla="*/ 3815546 h 4664632"/>
                <a:gd name="connsiteX17" fmla="*/ 132731 w 6271478"/>
                <a:gd name="connsiteY17" fmla="*/ 3180546 h 4664632"/>
                <a:gd name="connsiteX18" fmla="*/ 81931 w 6271478"/>
                <a:gd name="connsiteY18" fmla="*/ 2659846 h 4664632"/>
                <a:gd name="connsiteX19" fmla="*/ 551831 w 6271478"/>
                <a:gd name="connsiteY19" fmla="*/ 1720046 h 4664632"/>
                <a:gd name="connsiteX20" fmla="*/ 629845 w 6271478"/>
                <a:gd name="connsiteY20" fmla="*/ 1602117 h 4664632"/>
                <a:gd name="connsiteX21" fmla="*/ 847561 w 6271478"/>
                <a:gd name="connsiteY21" fmla="*/ 1239260 h 4664632"/>
                <a:gd name="connsiteX0" fmla="*/ 847561 w 6271478"/>
                <a:gd name="connsiteY0" fmla="*/ 1239260 h 4664632"/>
                <a:gd name="connsiteX1" fmla="*/ 1776474 w 6271478"/>
                <a:gd name="connsiteY1" fmla="*/ 528060 h 4664632"/>
                <a:gd name="connsiteX2" fmla="*/ 3968130 w 6271478"/>
                <a:gd name="connsiteY2" fmla="*/ 20060 h 4664632"/>
                <a:gd name="connsiteX3" fmla="*/ 5332473 w 6271478"/>
                <a:gd name="connsiteY3" fmla="*/ 513546 h 4664632"/>
                <a:gd name="connsiteX4" fmla="*/ 5550189 w 6271478"/>
                <a:gd name="connsiteY4" fmla="*/ 542575 h 4664632"/>
                <a:gd name="connsiteX5" fmla="*/ 6072701 w 6271478"/>
                <a:gd name="connsiteY5" fmla="*/ 1674689 h 4664632"/>
                <a:gd name="connsiteX6" fmla="*/ 6116245 w 6271478"/>
                <a:gd name="connsiteY6" fmla="*/ 1994003 h 4664632"/>
                <a:gd name="connsiteX7" fmla="*/ 6058188 w 6271478"/>
                <a:gd name="connsiteY7" fmla="*/ 2356860 h 4664632"/>
                <a:gd name="connsiteX8" fmla="*/ 6058188 w 6271478"/>
                <a:gd name="connsiteY8" fmla="*/ 2777775 h 4664632"/>
                <a:gd name="connsiteX9" fmla="*/ 5303445 w 6271478"/>
                <a:gd name="connsiteY9" fmla="*/ 3706689 h 4664632"/>
                <a:gd name="connsiteX10" fmla="*/ 5143789 w 6271478"/>
                <a:gd name="connsiteY10" fmla="*/ 3851832 h 4664632"/>
                <a:gd name="connsiteX11" fmla="*/ 4548703 w 6271478"/>
                <a:gd name="connsiteY11" fmla="*/ 4258232 h 4664632"/>
                <a:gd name="connsiteX12" fmla="*/ 2182875 w 6271478"/>
                <a:gd name="connsiteY12" fmla="*/ 4664632 h 4664632"/>
                <a:gd name="connsiteX13" fmla="*/ 1732932 w 6271478"/>
                <a:gd name="connsiteY13" fmla="*/ 4519489 h 4664632"/>
                <a:gd name="connsiteX14" fmla="*/ 818531 w 6271478"/>
                <a:gd name="connsiteY14" fmla="*/ 4260046 h 4664632"/>
                <a:gd name="connsiteX15" fmla="*/ 551831 w 6271478"/>
                <a:gd name="connsiteY15" fmla="*/ 4018746 h 4664632"/>
                <a:gd name="connsiteX16" fmla="*/ 323232 w 6271478"/>
                <a:gd name="connsiteY16" fmla="*/ 3815546 h 4664632"/>
                <a:gd name="connsiteX17" fmla="*/ 132731 w 6271478"/>
                <a:gd name="connsiteY17" fmla="*/ 3180546 h 4664632"/>
                <a:gd name="connsiteX18" fmla="*/ 81931 w 6271478"/>
                <a:gd name="connsiteY18" fmla="*/ 2659846 h 4664632"/>
                <a:gd name="connsiteX19" fmla="*/ 551831 w 6271478"/>
                <a:gd name="connsiteY19" fmla="*/ 1720046 h 4664632"/>
                <a:gd name="connsiteX20" fmla="*/ 629845 w 6271478"/>
                <a:gd name="connsiteY20" fmla="*/ 1602117 h 4664632"/>
                <a:gd name="connsiteX21" fmla="*/ 847561 w 6271478"/>
                <a:gd name="connsiteY21" fmla="*/ 1239260 h 4664632"/>
                <a:gd name="connsiteX0" fmla="*/ 863056 w 6286973"/>
                <a:gd name="connsiteY0" fmla="*/ 1239260 h 4664632"/>
                <a:gd name="connsiteX1" fmla="*/ 1791969 w 6286973"/>
                <a:gd name="connsiteY1" fmla="*/ 528060 h 4664632"/>
                <a:gd name="connsiteX2" fmla="*/ 3983625 w 6286973"/>
                <a:gd name="connsiteY2" fmla="*/ 20060 h 4664632"/>
                <a:gd name="connsiteX3" fmla="*/ 5347968 w 6286973"/>
                <a:gd name="connsiteY3" fmla="*/ 513546 h 4664632"/>
                <a:gd name="connsiteX4" fmla="*/ 5565684 w 6286973"/>
                <a:gd name="connsiteY4" fmla="*/ 542575 h 4664632"/>
                <a:gd name="connsiteX5" fmla="*/ 6088196 w 6286973"/>
                <a:gd name="connsiteY5" fmla="*/ 1674689 h 4664632"/>
                <a:gd name="connsiteX6" fmla="*/ 6131740 w 6286973"/>
                <a:gd name="connsiteY6" fmla="*/ 1994003 h 4664632"/>
                <a:gd name="connsiteX7" fmla="*/ 6073683 w 6286973"/>
                <a:gd name="connsiteY7" fmla="*/ 2356860 h 4664632"/>
                <a:gd name="connsiteX8" fmla="*/ 6073683 w 6286973"/>
                <a:gd name="connsiteY8" fmla="*/ 2777775 h 4664632"/>
                <a:gd name="connsiteX9" fmla="*/ 5318940 w 6286973"/>
                <a:gd name="connsiteY9" fmla="*/ 3706689 h 4664632"/>
                <a:gd name="connsiteX10" fmla="*/ 5159284 w 6286973"/>
                <a:gd name="connsiteY10" fmla="*/ 3851832 h 4664632"/>
                <a:gd name="connsiteX11" fmla="*/ 4564198 w 6286973"/>
                <a:gd name="connsiteY11" fmla="*/ 4258232 h 4664632"/>
                <a:gd name="connsiteX12" fmla="*/ 2198370 w 6286973"/>
                <a:gd name="connsiteY12" fmla="*/ 4664632 h 4664632"/>
                <a:gd name="connsiteX13" fmla="*/ 1748427 w 6286973"/>
                <a:gd name="connsiteY13" fmla="*/ 4519489 h 4664632"/>
                <a:gd name="connsiteX14" fmla="*/ 834026 w 6286973"/>
                <a:gd name="connsiteY14" fmla="*/ 4260046 h 4664632"/>
                <a:gd name="connsiteX15" fmla="*/ 567326 w 6286973"/>
                <a:gd name="connsiteY15" fmla="*/ 4018746 h 4664632"/>
                <a:gd name="connsiteX16" fmla="*/ 338727 w 6286973"/>
                <a:gd name="connsiteY16" fmla="*/ 3815546 h 4664632"/>
                <a:gd name="connsiteX17" fmla="*/ 148226 w 6286973"/>
                <a:gd name="connsiteY17" fmla="*/ 3180546 h 4664632"/>
                <a:gd name="connsiteX18" fmla="*/ 97426 w 6286973"/>
                <a:gd name="connsiteY18" fmla="*/ 2659846 h 4664632"/>
                <a:gd name="connsiteX19" fmla="*/ 567326 w 6286973"/>
                <a:gd name="connsiteY19" fmla="*/ 1720046 h 4664632"/>
                <a:gd name="connsiteX20" fmla="*/ 645340 w 6286973"/>
                <a:gd name="connsiteY20" fmla="*/ 1602117 h 4664632"/>
                <a:gd name="connsiteX21" fmla="*/ 863056 w 6286973"/>
                <a:gd name="connsiteY21" fmla="*/ 1239260 h 4664632"/>
                <a:gd name="connsiteX0" fmla="*/ 863056 w 6286973"/>
                <a:gd name="connsiteY0" fmla="*/ 1239260 h 4664632"/>
                <a:gd name="connsiteX1" fmla="*/ 1791969 w 6286973"/>
                <a:gd name="connsiteY1" fmla="*/ 528060 h 4664632"/>
                <a:gd name="connsiteX2" fmla="*/ 3983625 w 6286973"/>
                <a:gd name="connsiteY2" fmla="*/ 20060 h 4664632"/>
                <a:gd name="connsiteX3" fmla="*/ 5347968 w 6286973"/>
                <a:gd name="connsiteY3" fmla="*/ 513546 h 4664632"/>
                <a:gd name="connsiteX4" fmla="*/ 5565684 w 6286973"/>
                <a:gd name="connsiteY4" fmla="*/ 542575 h 4664632"/>
                <a:gd name="connsiteX5" fmla="*/ 6088196 w 6286973"/>
                <a:gd name="connsiteY5" fmla="*/ 1674689 h 4664632"/>
                <a:gd name="connsiteX6" fmla="*/ 6131740 w 6286973"/>
                <a:gd name="connsiteY6" fmla="*/ 1994003 h 4664632"/>
                <a:gd name="connsiteX7" fmla="*/ 6073683 w 6286973"/>
                <a:gd name="connsiteY7" fmla="*/ 2356860 h 4664632"/>
                <a:gd name="connsiteX8" fmla="*/ 6073683 w 6286973"/>
                <a:gd name="connsiteY8" fmla="*/ 2777775 h 4664632"/>
                <a:gd name="connsiteX9" fmla="*/ 5318940 w 6286973"/>
                <a:gd name="connsiteY9" fmla="*/ 3706689 h 4664632"/>
                <a:gd name="connsiteX10" fmla="*/ 5159284 w 6286973"/>
                <a:gd name="connsiteY10" fmla="*/ 3851832 h 4664632"/>
                <a:gd name="connsiteX11" fmla="*/ 4564198 w 6286973"/>
                <a:gd name="connsiteY11" fmla="*/ 4258232 h 4664632"/>
                <a:gd name="connsiteX12" fmla="*/ 2198370 w 6286973"/>
                <a:gd name="connsiteY12" fmla="*/ 4664632 h 4664632"/>
                <a:gd name="connsiteX13" fmla="*/ 1748427 w 6286973"/>
                <a:gd name="connsiteY13" fmla="*/ 4519489 h 4664632"/>
                <a:gd name="connsiteX14" fmla="*/ 834026 w 6286973"/>
                <a:gd name="connsiteY14" fmla="*/ 4260046 h 4664632"/>
                <a:gd name="connsiteX15" fmla="*/ 567326 w 6286973"/>
                <a:gd name="connsiteY15" fmla="*/ 4018746 h 4664632"/>
                <a:gd name="connsiteX16" fmla="*/ 338727 w 6286973"/>
                <a:gd name="connsiteY16" fmla="*/ 3815546 h 4664632"/>
                <a:gd name="connsiteX17" fmla="*/ 148226 w 6286973"/>
                <a:gd name="connsiteY17" fmla="*/ 3180546 h 4664632"/>
                <a:gd name="connsiteX18" fmla="*/ 97426 w 6286973"/>
                <a:gd name="connsiteY18" fmla="*/ 2659846 h 4664632"/>
                <a:gd name="connsiteX19" fmla="*/ 567326 w 6286973"/>
                <a:gd name="connsiteY19" fmla="*/ 1720046 h 4664632"/>
                <a:gd name="connsiteX20" fmla="*/ 645340 w 6286973"/>
                <a:gd name="connsiteY20" fmla="*/ 1602117 h 4664632"/>
                <a:gd name="connsiteX21" fmla="*/ 863056 w 6286973"/>
                <a:gd name="connsiteY21" fmla="*/ 1239260 h 4664632"/>
                <a:gd name="connsiteX0" fmla="*/ 863056 w 6286973"/>
                <a:gd name="connsiteY0" fmla="*/ 1239260 h 4664632"/>
                <a:gd name="connsiteX1" fmla="*/ 1791969 w 6286973"/>
                <a:gd name="connsiteY1" fmla="*/ 528060 h 4664632"/>
                <a:gd name="connsiteX2" fmla="*/ 3983625 w 6286973"/>
                <a:gd name="connsiteY2" fmla="*/ 20060 h 4664632"/>
                <a:gd name="connsiteX3" fmla="*/ 5347968 w 6286973"/>
                <a:gd name="connsiteY3" fmla="*/ 513546 h 4664632"/>
                <a:gd name="connsiteX4" fmla="*/ 5565684 w 6286973"/>
                <a:gd name="connsiteY4" fmla="*/ 542575 h 4664632"/>
                <a:gd name="connsiteX5" fmla="*/ 6088196 w 6286973"/>
                <a:gd name="connsiteY5" fmla="*/ 1674689 h 4664632"/>
                <a:gd name="connsiteX6" fmla="*/ 6131740 w 6286973"/>
                <a:gd name="connsiteY6" fmla="*/ 1994003 h 4664632"/>
                <a:gd name="connsiteX7" fmla="*/ 6073683 w 6286973"/>
                <a:gd name="connsiteY7" fmla="*/ 2356860 h 4664632"/>
                <a:gd name="connsiteX8" fmla="*/ 6073683 w 6286973"/>
                <a:gd name="connsiteY8" fmla="*/ 2777775 h 4664632"/>
                <a:gd name="connsiteX9" fmla="*/ 5318940 w 6286973"/>
                <a:gd name="connsiteY9" fmla="*/ 3706689 h 4664632"/>
                <a:gd name="connsiteX10" fmla="*/ 5159284 w 6286973"/>
                <a:gd name="connsiteY10" fmla="*/ 3851832 h 4664632"/>
                <a:gd name="connsiteX11" fmla="*/ 4564198 w 6286973"/>
                <a:gd name="connsiteY11" fmla="*/ 4258232 h 4664632"/>
                <a:gd name="connsiteX12" fmla="*/ 2198370 w 6286973"/>
                <a:gd name="connsiteY12" fmla="*/ 4664632 h 4664632"/>
                <a:gd name="connsiteX13" fmla="*/ 1748427 w 6286973"/>
                <a:gd name="connsiteY13" fmla="*/ 4519489 h 4664632"/>
                <a:gd name="connsiteX14" fmla="*/ 834026 w 6286973"/>
                <a:gd name="connsiteY14" fmla="*/ 4260046 h 4664632"/>
                <a:gd name="connsiteX15" fmla="*/ 567326 w 6286973"/>
                <a:gd name="connsiteY15" fmla="*/ 4018746 h 4664632"/>
                <a:gd name="connsiteX16" fmla="*/ 338727 w 6286973"/>
                <a:gd name="connsiteY16" fmla="*/ 3815546 h 4664632"/>
                <a:gd name="connsiteX17" fmla="*/ 148226 w 6286973"/>
                <a:gd name="connsiteY17" fmla="*/ 3180546 h 4664632"/>
                <a:gd name="connsiteX18" fmla="*/ 97426 w 6286973"/>
                <a:gd name="connsiteY18" fmla="*/ 2659846 h 4664632"/>
                <a:gd name="connsiteX19" fmla="*/ 567326 w 6286973"/>
                <a:gd name="connsiteY19" fmla="*/ 1720046 h 4664632"/>
                <a:gd name="connsiteX20" fmla="*/ 645340 w 6286973"/>
                <a:gd name="connsiteY20" fmla="*/ 1602117 h 4664632"/>
                <a:gd name="connsiteX21" fmla="*/ 863056 w 6286973"/>
                <a:gd name="connsiteY21" fmla="*/ 1239260 h 4664632"/>
                <a:gd name="connsiteX0" fmla="*/ 875756 w 6286973"/>
                <a:gd name="connsiteY0" fmla="*/ 1290060 h 4664632"/>
                <a:gd name="connsiteX1" fmla="*/ 1791969 w 6286973"/>
                <a:gd name="connsiteY1" fmla="*/ 528060 h 4664632"/>
                <a:gd name="connsiteX2" fmla="*/ 3983625 w 6286973"/>
                <a:gd name="connsiteY2" fmla="*/ 20060 h 4664632"/>
                <a:gd name="connsiteX3" fmla="*/ 5347968 w 6286973"/>
                <a:gd name="connsiteY3" fmla="*/ 513546 h 4664632"/>
                <a:gd name="connsiteX4" fmla="*/ 5565684 w 6286973"/>
                <a:gd name="connsiteY4" fmla="*/ 542575 h 4664632"/>
                <a:gd name="connsiteX5" fmla="*/ 6088196 w 6286973"/>
                <a:gd name="connsiteY5" fmla="*/ 1674689 h 4664632"/>
                <a:gd name="connsiteX6" fmla="*/ 6131740 w 6286973"/>
                <a:gd name="connsiteY6" fmla="*/ 1994003 h 4664632"/>
                <a:gd name="connsiteX7" fmla="*/ 6073683 w 6286973"/>
                <a:gd name="connsiteY7" fmla="*/ 2356860 h 4664632"/>
                <a:gd name="connsiteX8" fmla="*/ 6073683 w 6286973"/>
                <a:gd name="connsiteY8" fmla="*/ 2777775 h 4664632"/>
                <a:gd name="connsiteX9" fmla="*/ 5318940 w 6286973"/>
                <a:gd name="connsiteY9" fmla="*/ 3706689 h 4664632"/>
                <a:gd name="connsiteX10" fmla="*/ 5159284 w 6286973"/>
                <a:gd name="connsiteY10" fmla="*/ 3851832 h 4664632"/>
                <a:gd name="connsiteX11" fmla="*/ 4564198 w 6286973"/>
                <a:gd name="connsiteY11" fmla="*/ 4258232 h 4664632"/>
                <a:gd name="connsiteX12" fmla="*/ 2198370 w 6286973"/>
                <a:gd name="connsiteY12" fmla="*/ 4664632 h 4664632"/>
                <a:gd name="connsiteX13" fmla="*/ 1748427 w 6286973"/>
                <a:gd name="connsiteY13" fmla="*/ 4519489 h 4664632"/>
                <a:gd name="connsiteX14" fmla="*/ 834026 w 6286973"/>
                <a:gd name="connsiteY14" fmla="*/ 4260046 h 4664632"/>
                <a:gd name="connsiteX15" fmla="*/ 567326 w 6286973"/>
                <a:gd name="connsiteY15" fmla="*/ 4018746 h 4664632"/>
                <a:gd name="connsiteX16" fmla="*/ 338727 w 6286973"/>
                <a:gd name="connsiteY16" fmla="*/ 3815546 h 4664632"/>
                <a:gd name="connsiteX17" fmla="*/ 148226 w 6286973"/>
                <a:gd name="connsiteY17" fmla="*/ 3180546 h 4664632"/>
                <a:gd name="connsiteX18" fmla="*/ 97426 w 6286973"/>
                <a:gd name="connsiteY18" fmla="*/ 2659846 h 4664632"/>
                <a:gd name="connsiteX19" fmla="*/ 567326 w 6286973"/>
                <a:gd name="connsiteY19" fmla="*/ 1720046 h 4664632"/>
                <a:gd name="connsiteX20" fmla="*/ 645340 w 6286973"/>
                <a:gd name="connsiteY20" fmla="*/ 1602117 h 4664632"/>
                <a:gd name="connsiteX21" fmla="*/ 875756 w 6286973"/>
                <a:gd name="connsiteY21" fmla="*/ 1290060 h 4664632"/>
                <a:gd name="connsiteX0" fmla="*/ 875756 w 6286973"/>
                <a:gd name="connsiteY0" fmla="*/ 1290060 h 4664632"/>
                <a:gd name="connsiteX1" fmla="*/ 1791969 w 6286973"/>
                <a:gd name="connsiteY1" fmla="*/ 528060 h 4664632"/>
                <a:gd name="connsiteX2" fmla="*/ 3983625 w 6286973"/>
                <a:gd name="connsiteY2" fmla="*/ 20060 h 4664632"/>
                <a:gd name="connsiteX3" fmla="*/ 5347968 w 6286973"/>
                <a:gd name="connsiteY3" fmla="*/ 513546 h 4664632"/>
                <a:gd name="connsiteX4" fmla="*/ 5565684 w 6286973"/>
                <a:gd name="connsiteY4" fmla="*/ 542575 h 4664632"/>
                <a:gd name="connsiteX5" fmla="*/ 6088196 w 6286973"/>
                <a:gd name="connsiteY5" fmla="*/ 1674689 h 4664632"/>
                <a:gd name="connsiteX6" fmla="*/ 6131740 w 6286973"/>
                <a:gd name="connsiteY6" fmla="*/ 1994003 h 4664632"/>
                <a:gd name="connsiteX7" fmla="*/ 6073683 w 6286973"/>
                <a:gd name="connsiteY7" fmla="*/ 2356860 h 4664632"/>
                <a:gd name="connsiteX8" fmla="*/ 6073683 w 6286973"/>
                <a:gd name="connsiteY8" fmla="*/ 2777775 h 4664632"/>
                <a:gd name="connsiteX9" fmla="*/ 5318940 w 6286973"/>
                <a:gd name="connsiteY9" fmla="*/ 3706689 h 4664632"/>
                <a:gd name="connsiteX10" fmla="*/ 5159284 w 6286973"/>
                <a:gd name="connsiteY10" fmla="*/ 3851832 h 4664632"/>
                <a:gd name="connsiteX11" fmla="*/ 4564198 w 6286973"/>
                <a:gd name="connsiteY11" fmla="*/ 4258232 h 4664632"/>
                <a:gd name="connsiteX12" fmla="*/ 2198370 w 6286973"/>
                <a:gd name="connsiteY12" fmla="*/ 4664632 h 4664632"/>
                <a:gd name="connsiteX13" fmla="*/ 1748427 w 6286973"/>
                <a:gd name="connsiteY13" fmla="*/ 4519489 h 4664632"/>
                <a:gd name="connsiteX14" fmla="*/ 834026 w 6286973"/>
                <a:gd name="connsiteY14" fmla="*/ 4260046 h 4664632"/>
                <a:gd name="connsiteX15" fmla="*/ 567326 w 6286973"/>
                <a:gd name="connsiteY15" fmla="*/ 4018746 h 4664632"/>
                <a:gd name="connsiteX16" fmla="*/ 338727 w 6286973"/>
                <a:gd name="connsiteY16" fmla="*/ 3815546 h 4664632"/>
                <a:gd name="connsiteX17" fmla="*/ 148226 w 6286973"/>
                <a:gd name="connsiteY17" fmla="*/ 3180546 h 4664632"/>
                <a:gd name="connsiteX18" fmla="*/ 97426 w 6286973"/>
                <a:gd name="connsiteY18" fmla="*/ 2659846 h 4664632"/>
                <a:gd name="connsiteX19" fmla="*/ 567326 w 6286973"/>
                <a:gd name="connsiteY19" fmla="*/ 1720046 h 4664632"/>
                <a:gd name="connsiteX20" fmla="*/ 645340 w 6286973"/>
                <a:gd name="connsiteY20" fmla="*/ 1602117 h 4664632"/>
                <a:gd name="connsiteX21" fmla="*/ 875756 w 6286973"/>
                <a:gd name="connsiteY21" fmla="*/ 1290060 h 4664632"/>
                <a:gd name="connsiteX0" fmla="*/ 875756 w 6286973"/>
                <a:gd name="connsiteY0" fmla="*/ 1475466 h 4850038"/>
                <a:gd name="connsiteX1" fmla="*/ 1791969 w 6286973"/>
                <a:gd name="connsiteY1" fmla="*/ 713466 h 4850038"/>
                <a:gd name="connsiteX2" fmla="*/ 3983625 w 6286973"/>
                <a:gd name="connsiteY2" fmla="*/ 205466 h 4850038"/>
                <a:gd name="connsiteX3" fmla="*/ 5347968 w 6286973"/>
                <a:gd name="connsiteY3" fmla="*/ 698952 h 4850038"/>
                <a:gd name="connsiteX4" fmla="*/ 5565684 w 6286973"/>
                <a:gd name="connsiteY4" fmla="*/ 727981 h 4850038"/>
                <a:gd name="connsiteX5" fmla="*/ 6088196 w 6286973"/>
                <a:gd name="connsiteY5" fmla="*/ 1860095 h 4850038"/>
                <a:gd name="connsiteX6" fmla="*/ 6131740 w 6286973"/>
                <a:gd name="connsiteY6" fmla="*/ 2179409 h 4850038"/>
                <a:gd name="connsiteX7" fmla="*/ 6073683 w 6286973"/>
                <a:gd name="connsiteY7" fmla="*/ 2542266 h 4850038"/>
                <a:gd name="connsiteX8" fmla="*/ 6073683 w 6286973"/>
                <a:gd name="connsiteY8" fmla="*/ 2963181 h 4850038"/>
                <a:gd name="connsiteX9" fmla="*/ 5318940 w 6286973"/>
                <a:gd name="connsiteY9" fmla="*/ 3892095 h 4850038"/>
                <a:gd name="connsiteX10" fmla="*/ 5159284 w 6286973"/>
                <a:gd name="connsiteY10" fmla="*/ 4037238 h 4850038"/>
                <a:gd name="connsiteX11" fmla="*/ 4564198 w 6286973"/>
                <a:gd name="connsiteY11" fmla="*/ 4443638 h 4850038"/>
                <a:gd name="connsiteX12" fmla="*/ 2198370 w 6286973"/>
                <a:gd name="connsiteY12" fmla="*/ 4850038 h 4850038"/>
                <a:gd name="connsiteX13" fmla="*/ 1748427 w 6286973"/>
                <a:gd name="connsiteY13" fmla="*/ 4704895 h 4850038"/>
                <a:gd name="connsiteX14" fmla="*/ 834026 w 6286973"/>
                <a:gd name="connsiteY14" fmla="*/ 4445452 h 4850038"/>
                <a:gd name="connsiteX15" fmla="*/ 567326 w 6286973"/>
                <a:gd name="connsiteY15" fmla="*/ 4204152 h 4850038"/>
                <a:gd name="connsiteX16" fmla="*/ 338727 w 6286973"/>
                <a:gd name="connsiteY16" fmla="*/ 4000952 h 4850038"/>
                <a:gd name="connsiteX17" fmla="*/ 148226 w 6286973"/>
                <a:gd name="connsiteY17" fmla="*/ 3365952 h 4850038"/>
                <a:gd name="connsiteX18" fmla="*/ 97426 w 6286973"/>
                <a:gd name="connsiteY18" fmla="*/ 2845252 h 4850038"/>
                <a:gd name="connsiteX19" fmla="*/ 567326 w 6286973"/>
                <a:gd name="connsiteY19" fmla="*/ 1905452 h 4850038"/>
                <a:gd name="connsiteX20" fmla="*/ 645340 w 6286973"/>
                <a:gd name="connsiteY20" fmla="*/ 1787523 h 4850038"/>
                <a:gd name="connsiteX21" fmla="*/ 875756 w 6286973"/>
                <a:gd name="connsiteY21" fmla="*/ 1475466 h 4850038"/>
                <a:gd name="connsiteX0" fmla="*/ 875756 w 6286973"/>
                <a:gd name="connsiteY0" fmla="*/ 1705651 h 5080223"/>
                <a:gd name="connsiteX1" fmla="*/ 1791969 w 6286973"/>
                <a:gd name="connsiteY1" fmla="*/ 943651 h 5080223"/>
                <a:gd name="connsiteX2" fmla="*/ 3983625 w 6286973"/>
                <a:gd name="connsiteY2" fmla="*/ 435651 h 5080223"/>
                <a:gd name="connsiteX3" fmla="*/ 5347968 w 6286973"/>
                <a:gd name="connsiteY3" fmla="*/ 929137 h 5080223"/>
                <a:gd name="connsiteX4" fmla="*/ 5565684 w 6286973"/>
                <a:gd name="connsiteY4" fmla="*/ 958166 h 5080223"/>
                <a:gd name="connsiteX5" fmla="*/ 6088196 w 6286973"/>
                <a:gd name="connsiteY5" fmla="*/ 2090280 h 5080223"/>
                <a:gd name="connsiteX6" fmla="*/ 6131740 w 6286973"/>
                <a:gd name="connsiteY6" fmla="*/ 2409594 h 5080223"/>
                <a:gd name="connsiteX7" fmla="*/ 6073683 w 6286973"/>
                <a:gd name="connsiteY7" fmla="*/ 2772451 h 5080223"/>
                <a:gd name="connsiteX8" fmla="*/ 6073683 w 6286973"/>
                <a:gd name="connsiteY8" fmla="*/ 3193366 h 5080223"/>
                <a:gd name="connsiteX9" fmla="*/ 5318940 w 6286973"/>
                <a:gd name="connsiteY9" fmla="*/ 4122280 h 5080223"/>
                <a:gd name="connsiteX10" fmla="*/ 5159284 w 6286973"/>
                <a:gd name="connsiteY10" fmla="*/ 4267423 h 5080223"/>
                <a:gd name="connsiteX11" fmla="*/ 4564198 w 6286973"/>
                <a:gd name="connsiteY11" fmla="*/ 4673823 h 5080223"/>
                <a:gd name="connsiteX12" fmla="*/ 2198370 w 6286973"/>
                <a:gd name="connsiteY12" fmla="*/ 5080223 h 5080223"/>
                <a:gd name="connsiteX13" fmla="*/ 1748427 w 6286973"/>
                <a:gd name="connsiteY13" fmla="*/ 4935080 h 5080223"/>
                <a:gd name="connsiteX14" fmla="*/ 834026 w 6286973"/>
                <a:gd name="connsiteY14" fmla="*/ 4675637 h 5080223"/>
                <a:gd name="connsiteX15" fmla="*/ 567326 w 6286973"/>
                <a:gd name="connsiteY15" fmla="*/ 4434337 h 5080223"/>
                <a:gd name="connsiteX16" fmla="*/ 338727 w 6286973"/>
                <a:gd name="connsiteY16" fmla="*/ 4231137 h 5080223"/>
                <a:gd name="connsiteX17" fmla="*/ 148226 w 6286973"/>
                <a:gd name="connsiteY17" fmla="*/ 3596137 h 5080223"/>
                <a:gd name="connsiteX18" fmla="*/ 97426 w 6286973"/>
                <a:gd name="connsiteY18" fmla="*/ 3075437 h 5080223"/>
                <a:gd name="connsiteX19" fmla="*/ 567326 w 6286973"/>
                <a:gd name="connsiteY19" fmla="*/ 2135637 h 5080223"/>
                <a:gd name="connsiteX20" fmla="*/ 645340 w 6286973"/>
                <a:gd name="connsiteY20" fmla="*/ 2017708 h 5080223"/>
                <a:gd name="connsiteX21" fmla="*/ 875756 w 6286973"/>
                <a:gd name="connsiteY21" fmla="*/ 1705651 h 5080223"/>
                <a:gd name="connsiteX0" fmla="*/ 875756 w 6286973"/>
                <a:gd name="connsiteY0" fmla="*/ 1705651 h 5080223"/>
                <a:gd name="connsiteX1" fmla="*/ 1791969 w 6286973"/>
                <a:gd name="connsiteY1" fmla="*/ 943651 h 5080223"/>
                <a:gd name="connsiteX2" fmla="*/ 3983625 w 6286973"/>
                <a:gd name="connsiteY2" fmla="*/ 435651 h 5080223"/>
                <a:gd name="connsiteX3" fmla="*/ 5347968 w 6286973"/>
                <a:gd name="connsiteY3" fmla="*/ 929137 h 5080223"/>
                <a:gd name="connsiteX4" fmla="*/ 5565684 w 6286973"/>
                <a:gd name="connsiteY4" fmla="*/ 958166 h 5080223"/>
                <a:gd name="connsiteX5" fmla="*/ 6088196 w 6286973"/>
                <a:gd name="connsiteY5" fmla="*/ 2090280 h 5080223"/>
                <a:gd name="connsiteX6" fmla="*/ 6131740 w 6286973"/>
                <a:gd name="connsiteY6" fmla="*/ 2409594 h 5080223"/>
                <a:gd name="connsiteX7" fmla="*/ 6073683 w 6286973"/>
                <a:gd name="connsiteY7" fmla="*/ 2772451 h 5080223"/>
                <a:gd name="connsiteX8" fmla="*/ 6073683 w 6286973"/>
                <a:gd name="connsiteY8" fmla="*/ 3193366 h 5080223"/>
                <a:gd name="connsiteX9" fmla="*/ 5318940 w 6286973"/>
                <a:gd name="connsiteY9" fmla="*/ 4122280 h 5080223"/>
                <a:gd name="connsiteX10" fmla="*/ 5159284 w 6286973"/>
                <a:gd name="connsiteY10" fmla="*/ 4267423 h 5080223"/>
                <a:gd name="connsiteX11" fmla="*/ 4564198 w 6286973"/>
                <a:gd name="connsiteY11" fmla="*/ 4673823 h 5080223"/>
                <a:gd name="connsiteX12" fmla="*/ 2198370 w 6286973"/>
                <a:gd name="connsiteY12" fmla="*/ 5080223 h 5080223"/>
                <a:gd name="connsiteX13" fmla="*/ 1748427 w 6286973"/>
                <a:gd name="connsiteY13" fmla="*/ 4935080 h 5080223"/>
                <a:gd name="connsiteX14" fmla="*/ 834026 w 6286973"/>
                <a:gd name="connsiteY14" fmla="*/ 4675637 h 5080223"/>
                <a:gd name="connsiteX15" fmla="*/ 567326 w 6286973"/>
                <a:gd name="connsiteY15" fmla="*/ 4434337 h 5080223"/>
                <a:gd name="connsiteX16" fmla="*/ 338727 w 6286973"/>
                <a:gd name="connsiteY16" fmla="*/ 4231137 h 5080223"/>
                <a:gd name="connsiteX17" fmla="*/ 148226 w 6286973"/>
                <a:gd name="connsiteY17" fmla="*/ 3596137 h 5080223"/>
                <a:gd name="connsiteX18" fmla="*/ 97426 w 6286973"/>
                <a:gd name="connsiteY18" fmla="*/ 3075437 h 5080223"/>
                <a:gd name="connsiteX19" fmla="*/ 567326 w 6286973"/>
                <a:gd name="connsiteY19" fmla="*/ 2135637 h 5080223"/>
                <a:gd name="connsiteX20" fmla="*/ 645340 w 6286973"/>
                <a:gd name="connsiteY20" fmla="*/ 2017708 h 5080223"/>
                <a:gd name="connsiteX21" fmla="*/ 875756 w 6286973"/>
                <a:gd name="connsiteY21" fmla="*/ 1705651 h 5080223"/>
                <a:gd name="connsiteX0" fmla="*/ 875756 w 6286973"/>
                <a:gd name="connsiteY0" fmla="*/ 1705651 h 5080223"/>
                <a:gd name="connsiteX1" fmla="*/ 1791969 w 6286973"/>
                <a:gd name="connsiteY1" fmla="*/ 943651 h 5080223"/>
                <a:gd name="connsiteX2" fmla="*/ 3983625 w 6286973"/>
                <a:gd name="connsiteY2" fmla="*/ 435651 h 5080223"/>
                <a:gd name="connsiteX3" fmla="*/ 5347968 w 6286973"/>
                <a:gd name="connsiteY3" fmla="*/ 929137 h 5080223"/>
                <a:gd name="connsiteX4" fmla="*/ 5565684 w 6286973"/>
                <a:gd name="connsiteY4" fmla="*/ 958166 h 5080223"/>
                <a:gd name="connsiteX5" fmla="*/ 6088196 w 6286973"/>
                <a:gd name="connsiteY5" fmla="*/ 2090280 h 5080223"/>
                <a:gd name="connsiteX6" fmla="*/ 6131740 w 6286973"/>
                <a:gd name="connsiteY6" fmla="*/ 2409594 h 5080223"/>
                <a:gd name="connsiteX7" fmla="*/ 6073683 w 6286973"/>
                <a:gd name="connsiteY7" fmla="*/ 2772451 h 5080223"/>
                <a:gd name="connsiteX8" fmla="*/ 6073683 w 6286973"/>
                <a:gd name="connsiteY8" fmla="*/ 3193366 h 5080223"/>
                <a:gd name="connsiteX9" fmla="*/ 5318940 w 6286973"/>
                <a:gd name="connsiteY9" fmla="*/ 4122280 h 5080223"/>
                <a:gd name="connsiteX10" fmla="*/ 5159284 w 6286973"/>
                <a:gd name="connsiteY10" fmla="*/ 4267423 h 5080223"/>
                <a:gd name="connsiteX11" fmla="*/ 4564198 w 6286973"/>
                <a:gd name="connsiteY11" fmla="*/ 4673823 h 5080223"/>
                <a:gd name="connsiteX12" fmla="*/ 2198370 w 6286973"/>
                <a:gd name="connsiteY12" fmla="*/ 5080223 h 5080223"/>
                <a:gd name="connsiteX13" fmla="*/ 1748427 w 6286973"/>
                <a:gd name="connsiteY13" fmla="*/ 4935080 h 5080223"/>
                <a:gd name="connsiteX14" fmla="*/ 834026 w 6286973"/>
                <a:gd name="connsiteY14" fmla="*/ 4675637 h 5080223"/>
                <a:gd name="connsiteX15" fmla="*/ 567326 w 6286973"/>
                <a:gd name="connsiteY15" fmla="*/ 4434337 h 5080223"/>
                <a:gd name="connsiteX16" fmla="*/ 338727 w 6286973"/>
                <a:gd name="connsiteY16" fmla="*/ 4231137 h 5080223"/>
                <a:gd name="connsiteX17" fmla="*/ 148226 w 6286973"/>
                <a:gd name="connsiteY17" fmla="*/ 3596137 h 5080223"/>
                <a:gd name="connsiteX18" fmla="*/ 97426 w 6286973"/>
                <a:gd name="connsiteY18" fmla="*/ 3075437 h 5080223"/>
                <a:gd name="connsiteX19" fmla="*/ 567326 w 6286973"/>
                <a:gd name="connsiteY19" fmla="*/ 2135637 h 5080223"/>
                <a:gd name="connsiteX20" fmla="*/ 645340 w 6286973"/>
                <a:gd name="connsiteY20" fmla="*/ 2017708 h 5080223"/>
                <a:gd name="connsiteX21" fmla="*/ 875756 w 6286973"/>
                <a:gd name="connsiteY21" fmla="*/ 1705651 h 5080223"/>
                <a:gd name="connsiteX0" fmla="*/ 875756 w 6286973"/>
                <a:gd name="connsiteY0" fmla="*/ 1705651 h 5080223"/>
                <a:gd name="connsiteX1" fmla="*/ 1791969 w 6286973"/>
                <a:gd name="connsiteY1" fmla="*/ 943651 h 5080223"/>
                <a:gd name="connsiteX2" fmla="*/ 3983625 w 6286973"/>
                <a:gd name="connsiteY2" fmla="*/ 435651 h 5080223"/>
                <a:gd name="connsiteX3" fmla="*/ 5347968 w 6286973"/>
                <a:gd name="connsiteY3" fmla="*/ 929137 h 5080223"/>
                <a:gd name="connsiteX4" fmla="*/ 5565684 w 6286973"/>
                <a:gd name="connsiteY4" fmla="*/ 958166 h 5080223"/>
                <a:gd name="connsiteX5" fmla="*/ 6088196 w 6286973"/>
                <a:gd name="connsiteY5" fmla="*/ 2090280 h 5080223"/>
                <a:gd name="connsiteX6" fmla="*/ 6131740 w 6286973"/>
                <a:gd name="connsiteY6" fmla="*/ 2409594 h 5080223"/>
                <a:gd name="connsiteX7" fmla="*/ 6073683 w 6286973"/>
                <a:gd name="connsiteY7" fmla="*/ 2772451 h 5080223"/>
                <a:gd name="connsiteX8" fmla="*/ 6073683 w 6286973"/>
                <a:gd name="connsiteY8" fmla="*/ 3193366 h 5080223"/>
                <a:gd name="connsiteX9" fmla="*/ 5318940 w 6286973"/>
                <a:gd name="connsiteY9" fmla="*/ 4122280 h 5080223"/>
                <a:gd name="connsiteX10" fmla="*/ 5159284 w 6286973"/>
                <a:gd name="connsiteY10" fmla="*/ 4267423 h 5080223"/>
                <a:gd name="connsiteX11" fmla="*/ 4564198 w 6286973"/>
                <a:gd name="connsiteY11" fmla="*/ 4673823 h 5080223"/>
                <a:gd name="connsiteX12" fmla="*/ 2198370 w 6286973"/>
                <a:gd name="connsiteY12" fmla="*/ 5080223 h 5080223"/>
                <a:gd name="connsiteX13" fmla="*/ 1748427 w 6286973"/>
                <a:gd name="connsiteY13" fmla="*/ 4935080 h 5080223"/>
                <a:gd name="connsiteX14" fmla="*/ 834026 w 6286973"/>
                <a:gd name="connsiteY14" fmla="*/ 4675637 h 5080223"/>
                <a:gd name="connsiteX15" fmla="*/ 567326 w 6286973"/>
                <a:gd name="connsiteY15" fmla="*/ 4434337 h 5080223"/>
                <a:gd name="connsiteX16" fmla="*/ 338727 w 6286973"/>
                <a:gd name="connsiteY16" fmla="*/ 4231137 h 5080223"/>
                <a:gd name="connsiteX17" fmla="*/ 148226 w 6286973"/>
                <a:gd name="connsiteY17" fmla="*/ 3596137 h 5080223"/>
                <a:gd name="connsiteX18" fmla="*/ 97426 w 6286973"/>
                <a:gd name="connsiteY18" fmla="*/ 3075437 h 5080223"/>
                <a:gd name="connsiteX19" fmla="*/ 567326 w 6286973"/>
                <a:gd name="connsiteY19" fmla="*/ 2135637 h 5080223"/>
                <a:gd name="connsiteX20" fmla="*/ 645340 w 6286973"/>
                <a:gd name="connsiteY20" fmla="*/ 2017708 h 5080223"/>
                <a:gd name="connsiteX21" fmla="*/ 875756 w 6286973"/>
                <a:gd name="connsiteY21" fmla="*/ 1705651 h 5080223"/>
                <a:gd name="connsiteX0" fmla="*/ 875756 w 6242639"/>
                <a:gd name="connsiteY0" fmla="*/ 1705651 h 5080223"/>
                <a:gd name="connsiteX1" fmla="*/ 1791969 w 6242639"/>
                <a:gd name="connsiteY1" fmla="*/ 943651 h 5080223"/>
                <a:gd name="connsiteX2" fmla="*/ 3983625 w 6242639"/>
                <a:gd name="connsiteY2" fmla="*/ 435651 h 5080223"/>
                <a:gd name="connsiteX3" fmla="*/ 5347968 w 6242639"/>
                <a:gd name="connsiteY3" fmla="*/ 929137 h 5080223"/>
                <a:gd name="connsiteX4" fmla="*/ 5565684 w 6242639"/>
                <a:gd name="connsiteY4" fmla="*/ 958166 h 5080223"/>
                <a:gd name="connsiteX5" fmla="*/ 6088196 w 6242639"/>
                <a:gd name="connsiteY5" fmla="*/ 2090280 h 5080223"/>
                <a:gd name="connsiteX6" fmla="*/ 6131740 w 6242639"/>
                <a:gd name="connsiteY6" fmla="*/ 2409594 h 5080223"/>
                <a:gd name="connsiteX7" fmla="*/ 6073683 w 6242639"/>
                <a:gd name="connsiteY7" fmla="*/ 2772451 h 5080223"/>
                <a:gd name="connsiteX8" fmla="*/ 6073683 w 6242639"/>
                <a:gd name="connsiteY8" fmla="*/ 3193366 h 5080223"/>
                <a:gd name="connsiteX9" fmla="*/ 5318940 w 6242639"/>
                <a:gd name="connsiteY9" fmla="*/ 4122280 h 5080223"/>
                <a:gd name="connsiteX10" fmla="*/ 5159284 w 6242639"/>
                <a:gd name="connsiteY10" fmla="*/ 4267423 h 5080223"/>
                <a:gd name="connsiteX11" fmla="*/ 4564198 w 6242639"/>
                <a:gd name="connsiteY11" fmla="*/ 4673823 h 5080223"/>
                <a:gd name="connsiteX12" fmla="*/ 2198370 w 6242639"/>
                <a:gd name="connsiteY12" fmla="*/ 5080223 h 5080223"/>
                <a:gd name="connsiteX13" fmla="*/ 1748427 w 6242639"/>
                <a:gd name="connsiteY13" fmla="*/ 4935080 h 5080223"/>
                <a:gd name="connsiteX14" fmla="*/ 834026 w 6242639"/>
                <a:gd name="connsiteY14" fmla="*/ 4675637 h 5080223"/>
                <a:gd name="connsiteX15" fmla="*/ 567326 w 6242639"/>
                <a:gd name="connsiteY15" fmla="*/ 4434337 h 5080223"/>
                <a:gd name="connsiteX16" fmla="*/ 338727 w 6242639"/>
                <a:gd name="connsiteY16" fmla="*/ 4231137 h 5080223"/>
                <a:gd name="connsiteX17" fmla="*/ 148226 w 6242639"/>
                <a:gd name="connsiteY17" fmla="*/ 3596137 h 5080223"/>
                <a:gd name="connsiteX18" fmla="*/ 97426 w 6242639"/>
                <a:gd name="connsiteY18" fmla="*/ 3075437 h 5080223"/>
                <a:gd name="connsiteX19" fmla="*/ 567326 w 6242639"/>
                <a:gd name="connsiteY19" fmla="*/ 2135637 h 5080223"/>
                <a:gd name="connsiteX20" fmla="*/ 645340 w 6242639"/>
                <a:gd name="connsiteY20" fmla="*/ 2017708 h 5080223"/>
                <a:gd name="connsiteX21" fmla="*/ 875756 w 6242639"/>
                <a:gd name="connsiteY21" fmla="*/ 1705651 h 5080223"/>
                <a:gd name="connsiteX0" fmla="*/ 875756 w 6242639"/>
                <a:gd name="connsiteY0" fmla="*/ 1705651 h 5080223"/>
                <a:gd name="connsiteX1" fmla="*/ 1791969 w 6242639"/>
                <a:gd name="connsiteY1" fmla="*/ 943651 h 5080223"/>
                <a:gd name="connsiteX2" fmla="*/ 3983625 w 6242639"/>
                <a:gd name="connsiteY2" fmla="*/ 435651 h 5080223"/>
                <a:gd name="connsiteX3" fmla="*/ 5347968 w 6242639"/>
                <a:gd name="connsiteY3" fmla="*/ 929137 h 5080223"/>
                <a:gd name="connsiteX4" fmla="*/ 5565684 w 6242639"/>
                <a:gd name="connsiteY4" fmla="*/ 958166 h 5080223"/>
                <a:gd name="connsiteX5" fmla="*/ 6088196 w 6242639"/>
                <a:gd name="connsiteY5" fmla="*/ 2090280 h 5080223"/>
                <a:gd name="connsiteX6" fmla="*/ 6131740 w 6242639"/>
                <a:gd name="connsiteY6" fmla="*/ 2409594 h 5080223"/>
                <a:gd name="connsiteX7" fmla="*/ 6073683 w 6242639"/>
                <a:gd name="connsiteY7" fmla="*/ 2772451 h 5080223"/>
                <a:gd name="connsiteX8" fmla="*/ 6073683 w 6242639"/>
                <a:gd name="connsiteY8" fmla="*/ 3193366 h 5080223"/>
                <a:gd name="connsiteX9" fmla="*/ 5318940 w 6242639"/>
                <a:gd name="connsiteY9" fmla="*/ 4122280 h 5080223"/>
                <a:gd name="connsiteX10" fmla="*/ 5159284 w 6242639"/>
                <a:gd name="connsiteY10" fmla="*/ 4267423 h 5080223"/>
                <a:gd name="connsiteX11" fmla="*/ 4564198 w 6242639"/>
                <a:gd name="connsiteY11" fmla="*/ 4673823 h 5080223"/>
                <a:gd name="connsiteX12" fmla="*/ 2198370 w 6242639"/>
                <a:gd name="connsiteY12" fmla="*/ 5080223 h 5080223"/>
                <a:gd name="connsiteX13" fmla="*/ 1748427 w 6242639"/>
                <a:gd name="connsiteY13" fmla="*/ 4935080 h 5080223"/>
                <a:gd name="connsiteX14" fmla="*/ 834026 w 6242639"/>
                <a:gd name="connsiteY14" fmla="*/ 4675637 h 5080223"/>
                <a:gd name="connsiteX15" fmla="*/ 567326 w 6242639"/>
                <a:gd name="connsiteY15" fmla="*/ 4434337 h 5080223"/>
                <a:gd name="connsiteX16" fmla="*/ 338727 w 6242639"/>
                <a:gd name="connsiteY16" fmla="*/ 4231137 h 5080223"/>
                <a:gd name="connsiteX17" fmla="*/ 148226 w 6242639"/>
                <a:gd name="connsiteY17" fmla="*/ 3596137 h 5080223"/>
                <a:gd name="connsiteX18" fmla="*/ 97426 w 6242639"/>
                <a:gd name="connsiteY18" fmla="*/ 3075437 h 5080223"/>
                <a:gd name="connsiteX19" fmla="*/ 567326 w 6242639"/>
                <a:gd name="connsiteY19" fmla="*/ 2135637 h 5080223"/>
                <a:gd name="connsiteX20" fmla="*/ 645340 w 6242639"/>
                <a:gd name="connsiteY20" fmla="*/ 2017708 h 5080223"/>
                <a:gd name="connsiteX21" fmla="*/ 875756 w 6242639"/>
                <a:gd name="connsiteY21" fmla="*/ 1705651 h 5080223"/>
                <a:gd name="connsiteX0" fmla="*/ 875756 w 6242639"/>
                <a:gd name="connsiteY0" fmla="*/ 1705651 h 5080223"/>
                <a:gd name="connsiteX1" fmla="*/ 1791969 w 6242639"/>
                <a:gd name="connsiteY1" fmla="*/ 943651 h 5080223"/>
                <a:gd name="connsiteX2" fmla="*/ 3983625 w 6242639"/>
                <a:gd name="connsiteY2" fmla="*/ 435651 h 5080223"/>
                <a:gd name="connsiteX3" fmla="*/ 5347968 w 6242639"/>
                <a:gd name="connsiteY3" fmla="*/ 929137 h 5080223"/>
                <a:gd name="connsiteX4" fmla="*/ 5565684 w 6242639"/>
                <a:gd name="connsiteY4" fmla="*/ 958166 h 5080223"/>
                <a:gd name="connsiteX5" fmla="*/ 6088196 w 6242639"/>
                <a:gd name="connsiteY5" fmla="*/ 2090280 h 5080223"/>
                <a:gd name="connsiteX6" fmla="*/ 6131740 w 6242639"/>
                <a:gd name="connsiteY6" fmla="*/ 2409594 h 5080223"/>
                <a:gd name="connsiteX7" fmla="*/ 6073683 w 6242639"/>
                <a:gd name="connsiteY7" fmla="*/ 2772451 h 5080223"/>
                <a:gd name="connsiteX8" fmla="*/ 6073683 w 6242639"/>
                <a:gd name="connsiteY8" fmla="*/ 3193366 h 5080223"/>
                <a:gd name="connsiteX9" fmla="*/ 5318940 w 6242639"/>
                <a:gd name="connsiteY9" fmla="*/ 4122280 h 5080223"/>
                <a:gd name="connsiteX10" fmla="*/ 5159284 w 6242639"/>
                <a:gd name="connsiteY10" fmla="*/ 4267423 h 5080223"/>
                <a:gd name="connsiteX11" fmla="*/ 4564198 w 6242639"/>
                <a:gd name="connsiteY11" fmla="*/ 4673823 h 5080223"/>
                <a:gd name="connsiteX12" fmla="*/ 2198370 w 6242639"/>
                <a:gd name="connsiteY12" fmla="*/ 5080223 h 5080223"/>
                <a:gd name="connsiteX13" fmla="*/ 1748427 w 6242639"/>
                <a:gd name="connsiteY13" fmla="*/ 4935080 h 5080223"/>
                <a:gd name="connsiteX14" fmla="*/ 834026 w 6242639"/>
                <a:gd name="connsiteY14" fmla="*/ 4675637 h 5080223"/>
                <a:gd name="connsiteX15" fmla="*/ 567326 w 6242639"/>
                <a:gd name="connsiteY15" fmla="*/ 4434337 h 5080223"/>
                <a:gd name="connsiteX16" fmla="*/ 338727 w 6242639"/>
                <a:gd name="connsiteY16" fmla="*/ 4231137 h 5080223"/>
                <a:gd name="connsiteX17" fmla="*/ 148226 w 6242639"/>
                <a:gd name="connsiteY17" fmla="*/ 3596137 h 5080223"/>
                <a:gd name="connsiteX18" fmla="*/ 97426 w 6242639"/>
                <a:gd name="connsiteY18" fmla="*/ 3075437 h 5080223"/>
                <a:gd name="connsiteX19" fmla="*/ 567326 w 6242639"/>
                <a:gd name="connsiteY19" fmla="*/ 2135637 h 5080223"/>
                <a:gd name="connsiteX20" fmla="*/ 645340 w 6242639"/>
                <a:gd name="connsiteY20" fmla="*/ 2017708 h 5080223"/>
                <a:gd name="connsiteX21" fmla="*/ 875756 w 6242639"/>
                <a:gd name="connsiteY21" fmla="*/ 1705651 h 5080223"/>
                <a:gd name="connsiteX0" fmla="*/ 875756 w 6242639"/>
                <a:gd name="connsiteY0" fmla="*/ 1705651 h 5080223"/>
                <a:gd name="connsiteX1" fmla="*/ 1791969 w 6242639"/>
                <a:gd name="connsiteY1" fmla="*/ 943651 h 5080223"/>
                <a:gd name="connsiteX2" fmla="*/ 3983625 w 6242639"/>
                <a:gd name="connsiteY2" fmla="*/ 435651 h 5080223"/>
                <a:gd name="connsiteX3" fmla="*/ 5347968 w 6242639"/>
                <a:gd name="connsiteY3" fmla="*/ 929137 h 5080223"/>
                <a:gd name="connsiteX4" fmla="*/ 5565684 w 6242639"/>
                <a:gd name="connsiteY4" fmla="*/ 958166 h 5080223"/>
                <a:gd name="connsiteX5" fmla="*/ 6088196 w 6242639"/>
                <a:gd name="connsiteY5" fmla="*/ 2090280 h 5080223"/>
                <a:gd name="connsiteX6" fmla="*/ 6131740 w 6242639"/>
                <a:gd name="connsiteY6" fmla="*/ 2409594 h 5080223"/>
                <a:gd name="connsiteX7" fmla="*/ 6073683 w 6242639"/>
                <a:gd name="connsiteY7" fmla="*/ 2772451 h 5080223"/>
                <a:gd name="connsiteX8" fmla="*/ 6073683 w 6242639"/>
                <a:gd name="connsiteY8" fmla="*/ 3193366 h 5080223"/>
                <a:gd name="connsiteX9" fmla="*/ 5318940 w 6242639"/>
                <a:gd name="connsiteY9" fmla="*/ 4122280 h 5080223"/>
                <a:gd name="connsiteX10" fmla="*/ 5159284 w 6242639"/>
                <a:gd name="connsiteY10" fmla="*/ 4267423 h 5080223"/>
                <a:gd name="connsiteX11" fmla="*/ 4564198 w 6242639"/>
                <a:gd name="connsiteY11" fmla="*/ 4673823 h 5080223"/>
                <a:gd name="connsiteX12" fmla="*/ 2198370 w 6242639"/>
                <a:gd name="connsiteY12" fmla="*/ 5080223 h 5080223"/>
                <a:gd name="connsiteX13" fmla="*/ 1748427 w 6242639"/>
                <a:gd name="connsiteY13" fmla="*/ 4935080 h 5080223"/>
                <a:gd name="connsiteX14" fmla="*/ 834026 w 6242639"/>
                <a:gd name="connsiteY14" fmla="*/ 4675637 h 5080223"/>
                <a:gd name="connsiteX15" fmla="*/ 567326 w 6242639"/>
                <a:gd name="connsiteY15" fmla="*/ 4434337 h 5080223"/>
                <a:gd name="connsiteX16" fmla="*/ 338727 w 6242639"/>
                <a:gd name="connsiteY16" fmla="*/ 4231137 h 5080223"/>
                <a:gd name="connsiteX17" fmla="*/ 148226 w 6242639"/>
                <a:gd name="connsiteY17" fmla="*/ 3596137 h 5080223"/>
                <a:gd name="connsiteX18" fmla="*/ 97426 w 6242639"/>
                <a:gd name="connsiteY18" fmla="*/ 3075437 h 5080223"/>
                <a:gd name="connsiteX19" fmla="*/ 567326 w 6242639"/>
                <a:gd name="connsiteY19" fmla="*/ 2135637 h 5080223"/>
                <a:gd name="connsiteX20" fmla="*/ 645340 w 6242639"/>
                <a:gd name="connsiteY20" fmla="*/ 2017708 h 5080223"/>
                <a:gd name="connsiteX21" fmla="*/ 875756 w 6242639"/>
                <a:gd name="connsiteY21" fmla="*/ 1705651 h 5080223"/>
                <a:gd name="connsiteX0" fmla="*/ 875756 w 6242639"/>
                <a:gd name="connsiteY0" fmla="*/ 1705651 h 5080223"/>
                <a:gd name="connsiteX1" fmla="*/ 1791969 w 6242639"/>
                <a:gd name="connsiteY1" fmla="*/ 943651 h 5080223"/>
                <a:gd name="connsiteX2" fmla="*/ 3983625 w 6242639"/>
                <a:gd name="connsiteY2" fmla="*/ 435651 h 5080223"/>
                <a:gd name="connsiteX3" fmla="*/ 5347968 w 6242639"/>
                <a:gd name="connsiteY3" fmla="*/ 929137 h 5080223"/>
                <a:gd name="connsiteX4" fmla="*/ 5565684 w 6242639"/>
                <a:gd name="connsiteY4" fmla="*/ 958166 h 5080223"/>
                <a:gd name="connsiteX5" fmla="*/ 6088196 w 6242639"/>
                <a:gd name="connsiteY5" fmla="*/ 2090280 h 5080223"/>
                <a:gd name="connsiteX6" fmla="*/ 6131740 w 6242639"/>
                <a:gd name="connsiteY6" fmla="*/ 2409594 h 5080223"/>
                <a:gd name="connsiteX7" fmla="*/ 6073683 w 6242639"/>
                <a:gd name="connsiteY7" fmla="*/ 2772451 h 5080223"/>
                <a:gd name="connsiteX8" fmla="*/ 6073683 w 6242639"/>
                <a:gd name="connsiteY8" fmla="*/ 3193366 h 5080223"/>
                <a:gd name="connsiteX9" fmla="*/ 5318940 w 6242639"/>
                <a:gd name="connsiteY9" fmla="*/ 4122280 h 5080223"/>
                <a:gd name="connsiteX10" fmla="*/ 5159284 w 6242639"/>
                <a:gd name="connsiteY10" fmla="*/ 4267423 h 5080223"/>
                <a:gd name="connsiteX11" fmla="*/ 4564198 w 6242639"/>
                <a:gd name="connsiteY11" fmla="*/ 4673823 h 5080223"/>
                <a:gd name="connsiteX12" fmla="*/ 2198370 w 6242639"/>
                <a:gd name="connsiteY12" fmla="*/ 5080223 h 5080223"/>
                <a:gd name="connsiteX13" fmla="*/ 1748427 w 6242639"/>
                <a:gd name="connsiteY13" fmla="*/ 4935080 h 5080223"/>
                <a:gd name="connsiteX14" fmla="*/ 834026 w 6242639"/>
                <a:gd name="connsiteY14" fmla="*/ 4675637 h 5080223"/>
                <a:gd name="connsiteX15" fmla="*/ 567326 w 6242639"/>
                <a:gd name="connsiteY15" fmla="*/ 4434337 h 5080223"/>
                <a:gd name="connsiteX16" fmla="*/ 338727 w 6242639"/>
                <a:gd name="connsiteY16" fmla="*/ 4231137 h 5080223"/>
                <a:gd name="connsiteX17" fmla="*/ 148226 w 6242639"/>
                <a:gd name="connsiteY17" fmla="*/ 3596137 h 5080223"/>
                <a:gd name="connsiteX18" fmla="*/ 97426 w 6242639"/>
                <a:gd name="connsiteY18" fmla="*/ 3075437 h 5080223"/>
                <a:gd name="connsiteX19" fmla="*/ 567326 w 6242639"/>
                <a:gd name="connsiteY19" fmla="*/ 2135637 h 5080223"/>
                <a:gd name="connsiteX20" fmla="*/ 645340 w 6242639"/>
                <a:gd name="connsiteY20" fmla="*/ 2017708 h 5080223"/>
                <a:gd name="connsiteX21" fmla="*/ 875756 w 6242639"/>
                <a:gd name="connsiteY21" fmla="*/ 1705651 h 5080223"/>
                <a:gd name="connsiteX0" fmla="*/ 875756 w 6242639"/>
                <a:gd name="connsiteY0" fmla="*/ 1705651 h 5091518"/>
                <a:gd name="connsiteX1" fmla="*/ 1791969 w 6242639"/>
                <a:gd name="connsiteY1" fmla="*/ 943651 h 5091518"/>
                <a:gd name="connsiteX2" fmla="*/ 3983625 w 6242639"/>
                <a:gd name="connsiteY2" fmla="*/ 435651 h 5091518"/>
                <a:gd name="connsiteX3" fmla="*/ 5347968 w 6242639"/>
                <a:gd name="connsiteY3" fmla="*/ 929137 h 5091518"/>
                <a:gd name="connsiteX4" fmla="*/ 5565684 w 6242639"/>
                <a:gd name="connsiteY4" fmla="*/ 958166 h 5091518"/>
                <a:gd name="connsiteX5" fmla="*/ 6088196 w 6242639"/>
                <a:gd name="connsiteY5" fmla="*/ 2090280 h 5091518"/>
                <a:gd name="connsiteX6" fmla="*/ 6131740 w 6242639"/>
                <a:gd name="connsiteY6" fmla="*/ 2409594 h 5091518"/>
                <a:gd name="connsiteX7" fmla="*/ 6073683 w 6242639"/>
                <a:gd name="connsiteY7" fmla="*/ 2772451 h 5091518"/>
                <a:gd name="connsiteX8" fmla="*/ 6073683 w 6242639"/>
                <a:gd name="connsiteY8" fmla="*/ 3193366 h 5091518"/>
                <a:gd name="connsiteX9" fmla="*/ 5318940 w 6242639"/>
                <a:gd name="connsiteY9" fmla="*/ 4122280 h 5091518"/>
                <a:gd name="connsiteX10" fmla="*/ 5159284 w 6242639"/>
                <a:gd name="connsiteY10" fmla="*/ 4267423 h 5091518"/>
                <a:gd name="connsiteX11" fmla="*/ 4564198 w 6242639"/>
                <a:gd name="connsiteY11" fmla="*/ 4673823 h 5091518"/>
                <a:gd name="connsiteX12" fmla="*/ 2198370 w 6242639"/>
                <a:gd name="connsiteY12" fmla="*/ 5080223 h 5091518"/>
                <a:gd name="connsiteX13" fmla="*/ 1748427 w 6242639"/>
                <a:gd name="connsiteY13" fmla="*/ 4935080 h 5091518"/>
                <a:gd name="connsiteX14" fmla="*/ 834026 w 6242639"/>
                <a:gd name="connsiteY14" fmla="*/ 4675637 h 5091518"/>
                <a:gd name="connsiteX15" fmla="*/ 567326 w 6242639"/>
                <a:gd name="connsiteY15" fmla="*/ 4434337 h 5091518"/>
                <a:gd name="connsiteX16" fmla="*/ 338727 w 6242639"/>
                <a:gd name="connsiteY16" fmla="*/ 4231137 h 5091518"/>
                <a:gd name="connsiteX17" fmla="*/ 148226 w 6242639"/>
                <a:gd name="connsiteY17" fmla="*/ 3596137 h 5091518"/>
                <a:gd name="connsiteX18" fmla="*/ 97426 w 6242639"/>
                <a:gd name="connsiteY18" fmla="*/ 3075437 h 5091518"/>
                <a:gd name="connsiteX19" fmla="*/ 567326 w 6242639"/>
                <a:gd name="connsiteY19" fmla="*/ 2135637 h 5091518"/>
                <a:gd name="connsiteX20" fmla="*/ 645340 w 6242639"/>
                <a:gd name="connsiteY20" fmla="*/ 2017708 h 5091518"/>
                <a:gd name="connsiteX21" fmla="*/ 875756 w 6242639"/>
                <a:gd name="connsiteY21" fmla="*/ 1705651 h 5091518"/>
                <a:gd name="connsiteX0" fmla="*/ 875756 w 6242639"/>
                <a:gd name="connsiteY0" fmla="*/ 1705651 h 5091518"/>
                <a:gd name="connsiteX1" fmla="*/ 1791969 w 6242639"/>
                <a:gd name="connsiteY1" fmla="*/ 943651 h 5091518"/>
                <a:gd name="connsiteX2" fmla="*/ 3983625 w 6242639"/>
                <a:gd name="connsiteY2" fmla="*/ 435651 h 5091518"/>
                <a:gd name="connsiteX3" fmla="*/ 5347968 w 6242639"/>
                <a:gd name="connsiteY3" fmla="*/ 929137 h 5091518"/>
                <a:gd name="connsiteX4" fmla="*/ 5565684 w 6242639"/>
                <a:gd name="connsiteY4" fmla="*/ 958166 h 5091518"/>
                <a:gd name="connsiteX5" fmla="*/ 6088196 w 6242639"/>
                <a:gd name="connsiteY5" fmla="*/ 2090280 h 5091518"/>
                <a:gd name="connsiteX6" fmla="*/ 6131740 w 6242639"/>
                <a:gd name="connsiteY6" fmla="*/ 2409594 h 5091518"/>
                <a:gd name="connsiteX7" fmla="*/ 6073683 w 6242639"/>
                <a:gd name="connsiteY7" fmla="*/ 2772451 h 5091518"/>
                <a:gd name="connsiteX8" fmla="*/ 6073683 w 6242639"/>
                <a:gd name="connsiteY8" fmla="*/ 3193366 h 5091518"/>
                <a:gd name="connsiteX9" fmla="*/ 5318940 w 6242639"/>
                <a:gd name="connsiteY9" fmla="*/ 4122280 h 5091518"/>
                <a:gd name="connsiteX10" fmla="*/ 5159284 w 6242639"/>
                <a:gd name="connsiteY10" fmla="*/ 4267423 h 5091518"/>
                <a:gd name="connsiteX11" fmla="*/ 4564198 w 6242639"/>
                <a:gd name="connsiteY11" fmla="*/ 4673823 h 5091518"/>
                <a:gd name="connsiteX12" fmla="*/ 2198370 w 6242639"/>
                <a:gd name="connsiteY12" fmla="*/ 5080223 h 5091518"/>
                <a:gd name="connsiteX13" fmla="*/ 1748427 w 6242639"/>
                <a:gd name="connsiteY13" fmla="*/ 4935080 h 5091518"/>
                <a:gd name="connsiteX14" fmla="*/ 834026 w 6242639"/>
                <a:gd name="connsiteY14" fmla="*/ 4675637 h 5091518"/>
                <a:gd name="connsiteX15" fmla="*/ 567326 w 6242639"/>
                <a:gd name="connsiteY15" fmla="*/ 4434337 h 5091518"/>
                <a:gd name="connsiteX16" fmla="*/ 338727 w 6242639"/>
                <a:gd name="connsiteY16" fmla="*/ 4231137 h 5091518"/>
                <a:gd name="connsiteX17" fmla="*/ 148226 w 6242639"/>
                <a:gd name="connsiteY17" fmla="*/ 3596137 h 5091518"/>
                <a:gd name="connsiteX18" fmla="*/ 97426 w 6242639"/>
                <a:gd name="connsiteY18" fmla="*/ 3075437 h 5091518"/>
                <a:gd name="connsiteX19" fmla="*/ 567326 w 6242639"/>
                <a:gd name="connsiteY19" fmla="*/ 2135637 h 5091518"/>
                <a:gd name="connsiteX20" fmla="*/ 645340 w 6242639"/>
                <a:gd name="connsiteY20" fmla="*/ 2017708 h 5091518"/>
                <a:gd name="connsiteX21" fmla="*/ 875756 w 6242639"/>
                <a:gd name="connsiteY21" fmla="*/ 1705651 h 5091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242639" h="5091518">
                  <a:moveTo>
                    <a:pt x="875756" y="1705651"/>
                  </a:moveTo>
                  <a:cubicBezTo>
                    <a:pt x="1185394" y="1049484"/>
                    <a:pt x="1495031" y="990218"/>
                    <a:pt x="1791969" y="943651"/>
                  </a:cubicBezTo>
                  <a:cubicBezTo>
                    <a:pt x="2453578" y="-388035"/>
                    <a:pt x="3741721" y="-66906"/>
                    <a:pt x="3983625" y="435651"/>
                  </a:cubicBezTo>
                  <a:cubicBezTo>
                    <a:pt x="4809730" y="49208"/>
                    <a:pt x="5286282" y="588656"/>
                    <a:pt x="5347968" y="929137"/>
                  </a:cubicBezTo>
                  <a:lnTo>
                    <a:pt x="5565684" y="958166"/>
                  </a:lnTo>
                  <a:cubicBezTo>
                    <a:pt x="5923703" y="1059766"/>
                    <a:pt x="6528463" y="1361542"/>
                    <a:pt x="6088196" y="2090280"/>
                  </a:cubicBezTo>
                  <a:cubicBezTo>
                    <a:pt x="6346429" y="2209418"/>
                    <a:pt x="6025302" y="2349118"/>
                    <a:pt x="6131740" y="2409594"/>
                  </a:cubicBezTo>
                  <a:cubicBezTo>
                    <a:pt x="6238178" y="2470070"/>
                    <a:pt x="6168026" y="2647265"/>
                    <a:pt x="6073683" y="2772451"/>
                  </a:cubicBezTo>
                  <a:cubicBezTo>
                    <a:pt x="6182540" y="2859537"/>
                    <a:pt x="6095454" y="3002261"/>
                    <a:pt x="6073683" y="3193366"/>
                  </a:cubicBezTo>
                  <a:cubicBezTo>
                    <a:pt x="6420212" y="3587671"/>
                    <a:pt x="5722921" y="4261980"/>
                    <a:pt x="5318940" y="4122280"/>
                  </a:cubicBezTo>
                  <a:cubicBezTo>
                    <a:pt x="5321359" y="4173080"/>
                    <a:pt x="5236693" y="4173080"/>
                    <a:pt x="5159284" y="4267423"/>
                  </a:cubicBezTo>
                  <a:cubicBezTo>
                    <a:pt x="5081875" y="4552266"/>
                    <a:pt x="4951246" y="4552871"/>
                    <a:pt x="4564198" y="4673823"/>
                  </a:cubicBezTo>
                  <a:cubicBezTo>
                    <a:pt x="4177150" y="4794775"/>
                    <a:pt x="2649522" y="5160052"/>
                    <a:pt x="2198370" y="5080223"/>
                  </a:cubicBezTo>
                  <a:cubicBezTo>
                    <a:pt x="1997589" y="5044542"/>
                    <a:pt x="1898408" y="4983461"/>
                    <a:pt x="1748427" y="4935080"/>
                  </a:cubicBezTo>
                  <a:cubicBezTo>
                    <a:pt x="1046903" y="5197849"/>
                    <a:pt x="1030876" y="4759094"/>
                    <a:pt x="834026" y="4675637"/>
                  </a:cubicBezTo>
                  <a:cubicBezTo>
                    <a:pt x="599076" y="4604880"/>
                    <a:pt x="671042" y="4495720"/>
                    <a:pt x="567326" y="4434337"/>
                  </a:cubicBezTo>
                  <a:cubicBezTo>
                    <a:pt x="463610" y="4372954"/>
                    <a:pt x="438210" y="4372954"/>
                    <a:pt x="338727" y="4231137"/>
                  </a:cubicBezTo>
                  <a:cubicBezTo>
                    <a:pt x="-141756" y="3987720"/>
                    <a:pt x="74143" y="3786637"/>
                    <a:pt x="148226" y="3596137"/>
                  </a:cubicBezTo>
                  <a:cubicBezTo>
                    <a:pt x="-57091" y="3380237"/>
                    <a:pt x="16993" y="3312504"/>
                    <a:pt x="97426" y="3075437"/>
                  </a:cubicBezTo>
                  <a:cubicBezTo>
                    <a:pt x="-190441" y="2444670"/>
                    <a:pt x="217774" y="2000775"/>
                    <a:pt x="567326" y="2135637"/>
                  </a:cubicBezTo>
                  <a:cubicBezTo>
                    <a:pt x="535878" y="2003799"/>
                    <a:pt x="621452" y="2123239"/>
                    <a:pt x="645340" y="2017708"/>
                  </a:cubicBezTo>
                  <a:cubicBezTo>
                    <a:pt x="722145" y="1913689"/>
                    <a:pt x="722751" y="1758870"/>
                    <a:pt x="875756" y="1705651"/>
                  </a:cubicBezTo>
                  <a:close/>
                </a:path>
              </a:pathLst>
            </a:custGeom>
            <a:solidFill>
              <a:schemeClr val="tx1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2">
              <a:extLst>
                <a:ext uri="{FF2B5EF4-FFF2-40B4-BE49-F238E27FC236}">
                  <a16:creationId xmlns:a16="http://schemas.microsoft.com/office/drawing/2014/main" id="{9C32E95D-8031-8469-5643-C757B8F777D6}"/>
                </a:ext>
              </a:extLst>
            </p:cNvPr>
            <p:cNvSpPr/>
            <p:nvPr/>
          </p:nvSpPr>
          <p:spPr>
            <a:xfrm>
              <a:off x="1909172" y="594863"/>
              <a:ext cx="6242639" cy="5091518"/>
            </a:xfrm>
            <a:custGeom>
              <a:avLst/>
              <a:gdLst>
                <a:gd name="connsiteX0" fmla="*/ 0 w 1451428"/>
                <a:gd name="connsiteY0" fmla="*/ 0 h 580572"/>
                <a:gd name="connsiteX1" fmla="*/ 1451428 w 1451428"/>
                <a:gd name="connsiteY1" fmla="*/ 0 h 580572"/>
                <a:gd name="connsiteX2" fmla="*/ 1451428 w 1451428"/>
                <a:gd name="connsiteY2" fmla="*/ 580572 h 580572"/>
                <a:gd name="connsiteX3" fmla="*/ 0 w 1451428"/>
                <a:gd name="connsiteY3" fmla="*/ 580572 h 580572"/>
                <a:gd name="connsiteX4" fmla="*/ 0 w 1451428"/>
                <a:gd name="connsiteY4" fmla="*/ 0 h 580572"/>
                <a:gd name="connsiteX0" fmla="*/ 87086 w 1538514"/>
                <a:gd name="connsiteY0" fmla="*/ 0 h 3135086"/>
                <a:gd name="connsiteX1" fmla="*/ 1538514 w 1538514"/>
                <a:gd name="connsiteY1" fmla="*/ 0 h 3135086"/>
                <a:gd name="connsiteX2" fmla="*/ 1538514 w 1538514"/>
                <a:gd name="connsiteY2" fmla="*/ 580572 h 3135086"/>
                <a:gd name="connsiteX3" fmla="*/ 0 w 1538514"/>
                <a:gd name="connsiteY3" fmla="*/ 3135086 h 3135086"/>
                <a:gd name="connsiteX4" fmla="*/ 87086 w 1538514"/>
                <a:gd name="connsiteY4" fmla="*/ 0 h 3135086"/>
                <a:gd name="connsiteX0" fmla="*/ 87086 w 1538514"/>
                <a:gd name="connsiteY0" fmla="*/ 0 h 3280229"/>
                <a:gd name="connsiteX1" fmla="*/ 1538514 w 1538514"/>
                <a:gd name="connsiteY1" fmla="*/ 0 h 3280229"/>
                <a:gd name="connsiteX2" fmla="*/ 1538514 w 1538514"/>
                <a:gd name="connsiteY2" fmla="*/ 580572 h 3280229"/>
                <a:gd name="connsiteX3" fmla="*/ 449943 w 1538514"/>
                <a:gd name="connsiteY3" fmla="*/ 3280229 h 3280229"/>
                <a:gd name="connsiteX4" fmla="*/ 0 w 1538514"/>
                <a:gd name="connsiteY4" fmla="*/ 3135086 h 3280229"/>
                <a:gd name="connsiteX5" fmla="*/ 87086 w 1538514"/>
                <a:gd name="connsiteY5" fmla="*/ 0 h 3280229"/>
                <a:gd name="connsiteX0" fmla="*/ 87086 w 2830181"/>
                <a:gd name="connsiteY0" fmla="*/ 0 h 3280229"/>
                <a:gd name="connsiteX1" fmla="*/ 1538514 w 2830181"/>
                <a:gd name="connsiteY1" fmla="*/ 0 h 3280229"/>
                <a:gd name="connsiteX2" fmla="*/ 1538514 w 2830181"/>
                <a:gd name="connsiteY2" fmla="*/ 580572 h 3280229"/>
                <a:gd name="connsiteX3" fmla="*/ 2815771 w 2830181"/>
                <a:gd name="connsiteY3" fmla="*/ 2873829 h 3280229"/>
                <a:gd name="connsiteX4" fmla="*/ 449943 w 2830181"/>
                <a:gd name="connsiteY4" fmla="*/ 3280229 h 3280229"/>
                <a:gd name="connsiteX5" fmla="*/ 0 w 2830181"/>
                <a:gd name="connsiteY5" fmla="*/ 3135086 h 3280229"/>
                <a:gd name="connsiteX6" fmla="*/ 87086 w 2830181"/>
                <a:gd name="connsiteY6" fmla="*/ 0 h 3280229"/>
                <a:gd name="connsiteX0" fmla="*/ 87086 w 3468158"/>
                <a:gd name="connsiteY0" fmla="*/ 0 h 3280229"/>
                <a:gd name="connsiteX1" fmla="*/ 1538514 w 3468158"/>
                <a:gd name="connsiteY1" fmla="*/ 0 h 3280229"/>
                <a:gd name="connsiteX2" fmla="*/ 1538514 w 3468158"/>
                <a:gd name="connsiteY2" fmla="*/ 580572 h 3280229"/>
                <a:gd name="connsiteX3" fmla="*/ 3410857 w 3468158"/>
                <a:gd name="connsiteY3" fmla="*/ 2467429 h 3280229"/>
                <a:gd name="connsiteX4" fmla="*/ 2815771 w 3468158"/>
                <a:gd name="connsiteY4" fmla="*/ 2873829 h 3280229"/>
                <a:gd name="connsiteX5" fmla="*/ 449943 w 3468158"/>
                <a:gd name="connsiteY5" fmla="*/ 3280229 h 3280229"/>
                <a:gd name="connsiteX6" fmla="*/ 0 w 3468158"/>
                <a:gd name="connsiteY6" fmla="*/ 3135086 h 3280229"/>
                <a:gd name="connsiteX7" fmla="*/ 87086 w 3468158"/>
                <a:gd name="connsiteY7" fmla="*/ 0 h 3280229"/>
                <a:gd name="connsiteX0" fmla="*/ 87086 w 3688986"/>
                <a:gd name="connsiteY0" fmla="*/ 0 h 3280229"/>
                <a:gd name="connsiteX1" fmla="*/ 1538514 w 3688986"/>
                <a:gd name="connsiteY1" fmla="*/ 0 h 3280229"/>
                <a:gd name="connsiteX2" fmla="*/ 1538514 w 3688986"/>
                <a:gd name="connsiteY2" fmla="*/ 580572 h 3280229"/>
                <a:gd name="connsiteX3" fmla="*/ 3570513 w 3688986"/>
                <a:gd name="connsiteY3" fmla="*/ 2322286 h 3280229"/>
                <a:gd name="connsiteX4" fmla="*/ 3410857 w 3688986"/>
                <a:gd name="connsiteY4" fmla="*/ 2467429 h 3280229"/>
                <a:gd name="connsiteX5" fmla="*/ 2815771 w 3688986"/>
                <a:gd name="connsiteY5" fmla="*/ 2873829 h 3280229"/>
                <a:gd name="connsiteX6" fmla="*/ 449943 w 3688986"/>
                <a:gd name="connsiteY6" fmla="*/ 3280229 h 3280229"/>
                <a:gd name="connsiteX7" fmla="*/ 0 w 3688986"/>
                <a:gd name="connsiteY7" fmla="*/ 3135086 h 3280229"/>
                <a:gd name="connsiteX8" fmla="*/ 87086 w 3688986"/>
                <a:gd name="connsiteY8" fmla="*/ 0 h 3280229"/>
                <a:gd name="connsiteX0" fmla="*/ 87086 w 4390220"/>
                <a:gd name="connsiteY0" fmla="*/ 0 h 3280229"/>
                <a:gd name="connsiteX1" fmla="*/ 1538514 w 4390220"/>
                <a:gd name="connsiteY1" fmla="*/ 0 h 3280229"/>
                <a:gd name="connsiteX2" fmla="*/ 1538514 w 4390220"/>
                <a:gd name="connsiteY2" fmla="*/ 580572 h 3280229"/>
                <a:gd name="connsiteX3" fmla="*/ 4325256 w 4390220"/>
                <a:gd name="connsiteY3" fmla="*/ 1393372 h 3280229"/>
                <a:gd name="connsiteX4" fmla="*/ 3570513 w 4390220"/>
                <a:gd name="connsiteY4" fmla="*/ 2322286 h 3280229"/>
                <a:gd name="connsiteX5" fmla="*/ 3410857 w 4390220"/>
                <a:gd name="connsiteY5" fmla="*/ 2467429 h 3280229"/>
                <a:gd name="connsiteX6" fmla="*/ 2815771 w 4390220"/>
                <a:gd name="connsiteY6" fmla="*/ 2873829 h 3280229"/>
                <a:gd name="connsiteX7" fmla="*/ 449943 w 4390220"/>
                <a:gd name="connsiteY7" fmla="*/ 3280229 h 3280229"/>
                <a:gd name="connsiteX8" fmla="*/ 0 w 4390220"/>
                <a:gd name="connsiteY8" fmla="*/ 3135086 h 3280229"/>
                <a:gd name="connsiteX9" fmla="*/ 87086 w 4390220"/>
                <a:gd name="connsiteY9" fmla="*/ 0 h 3280229"/>
                <a:gd name="connsiteX0" fmla="*/ 87086 w 4536605"/>
                <a:gd name="connsiteY0" fmla="*/ 0 h 3280229"/>
                <a:gd name="connsiteX1" fmla="*/ 1538514 w 4536605"/>
                <a:gd name="connsiteY1" fmla="*/ 0 h 3280229"/>
                <a:gd name="connsiteX2" fmla="*/ 1538514 w 4536605"/>
                <a:gd name="connsiteY2" fmla="*/ 580572 h 3280229"/>
                <a:gd name="connsiteX3" fmla="*/ 4325256 w 4536605"/>
                <a:gd name="connsiteY3" fmla="*/ 972457 h 3280229"/>
                <a:gd name="connsiteX4" fmla="*/ 4325256 w 4536605"/>
                <a:gd name="connsiteY4" fmla="*/ 1393372 h 3280229"/>
                <a:gd name="connsiteX5" fmla="*/ 3570513 w 4536605"/>
                <a:gd name="connsiteY5" fmla="*/ 2322286 h 3280229"/>
                <a:gd name="connsiteX6" fmla="*/ 3410857 w 4536605"/>
                <a:gd name="connsiteY6" fmla="*/ 2467429 h 3280229"/>
                <a:gd name="connsiteX7" fmla="*/ 2815771 w 4536605"/>
                <a:gd name="connsiteY7" fmla="*/ 2873829 h 3280229"/>
                <a:gd name="connsiteX8" fmla="*/ 449943 w 4536605"/>
                <a:gd name="connsiteY8" fmla="*/ 3280229 h 3280229"/>
                <a:gd name="connsiteX9" fmla="*/ 0 w 4536605"/>
                <a:gd name="connsiteY9" fmla="*/ 3135086 h 3280229"/>
                <a:gd name="connsiteX10" fmla="*/ 87086 w 4536605"/>
                <a:gd name="connsiteY10" fmla="*/ 0 h 3280229"/>
                <a:gd name="connsiteX0" fmla="*/ 87086 w 4556058"/>
                <a:gd name="connsiteY0" fmla="*/ 0 h 3280229"/>
                <a:gd name="connsiteX1" fmla="*/ 1538514 w 4556058"/>
                <a:gd name="connsiteY1" fmla="*/ 0 h 3280229"/>
                <a:gd name="connsiteX2" fmla="*/ 1538514 w 4556058"/>
                <a:gd name="connsiteY2" fmla="*/ 580572 h 3280229"/>
                <a:gd name="connsiteX3" fmla="*/ 4383313 w 4556058"/>
                <a:gd name="connsiteY3" fmla="*/ 609600 h 3280229"/>
                <a:gd name="connsiteX4" fmla="*/ 4325256 w 4556058"/>
                <a:gd name="connsiteY4" fmla="*/ 972457 h 3280229"/>
                <a:gd name="connsiteX5" fmla="*/ 4325256 w 4556058"/>
                <a:gd name="connsiteY5" fmla="*/ 1393372 h 3280229"/>
                <a:gd name="connsiteX6" fmla="*/ 3570513 w 4556058"/>
                <a:gd name="connsiteY6" fmla="*/ 2322286 h 3280229"/>
                <a:gd name="connsiteX7" fmla="*/ 3410857 w 4556058"/>
                <a:gd name="connsiteY7" fmla="*/ 2467429 h 3280229"/>
                <a:gd name="connsiteX8" fmla="*/ 2815771 w 4556058"/>
                <a:gd name="connsiteY8" fmla="*/ 2873829 h 3280229"/>
                <a:gd name="connsiteX9" fmla="*/ 449943 w 4556058"/>
                <a:gd name="connsiteY9" fmla="*/ 3280229 h 3280229"/>
                <a:gd name="connsiteX10" fmla="*/ 0 w 4556058"/>
                <a:gd name="connsiteY10" fmla="*/ 3135086 h 3280229"/>
                <a:gd name="connsiteX11" fmla="*/ 87086 w 4556058"/>
                <a:gd name="connsiteY11" fmla="*/ 0 h 3280229"/>
                <a:gd name="connsiteX0" fmla="*/ 87086 w 4538546"/>
                <a:gd name="connsiteY0" fmla="*/ 0 h 3280229"/>
                <a:gd name="connsiteX1" fmla="*/ 1538514 w 4538546"/>
                <a:gd name="connsiteY1" fmla="*/ 0 h 3280229"/>
                <a:gd name="connsiteX2" fmla="*/ 1538514 w 4538546"/>
                <a:gd name="connsiteY2" fmla="*/ 580572 h 3280229"/>
                <a:gd name="connsiteX3" fmla="*/ 4339769 w 4538546"/>
                <a:gd name="connsiteY3" fmla="*/ 290286 h 3280229"/>
                <a:gd name="connsiteX4" fmla="*/ 4383313 w 4538546"/>
                <a:gd name="connsiteY4" fmla="*/ 609600 h 3280229"/>
                <a:gd name="connsiteX5" fmla="*/ 4325256 w 4538546"/>
                <a:gd name="connsiteY5" fmla="*/ 972457 h 3280229"/>
                <a:gd name="connsiteX6" fmla="*/ 4325256 w 4538546"/>
                <a:gd name="connsiteY6" fmla="*/ 1393372 h 3280229"/>
                <a:gd name="connsiteX7" fmla="*/ 3570513 w 4538546"/>
                <a:gd name="connsiteY7" fmla="*/ 2322286 h 3280229"/>
                <a:gd name="connsiteX8" fmla="*/ 3410857 w 4538546"/>
                <a:gd name="connsiteY8" fmla="*/ 2467429 h 3280229"/>
                <a:gd name="connsiteX9" fmla="*/ 2815771 w 4538546"/>
                <a:gd name="connsiteY9" fmla="*/ 2873829 h 3280229"/>
                <a:gd name="connsiteX10" fmla="*/ 449943 w 4538546"/>
                <a:gd name="connsiteY10" fmla="*/ 3280229 h 3280229"/>
                <a:gd name="connsiteX11" fmla="*/ 0 w 4538546"/>
                <a:gd name="connsiteY11" fmla="*/ 3135086 h 3280229"/>
                <a:gd name="connsiteX12" fmla="*/ 87086 w 4538546"/>
                <a:gd name="connsiteY12" fmla="*/ 0 h 3280229"/>
                <a:gd name="connsiteX0" fmla="*/ 87086 w 4538546"/>
                <a:gd name="connsiteY0" fmla="*/ 841828 h 4122057"/>
                <a:gd name="connsiteX1" fmla="*/ 1538514 w 4538546"/>
                <a:gd name="connsiteY1" fmla="*/ 841828 h 4122057"/>
                <a:gd name="connsiteX2" fmla="*/ 3817257 w 4538546"/>
                <a:gd name="connsiteY2" fmla="*/ 0 h 4122057"/>
                <a:gd name="connsiteX3" fmla="*/ 4339769 w 4538546"/>
                <a:gd name="connsiteY3" fmla="*/ 1132114 h 4122057"/>
                <a:gd name="connsiteX4" fmla="*/ 4383313 w 4538546"/>
                <a:gd name="connsiteY4" fmla="*/ 1451428 h 4122057"/>
                <a:gd name="connsiteX5" fmla="*/ 4325256 w 4538546"/>
                <a:gd name="connsiteY5" fmla="*/ 1814285 h 4122057"/>
                <a:gd name="connsiteX6" fmla="*/ 4325256 w 4538546"/>
                <a:gd name="connsiteY6" fmla="*/ 2235200 h 4122057"/>
                <a:gd name="connsiteX7" fmla="*/ 3570513 w 4538546"/>
                <a:gd name="connsiteY7" fmla="*/ 3164114 h 4122057"/>
                <a:gd name="connsiteX8" fmla="*/ 3410857 w 4538546"/>
                <a:gd name="connsiteY8" fmla="*/ 3309257 h 4122057"/>
                <a:gd name="connsiteX9" fmla="*/ 2815771 w 4538546"/>
                <a:gd name="connsiteY9" fmla="*/ 3715657 h 4122057"/>
                <a:gd name="connsiteX10" fmla="*/ 449943 w 4538546"/>
                <a:gd name="connsiteY10" fmla="*/ 4122057 h 4122057"/>
                <a:gd name="connsiteX11" fmla="*/ 0 w 4538546"/>
                <a:gd name="connsiteY11" fmla="*/ 3976914 h 4122057"/>
                <a:gd name="connsiteX12" fmla="*/ 87086 w 4538546"/>
                <a:gd name="connsiteY12" fmla="*/ 841828 h 4122057"/>
                <a:gd name="connsiteX0" fmla="*/ 87086 w 4538546"/>
                <a:gd name="connsiteY0" fmla="*/ 870857 h 4151086"/>
                <a:gd name="connsiteX1" fmla="*/ 1538514 w 4538546"/>
                <a:gd name="connsiteY1" fmla="*/ 870857 h 4151086"/>
                <a:gd name="connsiteX2" fmla="*/ 3599541 w 4538546"/>
                <a:gd name="connsiteY2" fmla="*/ 0 h 4151086"/>
                <a:gd name="connsiteX3" fmla="*/ 3817257 w 4538546"/>
                <a:gd name="connsiteY3" fmla="*/ 29029 h 4151086"/>
                <a:gd name="connsiteX4" fmla="*/ 4339769 w 4538546"/>
                <a:gd name="connsiteY4" fmla="*/ 1161143 h 4151086"/>
                <a:gd name="connsiteX5" fmla="*/ 4383313 w 4538546"/>
                <a:gd name="connsiteY5" fmla="*/ 1480457 h 4151086"/>
                <a:gd name="connsiteX6" fmla="*/ 4325256 w 4538546"/>
                <a:gd name="connsiteY6" fmla="*/ 1843314 h 4151086"/>
                <a:gd name="connsiteX7" fmla="*/ 4325256 w 4538546"/>
                <a:gd name="connsiteY7" fmla="*/ 2264229 h 4151086"/>
                <a:gd name="connsiteX8" fmla="*/ 3570513 w 4538546"/>
                <a:gd name="connsiteY8" fmla="*/ 3193143 h 4151086"/>
                <a:gd name="connsiteX9" fmla="*/ 3410857 w 4538546"/>
                <a:gd name="connsiteY9" fmla="*/ 3338286 h 4151086"/>
                <a:gd name="connsiteX10" fmla="*/ 2815771 w 4538546"/>
                <a:gd name="connsiteY10" fmla="*/ 3744686 h 4151086"/>
                <a:gd name="connsiteX11" fmla="*/ 449943 w 4538546"/>
                <a:gd name="connsiteY11" fmla="*/ 4151086 h 4151086"/>
                <a:gd name="connsiteX12" fmla="*/ 0 w 4538546"/>
                <a:gd name="connsiteY12" fmla="*/ 4005943 h 4151086"/>
                <a:gd name="connsiteX13" fmla="*/ 87086 w 4538546"/>
                <a:gd name="connsiteY13" fmla="*/ 870857 h 4151086"/>
                <a:gd name="connsiteX0" fmla="*/ 87086 w 4538546"/>
                <a:gd name="connsiteY0" fmla="*/ 1384403 h 4664632"/>
                <a:gd name="connsiteX1" fmla="*/ 1538514 w 4538546"/>
                <a:gd name="connsiteY1" fmla="*/ 1384403 h 4664632"/>
                <a:gd name="connsiteX2" fmla="*/ 2235198 w 4538546"/>
                <a:gd name="connsiteY2" fmla="*/ 20060 h 4664632"/>
                <a:gd name="connsiteX3" fmla="*/ 3599541 w 4538546"/>
                <a:gd name="connsiteY3" fmla="*/ 513546 h 4664632"/>
                <a:gd name="connsiteX4" fmla="*/ 3817257 w 4538546"/>
                <a:gd name="connsiteY4" fmla="*/ 542575 h 4664632"/>
                <a:gd name="connsiteX5" fmla="*/ 4339769 w 4538546"/>
                <a:gd name="connsiteY5" fmla="*/ 1674689 h 4664632"/>
                <a:gd name="connsiteX6" fmla="*/ 4383313 w 4538546"/>
                <a:gd name="connsiteY6" fmla="*/ 1994003 h 4664632"/>
                <a:gd name="connsiteX7" fmla="*/ 4325256 w 4538546"/>
                <a:gd name="connsiteY7" fmla="*/ 2356860 h 4664632"/>
                <a:gd name="connsiteX8" fmla="*/ 4325256 w 4538546"/>
                <a:gd name="connsiteY8" fmla="*/ 2777775 h 4664632"/>
                <a:gd name="connsiteX9" fmla="*/ 3570513 w 4538546"/>
                <a:gd name="connsiteY9" fmla="*/ 3706689 h 4664632"/>
                <a:gd name="connsiteX10" fmla="*/ 3410857 w 4538546"/>
                <a:gd name="connsiteY10" fmla="*/ 3851832 h 4664632"/>
                <a:gd name="connsiteX11" fmla="*/ 2815771 w 4538546"/>
                <a:gd name="connsiteY11" fmla="*/ 4258232 h 4664632"/>
                <a:gd name="connsiteX12" fmla="*/ 449943 w 4538546"/>
                <a:gd name="connsiteY12" fmla="*/ 4664632 h 4664632"/>
                <a:gd name="connsiteX13" fmla="*/ 0 w 4538546"/>
                <a:gd name="connsiteY13" fmla="*/ 4519489 h 4664632"/>
                <a:gd name="connsiteX14" fmla="*/ 87086 w 4538546"/>
                <a:gd name="connsiteY14" fmla="*/ 1384403 h 4664632"/>
                <a:gd name="connsiteX0" fmla="*/ 87086 w 4538546"/>
                <a:gd name="connsiteY0" fmla="*/ 1384403 h 4664632"/>
                <a:gd name="connsiteX1" fmla="*/ 43542 w 4538546"/>
                <a:gd name="connsiteY1" fmla="*/ 528060 h 4664632"/>
                <a:gd name="connsiteX2" fmla="*/ 2235198 w 4538546"/>
                <a:gd name="connsiteY2" fmla="*/ 20060 h 4664632"/>
                <a:gd name="connsiteX3" fmla="*/ 3599541 w 4538546"/>
                <a:gd name="connsiteY3" fmla="*/ 513546 h 4664632"/>
                <a:gd name="connsiteX4" fmla="*/ 3817257 w 4538546"/>
                <a:gd name="connsiteY4" fmla="*/ 542575 h 4664632"/>
                <a:gd name="connsiteX5" fmla="*/ 4339769 w 4538546"/>
                <a:gd name="connsiteY5" fmla="*/ 1674689 h 4664632"/>
                <a:gd name="connsiteX6" fmla="*/ 4383313 w 4538546"/>
                <a:gd name="connsiteY6" fmla="*/ 1994003 h 4664632"/>
                <a:gd name="connsiteX7" fmla="*/ 4325256 w 4538546"/>
                <a:gd name="connsiteY7" fmla="*/ 2356860 h 4664632"/>
                <a:gd name="connsiteX8" fmla="*/ 4325256 w 4538546"/>
                <a:gd name="connsiteY8" fmla="*/ 2777775 h 4664632"/>
                <a:gd name="connsiteX9" fmla="*/ 3570513 w 4538546"/>
                <a:gd name="connsiteY9" fmla="*/ 3706689 h 4664632"/>
                <a:gd name="connsiteX10" fmla="*/ 3410857 w 4538546"/>
                <a:gd name="connsiteY10" fmla="*/ 3851832 h 4664632"/>
                <a:gd name="connsiteX11" fmla="*/ 2815771 w 4538546"/>
                <a:gd name="connsiteY11" fmla="*/ 4258232 h 4664632"/>
                <a:gd name="connsiteX12" fmla="*/ 449943 w 4538546"/>
                <a:gd name="connsiteY12" fmla="*/ 4664632 h 4664632"/>
                <a:gd name="connsiteX13" fmla="*/ 0 w 4538546"/>
                <a:gd name="connsiteY13" fmla="*/ 4519489 h 4664632"/>
                <a:gd name="connsiteX14" fmla="*/ 87086 w 4538546"/>
                <a:gd name="connsiteY14" fmla="*/ 1384403 h 4664632"/>
                <a:gd name="connsiteX0" fmla="*/ 0 w 5423917"/>
                <a:gd name="connsiteY0" fmla="*/ 1239260 h 4664632"/>
                <a:gd name="connsiteX1" fmla="*/ 928913 w 5423917"/>
                <a:gd name="connsiteY1" fmla="*/ 528060 h 4664632"/>
                <a:gd name="connsiteX2" fmla="*/ 3120569 w 5423917"/>
                <a:gd name="connsiteY2" fmla="*/ 20060 h 4664632"/>
                <a:gd name="connsiteX3" fmla="*/ 4484912 w 5423917"/>
                <a:gd name="connsiteY3" fmla="*/ 513546 h 4664632"/>
                <a:gd name="connsiteX4" fmla="*/ 4702628 w 5423917"/>
                <a:gd name="connsiteY4" fmla="*/ 542575 h 4664632"/>
                <a:gd name="connsiteX5" fmla="*/ 5225140 w 5423917"/>
                <a:gd name="connsiteY5" fmla="*/ 1674689 h 4664632"/>
                <a:gd name="connsiteX6" fmla="*/ 5268684 w 5423917"/>
                <a:gd name="connsiteY6" fmla="*/ 1994003 h 4664632"/>
                <a:gd name="connsiteX7" fmla="*/ 5210627 w 5423917"/>
                <a:gd name="connsiteY7" fmla="*/ 2356860 h 4664632"/>
                <a:gd name="connsiteX8" fmla="*/ 5210627 w 5423917"/>
                <a:gd name="connsiteY8" fmla="*/ 2777775 h 4664632"/>
                <a:gd name="connsiteX9" fmla="*/ 4455884 w 5423917"/>
                <a:gd name="connsiteY9" fmla="*/ 3706689 h 4664632"/>
                <a:gd name="connsiteX10" fmla="*/ 4296228 w 5423917"/>
                <a:gd name="connsiteY10" fmla="*/ 3851832 h 4664632"/>
                <a:gd name="connsiteX11" fmla="*/ 3701142 w 5423917"/>
                <a:gd name="connsiteY11" fmla="*/ 4258232 h 4664632"/>
                <a:gd name="connsiteX12" fmla="*/ 1335314 w 5423917"/>
                <a:gd name="connsiteY12" fmla="*/ 4664632 h 4664632"/>
                <a:gd name="connsiteX13" fmla="*/ 885371 w 5423917"/>
                <a:gd name="connsiteY13" fmla="*/ 4519489 h 4664632"/>
                <a:gd name="connsiteX14" fmla="*/ 0 w 5423917"/>
                <a:gd name="connsiteY14" fmla="*/ 1239260 h 4664632"/>
                <a:gd name="connsiteX0" fmla="*/ 217716 w 5641633"/>
                <a:gd name="connsiteY0" fmla="*/ 1239260 h 4664632"/>
                <a:gd name="connsiteX1" fmla="*/ 1146629 w 5641633"/>
                <a:gd name="connsiteY1" fmla="*/ 528060 h 4664632"/>
                <a:gd name="connsiteX2" fmla="*/ 3338285 w 5641633"/>
                <a:gd name="connsiteY2" fmla="*/ 20060 h 4664632"/>
                <a:gd name="connsiteX3" fmla="*/ 4702628 w 5641633"/>
                <a:gd name="connsiteY3" fmla="*/ 513546 h 4664632"/>
                <a:gd name="connsiteX4" fmla="*/ 4920344 w 5641633"/>
                <a:gd name="connsiteY4" fmla="*/ 542575 h 4664632"/>
                <a:gd name="connsiteX5" fmla="*/ 5442856 w 5641633"/>
                <a:gd name="connsiteY5" fmla="*/ 1674689 h 4664632"/>
                <a:gd name="connsiteX6" fmla="*/ 5486400 w 5641633"/>
                <a:gd name="connsiteY6" fmla="*/ 1994003 h 4664632"/>
                <a:gd name="connsiteX7" fmla="*/ 5428343 w 5641633"/>
                <a:gd name="connsiteY7" fmla="*/ 2356860 h 4664632"/>
                <a:gd name="connsiteX8" fmla="*/ 5428343 w 5641633"/>
                <a:gd name="connsiteY8" fmla="*/ 2777775 h 4664632"/>
                <a:gd name="connsiteX9" fmla="*/ 4673600 w 5641633"/>
                <a:gd name="connsiteY9" fmla="*/ 3706689 h 4664632"/>
                <a:gd name="connsiteX10" fmla="*/ 4513944 w 5641633"/>
                <a:gd name="connsiteY10" fmla="*/ 3851832 h 4664632"/>
                <a:gd name="connsiteX11" fmla="*/ 3918858 w 5641633"/>
                <a:gd name="connsiteY11" fmla="*/ 4258232 h 4664632"/>
                <a:gd name="connsiteX12" fmla="*/ 1553030 w 5641633"/>
                <a:gd name="connsiteY12" fmla="*/ 4664632 h 4664632"/>
                <a:gd name="connsiteX13" fmla="*/ 1103087 w 5641633"/>
                <a:gd name="connsiteY13" fmla="*/ 4519489 h 4664632"/>
                <a:gd name="connsiteX14" fmla="*/ 0 w 5641633"/>
                <a:gd name="connsiteY14" fmla="*/ 1602117 h 4664632"/>
                <a:gd name="connsiteX15" fmla="*/ 217716 w 5641633"/>
                <a:gd name="connsiteY15" fmla="*/ 1239260 h 4664632"/>
                <a:gd name="connsiteX0" fmla="*/ 364928 w 5788845"/>
                <a:gd name="connsiteY0" fmla="*/ 1239260 h 4664632"/>
                <a:gd name="connsiteX1" fmla="*/ 1293841 w 5788845"/>
                <a:gd name="connsiteY1" fmla="*/ 528060 h 4664632"/>
                <a:gd name="connsiteX2" fmla="*/ 3485497 w 5788845"/>
                <a:gd name="connsiteY2" fmla="*/ 20060 h 4664632"/>
                <a:gd name="connsiteX3" fmla="*/ 4849840 w 5788845"/>
                <a:gd name="connsiteY3" fmla="*/ 513546 h 4664632"/>
                <a:gd name="connsiteX4" fmla="*/ 5067556 w 5788845"/>
                <a:gd name="connsiteY4" fmla="*/ 542575 h 4664632"/>
                <a:gd name="connsiteX5" fmla="*/ 5590068 w 5788845"/>
                <a:gd name="connsiteY5" fmla="*/ 1674689 h 4664632"/>
                <a:gd name="connsiteX6" fmla="*/ 5633612 w 5788845"/>
                <a:gd name="connsiteY6" fmla="*/ 1994003 h 4664632"/>
                <a:gd name="connsiteX7" fmla="*/ 5575555 w 5788845"/>
                <a:gd name="connsiteY7" fmla="*/ 2356860 h 4664632"/>
                <a:gd name="connsiteX8" fmla="*/ 5575555 w 5788845"/>
                <a:gd name="connsiteY8" fmla="*/ 2777775 h 4664632"/>
                <a:gd name="connsiteX9" fmla="*/ 4820812 w 5788845"/>
                <a:gd name="connsiteY9" fmla="*/ 3706689 h 4664632"/>
                <a:gd name="connsiteX10" fmla="*/ 4661156 w 5788845"/>
                <a:gd name="connsiteY10" fmla="*/ 3851832 h 4664632"/>
                <a:gd name="connsiteX11" fmla="*/ 4066070 w 5788845"/>
                <a:gd name="connsiteY11" fmla="*/ 4258232 h 4664632"/>
                <a:gd name="connsiteX12" fmla="*/ 1700242 w 5788845"/>
                <a:gd name="connsiteY12" fmla="*/ 4664632 h 4664632"/>
                <a:gd name="connsiteX13" fmla="*/ 1250299 w 5788845"/>
                <a:gd name="connsiteY13" fmla="*/ 4519489 h 4664632"/>
                <a:gd name="connsiteX14" fmla="*/ 69198 w 5788845"/>
                <a:gd name="connsiteY14" fmla="*/ 1720046 h 4664632"/>
                <a:gd name="connsiteX15" fmla="*/ 147212 w 5788845"/>
                <a:gd name="connsiteY15" fmla="*/ 1602117 h 4664632"/>
                <a:gd name="connsiteX16" fmla="*/ 364928 w 5788845"/>
                <a:gd name="connsiteY16" fmla="*/ 1239260 h 4664632"/>
                <a:gd name="connsiteX0" fmla="*/ 800669 w 6224586"/>
                <a:gd name="connsiteY0" fmla="*/ 1239260 h 4664632"/>
                <a:gd name="connsiteX1" fmla="*/ 1729582 w 6224586"/>
                <a:gd name="connsiteY1" fmla="*/ 528060 h 4664632"/>
                <a:gd name="connsiteX2" fmla="*/ 3921238 w 6224586"/>
                <a:gd name="connsiteY2" fmla="*/ 20060 h 4664632"/>
                <a:gd name="connsiteX3" fmla="*/ 5285581 w 6224586"/>
                <a:gd name="connsiteY3" fmla="*/ 513546 h 4664632"/>
                <a:gd name="connsiteX4" fmla="*/ 5503297 w 6224586"/>
                <a:gd name="connsiteY4" fmla="*/ 542575 h 4664632"/>
                <a:gd name="connsiteX5" fmla="*/ 6025809 w 6224586"/>
                <a:gd name="connsiteY5" fmla="*/ 1674689 h 4664632"/>
                <a:gd name="connsiteX6" fmla="*/ 6069353 w 6224586"/>
                <a:gd name="connsiteY6" fmla="*/ 1994003 h 4664632"/>
                <a:gd name="connsiteX7" fmla="*/ 6011296 w 6224586"/>
                <a:gd name="connsiteY7" fmla="*/ 2356860 h 4664632"/>
                <a:gd name="connsiteX8" fmla="*/ 6011296 w 6224586"/>
                <a:gd name="connsiteY8" fmla="*/ 2777775 h 4664632"/>
                <a:gd name="connsiteX9" fmla="*/ 5256553 w 6224586"/>
                <a:gd name="connsiteY9" fmla="*/ 3706689 h 4664632"/>
                <a:gd name="connsiteX10" fmla="*/ 5096897 w 6224586"/>
                <a:gd name="connsiteY10" fmla="*/ 3851832 h 4664632"/>
                <a:gd name="connsiteX11" fmla="*/ 4501811 w 6224586"/>
                <a:gd name="connsiteY11" fmla="*/ 4258232 h 4664632"/>
                <a:gd name="connsiteX12" fmla="*/ 2135983 w 6224586"/>
                <a:gd name="connsiteY12" fmla="*/ 4664632 h 4664632"/>
                <a:gd name="connsiteX13" fmla="*/ 1686040 w 6224586"/>
                <a:gd name="connsiteY13" fmla="*/ 4519489 h 4664632"/>
                <a:gd name="connsiteX14" fmla="*/ 35039 w 6224586"/>
                <a:gd name="connsiteY14" fmla="*/ 2659846 h 4664632"/>
                <a:gd name="connsiteX15" fmla="*/ 504939 w 6224586"/>
                <a:gd name="connsiteY15" fmla="*/ 1720046 h 4664632"/>
                <a:gd name="connsiteX16" fmla="*/ 582953 w 6224586"/>
                <a:gd name="connsiteY16" fmla="*/ 1602117 h 4664632"/>
                <a:gd name="connsiteX17" fmla="*/ 800669 w 6224586"/>
                <a:gd name="connsiteY17" fmla="*/ 1239260 h 4664632"/>
                <a:gd name="connsiteX0" fmla="*/ 856496 w 6280413"/>
                <a:gd name="connsiteY0" fmla="*/ 1239260 h 4664632"/>
                <a:gd name="connsiteX1" fmla="*/ 1785409 w 6280413"/>
                <a:gd name="connsiteY1" fmla="*/ 528060 h 4664632"/>
                <a:gd name="connsiteX2" fmla="*/ 3977065 w 6280413"/>
                <a:gd name="connsiteY2" fmla="*/ 20060 h 4664632"/>
                <a:gd name="connsiteX3" fmla="*/ 5341408 w 6280413"/>
                <a:gd name="connsiteY3" fmla="*/ 513546 h 4664632"/>
                <a:gd name="connsiteX4" fmla="*/ 5559124 w 6280413"/>
                <a:gd name="connsiteY4" fmla="*/ 542575 h 4664632"/>
                <a:gd name="connsiteX5" fmla="*/ 6081636 w 6280413"/>
                <a:gd name="connsiteY5" fmla="*/ 1674689 h 4664632"/>
                <a:gd name="connsiteX6" fmla="*/ 6125180 w 6280413"/>
                <a:gd name="connsiteY6" fmla="*/ 1994003 h 4664632"/>
                <a:gd name="connsiteX7" fmla="*/ 6067123 w 6280413"/>
                <a:gd name="connsiteY7" fmla="*/ 2356860 h 4664632"/>
                <a:gd name="connsiteX8" fmla="*/ 6067123 w 6280413"/>
                <a:gd name="connsiteY8" fmla="*/ 2777775 h 4664632"/>
                <a:gd name="connsiteX9" fmla="*/ 5312380 w 6280413"/>
                <a:gd name="connsiteY9" fmla="*/ 3706689 h 4664632"/>
                <a:gd name="connsiteX10" fmla="*/ 5152724 w 6280413"/>
                <a:gd name="connsiteY10" fmla="*/ 3851832 h 4664632"/>
                <a:gd name="connsiteX11" fmla="*/ 4557638 w 6280413"/>
                <a:gd name="connsiteY11" fmla="*/ 4258232 h 4664632"/>
                <a:gd name="connsiteX12" fmla="*/ 2191810 w 6280413"/>
                <a:gd name="connsiteY12" fmla="*/ 4664632 h 4664632"/>
                <a:gd name="connsiteX13" fmla="*/ 1741867 w 6280413"/>
                <a:gd name="connsiteY13" fmla="*/ 4519489 h 4664632"/>
                <a:gd name="connsiteX14" fmla="*/ 141666 w 6280413"/>
                <a:gd name="connsiteY14" fmla="*/ 3180546 h 4664632"/>
                <a:gd name="connsiteX15" fmla="*/ 90866 w 6280413"/>
                <a:gd name="connsiteY15" fmla="*/ 2659846 h 4664632"/>
                <a:gd name="connsiteX16" fmla="*/ 560766 w 6280413"/>
                <a:gd name="connsiteY16" fmla="*/ 1720046 h 4664632"/>
                <a:gd name="connsiteX17" fmla="*/ 638780 w 6280413"/>
                <a:gd name="connsiteY17" fmla="*/ 1602117 h 4664632"/>
                <a:gd name="connsiteX18" fmla="*/ 856496 w 6280413"/>
                <a:gd name="connsiteY18" fmla="*/ 1239260 h 4664632"/>
                <a:gd name="connsiteX0" fmla="*/ 777655 w 6201572"/>
                <a:gd name="connsiteY0" fmla="*/ 1239260 h 4664632"/>
                <a:gd name="connsiteX1" fmla="*/ 1706568 w 6201572"/>
                <a:gd name="connsiteY1" fmla="*/ 528060 h 4664632"/>
                <a:gd name="connsiteX2" fmla="*/ 3898224 w 6201572"/>
                <a:gd name="connsiteY2" fmla="*/ 20060 h 4664632"/>
                <a:gd name="connsiteX3" fmla="*/ 5262567 w 6201572"/>
                <a:gd name="connsiteY3" fmla="*/ 513546 h 4664632"/>
                <a:gd name="connsiteX4" fmla="*/ 5480283 w 6201572"/>
                <a:gd name="connsiteY4" fmla="*/ 542575 h 4664632"/>
                <a:gd name="connsiteX5" fmla="*/ 6002795 w 6201572"/>
                <a:gd name="connsiteY5" fmla="*/ 1674689 h 4664632"/>
                <a:gd name="connsiteX6" fmla="*/ 6046339 w 6201572"/>
                <a:gd name="connsiteY6" fmla="*/ 1994003 h 4664632"/>
                <a:gd name="connsiteX7" fmla="*/ 5988282 w 6201572"/>
                <a:gd name="connsiteY7" fmla="*/ 2356860 h 4664632"/>
                <a:gd name="connsiteX8" fmla="*/ 5988282 w 6201572"/>
                <a:gd name="connsiteY8" fmla="*/ 2777775 h 4664632"/>
                <a:gd name="connsiteX9" fmla="*/ 5233539 w 6201572"/>
                <a:gd name="connsiteY9" fmla="*/ 3706689 h 4664632"/>
                <a:gd name="connsiteX10" fmla="*/ 5073883 w 6201572"/>
                <a:gd name="connsiteY10" fmla="*/ 3851832 h 4664632"/>
                <a:gd name="connsiteX11" fmla="*/ 4478797 w 6201572"/>
                <a:gd name="connsiteY11" fmla="*/ 4258232 h 4664632"/>
                <a:gd name="connsiteX12" fmla="*/ 2112969 w 6201572"/>
                <a:gd name="connsiteY12" fmla="*/ 4664632 h 4664632"/>
                <a:gd name="connsiteX13" fmla="*/ 1663026 w 6201572"/>
                <a:gd name="connsiteY13" fmla="*/ 4519489 h 4664632"/>
                <a:gd name="connsiteX14" fmla="*/ 253326 w 6201572"/>
                <a:gd name="connsiteY14" fmla="*/ 3815546 h 4664632"/>
                <a:gd name="connsiteX15" fmla="*/ 62825 w 6201572"/>
                <a:gd name="connsiteY15" fmla="*/ 3180546 h 4664632"/>
                <a:gd name="connsiteX16" fmla="*/ 12025 w 6201572"/>
                <a:gd name="connsiteY16" fmla="*/ 2659846 h 4664632"/>
                <a:gd name="connsiteX17" fmla="*/ 481925 w 6201572"/>
                <a:gd name="connsiteY17" fmla="*/ 1720046 h 4664632"/>
                <a:gd name="connsiteX18" fmla="*/ 559939 w 6201572"/>
                <a:gd name="connsiteY18" fmla="*/ 1602117 h 4664632"/>
                <a:gd name="connsiteX19" fmla="*/ 777655 w 6201572"/>
                <a:gd name="connsiteY19" fmla="*/ 1239260 h 4664632"/>
                <a:gd name="connsiteX0" fmla="*/ 777655 w 6201572"/>
                <a:gd name="connsiteY0" fmla="*/ 1239260 h 4664632"/>
                <a:gd name="connsiteX1" fmla="*/ 1706568 w 6201572"/>
                <a:gd name="connsiteY1" fmla="*/ 528060 h 4664632"/>
                <a:gd name="connsiteX2" fmla="*/ 3898224 w 6201572"/>
                <a:gd name="connsiteY2" fmla="*/ 20060 h 4664632"/>
                <a:gd name="connsiteX3" fmla="*/ 5262567 w 6201572"/>
                <a:gd name="connsiteY3" fmla="*/ 513546 h 4664632"/>
                <a:gd name="connsiteX4" fmla="*/ 5480283 w 6201572"/>
                <a:gd name="connsiteY4" fmla="*/ 542575 h 4664632"/>
                <a:gd name="connsiteX5" fmla="*/ 6002795 w 6201572"/>
                <a:gd name="connsiteY5" fmla="*/ 1674689 h 4664632"/>
                <a:gd name="connsiteX6" fmla="*/ 6046339 w 6201572"/>
                <a:gd name="connsiteY6" fmla="*/ 1994003 h 4664632"/>
                <a:gd name="connsiteX7" fmla="*/ 5988282 w 6201572"/>
                <a:gd name="connsiteY7" fmla="*/ 2356860 h 4664632"/>
                <a:gd name="connsiteX8" fmla="*/ 5988282 w 6201572"/>
                <a:gd name="connsiteY8" fmla="*/ 2777775 h 4664632"/>
                <a:gd name="connsiteX9" fmla="*/ 5233539 w 6201572"/>
                <a:gd name="connsiteY9" fmla="*/ 3706689 h 4664632"/>
                <a:gd name="connsiteX10" fmla="*/ 5073883 w 6201572"/>
                <a:gd name="connsiteY10" fmla="*/ 3851832 h 4664632"/>
                <a:gd name="connsiteX11" fmla="*/ 4478797 w 6201572"/>
                <a:gd name="connsiteY11" fmla="*/ 4258232 h 4664632"/>
                <a:gd name="connsiteX12" fmla="*/ 2112969 w 6201572"/>
                <a:gd name="connsiteY12" fmla="*/ 4664632 h 4664632"/>
                <a:gd name="connsiteX13" fmla="*/ 1663026 w 6201572"/>
                <a:gd name="connsiteY13" fmla="*/ 4519489 h 4664632"/>
                <a:gd name="connsiteX14" fmla="*/ 481925 w 6201572"/>
                <a:gd name="connsiteY14" fmla="*/ 4018746 h 4664632"/>
                <a:gd name="connsiteX15" fmla="*/ 253326 w 6201572"/>
                <a:gd name="connsiteY15" fmla="*/ 3815546 h 4664632"/>
                <a:gd name="connsiteX16" fmla="*/ 62825 w 6201572"/>
                <a:gd name="connsiteY16" fmla="*/ 3180546 h 4664632"/>
                <a:gd name="connsiteX17" fmla="*/ 12025 w 6201572"/>
                <a:gd name="connsiteY17" fmla="*/ 2659846 h 4664632"/>
                <a:gd name="connsiteX18" fmla="*/ 481925 w 6201572"/>
                <a:gd name="connsiteY18" fmla="*/ 1720046 h 4664632"/>
                <a:gd name="connsiteX19" fmla="*/ 559939 w 6201572"/>
                <a:gd name="connsiteY19" fmla="*/ 1602117 h 4664632"/>
                <a:gd name="connsiteX20" fmla="*/ 777655 w 6201572"/>
                <a:gd name="connsiteY20" fmla="*/ 1239260 h 4664632"/>
                <a:gd name="connsiteX0" fmla="*/ 777655 w 6201572"/>
                <a:gd name="connsiteY0" fmla="*/ 1239260 h 4664632"/>
                <a:gd name="connsiteX1" fmla="*/ 1706568 w 6201572"/>
                <a:gd name="connsiteY1" fmla="*/ 528060 h 4664632"/>
                <a:gd name="connsiteX2" fmla="*/ 3898224 w 6201572"/>
                <a:gd name="connsiteY2" fmla="*/ 20060 h 4664632"/>
                <a:gd name="connsiteX3" fmla="*/ 5262567 w 6201572"/>
                <a:gd name="connsiteY3" fmla="*/ 513546 h 4664632"/>
                <a:gd name="connsiteX4" fmla="*/ 5480283 w 6201572"/>
                <a:gd name="connsiteY4" fmla="*/ 542575 h 4664632"/>
                <a:gd name="connsiteX5" fmla="*/ 6002795 w 6201572"/>
                <a:gd name="connsiteY5" fmla="*/ 1674689 h 4664632"/>
                <a:gd name="connsiteX6" fmla="*/ 6046339 w 6201572"/>
                <a:gd name="connsiteY6" fmla="*/ 1994003 h 4664632"/>
                <a:gd name="connsiteX7" fmla="*/ 5988282 w 6201572"/>
                <a:gd name="connsiteY7" fmla="*/ 2356860 h 4664632"/>
                <a:gd name="connsiteX8" fmla="*/ 5988282 w 6201572"/>
                <a:gd name="connsiteY8" fmla="*/ 2777775 h 4664632"/>
                <a:gd name="connsiteX9" fmla="*/ 5233539 w 6201572"/>
                <a:gd name="connsiteY9" fmla="*/ 3706689 h 4664632"/>
                <a:gd name="connsiteX10" fmla="*/ 5073883 w 6201572"/>
                <a:gd name="connsiteY10" fmla="*/ 3851832 h 4664632"/>
                <a:gd name="connsiteX11" fmla="*/ 4478797 w 6201572"/>
                <a:gd name="connsiteY11" fmla="*/ 4258232 h 4664632"/>
                <a:gd name="connsiteX12" fmla="*/ 2112969 w 6201572"/>
                <a:gd name="connsiteY12" fmla="*/ 4664632 h 4664632"/>
                <a:gd name="connsiteX13" fmla="*/ 1663026 w 6201572"/>
                <a:gd name="connsiteY13" fmla="*/ 4519489 h 4664632"/>
                <a:gd name="connsiteX14" fmla="*/ 748625 w 6201572"/>
                <a:gd name="connsiteY14" fmla="*/ 4260046 h 4664632"/>
                <a:gd name="connsiteX15" fmla="*/ 481925 w 6201572"/>
                <a:gd name="connsiteY15" fmla="*/ 4018746 h 4664632"/>
                <a:gd name="connsiteX16" fmla="*/ 253326 w 6201572"/>
                <a:gd name="connsiteY16" fmla="*/ 3815546 h 4664632"/>
                <a:gd name="connsiteX17" fmla="*/ 62825 w 6201572"/>
                <a:gd name="connsiteY17" fmla="*/ 3180546 h 4664632"/>
                <a:gd name="connsiteX18" fmla="*/ 12025 w 6201572"/>
                <a:gd name="connsiteY18" fmla="*/ 2659846 h 4664632"/>
                <a:gd name="connsiteX19" fmla="*/ 481925 w 6201572"/>
                <a:gd name="connsiteY19" fmla="*/ 1720046 h 4664632"/>
                <a:gd name="connsiteX20" fmla="*/ 559939 w 6201572"/>
                <a:gd name="connsiteY20" fmla="*/ 1602117 h 4664632"/>
                <a:gd name="connsiteX21" fmla="*/ 777655 w 6201572"/>
                <a:gd name="connsiteY21" fmla="*/ 1239260 h 4664632"/>
                <a:gd name="connsiteX0" fmla="*/ 777655 w 6201572"/>
                <a:gd name="connsiteY0" fmla="*/ 1239260 h 4664632"/>
                <a:gd name="connsiteX1" fmla="*/ 1706568 w 6201572"/>
                <a:gd name="connsiteY1" fmla="*/ 528060 h 4664632"/>
                <a:gd name="connsiteX2" fmla="*/ 3898224 w 6201572"/>
                <a:gd name="connsiteY2" fmla="*/ 20060 h 4664632"/>
                <a:gd name="connsiteX3" fmla="*/ 5262567 w 6201572"/>
                <a:gd name="connsiteY3" fmla="*/ 513546 h 4664632"/>
                <a:gd name="connsiteX4" fmla="*/ 5480283 w 6201572"/>
                <a:gd name="connsiteY4" fmla="*/ 542575 h 4664632"/>
                <a:gd name="connsiteX5" fmla="*/ 6002795 w 6201572"/>
                <a:gd name="connsiteY5" fmla="*/ 1674689 h 4664632"/>
                <a:gd name="connsiteX6" fmla="*/ 6046339 w 6201572"/>
                <a:gd name="connsiteY6" fmla="*/ 1994003 h 4664632"/>
                <a:gd name="connsiteX7" fmla="*/ 5988282 w 6201572"/>
                <a:gd name="connsiteY7" fmla="*/ 2356860 h 4664632"/>
                <a:gd name="connsiteX8" fmla="*/ 5988282 w 6201572"/>
                <a:gd name="connsiteY8" fmla="*/ 2777775 h 4664632"/>
                <a:gd name="connsiteX9" fmla="*/ 5233539 w 6201572"/>
                <a:gd name="connsiteY9" fmla="*/ 3706689 h 4664632"/>
                <a:gd name="connsiteX10" fmla="*/ 5073883 w 6201572"/>
                <a:gd name="connsiteY10" fmla="*/ 3851832 h 4664632"/>
                <a:gd name="connsiteX11" fmla="*/ 4478797 w 6201572"/>
                <a:gd name="connsiteY11" fmla="*/ 4258232 h 4664632"/>
                <a:gd name="connsiteX12" fmla="*/ 2112969 w 6201572"/>
                <a:gd name="connsiteY12" fmla="*/ 4664632 h 4664632"/>
                <a:gd name="connsiteX13" fmla="*/ 1663026 w 6201572"/>
                <a:gd name="connsiteY13" fmla="*/ 4519489 h 4664632"/>
                <a:gd name="connsiteX14" fmla="*/ 748625 w 6201572"/>
                <a:gd name="connsiteY14" fmla="*/ 4260046 h 4664632"/>
                <a:gd name="connsiteX15" fmla="*/ 481925 w 6201572"/>
                <a:gd name="connsiteY15" fmla="*/ 4018746 h 4664632"/>
                <a:gd name="connsiteX16" fmla="*/ 253326 w 6201572"/>
                <a:gd name="connsiteY16" fmla="*/ 3815546 h 4664632"/>
                <a:gd name="connsiteX17" fmla="*/ 62825 w 6201572"/>
                <a:gd name="connsiteY17" fmla="*/ 3180546 h 4664632"/>
                <a:gd name="connsiteX18" fmla="*/ 12025 w 6201572"/>
                <a:gd name="connsiteY18" fmla="*/ 2659846 h 4664632"/>
                <a:gd name="connsiteX19" fmla="*/ 481925 w 6201572"/>
                <a:gd name="connsiteY19" fmla="*/ 1720046 h 4664632"/>
                <a:gd name="connsiteX20" fmla="*/ 559939 w 6201572"/>
                <a:gd name="connsiteY20" fmla="*/ 1602117 h 4664632"/>
                <a:gd name="connsiteX21" fmla="*/ 777655 w 6201572"/>
                <a:gd name="connsiteY21" fmla="*/ 1239260 h 4664632"/>
                <a:gd name="connsiteX0" fmla="*/ 777655 w 6201572"/>
                <a:gd name="connsiteY0" fmla="*/ 1239260 h 4664632"/>
                <a:gd name="connsiteX1" fmla="*/ 1706568 w 6201572"/>
                <a:gd name="connsiteY1" fmla="*/ 528060 h 4664632"/>
                <a:gd name="connsiteX2" fmla="*/ 3898224 w 6201572"/>
                <a:gd name="connsiteY2" fmla="*/ 20060 h 4664632"/>
                <a:gd name="connsiteX3" fmla="*/ 5262567 w 6201572"/>
                <a:gd name="connsiteY3" fmla="*/ 513546 h 4664632"/>
                <a:gd name="connsiteX4" fmla="*/ 5480283 w 6201572"/>
                <a:gd name="connsiteY4" fmla="*/ 542575 h 4664632"/>
                <a:gd name="connsiteX5" fmla="*/ 6002795 w 6201572"/>
                <a:gd name="connsiteY5" fmla="*/ 1674689 h 4664632"/>
                <a:gd name="connsiteX6" fmla="*/ 6046339 w 6201572"/>
                <a:gd name="connsiteY6" fmla="*/ 1994003 h 4664632"/>
                <a:gd name="connsiteX7" fmla="*/ 5988282 w 6201572"/>
                <a:gd name="connsiteY7" fmla="*/ 2356860 h 4664632"/>
                <a:gd name="connsiteX8" fmla="*/ 5988282 w 6201572"/>
                <a:gd name="connsiteY8" fmla="*/ 2777775 h 4664632"/>
                <a:gd name="connsiteX9" fmla="*/ 5233539 w 6201572"/>
                <a:gd name="connsiteY9" fmla="*/ 3706689 h 4664632"/>
                <a:gd name="connsiteX10" fmla="*/ 5073883 w 6201572"/>
                <a:gd name="connsiteY10" fmla="*/ 3851832 h 4664632"/>
                <a:gd name="connsiteX11" fmla="*/ 4478797 w 6201572"/>
                <a:gd name="connsiteY11" fmla="*/ 4258232 h 4664632"/>
                <a:gd name="connsiteX12" fmla="*/ 2112969 w 6201572"/>
                <a:gd name="connsiteY12" fmla="*/ 4664632 h 4664632"/>
                <a:gd name="connsiteX13" fmla="*/ 1663026 w 6201572"/>
                <a:gd name="connsiteY13" fmla="*/ 4519489 h 4664632"/>
                <a:gd name="connsiteX14" fmla="*/ 748625 w 6201572"/>
                <a:gd name="connsiteY14" fmla="*/ 4260046 h 4664632"/>
                <a:gd name="connsiteX15" fmla="*/ 481925 w 6201572"/>
                <a:gd name="connsiteY15" fmla="*/ 4018746 h 4664632"/>
                <a:gd name="connsiteX16" fmla="*/ 253326 w 6201572"/>
                <a:gd name="connsiteY16" fmla="*/ 3815546 h 4664632"/>
                <a:gd name="connsiteX17" fmla="*/ 62825 w 6201572"/>
                <a:gd name="connsiteY17" fmla="*/ 3180546 h 4664632"/>
                <a:gd name="connsiteX18" fmla="*/ 12025 w 6201572"/>
                <a:gd name="connsiteY18" fmla="*/ 2659846 h 4664632"/>
                <a:gd name="connsiteX19" fmla="*/ 481925 w 6201572"/>
                <a:gd name="connsiteY19" fmla="*/ 1720046 h 4664632"/>
                <a:gd name="connsiteX20" fmla="*/ 559939 w 6201572"/>
                <a:gd name="connsiteY20" fmla="*/ 1602117 h 4664632"/>
                <a:gd name="connsiteX21" fmla="*/ 777655 w 6201572"/>
                <a:gd name="connsiteY21" fmla="*/ 1239260 h 4664632"/>
                <a:gd name="connsiteX0" fmla="*/ 853456 w 6277373"/>
                <a:gd name="connsiteY0" fmla="*/ 1239260 h 4664632"/>
                <a:gd name="connsiteX1" fmla="*/ 1782369 w 6277373"/>
                <a:gd name="connsiteY1" fmla="*/ 528060 h 4664632"/>
                <a:gd name="connsiteX2" fmla="*/ 3974025 w 6277373"/>
                <a:gd name="connsiteY2" fmla="*/ 20060 h 4664632"/>
                <a:gd name="connsiteX3" fmla="*/ 5338368 w 6277373"/>
                <a:gd name="connsiteY3" fmla="*/ 513546 h 4664632"/>
                <a:gd name="connsiteX4" fmla="*/ 5556084 w 6277373"/>
                <a:gd name="connsiteY4" fmla="*/ 542575 h 4664632"/>
                <a:gd name="connsiteX5" fmla="*/ 6078596 w 6277373"/>
                <a:gd name="connsiteY5" fmla="*/ 1674689 h 4664632"/>
                <a:gd name="connsiteX6" fmla="*/ 6122140 w 6277373"/>
                <a:gd name="connsiteY6" fmla="*/ 1994003 h 4664632"/>
                <a:gd name="connsiteX7" fmla="*/ 6064083 w 6277373"/>
                <a:gd name="connsiteY7" fmla="*/ 2356860 h 4664632"/>
                <a:gd name="connsiteX8" fmla="*/ 6064083 w 6277373"/>
                <a:gd name="connsiteY8" fmla="*/ 2777775 h 4664632"/>
                <a:gd name="connsiteX9" fmla="*/ 5309340 w 6277373"/>
                <a:gd name="connsiteY9" fmla="*/ 3706689 h 4664632"/>
                <a:gd name="connsiteX10" fmla="*/ 5149684 w 6277373"/>
                <a:gd name="connsiteY10" fmla="*/ 3851832 h 4664632"/>
                <a:gd name="connsiteX11" fmla="*/ 4554598 w 6277373"/>
                <a:gd name="connsiteY11" fmla="*/ 4258232 h 4664632"/>
                <a:gd name="connsiteX12" fmla="*/ 2188770 w 6277373"/>
                <a:gd name="connsiteY12" fmla="*/ 4664632 h 4664632"/>
                <a:gd name="connsiteX13" fmla="*/ 1738827 w 6277373"/>
                <a:gd name="connsiteY13" fmla="*/ 4519489 h 4664632"/>
                <a:gd name="connsiteX14" fmla="*/ 824426 w 6277373"/>
                <a:gd name="connsiteY14" fmla="*/ 4260046 h 4664632"/>
                <a:gd name="connsiteX15" fmla="*/ 557726 w 6277373"/>
                <a:gd name="connsiteY15" fmla="*/ 4018746 h 4664632"/>
                <a:gd name="connsiteX16" fmla="*/ 329127 w 6277373"/>
                <a:gd name="connsiteY16" fmla="*/ 3815546 h 4664632"/>
                <a:gd name="connsiteX17" fmla="*/ 138626 w 6277373"/>
                <a:gd name="connsiteY17" fmla="*/ 3180546 h 4664632"/>
                <a:gd name="connsiteX18" fmla="*/ 87826 w 6277373"/>
                <a:gd name="connsiteY18" fmla="*/ 2659846 h 4664632"/>
                <a:gd name="connsiteX19" fmla="*/ 557726 w 6277373"/>
                <a:gd name="connsiteY19" fmla="*/ 1720046 h 4664632"/>
                <a:gd name="connsiteX20" fmla="*/ 635740 w 6277373"/>
                <a:gd name="connsiteY20" fmla="*/ 1602117 h 4664632"/>
                <a:gd name="connsiteX21" fmla="*/ 853456 w 6277373"/>
                <a:gd name="connsiteY21" fmla="*/ 1239260 h 4664632"/>
                <a:gd name="connsiteX0" fmla="*/ 899115 w 6323032"/>
                <a:gd name="connsiteY0" fmla="*/ 1239260 h 4664632"/>
                <a:gd name="connsiteX1" fmla="*/ 1828028 w 6323032"/>
                <a:gd name="connsiteY1" fmla="*/ 528060 h 4664632"/>
                <a:gd name="connsiteX2" fmla="*/ 4019684 w 6323032"/>
                <a:gd name="connsiteY2" fmla="*/ 20060 h 4664632"/>
                <a:gd name="connsiteX3" fmla="*/ 5384027 w 6323032"/>
                <a:gd name="connsiteY3" fmla="*/ 513546 h 4664632"/>
                <a:gd name="connsiteX4" fmla="*/ 5601743 w 6323032"/>
                <a:gd name="connsiteY4" fmla="*/ 542575 h 4664632"/>
                <a:gd name="connsiteX5" fmla="*/ 6124255 w 6323032"/>
                <a:gd name="connsiteY5" fmla="*/ 1674689 h 4664632"/>
                <a:gd name="connsiteX6" fmla="*/ 6167799 w 6323032"/>
                <a:gd name="connsiteY6" fmla="*/ 1994003 h 4664632"/>
                <a:gd name="connsiteX7" fmla="*/ 6109742 w 6323032"/>
                <a:gd name="connsiteY7" fmla="*/ 2356860 h 4664632"/>
                <a:gd name="connsiteX8" fmla="*/ 6109742 w 6323032"/>
                <a:gd name="connsiteY8" fmla="*/ 2777775 h 4664632"/>
                <a:gd name="connsiteX9" fmla="*/ 5354999 w 6323032"/>
                <a:gd name="connsiteY9" fmla="*/ 3706689 h 4664632"/>
                <a:gd name="connsiteX10" fmla="*/ 5195343 w 6323032"/>
                <a:gd name="connsiteY10" fmla="*/ 3851832 h 4664632"/>
                <a:gd name="connsiteX11" fmla="*/ 4600257 w 6323032"/>
                <a:gd name="connsiteY11" fmla="*/ 4258232 h 4664632"/>
                <a:gd name="connsiteX12" fmla="*/ 2234429 w 6323032"/>
                <a:gd name="connsiteY12" fmla="*/ 4664632 h 4664632"/>
                <a:gd name="connsiteX13" fmla="*/ 1784486 w 6323032"/>
                <a:gd name="connsiteY13" fmla="*/ 4519489 h 4664632"/>
                <a:gd name="connsiteX14" fmla="*/ 870085 w 6323032"/>
                <a:gd name="connsiteY14" fmla="*/ 4260046 h 4664632"/>
                <a:gd name="connsiteX15" fmla="*/ 603385 w 6323032"/>
                <a:gd name="connsiteY15" fmla="*/ 4018746 h 4664632"/>
                <a:gd name="connsiteX16" fmla="*/ 374786 w 6323032"/>
                <a:gd name="connsiteY16" fmla="*/ 3815546 h 4664632"/>
                <a:gd name="connsiteX17" fmla="*/ 184285 w 6323032"/>
                <a:gd name="connsiteY17" fmla="*/ 3180546 h 4664632"/>
                <a:gd name="connsiteX18" fmla="*/ 133485 w 6323032"/>
                <a:gd name="connsiteY18" fmla="*/ 2659846 h 4664632"/>
                <a:gd name="connsiteX19" fmla="*/ 603385 w 6323032"/>
                <a:gd name="connsiteY19" fmla="*/ 1720046 h 4664632"/>
                <a:gd name="connsiteX20" fmla="*/ 681399 w 6323032"/>
                <a:gd name="connsiteY20" fmla="*/ 1602117 h 4664632"/>
                <a:gd name="connsiteX21" fmla="*/ 899115 w 6323032"/>
                <a:gd name="connsiteY21" fmla="*/ 1239260 h 4664632"/>
                <a:gd name="connsiteX0" fmla="*/ 827650 w 6251567"/>
                <a:gd name="connsiteY0" fmla="*/ 1239260 h 4664632"/>
                <a:gd name="connsiteX1" fmla="*/ 1756563 w 6251567"/>
                <a:gd name="connsiteY1" fmla="*/ 528060 h 4664632"/>
                <a:gd name="connsiteX2" fmla="*/ 3948219 w 6251567"/>
                <a:gd name="connsiteY2" fmla="*/ 20060 h 4664632"/>
                <a:gd name="connsiteX3" fmla="*/ 5312562 w 6251567"/>
                <a:gd name="connsiteY3" fmla="*/ 513546 h 4664632"/>
                <a:gd name="connsiteX4" fmla="*/ 5530278 w 6251567"/>
                <a:gd name="connsiteY4" fmla="*/ 542575 h 4664632"/>
                <a:gd name="connsiteX5" fmla="*/ 6052790 w 6251567"/>
                <a:gd name="connsiteY5" fmla="*/ 1674689 h 4664632"/>
                <a:gd name="connsiteX6" fmla="*/ 6096334 w 6251567"/>
                <a:gd name="connsiteY6" fmla="*/ 1994003 h 4664632"/>
                <a:gd name="connsiteX7" fmla="*/ 6038277 w 6251567"/>
                <a:gd name="connsiteY7" fmla="*/ 2356860 h 4664632"/>
                <a:gd name="connsiteX8" fmla="*/ 6038277 w 6251567"/>
                <a:gd name="connsiteY8" fmla="*/ 2777775 h 4664632"/>
                <a:gd name="connsiteX9" fmla="*/ 5283534 w 6251567"/>
                <a:gd name="connsiteY9" fmla="*/ 3706689 h 4664632"/>
                <a:gd name="connsiteX10" fmla="*/ 5123878 w 6251567"/>
                <a:gd name="connsiteY10" fmla="*/ 3851832 h 4664632"/>
                <a:gd name="connsiteX11" fmla="*/ 4528792 w 6251567"/>
                <a:gd name="connsiteY11" fmla="*/ 4258232 h 4664632"/>
                <a:gd name="connsiteX12" fmla="*/ 2162964 w 6251567"/>
                <a:gd name="connsiteY12" fmla="*/ 4664632 h 4664632"/>
                <a:gd name="connsiteX13" fmla="*/ 1713021 w 6251567"/>
                <a:gd name="connsiteY13" fmla="*/ 4519489 h 4664632"/>
                <a:gd name="connsiteX14" fmla="*/ 798620 w 6251567"/>
                <a:gd name="connsiteY14" fmla="*/ 4260046 h 4664632"/>
                <a:gd name="connsiteX15" fmla="*/ 531920 w 6251567"/>
                <a:gd name="connsiteY15" fmla="*/ 4018746 h 4664632"/>
                <a:gd name="connsiteX16" fmla="*/ 303321 w 6251567"/>
                <a:gd name="connsiteY16" fmla="*/ 3815546 h 4664632"/>
                <a:gd name="connsiteX17" fmla="*/ 112820 w 6251567"/>
                <a:gd name="connsiteY17" fmla="*/ 3180546 h 4664632"/>
                <a:gd name="connsiteX18" fmla="*/ 62020 w 6251567"/>
                <a:gd name="connsiteY18" fmla="*/ 2659846 h 4664632"/>
                <a:gd name="connsiteX19" fmla="*/ 531920 w 6251567"/>
                <a:gd name="connsiteY19" fmla="*/ 1720046 h 4664632"/>
                <a:gd name="connsiteX20" fmla="*/ 609934 w 6251567"/>
                <a:gd name="connsiteY20" fmla="*/ 1602117 h 4664632"/>
                <a:gd name="connsiteX21" fmla="*/ 827650 w 6251567"/>
                <a:gd name="connsiteY21" fmla="*/ 1239260 h 4664632"/>
                <a:gd name="connsiteX0" fmla="*/ 827650 w 6251567"/>
                <a:gd name="connsiteY0" fmla="*/ 1239260 h 4664632"/>
                <a:gd name="connsiteX1" fmla="*/ 1756563 w 6251567"/>
                <a:gd name="connsiteY1" fmla="*/ 528060 h 4664632"/>
                <a:gd name="connsiteX2" fmla="*/ 3948219 w 6251567"/>
                <a:gd name="connsiteY2" fmla="*/ 20060 h 4664632"/>
                <a:gd name="connsiteX3" fmla="*/ 5312562 w 6251567"/>
                <a:gd name="connsiteY3" fmla="*/ 513546 h 4664632"/>
                <a:gd name="connsiteX4" fmla="*/ 5530278 w 6251567"/>
                <a:gd name="connsiteY4" fmla="*/ 542575 h 4664632"/>
                <a:gd name="connsiteX5" fmla="*/ 6052790 w 6251567"/>
                <a:gd name="connsiteY5" fmla="*/ 1674689 h 4664632"/>
                <a:gd name="connsiteX6" fmla="*/ 6096334 w 6251567"/>
                <a:gd name="connsiteY6" fmla="*/ 1994003 h 4664632"/>
                <a:gd name="connsiteX7" fmla="*/ 6038277 w 6251567"/>
                <a:gd name="connsiteY7" fmla="*/ 2356860 h 4664632"/>
                <a:gd name="connsiteX8" fmla="*/ 6038277 w 6251567"/>
                <a:gd name="connsiteY8" fmla="*/ 2777775 h 4664632"/>
                <a:gd name="connsiteX9" fmla="*/ 5283534 w 6251567"/>
                <a:gd name="connsiteY9" fmla="*/ 3706689 h 4664632"/>
                <a:gd name="connsiteX10" fmla="*/ 5123878 w 6251567"/>
                <a:gd name="connsiteY10" fmla="*/ 3851832 h 4664632"/>
                <a:gd name="connsiteX11" fmla="*/ 4528792 w 6251567"/>
                <a:gd name="connsiteY11" fmla="*/ 4258232 h 4664632"/>
                <a:gd name="connsiteX12" fmla="*/ 2162964 w 6251567"/>
                <a:gd name="connsiteY12" fmla="*/ 4664632 h 4664632"/>
                <a:gd name="connsiteX13" fmla="*/ 1713021 w 6251567"/>
                <a:gd name="connsiteY13" fmla="*/ 4519489 h 4664632"/>
                <a:gd name="connsiteX14" fmla="*/ 798620 w 6251567"/>
                <a:gd name="connsiteY14" fmla="*/ 4260046 h 4664632"/>
                <a:gd name="connsiteX15" fmla="*/ 531920 w 6251567"/>
                <a:gd name="connsiteY15" fmla="*/ 4018746 h 4664632"/>
                <a:gd name="connsiteX16" fmla="*/ 303321 w 6251567"/>
                <a:gd name="connsiteY16" fmla="*/ 3815546 h 4664632"/>
                <a:gd name="connsiteX17" fmla="*/ 112820 w 6251567"/>
                <a:gd name="connsiteY17" fmla="*/ 3180546 h 4664632"/>
                <a:gd name="connsiteX18" fmla="*/ 62020 w 6251567"/>
                <a:gd name="connsiteY18" fmla="*/ 2659846 h 4664632"/>
                <a:gd name="connsiteX19" fmla="*/ 531920 w 6251567"/>
                <a:gd name="connsiteY19" fmla="*/ 1720046 h 4664632"/>
                <a:gd name="connsiteX20" fmla="*/ 609934 w 6251567"/>
                <a:gd name="connsiteY20" fmla="*/ 1602117 h 4664632"/>
                <a:gd name="connsiteX21" fmla="*/ 827650 w 6251567"/>
                <a:gd name="connsiteY21" fmla="*/ 1239260 h 4664632"/>
                <a:gd name="connsiteX0" fmla="*/ 847561 w 6271478"/>
                <a:gd name="connsiteY0" fmla="*/ 1239260 h 4664632"/>
                <a:gd name="connsiteX1" fmla="*/ 1776474 w 6271478"/>
                <a:gd name="connsiteY1" fmla="*/ 528060 h 4664632"/>
                <a:gd name="connsiteX2" fmla="*/ 3968130 w 6271478"/>
                <a:gd name="connsiteY2" fmla="*/ 20060 h 4664632"/>
                <a:gd name="connsiteX3" fmla="*/ 5332473 w 6271478"/>
                <a:gd name="connsiteY3" fmla="*/ 513546 h 4664632"/>
                <a:gd name="connsiteX4" fmla="*/ 5550189 w 6271478"/>
                <a:gd name="connsiteY4" fmla="*/ 542575 h 4664632"/>
                <a:gd name="connsiteX5" fmla="*/ 6072701 w 6271478"/>
                <a:gd name="connsiteY5" fmla="*/ 1674689 h 4664632"/>
                <a:gd name="connsiteX6" fmla="*/ 6116245 w 6271478"/>
                <a:gd name="connsiteY6" fmla="*/ 1994003 h 4664632"/>
                <a:gd name="connsiteX7" fmla="*/ 6058188 w 6271478"/>
                <a:gd name="connsiteY7" fmla="*/ 2356860 h 4664632"/>
                <a:gd name="connsiteX8" fmla="*/ 6058188 w 6271478"/>
                <a:gd name="connsiteY8" fmla="*/ 2777775 h 4664632"/>
                <a:gd name="connsiteX9" fmla="*/ 5303445 w 6271478"/>
                <a:gd name="connsiteY9" fmla="*/ 3706689 h 4664632"/>
                <a:gd name="connsiteX10" fmla="*/ 5143789 w 6271478"/>
                <a:gd name="connsiteY10" fmla="*/ 3851832 h 4664632"/>
                <a:gd name="connsiteX11" fmla="*/ 4548703 w 6271478"/>
                <a:gd name="connsiteY11" fmla="*/ 4258232 h 4664632"/>
                <a:gd name="connsiteX12" fmla="*/ 2182875 w 6271478"/>
                <a:gd name="connsiteY12" fmla="*/ 4664632 h 4664632"/>
                <a:gd name="connsiteX13" fmla="*/ 1732932 w 6271478"/>
                <a:gd name="connsiteY13" fmla="*/ 4519489 h 4664632"/>
                <a:gd name="connsiteX14" fmla="*/ 818531 w 6271478"/>
                <a:gd name="connsiteY14" fmla="*/ 4260046 h 4664632"/>
                <a:gd name="connsiteX15" fmla="*/ 551831 w 6271478"/>
                <a:gd name="connsiteY15" fmla="*/ 4018746 h 4664632"/>
                <a:gd name="connsiteX16" fmla="*/ 323232 w 6271478"/>
                <a:gd name="connsiteY16" fmla="*/ 3815546 h 4664632"/>
                <a:gd name="connsiteX17" fmla="*/ 132731 w 6271478"/>
                <a:gd name="connsiteY17" fmla="*/ 3180546 h 4664632"/>
                <a:gd name="connsiteX18" fmla="*/ 81931 w 6271478"/>
                <a:gd name="connsiteY18" fmla="*/ 2659846 h 4664632"/>
                <a:gd name="connsiteX19" fmla="*/ 551831 w 6271478"/>
                <a:gd name="connsiteY19" fmla="*/ 1720046 h 4664632"/>
                <a:gd name="connsiteX20" fmla="*/ 629845 w 6271478"/>
                <a:gd name="connsiteY20" fmla="*/ 1602117 h 4664632"/>
                <a:gd name="connsiteX21" fmla="*/ 847561 w 6271478"/>
                <a:gd name="connsiteY21" fmla="*/ 1239260 h 4664632"/>
                <a:gd name="connsiteX0" fmla="*/ 847561 w 6271478"/>
                <a:gd name="connsiteY0" fmla="*/ 1239260 h 4664632"/>
                <a:gd name="connsiteX1" fmla="*/ 1776474 w 6271478"/>
                <a:gd name="connsiteY1" fmla="*/ 528060 h 4664632"/>
                <a:gd name="connsiteX2" fmla="*/ 3968130 w 6271478"/>
                <a:gd name="connsiteY2" fmla="*/ 20060 h 4664632"/>
                <a:gd name="connsiteX3" fmla="*/ 5332473 w 6271478"/>
                <a:gd name="connsiteY3" fmla="*/ 513546 h 4664632"/>
                <a:gd name="connsiteX4" fmla="*/ 5550189 w 6271478"/>
                <a:gd name="connsiteY4" fmla="*/ 542575 h 4664632"/>
                <a:gd name="connsiteX5" fmla="*/ 6072701 w 6271478"/>
                <a:gd name="connsiteY5" fmla="*/ 1674689 h 4664632"/>
                <a:gd name="connsiteX6" fmla="*/ 6116245 w 6271478"/>
                <a:gd name="connsiteY6" fmla="*/ 1994003 h 4664632"/>
                <a:gd name="connsiteX7" fmla="*/ 6058188 w 6271478"/>
                <a:gd name="connsiteY7" fmla="*/ 2356860 h 4664632"/>
                <a:gd name="connsiteX8" fmla="*/ 6058188 w 6271478"/>
                <a:gd name="connsiteY8" fmla="*/ 2777775 h 4664632"/>
                <a:gd name="connsiteX9" fmla="*/ 5303445 w 6271478"/>
                <a:gd name="connsiteY9" fmla="*/ 3706689 h 4664632"/>
                <a:gd name="connsiteX10" fmla="*/ 5143789 w 6271478"/>
                <a:gd name="connsiteY10" fmla="*/ 3851832 h 4664632"/>
                <a:gd name="connsiteX11" fmla="*/ 4548703 w 6271478"/>
                <a:gd name="connsiteY11" fmla="*/ 4258232 h 4664632"/>
                <a:gd name="connsiteX12" fmla="*/ 2182875 w 6271478"/>
                <a:gd name="connsiteY12" fmla="*/ 4664632 h 4664632"/>
                <a:gd name="connsiteX13" fmla="*/ 1732932 w 6271478"/>
                <a:gd name="connsiteY13" fmla="*/ 4519489 h 4664632"/>
                <a:gd name="connsiteX14" fmla="*/ 818531 w 6271478"/>
                <a:gd name="connsiteY14" fmla="*/ 4260046 h 4664632"/>
                <a:gd name="connsiteX15" fmla="*/ 551831 w 6271478"/>
                <a:gd name="connsiteY15" fmla="*/ 4018746 h 4664632"/>
                <a:gd name="connsiteX16" fmla="*/ 323232 w 6271478"/>
                <a:gd name="connsiteY16" fmla="*/ 3815546 h 4664632"/>
                <a:gd name="connsiteX17" fmla="*/ 132731 w 6271478"/>
                <a:gd name="connsiteY17" fmla="*/ 3180546 h 4664632"/>
                <a:gd name="connsiteX18" fmla="*/ 81931 w 6271478"/>
                <a:gd name="connsiteY18" fmla="*/ 2659846 h 4664632"/>
                <a:gd name="connsiteX19" fmla="*/ 551831 w 6271478"/>
                <a:gd name="connsiteY19" fmla="*/ 1720046 h 4664632"/>
                <a:gd name="connsiteX20" fmla="*/ 629845 w 6271478"/>
                <a:gd name="connsiteY20" fmla="*/ 1602117 h 4664632"/>
                <a:gd name="connsiteX21" fmla="*/ 847561 w 6271478"/>
                <a:gd name="connsiteY21" fmla="*/ 1239260 h 4664632"/>
                <a:gd name="connsiteX0" fmla="*/ 863056 w 6286973"/>
                <a:gd name="connsiteY0" fmla="*/ 1239260 h 4664632"/>
                <a:gd name="connsiteX1" fmla="*/ 1791969 w 6286973"/>
                <a:gd name="connsiteY1" fmla="*/ 528060 h 4664632"/>
                <a:gd name="connsiteX2" fmla="*/ 3983625 w 6286973"/>
                <a:gd name="connsiteY2" fmla="*/ 20060 h 4664632"/>
                <a:gd name="connsiteX3" fmla="*/ 5347968 w 6286973"/>
                <a:gd name="connsiteY3" fmla="*/ 513546 h 4664632"/>
                <a:gd name="connsiteX4" fmla="*/ 5565684 w 6286973"/>
                <a:gd name="connsiteY4" fmla="*/ 542575 h 4664632"/>
                <a:gd name="connsiteX5" fmla="*/ 6088196 w 6286973"/>
                <a:gd name="connsiteY5" fmla="*/ 1674689 h 4664632"/>
                <a:gd name="connsiteX6" fmla="*/ 6131740 w 6286973"/>
                <a:gd name="connsiteY6" fmla="*/ 1994003 h 4664632"/>
                <a:gd name="connsiteX7" fmla="*/ 6073683 w 6286973"/>
                <a:gd name="connsiteY7" fmla="*/ 2356860 h 4664632"/>
                <a:gd name="connsiteX8" fmla="*/ 6073683 w 6286973"/>
                <a:gd name="connsiteY8" fmla="*/ 2777775 h 4664632"/>
                <a:gd name="connsiteX9" fmla="*/ 5318940 w 6286973"/>
                <a:gd name="connsiteY9" fmla="*/ 3706689 h 4664632"/>
                <a:gd name="connsiteX10" fmla="*/ 5159284 w 6286973"/>
                <a:gd name="connsiteY10" fmla="*/ 3851832 h 4664632"/>
                <a:gd name="connsiteX11" fmla="*/ 4564198 w 6286973"/>
                <a:gd name="connsiteY11" fmla="*/ 4258232 h 4664632"/>
                <a:gd name="connsiteX12" fmla="*/ 2198370 w 6286973"/>
                <a:gd name="connsiteY12" fmla="*/ 4664632 h 4664632"/>
                <a:gd name="connsiteX13" fmla="*/ 1748427 w 6286973"/>
                <a:gd name="connsiteY13" fmla="*/ 4519489 h 4664632"/>
                <a:gd name="connsiteX14" fmla="*/ 834026 w 6286973"/>
                <a:gd name="connsiteY14" fmla="*/ 4260046 h 4664632"/>
                <a:gd name="connsiteX15" fmla="*/ 567326 w 6286973"/>
                <a:gd name="connsiteY15" fmla="*/ 4018746 h 4664632"/>
                <a:gd name="connsiteX16" fmla="*/ 338727 w 6286973"/>
                <a:gd name="connsiteY16" fmla="*/ 3815546 h 4664632"/>
                <a:gd name="connsiteX17" fmla="*/ 148226 w 6286973"/>
                <a:gd name="connsiteY17" fmla="*/ 3180546 h 4664632"/>
                <a:gd name="connsiteX18" fmla="*/ 97426 w 6286973"/>
                <a:gd name="connsiteY18" fmla="*/ 2659846 h 4664632"/>
                <a:gd name="connsiteX19" fmla="*/ 567326 w 6286973"/>
                <a:gd name="connsiteY19" fmla="*/ 1720046 h 4664632"/>
                <a:gd name="connsiteX20" fmla="*/ 645340 w 6286973"/>
                <a:gd name="connsiteY20" fmla="*/ 1602117 h 4664632"/>
                <a:gd name="connsiteX21" fmla="*/ 863056 w 6286973"/>
                <a:gd name="connsiteY21" fmla="*/ 1239260 h 4664632"/>
                <a:gd name="connsiteX0" fmla="*/ 863056 w 6286973"/>
                <a:gd name="connsiteY0" fmla="*/ 1239260 h 4664632"/>
                <a:gd name="connsiteX1" fmla="*/ 1791969 w 6286973"/>
                <a:gd name="connsiteY1" fmla="*/ 528060 h 4664632"/>
                <a:gd name="connsiteX2" fmla="*/ 3983625 w 6286973"/>
                <a:gd name="connsiteY2" fmla="*/ 20060 h 4664632"/>
                <a:gd name="connsiteX3" fmla="*/ 5347968 w 6286973"/>
                <a:gd name="connsiteY3" fmla="*/ 513546 h 4664632"/>
                <a:gd name="connsiteX4" fmla="*/ 5565684 w 6286973"/>
                <a:gd name="connsiteY4" fmla="*/ 542575 h 4664632"/>
                <a:gd name="connsiteX5" fmla="*/ 6088196 w 6286973"/>
                <a:gd name="connsiteY5" fmla="*/ 1674689 h 4664632"/>
                <a:gd name="connsiteX6" fmla="*/ 6131740 w 6286973"/>
                <a:gd name="connsiteY6" fmla="*/ 1994003 h 4664632"/>
                <a:gd name="connsiteX7" fmla="*/ 6073683 w 6286973"/>
                <a:gd name="connsiteY7" fmla="*/ 2356860 h 4664632"/>
                <a:gd name="connsiteX8" fmla="*/ 6073683 w 6286973"/>
                <a:gd name="connsiteY8" fmla="*/ 2777775 h 4664632"/>
                <a:gd name="connsiteX9" fmla="*/ 5318940 w 6286973"/>
                <a:gd name="connsiteY9" fmla="*/ 3706689 h 4664632"/>
                <a:gd name="connsiteX10" fmla="*/ 5159284 w 6286973"/>
                <a:gd name="connsiteY10" fmla="*/ 3851832 h 4664632"/>
                <a:gd name="connsiteX11" fmla="*/ 4564198 w 6286973"/>
                <a:gd name="connsiteY11" fmla="*/ 4258232 h 4664632"/>
                <a:gd name="connsiteX12" fmla="*/ 2198370 w 6286973"/>
                <a:gd name="connsiteY12" fmla="*/ 4664632 h 4664632"/>
                <a:gd name="connsiteX13" fmla="*/ 1748427 w 6286973"/>
                <a:gd name="connsiteY13" fmla="*/ 4519489 h 4664632"/>
                <a:gd name="connsiteX14" fmla="*/ 834026 w 6286973"/>
                <a:gd name="connsiteY14" fmla="*/ 4260046 h 4664632"/>
                <a:gd name="connsiteX15" fmla="*/ 567326 w 6286973"/>
                <a:gd name="connsiteY15" fmla="*/ 4018746 h 4664632"/>
                <a:gd name="connsiteX16" fmla="*/ 338727 w 6286973"/>
                <a:gd name="connsiteY16" fmla="*/ 3815546 h 4664632"/>
                <a:gd name="connsiteX17" fmla="*/ 148226 w 6286973"/>
                <a:gd name="connsiteY17" fmla="*/ 3180546 h 4664632"/>
                <a:gd name="connsiteX18" fmla="*/ 97426 w 6286973"/>
                <a:gd name="connsiteY18" fmla="*/ 2659846 h 4664632"/>
                <a:gd name="connsiteX19" fmla="*/ 567326 w 6286973"/>
                <a:gd name="connsiteY19" fmla="*/ 1720046 h 4664632"/>
                <a:gd name="connsiteX20" fmla="*/ 645340 w 6286973"/>
                <a:gd name="connsiteY20" fmla="*/ 1602117 h 4664632"/>
                <a:gd name="connsiteX21" fmla="*/ 863056 w 6286973"/>
                <a:gd name="connsiteY21" fmla="*/ 1239260 h 4664632"/>
                <a:gd name="connsiteX0" fmla="*/ 863056 w 6286973"/>
                <a:gd name="connsiteY0" fmla="*/ 1239260 h 4664632"/>
                <a:gd name="connsiteX1" fmla="*/ 1791969 w 6286973"/>
                <a:gd name="connsiteY1" fmla="*/ 528060 h 4664632"/>
                <a:gd name="connsiteX2" fmla="*/ 3983625 w 6286973"/>
                <a:gd name="connsiteY2" fmla="*/ 20060 h 4664632"/>
                <a:gd name="connsiteX3" fmla="*/ 5347968 w 6286973"/>
                <a:gd name="connsiteY3" fmla="*/ 513546 h 4664632"/>
                <a:gd name="connsiteX4" fmla="*/ 5565684 w 6286973"/>
                <a:gd name="connsiteY4" fmla="*/ 542575 h 4664632"/>
                <a:gd name="connsiteX5" fmla="*/ 6088196 w 6286973"/>
                <a:gd name="connsiteY5" fmla="*/ 1674689 h 4664632"/>
                <a:gd name="connsiteX6" fmla="*/ 6131740 w 6286973"/>
                <a:gd name="connsiteY6" fmla="*/ 1994003 h 4664632"/>
                <a:gd name="connsiteX7" fmla="*/ 6073683 w 6286973"/>
                <a:gd name="connsiteY7" fmla="*/ 2356860 h 4664632"/>
                <a:gd name="connsiteX8" fmla="*/ 6073683 w 6286973"/>
                <a:gd name="connsiteY8" fmla="*/ 2777775 h 4664632"/>
                <a:gd name="connsiteX9" fmla="*/ 5318940 w 6286973"/>
                <a:gd name="connsiteY9" fmla="*/ 3706689 h 4664632"/>
                <a:gd name="connsiteX10" fmla="*/ 5159284 w 6286973"/>
                <a:gd name="connsiteY10" fmla="*/ 3851832 h 4664632"/>
                <a:gd name="connsiteX11" fmla="*/ 4564198 w 6286973"/>
                <a:gd name="connsiteY11" fmla="*/ 4258232 h 4664632"/>
                <a:gd name="connsiteX12" fmla="*/ 2198370 w 6286973"/>
                <a:gd name="connsiteY12" fmla="*/ 4664632 h 4664632"/>
                <a:gd name="connsiteX13" fmla="*/ 1748427 w 6286973"/>
                <a:gd name="connsiteY13" fmla="*/ 4519489 h 4664632"/>
                <a:gd name="connsiteX14" fmla="*/ 834026 w 6286973"/>
                <a:gd name="connsiteY14" fmla="*/ 4260046 h 4664632"/>
                <a:gd name="connsiteX15" fmla="*/ 567326 w 6286973"/>
                <a:gd name="connsiteY15" fmla="*/ 4018746 h 4664632"/>
                <a:gd name="connsiteX16" fmla="*/ 338727 w 6286973"/>
                <a:gd name="connsiteY16" fmla="*/ 3815546 h 4664632"/>
                <a:gd name="connsiteX17" fmla="*/ 148226 w 6286973"/>
                <a:gd name="connsiteY17" fmla="*/ 3180546 h 4664632"/>
                <a:gd name="connsiteX18" fmla="*/ 97426 w 6286973"/>
                <a:gd name="connsiteY18" fmla="*/ 2659846 h 4664632"/>
                <a:gd name="connsiteX19" fmla="*/ 567326 w 6286973"/>
                <a:gd name="connsiteY19" fmla="*/ 1720046 h 4664632"/>
                <a:gd name="connsiteX20" fmla="*/ 645340 w 6286973"/>
                <a:gd name="connsiteY20" fmla="*/ 1602117 h 4664632"/>
                <a:gd name="connsiteX21" fmla="*/ 863056 w 6286973"/>
                <a:gd name="connsiteY21" fmla="*/ 1239260 h 4664632"/>
                <a:gd name="connsiteX0" fmla="*/ 875756 w 6286973"/>
                <a:gd name="connsiteY0" fmla="*/ 1290060 h 4664632"/>
                <a:gd name="connsiteX1" fmla="*/ 1791969 w 6286973"/>
                <a:gd name="connsiteY1" fmla="*/ 528060 h 4664632"/>
                <a:gd name="connsiteX2" fmla="*/ 3983625 w 6286973"/>
                <a:gd name="connsiteY2" fmla="*/ 20060 h 4664632"/>
                <a:gd name="connsiteX3" fmla="*/ 5347968 w 6286973"/>
                <a:gd name="connsiteY3" fmla="*/ 513546 h 4664632"/>
                <a:gd name="connsiteX4" fmla="*/ 5565684 w 6286973"/>
                <a:gd name="connsiteY4" fmla="*/ 542575 h 4664632"/>
                <a:gd name="connsiteX5" fmla="*/ 6088196 w 6286973"/>
                <a:gd name="connsiteY5" fmla="*/ 1674689 h 4664632"/>
                <a:gd name="connsiteX6" fmla="*/ 6131740 w 6286973"/>
                <a:gd name="connsiteY6" fmla="*/ 1994003 h 4664632"/>
                <a:gd name="connsiteX7" fmla="*/ 6073683 w 6286973"/>
                <a:gd name="connsiteY7" fmla="*/ 2356860 h 4664632"/>
                <a:gd name="connsiteX8" fmla="*/ 6073683 w 6286973"/>
                <a:gd name="connsiteY8" fmla="*/ 2777775 h 4664632"/>
                <a:gd name="connsiteX9" fmla="*/ 5318940 w 6286973"/>
                <a:gd name="connsiteY9" fmla="*/ 3706689 h 4664632"/>
                <a:gd name="connsiteX10" fmla="*/ 5159284 w 6286973"/>
                <a:gd name="connsiteY10" fmla="*/ 3851832 h 4664632"/>
                <a:gd name="connsiteX11" fmla="*/ 4564198 w 6286973"/>
                <a:gd name="connsiteY11" fmla="*/ 4258232 h 4664632"/>
                <a:gd name="connsiteX12" fmla="*/ 2198370 w 6286973"/>
                <a:gd name="connsiteY12" fmla="*/ 4664632 h 4664632"/>
                <a:gd name="connsiteX13" fmla="*/ 1748427 w 6286973"/>
                <a:gd name="connsiteY13" fmla="*/ 4519489 h 4664632"/>
                <a:gd name="connsiteX14" fmla="*/ 834026 w 6286973"/>
                <a:gd name="connsiteY14" fmla="*/ 4260046 h 4664632"/>
                <a:gd name="connsiteX15" fmla="*/ 567326 w 6286973"/>
                <a:gd name="connsiteY15" fmla="*/ 4018746 h 4664632"/>
                <a:gd name="connsiteX16" fmla="*/ 338727 w 6286973"/>
                <a:gd name="connsiteY16" fmla="*/ 3815546 h 4664632"/>
                <a:gd name="connsiteX17" fmla="*/ 148226 w 6286973"/>
                <a:gd name="connsiteY17" fmla="*/ 3180546 h 4664632"/>
                <a:gd name="connsiteX18" fmla="*/ 97426 w 6286973"/>
                <a:gd name="connsiteY18" fmla="*/ 2659846 h 4664632"/>
                <a:gd name="connsiteX19" fmla="*/ 567326 w 6286973"/>
                <a:gd name="connsiteY19" fmla="*/ 1720046 h 4664632"/>
                <a:gd name="connsiteX20" fmla="*/ 645340 w 6286973"/>
                <a:gd name="connsiteY20" fmla="*/ 1602117 h 4664632"/>
                <a:gd name="connsiteX21" fmla="*/ 875756 w 6286973"/>
                <a:gd name="connsiteY21" fmla="*/ 1290060 h 4664632"/>
                <a:gd name="connsiteX0" fmla="*/ 875756 w 6286973"/>
                <a:gd name="connsiteY0" fmla="*/ 1290060 h 4664632"/>
                <a:gd name="connsiteX1" fmla="*/ 1791969 w 6286973"/>
                <a:gd name="connsiteY1" fmla="*/ 528060 h 4664632"/>
                <a:gd name="connsiteX2" fmla="*/ 3983625 w 6286973"/>
                <a:gd name="connsiteY2" fmla="*/ 20060 h 4664632"/>
                <a:gd name="connsiteX3" fmla="*/ 5347968 w 6286973"/>
                <a:gd name="connsiteY3" fmla="*/ 513546 h 4664632"/>
                <a:gd name="connsiteX4" fmla="*/ 5565684 w 6286973"/>
                <a:gd name="connsiteY4" fmla="*/ 542575 h 4664632"/>
                <a:gd name="connsiteX5" fmla="*/ 6088196 w 6286973"/>
                <a:gd name="connsiteY5" fmla="*/ 1674689 h 4664632"/>
                <a:gd name="connsiteX6" fmla="*/ 6131740 w 6286973"/>
                <a:gd name="connsiteY6" fmla="*/ 1994003 h 4664632"/>
                <a:gd name="connsiteX7" fmla="*/ 6073683 w 6286973"/>
                <a:gd name="connsiteY7" fmla="*/ 2356860 h 4664632"/>
                <a:gd name="connsiteX8" fmla="*/ 6073683 w 6286973"/>
                <a:gd name="connsiteY8" fmla="*/ 2777775 h 4664632"/>
                <a:gd name="connsiteX9" fmla="*/ 5318940 w 6286973"/>
                <a:gd name="connsiteY9" fmla="*/ 3706689 h 4664632"/>
                <a:gd name="connsiteX10" fmla="*/ 5159284 w 6286973"/>
                <a:gd name="connsiteY10" fmla="*/ 3851832 h 4664632"/>
                <a:gd name="connsiteX11" fmla="*/ 4564198 w 6286973"/>
                <a:gd name="connsiteY11" fmla="*/ 4258232 h 4664632"/>
                <a:gd name="connsiteX12" fmla="*/ 2198370 w 6286973"/>
                <a:gd name="connsiteY12" fmla="*/ 4664632 h 4664632"/>
                <a:gd name="connsiteX13" fmla="*/ 1748427 w 6286973"/>
                <a:gd name="connsiteY13" fmla="*/ 4519489 h 4664632"/>
                <a:gd name="connsiteX14" fmla="*/ 834026 w 6286973"/>
                <a:gd name="connsiteY14" fmla="*/ 4260046 h 4664632"/>
                <a:gd name="connsiteX15" fmla="*/ 567326 w 6286973"/>
                <a:gd name="connsiteY15" fmla="*/ 4018746 h 4664632"/>
                <a:gd name="connsiteX16" fmla="*/ 338727 w 6286973"/>
                <a:gd name="connsiteY16" fmla="*/ 3815546 h 4664632"/>
                <a:gd name="connsiteX17" fmla="*/ 148226 w 6286973"/>
                <a:gd name="connsiteY17" fmla="*/ 3180546 h 4664632"/>
                <a:gd name="connsiteX18" fmla="*/ 97426 w 6286973"/>
                <a:gd name="connsiteY18" fmla="*/ 2659846 h 4664632"/>
                <a:gd name="connsiteX19" fmla="*/ 567326 w 6286973"/>
                <a:gd name="connsiteY19" fmla="*/ 1720046 h 4664632"/>
                <a:gd name="connsiteX20" fmla="*/ 645340 w 6286973"/>
                <a:gd name="connsiteY20" fmla="*/ 1602117 h 4664632"/>
                <a:gd name="connsiteX21" fmla="*/ 875756 w 6286973"/>
                <a:gd name="connsiteY21" fmla="*/ 1290060 h 4664632"/>
                <a:gd name="connsiteX0" fmla="*/ 875756 w 6286973"/>
                <a:gd name="connsiteY0" fmla="*/ 1475466 h 4850038"/>
                <a:gd name="connsiteX1" fmla="*/ 1791969 w 6286973"/>
                <a:gd name="connsiteY1" fmla="*/ 713466 h 4850038"/>
                <a:gd name="connsiteX2" fmla="*/ 3983625 w 6286973"/>
                <a:gd name="connsiteY2" fmla="*/ 205466 h 4850038"/>
                <a:gd name="connsiteX3" fmla="*/ 5347968 w 6286973"/>
                <a:gd name="connsiteY3" fmla="*/ 698952 h 4850038"/>
                <a:gd name="connsiteX4" fmla="*/ 5565684 w 6286973"/>
                <a:gd name="connsiteY4" fmla="*/ 727981 h 4850038"/>
                <a:gd name="connsiteX5" fmla="*/ 6088196 w 6286973"/>
                <a:gd name="connsiteY5" fmla="*/ 1860095 h 4850038"/>
                <a:gd name="connsiteX6" fmla="*/ 6131740 w 6286973"/>
                <a:gd name="connsiteY6" fmla="*/ 2179409 h 4850038"/>
                <a:gd name="connsiteX7" fmla="*/ 6073683 w 6286973"/>
                <a:gd name="connsiteY7" fmla="*/ 2542266 h 4850038"/>
                <a:gd name="connsiteX8" fmla="*/ 6073683 w 6286973"/>
                <a:gd name="connsiteY8" fmla="*/ 2963181 h 4850038"/>
                <a:gd name="connsiteX9" fmla="*/ 5318940 w 6286973"/>
                <a:gd name="connsiteY9" fmla="*/ 3892095 h 4850038"/>
                <a:gd name="connsiteX10" fmla="*/ 5159284 w 6286973"/>
                <a:gd name="connsiteY10" fmla="*/ 4037238 h 4850038"/>
                <a:gd name="connsiteX11" fmla="*/ 4564198 w 6286973"/>
                <a:gd name="connsiteY11" fmla="*/ 4443638 h 4850038"/>
                <a:gd name="connsiteX12" fmla="*/ 2198370 w 6286973"/>
                <a:gd name="connsiteY12" fmla="*/ 4850038 h 4850038"/>
                <a:gd name="connsiteX13" fmla="*/ 1748427 w 6286973"/>
                <a:gd name="connsiteY13" fmla="*/ 4704895 h 4850038"/>
                <a:gd name="connsiteX14" fmla="*/ 834026 w 6286973"/>
                <a:gd name="connsiteY14" fmla="*/ 4445452 h 4850038"/>
                <a:gd name="connsiteX15" fmla="*/ 567326 w 6286973"/>
                <a:gd name="connsiteY15" fmla="*/ 4204152 h 4850038"/>
                <a:gd name="connsiteX16" fmla="*/ 338727 w 6286973"/>
                <a:gd name="connsiteY16" fmla="*/ 4000952 h 4850038"/>
                <a:gd name="connsiteX17" fmla="*/ 148226 w 6286973"/>
                <a:gd name="connsiteY17" fmla="*/ 3365952 h 4850038"/>
                <a:gd name="connsiteX18" fmla="*/ 97426 w 6286973"/>
                <a:gd name="connsiteY18" fmla="*/ 2845252 h 4850038"/>
                <a:gd name="connsiteX19" fmla="*/ 567326 w 6286973"/>
                <a:gd name="connsiteY19" fmla="*/ 1905452 h 4850038"/>
                <a:gd name="connsiteX20" fmla="*/ 645340 w 6286973"/>
                <a:gd name="connsiteY20" fmla="*/ 1787523 h 4850038"/>
                <a:gd name="connsiteX21" fmla="*/ 875756 w 6286973"/>
                <a:gd name="connsiteY21" fmla="*/ 1475466 h 4850038"/>
                <a:gd name="connsiteX0" fmla="*/ 875756 w 6286973"/>
                <a:gd name="connsiteY0" fmla="*/ 1705651 h 5080223"/>
                <a:gd name="connsiteX1" fmla="*/ 1791969 w 6286973"/>
                <a:gd name="connsiteY1" fmla="*/ 943651 h 5080223"/>
                <a:gd name="connsiteX2" fmla="*/ 3983625 w 6286973"/>
                <a:gd name="connsiteY2" fmla="*/ 435651 h 5080223"/>
                <a:gd name="connsiteX3" fmla="*/ 5347968 w 6286973"/>
                <a:gd name="connsiteY3" fmla="*/ 929137 h 5080223"/>
                <a:gd name="connsiteX4" fmla="*/ 5565684 w 6286973"/>
                <a:gd name="connsiteY4" fmla="*/ 958166 h 5080223"/>
                <a:gd name="connsiteX5" fmla="*/ 6088196 w 6286973"/>
                <a:gd name="connsiteY5" fmla="*/ 2090280 h 5080223"/>
                <a:gd name="connsiteX6" fmla="*/ 6131740 w 6286973"/>
                <a:gd name="connsiteY6" fmla="*/ 2409594 h 5080223"/>
                <a:gd name="connsiteX7" fmla="*/ 6073683 w 6286973"/>
                <a:gd name="connsiteY7" fmla="*/ 2772451 h 5080223"/>
                <a:gd name="connsiteX8" fmla="*/ 6073683 w 6286973"/>
                <a:gd name="connsiteY8" fmla="*/ 3193366 h 5080223"/>
                <a:gd name="connsiteX9" fmla="*/ 5318940 w 6286973"/>
                <a:gd name="connsiteY9" fmla="*/ 4122280 h 5080223"/>
                <a:gd name="connsiteX10" fmla="*/ 5159284 w 6286973"/>
                <a:gd name="connsiteY10" fmla="*/ 4267423 h 5080223"/>
                <a:gd name="connsiteX11" fmla="*/ 4564198 w 6286973"/>
                <a:gd name="connsiteY11" fmla="*/ 4673823 h 5080223"/>
                <a:gd name="connsiteX12" fmla="*/ 2198370 w 6286973"/>
                <a:gd name="connsiteY12" fmla="*/ 5080223 h 5080223"/>
                <a:gd name="connsiteX13" fmla="*/ 1748427 w 6286973"/>
                <a:gd name="connsiteY13" fmla="*/ 4935080 h 5080223"/>
                <a:gd name="connsiteX14" fmla="*/ 834026 w 6286973"/>
                <a:gd name="connsiteY14" fmla="*/ 4675637 h 5080223"/>
                <a:gd name="connsiteX15" fmla="*/ 567326 w 6286973"/>
                <a:gd name="connsiteY15" fmla="*/ 4434337 h 5080223"/>
                <a:gd name="connsiteX16" fmla="*/ 338727 w 6286973"/>
                <a:gd name="connsiteY16" fmla="*/ 4231137 h 5080223"/>
                <a:gd name="connsiteX17" fmla="*/ 148226 w 6286973"/>
                <a:gd name="connsiteY17" fmla="*/ 3596137 h 5080223"/>
                <a:gd name="connsiteX18" fmla="*/ 97426 w 6286973"/>
                <a:gd name="connsiteY18" fmla="*/ 3075437 h 5080223"/>
                <a:gd name="connsiteX19" fmla="*/ 567326 w 6286973"/>
                <a:gd name="connsiteY19" fmla="*/ 2135637 h 5080223"/>
                <a:gd name="connsiteX20" fmla="*/ 645340 w 6286973"/>
                <a:gd name="connsiteY20" fmla="*/ 2017708 h 5080223"/>
                <a:gd name="connsiteX21" fmla="*/ 875756 w 6286973"/>
                <a:gd name="connsiteY21" fmla="*/ 1705651 h 5080223"/>
                <a:gd name="connsiteX0" fmla="*/ 875756 w 6286973"/>
                <a:gd name="connsiteY0" fmla="*/ 1705651 h 5080223"/>
                <a:gd name="connsiteX1" fmla="*/ 1791969 w 6286973"/>
                <a:gd name="connsiteY1" fmla="*/ 943651 h 5080223"/>
                <a:gd name="connsiteX2" fmla="*/ 3983625 w 6286973"/>
                <a:gd name="connsiteY2" fmla="*/ 435651 h 5080223"/>
                <a:gd name="connsiteX3" fmla="*/ 5347968 w 6286973"/>
                <a:gd name="connsiteY3" fmla="*/ 929137 h 5080223"/>
                <a:gd name="connsiteX4" fmla="*/ 5565684 w 6286973"/>
                <a:gd name="connsiteY4" fmla="*/ 958166 h 5080223"/>
                <a:gd name="connsiteX5" fmla="*/ 6088196 w 6286973"/>
                <a:gd name="connsiteY5" fmla="*/ 2090280 h 5080223"/>
                <a:gd name="connsiteX6" fmla="*/ 6131740 w 6286973"/>
                <a:gd name="connsiteY6" fmla="*/ 2409594 h 5080223"/>
                <a:gd name="connsiteX7" fmla="*/ 6073683 w 6286973"/>
                <a:gd name="connsiteY7" fmla="*/ 2772451 h 5080223"/>
                <a:gd name="connsiteX8" fmla="*/ 6073683 w 6286973"/>
                <a:gd name="connsiteY8" fmla="*/ 3193366 h 5080223"/>
                <a:gd name="connsiteX9" fmla="*/ 5318940 w 6286973"/>
                <a:gd name="connsiteY9" fmla="*/ 4122280 h 5080223"/>
                <a:gd name="connsiteX10" fmla="*/ 5159284 w 6286973"/>
                <a:gd name="connsiteY10" fmla="*/ 4267423 h 5080223"/>
                <a:gd name="connsiteX11" fmla="*/ 4564198 w 6286973"/>
                <a:gd name="connsiteY11" fmla="*/ 4673823 h 5080223"/>
                <a:gd name="connsiteX12" fmla="*/ 2198370 w 6286973"/>
                <a:gd name="connsiteY12" fmla="*/ 5080223 h 5080223"/>
                <a:gd name="connsiteX13" fmla="*/ 1748427 w 6286973"/>
                <a:gd name="connsiteY13" fmla="*/ 4935080 h 5080223"/>
                <a:gd name="connsiteX14" fmla="*/ 834026 w 6286973"/>
                <a:gd name="connsiteY14" fmla="*/ 4675637 h 5080223"/>
                <a:gd name="connsiteX15" fmla="*/ 567326 w 6286973"/>
                <a:gd name="connsiteY15" fmla="*/ 4434337 h 5080223"/>
                <a:gd name="connsiteX16" fmla="*/ 338727 w 6286973"/>
                <a:gd name="connsiteY16" fmla="*/ 4231137 h 5080223"/>
                <a:gd name="connsiteX17" fmla="*/ 148226 w 6286973"/>
                <a:gd name="connsiteY17" fmla="*/ 3596137 h 5080223"/>
                <a:gd name="connsiteX18" fmla="*/ 97426 w 6286973"/>
                <a:gd name="connsiteY18" fmla="*/ 3075437 h 5080223"/>
                <a:gd name="connsiteX19" fmla="*/ 567326 w 6286973"/>
                <a:gd name="connsiteY19" fmla="*/ 2135637 h 5080223"/>
                <a:gd name="connsiteX20" fmla="*/ 645340 w 6286973"/>
                <a:gd name="connsiteY20" fmla="*/ 2017708 h 5080223"/>
                <a:gd name="connsiteX21" fmla="*/ 875756 w 6286973"/>
                <a:gd name="connsiteY21" fmla="*/ 1705651 h 5080223"/>
                <a:gd name="connsiteX0" fmla="*/ 875756 w 6286973"/>
                <a:gd name="connsiteY0" fmla="*/ 1705651 h 5080223"/>
                <a:gd name="connsiteX1" fmla="*/ 1791969 w 6286973"/>
                <a:gd name="connsiteY1" fmla="*/ 943651 h 5080223"/>
                <a:gd name="connsiteX2" fmla="*/ 3983625 w 6286973"/>
                <a:gd name="connsiteY2" fmla="*/ 435651 h 5080223"/>
                <a:gd name="connsiteX3" fmla="*/ 5347968 w 6286973"/>
                <a:gd name="connsiteY3" fmla="*/ 929137 h 5080223"/>
                <a:gd name="connsiteX4" fmla="*/ 5565684 w 6286973"/>
                <a:gd name="connsiteY4" fmla="*/ 958166 h 5080223"/>
                <a:gd name="connsiteX5" fmla="*/ 6088196 w 6286973"/>
                <a:gd name="connsiteY5" fmla="*/ 2090280 h 5080223"/>
                <a:gd name="connsiteX6" fmla="*/ 6131740 w 6286973"/>
                <a:gd name="connsiteY6" fmla="*/ 2409594 h 5080223"/>
                <a:gd name="connsiteX7" fmla="*/ 6073683 w 6286973"/>
                <a:gd name="connsiteY7" fmla="*/ 2772451 h 5080223"/>
                <a:gd name="connsiteX8" fmla="*/ 6073683 w 6286973"/>
                <a:gd name="connsiteY8" fmla="*/ 3193366 h 5080223"/>
                <a:gd name="connsiteX9" fmla="*/ 5318940 w 6286973"/>
                <a:gd name="connsiteY9" fmla="*/ 4122280 h 5080223"/>
                <a:gd name="connsiteX10" fmla="*/ 5159284 w 6286973"/>
                <a:gd name="connsiteY10" fmla="*/ 4267423 h 5080223"/>
                <a:gd name="connsiteX11" fmla="*/ 4564198 w 6286973"/>
                <a:gd name="connsiteY11" fmla="*/ 4673823 h 5080223"/>
                <a:gd name="connsiteX12" fmla="*/ 2198370 w 6286973"/>
                <a:gd name="connsiteY12" fmla="*/ 5080223 h 5080223"/>
                <a:gd name="connsiteX13" fmla="*/ 1748427 w 6286973"/>
                <a:gd name="connsiteY13" fmla="*/ 4935080 h 5080223"/>
                <a:gd name="connsiteX14" fmla="*/ 834026 w 6286973"/>
                <a:gd name="connsiteY14" fmla="*/ 4675637 h 5080223"/>
                <a:gd name="connsiteX15" fmla="*/ 567326 w 6286973"/>
                <a:gd name="connsiteY15" fmla="*/ 4434337 h 5080223"/>
                <a:gd name="connsiteX16" fmla="*/ 338727 w 6286973"/>
                <a:gd name="connsiteY16" fmla="*/ 4231137 h 5080223"/>
                <a:gd name="connsiteX17" fmla="*/ 148226 w 6286973"/>
                <a:gd name="connsiteY17" fmla="*/ 3596137 h 5080223"/>
                <a:gd name="connsiteX18" fmla="*/ 97426 w 6286973"/>
                <a:gd name="connsiteY18" fmla="*/ 3075437 h 5080223"/>
                <a:gd name="connsiteX19" fmla="*/ 567326 w 6286973"/>
                <a:gd name="connsiteY19" fmla="*/ 2135637 h 5080223"/>
                <a:gd name="connsiteX20" fmla="*/ 645340 w 6286973"/>
                <a:gd name="connsiteY20" fmla="*/ 2017708 h 5080223"/>
                <a:gd name="connsiteX21" fmla="*/ 875756 w 6286973"/>
                <a:gd name="connsiteY21" fmla="*/ 1705651 h 5080223"/>
                <a:gd name="connsiteX0" fmla="*/ 875756 w 6286973"/>
                <a:gd name="connsiteY0" fmla="*/ 1705651 h 5080223"/>
                <a:gd name="connsiteX1" fmla="*/ 1791969 w 6286973"/>
                <a:gd name="connsiteY1" fmla="*/ 943651 h 5080223"/>
                <a:gd name="connsiteX2" fmla="*/ 3983625 w 6286973"/>
                <a:gd name="connsiteY2" fmla="*/ 435651 h 5080223"/>
                <a:gd name="connsiteX3" fmla="*/ 5347968 w 6286973"/>
                <a:gd name="connsiteY3" fmla="*/ 929137 h 5080223"/>
                <a:gd name="connsiteX4" fmla="*/ 5565684 w 6286973"/>
                <a:gd name="connsiteY4" fmla="*/ 958166 h 5080223"/>
                <a:gd name="connsiteX5" fmla="*/ 6088196 w 6286973"/>
                <a:gd name="connsiteY5" fmla="*/ 2090280 h 5080223"/>
                <a:gd name="connsiteX6" fmla="*/ 6131740 w 6286973"/>
                <a:gd name="connsiteY6" fmla="*/ 2409594 h 5080223"/>
                <a:gd name="connsiteX7" fmla="*/ 6073683 w 6286973"/>
                <a:gd name="connsiteY7" fmla="*/ 2772451 h 5080223"/>
                <a:gd name="connsiteX8" fmla="*/ 6073683 w 6286973"/>
                <a:gd name="connsiteY8" fmla="*/ 3193366 h 5080223"/>
                <a:gd name="connsiteX9" fmla="*/ 5318940 w 6286973"/>
                <a:gd name="connsiteY9" fmla="*/ 4122280 h 5080223"/>
                <a:gd name="connsiteX10" fmla="*/ 5159284 w 6286973"/>
                <a:gd name="connsiteY10" fmla="*/ 4267423 h 5080223"/>
                <a:gd name="connsiteX11" fmla="*/ 4564198 w 6286973"/>
                <a:gd name="connsiteY11" fmla="*/ 4673823 h 5080223"/>
                <a:gd name="connsiteX12" fmla="*/ 2198370 w 6286973"/>
                <a:gd name="connsiteY12" fmla="*/ 5080223 h 5080223"/>
                <a:gd name="connsiteX13" fmla="*/ 1748427 w 6286973"/>
                <a:gd name="connsiteY13" fmla="*/ 4935080 h 5080223"/>
                <a:gd name="connsiteX14" fmla="*/ 834026 w 6286973"/>
                <a:gd name="connsiteY14" fmla="*/ 4675637 h 5080223"/>
                <a:gd name="connsiteX15" fmla="*/ 567326 w 6286973"/>
                <a:gd name="connsiteY15" fmla="*/ 4434337 h 5080223"/>
                <a:gd name="connsiteX16" fmla="*/ 338727 w 6286973"/>
                <a:gd name="connsiteY16" fmla="*/ 4231137 h 5080223"/>
                <a:gd name="connsiteX17" fmla="*/ 148226 w 6286973"/>
                <a:gd name="connsiteY17" fmla="*/ 3596137 h 5080223"/>
                <a:gd name="connsiteX18" fmla="*/ 97426 w 6286973"/>
                <a:gd name="connsiteY18" fmla="*/ 3075437 h 5080223"/>
                <a:gd name="connsiteX19" fmla="*/ 567326 w 6286973"/>
                <a:gd name="connsiteY19" fmla="*/ 2135637 h 5080223"/>
                <a:gd name="connsiteX20" fmla="*/ 645340 w 6286973"/>
                <a:gd name="connsiteY20" fmla="*/ 2017708 h 5080223"/>
                <a:gd name="connsiteX21" fmla="*/ 875756 w 6286973"/>
                <a:gd name="connsiteY21" fmla="*/ 1705651 h 5080223"/>
                <a:gd name="connsiteX0" fmla="*/ 875756 w 6242639"/>
                <a:gd name="connsiteY0" fmla="*/ 1705651 h 5080223"/>
                <a:gd name="connsiteX1" fmla="*/ 1791969 w 6242639"/>
                <a:gd name="connsiteY1" fmla="*/ 943651 h 5080223"/>
                <a:gd name="connsiteX2" fmla="*/ 3983625 w 6242639"/>
                <a:gd name="connsiteY2" fmla="*/ 435651 h 5080223"/>
                <a:gd name="connsiteX3" fmla="*/ 5347968 w 6242639"/>
                <a:gd name="connsiteY3" fmla="*/ 929137 h 5080223"/>
                <a:gd name="connsiteX4" fmla="*/ 5565684 w 6242639"/>
                <a:gd name="connsiteY4" fmla="*/ 958166 h 5080223"/>
                <a:gd name="connsiteX5" fmla="*/ 6088196 w 6242639"/>
                <a:gd name="connsiteY5" fmla="*/ 2090280 h 5080223"/>
                <a:gd name="connsiteX6" fmla="*/ 6131740 w 6242639"/>
                <a:gd name="connsiteY6" fmla="*/ 2409594 h 5080223"/>
                <a:gd name="connsiteX7" fmla="*/ 6073683 w 6242639"/>
                <a:gd name="connsiteY7" fmla="*/ 2772451 h 5080223"/>
                <a:gd name="connsiteX8" fmla="*/ 6073683 w 6242639"/>
                <a:gd name="connsiteY8" fmla="*/ 3193366 h 5080223"/>
                <a:gd name="connsiteX9" fmla="*/ 5318940 w 6242639"/>
                <a:gd name="connsiteY9" fmla="*/ 4122280 h 5080223"/>
                <a:gd name="connsiteX10" fmla="*/ 5159284 w 6242639"/>
                <a:gd name="connsiteY10" fmla="*/ 4267423 h 5080223"/>
                <a:gd name="connsiteX11" fmla="*/ 4564198 w 6242639"/>
                <a:gd name="connsiteY11" fmla="*/ 4673823 h 5080223"/>
                <a:gd name="connsiteX12" fmla="*/ 2198370 w 6242639"/>
                <a:gd name="connsiteY12" fmla="*/ 5080223 h 5080223"/>
                <a:gd name="connsiteX13" fmla="*/ 1748427 w 6242639"/>
                <a:gd name="connsiteY13" fmla="*/ 4935080 h 5080223"/>
                <a:gd name="connsiteX14" fmla="*/ 834026 w 6242639"/>
                <a:gd name="connsiteY14" fmla="*/ 4675637 h 5080223"/>
                <a:gd name="connsiteX15" fmla="*/ 567326 w 6242639"/>
                <a:gd name="connsiteY15" fmla="*/ 4434337 h 5080223"/>
                <a:gd name="connsiteX16" fmla="*/ 338727 w 6242639"/>
                <a:gd name="connsiteY16" fmla="*/ 4231137 h 5080223"/>
                <a:gd name="connsiteX17" fmla="*/ 148226 w 6242639"/>
                <a:gd name="connsiteY17" fmla="*/ 3596137 h 5080223"/>
                <a:gd name="connsiteX18" fmla="*/ 97426 w 6242639"/>
                <a:gd name="connsiteY18" fmla="*/ 3075437 h 5080223"/>
                <a:gd name="connsiteX19" fmla="*/ 567326 w 6242639"/>
                <a:gd name="connsiteY19" fmla="*/ 2135637 h 5080223"/>
                <a:gd name="connsiteX20" fmla="*/ 645340 w 6242639"/>
                <a:gd name="connsiteY20" fmla="*/ 2017708 h 5080223"/>
                <a:gd name="connsiteX21" fmla="*/ 875756 w 6242639"/>
                <a:gd name="connsiteY21" fmla="*/ 1705651 h 5080223"/>
                <a:gd name="connsiteX0" fmla="*/ 875756 w 6242639"/>
                <a:gd name="connsiteY0" fmla="*/ 1705651 h 5080223"/>
                <a:gd name="connsiteX1" fmla="*/ 1791969 w 6242639"/>
                <a:gd name="connsiteY1" fmla="*/ 943651 h 5080223"/>
                <a:gd name="connsiteX2" fmla="*/ 3983625 w 6242639"/>
                <a:gd name="connsiteY2" fmla="*/ 435651 h 5080223"/>
                <a:gd name="connsiteX3" fmla="*/ 5347968 w 6242639"/>
                <a:gd name="connsiteY3" fmla="*/ 929137 h 5080223"/>
                <a:gd name="connsiteX4" fmla="*/ 5565684 w 6242639"/>
                <a:gd name="connsiteY4" fmla="*/ 958166 h 5080223"/>
                <a:gd name="connsiteX5" fmla="*/ 6088196 w 6242639"/>
                <a:gd name="connsiteY5" fmla="*/ 2090280 h 5080223"/>
                <a:gd name="connsiteX6" fmla="*/ 6131740 w 6242639"/>
                <a:gd name="connsiteY6" fmla="*/ 2409594 h 5080223"/>
                <a:gd name="connsiteX7" fmla="*/ 6073683 w 6242639"/>
                <a:gd name="connsiteY7" fmla="*/ 2772451 h 5080223"/>
                <a:gd name="connsiteX8" fmla="*/ 6073683 w 6242639"/>
                <a:gd name="connsiteY8" fmla="*/ 3193366 h 5080223"/>
                <a:gd name="connsiteX9" fmla="*/ 5318940 w 6242639"/>
                <a:gd name="connsiteY9" fmla="*/ 4122280 h 5080223"/>
                <a:gd name="connsiteX10" fmla="*/ 5159284 w 6242639"/>
                <a:gd name="connsiteY10" fmla="*/ 4267423 h 5080223"/>
                <a:gd name="connsiteX11" fmla="*/ 4564198 w 6242639"/>
                <a:gd name="connsiteY11" fmla="*/ 4673823 h 5080223"/>
                <a:gd name="connsiteX12" fmla="*/ 2198370 w 6242639"/>
                <a:gd name="connsiteY12" fmla="*/ 5080223 h 5080223"/>
                <a:gd name="connsiteX13" fmla="*/ 1748427 w 6242639"/>
                <a:gd name="connsiteY13" fmla="*/ 4935080 h 5080223"/>
                <a:gd name="connsiteX14" fmla="*/ 834026 w 6242639"/>
                <a:gd name="connsiteY14" fmla="*/ 4675637 h 5080223"/>
                <a:gd name="connsiteX15" fmla="*/ 567326 w 6242639"/>
                <a:gd name="connsiteY15" fmla="*/ 4434337 h 5080223"/>
                <a:gd name="connsiteX16" fmla="*/ 338727 w 6242639"/>
                <a:gd name="connsiteY16" fmla="*/ 4231137 h 5080223"/>
                <a:gd name="connsiteX17" fmla="*/ 148226 w 6242639"/>
                <a:gd name="connsiteY17" fmla="*/ 3596137 h 5080223"/>
                <a:gd name="connsiteX18" fmla="*/ 97426 w 6242639"/>
                <a:gd name="connsiteY18" fmla="*/ 3075437 h 5080223"/>
                <a:gd name="connsiteX19" fmla="*/ 567326 w 6242639"/>
                <a:gd name="connsiteY19" fmla="*/ 2135637 h 5080223"/>
                <a:gd name="connsiteX20" fmla="*/ 645340 w 6242639"/>
                <a:gd name="connsiteY20" fmla="*/ 2017708 h 5080223"/>
                <a:gd name="connsiteX21" fmla="*/ 875756 w 6242639"/>
                <a:gd name="connsiteY21" fmla="*/ 1705651 h 5080223"/>
                <a:gd name="connsiteX0" fmla="*/ 875756 w 6242639"/>
                <a:gd name="connsiteY0" fmla="*/ 1705651 h 5080223"/>
                <a:gd name="connsiteX1" fmla="*/ 1791969 w 6242639"/>
                <a:gd name="connsiteY1" fmla="*/ 943651 h 5080223"/>
                <a:gd name="connsiteX2" fmla="*/ 3983625 w 6242639"/>
                <a:gd name="connsiteY2" fmla="*/ 435651 h 5080223"/>
                <a:gd name="connsiteX3" fmla="*/ 5347968 w 6242639"/>
                <a:gd name="connsiteY3" fmla="*/ 929137 h 5080223"/>
                <a:gd name="connsiteX4" fmla="*/ 5565684 w 6242639"/>
                <a:gd name="connsiteY4" fmla="*/ 958166 h 5080223"/>
                <a:gd name="connsiteX5" fmla="*/ 6088196 w 6242639"/>
                <a:gd name="connsiteY5" fmla="*/ 2090280 h 5080223"/>
                <a:gd name="connsiteX6" fmla="*/ 6131740 w 6242639"/>
                <a:gd name="connsiteY6" fmla="*/ 2409594 h 5080223"/>
                <a:gd name="connsiteX7" fmla="*/ 6073683 w 6242639"/>
                <a:gd name="connsiteY7" fmla="*/ 2772451 h 5080223"/>
                <a:gd name="connsiteX8" fmla="*/ 6073683 w 6242639"/>
                <a:gd name="connsiteY8" fmla="*/ 3193366 h 5080223"/>
                <a:gd name="connsiteX9" fmla="*/ 5318940 w 6242639"/>
                <a:gd name="connsiteY9" fmla="*/ 4122280 h 5080223"/>
                <a:gd name="connsiteX10" fmla="*/ 5159284 w 6242639"/>
                <a:gd name="connsiteY10" fmla="*/ 4267423 h 5080223"/>
                <a:gd name="connsiteX11" fmla="*/ 4564198 w 6242639"/>
                <a:gd name="connsiteY11" fmla="*/ 4673823 h 5080223"/>
                <a:gd name="connsiteX12" fmla="*/ 2198370 w 6242639"/>
                <a:gd name="connsiteY12" fmla="*/ 5080223 h 5080223"/>
                <a:gd name="connsiteX13" fmla="*/ 1748427 w 6242639"/>
                <a:gd name="connsiteY13" fmla="*/ 4935080 h 5080223"/>
                <a:gd name="connsiteX14" fmla="*/ 834026 w 6242639"/>
                <a:gd name="connsiteY14" fmla="*/ 4675637 h 5080223"/>
                <a:gd name="connsiteX15" fmla="*/ 567326 w 6242639"/>
                <a:gd name="connsiteY15" fmla="*/ 4434337 h 5080223"/>
                <a:gd name="connsiteX16" fmla="*/ 338727 w 6242639"/>
                <a:gd name="connsiteY16" fmla="*/ 4231137 h 5080223"/>
                <a:gd name="connsiteX17" fmla="*/ 148226 w 6242639"/>
                <a:gd name="connsiteY17" fmla="*/ 3596137 h 5080223"/>
                <a:gd name="connsiteX18" fmla="*/ 97426 w 6242639"/>
                <a:gd name="connsiteY18" fmla="*/ 3075437 h 5080223"/>
                <a:gd name="connsiteX19" fmla="*/ 567326 w 6242639"/>
                <a:gd name="connsiteY19" fmla="*/ 2135637 h 5080223"/>
                <a:gd name="connsiteX20" fmla="*/ 645340 w 6242639"/>
                <a:gd name="connsiteY20" fmla="*/ 2017708 h 5080223"/>
                <a:gd name="connsiteX21" fmla="*/ 875756 w 6242639"/>
                <a:gd name="connsiteY21" fmla="*/ 1705651 h 5080223"/>
                <a:gd name="connsiteX0" fmla="*/ 875756 w 6242639"/>
                <a:gd name="connsiteY0" fmla="*/ 1705651 h 5080223"/>
                <a:gd name="connsiteX1" fmla="*/ 1791969 w 6242639"/>
                <a:gd name="connsiteY1" fmla="*/ 943651 h 5080223"/>
                <a:gd name="connsiteX2" fmla="*/ 3983625 w 6242639"/>
                <a:gd name="connsiteY2" fmla="*/ 435651 h 5080223"/>
                <a:gd name="connsiteX3" fmla="*/ 5347968 w 6242639"/>
                <a:gd name="connsiteY3" fmla="*/ 929137 h 5080223"/>
                <a:gd name="connsiteX4" fmla="*/ 5565684 w 6242639"/>
                <a:gd name="connsiteY4" fmla="*/ 958166 h 5080223"/>
                <a:gd name="connsiteX5" fmla="*/ 6088196 w 6242639"/>
                <a:gd name="connsiteY5" fmla="*/ 2090280 h 5080223"/>
                <a:gd name="connsiteX6" fmla="*/ 6131740 w 6242639"/>
                <a:gd name="connsiteY6" fmla="*/ 2409594 h 5080223"/>
                <a:gd name="connsiteX7" fmla="*/ 6073683 w 6242639"/>
                <a:gd name="connsiteY7" fmla="*/ 2772451 h 5080223"/>
                <a:gd name="connsiteX8" fmla="*/ 6073683 w 6242639"/>
                <a:gd name="connsiteY8" fmla="*/ 3193366 h 5080223"/>
                <a:gd name="connsiteX9" fmla="*/ 5318940 w 6242639"/>
                <a:gd name="connsiteY9" fmla="*/ 4122280 h 5080223"/>
                <a:gd name="connsiteX10" fmla="*/ 5159284 w 6242639"/>
                <a:gd name="connsiteY10" fmla="*/ 4267423 h 5080223"/>
                <a:gd name="connsiteX11" fmla="*/ 4564198 w 6242639"/>
                <a:gd name="connsiteY11" fmla="*/ 4673823 h 5080223"/>
                <a:gd name="connsiteX12" fmla="*/ 2198370 w 6242639"/>
                <a:gd name="connsiteY12" fmla="*/ 5080223 h 5080223"/>
                <a:gd name="connsiteX13" fmla="*/ 1748427 w 6242639"/>
                <a:gd name="connsiteY13" fmla="*/ 4935080 h 5080223"/>
                <a:gd name="connsiteX14" fmla="*/ 834026 w 6242639"/>
                <a:gd name="connsiteY14" fmla="*/ 4675637 h 5080223"/>
                <a:gd name="connsiteX15" fmla="*/ 567326 w 6242639"/>
                <a:gd name="connsiteY15" fmla="*/ 4434337 h 5080223"/>
                <a:gd name="connsiteX16" fmla="*/ 338727 w 6242639"/>
                <a:gd name="connsiteY16" fmla="*/ 4231137 h 5080223"/>
                <a:gd name="connsiteX17" fmla="*/ 148226 w 6242639"/>
                <a:gd name="connsiteY17" fmla="*/ 3596137 h 5080223"/>
                <a:gd name="connsiteX18" fmla="*/ 97426 w 6242639"/>
                <a:gd name="connsiteY18" fmla="*/ 3075437 h 5080223"/>
                <a:gd name="connsiteX19" fmla="*/ 567326 w 6242639"/>
                <a:gd name="connsiteY19" fmla="*/ 2135637 h 5080223"/>
                <a:gd name="connsiteX20" fmla="*/ 645340 w 6242639"/>
                <a:gd name="connsiteY20" fmla="*/ 2017708 h 5080223"/>
                <a:gd name="connsiteX21" fmla="*/ 875756 w 6242639"/>
                <a:gd name="connsiteY21" fmla="*/ 1705651 h 5080223"/>
                <a:gd name="connsiteX0" fmla="*/ 875756 w 6242639"/>
                <a:gd name="connsiteY0" fmla="*/ 1705651 h 5080223"/>
                <a:gd name="connsiteX1" fmla="*/ 1791969 w 6242639"/>
                <a:gd name="connsiteY1" fmla="*/ 943651 h 5080223"/>
                <a:gd name="connsiteX2" fmla="*/ 3983625 w 6242639"/>
                <a:gd name="connsiteY2" fmla="*/ 435651 h 5080223"/>
                <a:gd name="connsiteX3" fmla="*/ 5347968 w 6242639"/>
                <a:gd name="connsiteY3" fmla="*/ 929137 h 5080223"/>
                <a:gd name="connsiteX4" fmla="*/ 5565684 w 6242639"/>
                <a:gd name="connsiteY4" fmla="*/ 958166 h 5080223"/>
                <a:gd name="connsiteX5" fmla="*/ 6088196 w 6242639"/>
                <a:gd name="connsiteY5" fmla="*/ 2090280 h 5080223"/>
                <a:gd name="connsiteX6" fmla="*/ 6131740 w 6242639"/>
                <a:gd name="connsiteY6" fmla="*/ 2409594 h 5080223"/>
                <a:gd name="connsiteX7" fmla="*/ 6073683 w 6242639"/>
                <a:gd name="connsiteY7" fmla="*/ 2772451 h 5080223"/>
                <a:gd name="connsiteX8" fmla="*/ 6073683 w 6242639"/>
                <a:gd name="connsiteY8" fmla="*/ 3193366 h 5080223"/>
                <a:gd name="connsiteX9" fmla="*/ 5318940 w 6242639"/>
                <a:gd name="connsiteY9" fmla="*/ 4122280 h 5080223"/>
                <a:gd name="connsiteX10" fmla="*/ 5159284 w 6242639"/>
                <a:gd name="connsiteY10" fmla="*/ 4267423 h 5080223"/>
                <a:gd name="connsiteX11" fmla="*/ 4564198 w 6242639"/>
                <a:gd name="connsiteY11" fmla="*/ 4673823 h 5080223"/>
                <a:gd name="connsiteX12" fmla="*/ 2198370 w 6242639"/>
                <a:gd name="connsiteY12" fmla="*/ 5080223 h 5080223"/>
                <a:gd name="connsiteX13" fmla="*/ 1748427 w 6242639"/>
                <a:gd name="connsiteY13" fmla="*/ 4935080 h 5080223"/>
                <a:gd name="connsiteX14" fmla="*/ 834026 w 6242639"/>
                <a:gd name="connsiteY14" fmla="*/ 4675637 h 5080223"/>
                <a:gd name="connsiteX15" fmla="*/ 567326 w 6242639"/>
                <a:gd name="connsiteY15" fmla="*/ 4434337 h 5080223"/>
                <a:gd name="connsiteX16" fmla="*/ 338727 w 6242639"/>
                <a:gd name="connsiteY16" fmla="*/ 4231137 h 5080223"/>
                <a:gd name="connsiteX17" fmla="*/ 148226 w 6242639"/>
                <a:gd name="connsiteY17" fmla="*/ 3596137 h 5080223"/>
                <a:gd name="connsiteX18" fmla="*/ 97426 w 6242639"/>
                <a:gd name="connsiteY18" fmla="*/ 3075437 h 5080223"/>
                <a:gd name="connsiteX19" fmla="*/ 567326 w 6242639"/>
                <a:gd name="connsiteY19" fmla="*/ 2135637 h 5080223"/>
                <a:gd name="connsiteX20" fmla="*/ 645340 w 6242639"/>
                <a:gd name="connsiteY20" fmla="*/ 2017708 h 5080223"/>
                <a:gd name="connsiteX21" fmla="*/ 875756 w 6242639"/>
                <a:gd name="connsiteY21" fmla="*/ 1705651 h 5080223"/>
                <a:gd name="connsiteX0" fmla="*/ 875756 w 6242639"/>
                <a:gd name="connsiteY0" fmla="*/ 1705651 h 5091518"/>
                <a:gd name="connsiteX1" fmla="*/ 1791969 w 6242639"/>
                <a:gd name="connsiteY1" fmla="*/ 943651 h 5091518"/>
                <a:gd name="connsiteX2" fmla="*/ 3983625 w 6242639"/>
                <a:gd name="connsiteY2" fmla="*/ 435651 h 5091518"/>
                <a:gd name="connsiteX3" fmla="*/ 5347968 w 6242639"/>
                <a:gd name="connsiteY3" fmla="*/ 929137 h 5091518"/>
                <a:gd name="connsiteX4" fmla="*/ 5565684 w 6242639"/>
                <a:gd name="connsiteY4" fmla="*/ 958166 h 5091518"/>
                <a:gd name="connsiteX5" fmla="*/ 6088196 w 6242639"/>
                <a:gd name="connsiteY5" fmla="*/ 2090280 h 5091518"/>
                <a:gd name="connsiteX6" fmla="*/ 6131740 w 6242639"/>
                <a:gd name="connsiteY6" fmla="*/ 2409594 h 5091518"/>
                <a:gd name="connsiteX7" fmla="*/ 6073683 w 6242639"/>
                <a:gd name="connsiteY7" fmla="*/ 2772451 h 5091518"/>
                <a:gd name="connsiteX8" fmla="*/ 6073683 w 6242639"/>
                <a:gd name="connsiteY8" fmla="*/ 3193366 h 5091518"/>
                <a:gd name="connsiteX9" fmla="*/ 5318940 w 6242639"/>
                <a:gd name="connsiteY9" fmla="*/ 4122280 h 5091518"/>
                <a:gd name="connsiteX10" fmla="*/ 5159284 w 6242639"/>
                <a:gd name="connsiteY10" fmla="*/ 4267423 h 5091518"/>
                <a:gd name="connsiteX11" fmla="*/ 4564198 w 6242639"/>
                <a:gd name="connsiteY11" fmla="*/ 4673823 h 5091518"/>
                <a:gd name="connsiteX12" fmla="*/ 2198370 w 6242639"/>
                <a:gd name="connsiteY12" fmla="*/ 5080223 h 5091518"/>
                <a:gd name="connsiteX13" fmla="*/ 1748427 w 6242639"/>
                <a:gd name="connsiteY13" fmla="*/ 4935080 h 5091518"/>
                <a:gd name="connsiteX14" fmla="*/ 834026 w 6242639"/>
                <a:gd name="connsiteY14" fmla="*/ 4675637 h 5091518"/>
                <a:gd name="connsiteX15" fmla="*/ 567326 w 6242639"/>
                <a:gd name="connsiteY15" fmla="*/ 4434337 h 5091518"/>
                <a:gd name="connsiteX16" fmla="*/ 338727 w 6242639"/>
                <a:gd name="connsiteY16" fmla="*/ 4231137 h 5091518"/>
                <a:gd name="connsiteX17" fmla="*/ 148226 w 6242639"/>
                <a:gd name="connsiteY17" fmla="*/ 3596137 h 5091518"/>
                <a:gd name="connsiteX18" fmla="*/ 97426 w 6242639"/>
                <a:gd name="connsiteY18" fmla="*/ 3075437 h 5091518"/>
                <a:gd name="connsiteX19" fmla="*/ 567326 w 6242639"/>
                <a:gd name="connsiteY19" fmla="*/ 2135637 h 5091518"/>
                <a:gd name="connsiteX20" fmla="*/ 645340 w 6242639"/>
                <a:gd name="connsiteY20" fmla="*/ 2017708 h 5091518"/>
                <a:gd name="connsiteX21" fmla="*/ 875756 w 6242639"/>
                <a:gd name="connsiteY21" fmla="*/ 1705651 h 5091518"/>
                <a:gd name="connsiteX0" fmla="*/ 875756 w 6242639"/>
                <a:gd name="connsiteY0" fmla="*/ 1705651 h 5091518"/>
                <a:gd name="connsiteX1" fmla="*/ 1791969 w 6242639"/>
                <a:gd name="connsiteY1" fmla="*/ 943651 h 5091518"/>
                <a:gd name="connsiteX2" fmla="*/ 3983625 w 6242639"/>
                <a:gd name="connsiteY2" fmla="*/ 435651 h 5091518"/>
                <a:gd name="connsiteX3" fmla="*/ 5347968 w 6242639"/>
                <a:gd name="connsiteY3" fmla="*/ 929137 h 5091518"/>
                <a:gd name="connsiteX4" fmla="*/ 5565684 w 6242639"/>
                <a:gd name="connsiteY4" fmla="*/ 958166 h 5091518"/>
                <a:gd name="connsiteX5" fmla="*/ 6088196 w 6242639"/>
                <a:gd name="connsiteY5" fmla="*/ 2090280 h 5091518"/>
                <a:gd name="connsiteX6" fmla="*/ 6131740 w 6242639"/>
                <a:gd name="connsiteY6" fmla="*/ 2409594 h 5091518"/>
                <a:gd name="connsiteX7" fmla="*/ 6073683 w 6242639"/>
                <a:gd name="connsiteY7" fmla="*/ 2772451 h 5091518"/>
                <a:gd name="connsiteX8" fmla="*/ 6073683 w 6242639"/>
                <a:gd name="connsiteY8" fmla="*/ 3193366 h 5091518"/>
                <a:gd name="connsiteX9" fmla="*/ 5318940 w 6242639"/>
                <a:gd name="connsiteY9" fmla="*/ 4122280 h 5091518"/>
                <a:gd name="connsiteX10" fmla="*/ 5159284 w 6242639"/>
                <a:gd name="connsiteY10" fmla="*/ 4267423 h 5091518"/>
                <a:gd name="connsiteX11" fmla="*/ 4564198 w 6242639"/>
                <a:gd name="connsiteY11" fmla="*/ 4673823 h 5091518"/>
                <a:gd name="connsiteX12" fmla="*/ 2198370 w 6242639"/>
                <a:gd name="connsiteY12" fmla="*/ 5080223 h 5091518"/>
                <a:gd name="connsiteX13" fmla="*/ 1748427 w 6242639"/>
                <a:gd name="connsiteY13" fmla="*/ 4935080 h 5091518"/>
                <a:gd name="connsiteX14" fmla="*/ 834026 w 6242639"/>
                <a:gd name="connsiteY14" fmla="*/ 4675637 h 5091518"/>
                <a:gd name="connsiteX15" fmla="*/ 567326 w 6242639"/>
                <a:gd name="connsiteY15" fmla="*/ 4434337 h 5091518"/>
                <a:gd name="connsiteX16" fmla="*/ 338727 w 6242639"/>
                <a:gd name="connsiteY16" fmla="*/ 4231137 h 5091518"/>
                <a:gd name="connsiteX17" fmla="*/ 148226 w 6242639"/>
                <a:gd name="connsiteY17" fmla="*/ 3596137 h 5091518"/>
                <a:gd name="connsiteX18" fmla="*/ 97426 w 6242639"/>
                <a:gd name="connsiteY18" fmla="*/ 3075437 h 5091518"/>
                <a:gd name="connsiteX19" fmla="*/ 567326 w 6242639"/>
                <a:gd name="connsiteY19" fmla="*/ 2135637 h 5091518"/>
                <a:gd name="connsiteX20" fmla="*/ 645340 w 6242639"/>
                <a:gd name="connsiteY20" fmla="*/ 2017708 h 5091518"/>
                <a:gd name="connsiteX21" fmla="*/ 875756 w 6242639"/>
                <a:gd name="connsiteY21" fmla="*/ 1705651 h 5091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242639" h="5091518">
                  <a:moveTo>
                    <a:pt x="875756" y="1705651"/>
                  </a:moveTo>
                  <a:cubicBezTo>
                    <a:pt x="1185394" y="1049484"/>
                    <a:pt x="1495031" y="990218"/>
                    <a:pt x="1791969" y="943651"/>
                  </a:cubicBezTo>
                  <a:cubicBezTo>
                    <a:pt x="2453578" y="-388035"/>
                    <a:pt x="3741721" y="-66906"/>
                    <a:pt x="3983625" y="435651"/>
                  </a:cubicBezTo>
                  <a:cubicBezTo>
                    <a:pt x="4809730" y="49208"/>
                    <a:pt x="5286282" y="588656"/>
                    <a:pt x="5347968" y="929137"/>
                  </a:cubicBezTo>
                  <a:lnTo>
                    <a:pt x="5565684" y="958166"/>
                  </a:lnTo>
                  <a:cubicBezTo>
                    <a:pt x="5923703" y="1059766"/>
                    <a:pt x="6528463" y="1361542"/>
                    <a:pt x="6088196" y="2090280"/>
                  </a:cubicBezTo>
                  <a:cubicBezTo>
                    <a:pt x="6346429" y="2209418"/>
                    <a:pt x="6025302" y="2349118"/>
                    <a:pt x="6131740" y="2409594"/>
                  </a:cubicBezTo>
                  <a:cubicBezTo>
                    <a:pt x="6238178" y="2470070"/>
                    <a:pt x="6168026" y="2647265"/>
                    <a:pt x="6073683" y="2772451"/>
                  </a:cubicBezTo>
                  <a:cubicBezTo>
                    <a:pt x="6182540" y="2859537"/>
                    <a:pt x="6095454" y="3002261"/>
                    <a:pt x="6073683" y="3193366"/>
                  </a:cubicBezTo>
                  <a:cubicBezTo>
                    <a:pt x="6420212" y="3587671"/>
                    <a:pt x="5722921" y="4261980"/>
                    <a:pt x="5318940" y="4122280"/>
                  </a:cubicBezTo>
                  <a:cubicBezTo>
                    <a:pt x="5321359" y="4173080"/>
                    <a:pt x="5236693" y="4173080"/>
                    <a:pt x="5159284" y="4267423"/>
                  </a:cubicBezTo>
                  <a:cubicBezTo>
                    <a:pt x="5081875" y="4552266"/>
                    <a:pt x="4951246" y="4552871"/>
                    <a:pt x="4564198" y="4673823"/>
                  </a:cubicBezTo>
                  <a:cubicBezTo>
                    <a:pt x="4177150" y="4794775"/>
                    <a:pt x="2649522" y="5160052"/>
                    <a:pt x="2198370" y="5080223"/>
                  </a:cubicBezTo>
                  <a:cubicBezTo>
                    <a:pt x="1997589" y="5044542"/>
                    <a:pt x="1898408" y="4983461"/>
                    <a:pt x="1748427" y="4935080"/>
                  </a:cubicBezTo>
                  <a:cubicBezTo>
                    <a:pt x="1046903" y="5197849"/>
                    <a:pt x="1030876" y="4759094"/>
                    <a:pt x="834026" y="4675637"/>
                  </a:cubicBezTo>
                  <a:cubicBezTo>
                    <a:pt x="599076" y="4604880"/>
                    <a:pt x="671042" y="4495720"/>
                    <a:pt x="567326" y="4434337"/>
                  </a:cubicBezTo>
                  <a:cubicBezTo>
                    <a:pt x="463610" y="4372954"/>
                    <a:pt x="438210" y="4372954"/>
                    <a:pt x="338727" y="4231137"/>
                  </a:cubicBezTo>
                  <a:cubicBezTo>
                    <a:pt x="-141756" y="3987720"/>
                    <a:pt x="74143" y="3786637"/>
                    <a:pt x="148226" y="3596137"/>
                  </a:cubicBezTo>
                  <a:cubicBezTo>
                    <a:pt x="-57091" y="3380237"/>
                    <a:pt x="16993" y="3312504"/>
                    <a:pt x="97426" y="3075437"/>
                  </a:cubicBezTo>
                  <a:cubicBezTo>
                    <a:pt x="-190441" y="2444670"/>
                    <a:pt x="217774" y="2000775"/>
                    <a:pt x="567326" y="2135637"/>
                  </a:cubicBezTo>
                  <a:cubicBezTo>
                    <a:pt x="535878" y="2003799"/>
                    <a:pt x="621452" y="2123239"/>
                    <a:pt x="645340" y="2017708"/>
                  </a:cubicBezTo>
                  <a:cubicBezTo>
                    <a:pt x="722145" y="1913689"/>
                    <a:pt x="722751" y="1758870"/>
                    <a:pt x="875756" y="1705651"/>
                  </a:cubicBezTo>
                  <a:close/>
                </a:path>
              </a:pathLst>
            </a:custGeom>
            <a:solidFill>
              <a:srgbClr val="FFFCE9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2">
              <a:extLst>
                <a:ext uri="{FF2B5EF4-FFF2-40B4-BE49-F238E27FC236}">
                  <a16:creationId xmlns:a16="http://schemas.microsoft.com/office/drawing/2014/main" id="{C09800CB-5459-9D59-99A4-944FAEE2DACC}"/>
                </a:ext>
              </a:extLst>
            </p:cNvPr>
            <p:cNvSpPr/>
            <p:nvPr/>
          </p:nvSpPr>
          <p:spPr>
            <a:xfrm>
              <a:off x="3483117" y="2574920"/>
              <a:ext cx="3338285" cy="2746875"/>
            </a:xfrm>
            <a:custGeom>
              <a:avLst/>
              <a:gdLst>
                <a:gd name="connsiteX0" fmla="*/ 0 w 1451428"/>
                <a:gd name="connsiteY0" fmla="*/ 0 h 580572"/>
                <a:gd name="connsiteX1" fmla="*/ 1451428 w 1451428"/>
                <a:gd name="connsiteY1" fmla="*/ 0 h 580572"/>
                <a:gd name="connsiteX2" fmla="*/ 1451428 w 1451428"/>
                <a:gd name="connsiteY2" fmla="*/ 580572 h 580572"/>
                <a:gd name="connsiteX3" fmla="*/ 0 w 1451428"/>
                <a:gd name="connsiteY3" fmla="*/ 580572 h 580572"/>
                <a:gd name="connsiteX4" fmla="*/ 0 w 1451428"/>
                <a:gd name="connsiteY4" fmla="*/ 0 h 580572"/>
                <a:gd name="connsiteX0" fmla="*/ 87086 w 1538514"/>
                <a:gd name="connsiteY0" fmla="*/ 0 h 3135086"/>
                <a:gd name="connsiteX1" fmla="*/ 1538514 w 1538514"/>
                <a:gd name="connsiteY1" fmla="*/ 0 h 3135086"/>
                <a:gd name="connsiteX2" fmla="*/ 1538514 w 1538514"/>
                <a:gd name="connsiteY2" fmla="*/ 580572 h 3135086"/>
                <a:gd name="connsiteX3" fmla="*/ 0 w 1538514"/>
                <a:gd name="connsiteY3" fmla="*/ 3135086 h 3135086"/>
                <a:gd name="connsiteX4" fmla="*/ 87086 w 1538514"/>
                <a:gd name="connsiteY4" fmla="*/ 0 h 3135086"/>
                <a:gd name="connsiteX0" fmla="*/ 87086 w 1538514"/>
                <a:gd name="connsiteY0" fmla="*/ 0 h 3280229"/>
                <a:gd name="connsiteX1" fmla="*/ 1538514 w 1538514"/>
                <a:gd name="connsiteY1" fmla="*/ 0 h 3280229"/>
                <a:gd name="connsiteX2" fmla="*/ 1538514 w 1538514"/>
                <a:gd name="connsiteY2" fmla="*/ 580572 h 3280229"/>
                <a:gd name="connsiteX3" fmla="*/ 449943 w 1538514"/>
                <a:gd name="connsiteY3" fmla="*/ 3280229 h 3280229"/>
                <a:gd name="connsiteX4" fmla="*/ 0 w 1538514"/>
                <a:gd name="connsiteY4" fmla="*/ 3135086 h 3280229"/>
                <a:gd name="connsiteX5" fmla="*/ 87086 w 1538514"/>
                <a:gd name="connsiteY5" fmla="*/ 0 h 3280229"/>
                <a:gd name="connsiteX0" fmla="*/ 87086 w 2830181"/>
                <a:gd name="connsiteY0" fmla="*/ 0 h 3280229"/>
                <a:gd name="connsiteX1" fmla="*/ 1538514 w 2830181"/>
                <a:gd name="connsiteY1" fmla="*/ 0 h 3280229"/>
                <a:gd name="connsiteX2" fmla="*/ 1538514 w 2830181"/>
                <a:gd name="connsiteY2" fmla="*/ 580572 h 3280229"/>
                <a:gd name="connsiteX3" fmla="*/ 2815771 w 2830181"/>
                <a:gd name="connsiteY3" fmla="*/ 2873829 h 3280229"/>
                <a:gd name="connsiteX4" fmla="*/ 449943 w 2830181"/>
                <a:gd name="connsiteY4" fmla="*/ 3280229 h 3280229"/>
                <a:gd name="connsiteX5" fmla="*/ 0 w 2830181"/>
                <a:gd name="connsiteY5" fmla="*/ 3135086 h 3280229"/>
                <a:gd name="connsiteX6" fmla="*/ 87086 w 2830181"/>
                <a:gd name="connsiteY6" fmla="*/ 0 h 3280229"/>
                <a:gd name="connsiteX0" fmla="*/ 87086 w 3468158"/>
                <a:gd name="connsiteY0" fmla="*/ 0 h 3280229"/>
                <a:gd name="connsiteX1" fmla="*/ 1538514 w 3468158"/>
                <a:gd name="connsiteY1" fmla="*/ 0 h 3280229"/>
                <a:gd name="connsiteX2" fmla="*/ 1538514 w 3468158"/>
                <a:gd name="connsiteY2" fmla="*/ 580572 h 3280229"/>
                <a:gd name="connsiteX3" fmla="*/ 3410857 w 3468158"/>
                <a:gd name="connsiteY3" fmla="*/ 2467429 h 3280229"/>
                <a:gd name="connsiteX4" fmla="*/ 2815771 w 3468158"/>
                <a:gd name="connsiteY4" fmla="*/ 2873829 h 3280229"/>
                <a:gd name="connsiteX5" fmla="*/ 449943 w 3468158"/>
                <a:gd name="connsiteY5" fmla="*/ 3280229 h 3280229"/>
                <a:gd name="connsiteX6" fmla="*/ 0 w 3468158"/>
                <a:gd name="connsiteY6" fmla="*/ 3135086 h 3280229"/>
                <a:gd name="connsiteX7" fmla="*/ 87086 w 3468158"/>
                <a:gd name="connsiteY7" fmla="*/ 0 h 3280229"/>
                <a:gd name="connsiteX0" fmla="*/ 87086 w 3688986"/>
                <a:gd name="connsiteY0" fmla="*/ 0 h 3280229"/>
                <a:gd name="connsiteX1" fmla="*/ 1538514 w 3688986"/>
                <a:gd name="connsiteY1" fmla="*/ 0 h 3280229"/>
                <a:gd name="connsiteX2" fmla="*/ 1538514 w 3688986"/>
                <a:gd name="connsiteY2" fmla="*/ 580572 h 3280229"/>
                <a:gd name="connsiteX3" fmla="*/ 3570513 w 3688986"/>
                <a:gd name="connsiteY3" fmla="*/ 2322286 h 3280229"/>
                <a:gd name="connsiteX4" fmla="*/ 3410857 w 3688986"/>
                <a:gd name="connsiteY4" fmla="*/ 2467429 h 3280229"/>
                <a:gd name="connsiteX5" fmla="*/ 2815771 w 3688986"/>
                <a:gd name="connsiteY5" fmla="*/ 2873829 h 3280229"/>
                <a:gd name="connsiteX6" fmla="*/ 449943 w 3688986"/>
                <a:gd name="connsiteY6" fmla="*/ 3280229 h 3280229"/>
                <a:gd name="connsiteX7" fmla="*/ 0 w 3688986"/>
                <a:gd name="connsiteY7" fmla="*/ 3135086 h 3280229"/>
                <a:gd name="connsiteX8" fmla="*/ 87086 w 3688986"/>
                <a:gd name="connsiteY8" fmla="*/ 0 h 3280229"/>
                <a:gd name="connsiteX0" fmla="*/ 87086 w 4390220"/>
                <a:gd name="connsiteY0" fmla="*/ 0 h 3280229"/>
                <a:gd name="connsiteX1" fmla="*/ 1538514 w 4390220"/>
                <a:gd name="connsiteY1" fmla="*/ 0 h 3280229"/>
                <a:gd name="connsiteX2" fmla="*/ 1538514 w 4390220"/>
                <a:gd name="connsiteY2" fmla="*/ 580572 h 3280229"/>
                <a:gd name="connsiteX3" fmla="*/ 4325256 w 4390220"/>
                <a:gd name="connsiteY3" fmla="*/ 1393372 h 3280229"/>
                <a:gd name="connsiteX4" fmla="*/ 3570513 w 4390220"/>
                <a:gd name="connsiteY4" fmla="*/ 2322286 h 3280229"/>
                <a:gd name="connsiteX5" fmla="*/ 3410857 w 4390220"/>
                <a:gd name="connsiteY5" fmla="*/ 2467429 h 3280229"/>
                <a:gd name="connsiteX6" fmla="*/ 2815771 w 4390220"/>
                <a:gd name="connsiteY6" fmla="*/ 2873829 h 3280229"/>
                <a:gd name="connsiteX7" fmla="*/ 449943 w 4390220"/>
                <a:gd name="connsiteY7" fmla="*/ 3280229 h 3280229"/>
                <a:gd name="connsiteX8" fmla="*/ 0 w 4390220"/>
                <a:gd name="connsiteY8" fmla="*/ 3135086 h 3280229"/>
                <a:gd name="connsiteX9" fmla="*/ 87086 w 4390220"/>
                <a:gd name="connsiteY9" fmla="*/ 0 h 3280229"/>
                <a:gd name="connsiteX0" fmla="*/ 87086 w 4536605"/>
                <a:gd name="connsiteY0" fmla="*/ 0 h 3280229"/>
                <a:gd name="connsiteX1" fmla="*/ 1538514 w 4536605"/>
                <a:gd name="connsiteY1" fmla="*/ 0 h 3280229"/>
                <a:gd name="connsiteX2" fmla="*/ 1538514 w 4536605"/>
                <a:gd name="connsiteY2" fmla="*/ 580572 h 3280229"/>
                <a:gd name="connsiteX3" fmla="*/ 4325256 w 4536605"/>
                <a:gd name="connsiteY3" fmla="*/ 972457 h 3280229"/>
                <a:gd name="connsiteX4" fmla="*/ 4325256 w 4536605"/>
                <a:gd name="connsiteY4" fmla="*/ 1393372 h 3280229"/>
                <a:gd name="connsiteX5" fmla="*/ 3570513 w 4536605"/>
                <a:gd name="connsiteY5" fmla="*/ 2322286 h 3280229"/>
                <a:gd name="connsiteX6" fmla="*/ 3410857 w 4536605"/>
                <a:gd name="connsiteY6" fmla="*/ 2467429 h 3280229"/>
                <a:gd name="connsiteX7" fmla="*/ 2815771 w 4536605"/>
                <a:gd name="connsiteY7" fmla="*/ 2873829 h 3280229"/>
                <a:gd name="connsiteX8" fmla="*/ 449943 w 4536605"/>
                <a:gd name="connsiteY8" fmla="*/ 3280229 h 3280229"/>
                <a:gd name="connsiteX9" fmla="*/ 0 w 4536605"/>
                <a:gd name="connsiteY9" fmla="*/ 3135086 h 3280229"/>
                <a:gd name="connsiteX10" fmla="*/ 87086 w 4536605"/>
                <a:gd name="connsiteY10" fmla="*/ 0 h 3280229"/>
                <a:gd name="connsiteX0" fmla="*/ 87086 w 4556058"/>
                <a:gd name="connsiteY0" fmla="*/ 0 h 3280229"/>
                <a:gd name="connsiteX1" fmla="*/ 1538514 w 4556058"/>
                <a:gd name="connsiteY1" fmla="*/ 0 h 3280229"/>
                <a:gd name="connsiteX2" fmla="*/ 1538514 w 4556058"/>
                <a:gd name="connsiteY2" fmla="*/ 580572 h 3280229"/>
                <a:gd name="connsiteX3" fmla="*/ 4383313 w 4556058"/>
                <a:gd name="connsiteY3" fmla="*/ 609600 h 3280229"/>
                <a:gd name="connsiteX4" fmla="*/ 4325256 w 4556058"/>
                <a:gd name="connsiteY4" fmla="*/ 972457 h 3280229"/>
                <a:gd name="connsiteX5" fmla="*/ 4325256 w 4556058"/>
                <a:gd name="connsiteY5" fmla="*/ 1393372 h 3280229"/>
                <a:gd name="connsiteX6" fmla="*/ 3570513 w 4556058"/>
                <a:gd name="connsiteY6" fmla="*/ 2322286 h 3280229"/>
                <a:gd name="connsiteX7" fmla="*/ 3410857 w 4556058"/>
                <a:gd name="connsiteY7" fmla="*/ 2467429 h 3280229"/>
                <a:gd name="connsiteX8" fmla="*/ 2815771 w 4556058"/>
                <a:gd name="connsiteY8" fmla="*/ 2873829 h 3280229"/>
                <a:gd name="connsiteX9" fmla="*/ 449943 w 4556058"/>
                <a:gd name="connsiteY9" fmla="*/ 3280229 h 3280229"/>
                <a:gd name="connsiteX10" fmla="*/ 0 w 4556058"/>
                <a:gd name="connsiteY10" fmla="*/ 3135086 h 3280229"/>
                <a:gd name="connsiteX11" fmla="*/ 87086 w 4556058"/>
                <a:gd name="connsiteY11" fmla="*/ 0 h 3280229"/>
                <a:gd name="connsiteX0" fmla="*/ 87086 w 4538546"/>
                <a:gd name="connsiteY0" fmla="*/ 0 h 3280229"/>
                <a:gd name="connsiteX1" fmla="*/ 1538514 w 4538546"/>
                <a:gd name="connsiteY1" fmla="*/ 0 h 3280229"/>
                <a:gd name="connsiteX2" fmla="*/ 1538514 w 4538546"/>
                <a:gd name="connsiteY2" fmla="*/ 580572 h 3280229"/>
                <a:gd name="connsiteX3" fmla="*/ 4339769 w 4538546"/>
                <a:gd name="connsiteY3" fmla="*/ 290286 h 3280229"/>
                <a:gd name="connsiteX4" fmla="*/ 4383313 w 4538546"/>
                <a:gd name="connsiteY4" fmla="*/ 609600 h 3280229"/>
                <a:gd name="connsiteX5" fmla="*/ 4325256 w 4538546"/>
                <a:gd name="connsiteY5" fmla="*/ 972457 h 3280229"/>
                <a:gd name="connsiteX6" fmla="*/ 4325256 w 4538546"/>
                <a:gd name="connsiteY6" fmla="*/ 1393372 h 3280229"/>
                <a:gd name="connsiteX7" fmla="*/ 3570513 w 4538546"/>
                <a:gd name="connsiteY7" fmla="*/ 2322286 h 3280229"/>
                <a:gd name="connsiteX8" fmla="*/ 3410857 w 4538546"/>
                <a:gd name="connsiteY8" fmla="*/ 2467429 h 3280229"/>
                <a:gd name="connsiteX9" fmla="*/ 2815771 w 4538546"/>
                <a:gd name="connsiteY9" fmla="*/ 2873829 h 3280229"/>
                <a:gd name="connsiteX10" fmla="*/ 449943 w 4538546"/>
                <a:gd name="connsiteY10" fmla="*/ 3280229 h 3280229"/>
                <a:gd name="connsiteX11" fmla="*/ 0 w 4538546"/>
                <a:gd name="connsiteY11" fmla="*/ 3135086 h 3280229"/>
                <a:gd name="connsiteX12" fmla="*/ 87086 w 4538546"/>
                <a:gd name="connsiteY12" fmla="*/ 0 h 3280229"/>
                <a:gd name="connsiteX0" fmla="*/ 87086 w 4538546"/>
                <a:gd name="connsiteY0" fmla="*/ 841828 h 4122057"/>
                <a:gd name="connsiteX1" fmla="*/ 1538514 w 4538546"/>
                <a:gd name="connsiteY1" fmla="*/ 841828 h 4122057"/>
                <a:gd name="connsiteX2" fmla="*/ 3817257 w 4538546"/>
                <a:gd name="connsiteY2" fmla="*/ 0 h 4122057"/>
                <a:gd name="connsiteX3" fmla="*/ 4339769 w 4538546"/>
                <a:gd name="connsiteY3" fmla="*/ 1132114 h 4122057"/>
                <a:gd name="connsiteX4" fmla="*/ 4383313 w 4538546"/>
                <a:gd name="connsiteY4" fmla="*/ 1451428 h 4122057"/>
                <a:gd name="connsiteX5" fmla="*/ 4325256 w 4538546"/>
                <a:gd name="connsiteY5" fmla="*/ 1814285 h 4122057"/>
                <a:gd name="connsiteX6" fmla="*/ 4325256 w 4538546"/>
                <a:gd name="connsiteY6" fmla="*/ 2235200 h 4122057"/>
                <a:gd name="connsiteX7" fmla="*/ 3570513 w 4538546"/>
                <a:gd name="connsiteY7" fmla="*/ 3164114 h 4122057"/>
                <a:gd name="connsiteX8" fmla="*/ 3410857 w 4538546"/>
                <a:gd name="connsiteY8" fmla="*/ 3309257 h 4122057"/>
                <a:gd name="connsiteX9" fmla="*/ 2815771 w 4538546"/>
                <a:gd name="connsiteY9" fmla="*/ 3715657 h 4122057"/>
                <a:gd name="connsiteX10" fmla="*/ 449943 w 4538546"/>
                <a:gd name="connsiteY10" fmla="*/ 4122057 h 4122057"/>
                <a:gd name="connsiteX11" fmla="*/ 0 w 4538546"/>
                <a:gd name="connsiteY11" fmla="*/ 3976914 h 4122057"/>
                <a:gd name="connsiteX12" fmla="*/ 87086 w 4538546"/>
                <a:gd name="connsiteY12" fmla="*/ 841828 h 4122057"/>
                <a:gd name="connsiteX0" fmla="*/ 87086 w 4538546"/>
                <a:gd name="connsiteY0" fmla="*/ 870857 h 4151086"/>
                <a:gd name="connsiteX1" fmla="*/ 1538514 w 4538546"/>
                <a:gd name="connsiteY1" fmla="*/ 870857 h 4151086"/>
                <a:gd name="connsiteX2" fmla="*/ 3599541 w 4538546"/>
                <a:gd name="connsiteY2" fmla="*/ 0 h 4151086"/>
                <a:gd name="connsiteX3" fmla="*/ 3817257 w 4538546"/>
                <a:gd name="connsiteY3" fmla="*/ 29029 h 4151086"/>
                <a:gd name="connsiteX4" fmla="*/ 4339769 w 4538546"/>
                <a:gd name="connsiteY4" fmla="*/ 1161143 h 4151086"/>
                <a:gd name="connsiteX5" fmla="*/ 4383313 w 4538546"/>
                <a:gd name="connsiteY5" fmla="*/ 1480457 h 4151086"/>
                <a:gd name="connsiteX6" fmla="*/ 4325256 w 4538546"/>
                <a:gd name="connsiteY6" fmla="*/ 1843314 h 4151086"/>
                <a:gd name="connsiteX7" fmla="*/ 4325256 w 4538546"/>
                <a:gd name="connsiteY7" fmla="*/ 2264229 h 4151086"/>
                <a:gd name="connsiteX8" fmla="*/ 3570513 w 4538546"/>
                <a:gd name="connsiteY8" fmla="*/ 3193143 h 4151086"/>
                <a:gd name="connsiteX9" fmla="*/ 3410857 w 4538546"/>
                <a:gd name="connsiteY9" fmla="*/ 3338286 h 4151086"/>
                <a:gd name="connsiteX10" fmla="*/ 2815771 w 4538546"/>
                <a:gd name="connsiteY10" fmla="*/ 3744686 h 4151086"/>
                <a:gd name="connsiteX11" fmla="*/ 449943 w 4538546"/>
                <a:gd name="connsiteY11" fmla="*/ 4151086 h 4151086"/>
                <a:gd name="connsiteX12" fmla="*/ 0 w 4538546"/>
                <a:gd name="connsiteY12" fmla="*/ 4005943 h 4151086"/>
                <a:gd name="connsiteX13" fmla="*/ 87086 w 4538546"/>
                <a:gd name="connsiteY13" fmla="*/ 870857 h 4151086"/>
                <a:gd name="connsiteX0" fmla="*/ 87086 w 4538546"/>
                <a:gd name="connsiteY0" fmla="*/ 1384403 h 4664632"/>
                <a:gd name="connsiteX1" fmla="*/ 1538514 w 4538546"/>
                <a:gd name="connsiteY1" fmla="*/ 1384403 h 4664632"/>
                <a:gd name="connsiteX2" fmla="*/ 2235198 w 4538546"/>
                <a:gd name="connsiteY2" fmla="*/ 20060 h 4664632"/>
                <a:gd name="connsiteX3" fmla="*/ 3599541 w 4538546"/>
                <a:gd name="connsiteY3" fmla="*/ 513546 h 4664632"/>
                <a:gd name="connsiteX4" fmla="*/ 3817257 w 4538546"/>
                <a:gd name="connsiteY4" fmla="*/ 542575 h 4664632"/>
                <a:gd name="connsiteX5" fmla="*/ 4339769 w 4538546"/>
                <a:gd name="connsiteY5" fmla="*/ 1674689 h 4664632"/>
                <a:gd name="connsiteX6" fmla="*/ 4383313 w 4538546"/>
                <a:gd name="connsiteY6" fmla="*/ 1994003 h 4664632"/>
                <a:gd name="connsiteX7" fmla="*/ 4325256 w 4538546"/>
                <a:gd name="connsiteY7" fmla="*/ 2356860 h 4664632"/>
                <a:gd name="connsiteX8" fmla="*/ 4325256 w 4538546"/>
                <a:gd name="connsiteY8" fmla="*/ 2777775 h 4664632"/>
                <a:gd name="connsiteX9" fmla="*/ 3570513 w 4538546"/>
                <a:gd name="connsiteY9" fmla="*/ 3706689 h 4664632"/>
                <a:gd name="connsiteX10" fmla="*/ 3410857 w 4538546"/>
                <a:gd name="connsiteY10" fmla="*/ 3851832 h 4664632"/>
                <a:gd name="connsiteX11" fmla="*/ 2815771 w 4538546"/>
                <a:gd name="connsiteY11" fmla="*/ 4258232 h 4664632"/>
                <a:gd name="connsiteX12" fmla="*/ 449943 w 4538546"/>
                <a:gd name="connsiteY12" fmla="*/ 4664632 h 4664632"/>
                <a:gd name="connsiteX13" fmla="*/ 0 w 4538546"/>
                <a:gd name="connsiteY13" fmla="*/ 4519489 h 4664632"/>
                <a:gd name="connsiteX14" fmla="*/ 87086 w 4538546"/>
                <a:gd name="connsiteY14" fmla="*/ 1384403 h 4664632"/>
                <a:gd name="connsiteX0" fmla="*/ 87086 w 4538546"/>
                <a:gd name="connsiteY0" fmla="*/ 1384403 h 4664632"/>
                <a:gd name="connsiteX1" fmla="*/ 43542 w 4538546"/>
                <a:gd name="connsiteY1" fmla="*/ 528060 h 4664632"/>
                <a:gd name="connsiteX2" fmla="*/ 2235198 w 4538546"/>
                <a:gd name="connsiteY2" fmla="*/ 20060 h 4664632"/>
                <a:gd name="connsiteX3" fmla="*/ 3599541 w 4538546"/>
                <a:gd name="connsiteY3" fmla="*/ 513546 h 4664632"/>
                <a:gd name="connsiteX4" fmla="*/ 3817257 w 4538546"/>
                <a:gd name="connsiteY4" fmla="*/ 542575 h 4664632"/>
                <a:gd name="connsiteX5" fmla="*/ 4339769 w 4538546"/>
                <a:gd name="connsiteY5" fmla="*/ 1674689 h 4664632"/>
                <a:gd name="connsiteX6" fmla="*/ 4383313 w 4538546"/>
                <a:gd name="connsiteY6" fmla="*/ 1994003 h 4664632"/>
                <a:gd name="connsiteX7" fmla="*/ 4325256 w 4538546"/>
                <a:gd name="connsiteY7" fmla="*/ 2356860 h 4664632"/>
                <a:gd name="connsiteX8" fmla="*/ 4325256 w 4538546"/>
                <a:gd name="connsiteY8" fmla="*/ 2777775 h 4664632"/>
                <a:gd name="connsiteX9" fmla="*/ 3570513 w 4538546"/>
                <a:gd name="connsiteY9" fmla="*/ 3706689 h 4664632"/>
                <a:gd name="connsiteX10" fmla="*/ 3410857 w 4538546"/>
                <a:gd name="connsiteY10" fmla="*/ 3851832 h 4664632"/>
                <a:gd name="connsiteX11" fmla="*/ 2815771 w 4538546"/>
                <a:gd name="connsiteY11" fmla="*/ 4258232 h 4664632"/>
                <a:gd name="connsiteX12" fmla="*/ 449943 w 4538546"/>
                <a:gd name="connsiteY12" fmla="*/ 4664632 h 4664632"/>
                <a:gd name="connsiteX13" fmla="*/ 0 w 4538546"/>
                <a:gd name="connsiteY13" fmla="*/ 4519489 h 4664632"/>
                <a:gd name="connsiteX14" fmla="*/ 87086 w 4538546"/>
                <a:gd name="connsiteY14" fmla="*/ 1384403 h 4664632"/>
                <a:gd name="connsiteX0" fmla="*/ 0 w 5423917"/>
                <a:gd name="connsiteY0" fmla="*/ 1239260 h 4664632"/>
                <a:gd name="connsiteX1" fmla="*/ 928913 w 5423917"/>
                <a:gd name="connsiteY1" fmla="*/ 528060 h 4664632"/>
                <a:gd name="connsiteX2" fmla="*/ 3120569 w 5423917"/>
                <a:gd name="connsiteY2" fmla="*/ 20060 h 4664632"/>
                <a:gd name="connsiteX3" fmla="*/ 4484912 w 5423917"/>
                <a:gd name="connsiteY3" fmla="*/ 513546 h 4664632"/>
                <a:gd name="connsiteX4" fmla="*/ 4702628 w 5423917"/>
                <a:gd name="connsiteY4" fmla="*/ 542575 h 4664632"/>
                <a:gd name="connsiteX5" fmla="*/ 5225140 w 5423917"/>
                <a:gd name="connsiteY5" fmla="*/ 1674689 h 4664632"/>
                <a:gd name="connsiteX6" fmla="*/ 5268684 w 5423917"/>
                <a:gd name="connsiteY6" fmla="*/ 1994003 h 4664632"/>
                <a:gd name="connsiteX7" fmla="*/ 5210627 w 5423917"/>
                <a:gd name="connsiteY7" fmla="*/ 2356860 h 4664632"/>
                <a:gd name="connsiteX8" fmla="*/ 5210627 w 5423917"/>
                <a:gd name="connsiteY8" fmla="*/ 2777775 h 4664632"/>
                <a:gd name="connsiteX9" fmla="*/ 4455884 w 5423917"/>
                <a:gd name="connsiteY9" fmla="*/ 3706689 h 4664632"/>
                <a:gd name="connsiteX10" fmla="*/ 4296228 w 5423917"/>
                <a:gd name="connsiteY10" fmla="*/ 3851832 h 4664632"/>
                <a:gd name="connsiteX11" fmla="*/ 3701142 w 5423917"/>
                <a:gd name="connsiteY11" fmla="*/ 4258232 h 4664632"/>
                <a:gd name="connsiteX12" fmla="*/ 1335314 w 5423917"/>
                <a:gd name="connsiteY12" fmla="*/ 4664632 h 4664632"/>
                <a:gd name="connsiteX13" fmla="*/ 885371 w 5423917"/>
                <a:gd name="connsiteY13" fmla="*/ 4519489 h 4664632"/>
                <a:gd name="connsiteX14" fmla="*/ 0 w 5423917"/>
                <a:gd name="connsiteY14" fmla="*/ 1239260 h 4664632"/>
                <a:gd name="connsiteX0" fmla="*/ 217716 w 5641633"/>
                <a:gd name="connsiteY0" fmla="*/ 1239260 h 4664632"/>
                <a:gd name="connsiteX1" fmla="*/ 1146629 w 5641633"/>
                <a:gd name="connsiteY1" fmla="*/ 528060 h 4664632"/>
                <a:gd name="connsiteX2" fmla="*/ 3338285 w 5641633"/>
                <a:gd name="connsiteY2" fmla="*/ 20060 h 4664632"/>
                <a:gd name="connsiteX3" fmla="*/ 4702628 w 5641633"/>
                <a:gd name="connsiteY3" fmla="*/ 513546 h 4664632"/>
                <a:gd name="connsiteX4" fmla="*/ 4920344 w 5641633"/>
                <a:gd name="connsiteY4" fmla="*/ 542575 h 4664632"/>
                <a:gd name="connsiteX5" fmla="*/ 5442856 w 5641633"/>
                <a:gd name="connsiteY5" fmla="*/ 1674689 h 4664632"/>
                <a:gd name="connsiteX6" fmla="*/ 5486400 w 5641633"/>
                <a:gd name="connsiteY6" fmla="*/ 1994003 h 4664632"/>
                <a:gd name="connsiteX7" fmla="*/ 5428343 w 5641633"/>
                <a:gd name="connsiteY7" fmla="*/ 2356860 h 4664632"/>
                <a:gd name="connsiteX8" fmla="*/ 5428343 w 5641633"/>
                <a:gd name="connsiteY8" fmla="*/ 2777775 h 4664632"/>
                <a:gd name="connsiteX9" fmla="*/ 4673600 w 5641633"/>
                <a:gd name="connsiteY9" fmla="*/ 3706689 h 4664632"/>
                <a:gd name="connsiteX10" fmla="*/ 4513944 w 5641633"/>
                <a:gd name="connsiteY10" fmla="*/ 3851832 h 4664632"/>
                <a:gd name="connsiteX11" fmla="*/ 3918858 w 5641633"/>
                <a:gd name="connsiteY11" fmla="*/ 4258232 h 4664632"/>
                <a:gd name="connsiteX12" fmla="*/ 1553030 w 5641633"/>
                <a:gd name="connsiteY12" fmla="*/ 4664632 h 4664632"/>
                <a:gd name="connsiteX13" fmla="*/ 1103087 w 5641633"/>
                <a:gd name="connsiteY13" fmla="*/ 4519489 h 4664632"/>
                <a:gd name="connsiteX14" fmla="*/ 0 w 5641633"/>
                <a:gd name="connsiteY14" fmla="*/ 1602117 h 4664632"/>
                <a:gd name="connsiteX15" fmla="*/ 217716 w 5641633"/>
                <a:gd name="connsiteY15" fmla="*/ 1239260 h 4664632"/>
                <a:gd name="connsiteX0" fmla="*/ 364928 w 5788845"/>
                <a:gd name="connsiteY0" fmla="*/ 1239260 h 4664632"/>
                <a:gd name="connsiteX1" fmla="*/ 1293841 w 5788845"/>
                <a:gd name="connsiteY1" fmla="*/ 528060 h 4664632"/>
                <a:gd name="connsiteX2" fmla="*/ 3485497 w 5788845"/>
                <a:gd name="connsiteY2" fmla="*/ 20060 h 4664632"/>
                <a:gd name="connsiteX3" fmla="*/ 4849840 w 5788845"/>
                <a:gd name="connsiteY3" fmla="*/ 513546 h 4664632"/>
                <a:gd name="connsiteX4" fmla="*/ 5067556 w 5788845"/>
                <a:gd name="connsiteY4" fmla="*/ 542575 h 4664632"/>
                <a:gd name="connsiteX5" fmla="*/ 5590068 w 5788845"/>
                <a:gd name="connsiteY5" fmla="*/ 1674689 h 4664632"/>
                <a:gd name="connsiteX6" fmla="*/ 5633612 w 5788845"/>
                <a:gd name="connsiteY6" fmla="*/ 1994003 h 4664632"/>
                <a:gd name="connsiteX7" fmla="*/ 5575555 w 5788845"/>
                <a:gd name="connsiteY7" fmla="*/ 2356860 h 4664632"/>
                <a:gd name="connsiteX8" fmla="*/ 5575555 w 5788845"/>
                <a:gd name="connsiteY8" fmla="*/ 2777775 h 4664632"/>
                <a:gd name="connsiteX9" fmla="*/ 4820812 w 5788845"/>
                <a:gd name="connsiteY9" fmla="*/ 3706689 h 4664632"/>
                <a:gd name="connsiteX10" fmla="*/ 4661156 w 5788845"/>
                <a:gd name="connsiteY10" fmla="*/ 3851832 h 4664632"/>
                <a:gd name="connsiteX11" fmla="*/ 4066070 w 5788845"/>
                <a:gd name="connsiteY11" fmla="*/ 4258232 h 4664632"/>
                <a:gd name="connsiteX12" fmla="*/ 1700242 w 5788845"/>
                <a:gd name="connsiteY12" fmla="*/ 4664632 h 4664632"/>
                <a:gd name="connsiteX13" fmla="*/ 1250299 w 5788845"/>
                <a:gd name="connsiteY13" fmla="*/ 4519489 h 4664632"/>
                <a:gd name="connsiteX14" fmla="*/ 69198 w 5788845"/>
                <a:gd name="connsiteY14" fmla="*/ 1720046 h 4664632"/>
                <a:gd name="connsiteX15" fmla="*/ 147212 w 5788845"/>
                <a:gd name="connsiteY15" fmla="*/ 1602117 h 4664632"/>
                <a:gd name="connsiteX16" fmla="*/ 364928 w 5788845"/>
                <a:gd name="connsiteY16" fmla="*/ 1239260 h 4664632"/>
                <a:gd name="connsiteX0" fmla="*/ 800669 w 6224586"/>
                <a:gd name="connsiteY0" fmla="*/ 1239260 h 4664632"/>
                <a:gd name="connsiteX1" fmla="*/ 1729582 w 6224586"/>
                <a:gd name="connsiteY1" fmla="*/ 528060 h 4664632"/>
                <a:gd name="connsiteX2" fmla="*/ 3921238 w 6224586"/>
                <a:gd name="connsiteY2" fmla="*/ 20060 h 4664632"/>
                <a:gd name="connsiteX3" fmla="*/ 5285581 w 6224586"/>
                <a:gd name="connsiteY3" fmla="*/ 513546 h 4664632"/>
                <a:gd name="connsiteX4" fmla="*/ 5503297 w 6224586"/>
                <a:gd name="connsiteY4" fmla="*/ 542575 h 4664632"/>
                <a:gd name="connsiteX5" fmla="*/ 6025809 w 6224586"/>
                <a:gd name="connsiteY5" fmla="*/ 1674689 h 4664632"/>
                <a:gd name="connsiteX6" fmla="*/ 6069353 w 6224586"/>
                <a:gd name="connsiteY6" fmla="*/ 1994003 h 4664632"/>
                <a:gd name="connsiteX7" fmla="*/ 6011296 w 6224586"/>
                <a:gd name="connsiteY7" fmla="*/ 2356860 h 4664632"/>
                <a:gd name="connsiteX8" fmla="*/ 6011296 w 6224586"/>
                <a:gd name="connsiteY8" fmla="*/ 2777775 h 4664632"/>
                <a:gd name="connsiteX9" fmla="*/ 5256553 w 6224586"/>
                <a:gd name="connsiteY9" fmla="*/ 3706689 h 4664632"/>
                <a:gd name="connsiteX10" fmla="*/ 5096897 w 6224586"/>
                <a:gd name="connsiteY10" fmla="*/ 3851832 h 4664632"/>
                <a:gd name="connsiteX11" fmla="*/ 4501811 w 6224586"/>
                <a:gd name="connsiteY11" fmla="*/ 4258232 h 4664632"/>
                <a:gd name="connsiteX12" fmla="*/ 2135983 w 6224586"/>
                <a:gd name="connsiteY12" fmla="*/ 4664632 h 4664632"/>
                <a:gd name="connsiteX13" fmla="*/ 1686040 w 6224586"/>
                <a:gd name="connsiteY13" fmla="*/ 4519489 h 4664632"/>
                <a:gd name="connsiteX14" fmla="*/ 35039 w 6224586"/>
                <a:gd name="connsiteY14" fmla="*/ 2659846 h 4664632"/>
                <a:gd name="connsiteX15" fmla="*/ 504939 w 6224586"/>
                <a:gd name="connsiteY15" fmla="*/ 1720046 h 4664632"/>
                <a:gd name="connsiteX16" fmla="*/ 582953 w 6224586"/>
                <a:gd name="connsiteY16" fmla="*/ 1602117 h 4664632"/>
                <a:gd name="connsiteX17" fmla="*/ 800669 w 6224586"/>
                <a:gd name="connsiteY17" fmla="*/ 1239260 h 4664632"/>
                <a:gd name="connsiteX0" fmla="*/ 856496 w 6280413"/>
                <a:gd name="connsiteY0" fmla="*/ 1239260 h 4664632"/>
                <a:gd name="connsiteX1" fmla="*/ 1785409 w 6280413"/>
                <a:gd name="connsiteY1" fmla="*/ 528060 h 4664632"/>
                <a:gd name="connsiteX2" fmla="*/ 3977065 w 6280413"/>
                <a:gd name="connsiteY2" fmla="*/ 20060 h 4664632"/>
                <a:gd name="connsiteX3" fmla="*/ 5341408 w 6280413"/>
                <a:gd name="connsiteY3" fmla="*/ 513546 h 4664632"/>
                <a:gd name="connsiteX4" fmla="*/ 5559124 w 6280413"/>
                <a:gd name="connsiteY4" fmla="*/ 542575 h 4664632"/>
                <a:gd name="connsiteX5" fmla="*/ 6081636 w 6280413"/>
                <a:gd name="connsiteY5" fmla="*/ 1674689 h 4664632"/>
                <a:gd name="connsiteX6" fmla="*/ 6125180 w 6280413"/>
                <a:gd name="connsiteY6" fmla="*/ 1994003 h 4664632"/>
                <a:gd name="connsiteX7" fmla="*/ 6067123 w 6280413"/>
                <a:gd name="connsiteY7" fmla="*/ 2356860 h 4664632"/>
                <a:gd name="connsiteX8" fmla="*/ 6067123 w 6280413"/>
                <a:gd name="connsiteY8" fmla="*/ 2777775 h 4664632"/>
                <a:gd name="connsiteX9" fmla="*/ 5312380 w 6280413"/>
                <a:gd name="connsiteY9" fmla="*/ 3706689 h 4664632"/>
                <a:gd name="connsiteX10" fmla="*/ 5152724 w 6280413"/>
                <a:gd name="connsiteY10" fmla="*/ 3851832 h 4664632"/>
                <a:gd name="connsiteX11" fmla="*/ 4557638 w 6280413"/>
                <a:gd name="connsiteY11" fmla="*/ 4258232 h 4664632"/>
                <a:gd name="connsiteX12" fmla="*/ 2191810 w 6280413"/>
                <a:gd name="connsiteY12" fmla="*/ 4664632 h 4664632"/>
                <a:gd name="connsiteX13" fmla="*/ 1741867 w 6280413"/>
                <a:gd name="connsiteY13" fmla="*/ 4519489 h 4664632"/>
                <a:gd name="connsiteX14" fmla="*/ 141666 w 6280413"/>
                <a:gd name="connsiteY14" fmla="*/ 3180546 h 4664632"/>
                <a:gd name="connsiteX15" fmla="*/ 90866 w 6280413"/>
                <a:gd name="connsiteY15" fmla="*/ 2659846 h 4664632"/>
                <a:gd name="connsiteX16" fmla="*/ 560766 w 6280413"/>
                <a:gd name="connsiteY16" fmla="*/ 1720046 h 4664632"/>
                <a:gd name="connsiteX17" fmla="*/ 638780 w 6280413"/>
                <a:gd name="connsiteY17" fmla="*/ 1602117 h 4664632"/>
                <a:gd name="connsiteX18" fmla="*/ 856496 w 6280413"/>
                <a:gd name="connsiteY18" fmla="*/ 1239260 h 4664632"/>
                <a:gd name="connsiteX0" fmla="*/ 777655 w 6201572"/>
                <a:gd name="connsiteY0" fmla="*/ 1239260 h 4664632"/>
                <a:gd name="connsiteX1" fmla="*/ 1706568 w 6201572"/>
                <a:gd name="connsiteY1" fmla="*/ 528060 h 4664632"/>
                <a:gd name="connsiteX2" fmla="*/ 3898224 w 6201572"/>
                <a:gd name="connsiteY2" fmla="*/ 20060 h 4664632"/>
                <a:gd name="connsiteX3" fmla="*/ 5262567 w 6201572"/>
                <a:gd name="connsiteY3" fmla="*/ 513546 h 4664632"/>
                <a:gd name="connsiteX4" fmla="*/ 5480283 w 6201572"/>
                <a:gd name="connsiteY4" fmla="*/ 542575 h 4664632"/>
                <a:gd name="connsiteX5" fmla="*/ 6002795 w 6201572"/>
                <a:gd name="connsiteY5" fmla="*/ 1674689 h 4664632"/>
                <a:gd name="connsiteX6" fmla="*/ 6046339 w 6201572"/>
                <a:gd name="connsiteY6" fmla="*/ 1994003 h 4664632"/>
                <a:gd name="connsiteX7" fmla="*/ 5988282 w 6201572"/>
                <a:gd name="connsiteY7" fmla="*/ 2356860 h 4664632"/>
                <a:gd name="connsiteX8" fmla="*/ 5988282 w 6201572"/>
                <a:gd name="connsiteY8" fmla="*/ 2777775 h 4664632"/>
                <a:gd name="connsiteX9" fmla="*/ 5233539 w 6201572"/>
                <a:gd name="connsiteY9" fmla="*/ 3706689 h 4664632"/>
                <a:gd name="connsiteX10" fmla="*/ 5073883 w 6201572"/>
                <a:gd name="connsiteY10" fmla="*/ 3851832 h 4664632"/>
                <a:gd name="connsiteX11" fmla="*/ 4478797 w 6201572"/>
                <a:gd name="connsiteY11" fmla="*/ 4258232 h 4664632"/>
                <a:gd name="connsiteX12" fmla="*/ 2112969 w 6201572"/>
                <a:gd name="connsiteY12" fmla="*/ 4664632 h 4664632"/>
                <a:gd name="connsiteX13" fmla="*/ 1663026 w 6201572"/>
                <a:gd name="connsiteY13" fmla="*/ 4519489 h 4664632"/>
                <a:gd name="connsiteX14" fmla="*/ 253326 w 6201572"/>
                <a:gd name="connsiteY14" fmla="*/ 3815546 h 4664632"/>
                <a:gd name="connsiteX15" fmla="*/ 62825 w 6201572"/>
                <a:gd name="connsiteY15" fmla="*/ 3180546 h 4664632"/>
                <a:gd name="connsiteX16" fmla="*/ 12025 w 6201572"/>
                <a:gd name="connsiteY16" fmla="*/ 2659846 h 4664632"/>
                <a:gd name="connsiteX17" fmla="*/ 481925 w 6201572"/>
                <a:gd name="connsiteY17" fmla="*/ 1720046 h 4664632"/>
                <a:gd name="connsiteX18" fmla="*/ 559939 w 6201572"/>
                <a:gd name="connsiteY18" fmla="*/ 1602117 h 4664632"/>
                <a:gd name="connsiteX19" fmla="*/ 777655 w 6201572"/>
                <a:gd name="connsiteY19" fmla="*/ 1239260 h 4664632"/>
                <a:gd name="connsiteX0" fmla="*/ 777655 w 6201572"/>
                <a:gd name="connsiteY0" fmla="*/ 1239260 h 4664632"/>
                <a:gd name="connsiteX1" fmla="*/ 1706568 w 6201572"/>
                <a:gd name="connsiteY1" fmla="*/ 528060 h 4664632"/>
                <a:gd name="connsiteX2" fmla="*/ 3898224 w 6201572"/>
                <a:gd name="connsiteY2" fmla="*/ 20060 h 4664632"/>
                <a:gd name="connsiteX3" fmla="*/ 5262567 w 6201572"/>
                <a:gd name="connsiteY3" fmla="*/ 513546 h 4664632"/>
                <a:gd name="connsiteX4" fmla="*/ 5480283 w 6201572"/>
                <a:gd name="connsiteY4" fmla="*/ 542575 h 4664632"/>
                <a:gd name="connsiteX5" fmla="*/ 6002795 w 6201572"/>
                <a:gd name="connsiteY5" fmla="*/ 1674689 h 4664632"/>
                <a:gd name="connsiteX6" fmla="*/ 6046339 w 6201572"/>
                <a:gd name="connsiteY6" fmla="*/ 1994003 h 4664632"/>
                <a:gd name="connsiteX7" fmla="*/ 5988282 w 6201572"/>
                <a:gd name="connsiteY7" fmla="*/ 2356860 h 4664632"/>
                <a:gd name="connsiteX8" fmla="*/ 5988282 w 6201572"/>
                <a:gd name="connsiteY8" fmla="*/ 2777775 h 4664632"/>
                <a:gd name="connsiteX9" fmla="*/ 5233539 w 6201572"/>
                <a:gd name="connsiteY9" fmla="*/ 3706689 h 4664632"/>
                <a:gd name="connsiteX10" fmla="*/ 5073883 w 6201572"/>
                <a:gd name="connsiteY10" fmla="*/ 3851832 h 4664632"/>
                <a:gd name="connsiteX11" fmla="*/ 4478797 w 6201572"/>
                <a:gd name="connsiteY11" fmla="*/ 4258232 h 4664632"/>
                <a:gd name="connsiteX12" fmla="*/ 2112969 w 6201572"/>
                <a:gd name="connsiteY12" fmla="*/ 4664632 h 4664632"/>
                <a:gd name="connsiteX13" fmla="*/ 1663026 w 6201572"/>
                <a:gd name="connsiteY13" fmla="*/ 4519489 h 4664632"/>
                <a:gd name="connsiteX14" fmla="*/ 481925 w 6201572"/>
                <a:gd name="connsiteY14" fmla="*/ 4018746 h 4664632"/>
                <a:gd name="connsiteX15" fmla="*/ 253326 w 6201572"/>
                <a:gd name="connsiteY15" fmla="*/ 3815546 h 4664632"/>
                <a:gd name="connsiteX16" fmla="*/ 62825 w 6201572"/>
                <a:gd name="connsiteY16" fmla="*/ 3180546 h 4664632"/>
                <a:gd name="connsiteX17" fmla="*/ 12025 w 6201572"/>
                <a:gd name="connsiteY17" fmla="*/ 2659846 h 4664632"/>
                <a:gd name="connsiteX18" fmla="*/ 481925 w 6201572"/>
                <a:gd name="connsiteY18" fmla="*/ 1720046 h 4664632"/>
                <a:gd name="connsiteX19" fmla="*/ 559939 w 6201572"/>
                <a:gd name="connsiteY19" fmla="*/ 1602117 h 4664632"/>
                <a:gd name="connsiteX20" fmla="*/ 777655 w 6201572"/>
                <a:gd name="connsiteY20" fmla="*/ 1239260 h 4664632"/>
                <a:gd name="connsiteX0" fmla="*/ 777655 w 6201572"/>
                <a:gd name="connsiteY0" fmla="*/ 1239260 h 4664632"/>
                <a:gd name="connsiteX1" fmla="*/ 1706568 w 6201572"/>
                <a:gd name="connsiteY1" fmla="*/ 528060 h 4664632"/>
                <a:gd name="connsiteX2" fmla="*/ 3898224 w 6201572"/>
                <a:gd name="connsiteY2" fmla="*/ 20060 h 4664632"/>
                <a:gd name="connsiteX3" fmla="*/ 5262567 w 6201572"/>
                <a:gd name="connsiteY3" fmla="*/ 513546 h 4664632"/>
                <a:gd name="connsiteX4" fmla="*/ 5480283 w 6201572"/>
                <a:gd name="connsiteY4" fmla="*/ 542575 h 4664632"/>
                <a:gd name="connsiteX5" fmla="*/ 6002795 w 6201572"/>
                <a:gd name="connsiteY5" fmla="*/ 1674689 h 4664632"/>
                <a:gd name="connsiteX6" fmla="*/ 6046339 w 6201572"/>
                <a:gd name="connsiteY6" fmla="*/ 1994003 h 4664632"/>
                <a:gd name="connsiteX7" fmla="*/ 5988282 w 6201572"/>
                <a:gd name="connsiteY7" fmla="*/ 2356860 h 4664632"/>
                <a:gd name="connsiteX8" fmla="*/ 5988282 w 6201572"/>
                <a:gd name="connsiteY8" fmla="*/ 2777775 h 4664632"/>
                <a:gd name="connsiteX9" fmla="*/ 5233539 w 6201572"/>
                <a:gd name="connsiteY9" fmla="*/ 3706689 h 4664632"/>
                <a:gd name="connsiteX10" fmla="*/ 5073883 w 6201572"/>
                <a:gd name="connsiteY10" fmla="*/ 3851832 h 4664632"/>
                <a:gd name="connsiteX11" fmla="*/ 4478797 w 6201572"/>
                <a:gd name="connsiteY11" fmla="*/ 4258232 h 4664632"/>
                <a:gd name="connsiteX12" fmla="*/ 2112969 w 6201572"/>
                <a:gd name="connsiteY12" fmla="*/ 4664632 h 4664632"/>
                <a:gd name="connsiteX13" fmla="*/ 1663026 w 6201572"/>
                <a:gd name="connsiteY13" fmla="*/ 4519489 h 4664632"/>
                <a:gd name="connsiteX14" fmla="*/ 748625 w 6201572"/>
                <a:gd name="connsiteY14" fmla="*/ 4260046 h 4664632"/>
                <a:gd name="connsiteX15" fmla="*/ 481925 w 6201572"/>
                <a:gd name="connsiteY15" fmla="*/ 4018746 h 4664632"/>
                <a:gd name="connsiteX16" fmla="*/ 253326 w 6201572"/>
                <a:gd name="connsiteY16" fmla="*/ 3815546 h 4664632"/>
                <a:gd name="connsiteX17" fmla="*/ 62825 w 6201572"/>
                <a:gd name="connsiteY17" fmla="*/ 3180546 h 4664632"/>
                <a:gd name="connsiteX18" fmla="*/ 12025 w 6201572"/>
                <a:gd name="connsiteY18" fmla="*/ 2659846 h 4664632"/>
                <a:gd name="connsiteX19" fmla="*/ 481925 w 6201572"/>
                <a:gd name="connsiteY19" fmla="*/ 1720046 h 4664632"/>
                <a:gd name="connsiteX20" fmla="*/ 559939 w 6201572"/>
                <a:gd name="connsiteY20" fmla="*/ 1602117 h 4664632"/>
                <a:gd name="connsiteX21" fmla="*/ 777655 w 6201572"/>
                <a:gd name="connsiteY21" fmla="*/ 1239260 h 4664632"/>
                <a:gd name="connsiteX0" fmla="*/ 777655 w 6201572"/>
                <a:gd name="connsiteY0" fmla="*/ 1239260 h 4664632"/>
                <a:gd name="connsiteX1" fmla="*/ 1706568 w 6201572"/>
                <a:gd name="connsiteY1" fmla="*/ 528060 h 4664632"/>
                <a:gd name="connsiteX2" fmla="*/ 3898224 w 6201572"/>
                <a:gd name="connsiteY2" fmla="*/ 20060 h 4664632"/>
                <a:gd name="connsiteX3" fmla="*/ 5262567 w 6201572"/>
                <a:gd name="connsiteY3" fmla="*/ 513546 h 4664632"/>
                <a:gd name="connsiteX4" fmla="*/ 5480283 w 6201572"/>
                <a:gd name="connsiteY4" fmla="*/ 542575 h 4664632"/>
                <a:gd name="connsiteX5" fmla="*/ 6002795 w 6201572"/>
                <a:gd name="connsiteY5" fmla="*/ 1674689 h 4664632"/>
                <a:gd name="connsiteX6" fmla="*/ 6046339 w 6201572"/>
                <a:gd name="connsiteY6" fmla="*/ 1994003 h 4664632"/>
                <a:gd name="connsiteX7" fmla="*/ 5988282 w 6201572"/>
                <a:gd name="connsiteY7" fmla="*/ 2356860 h 4664632"/>
                <a:gd name="connsiteX8" fmla="*/ 5988282 w 6201572"/>
                <a:gd name="connsiteY8" fmla="*/ 2777775 h 4664632"/>
                <a:gd name="connsiteX9" fmla="*/ 5233539 w 6201572"/>
                <a:gd name="connsiteY9" fmla="*/ 3706689 h 4664632"/>
                <a:gd name="connsiteX10" fmla="*/ 5073883 w 6201572"/>
                <a:gd name="connsiteY10" fmla="*/ 3851832 h 4664632"/>
                <a:gd name="connsiteX11" fmla="*/ 4478797 w 6201572"/>
                <a:gd name="connsiteY11" fmla="*/ 4258232 h 4664632"/>
                <a:gd name="connsiteX12" fmla="*/ 2112969 w 6201572"/>
                <a:gd name="connsiteY12" fmla="*/ 4664632 h 4664632"/>
                <a:gd name="connsiteX13" fmla="*/ 1663026 w 6201572"/>
                <a:gd name="connsiteY13" fmla="*/ 4519489 h 4664632"/>
                <a:gd name="connsiteX14" fmla="*/ 748625 w 6201572"/>
                <a:gd name="connsiteY14" fmla="*/ 4260046 h 4664632"/>
                <a:gd name="connsiteX15" fmla="*/ 481925 w 6201572"/>
                <a:gd name="connsiteY15" fmla="*/ 4018746 h 4664632"/>
                <a:gd name="connsiteX16" fmla="*/ 253326 w 6201572"/>
                <a:gd name="connsiteY16" fmla="*/ 3815546 h 4664632"/>
                <a:gd name="connsiteX17" fmla="*/ 62825 w 6201572"/>
                <a:gd name="connsiteY17" fmla="*/ 3180546 h 4664632"/>
                <a:gd name="connsiteX18" fmla="*/ 12025 w 6201572"/>
                <a:gd name="connsiteY18" fmla="*/ 2659846 h 4664632"/>
                <a:gd name="connsiteX19" fmla="*/ 481925 w 6201572"/>
                <a:gd name="connsiteY19" fmla="*/ 1720046 h 4664632"/>
                <a:gd name="connsiteX20" fmla="*/ 559939 w 6201572"/>
                <a:gd name="connsiteY20" fmla="*/ 1602117 h 4664632"/>
                <a:gd name="connsiteX21" fmla="*/ 777655 w 6201572"/>
                <a:gd name="connsiteY21" fmla="*/ 1239260 h 4664632"/>
                <a:gd name="connsiteX0" fmla="*/ 777655 w 6201572"/>
                <a:gd name="connsiteY0" fmla="*/ 1239260 h 4664632"/>
                <a:gd name="connsiteX1" fmla="*/ 1706568 w 6201572"/>
                <a:gd name="connsiteY1" fmla="*/ 528060 h 4664632"/>
                <a:gd name="connsiteX2" fmla="*/ 3898224 w 6201572"/>
                <a:gd name="connsiteY2" fmla="*/ 20060 h 4664632"/>
                <a:gd name="connsiteX3" fmla="*/ 5262567 w 6201572"/>
                <a:gd name="connsiteY3" fmla="*/ 513546 h 4664632"/>
                <a:gd name="connsiteX4" fmla="*/ 5480283 w 6201572"/>
                <a:gd name="connsiteY4" fmla="*/ 542575 h 4664632"/>
                <a:gd name="connsiteX5" fmla="*/ 6002795 w 6201572"/>
                <a:gd name="connsiteY5" fmla="*/ 1674689 h 4664632"/>
                <a:gd name="connsiteX6" fmla="*/ 6046339 w 6201572"/>
                <a:gd name="connsiteY6" fmla="*/ 1994003 h 4664632"/>
                <a:gd name="connsiteX7" fmla="*/ 5988282 w 6201572"/>
                <a:gd name="connsiteY7" fmla="*/ 2356860 h 4664632"/>
                <a:gd name="connsiteX8" fmla="*/ 5988282 w 6201572"/>
                <a:gd name="connsiteY8" fmla="*/ 2777775 h 4664632"/>
                <a:gd name="connsiteX9" fmla="*/ 5233539 w 6201572"/>
                <a:gd name="connsiteY9" fmla="*/ 3706689 h 4664632"/>
                <a:gd name="connsiteX10" fmla="*/ 5073883 w 6201572"/>
                <a:gd name="connsiteY10" fmla="*/ 3851832 h 4664632"/>
                <a:gd name="connsiteX11" fmla="*/ 4478797 w 6201572"/>
                <a:gd name="connsiteY11" fmla="*/ 4258232 h 4664632"/>
                <a:gd name="connsiteX12" fmla="*/ 2112969 w 6201572"/>
                <a:gd name="connsiteY12" fmla="*/ 4664632 h 4664632"/>
                <a:gd name="connsiteX13" fmla="*/ 1663026 w 6201572"/>
                <a:gd name="connsiteY13" fmla="*/ 4519489 h 4664632"/>
                <a:gd name="connsiteX14" fmla="*/ 748625 w 6201572"/>
                <a:gd name="connsiteY14" fmla="*/ 4260046 h 4664632"/>
                <a:gd name="connsiteX15" fmla="*/ 481925 w 6201572"/>
                <a:gd name="connsiteY15" fmla="*/ 4018746 h 4664632"/>
                <a:gd name="connsiteX16" fmla="*/ 253326 w 6201572"/>
                <a:gd name="connsiteY16" fmla="*/ 3815546 h 4664632"/>
                <a:gd name="connsiteX17" fmla="*/ 62825 w 6201572"/>
                <a:gd name="connsiteY17" fmla="*/ 3180546 h 4664632"/>
                <a:gd name="connsiteX18" fmla="*/ 12025 w 6201572"/>
                <a:gd name="connsiteY18" fmla="*/ 2659846 h 4664632"/>
                <a:gd name="connsiteX19" fmla="*/ 481925 w 6201572"/>
                <a:gd name="connsiteY19" fmla="*/ 1720046 h 4664632"/>
                <a:gd name="connsiteX20" fmla="*/ 559939 w 6201572"/>
                <a:gd name="connsiteY20" fmla="*/ 1602117 h 4664632"/>
                <a:gd name="connsiteX21" fmla="*/ 777655 w 6201572"/>
                <a:gd name="connsiteY21" fmla="*/ 1239260 h 4664632"/>
                <a:gd name="connsiteX0" fmla="*/ 853456 w 6277373"/>
                <a:gd name="connsiteY0" fmla="*/ 1239260 h 4664632"/>
                <a:gd name="connsiteX1" fmla="*/ 1782369 w 6277373"/>
                <a:gd name="connsiteY1" fmla="*/ 528060 h 4664632"/>
                <a:gd name="connsiteX2" fmla="*/ 3974025 w 6277373"/>
                <a:gd name="connsiteY2" fmla="*/ 20060 h 4664632"/>
                <a:gd name="connsiteX3" fmla="*/ 5338368 w 6277373"/>
                <a:gd name="connsiteY3" fmla="*/ 513546 h 4664632"/>
                <a:gd name="connsiteX4" fmla="*/ 5556084 w 6277373"/>
                <a:gd name="connsiteY4" fmla="*/ 542575 h 4664632"/>
                <a:gd name="connsiteX5" fmla="*/ 6078596 w 6277373"/>
                <a:gd name="connsiteY5" fmla="*/ 1674689 h 4664632"/>
                <a:gd name="connsiteX6" fmla="*/ 6122140 w 6277373"/>
                <a:gd name="connsiteY6" fmla="*/ 1994003 h 4664632"/>
                <a:gd name="connsiteX7" fmla="*/ 6064083 w 6277373"/>
                <a:gd name="connsiteY7" fmla="*/ 2356860 h 4664632"/>
                <a:gd name="connsiteX8" fmla="*/ 6064083 w 6277373"/>
                <a:gd name="connsiteY8" fmla="*/ 2777775 h 4664632"/>
                <a:gd name="connsiteX9" fmla="*/ 5309340 w 6277373"/>
                <a:gd name="connsiteY9" fmla="*/ 3706689 h 4664632"/>
                <a:gd name="connsiteX10" fmla="*/ 5149684 w 6277373"/>
                <a:gd name="connsiteY10" fmla="*/ 3851832 h 4664632"/>
                <a:gd name="connsiteX11" fmla="*/ 4554598 w 6277373"/>
                <a:gd name="connsiteY11" fmla="*/ 4258232 h 4664632"/>
                <a:gd name="connsiteX12" fmla="*/ 2188770 w 6277373"/>
                <a:gd name="connsiteY12" fmla="*/ 4664632 h 4664632"/>
                <a:gd name="connsiteX13" fmla="*/ 1738827 w 6277373"/>
                <a:gd name="connsiteY13" fmla="*/ 4519489 h 4664632"/>
                <a:gd name="connsiteX14" fmla="*/ 824426 w 6277373"/>
                <a:gd name="connsiteY14" fmla="*/ 4260046 h 4664632"/>
                <a:gd name="connsiteX15" fmla="*/ 557726 w 6277373"/>
                <a:gd name="connsiteY15" fmla="*/ 4018746 h 4664632"/>
                <a:gd name="connsiteX16" fmla="*/ 329127 w 6277373"/>
                <a:gd name="connsiteY16" fmla="*/ 3815546 h 4664632"/>
                <a:gd name="connsiteX17" fmla="*/ 138626 w 6277373"/>
                <a:gd name="connsiteY17" fmla="*/ 3180546 h 4664632"/>
                <a:gd name="connsiteX18" fmla="*/ 87826 w 6277373"/>
                <a:gd name="connsiteY18" fmla="*/ 2659846 h 4664632"/>
                <a:gd name="connsiteX19" fmla="*/ 557726 w 6277373"/>
                <a:gd name="connsiteY19" fmla="*/ 1720046 h 4664632"/>
                <a:gd name="connsiteX20" fmla="*/ 635740 w 6277373"/>
                <a:gd name="connsiteY20" fmla="*/ 1602117 h 4664632"/>
                <a:gd name="connsiteX21" fmla="*/ 853456 w 6277373"/>
                <a:gd name="connsiteY21" fmla="*/ 1239260 h 4664632"/>
                <a:gd name="connsiteX0" fmla="*/ 899115 w 6323032"/>
                <a:gd name="connsiteY0" fmla="*/ 1239260 h 4664632"/>
                <a:gd name="connsiteX1" fmla="*/ 1828028 w 6323032"/>
                <a:gd name="connsiteY1" fmla="*/ 528060 h 4664632"/>
                <a:gd name="connsiteX2" fmla="*/ 4019684 w 6323032"/>
                <a:gd name="connsiteY2" fmla="*/ 20060 h 4664632"/>
                <a:gd name="connsiteX3" fmla="*/ 5384027 w 6323032"/>
                <a:gd name="connsiteY3" fmla="*/ 513546 h 4664632"/>
                <a:gd name="connsiteX4" fmla="*/ 5601743 w 6323032"/>
                <a:gd name="connsiteY4" fmla="*/ 542575 h 4664632"/>
                <a:gd name="connsiteX5" fmla="*/ 6124255 w 6323032"/>
                <a:gd name="connsiteY5" fmla="*/ 1674689 h 4664632"/>
                <a:gd name="connsiteX6" fmla="*/ 6167799 w 6323032"/>
                <a:gd name="connsiteY6" fmla="*/ 1994003 h 4664632"/>
                <a:gd name="connsiteX7" fmla="*/ 6109742 w 6323032"/>
                <a:gd name="connsiteY7" fmla="*/ 2356860 h 4664632"/>
                <a:gd name="connsiteX8" fmla="*/ 6109742 w 6323032"/>
                <a:gd name="connsiteY8" fmla="*/ 2777775 h 4664632"/>
                <a:gd name="connsiteX9" fmla="*/ 5354999 w 6323032"/>
                <a:gd name="connsiteY9" fmla="*/ 3706689 h 4664632"/>
                <a:gd name="connsiteX10" fmla="*/ 5195343 w 6323032"/>
                <a:gd name="connsiteY10" fmla="*/ 3851832 h 4664632"/>
                <a:gd name="connsiteX11" fmla="*/ 4600257 w 6323032"/>
                <a:gd name="connsiteY11" fmla="*/ 4258232 h 4664632"/>
                <a:gd name="connsiteX12" fmla="*/ 2234429 w 6323032"/>
                <a:gd name="connsiteY12" fmla="*/ 4664632 h 4664632"/>
                <a:gd name="connsiteX13" fmla="*/ 1784486 w 6323032"/>
                <a:gd name="connsiteY13" fmla="*/ 4519489 h 4664632"/>
                <a:gd name="connsiteX14" fmla="*/ 870085 w 6323032"/>
                <a:gd name="connsiteY14" fmla="*/ 4260046 h 4664632"/>
                <a:gd name="connsiteX15" fmla="*/ 603385 w 6323032"/>
                <a:gd name="connsiteY15" fmla="*/ 4018746 h 4664632"/>
                <a:gd name="connsiteX16" fmla="*/ 374786 w 6323032"/>
                <a:gd name="connsiteY16" fmla="*/ 3815546 h 4664632"/>
                <a:gd name="connsiteX17" fmla="*/ 184285 w 6323032"/>
                <a:gd name="connsiteY17" fmla="*/ 3180546 h 4664632"/>
                <a:gd name="connsiteX18" fmla="*/ 133485 w 6323032"/>
                <a:gd name="connsiteY18" fmla="*/ 2659846 h 4664632"/>
                <a:gd name="connsiteX19" fmla="*/ 603385 w 6323032"/>
                <a:gd name="connsiteY19" fmla="*/ 1720046 h 4664632"/>
                <a:gd name="connsiteX20" fmla="*/ 681399 w 6323032"/>
                <a:gd name="connsiteY20" fmla="*/ 1602117 h 4664632"/>
                <a:gd name="connsiteX21" fmla="*/ 899115 w 6323032"/>
                <a:gd name="connsiteY21" fmla="*/ 1239260 h 4664632"/>
                <a:gd name="connsiteX0" fmla="*/ 827650 w 6251567"/>
                <a:gd name="connsiteY0" fmla="*/ 1239260 h 4664632"/>
                <a:gd name="connsiteX1" fmla="*/ 1756563 w 6251567"/>
                <a:gd name="connsiteY1" fmla="*/ 528060 h 4664632"/>
                <a:gd name="connsiteX2" fmla="*/ 3948219 w 6251567"/>
                <a:gd name="connsiteY2" fmla="*/ 20060 h 4664632"/>
                <a:gd name="connsiteX3" fmla="*/ 5312562 w 6251567"/>
                <a:gd name="connsiteY3" fmla="*/ 513546 h 4664632"/>
                <a:gd name="connsiteX4" fmla="*/ 5530278 w 6251567"/>
                <a:gd name="connsiteY4" fmla="*/ 542575 h 4664632"/>
                <a:gd name="connsiteX5" fmla="*/ 6052790 w 6251567"/>
                <a:gd name="connsiteY5" fmla="*/ 1674689 h 4664632"/>
                <a:gd name="connsiteX6" fmla="*/ 6096334 w 6251567"/>
                <a:gd name="connsiteY6" fmla="*/ 1994003 h 4664632"/>
                <a:gd name="connsiteX7" fmla="*/ 6038277 w 6251567"/>
                <a:gd name="connsiteY7" fmla="*/ 2356860 h 4664632"/>
                <a:gd name="connsiteX8" fmla="*/ 6038277 w 6251567"/>
                <a:gd name="connsiteY8" fmla="*/ 2777775 h 4664632"/>
                <a:gd name="connsiteX9" fmla="*/ 5283534 w 6251567"/>
                <a:gd name="connsiteY9" fmla="*/ 3706689 h 4664632"/>
                <a:gd name="connsiteX10" fmla="*/ 5123878 w 6251567"/>
                <a:gd name="connsiteY10" fmla="*/ 3851832 h 4664632"/>
                <a:gd name="connsiteX11" fmla="*/ 4528792 w 6251567"/>
                <a:gd name="connsiteY11" fmla="*/ 4258232 h 4664632"/>
                <a:gd name="connsiteX12" fmla="*/ 2162964 w 6251567"/>
                <a:gd name="connsiteY12" fmla="*/ 4664632 h 4664632"/>
                <a:gd name="connsiteX13" fmla="*/ 1713021 w 6251567"/>
                <a:gd name="connsiteY13" fmla="*/ 4519489 h 4664632"/>
                <a:gd name="connsiteX14" fmla="*/ 798620 w 6251567"/>
                <a:gd name="connsiteY14" fmla="*/ 4260046 h 4664632"/>
                <a:gd name="connsiteX15" fmla="*/ 531920 w 6251567"/>
                <a:gd name="connsiteY15" fmla="*/ 4018746 h 4664632"/>
                <a:gd name="connsiteX16" fmla="*/ 303321 w 6251567"/>
                <a:gd name="connsiteY16" fmla="*/ 3815546 h 4664632"/>
                <a:gd name="connsiteX17" fmla="*/ 112820 w 6251567"/>
                <a:gd name="connsiteY17" fmla="*/ 3180546 h 4664632"/>
                <a:gd name="connsiteX18" fmla="*/ 62020 w 6251567"/>
                <a:gd name="connsiteY18" fmla="*/ 2659846 h 4664632"/>
                <a:gd name="connsiteX19" fmla="*/ 531920 w 6251567"/>
                <a:gd name="connsiteY19" fmla="*/ 1720046 h 4664632"/>
                <a:gd name="connsiteX20" fmla="*/ 609934 w 6251567"/>
                <a:gd name="connsiteY20" fmla="*/ 1602117 h 4664632"/>
                <a:gd name="connsiteX21" fmla="*/ 827650 w 6251567"/>
                <a:gd name="connsiteY21" fmla="*/ 1239260 h 4664632"/>
                <a:gd name="connsiteX0" fmla="*/ 827650 w 6251567"/>
                <a:gd name="connsiteY0" fmla="*/ 1239260 h 4664632"/>
                <a:gd name="connsiteX1" fmla="*/ 1756563 w 6251567"/>
                <a:gd name="connsiteY1" fmla="*/ 528060 h 4664632"/>
                <a:gd name="connsiteX2" fmla="*/ 3948219 w 6251567"/>
                <a:gd name="connsiteY2" fmla="*/ 20060 h 4664632"/>
                <a:gd name="connsiteX3" fmla="*/ 5312562 w 6251567"/>
                <a:gd name="connsiteY3" fmla="*/ 513546 h 4664632"/>
                <a:gd name="connsiteX4" fmla="*/ 5530278 w 6251567"/>
                <a:gd name="connsiteY4" fmla="*/ 542575 h 4664632"/>
                <a:gd name="connsiteX5" fmla="*/ 6052790 w 6251567"/>
                <a:gd name="connsiteY5" fmla="*/ 1674689 h 4664632"/>
                <a:gd name="connsiteX6" fmla="*/ 6096334 w 6251567"/>
                <a:gd name="connsiteY6" fmla="*/ 1994003 h 4664632"/>
                <a:gd name="connsiteX7" fmla="*/ 6038277 w 6251567"/>
                <a:gd name="connsiteY7" fmla="*/ 2356860 h 4664632"/>
                <a:gd name="connsiteX8" fmla="*/ 6038277 w 6251567"/>
                <a:gd name="connsiteY8" fmla="*/ 2777775 h 4664632"/>
                <a:gd name="connsiteX9" fmla="*/ 5283534 w 6251567"/>
                <a:gd name="connsiteY9" fmla="*/ 3706689 h 4664632"/>
                <a:gd name="connsiteX10" fmla="*/ 5123878 w 6251567"/>
                <a:gd name="connsiteY10" fmla="*/ 3851832 h 4664632"/>
                <a:gd name="connsiteX11" fmla="*/ 4528792 w 6251567"/>
                <a:gd name="connsiteY11" fmla="*/ 4258232 h 4664632"/>
                <a:gd name="connsiteX12" fmla="*/ 2162964 w 6251567"/>
                <a:gd name="connsiteY12" fmla="*/ 4664632 h 4664632"/>
                <a:gd name="connsiteX13" fmla="*/ 1713021 w 6251567"/>
                <a:gd name="connsiteY13" fmla="*/ 4519489 h 4664632"/>
                <a:gd name="connsiteX14" fmla="*/ 798620 w 6251567"/>
                <a:gd name="connsiteY14" fmla="*/ 4260046 h 4664632"/>
                <a:gd name="connsiteX15" fmla="*/ 531920 w 6251567"/>
                <a:gd name="connsiteY15" fmla="*/ 4018746 h 4664632"/>
                <a:gd name="connsiteX16" fmla="*/ 303321 w 6251567"/>
                <a:gd name="connsiteY16" fmla="*/ 3815546 h 4664632"/>
                <a:gd name="connsiteX17" fmla="*/ 112820 w 6251567"/>
                <a:gd name="connsiteY17" fmla="*/ 3180546 h 4664632"/>
                <a:gd name="connsiteX18" fmla="*/ 62020 w 6251567"/>
                <a:gd name="connsiteY18" fmla="*/ 2659846 h 4664632"/>
                <a:gd name="connsiteX19" fmla="*/ 531920 w 6251567"/>
                <a:gd name="connsiteY19" fmla="*/ 1720046 h 4664632"/>
                <a:gd name="connsiteX20" fmla="*/ 609934 w 6251567"/>
                <a:gd name="connsiteY20" fmla="*/ 1602117 h 4664632"/>
                <a:gd name="connsiteX21" fmla="*/ 827650 w 6251567"/>
                <a:gd name="connsiteY21" fmla="*/ 1239260 h 4664632"/>
                <a:gd name="connsiteX0" fmla="*/ 847561 w 6271478"/>
                <a:gd name="connsiteY0" fmla="*/ 1239260 h 4664632"/>
                <a:gd name="connsiteX1" fmla="*/ 1776474 w 6271478"/>
                <a:gd name="connsiteY1" fmla="*/ 528060 h 4664632"/>
                <a:gd name="connsiteX2" fmla="*/ 3968130 w 6271478"/>
                <a:gd name="connsiteY2" fmla="*/ 20060 h 4664632"/>
                <a:gd name="connsiteX3" fmla="*/ 5332473 w 6271478"/>
                <a:gd name="connsiteY3" fmla="*/ 513546 h 4664632"/>
                <a:gd name="connsiteX4" fmla="*/ 5550189 w 6271478"/>
                <a:gd name="connsiteY4" fmla="*/ 542575 h 4664632"/>
                <a:gd name="connsiteX5" fmla="*/ 6072701 w 6271478"/>
                <a:gd name="connsiteY5" fmla="*/ 1674689 h 4664632"/>
                <a:gd name="connsiteX6" fmla="*/ 6116245 w 6271478"/>
                <a:gd name="connsiteY6" fmla="*/ 1994003 h 4664632"/>
                <a:gd name="connsiteX7" fmla="*/ 6058188 w 6271478"/>
                <a:gd name="connsiteY7" fmla="*/ 2356860 h 4664632"/>
                <a:gd name="connsiteX8" fmla="*/ 6058188 w 6271478"/>
                <a:gd name="connsiteY8" fmla="*/ 2777775 h 4664632"/>
                <a:gd name="connsiteX9" fmla="*/ 5303445 w 6271478"/>
                <a:gd name="connsiteY9" fmla="*/ 3706689 h 4664632"/>
                <a:gd name="connsiteX10" fmla="*/ 5143789 w 6271478"/>
                <a:gd name="connsiteY10" fmla="*/ 3851832 h 4664632"/>
                <a:gd name="connsiteX11" fmla="*/ 4548703 w 6271478"/>
                <a:gd name="connsiteY11" fmla="*/ 4258232 h 4664632"/>
                <a:gd name="connsiteX12" fmla="*/ 2182875 w 6271478"/>
                <a:gd name="connsiteY12" fmla="*/ 4664632 h 4664632"/>
                <a:gd name="connsiteX13" fmla="*/ 1732932 w 6271478"/>
                <a:gd name="connsiteY13" fmla="*/ 4519489 h 4664632"/>
                <a:gd name="connsiteX14" fmla="*/ 818531 w 6271478"/>
                <a:gd name="connsiteY14" fmla="*/ 4260046 h 4664632"/>
                <a:gd name="connsiteX15" fmla="*/ 551831 w 6271478"/>
                <a:gd name="connsiteY15" fmla="*/ 4018746 h 4664632"/>
                <a:gd name="connsiteX16" fmla="*/ 323232 w 6271478"/>
                <a:gd name="connsiteY16" fmla="*/ 3815546 h 4664632"/>
                <a:gd name="connsiteX17" fmla="*/ 132731 w 6271478"/>
                <a:gd name="connsiteY17" fmla="*/ 3180546 h 4664632"/>
                <a:gd name="connsiteX18" fmla="*/ 81931 w 6271478"/>
                <a:gd name="connsiteY18" fmla="*/ 2659846 h 4664632"/>
                <a:gd name="connsiteX19" fmla="*/ 551831 w 6271478"/>
                <a:gd name="connsiteY19" fmla="*/ 1720046 h 4664632"/>
                <a:gd name="connsiteX20" fmla="*/ 629845 w 6271478"/>
                <a:gd name="connsiteY20" fmla="*/ 1602117 h 4664632"/>
                <a:gd name="connsiteX21" fmla="*/ 847561 w 6271478"/>
                <a:gd name="connsiteY21" fmla="*/ 1239260 h 4664632"/>
                <a:gd name="connsiteX0" fmla="*/ 847561 w 6271478"/>
                <a:gd name="connsiteY0" fmla="*/ 1239260 h 4664632"/>
                <a:gd name="connsiteX1" fmla="*/ 1776474 w 6271478"/>
                <a:gd name="connsiteY1" fmla="*/ 528060 h 4664632"/>
                <a:gd name="connsiteX2" fmla="*/ 3968130 w 6271478"/>
                <a:gd name="connsiteY2" fmla="*/ 20060 h 4664632"/>
                <a:gd name="connsiteX3" fmla="*/ 5332473 w 6271478"/>
                <a:gd name="connsiteY3" fmla="*/ 513546 h 4664632"/>
                <a:gd name="connsiteX4" fmla="*/ 5550189 w 6271478"/>
                <a:gd name="connsiteY4" fmla="*/ 542575 h 4664632"/>
                <a:gd name="connsiteX5" fmla="*/ 6072701 w 6271478"/>
                <a:gd name="connsiteY5" fmla="*/ 1674689 h 4664632"/>
                <a:gd name="connsiteX6" fmla="*/ 6116245 w 6271478"/>
                <a:gd name="connsiteY6" fmla="*/ 1994003 h 4664632"/>
                <a:gd name="connsiteX7" fmla="*/ 6058188 w 6271478"/>
                <a:gd name="connsiteY7" fmla="*/ 2356860 h 4664632"/>
                <a:gd name="connsiteX8" fmla="*/ 6058188 w 6271478"/>
                <a:gd name="connsiteY8" fmla="*/ 2777775 h 4664632"/>
                <a:gd name="connsiteX9" fmla="*/ 5303445 w 6271478"/>
                <a:gd name="connsiteY9" fmla="*/ 3706689 h 4664632"/>
                <a:gd name="connsiteX10" fmla="*/ 5143789 w 6271478"/>
                <a:gd name="connsiteY10" fmla="*/ 3851832 h 4664632"/>
                <a:gd name="connsiteX11" fmla="*/ 4548703 w 6271478"/>
                <a:gd name="connsiteY11" fmla="*/ 4258232 h 4664632"/>
                <a:gd name="connsiteX12" fmla="*/ 2182875 w 6271478"/>
                <a:gd name="connsiteY12" fmla="*/ 4664632 h 4664632"/>
                <a:gd name="connsiteX13" fmla="*/ 1732932 w 6271478"/>
                <a:gd name="connsiteY13" fmla="*/ 4519489 h 4664632"/>
                <a:gd name="connsiteX14" fmla="*/ 818531 w 6271478"/>
                <a:gd name="connsiteY14" fmla="*/ 4260046 h 4664632"/>
                <a:gd name="connsiteX15" fmla="*/ 551831 w 6271478"/>
                <a:gd name="connsiteY15" fmla="*/ 4018746 h 4664632"/>
                <a:gd name="connsiteX16" fmla="*/ 323232 w 6271478"/>
                <a:gd name="connsiteY16" fmla="*/ 3815546 h 4664632"/>
                <a:gd name="connsiteX17" fmla="*/ 132731 w 6271478"/>
                <a:gd name="connsiteY17" fmla="*/ 3180546 h 4664632"/>
                <a:gd name="connsiteX18" fmla="*/ 81931 w 6271478"/>
                <a:gd name="connsiteY18" fmla="*/ 2659846 h 4664632"/>
                <a:gd name="connsiteX19" fmla="*/ 551831 w 6271478"/>
                <a:gd name="connsiteY19" fmla="*/ 1720046 h 4664632"/>
                <a:gd name="connsiteX20" fmla="*/ 629845 w 6271478"/>
                <a:gd name="connsiteY20" fmla="*/ 1602117 h 4664632"/>
                <a:gd name="connsiteX21" fmla="*/ 847561 w 6271478"/>
                <a:gd name="connsiteY21" fmla="*/ 1239260 h 4664632"/>
                <a:gd name="connsiteX0" fmla="*/ 863056 w 6286973"/>
                <a:gd name="connsiteY0" fmla="*/ 1239260 h 4664632"/>
                <a:gd name="connsiteX1" fmla="*/ 1791969 w 6286973"/>
                <a:gd name="connsiteY1" fmla="*/ 528060 h 4664632"/>
                <a:gd name="connsiteX2" fmla="*/ 3983625 w 6286973"/>
                <a:gd name="connsiteY2" fmla="*/ 20060 h 4664632"/>
                <a:gd name="connsiteX3" fmla="*/ 5347968 w 6286973"/>
                <a:gd name="connsiteY3" fmla="*/ 513546 h 4664632"/>
                <a:gd name="connsiteX4" fmla="*/ 5565684 w 6286973"/>
                <a:gd name="connsiteY4" fmla="*/ 542575 h 4664632"/>
                <a:gd name="connsiteX5" fmla="*/ 6088196 w 6286973"/>
                <a:gd name="connsiteY5" fmla="*/ 1674689 h 4664632"/>
                <a:gd name="connsiteX6" fmla="*/ 6131740 w 6286973"/>
                <a:gd name="connsiteY6" fmla="*/ 1994003 h 4664632"/>
                <a:gd name="connsiteX7" fmla="*/ 6073683 w 6286973"/>
                <a:gd name="connsiteY7" fmla="*/ 2356860 h 4664632"/>
                <a:gd name="connsiteX8" fmla="*/ 6073683 w 6286973"/>
                <a:gd name="connsiteY8" fmla="*/ 2777775 h 4664632"/>
                <a:gd name="connsiteX9" fmla="*/ 5318940 w 6286973"/>
                <a:gd name="connsiteY9" fmla="*/ 3706689 h 4664632"/>
                <a:gd name="connsiteX10" fmla="*/ 5159284 w 6286973"/>
                <a:gd name="connsiteY10" fmla="*/ 3851832 h 4664632"/>
                <a:gd name="connsiteX11" fmla="*/ 4564198 w 6286973"/>
                <a:gd name="connsiteY11" fmla="*/ 4258232 h 4664632"/>
                <a:gd name="connsiteX12" fmla="*/ 2198370 w 6286973"/>
                <a:gd name="connsiteY12" fmla="*/ 4664632 h 4664632"/>
                <a:gd name="connsiteX13" fmla="*/ 1748427 w 6286973"/>
                <a:gd name="connsiteY13" fmla="*/ 4519489 h 4664632"/>
                <a:gd name="connsiteX14" fmla="*/ 834026 w 6286973"/>
                <a:gd name="connsiteY14" fmla="*/ 4260046 h 4664632"/>
                <a:gd name="connsiteX15" fmla="*/ 567326 w 6286973"/>
                <a:gd name="connsiteY15" fmla="*/ 4018746 h 4664632"/>
                <a:gd name="connsiteX16" fmla="*/ 338727 w 6286973"/>
                <a:gd name="connsiteY16" fmla="*/ 3815546 h 4664632"/>
                <a:gd name="connsiteX17" fmla="*/ 148226 w 6286973"/>
                <a:gd name="connsiteY17" fmla="*/ 3180546 h 4664632"/>
                <a:gd name="connsiteX18" fmla="*/ 97426 w 6286973"/>
                <a:gd name="connsiteY18" fmla="*/ 2659846 h 4664632"/>
                <a:gd name="connsiteX19" fmla="*/ 567326 w 6286973"/>
                <a:gd name="connsiteY19" fmla="*/ 1720046 h 4664632"/>
                <a:gd name="connsiteX20" fmla="*/ 645340 w 6286973"/>
                <a:gd name="connsiteY20" fmla="*/ 1602117 h 4664632"/>
                <a:gd name="connsiteX21" fmla="*/ 863056 w 6286973"/>
                <a:gd name="connsiteY21" fmla="*/ 1239260 h 4664632"/>
                <a:gd name="connsiteX0" fmla="*/ 863056 w 6286973"/>
                <a:gd name="connsiteY0" fmla="*/ 1239260 h 4664632"/>
                <a:gd name="connsiteX1" fmla="*/ 1791969 w 6286973"/>
                <a:gd name="connsiteY1" fmla="*/ 528060 h 4664632"/>
                <a:gd name="connsiteX2" fmla="*/ 3983625 w 6286973"/>
                <a:gd name="connsiteY2" fmla="*/ 20060 h 4664632"/>
                <a:gd name="connsiteX3" fmla="*/ 5347968 w 6286973"/>
                <a:gd name="connsiteY3" fmla="*/ 513546 h 4664632"/>
                <a:gd name="connsiteX4" fmla="*/ 5565684 w 6286973"/>
                <a:gd name="connsiteY4" fmla="*/ 542575 h 4664632"/>
                <a:gd name="connsiteX5" fmla="*/ 6088196 w 6286973"/>
                <a:gd name="connsiteY5" fmla="*/ 1674689 h 4664632"/>
                <a:gd name="connsiteX6" fmla="*/ 6131740 w 6286973"/>
                <a:gd name="connsiteY6" fmla="*/ 1994003 h 4664632"/>
                <a:gd name="connsiteX7" fmla="*/ 6073683 w 6286973"/>
                <a:gd name="connsiteY7" fmla="*/ 2356860 h 4664632"/>
                <a:gd name="connsiteX8" fmla="*/ 6073683 w 6286973"/>
                <a:gd name="connsiteY8" fmla="*/ 2777775 h 4664632"/>
                <a:gd name="connsiteX9" fmla="*/ 5318940 w 6286973"/>
                <a:gd name="connsiteY9" fmla="*/ 3706689 h 4664632"/>
                <a:gd name="connsiteX10" fmla="*/ 5159284 w 6286973"/>
                <a:gd name="connsiteY10" fmla="*/ 3851832 h 4664632"/>
                <a:gd name="connsiteX11" fmla="*/ 4564198 w 6286973"/>
                <a:gd name="connsiteY11" fmla="*/ 4258232 h 4664632"/>
                <a:gd name="connsiteX12" fmla="*/ 2198370 w 6286973"/>
                <a:gd name="connsiteY12" fmla="*/ 4664632 h 4664632"/>
                <a:gd name="connsiteX13" fmla="*/ 1748427 w 6286973"/>
                <a:gd name="connsiteY13" fmla="*/ 4519489 h 4664632"/>
                <a:gd name="connsiteX14" fmla="*/ 834026 w 6286973"/>
                <a:gd name="connsiteY14" fmla="*/ 4260046 h 4664632"/>
                <a:gd name="connsiteX15" fmla="*/ 567326 w 6286973"/>
                <a:gd name="connsiteY15" fmla="*/ 4018746 h 4664632"/>
                <a:gd name="connsiteX16" fmla="*/ 338727 w 6286973"/>
                <a:gd name="connsiteY16" fmla="*/ 3815546 h 4664632"/>
                <a:gd name="connsiteX17" fmla="*/ 148226 w 6286973"/>
                <a:gd name="connsiteY17" fmla="*/ 3180546 h 4664632"/>
                <a:gd name="connsiteX18" fmla="*/ 97426 w 6286973"/>
                <a:gd name="connsiteY18" fmla="*/ 2659846 h 4664632"/>
                <a:gd name="connsiteX19" fmla="*/ 567326 w 6286973"/>
                <a:gd name="connsiteY19" fmla="*/ 1720046 h 4664632"/>
                <a:gd name="connsiteX20" fmla="*/ 645340 w 6286973"/>
                <a:gd name="connsiteY20" fmla="*/ 1602117 h 4664632"/>
                <a:gd name="connsiteX21" fmla="*/ 863056 w 6286973"/>
                <a:gd name="connsiteY21" fmla="*/ 1239260 h 4664632"/>
                <a:gd name="connsiteX0" fmla="*/ 863056 w 6286973"/>
                <a:gd name="connsiteY0" fmla="*/ 1239260 h 4664632"/>
                <a:gd name="connsiteX1" fmla="*/ 1791969 w 6286973"/>
                <a:gd name="connsiteY1" fmla="*/ 528060 h 4664632"/>
                <a:gd name="connsiteX2" fmla="*/ 3983625 w 6286973"/>
                <a:gd name="connsiteY2" fmla="*/ 20060 h 4664632"/>
                <a:gd name="connsiteX3" fmla="*/ 5347968 w 6286973"/>
                <a:gd name="connsiteY3" fmla="*/ 513546 h 4664632"/>
                <a:gd name="connsiteX4" fmla="*/ 5565684 w 6286973"/>
                <a:gd name="connsiteY4" fmla="*/ 542575 h 4664632"/>
                <a:gd name="connsiteX5" fmla="*/ 6088196 w 6286973"/>
                <a:gd name="connsiteY5" fmla="*/ 1674689 h 4664632"/>
                <a:gd name="connsiteX6" fmla="*/ 6131740 w 6286973"/>
                <a:gd name="connsiteY6" fmla="*/ 1994003 h 4664632"/>
                <a:gd name="connsiteX7" fmla="*/ 6073683 w 6286973"/>
                <a:gd name="connsiteY7" fmla="*/ 2356860 h 4664632"/>
                <a:gd name="connsiteX8" fmla="*/ 6073683 w 6286973"/>
                <a:gd name="connsiteY8" fmla="*/ 2777775 h 4664632"/>
                <a:gd name="connsiteX9" fmla="*/ 5318940 w 6286973"/>
                <a:gd name="connsiteY9" fmla="*/ 3706689 h 4664632"/>
                <a:gd name="connsiteX10" fmla="*/ 5159284 w 6286973"/>
                <a:gd name="connsiteY10" fmla="*/ 3851832 h 4664632"/>
                <a:gd name="connsiteX11" fmla="*/ 4564198 w 6286973"/>
                <a:gd name="connsiteY11" fmla="*/ 4258232 h 4664632"/>
                <a:gd name="connsiteX12" fmla="*/ 2198370 w 6286973"/>
                <a:gd name="connsiteY12" fmla="*/ 4664632 h 4664632"/>
                <a:gd name="connsiteX13" fmla="*/ 1748427 w 6286973"/>
                <a:gd name="connsiteY13" fmla="*/ 4519489 h 4664632"/>
                <a:gd name="connsiteX14" fmla="*/ 834026 w 6286973"/>
                <a:gd name="connsiteY14" fmla="*/ 4260046 h 4664632"/>
                <a:gd name="connsiteX15" fmla="*/ 567326 w 6286973"/>
                <a:gd name="connsiteY15" fmla="*/ 4018746 h 4664632"/>
                <a:gd name="connsiteX16" fmla="*/ 338727 w 6286973"/>
                <a:gd name="connsiteY16" fmla="*/ 3815546 h 4664632"/>
                <a:gd name="connsiteX17" fmla="*/ 148226 w 6286973"/>
                <a:gd name="connsiteY17" fmla="*/ 3180546 h 4664632"/>
                <a:gd name="connsiteX18" fmla="*/ 97426 w 6286973"/>
                <a:gd name="connsiteY18" fmla="*/ 2659846 h 4664632"/>
                <a:gd name="connsiteX19" fmla="*/ 567326 w 6286973"/>
                <a:gd name="connsiteY19" fmla="*/ 1720046 h 4664632"/>
                <a:gd name="connsiteX20" fmla="*/ 645340 w 6286973"/>
                <a:gd name="connsiteY20" fmla="*/ 1602117 h 4664632"/>
                <a:gd name="connsiteX21" fmla="*/ 863056 w 6286973"/>
                <a:gd name="connsiteY21" fmla="*/ 1239260 h 4664632"/>
                <a:gd name="connsiteX0" fmla="*/ 875756 w 6286973"/>
                <a:gd name="connsiteY0" fmla="*/ 1290060 h 4664632"/>
                <a:gd name="connsiteX1" fmla="*/ 1791969 w 6286973"/>
                <a:gd name="connsiteY1" fmla="*/ 528060 h 4664632"/>
                <a:gd name="connsiteX2" fmla="*/ 3983625 w 6286973"/>
                <a:gd name="connsiteY2" fmla="*/ 20060 h 4664632"/>
                <a:gd name="connsiteX3" fmla="*/ 5347968 w 6286973"/>
                <a:gd name="connsiteY3" fmla="*/ 513546 h 4664632"/>
                <a:gd name="connsiteX4" fmla="*/ 5565684 w 6286973"/>
                <a:gd name="connsiteY4" fmla="*/ 542575 h 4664632"/>
                <a:gd name="connsiteX5" fmla="*/ 6088196 w 6286973"/>
                <a:gd name="connsiteY5" fmla="*/ 1674689 h 4664632"/>
                <a:gd name="connsiteX6" fmla="*/ 6131740 w 6286973"/>
                <a:gd name="connsiteY6" fmla="*/ 1994003 h 4664632"/>
                <a:gd name="connsiteX7" fmla="*/ 6073683 w 6286973"/>
                <a:gd name="connsiteY7" fmla="*/ 2356860 h 4664632"/>
                <a:gd name="connsiteX8" fmla="*/ 6073683 w 6286973"/>
                <a:gd name="connsiteY8" fmla="*/ 2777775 h 4664632"/>
                <a:gd name="connsiteX9" fmla="*/ 5318940 w 6286973"/>
                <a:gd name="connsiteY9" fmla="*/ 3706689 h 4664632"/>
                <a:gd name="connsiteX10" fmla="*/ 5159284 w 6286973"/>
                <a:gd name="connsiteY10" fmla="*/ 3851832 h 4664632"/>
                <a:gd name="connsiteX11" fmla="*/ 4564198 w 6286973"/>
                <a:gd name="connsiteY11" fmla="*/ 4258232 h 4664632"/>
                <a:gd name="connsiteX12" fmla="*/ 2198370 w 6286973"/>
                <a:gd name="connsiteY12" fmla="*/ 4664632 h 4664632"/>
                <a:gd name="connsiteX13" fmla="*/ 1748427 w 6286973"/>
                <a:gd name="connsiteY13" fmla="*/ 4519489 h 4664632"/>
                <a:gd name="connsiteX14" fmla="*/ 834026 w 6286973"/>
                <a:gd name="connsiteY14" fmla="*/ 4260046 h 4664632"/>
                <a:gd name="connsiteX15" fmla="*/ 567326 w 6286973"/>
                <a:gd name="connsiteY15" fmla="*/ 4018746 h 4664632"/>
                <a:gd name="connsiteX16" fmla="*/ 338727 w 6286973"/>
                <a:gd name="connsiteY16" fmla="*/ 3815546 h 4664632"/>
                <a:gd name="connsiteX17" fmla="*/ 148226 w 6286973"/>
                <a:gd name="connsiteY17" fmla="*/ 3180546 h 4664632"/>
                <a:gd name="connsiteX18" fmla="*/ 97426 w 6286973"/>
                <a:gd name="connsiteY18" fmla="*/ 2659846 h 4664632"/>
                <a:gd name="connsiteX19" fmla="*/ 567326 w 6286973"/>
                <a:gd name="connsiteY19" fmla="*/ 1720046 h 4664632"/>
                <a:gd name="connsiteX20" fmla="*/ 645340 w 6286973"/>
                <a:gd name="connsiteY20" fmla="*/ 1602117 h 4664632"/>
                <a:gd name="connsiteX21" fmla="*/ 875756 w 6286973"/>
                <a:gd name="connsiteY21" fmla="*/ 1290060 h 4664632"/>
                <a:gd name="connsiteX0" fmla="*/ 875756 w 6286973"/>
                <a:gd name="connsiteY0" fmla="*/ 1290060 h 4664632"/>
                <a:gd name="connsiteX1" fmla="*/ 1791969 w 6286973"/>
                <a:gd name="connsiteY1" fmla="*/ 528060 h 4664632"/>
                <a:gd name="connsiteX2" fmla="*/ 3983625 w 6286973"/>
                <a:gd name="connsiteY2" fmla="*/ 20060 h 4664632"/>
                <a:gd name="connsiteX3" fmla="*/ 5347968 w 6286973"/>
                <a:gd name="connsiteY3" fmla="*/ 513546 h 4664632"/>
                <a:gd name="connsiteX4" fmla="*/ 5565684 w 6286973"/>
                <a:gd name="connsiteY4" fmla="*/ 542575 h 4664632"/>
                <a:gd name="connsiteX5" fmla="*/ 6088196 w 6286973"/>
                <a:gd name="connsiteY5" fmla="*/ 1674689 h 4664632"/>
                <a:gd name="connsiteX6" fmla="*/ 6131740 w 6286973"/>
                <a:gd name="connsiteY6" fmla="*/ 1994003 h 4664632"/>
                <a:gd name="connsiteX7" fmla="*/ 6073683 w 6286973"/>
                <a:gd name="connsiteY7" fmla="*/ 2356860 h 4664632"/>
                <a:gd name="connsiteX8" fmla="*/ 6073683 w 6286973"/>
                <a:gd name="connsiteY8" fmla="*/ 2777775 h 4664632"/>
                <a:gd name="connsiteX9" fmla="*/ 5318940 w 6286973"/>
                <a:gd name="connsiteY9" fmla="*/ 3706689 h 4664632"/>
                <a:gd name="connsiteX10" fmla="*/ 5159284 w 6286973"/>
                <a:gd name="connsiteY10" fmla="*/ 3851832 h 4664632"/>
                <a:gd name="connsiteX11" fmla="*/ 4564198 w 6286973"/>
                <a:gd name="connsiteY11" fmla="*/ 4258232 h 4664632"/>
                <a:gd name="connsiteX12" fmla="*/ 2198370 w 6286973"/>
                <a:gd name="connsiteY12" fmla="*/ 4664632 h 4664632"/>
                <a:gd name="connsiteX13" fmla="*/ 1748427 w 6286973"/>
                <a:gd name="connsiteY13" fmla="*/ 4519489 h 4664632"/>
                <a:gd name="connsiteX14" fmla="*/ 834026 w 6286973"/>
                <a:gd name="connsiteY14" fmla="*/ 4260046 h 4664632"/>
                <a:gd name="connsiteX15" fmla="*/ 567326 w 6286973"/>
                <a:gd name="connsiteY15" fmla="*/ 4018746 h 4664632"/>
                <a:gd name="connsiteX16" fmla="*/ 338727 w 6286973"/>
                <a:gd name="connsiteY16" fmla="*/ 3815546 h 4664632"/>
                <a:gd name="connsiteX17" fmla="*/ 148226 w 6286973"/>
                <a:gd name="connsiteY17" fmla="*/ 3180546 h 4664632"/>
                <a:gd name="connsiteX18" fmla="*/ 97426 w 6286973"/>
                <a:gd name="connsiteY18" fmla="*/ 2659846 h 4664632"/>
                <a:gd name="connsiteX19" fmla="*/ 567326 w 6286973"/>
                <a:gd name="connsiteY19" fmla="*/ 1720046 h 4664632"/>
                <a:gd name="connsiteX20" fmla="*/ 645340 w 6286973"/>
                <a:gd name="connsiteY20" fmla="*/ 1602117 h 4664632"/>
                <a:gd name="connsiteX21" fmla="*/ 875756 w 6286973"/>
                <a:gd name="connsiteY21" fmla="*/ 1290060 h 4664632"/>
                <a:gd name="connsiteX0" fmla="*/ 875756 w 6286973"/>
                <a:gd name="connsiteY0" fmla="*/ 1475466 h 4850038"/>
                <a:gd name="connsiteX1" fmla="*/ 1791969 w 6286973"/>
                <a:gd name="connsiteY1" fmla="*/ 713466 h 4850038"/>
                <a:gd name="connsiteX2" fmla="*/ 3983625 w 6286973"/>
                <a:gd name="connsiteY2" fmla="*/ 205466 h 4850038"/>
                <a:gd name="connsiteX3" fmla="*/ 5347968 w 6286973"/>
                <a:gd name="connsiteY3" fmla="*/ 698952 h 4850038"/>
                <a:gd name="connsiteX4" fmla="*/ 5565684 w 6286973"/>
                <a:gd name="connsiteY4" fmla="*/ 727981 h 4850038"/>
                <a:gd name="connsiteX5" fmla="*/ 6088196 w 6286973"/>
                <a:gd name="connsiteY5" fmla="*/ 1860095 h 4850038"/>
                <a:gd name="connsiteX6" fmla="*/ 6131740 w 6286973"/>
                <a:gd name="connsiteY6" fmla="*/ 2179409 h 4850038"/>
                <a:gd name="connsiteX7" fmla="*/ 6073683 w 6286973"/>
                <a:gd name="connsiteY7" fmla="*/ 2542266 h 4850038"/>
                <a:gd name="connsiteX8" fmla="*/ 6073683 w 6286973"/>
                <a:gd name="connsiteY8" fmla="*/ 2963181 h 4850038"/>
                <a:gd name="connsiteX9" fmla="*/ 5318940 w 6286973"/>
                <a:gd name="connsiteY9" fmla="*/ 3892095 h 4850038"/>
                <a:gd name="connsiteX10" fmla="*/ 5159284 w 6286973"/>
                <a:gd name="connsiteY10" fmla="*/ 4037238 h 4850038"/>
                <a:gd name="connsiteX11" fmla="*/ 4564198 w 6286973"/>
                <a:gd name="connsiteY11" fmla="*/ 4443638 h 4850038"/>
                <a:gd name="connsiteX12" fmla="*/ 2198370 w 6286973"/>
                <a:gd name="connsiteY12" fmla="*/ 4850038 h 4850038"/>
                <a:gd name="connsiteX13" fmla="*/ 1748427 w 6286973"/>
                <a:gd name="connsiteY13" fmla="*/ 4704895 h 4850038"/>
                <a:gd name="connsiteX14" fmla="*/ 834026 w 6286973"/>
                <a:gd name="connsiteY14" fmla="*/ 4445452 h 4850038"/>
                <a:gd name="connsiteX15" fmla="*/ 567326 w 6286973"/>
                <a:gd name="connsiteY15" fmla="*/ 4204152 h 4850038"/>
                <a:gd name="connsiteX16" fmla="*/ 338727 w 6286973"/>
                <a:gd name="connsiteY16" fmla="*/ 4000952 h 4850038"/>
                <a:gd name="connsiteX17" fmla="*/ 148226 w 6286973"/>
                <a:gd name="connsiteY17" fmla="*/ 3365952 h 4850038"/>
                <a:gd name="connsiteX18" fmla="*/ 97426 w 6286973"/>
                <a:gd name="connsiteY18" fmla="*/ 2845252 h 4850038"/>
                <a:gd name="connsiteX19" fmla="*/ 567326 w 6286973"/>
                <a:gd name="connsiteY19" fmla="*/ 1905452 h 4850038"/>
                <a:gd name="connsiteX20" fmla="*/ 645340 w 6286973"/>
                <a:gd name="connsiteY20" fmla="*/ 1787523 h 4850038"/>
                <a:gd name="connsiteX21" fmla="*/ 875756 w 6286973"/>
                <a:gd name="connsiteY21" fmla="*/ 1475466 h 4850038"/>
                <a:gd name="connsiteX0" fmla="*/ 875756 w 6286973"/>
                <a:gd name="connsiteY0" fmla="*/ 1705651 h 5080223"/>
                <a:gd name="connsiteX1" fmla="*/ 1791969 w 6286973"/>
                <a:gd name="connsiteY1" fmla="*/ 943651 h 5080223"/>
                <a:gd name="connsiteX2" fmla="*/ 3983625 w 6286973"/>
                <a:gd name="connsiteY2" fmla="*/ 435651 h 5080223"/>
                <a:gd name="connsiteX3" fmla="*/ 5347968 w 6286973"/>
                <a:gd name="connsiteY3" fmla="*/ 929137 h 5080223"/>
                <a:gd name="connsiteX4" fmla="*/ 5565684 w 6286973"/>
                <a:gd name="connsiteY4" fmla="*/ 958166 h 5080223"/>
                <a:gd name="connsiteX5" fmla="*/ 6088196 w 6286973"/>
                <a:gd name="connsiteY5" fmla="*/ 2090280 h 5080223"/>
                <a:gd name="connsiteX6" fmla="*/ 6131740 w 6286973"/>
                <a:gd name="connsiteY6" fmla="*/ 2409594 h 5080223"/>
                <a:gd name="connsiteX7" fmla="*/ 6073683 w 6286973"/>
                <a:gd name="connsiteY7" fmla="*/ 2772451 h 5080223"/>
                <a:gd name="connsiteX8" fmla="*/ 6073683 w 6286973"/>
                <a:gd name="connsiteY8" fmla="*/ 3193366 h 5080223"/>
                <a:gd name="connsiteX9" fmla="*/ 5318940 w 6286973"/>
                <a:gd name="connsiteY9" fmla="*/ 4122280 h 5080223"/>
                <a:gd name="connsiteX10" fmla="*/ 5159284 w 6286973"/>
                <a:gd name="connsiteY10" fmla="*/ 4267423 h 5080223"/>
                <a:gd name="connsiteX11" fmla="*/ 4564198 w 6286973"/>
                <a:gd name="connsiteY11" fmla="*/ 4673823 h 5080223"/>
                <a:gd name="connsiteX12" fmla="*/ 2198370 w 6286973"/>
                <a:gd name="connsiteY12" fmla="*/ 5080223 h 5080223"/>
                <a:gd name="connsiteX13" fmla="*/ 1748427 w 6286973"/>
                <a:gd name="connsiteY13" fmla="*/ 4935080 h 5080223"/>
                <a:gd name="connsiteX14" fmla="*/ 834026 w 6286973"/>
                <a:gd name="connsiteY14" fmla="*/ 4675637 h 5080223"/>
                <a:gd name="connsiteX15" fmla="*/ 567326 w 6286973"/>
                <a:gd name="connsiteY15" fmla="*/ 4434337 h 5080223"/>
                <a:gd name="connsiteX16" fmla="*/ 338727 w 6286973"/>
                <a:gd name="connsiteY16" fmla="*/ 4231137 h 5080223"/>
                <a:gd name="connsiteX17" fmla="*/ 148226 w 6286973"/>
                <a:gd name="connsiteY17" fmla="*/ 3596137 h 5080223"/>
                <a:gd name="connsiteX18" fmla="*/ 97426 w 6286973"/>
                <a:gd name="connsiteY18" fmla="*/ 3075437 h 5080223"/>
                <a:gd name="connsiteX19" fmla="*/ 567326 w 6286973"/>
                <a:gd name="connsiteY19" fmla="*/ 2135637 h 5080223"/>
                <a:gd name="connsiteX20" fmla="*/ 645340 w 6286973"/>
                <a:gd name="connsiteY20" fmla="*/ 2017708 h 5080223"/>
                <a:gd name="connsiteX21" fmla="*/ 875756 w 6286973"/>
                <a:gd name="connsiteY21" fmla="*/ 1705651 h 5080223"/>
                <a:gd name="connsiteX0" fmla="*/ 875756 w 6286973"/>
                <a:gd name="connsiteY0" fmla="*/ 1705651 h 5080223"/>
                <a:gd name="connsiteX1" fmla="*/ 1791969 w 6286973"/>
                <a:gd name="connsiteY1" fmla="*/ 943651 h 5080223"/>
                <a:gd name="connsiteX2" fmla="*/ 3983625 w 6286973"/>
                <a:gd name="connsiteY2" fmla="*/ 435651 h 5080223"/>
                <a:gd name="connsiteX3" fmla="*/ 5347968 w 6286973"/>
                <a:gd name="connsiteY3" fmla="*/ 929137 h 5080223"/>
                <a:gd name="connsiteX4" fmla="*/ 5565684 w 6286973"/>
                <a:gd name="connsiteY4" fmla="*/ 958166 h 5080223"/>
                <a:gd name="connsiteX5" fmla="*/ 6088196 w 6286973"/>
                <a:gd name="connsiteY5" fmla="*/ 2090280 h 5080223"/>
                <a:gd name="connsiteX6" fmla="*/ 6131740 w 6286973"/>
                <a:gd name="connsiteY6" fmla="*/ 2409594 h 5080223"/>
                <a:gd name="connsiteX7" fmla="*/ 6073683 w 6286973"/>
                <a:gd name="connsiteY7" fmla="*/ 2772451 h 5080223"/>
                <a:gd name="connsiteX8" fmla="*/ 6073683 w 6286973"/>
                <a:gd name="connsiteY8" fmla="*/ 3193366 h 5080223"/>
                <a:gd name="connsiteX9" fmla="*/ 5318940 w 6286973"/>
                <a:gd name="connsiteY9" fmla="*/ 4122280 h 5080223"/>
                <a:gd name="connsiteX10" fmla="*/ 5159284 w 6286973"/>
                <a:gd name="connsiteY10" fmla="*/ 4267423 h 5080223"/>
                <a:gd name="connsiteX11" fmla="*/ 4564198 w 6286973"/>
                <a:gd name="connsiteY11" fmla="*/ 4673823 h 5080223"/>
                <a:gd name="connsiteX12" fmla="*/ 2198370 w 6286973"/>
                <a:gd name="connsiteY12" fmla="*/ 5080223 h 5080223"/>
                <a:gd name="connsiteX13" fmla="*/ 1748427 w 6286973"/>
                <a:gd name="connsiteY13" fmla="*/ 4935080 h 5080223"/>
                <a:gd name="connsiteX14" fmla="*/ 834026 w 6286973"/>
                <a:gd name="connsiteY14" fmla="*/ 4675637 h 5080223"/>
                <a:gd name="connsiteX15" fmla="*/ 567326 w 6286973"/>
                <a:gd name="connsiteY15" fmla="*/ 4434337 h 5080223"/>
                <a:gd name="connsiteX16" fmla="*/ 338727 w 6286973"/>
                <a:gd name="connsiteY16" fmla="*/ 4231137 h 5080223"/>
                <a:gd name="connsiteX17" fmla="*/ 148226 w 6286973"/>
                <a:gd name="connsiteY17" fmla="*/ 3596137 h 5080223"/>
                <a:gd name="connsiteX18" fmla="*/ 97426 w 6286973"/>
                <a:gd name="connsiteY18" fmla="*/ 3075437 h 5080223"/>
                <a:gd name="connsiteX19" fmla="*/ 567326 w 6286973"/>
                <a:gd name="connsiteY19" fmla="*/ 2135637 h 5080223"/>
                <a:gd name="connsiteX20" fmla="*/ 645340 w 6286973"/>
                <a:gd name="connsiteY20" fmla="*/ 2017708 h 5080223"/>
                <a:gd name="connsiteX21" fmla="*/ 875756 w 6286973"/>
                <a:gd name="connsiteY21" fmla="*/ 1705651 h 5080223"/>
                <a:gd name="connsiteX0" fmla="*/ 875756 w 6286973"/>
                <a:gd name="connsiteY0" fmla="*/ 1705651 h 5080223"/>
                <a:gd name="connsiteX1" fmla="*/ 1791969 w 6286973"/>
                <a:gd name="connsiteY1" fmla="*/ 943651 h 5080223"/>
                <a:gd name="connsiteX2" fmla="*/ 3983625 w 6286973"/>
                <a:gd name="connsiteY2" fmla="*/ 435651 h 5080223"/>
                <a:gd name="connsiteX3" fmla="*/ 5347968 w 6286973"/>
                <a:gd name="connsiteY3" fmla="*/ 929137 h 5080223"/>
                <a:gd name="connsiteX4" fmla="*/ 5565684 w 6286973"/>
                <a:gd name="connsiteY4" fmla="*/ 958166 h 5080223"/>
                <a:gd name="connsiteX5" fmla="*/ 6088196 w 6286973"/>
                <a:gd name="connsiteY5" fmla="*/ 2090280 h 5080223"/>
                <a:gd name="connsiteX6" fmla="*/ 6131740 w 6286973"/>
                <a:gd name="connsiteY6" fmla="*/ 2409594 h 5080223"/>
                <a:gd name="connsiteX7" fmla="*/ 6073683 w 6286973"/>
                <a:gd name="connsiteY7" fmla="*/ 2772451 h 5080223"/>
                <a:gd name="connsiteX8" fmla="*/ 6073683 w 6286973"/>
                <a:gd name="connsiteY8" fmla="*/ 3193366 h 5080223"/>
                <a:gd name="connsiteX9" fmla="*/ 5318940 w 6286973"/>
                <a:gd name="connsiteY9" fmla="*/ 4122280 h 5080223"/>
                <a:gd name="connsiteX10" fmla="*/ 5159284 w 6286973"/>
                <a:gd name="connsiteY10" fmla="*/ 4267423 h 5080223"/>
                <a:gd name="connsiteX11" fmla="*/ 4564198 w 6286973"/>
                <a:gd name="connsiteY11" fmla="*/ 4673823 h 5080223"/>
                <a:gd name="connsiteX12" fmla="*/ 2198370 w 6286973"/>
                <a:gd name="connsiteY12" fmla="*/ 5080223 h 5080223"/>
                <a:gd name="connsiteX13" fmla="*/ 1748427 w 6286973"/>
                <a:gd name="connsiteY13" fmla="*/ 4935080 h 5080223"/>
                <a:gd name="connsiteX14" fmla="*/ 834026 w 6286973"/>
                <a:gd name="connsiteY14" fmla="*/ 4675637 h 5080223"/>
                <a:gd name="connsiteX15" fmla="*/ 567326 w 6286973"/>
                <a:gd name="connsiteY15" fmla="*/ 4434337 h 5080223"/>
                <a:gd name="connsiteX16" fmla="*/ 338727 w 6286973"/>
                <a:gd name="connsiteY16" fmla="*/ 4231137 h 5080223"/>
                <a:gd name="connsiteX17" fmla="*/ 148226 w 6286973"/>
                <a:gd name="connsiteY17" fmla="*/ 3596137 h 5080223"/>
                <a:gd name="connsiteX18" fmla="*/ 97426 w 6286973"/>
                <a:gd name="connsiteY18" fmla="*/ 3075437 h 5080223"/>
                <a:gd name="connsiteX19" fmla="*/ 567326 w 6286973"/>
                <a:gd name="connsiteY19" fmla="*/ 2135637 h 5080223"/>
                <a:gd name="connsiteX20" fmla="*/ 645340 w 6286973"/>
                <a:gd name="connsiteY20" fmla="*/ 2017708 h 5080223"/>
                <a:gd name="connsiteX21" fmla="*/ 875756 w 6286973"/>
                <a:gd name="connsiteY21" fmla="*/ 1705651 h 5080223"/>
                <a:gd name="connsiteX0" fmla="*/ 875756 w 6286973"/>
                <a:gd name="connsiteY0" fmla="*/ 1705651 h 5080223"/>
                <a:gd name="connsiteX1" fmla="*/ 1791969 w 6286973"/>
                <a:gd name="connsiteY1" fmla="*/ 943651 h 5080223"/>
                <a:gd name="connsiteX2" fmla="*/ 3983625 w 6286973"/>
                <a:gd name="connsiteY2" fmla="*/ 435651 h 5080223"/>
                <a:gd name="connsiteX3" fmla="*/ 5347968 w 6286973"/>
                <a:gd name="connsiteY3" fmla="*/ 929137 h 5080223"/>
                <a:gd name="connsiteX4" fmla="*/ 5565684 w 6286973"/>
                <a:gd name="connsiteY4" fmla="*/ 958166 h 5080223"/>
                <a:gd name="connsiteX5" fmla="*/ 6088196 w 6286973"/>
                <a:gd name="connsiteY5" fmla="*/ 2090280 h 5080223"/>
                <a:gd name="connsiteX6" fmla="*/ 6131740 w 6286973"/>
                <a:gd name="connsiteY6" fmla="*/ 2409594 h 5080223"/>
                <a:gd name="connsiteX7" fmla="*/ 6073683 w 6286973"/>
                <a:gd name="connsiteY7" fmla="*/ 2772451 h 5080223"/>
                <a:gd name="connsiteX8" fmla="*/ 6073683 w 6286973"/>
                <a:gd name="connsiteY8" fmla="*/ 3193366 h 5080223"/>
                <a:gd name="connsiteX9" fmla="*/ 5318940 w 6286973"/>
                <a:gd name="connsiteY9" fmla="*/ 4122280 h 5080223"/>
                <a:gd name="connsiteX10" fmla="*/ 5159284 w 6286973"/>
                <a:gd name="connsiteY10" fmla="*/ 4267423 h 5080223"/>
                <a:gd name="connsiteX11" fmla="*/ 4564198 w 6286973"/>
                <a:gd name="connsiteY11" fmla="*/ 4673823 h 5080223"/>
                <a:gd name="connsiteX12" fmla="*/ 2198370 w 6286973"/>
                <a:gd name="connsiteY12" fmla="*/ 5080223 h 5080223"/>
                <a:gd name="connsiteX13" fmla="*/ 1748427 w 6286973"/>
                <a:gd name="connsiteY13" fmla="*/ 4935080 h 5080223"/>
                <a:gd name="connsiteX14" fmla="*/ 834026 w 6286973"/>
                <a:gd name="connsiteY14" fmla="*/ 4675637 h 5080223"/>
                <a:gd name="connsiteX15" fmla="*/ 567326 w 6286973"/>
                <a:gd name="connsiteY15" fmla="*/ 4434337 h 5080223"/>
                <a:gd name="connsiteX16" fmla="*/ 338727 w 6286973"/>
                <a:gd name="connsiteY16" fmla="*/ 4231137 h 5080223"/>
                <a:gd name="connsiteX17" fmla="*/ 148226 w 6286973"/>
                <a:gd name="connsiteY17" fmla="*/ 3596137 h 5080223"/>
                <a:gd name="connsiteX18" fmla="*/ 97426 w 6286973"/>
                <a:gd name="connsiteY18" fmla="*/ 3075437 h 5080223"/>
                <a:gd name="connsiteX19" fmla="*/ 567326 w 6286973"/>
                <a:gd name="connsiteY19" fmla="*/ 2135637 h 5080223"/>
                <a:gd name="connsiteX20" fmla="*/ 645340 w 6286973"/>
                <a:gd name="connsiteY20" fmla="*/ 2017708 h 5080223"/>
                <a:gd name="connsiteX21" fmla="*/ 875756 w 6286973"/>
                <a:gd name="connsiteY21" fmla="*/ 1705651 h 5080223"/>
                <a:gd name="connsiteX0" fmla="*/ 875756 w 6242639"/>
                <a:gd name="connsiteY0" fmla="*/ 1705651 h 5080223"/>
                <a:gd name="connsiteX1" fmla="*/ 1791969 w 6242639"/>
                <a:gd name="connsiteY1" fmla="*/ 943651 h 5080223"/>
                <a:gd name="connsiteX2" fmla="*/ 3983625 w 6242639"/>
                <a:gd name="connsiteY2" fmla="*/ 435651 h 5080223"/>
                <a:gd name="connsiteX3" fmla="*/ 5347968 w 6242639"/>
                <a:gd name="connsiteY3" fmla="*/ 929137 h 5080223"/>
                <a:gd name="connsiteX4" fmla="*/ 5565684 w 6242639"/>
                <a:gd name="connsiteY4" fmla="*/ 958166 h 5080223"/>
                <a:gd name="connsiteX5" fmla="*/ 6088196 w 6242639"/>
                <a:gd name="connsiteY5" fmla="*/ 2090280 h 5080223"/>
                <a:gd name="connsiteX6" fmla="*/ 6131740 w 6242639"/>
                <a:gd name="connsiteY6" fmla="*/ 2409594 h 5080223"/>
                <a:gd name="connsiteX7" fmla="*/ 6073683 w 6242639"/>
                <a:gd name="connsiteY7" fmla="*/ 2772451 h 5080223"/>
                <a:gd name="connsiteX8" fmla="*/ 6073683 w 6242639"/>
                <a:gd name="connsiteY8" fmla="*/ 3193366 h 5080223"/>
                <a:gd name="connsiteX9" fmla="*/ 5318940 w 6242639"/>
                <a:gd name="connsiteY9" fmla="*/ 4122280 h 5080223"/>
                <a:gd name="connsiteX10" fmla="*/ 5159284 w 6242639"/>
                <a:gd name="connsiteY10" fmla="*/ 4267423 h 5080223"/>
                <a:gd name="connsiteX11" fmla="*/ 4564198 w 6242639"/>
                <a:gd name="connsiteY11" fmla="*/ 4673823 h 5080223"/>
                <a:gd name="connsiteX12" fmla="*/ 2198370 w 6242639"/>
                <a:gd name="connsiteY12" fmla="*/ 5080223 h 5080223"/>
                <a:gd name="connsiteX13" fmla="*/ 1748427 w 6242639"/>
                <a:gd name="connsiteY13" fmla="*/ 4935080 h 5080223"/>
                <a:gd name="connsiteX14" fmla="*/ 834026 w 6242639"/>
                <a:gd name="connsiteY14" fmla="*/ 4675637 h 5080223"/>
                <a:gd name="connsiteX15" fmla="*/ 567326 w 6242639"/>
                <a:gd name="connsiteY15" fmla="*/ 4434337 h 5080223"/>
                <a:gd name="connsiteX16" fmla="*/ 338727 w 6242639"/>
                <a:gd name="connsiteY16" fmla="*/ 4231137 h 5080223"/>
                <a:gd name="connsiteX17" fmla="*/ 148226 w 6242639"/>
                <a:gd name="connsiteY17" fmla="*/ 3596137 h 5080223"/>
                <a:gd name="connsiteX18" fmla="*/ 97426 w 6242639"/>
                <a:gd name="connsiteY18" fmla="*/ 3075437 h 5080223"/>
                <a:gd name="connsiteX19" fmla="*/ 567326 w 6242639"/>
                <a:gd name="connsiteY19" fmla="*/ 2135637 h 5080223"/>
                <a:gd name="connsiteX20" fmla="*/ 645340 w 6242639"/>
                <a:gd name="connsiteY20" fmla="*/ 2017708 h 5080223"/>
                <a:gd name="connsiteX21" fmla="*/ 875756 w 6242639"/>
                <a:gd name="connsiteY21" fmla="*/ 1705651 h 5080223"/>
                <a:gd name="connsiteX0" fmla="*/ 875756 w 6242639"/>
                <a:gd name="connsiteY0" fmla="*/ 1705651 h 5080223"/>
                <a:gd name="connsiteX1" fmla="*/ 1791969 w 6242639"/>
                <a:gd name="connsiteY1" fmla="*/ 943651 h 5080223"/>
                <a:gd name="connsiteX2" fmla="*/ 3983625 w 6242639"/>
                <a:gd name="connsiteY2" fmla="*/ 435651 h 5080223"/>
                <a:gd name="connsiteX3" fmla="*/ 5347968 w 6242639"/>
                <a:gd name="connsiteY3" fmla="*/ 929137 h 5080223"/>
                <a:gd name="connsiteX4" fmla="*/ 5565684 w 6242639"/>
                <a:gd name="connsiteY4" fmla="*/ 958166 h 5080223"/>
                <a:gd name="connsiteX5" fmla="*/ 6088196 w 6242639"/>
                <a:gd name="connsiteY5" fmla="*/ 2090280 h 5080223"/>
                <a:gd name="connsiteX6" fmla="*/ 6131740 w 6242639"/>
                <a:gd name="connsiteY6" fmla="*/ 2409594 h 5080223"/>
                <a:gd name="connsiteX7" fmla="*/ 6073683 w 6242639"/>
                <a:gd name="connsiteY7" fmla="*/ 2772451 h 5080223"/>
                <a:gd name="connsiteX8" fmla="*/ 6073683 w 6242639"/>
                <a:gd name="connsiteY8" fmla="*/ 3193366 h 5080223"/>
                <a:gd name="connsiteX9" fmla="*/ 5318940 w 6242639"/>
                <a:gd name="connsiteY9" fmla="*/ 4122280 h 5080223"/>
                <a:gd name="connsiteX10" fmla="*/ 5159284 w 6242639"/>
                <a:gd name="connsiteY10" fmla="*/ 4267423 h 5080223"/>
                <a:gd name="connsiteX11" fmla="*/ 4564198 w 6242639"/>
                <a:gd name="connsiteY11" fmla="*/ 4673823 h 5080223"/>
                <a:gd name="connsiteX12" fmla="*/ 2198370 w 6242639"/>
                <a:gd name="connsiteY12" fmla="*/ 5080223 h 5080223"/>
                <a:gd name="connsiteX13" fmla="*/ 1748427 w 6242639"/>
                <a:gd name="connsiteY13" fmla="*/ 4935080 h 5080223"/>
                <a:gd name="connsiteX14" fmla="*/ 834026 w 6242639"/>
                <a:gd name="connsiteY14" fmla="*/ 4675637 h 5080223"/>
                <a:gd name="connsiteX15" fmla="*/ 567326 w 6242639"/>
                <a:gd name="connsiteY15" fmla="*/ 4434337 h 5080223"/>
                <a:gd name="connsiteX16" fmla="*/ 338727 w 6242639"/>
                <a:gd name="connsiteY16" fmla="*/ 4231137 h 5080223"/>
                <a:gd name="connsiteX17" fmla="*/ 148226 w 6242639"/>
                <a:gd name="connsiteY17" fmla="*/ 3596137 h 5080223"/>
                <a:gd name="connsiteX18" fmla="*/ 97426 w 6242639"/>
                <a:gd name="connsiteY18" fmla="*/ 3075437 h 5080223"/>
                <a:gd name="connsiteX19" fmla="*/ 567326 w 6242639"/>
                <a:gd name="connsiteY19" fmla="*/ 2135637 h 5080223"/>
                <a:gd name="connsiteX20" fmla="*/ 645340 w 6242639"/>
                <a:gd name="connsiteY20" fmla="*/ 2017708 h 5080223"/>
                <a:gd name="connsiteX21" fmla="*/ 875756 w 6242639"/>
                <a:gd name="connsiteY21" fmla="*/ 1705651 h 5080223"/>
                <a:gd name="connsiteX0" fmla="*/ 875756 w 6242639"/>
                <a:gd name="connsiteY0" fmla="*/ 1705651 h 5080223"/>
                <a:gd name="connsiteX1" fmla="*/ 1791969 w 6242639"/>
                <a:gd name="connsiteY1" fmla="*/ 943651 h 5080223"/>
                <a:gd name="connsiteX2" fmla="*/ 3983625 w 6242639"/>
                <a:gd name="connsiteY2" fmla="*/ 435651 h 5080223"/>
                <a:gd name="connsiteX3" fmla="*/ 5347968 w 6242639"/>
                <a:gd name="connsiteY3" fmla="*/ 929137 h 5080223"/>
                <a:gd name="connsiteX4" fmla="*/ 5565684 w 6242639"/>
                <a:gd name="connsiteY4" fmla="*/ 958166 h 5080223"/>
                <a:gd name="connsiteX5" fmla="*/ 6088196 w 6242639"/>
                <a:gd name="connsiteY5" fmla="*/ 2090280 h 5080223"/>
                <a:gd name="connsiteX6" fmla="*/ 6131740 w 6242639"/>
                <a:gd name="connsiteY6" fmla="*/ 2409594 h 5080223"/>
                <a:gd name="connsiteX7" fmla="*/ 6073683 w 6242639"/>
                <a:gd name="connsiteY7" fmla="*/ 2772451 h 5080223"/>
                <a:gd name="connsiteX8" fmla="*/ 6073683 w 6242639"/>
                <a:gd name="connsiteY8" fmla="*/ 3193366 h 5080223"/>
                <a:gd name="connsiteX9" fmla="*/ 5318940 w 6242639"/>
                <a:gd name="connsiteY9" fmla="*/ 4122280 h 5080223"/>
                <a:gd name="connsiteX10" fmla="*/ 5159284 w 6242639"/>
                <a:gd name="connsiteY10" fmla="*/ 4267423 h 5080223"/>
                <a:gd name="connsiteX11" fmla="*/ 4564198 w 6242639"/>
                <a:gd name="connsiteY11" fmla="*/ 4673823 h 5080223"/>
                <a:gd name="connsiteX12" fmla="*/ 2198370 w 6242639"/>
                <a:gd name="connsiteY12" fmla="*/ 5080223 h 5080223"/>
                <a:gd name="connsiteX13" fmla="*/ 1748427 w 6242639"/>
                <a:gd name="connsiteY13" fmla="*/ 4935080 h 5080223"/>
                <a:gd name="connsiteX14" fmla="*/ 834026 w 6242639"/>
                <a:gd name="connsiteY14" fmla="*/ 4675637 h 5080223"/>
                <a:gd name="connsiteX15" fmla="*/ 567326 w 6242639"/>
                <a:gd name="connsiteY15" fmla="*/ 4434337 h 5080223"/>
                <a:gd name="connsiteX16" fmla="*/ 338727 w 6242639"/>
                <a:gd name="connsiteY16" fmla="*/ 4231137 h 5080223"/>
                <a:gd name="connsiteX17" fmla="*/ 148226 w 6242639"/>
                <a:gd name="connsiteY17" fmla="*/ 3596137 h 5080223"/>
                <a:gd name="connsiteX18" fmla="*/ 97426 w 6242639"/>
                <a:gd name="connsiteY18" fmla="*/ 3075437 h 5080223"/>
                <a:gd name="connsiteX19" fmla="*/ 567326 w 6242639"/>
                <a:gd name="connsiteY19" fmla="*/ 2135637 h 5080223"/>
                <a:gd name="connsiteX20" fmla="*/ 645340 w 6242639"/>
                <a:gd name="connsiteY20" fmla="*/ 2017708 h 5080223"/>
                <a:gd name="connsiteX21" fmla="*/ 875756 w 6242639"/>
                <a:gd name="connsiteY21" fmla="*/ 1705651 h 5080223"/>
                <a:gd name="connsiteX0" fmla="*/ 875756 w 6242639"/>
                <a:gd name="connsiteY0" fmla="*/ 1705651 h 5080223"/>
                <a:gd name="connsiteX1" fmla="*/ 1791969 w 6242639"/>
                <a:gd name="connsiteY1" fmla="*/ 943651 h 5080223"/>
                <a:gd name="connsiteX2" fmla="*/ 3983625 w 6242639"/>
                <a:gd name="connsiteY2" fmla="*/ 435651 h 5080223"/>
                <a:gd name="connsiteX3" fmla="*/ 5347968 w 6242639"/>
                <a:gd name="connsiteY3" fmla="*/ 929137 h 5080223"/>
                <a:gd name="connsiteX4" fmla="*/ 5565684 w 6242639"/>
                <a:gd name="connsiteY4" fmla="*/ 958166 h 5080223"/>
                <a:gd name="connsiteX5" fmla="*/ 6088196 w 6242639"/>
                <a:gd name="connsiteY5" fmla="*/ 2090280 h 5080223"/>
                <a:gd name="connsiteX6" fmla="*/ 6131740 w 6242639"/>
                <a:gd name="connsiteY6" fmla="*/ 2409594 h 5080223"/>
                <a:gd name="connsiteX7" fmla="*/ 6073683 w 6242639"/>
                <a:gd name="connsiteY7" fmla="*/ 2772451 h 5080223"/>
                <a:gd name="connsiteX8" fmla="*/ 6073683 w 6242639"/>
                <a:gd name="connsiteY8" fmla="*/ 3193366 h 5080223"/>
                <a:gd name="connsiteX9" fmla="*/ 5318940 w 6242639"/>
                <a:gd name="connsiteY9" fmla="*/ 4122280 h 5080223"/>
                <a:gd name="connsiteX10" fmla="*/ 5159284 w 6242639"/>
                <a:gd name="connsiteY10" fmla="*/ 4267423 h 5080223"/>
                <a:gd name="connsiteX11" fmla="*/ 4564198 w 6242639"/>
                <a:gd name="connsiteY11" fmla="*/ 4673823 h 5080223"/>
                <a:gd name="connsiteX12" fmla="*/ 2198370 w 6242639"/>
                <a:gd name="connsiteY12" fmla="*/ 5080223 h 5080223"/>
                <a:gd name="connsiteX13" fmla="*/ 1748427 w 6242639"/>
                <a:gd name="connsiteY13" fmla="*/ 4935080 h 5080223"/>
                <a:gd name="connsiteX14" fmla="*/ 834026 w 6242639"/>
                <a:gd name="connsiteY14" fmla="*/ 4675637 h 5080223"/>
                <a:gd name="connsiteX15" fmla="*/ 567326 w 6242639"/>
                <a:gd name="connsiteY15" fmla="*/ 4434337 h 5080223"/>
                <a:gd name="connsiteX16" fmla="*/ 338727 w 6242639"/>
                <a:gd name="connsiteY16" fmla="*/ 4231137 h 5080223"/>
                <a:gd name="connsiteX17" fmla="*/ 148226 w 6242639"/>
                <a:gd name="connsiteY17" fmla="*/ 3596137 h 5080223"/>
                <a:gd name="connsiteX18" fmla="*/ 97426 w 6242639"/>
                <a:gd name="connsiteY18" fmla="*/ 3075437 h 5080223"/>
                <a:gd name="connsiteX19" fmla="*/ 567326 w 6242639"/>
                <a:gd name="connsiteY19" fmla="*/ 2135637 h 5080223"/>
                <a:gd name="connsiteX20" fmla="*/ 645340 w 6242639"/>
                <a:gd name="connsiteY20" fmla="*/ 2017708 h 5080223"/>
                <a:gd name="connsiteX21" fmla="*/ 875756 w 6242639"/>
                <a:gd name="connsiteY21" fmla="*/ 1705651 h 5080223"/>
                <a:gd name="connsiteX0" fmla="*/ 875756 w 6242639"/>
                <a:gd name="connsiteY0" fmla="*/ 1705651 h 5080223"/>
                <a:gd name="connsiteX1" fmla="*/ 1791969 w 6242639"/>
                <a:gd name="connsiteY1" fmla="*/ 943651 h 5080223"/>
                <a:gd name="connsiteX2" fmla="*/ 3983625 w 6242639"/>
                <a:gd name="connsiteY2" fmla="*/ 435651 h 5080223"/>
                <a:gd name="connsiteX3" fmla="*/ 5347968 w 6242639"/>
                <a:gd name="connsiteY3" fmla="*/ 929137 h 5080223"/>
                <a:gd name="connsiteX4" fmla="*/ 5565684 w 6242639"/>
                <a:gd name="connsiteY4" fmla="*/ 958166 h 5080223"/>
                <a:gd name="connsiteX5" fmla="*/ 6088196 w 6242639"/>
                <a:gd name="connsiteY5" fmla="*/ 2090280 h 5080223"/>
                <a:gd name="connsiteX6" fmla="*/ 6131740 w 6242639"/>
                <a:gd name="connsiteY6" fmla="*/ 2409594 h 5080223"/>
                <a:gd name="connsiteX7" fmla="*/ 6073683 w 6242639"/>
                <a:gd name="connsiteY7" fmla="*/ 2772451 h 5080223"/>
                <a:gd name="connsiteX8" fmla="*/ 6073683 w 6242639"/>
                <a:gd name="connsiteY8" fmla="*/ 3193366 h 5080223"/>
                <a:gd name="connsiteX9" fmla="*/ 5318940 w 6242639"/>
                <a:gd name="connsiteY9" fmla="*/ 4122280 h 5080223"/>
                <a:gd name="connsiteX10" fmla="*/ 5159284 w 6242639"/>
                <a:gd name="connsiteY10" fmla="*/ 4267423 h 5080223"/>
                <a:gd name="connsiteX11" fmla="*/ 4564198 w 6242639"/>
                <a:gd name="connsiteY11" fmla="*/ 4673823 h 5080223"/>
                <a:gd name="connsiteX12" fmla="*/ 2198370 w 6242639"/>
                <a:gd name="connsiteY12" fmla="*/ 5080223 h 5080223"/>
                <a:gd name="connsiteX13" fmla="*/ 1748427 w 6242639"/>
                <a:gd name="connsiteY13" fmla="*/ 4935080 h 5080223"/>
                <a:gd name="connsiteX14" fmla="*/ 834026 w 6242639"/>
                <a:gd name="connsiteY14" fmla="*/ 4675637 h 5080223"/>
                <a:gd name="connsiteX15" fmla="*/ 567326 w 6242639"/>
                <a:gd name="connsiteY15" fmla="*/ 4434337 h 5080223"/>
                <a:gd name="connsiteX16" fmla="*/ 338727 w 6242639"/>
                <a:gd name="connsiteY16" fmla="*/ 4231137 h 5080223"/>
                <a:gd name="connsiteX17" fmla="*/ 148226 w 6242639"/>
                <a:gd name="connsiteY17" fmla="*/ 3596137 h 5080223"/>
                <a:gd name="connsiteX18" fmla="*/ 97426 w 6242639"/>
                <a:gd name="connsiteY18" fmla="*/ 3075437 h 5080223"/>
                <a:gd name="connsiteX19" fmla="*/ 567326 w 6242639"/>
                <a:gd name="connsiteY19" fmla="*/ 2135637 h 5080223"/>
                <a:gd name="connsiteX20" fmla="*/ 645340 w 6242639"/>
                <a:gd name="connsiteY20" fmla="*/ 2017708 h 5080223"/>
                <a:gd name="connsiteX21" fmla="*/ 875756 w 6242639"/>
                <a:gd name="connsiteY21" fmla="*/ 1705651 h 5080223"/>
                <a:gd name="connsiteX0" fmla="*/ 875756 w 6242639"/>
                <a:gd name="connsiteY0" fmla="*/ 1705651 h 5091518"/>
                <a:gd name="connsiteX1" fmla="*/ 1791969 w 6242639"/>
                <a:gd name="connsiteY1" fmla="*/ 943651 h 5091518"/>
                <a:gd name="connsiteX2" fmla="*/ 3983625 w 6242639"/>
                <a:gd name="connsiteY2" fmla="*/ 435651 h 5091518"/>
                <a:gd name="connsiteX3" fmla="*/ 5347968 w 6242639"/>
                <a:gd name="connsiteY3" fmla="*/ 929137 h 5091518"/>
                <a:gd name="connsiteX4" fmla="*/ 5565684 w 6242639"/>
                <a:gd name="connsiteY4" fmla="*/ 958166 h 5091518"/>
                <a:gd name="connsiteX5" fmla="*/ 6088196 w 6242639"/>
                <a:gd name="connsiteY5" fmla="*/ 2090280 h 5091518"/>
                <a:gd name="connsiteX6" fmla="*/ 6131740 w 6242639"/>
                <a:gd name="connsiteY6" fmla="*/ 2409594 h 5091518"/>
                <a:gd name="connsiteX7" fmla="*/ 6073683 w 6242639"/>
                <a:gd name="connsiteY7" fmla="*/ 2772451 h 5091518"/>
                <a:gd name="connsiteX8" fmla="*/ 6073683 w 6242639"/>
                <a:gd name="connsiteY8" fmla="*/ 3193366 h 5091518"/>
                <a:gd name="connsiteX9" fmla="*/ 5318940 w 6242639"/>
                <a:gd name="connsiteY9" fmla="*/ 4122280 h 5091518"/>
                <a:gd name="connsiteX10" fmla="*/ 5159284 w 6242639"/>
                <a:gd name="connsiteY10" fmla="*/ 4267423 h 5091518"/>
                <a:gd name="connsiteX11" fmla="*/ 4564198 w 6242639"/>
                <a:gd name="connsiteY11" fmla="*/ 4673823 h 5091518"/>
                <a:gd name="connsiteX12" fmla="*/ 2198370 w 6242639"/>
                <a:gd name="connsiteY12" fmla="*/ 5080223 h 5091518"/>
                <a:gd name="connsiteX13" fmla="*/ 1748427 w 6242639"/>
                <a:gd name="connsiteY13" fmla="*/ 4935080 h 5091518"/>
                <a:gd name="connsiteX14" fmla="*/ 834026 w 6242639"/>
                <a:gd name="connsiteY14" fmla="*/ 4675637 h 5091518"/>
                <a:gd name="connsiteX15" fmla="*/ 567326 w 6242639"/>
                <a:gd name="connsiteY15" fmla="*/ 4434337 h 5091518"/>
                <a:gd name="connsiteX16" fmla="*/ 338727 w 6242639"/>
                <a:gd name="connsiteY16" fmla="*/ 4231137 h 5091518"/>
                <a:gd name="connsiteX17" fmla="*/ 148226 w 6242639"/>
                <a:gd name="connsiteY17" fmla="*/ 3596137 h 5091518"/>
                <a:gd name="connsiteX18" fmla="*/ 97426 w 6242639"/>
                <a:gd name="connsiteY18" fmla="*/ 3075437 h 5091518"/>
                <a:gd name="connsiteX19" fmla="*/ 567326 w 6242639"/>
                <a:gd name="connsiteY19" fmla="*/ 2135637 h 5091518"/>
                <a:gd name="connsiteX20" fmla="*/ 645340 w 6242639"/>
                <a:gd name="connsiteY20" fmla="*/ 2017708 h 5091518"/>
                <a:gd name="connsiteX21" fmla="*/ 875756 w 6242639"/>
                <a:gd name="connsiteY21" fmla="*/ 1705651 h 5091518"/>
                <a:gd name="connsiteX0" fmla="*/ 875756 w 6242639"/>
                <a:gd name="connsiteY0" fmla="*/ 1705651 h 5091518"/>
                <a:gd name="connsiteX1" fmla="*/ 1791969 w 6242639"/>
                <a:gd name="connsiteY1" fmla="*/ 943651 h 5091518"/>
                <a:gd name="connsiteX2" fmla="*/ 3983625 w 6242639"/>
                <a:gd name="connsiteY2" fmla="*/ 435651 h 5091518"/>
                <a:gd name="connsiteX3" fmla="*/ 5347968 w 6242639"/>
                <a:gd name="connsiteY3" fmla="*/ 929137 h 5091518"/>
                <a:gd name="connsiteX4" fmla="*/ 5565684 w 6242639"/>
                <a:gd name="connsiteY4" fmla="*/ 958166 h 5091518"/>
                <a:gd name="connsiteX5" fmla="*/ 6088196 w 6242639"/>
                <a:gd name="connsiteY5" fmla="*/ 2090280 h 5091518"/>
                <a:gd name="connsiteX6" fmla="*/ 6131740 w 6242639"/>
                <a:gd name="connsiteY6" fmla="*/ 2409594 h 5091518"/>
                <a:gd name="connsiteX7" fmla="*/ 6073683 w 6242639"/>
                <a:gd name="connsiteY7" fmla="*/ 2772451 h 5091518"/>
                <a:gd name="connsiteX8" fmla="*/ 6073683 w 6242639"/>
                <a:gd name="connsiteY8" fmla="*/ 3193366 h 5091518"/>
                <a:gd name="connsiteX9" fmla="*/ 5318940 w 6242639"/>
                <a:gd name="connsiteY9" fmla="*/ 4122280 h 5091518"/>
                <a:gd name="connsiteX10" fmla="*/ 5159284 w 6242639"/>
                <a:gd name="connsiteY10" fmla="*/ 4267423 h 5091518"/>
                <a:gd name="connsiteX11" fmla="*/ 4564198 w 6242639"/>
                <a:gd name="connsiteY11" fmla="*/ 4673823 h 5091518"/>
                <a:gd name="connsiteX12" fmla="*/ 2198370 w 6242639"/>
                <a:gd name="connsiteY12" fmla="*/ 5080223 h 5091518"/>
                <a:gd name="connsiteX13" fmla="*/ 1748427 w 6242639"/>
                <a:gd name="connsiteY13" fmla="*/ 4935080 h 5091518"/>
                <a:gd name="connsiteX14" fmla="*/ 834026 w 6242639"/>
                <a:gd name="connsiteY14" fmla="*/ 4675637 h 5091518"/>
                <a:gd name="connsiteX15" fmla="*/ 567326 w 6242639"/>
                <a:gd name="connsiteY15" fmla="*/ 4434337 h 5091518"/>
                <a:gd name="connsiteX16" fmla="*/ 338727 w 6242639"/>
                <a:gd name="connsiteY16" fmla="*/ 4231137 h 5091518"/>
                <a:gd name="connsiteX17" fmla="*/ 148226 w 6242639"/>
                <a:gd name="connsiteY17" fmla="*/ 3596137 h 5091518"/>
                <a:gd name="connsiteX18" fmla="*/ 97426 w 6242639"/>
                <a:gd name="connsiteY18" fmla="*/ 3075437 h 5091518"/>
                <a:gd name="connsiteX19" fmla="*/ 567326 w 6242639"/>
                <a:gd name="connsiteY19" fmla="*/ 2135637 h 5091518"/>
                <a:gd name="connsiteX20" fmla="*/ 645340 w 6242639"/>
                <a:gd name="connsiteY20" fmla="*/ 2017708 h 5091518"/>
                <a:gd name="connsiteX21" fmla="*/ 875756 w 6242639"/>
                <a:gd name="connsiteY21" fmla="*/ 1705651 h 5091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242639" h="5091518">
                  <a:moveTo>
                    <a:pt x="875756" y="1705651"/>
                  </a:moveTo>
                  <a:cubicBezTo>
                    <a:pt x="1185394" y="1049484"/>
                    <a:pt x="1495031" y="990218"/>
                    <a:pt x="1791969" y="943651"/>
                  </a:cubicBezTo>
                  <a:cubicBezTo>
                    <a:pt x="2453578" y="-388035"/>
                    <a:pt x="3741721" y="-66906"/>
                    <a:pt x="3983625" y="435651"/>
                  </a:cubicBezTo>
                  <a:cubicBezTo>
                    <a:pt x="4809730" y="49208"/>
                    <a:pt x="5286282" y="588656"/>
                    <a:pt x="5347968" y="929137"/>
                  </a:cubicBezTo>
                  <a:lnTo>
                    <a:pt x="5565684" y="958166"/>
                  </a:lnTo>
                  <a:cubicBezTo>
                    <a:pt x="5923703" y="1059766"/>
                    <a:pt x="6528463" y="1361542"/>
                    <a:pt x="6088196" y="2090280"/>
                  </a:cubicBezTo>
                  <a:cubicBezTo>
                    <a:pt x="6346429" y="2209418"/>
                    <a:pt x="6025302" y="2349118"/>
                    <a:pt x="6131740" y="2409594"/>
                  </a:cubicBezTo>
                  <a:cubicBezTo>
                    <a:pt x="6238178" y="2470070"/>
                    <a:pt x="6168026" y="2647265"/>
                    <a:pt x="6073683" y="2772451"/>
                  </a:cubicBezTo>
                  <a:cubicBezTo>
                    <a:pt x="6182540" y="2859537"/>
                    <a:pt x="6095454" y="3002261"/>
                    <a:pt x="6073683" y="3193366"/>
                  </a:cubicBezTo>
                  <a:cubicBezTo>
                    <a:pt x="6420212" y="3587671"/>
                    <a:pt x="5722921" y="4261980"/>
                    <a:pt x="5318940" y="4122280"/>
                  </a:cubicBezTo>
                  <a:cubicBezTo>
                    <a:pt x="5321359" y="4173080"/>
                    <a:pt x="5236693" y="4173080"/>
                    <a:pt x="5159284" y="4267423"/>
                  </a:cubicBezTo>
                  <a:cubicBezTo>
                    <a:pt x="5081875" y="4552266"/>
                    <a:pt x="4951246" y="4552871"/>
                    <a:pt x="4564198" y="4673823"/>
                  </a:cubicBezTo>
                  <a:cubicBezTo>
                    <a:pt x="4177150" y="4794775"/>
                    <a:pt x="2649522" y="5160052"/>
                    <a:pt x="2198370" y="5080223"/>
                  </a:cubicBezTo>
                  <a:cubicBezTo>
                    <a:pt x="1997589" y="5044542"/>
                    <a:pt x="1898408" y="4983461"/>
                    <a:pt x="1748427" y="4935080"/>
                  </a:cubicBezTo>
                  <a:cubicBezTo>
                    <a:pt x="1046903" y="5197849"/>
                    <a:pt x="1030876" y="4759094"/>
                    <a:pt x="834026" y="4675637"/>
                  </a:cubicBezTo>
                  <a:cubicBezTo>
                    <a:pt x="599076" y="4604880"/>
                    <a:pt x="671042" y="4495720"/>
                    <a:pt x="567326" y="4434337"/>
                  </a:cubicBezTo>
                  <a:cubicBezTo>
                    <a:pt x="463610" y="4372954"/>
                    <a:pt x="438210" y="4372954"/>
                    <a:pt x="338727" y="4231137"/>
                  </a:cubicBezTo>
                  <a:cubicBezTo>
                    <a:pt x="-141756" y="3987720"/>
                    <a:pt x="74143" y="3786637"/>
                    <a:pt x="148226" y="3596137"/>
                  </a:cubicBezTo>
                  <a:cubicBezTo>
                    <a:pt x="-57091" y="3380237"/>
                    <a:pt x="16993" y="3312504"/>
                    <a:pt x="97426" y="3075437"/>
                  </a:cubicBezTo>
                  <a:cubicBezTo>
                    <a:pt x="-190441" y="2444670"/>
                    <a:pt x="217774" y="2000775"/>
                    <a:pt x="567326" y="2135637"/>
                  </a:cubicBezTo>
                  <a:cubicBezTo>
                    <a:pt x="535878" y="2003799"/>
                    <a:pt x="621452" y="2123239"/>
                    <a:pt x="645340" y="2017708"/>
                  </a:cubicBezTo>
                  <a:cubicBezTo>
                    <a:pt x="722145" y="1913689"/>
                    <a:pt x="722751" y="1758870"/>
                    <a:pt x="875756" y="1705651"/>
                  </a:cubicBezTo>
                  <a:close/>
                </a:path>
              </a:pathLst>
            </a:custGeom>
            <a:solidFill>
              <a:schemeClr val="tx1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5">
              <a:extLst>
                <a:ext uri="{FF2B5EF4-FFF2-40B4-BE49-F238E27FC236}">
                  <a16:creationId xmlns:a16="http://schemas.microsoft.com/office/drawing/2014/main" id="{FDF9B1C6-6D8E-ADC0-EF53-B020AD4D596A}"/>
                </a:ext>
              </a:extLst>
            </p:cNvPr>
            <p:cNvSpPr/>
            <p:nvPr/>
          </p:nvSpPr>
          <p:spPr>
            <a:xfrm>
              <a:off x="3657599" y="3138906"/>
              <a:ext cx="3338285" cy="4656876"/>
            </a:xfrm>
            <a:custGeom>
              <a:avLst/>
              <a:gdLst>
                <a:gd name="connsiteX0" fmla="*/ 0 w 1030514"/>
                <a:gd name="connsiteY0" fmla="*/ 0 h 1074057"/>
                <a:gd name="connsiteX1" fmla="*/ 1030514 w 1030514"/>
                <a:gd name="connsiteY1" fmla="*/ 0 h 1074057"/>
                <a:gd name="connsiteX2" fmla="*/ 1030514 w 1030514"/>
                <a:gd name="connsiteY2" fmla="*/ 1074057 h 1074057"/>
                <a:gd name="connsiteX3" fmla="*/ 0 w 1030514"/>
                <a:gd name="connsiteY3" fmla="*/ 1074057 h 1074057"/>
                <a:gd name="connsiteX4" fmla="*/ 0 w 1030514"/>
                <a:gd name="connsiteY4" fmla="*/ 0 h 1074057"/>
                <a:gd name="connsiteX0" fmla="*/ 0 w 2177142"/>
                <a:gd name="connsiteY0" fmla="*/ 0 h 2510971"/>
                <a:gd name="connsiteX1" fmla="*/ 1030514 w 2177142"/>
                <a:gd name="connsiteY1" fmla="*/ 0 h 2510971"/>
                <a:gd name="connsiteX2" fmla="*/ 2177142 w 2177142"/>
                <a:gd name="connsiteY2" fmla="*/ 2510971 h 2510971"/>
                <a:gd name="connsiteX3" fmla="*/ 0 w 2177142"/>
                <a:gd name="connsiteY3" fmla="*/ 1074057 h 2510971"/>
                <a:gd name="connsiteX4" fmla="*/ 0 w 2177142"/>
                <a:gd name="connsiteY4" fmla="*/ 0 h 2510971"/>
                <a:gd name="connsiteX0" fmla="*/ 0 w 2177142"/>
                <a:gd name="connsiteY0" fmla="*/ 0 h 2801257"/>
                <a:gd name="connsiteX1" fmla="*/ 1030514 w 2177142"/>
                <a:gd name="connsiteY1" fmla="*/ 0 h 2801257"/>
                <a:gd name="connsiteX2" fmla="*/ 2177142 w 2177142"/>
                <a:gd name="connsiteY2" fmla="*/ 2510971 h 2801257"/>
                <a:gd name="connsiteX3" fmla="*/ 43543 w 2177142"/>
                <a:gd name="connsiteY3" fmla="*/ 2801257 h 2801257"/>
                <a:gd name="connsiteX4" fmla="*/ 0 w 2177142"/>
                <a:gd name="connsiteY4" fmla="*/ 0 h 2801257"/>
                <a:gd name="connsiteX0" fmla="*/ 0 w 3047999"/>
                <a:gd name="connsiteY0" fmla="*/ 43543 h 2801257"/>
                <a:gd name="connsiteX1" fmla="*/ 1901371 w 3047999"/>
                <a:gd name="connsiteY1" fmla="*/ 0 h 2801257"/>
                <a:gd name="connsiteX2" fmla="*/ 3047999 w 3047999"/>
                <a:gd name="connsiteY2" fmla="*/ 2510971 h 2801257"/>
                <a:gd name="connsiteX3" fmla="*/ 914400 w 3047999"/>
                <a:gd name="connsiteY3" fmla="*/ 2801257 h 2801257"/>
                <a:gd name="connsiteX4" fmla="*/ 0 w 3047999"/>
                <a:gd name="connsiteY4" fmla="*/ 43543 h 2801257"/>
                <a:gd name="connsiteX0" fmla="*/ 0 w 3047999"/>
                <a:gd name="connsiteY0" fmla="*/ 362857 h 3120571"/>
                <a:gd name="connsiteX1" fmla="*/ 348344 w 3047999"/>
                <a:gd name="connsiteY1" fmla="*/ 0 h 3120571"/>
                <a:gd name="connsiteX2" fmla="*/ 1901371 w 3047999"/>
                <a:gd name="connsiteY2" fmla="*/ 319314 h 3120571"/>
                <a:gd name="connsiteX3" fmla="*/ 3047999 w 3047999"/>
                <a:gd name="connsiteY3" fmla="*/ 2830285 h 3120571"/>
                <a:gd name="connsiteX4" fmla="*/ 914400 w 3047999"/>
                <a:gd name="connsiteY4" fmla="*/ 3120571 h 3120571"/>
                <a:gd name="connsiteX5" fmla="*/ 0 w 3047999"/>
                <a:gd name="connsiteY5" fmla="*/ 362857 h 3120571"/>
                <a:gd name="connsiteX0" fmla="*/ 0 w 3047999"/>
                <a:gd name="connsiteY0" fmla="*/ 362857 h 3120571"/>
                <a:gd name="connsiteX1" fmla="*/ 348344 w 3047999"/>
                <a:gd name="connsiteY1" fmla="*/ 0 h 3120571"/>
                <a:gd name="connsiteX2" fmla="*/ 856344 w 3047999"/>
                <a:gd name="connsiteY2" fmla="*/ 537028 h 3120571"/>
                <a:gd name="connsiteX3" fmla="*/ 1901371 w 3047999"/>
                <a:gd name="connsiteY3" fmla="*/ 319314 h 3120571"/>
                <a:gd name="connsiteX4" fmla="*/ 3047999 w 3047999"/>
                <a:gd name="connsiteY4" fmla="*/ 2830285 h 3120571"/>
                <a:gd name="connsiteX5" fmla="*/ 914400 w 3047999"/>
                <a:gd name="connsiteY5" fmla="*/ 3120571 h 3120571"/>
                <a:gd name="connsiteX6" fmla="*/ 0 w 3047999"/>
                <a:gd name="connsiteY6" fmla="*/ 362857 h 3120571"/>
                <a:gd name="connsiteX0" fmla="*/ 0 w 3047999"/>
                <a:gd name="connsiteY0" fmla="*/ 827314 h 3585028"/>
                <a:gd name="connsiteX1" fmla="*/ 348344 w 3047999"/>
                <a:gd name="connsiteY1" fmla="*/ 464457 h 3585028"/>
                <a:gd name="connsiteX2" fmla="*/ 856344 w 3047999"/>
                <a:gd name="connsiteY2" fmla="*/ 1001485 h 3585028"/>
                <a:gd name="connsiteX3" fmla="*/ 493487 w 3047999"/>
                <a:gd name="connsiteY3" fmla="*/ 0 h 3585028"/>
                <a:gd name="connsiteX4" fmla="*/ 1901371 w 3047999"/>
                <a:gd name="connsiteY4" fmla="*/ 783771 h 3585028"/>
                <a:gd name="connsiteX5" fmla="*/ 3047999 w 3047999"/>
                <a:gd name="connsiteY5" fmla="*/ 3294742 h 3585028"/>
                <a:gd name="connsiteX6" fmla="*/ 914400 w 3047999"/>
                <a:gd name="connsiteY6" fmla="*/ 3585028 h 3585028"/>
                <a:gd name="connsiteX7" fmla="*/ 0 w 3047999"/>
                <a:gd name="connsiteY7" fmla="*/ 827314 h 3585028"/>
                <a:gd name="connsiteX0" fmla="*/ 0 w 3047999"/>
                <a:gd name="connsiteY0" fmla="*/ 1219469 h 3977183"/>
                <a:gd name="connsiteX1" fmla="*/ 348344 w 3047999"/>
                <a:gd name="connsiteY1" fmla="*/ 856612 h 3977183"/>
                <a:gd name="connsiteX2" fmla="*/ 856344 w 3047999"/>
                <a:gd name="connsiteY2" fmla="*/ 1393640 h 3977183"/>
                <a:gd name="connsiteX3" fmla="*/ 493487 w 3047999"/>
                <a:gd name="connsiteY3" fmla="*/ 392155 h 3977183"/>
                <a:gd name="connsiteX4" fmla="*/ 899887 w 3047999"/>
                <a:gd name="connsiteY4" fmla="*/ 14783 h 3977183"/>
                <a:gd name="connsiteX5" fmla="*/ 1901371 w 3047999"/>
                <a:gd name="connsiteY5" fmla="*/ 1175926 h 3977183"/>
                <a:gd name="connsiteX6" fmla="*/ 3047999 w 3047999"/>
                <a:gd name="connsiteY6" fmla="*/ 3686897 h 3977183"/>
                <a:gd name="connsiteX7" fmla="*/ 914400 w 3047999"/>
                <a:gd name="connsiteY7" fmla="*/ 3977183 h 3977183"/>
                <a:gd name="connsiteX8" fmla="*/ 0 w 3047999"/>
                <a:gd name="connsiteY8" fmla="*/ 1219469 h 3977183"/>
                <a:gd name="connsiteX0" fmla="*/ 0 w 3047999"/>
                <a:gd name="connsiteY0" fmla="*/ 1219469 h 3977183"/>
                <a:gd name="connsiteX1" fmla="*/ 348344 w 3047999"/>
                <a:gd name="connsiteY1" fmla="*/ 856612 h 3977183"/>
                <a:gd name="connsiteX2" fmla="*/ 856344 w 3047999"/>
                <a:gd name="connsiteY2" fmla="*/ 1393640 h 3977183"/>
                <a:gd name="connsiteX3" fmla="*/ 493487 w 3047999"/>
                <a:gd name="connsiteY3" fmla="*/ 392155 h 3977183"/>
                <a:gd name="connsiteX4" fmla="*/ 899887 w 3047999"/>
                <a:gd name="connsiteY4" fmla="*/ 14783 h 3977183"/>
                <a:gd name="connsiteX5" fmla="*/ 1407887 w 3047999"/>
                <a:gd name="connsiteY5" fmla="*/ 1277527 h 3977183"/>
                <a:gd name="connsiteX6" fmla="*/ 1901371 w 3047999"/>
                <a:gd name="connsiteY6" fmla="*/ 1175926 h 3977183"/>
                <a:gd name="connsiteX7" fmla="*/ 3047999 w 3047999"/>
                <a:gd name="connsiteY7" fmla="*/ 3686897 h 3977183"/>
                <a:gd name="connsiteX8" fmla="*/ 914400 w 3047999"/>
                <a:gd name="connsiteY8" fmla="*/ 3977183 h 3977183"/>
                <a:gd name="connsiteX9" fmla="*/ 0 w 3047999"/>
                <a:gd name="connsiteY9" fmla="*/ 1219469 h 3977183"/>
                <a:gd name="connsiteX0" fmla="*/ 0 w 3047999"/>
                <a:gd name="connsiteY0" fmla="*/ 1364342 h 4122056"/>
                <a:gd name="connsiteX1" fmla="*/ 348344 w 3047999"/>
                <a:gd name="connsiteY1" fmla="*/ 1001485 h 4122056"/>
                <a:gd name="connsiteX2" fmla="*/ 856344 w 3047999"/>
                <a:gd name="connsiteY2" fmla="*/ 1538513 h 4122056"/>
                <a:gd name="connsiteX3" fmla="*/ 493487 w 3047999"/>
                <a:gd name="connsiteY3" fmla="*/ 537028 h 4122056"/>
                <a:gd name="connsiteX4" fmla="*/ 899887 w 3047999"/>
                <a:gd name="connsiteY4" fmla="*/ 159656 h 4122056"/>
                <a:gd name="connsiteX5" fmla="*/ 1407887 w 3047999"/>
                <a:gd name="connsiteY5" fmla="*/ 1422400 h 4122056"/>
                <a:gd name="connsiteX6" fmla="*/ 1117601 w 3047999"/>
                <a:gd name="connsiteY6" fmla="*/ 0 h 4122056"/>
                <a:gd name="connsiteX7" fmla="*/ 1901371 w 3047999"/>
                <a:gd name="connsiteY7" fmla="*/ 1320799 h 4122056"/>
                <a:gd name="connsiteX8" fmla="*/ 3047999 w 3047999"/>
                <a:gd name="connsiteY8" fmla="*/ 3831770 h 4122056"/>
                <a:gd name="connsiteX9" fmla="*/ 914400 w 3047999"/>
                <a:gd name="connsiteY9" fmla="*/ 4122056 h 4122056"/>
                <a:gd name="connsiteX10" fmla="*/ 0 w 3047999"/>
                <a:gd name="connsiteY10" fmla="*/ 1364342 h 4122056"/>
                <a:gd name="connsiteX0" fmla="*/ 0 w 3047999"/>
                <a:gd name="connsiteY0" fmla="*/ 1513913 h 4271627"/>
                <a:gd name="connsiteX1" fmla="*/ 348344 w 3047999"/>
                <a:gd name="connsiteY1" fmla="*/ 1151056 h 4271627"/>
                <a:gd name="connsiteX2" fmla="*/ 856344 w 3047999"/>
                <a:gd name="connsiteY2" fmla="*/ 1688084 h 4271627"/>
                <a:gd name="connsiteX3" fmla="*/ 493487 w 3047999"/>
                <a:gd name="connsiteY3" fmla="*/ 686599 h 4271627"/>
                <a:gd name="connsiteX4" fmla="*/ 899887 w 3047999"/>
                <a:gd name="connsiteY4" fmla="*/ 309227 h 4271627"/>
                <a:gd name="connsiteX5" fmla="*/ 1407887 w 3047999"/>
                <a:gd name="connsiteY5" fmla="*/ 1571971 h 4271627"/>
                <a:gd name="connsiteX6" fmla="*/ 1117601 w 3047999"/>
                <a:gd name="connsiteY6" fmla="*/ 149571 h 4271627"/>
                <a:gd name="connsiteX7" fmla="*/ 1494972 w 3047999"/>
                <a:gd name="connsiteY7" fmla="*/ 62485 h 4271627"/>
                <a:gd name="connsiteX8" fmla="*/ 1901371 w 3047999"/>
                <a:gd name="connsiteY8" fmla="*/ 1470370 h 4271627"/>
                <a:gd name="connsiteX9" fmla="*/ 3047999 w 3047999"/>
                <a:gd name="connsiteY9" fmla="*/ 3981341 h 4271627"/>
                <a:gd name="connsiteX10" fmla="*/ 914400 w 3047999"/>
                <a:gd name="connsiteY10" fmla="*/ 4271627 h 4271627"/>
                <a:gd name="connsiteX11" fmla="*/ 0 w 3047999"/>
                <a:gd name="connsiteY11" fmla="*/ 1513913 h 4271627"/>
                <a:gd name="connsiteX0" fmla="*/ 0 w 3047999"/>
                <a:gd name="connsiteY0" fmla="*/ 1513913 h 4271627"/>
                <a:gd name="connsiteX1" fmla="*/ 348344 w 3047999"/>
                <a:gd name="connsiteY1" fmla="*/ 1151056 h 4271627"/>
                <a:gd name="connsiteX2" fmla="*/ 856344 w 3047999"/>
                <a:gd name="connsiteY2" fmla="*/ 1688084 h 4271627"/>
                <a:gd name="connsiteX3" fmla="*/ 493487 w 3047999"/>
                <a:gd name="connsiteY3" fmla="*/ 686599 h 4271627"/>
                <a:gd name="connsiteX4" fmla="*/ 899887 w 3047999"/>
                <a:gd name="connsiteY4" fmla="*/ 309227 h 4271627"/>
                <a:gd name="connsiteX5" fmla="*/ 1407887 w 3047999"/>
                <a:gd name="connsiteY5" fmla="*/ 1571971 h 4271627"/>
                <a:gd name="connsiteX6" fmla="*/ 1117601 w 3047999"/>
                <a:gd name="connsiteY6" fmla="*/ 149571 h 4271627"/>
                <a:gd name="connsiteX7" fmla="*/ 1494972 w 3047999"/>
                <a:gd name="connsiteY7" fmla="*/ 62485 h 4271627"/>
                <a:gd name="connsiteX8" fmla="*/ 1683658 w 3047999"/>
                <a:gd name="connsiteY8" fmla="*/ 1310715 h 4271627"/>
                <a:gd name="connsiteX9" fmla="*/ 1901371 w 3047999"/>
                <a:gd name="connsiteY9" fmla="*/ 1470370 h 4271627"/>
                <a:gd name="connsiteX10" fmla="*/ 3047999 w 3047999"/>
                <a:gd name="connsiteY10" fmla="*/ 3981341 h 4271627"/>
                <a:gd name="connsiteX11" fmla="*/ 914400 w 3047999"/>
                <a:gd name="connsiteY11" fmla="*/ 4271627 h 4271627"/>
                <a:gd name="connsiteX12" fmla="*/ 0 w 3047999"/>
                <a:gd name="connsiteY12" fmla="*/ 1513913 h 4271627"/>
                <a:gd name="connsiteX0" fmla="*/ 0 w 3193143"/>
                <a:gd name="connsiteY0" fmla="*/ 1513913 h 4271627"/>
                <a:gd name="connsiteX1" fmla="*/ 348344 w 3193143"/>
                <a:gd name="connsiteY1" fmla="*/ 1151056 h 4271627"/>
                <a:gd name="connsiteX2" fmla="*/ 856344 w 3193143"/>
                <a:gd name="connsiteY2" fmla="*/ 1688084 h 4271627"/>
                <a:gd name="connsiteX3" fmla="*/ 493487 w 3193143"/>
                <a:gd name="connsiteY3" fmla="*/ 686599 h 4271627"/>
                <a:gd name="connsiteX4" fmla="*/ 899887 w 3193143"/>
                <a:gd name="connsiteY4" fmla="*/ 309227 h 4271627"/>
                <a:gd name="connsiteX5" fmla="*/ 1407887 w 3193143"/>
                <a:gd name="connsiteY5" fmla="*/ 1571971 h 4271627"/>
                <a:gd name="connsiteX6" fmla="*/ 1117601 w 3193143"/>
                <a:gd name="connsiteY6" fmla="*/ 149571 h 4271627"/>
                <a:gd name="connsiteX7" fmla="*/ 1494972 w 3193143"/>
                <a:gd name="connsiteY7" fmla="*/ 62485 h 4271627"/>
                <a:gd name="connsiteX8" fmla="*/ 1683658 w 3193143"/>
                <a:gd name="connsiteY8" fmla="*/ 1310715 h 4271627"/>
                <a:gd name="connsiteX9" fmla="*/ 3193143 w 3193143"/>
                <a:gd name="connsiteY9" fmla="*/ 802713 h 4271627"/>
                <a:gd name="connsiteX10" fmla="*/ 3047999 w 3193143"/>
                <a:gd name="connsiteY10" fmla="*/ 3981341 h 4271627"/>
                <a:gd name="connsiteX11" fmla="*/ 914400 w 3193143"/>
                <a:gd name="connsiteY11" fmla="*/ 4271627 h 4271627"/>
                <a:gd name="connsiteX12" fmla="*/ 0 w 3193143"/>
                <a:gd name="connsiteY12" fmla="*/ 1513913 h 4271627"/>
                <a:gd name="connsiteX0" fmla="*/ 0 w 3193143"/>
                <a:gd name="connsiteY0" fmla="*/ 1513913 h 4271627"/>
                <a:gd name="connsiteX1" fmla="*/ 348344 w 3193143"/>
                <a:gd name="connsiteY1" fmla="*/ 1151056 h 4271627"/>
                <a:gd name="connsiteX2" fmla="*/ 856344 w 3193143"/>
                <a:gd name="connsiteY2" fmla="*/ 1688084 h 4271627"/>
                <a:gd name="connsiteX3" fmla="*/ 493487 w 3193143"/>
                <a:gd name="connsiteY3" fmla="*/ 686599 h 4271627"/>
                <a:gd name="connsiteX4" fmla="*/ 899887 w 3193143"/>
                <a:gd name="connsiteY4" fmla="*/ 309227 h 4271627"/>
                <a:gd name="connsiteX5" fmla="*/ 1407887 w 3193143"/>
                <a:gd name="connsiteY5" fmla="*/ 1571971 h 4271627"/>
                <a:gd name="connsiteX6" fmla="*/ 1117601 w 3193143"/>
                <a:gd name="connsiteY6" fmla="*/ 149571 h 4271627"/>
                <a:gd name="connsiteX7" fmla="*/ 1494972 w 3193143"/>
                <a:gd name="connsiteY7" fmla="*/ 62485 h 4271627"/>
                <a:gd name="connsiteX8" fmla="*/ 1683658 w 3193143"/>
                <a:gd name="connsiteY8" fmla="*/ 1310715 h 4271627"/>
                <a:gd name="connsiteX9" fmla="*/ 2365829 w 3193143"/>
                <a:gd name="connsiteY9" fmla="*/ 1484886 h 4271627"/>
                <a:gd name="connsiteX10" fmla="*/ 3193143 w 3193143"/>
                <a:gd name="connsiteY10" fmla="*/ 802713 h 4271627"/>
                <a:gd name="connsiteX11" fmla="*/ 3047999 w 3193143"/>
                <a:gd name="connsiteY11" fmla="*/ 3981341 h 4271627"/>
                <a:gd name="connsiteX12" fmla="*/ 914400 w 3193143"/>
                <a:gd name="connsiteY12" fmla="*/ 4271627 h 4271627"/>
                <a:gd name="connsiteX13" fmla="*/ 0 w 3193143"/>
                <a:gd name="connsiteY13" fmla="*/ 1513913 h 4271627"/>
                <a:gd name="connsiteX0" fmla="*/ 0 w 3193143"/>
                <a:gd name="connsiteY0" fmla="*/ 1513913 h 4271627"/>
                <a:gd name="connsiteX1" fmla="*/ 348344 w 3193143"/>
                <a:gd name="connsiteY1" fmla="*/ 1151056 h 4271627"/>
                <a:gd name="connsiteX2" fmla="*/ 856344 w 3193143"/>
                <a:gd name="connsiteY2" fmla="*/ 1688084 h 4271627"/>
                <a:gd name="connsiteX3" fmla="*/ 493487 w 3193143"/>
                <a:gd name="connsiteY3" fmla="*/ 686599 h 4271627"/>
                <a:gd name="connsiteX4" fmla="*/ 899887 w 3193143"/>
                <a:gd name="connsiteY4" fmla="*/ 309227 h 4271627"/>
                <a:gd name="connsiteX5" fmla="*/ 1407887 w 3193143"/>
                <a:gd name="connsiteY5" fmla="*/ 1571971 h 4271627"/>
                <a:gd name="connsiteX6" fmla="*/ 1117601 w 3193143"/>
                <a:gd name="connsiteY6" fmla="*/ 149571 h 4271627"/>
                <a:gd name="connsiteX7" fmla="*/ 1494972 w 3193143"/>
                <a:gd name="connsiteY7" fmla="*/ 62485 h 4271627"/>
                <a:gd name="connsiteX8" fmla="*/ 1683658 w 3193143"/>
                <a:gd name="connsiteY8" fmla="*/ 1310715 h 4271627"/>
                <a:gd name="connsiteX9" fmla="*/ 2365829 w 3193143"/>
                <a:gd name="connsiteY9" fmla="*/ 1484886 h 4271627"/>
                <a:gd name="connsiteX10" fmla="*/ 2859315 w 3193143"/>
                <a:gd name="connsiteY10" fmla="*/ 570486 h 4271627"/>
                <a:gd name="connsiteX11" fmla="*/ 3193143 w 3193143"/>
                <a:gd name="connsiteY11" fmla="*/ 802713 h 4271627"/>
                <a:gd name="connsiteX12" fmla="*/ 3047999 w 3193143"/>
                <a:gd name="connsiteY12" fmla="*/ 3981341 h 4271627"/>
                <a:gd name="connsiteX13" fmla="*/ 914400 w 3193143"/>
                <a:gd name="connsiteY13" fmla="*/ 4271627 h 4271627"/>
                <a:gd name="connsiteX14" fmla="*/ 0 w 3193143"/>
                <a:gd name="connsiteY14" fmla="*/ 1513913 h 4271627"/>
                <a:gd name="connsiteX0" fmla="*/ 0 w 3193143"/>
                <a:gd name="connsiteY0" fmla="*/ 1513913 h 4271627"/>
                <a:gd name="connsiteX1" fmla="*/ 348344 w 3193143"/>
                <a:gd name="connsiteY1" fmla="*/ 1151056 h 4271627"/>
                <a:gd name="connsiteX2" fmla="*/ 856344 w 3193143"/>
                <a:gd name="connsiteY2" fmla="*/ 1688084 h 4271627"/>
                <a:gd name="connsiteX3" fmla="*/ 493487 w 3193143"/>
                <a:gd name="connsiteY3" fmla="*/ 686599 h 4271627"/>
                <a:gd name="connsiteX4" fmla="*/ 899887 w 3193143"/>
                <a:gd name="connsiteY4" fmla="*/ 309227 h 4271627"/>
                <a:gd name="connsiteX5" fmla="*/ 1407887 w 3193143"/>
                <a:gd name="connsiteY5" fmla="*/ 1571971 h 4271627"/>
                <a:gd name="connsiteX6" fmla="*/ 1117601 w 3193143"/>
                <a:gd name="connsiteY6" fmla="*/ 149571 h 4271627"/>
                <a:gd name="connsiteX7" fmla="*/ 1494972 w 3193143"/>
                <a:gd name="connsiteY7" fmla="*/ 62485 h 4271627"/>
                <a:gd name="connsiteX8" fmla="*/ 1683658 w 3193143"/>
                <a:gd name="connsiteY8" fmla="*/ 1310715 h 4271627"/>
                <a:gd name="connsiteX9" fmla="*/ 2656115 w 3193143"/>
                <a:gd name="connsiteY9" fmla="*/ 338258 h 4271627"/>
                <a:gd name="connsiteX10" fmla="*/ 2365829 w 3193143"/>
                <a:gd name="connsiteY10" fmla="*/ 1484886 h 4271627"/>
                <a:gd name="connsiteX11" fmla="*/ 2859315 w 3193143"/>
                <a:gd name="connsiteY11" fmla="*/ 570486 h 4271627"/>
                <a:gd name="connsiteX12" fmla="*/ 3193143 w 3193143"/>
                <a:gd name="connsiteY12" fmla="*/ 802713 h 4271627"/>
                <a:gd name="connsiteX13" fmla="*/ 3047999 w 3193143"/>
                <a:gd name="connsiteY13" fmla="*/ 3981341 h 4271627"/>
                <a:gd name="connsiteX14" fmla="*/ 914400 w 3193143"/>
                <a:gd name="connsiteY14" fmla="*/ 4271627 h 4271627"/>
                <a:gd name="connsiteX15" fmla="*/ 0 w 3193143"/>
                <a:gd name="connsiteY15" fmla="*/ 1513913 h 4271627"/>
                <a:gd name="connsiteX0" fmla="*/ 0 w 3193143"/>
                <a:gd name="connsiteY0" fmla="*/ 1513913 h 4271627"/>
                <a:gd name="connsiteX1" fmla="*/ 348344 w 3193143"/>
                <a:gd name="connsiteY1" fmla="*/ 1151056 h 4271627"/>
                <a:gd name="connsiteX2" fmla="*/ 856344 w 3193143"/>
                <a:gd name="connsiteY2" fmla="*/ 1688084 h 4271627"/>
                <a:gd name="connsiteX3" fmla="*/ 493487 w 3193143"/>
                <a:gd name="connsiteY3" fmla="*/ 686599 h 4271627"/>
                <a:gd name="connsiteX4" fmla="*/ 899887 w 3193143"/>
                <a:gd name="connsiteY4" fmla="*/ 309227 h 4271627"/>
                <a:gd name="connsiteX5" fmla="*/ 1407887 w 3193143"/>
                <a:gd name="connsiteY5" fmla="*/ 1571971 h 4271627"/>
                <a:gd name="connsiteX6" fmla="*/ 1117601 w 3193143"/>
                <a:gd name="connsiteY6" fmla="*/ 149571 h 4271627"/>
                <a:gd name="connsiteX7" fmla="*/ 1494972 w 3193143"/>
                <a:gd name="connsiteY7" fmla="*/ 62485 h 4271627"/>
                <a:gd name="connsiteX8" fmla="*/ 1683658 w 3193143"/>
                <a:gd name="connsiteY8" fmla="*/ 1310715 h 4271627"/>
                <a:gd name="connsiteX9" fmla="*/ 2322287 w 3193143"/>
                <a:gd name="connsiteY9" fmla="*/ 251172 h 4271627"/>
                <a:gd name="connsiteX10" fmla="*/ 2656115 w 3193143"/>
                <a:gd name="connsiteY10" fmla="*/ 338258 h 4271627"/>
                <a:gd name="connsiteX11" fmla="*/ 2365829 w 3193143"/>
                <a:gd name="connsiteY11" fmla="*/ 1484886 h 4271627"/>
                <a:gd name="connsiteX12" fmla="*/ 2859315 w 3193143"/>
                <a:gd name="connsiteY12" fmla="*/ 570486 h 4271627"/>
                <a:gd name="connsiteX13" fmla="*/ 3193143 w 3193143"/>
                <a:gd name="connsiteY13" fmla="*/ 802713 h 4271627"/>
                <a:gd name="connsiteX14" fmla="*/ 3047999 w 3193143"/>
                <a:gd name="connsiteY14" fmla="*/ 3981341 h 4271627"/>
                <a:gd name="connsiteX15" fmla="*/ 914400 w 3193143"/>
                <a:gd name="connsiteY15" fmla="*/ 4271627 h 4271627"/>
                <a:gd name="connsiteX16" fmla="*/ 0 w 3193143"/>
                <a:gd name="connsiteY16" fmla="*/ 1513913 h 4271627"/>
                <a:gd name="connsiteX0" fmla="*/ 0 w 3193143"/>
                <a:gd name="connsiteY0" fmla="*/ 1513913 h 4271627"/>
                <a:gd name="connsiteX1" fmla="*/ 348344 w 3193143"/>
                <a:gd name="connsiteY1" fmla="*/ 1151056 h 4271627"/>
                <a:gd name="connsiteX2" fmla="*/ 856344 w 3193143"/>
                <a:gd name="connsiteY2" fmla="*/ 1688084 h 4271627"/>
                <a:gd name="connsiteX3" fmla="*/ 493487 w 3193143"/>
                <a:gd name="connsiteY3" fmla="*/ 686599 h 4271627"/>
                <a:gd name="connsiteX4" fmla="*/ 899887 w 3193143"/>
                <a:gd name="connsiteY4" fmla="*/ 309227 h 4271627"/>
                <a:gd name="connsiteX5" fmla="*/ 1407887 w 3193143"/>
                <a:gd name="connsiteY5" fmla="*/ 1571971 h 4271627"/>
                <a:gd name="connsiteX6" fmla="*/ 1117601 w 3193143"/>
                <a:gd name="connsiteY6" fmla="*/ 149571 h 4271627"/>
                <a:gd name="connsiteX7" fmla="*/ 1494972 w 3193143"/>
                <a:gd name="connsiteY7" fmla="*/ 62485 h 4271627"/>
                <a:gd name="connsiteX8" fmla="*/ 1683658 w 3193143"/>
                <a:gd name="connsiteY8" fmla="*/ 1310715 h 4271627"/>
                <a:gd name="connsiteX9" fmla="*/ 2061029 w 3193143"/>
                <a:gd name="connsiteY9" fmla="*/ 1368772 h 4271627"/>
                <a:gd name="connsiteX10" fmla="*/ 2322287 w 3193143"/>
                <a:gd name="connsiteY10" fmla="*/ 251172 h 4271627"/>
                <a:gd name="connsiteX11" fmla="*/ 2656115 w 3193143"/>
                <a:gd name="connsiteY11" fmla="*/ 338258 h 4271627"/>
                <a:gd name="connsiteX12" fmla="*/ 2365829 w 3193143"/>
                <a:gd name="connsiteY12" fmla="*/ 1484886 h 4271627"/>
                <a:gd name="connsiteX13" fmla="*/ 2859315 w 3193143"/>
                <a:gd name="connsiteY13" fmla="*/ 570486 h 4271627"/>
                <a:gd name="connsiteX14" fmla="*/ 3193143 w 3193143"/>
                <a:gd name="connsiteY14" fmla="*/ 802713 h 4271627"/>
                <a:gd name="connsiteX15" fmla="*/ 3047999 w 3193143"/>
                <a:gd name="connsiteY15" fmla="*/ 3981341 h 4271627"/>
                <a:gd name="connsiteX16" fmla="*/ 914400 w 3193143"/>
                <a:gd name="connsiteY16" fmla="*/ 4271627 h 4271627"/>
                <a:gd name="connsiteX17" fmla="*/ 0 w 3193143"/>
                <a:gd name="connsiteY17" fmla="*/ 1513913 h 4271627"/>
                <a:gd name="connsiteX0" fmla="*/ 0 w 3193143"/>
                <a:gd name="connsiteY0" fmla="*/ 1567584 h 4325298"/>
                <a:gd name="connsiteX1" fmla="*/ 348344 w 3193143"/>
                <a:gd name="connsiteY1" fmla="*/ 1204727 h 4325298"/>
                <a:gd name="connsiteX2" fmla="*/ 856344 w 3193143"/>
                <a:gd name="connsiteY2" fmla="*/ 1741755 h 4325298"/>
                <a:gd name="connsiteX3" fmla="*/ 493487 w 3193143"/>
                <a:gd name="connsiteY3" fmla="*/ 740270 h 4325298"/>
                <a:gd name="connsiteX4" fmla="*/ 899887 w 3193143"/>
                <a:gd name="connsiteY4" fmla="*/ 362898 h 4325298"/>
                <a:gd name="connsiteX5" fmla="*/ 1407887 w 3193143"/>
                <a:gd name="connsiteY5" fmla="*/ 1625642 h 4325298"/>
                <a:gd name="connsiteX6" fmla="*/ 1117601 w 3193143"/>
                <a:gd name="connsiteY6" fmla="*/ 203242 h 4325298"/>
                <a:gd name="connsiteX7" fmla="*/ 1494972 w 3193143"/>
                <a:gd name="connsiteY7" fmla="*/ 116156 h 4325298"/>
                <a:gd name="connsiteX8" fmla="*/ 1683658 w 3193143"/>
                <a:gd name="connsiteY8" fmla="*/ 1364386 h 4325298"/>
                <a:gd name="connsiteX9" fmla="*/ 2148115 w 3193143"/>
                <a:gd name="connsiteY9" fmla="*/ 43 h 4325298"/>
                <a:gd name="connsiteX10" fmla="*/ 2061029 w 3193143"/>
                <a:gd name="connsiteY10" fmla="*/ 1422443 h 4325298"/>
                <a:gd name="connsiteX11" fmla="*/ 2322287 w 3193143"/>
                <a:gd name="connsiteY11" fmla="*/ 304843 h 4325298"/>
                <a:gd name="connsiteX12" fmla="*/ 2656115 w 3193143"/>
                <a:gd name="connsiteY12" fmla="*/ 391929 h 4325298"/>
                <a:gd name="connsiteX13" fmla="*/ 2365829 w 3193143"/>
                <a:gd name="connsiteY13" fmla="*/ 1538557 h 4325298"/>
                <a:gd name="connsiteX14" fmla="*/ 2859315 w 3193143"/>
                <a:gd name="connsiteY14" fmla="*/ 624157 h 4325298"/>
                <a:gd name="connsiteX15" fmla="*/ 3193143 w 3193143"/>
                <a:gd name="connsiteY15" fmla="*/ 856384 h 4325298"/>
                <a:gd name="connsiteX16" fmla="*/ 3047999 w 3193143"/>
                <a:gd name="connsiteY16" fmla="*/ 4035012 h 4325298"/>
                <a:gd name="connsiteX17" fmla="*/ 914400 w 3193143"/>
                <a:gd name="connsiteY17" fmla="*/ 4325298 h 4325298"/>
                <a:gd name="connsiteX18" fmla="*/ 0 w 3193143"/>
                <a:gd name="connsiteY18" fmla="*/ 1567584 h 4325298"/>
                <a:gd name="connsiteX0" fmla="*/ 0 w 3193143"/>
                <a:gd name="connsiteY0" fmla="*/ 1679836 h 4437550"/>
                <a:gd name="connsiteX1" fmla="*/ 348344 w 3193143"/>
                <a:gd name="connsiteY1" fmla="*/ 1316979 h 4437550"/>
                <a:gd name="connsiteX2" fmla="*/ 856344 w 3193143"/>
                <a:gd name="connsiteY2" fmla="*/ 1854007 h 4437550"/>
                <a:gd name="connsiteX3" fmla="*/ 493487 w 3193143"/>
                <a:gd name="connsiteY3" fmla="*/ 852522 h 4437550"/>
                <a:gd name="connsiteX4" fmla="*/ 899887 w 3193143"/>
                <a:gd name="connsiteY4" fmla="*/ 475150 h 4437550"/>
                <a:gd name="connsiteX5" fmla="*/ 1407887 w 3193143"/>
                <a:gd name="connsiteY5" fmla="*/ 1737894 h 4437550"/>
                <a:gd name="connsiteX6" fmla="*/ 1117601 w 3193143"/>
                <a:gd name="connsiteY6" fmla="*/ 315494 h 4437550"/>
                <a:gd name="connsiteX7" fmla="*/ 1494972 w 3193143"/>
                <a:gd name="connsiteY7" fmla="*/ 228408 h 4437550"/>
                <a:gd name="connsiteX8" fmla="*/ 1683658 w 3193143"/>
                <a:gd name="connsiteY8" fmla="*/ 1476638 h 4437550"/>
                <a:gd name="connsiteX9" fmla="*/ 1857829 w 3193143"/>
                <a:gd name="connsiteY9" fmla="*/ 184866 h 4437550"/>
                <a:gd name="connsiteX10" fmla="*/ 2148115 w 3193143"/>
                <a:gd name="connsiteY10" fmla="*/ 112295 h 4437550"/>
                <a:gd name="connsiteX11" fmla="*/ 2061029 w 3193143"/>
                <a:gd name="connsiteY11" fmla="*/ 1534695 h 4437550"/>
                <a:gd name="connsiteX12" fmla="*/ 2322287 w 3193143"/>
                <a:gd name="connsiteY12" fmla="*/ 417095 h 4437550"/>
                <a:gd name="connsiteX13" fmla="*/ 2656115 w 3193143"/>
                <a:gd name="connsiteY13" fmla="*/ 504181 h 4437550"/>
                <a:gd name="connsiteX14" fmla="*/ 2365829 w 3193143"/>
                <a:gd name="connsiteY14" fmla="*/ 1650809 h 4437550"/>
                <a:gd name="connsiteX15" fmla="*/ 2859315 w 3193143"/>
                <a:gd name="connsiteY15" fmla="*/ 736409 h 4437550"/>
                <a:gd name="connsiteX16" fmla="*/ 3193143 w 3193143"/>
                <a:gd name="connsiteY16" fmla="*/ 968636 h 4437550"/>
                <a:gd name="connsiteX17" fmla="*/ 3047999 w 3193143"/>
                <a:gd name="connsiteY17" fmla="*/ 4147264 h 4437550"/>
                <a:gd name="connsiteX18" fmla="*/ 914400 w 3193143"/>
                <a:gd name="connsiteY18" fmla="*/ 4437550 h 4437550"/>
                <a:gd name="connsiteX19" fmla="*/ 0 w 3193143"/>
                <a:gd name="connsiteY19" fmla="*/ 1679836 h 4437550"/>
                <a:gd name="connsiteX0" fmla="*/ 0 w 3193143"/>
                <a:gd name="connsiteY0" fmla="*/ 1679836 h 4437550"/>
                <a:gd name="connsiteX1" fmla="*/ 348344 w 3193143"/>
                <a:gd name="connsiteY1" fmla="*/ 1316979 h 4437550"/>
                <a:gd name="connsiteX2" fmla="*/ 856344 w 3193143"/>
                <a:gd name="connsiteY2" fmla="*/ 1854007 h 4437550"/>
                <a:gd name="connsiteX3" fmla="*/ 493487 w 3193143"/>
                <a:gd name="connsiteY3" fmla="*/ 852522 h 4437550"/>
                <a:gd name="connsiteX4" fmla="*/ 899887 w 3193143"/>
                <a:gd name="connsiteY4" fmla="*/ 475150 h 4437550"/>
                <a:gd name="connsiteX5" fmla="*/ 1407887 w 3193143"/>
                <a:gd name="connsiteY5" fmla="*/ 1737894 h 4437550"/>
                <a:gd name="connsiteX6" fmla="*/ 1117601 w 3193143"/>
                <a:gd name="connsiteY6" fmla="*/ 315494 h 4437550"/>
                <a:gd name="connsiteX7" fmla="*/ 1494972 w 3193143"/>
                <a:gd name="connsiteY7" fmla="*/ 228408 h 4437550"/>
                <a:gd name="connsiteX8" fmla="*/ 1683658 w 3193143"/>
                <a:gd name="connsiteY8" fmla="*/ 1476638 h 4437550"/>
                <a:gd name="connsiteX9" fmla="*/ 1857829 w 3193143"/>
                <a:gd name="connsiteY9" fmla="*/ 184866 h 4437550"/>
                <a:gd name="connsiteX10" fmla="*/ 2148115 w 3193143"/>
                <a:gd name="connsiteY10" fmla="*/ 112295 h 4437550"/>
                <a:gd name="connsiteX11" fmla="*/ 2061029 w 3193143"/>
                <a:gd name="connsiteY11" fmla="*/ 1534695 h 4437550"/>
                <a:gd name="connsiteX12" fmla="*/ 2322287 w 3193143"/>
                <a:gd name="connsiteY12" fmla="*/ 417095 h 4437550"/>
                <a:gd name="connsiteX13" fmla="*/ 2656115 w 3193143"/>
                <a:gd name="connsiteY13" fmla="*/ 504181 h 4437550"/>
                <a:gd name="connsiteX14" fmla="*/ 2365829 w 3193143"/>
                <a:gd name="connsiteY14" fmla="*/ 1650809 h 4437550"/>
                <a:gd name="connsiteX15" fmla="*/ 2859315 w 3193143"/>
                <a:gd name="connsiteY15" fmla="*/ 736409 h 4437550"/>
                <a:gd name="connsiteX16" fmla="*/ 3193143 w 3193143"/>
                <a:gd name="connsiteY16" fmla="*/ 968636 h 4437550"/>
                <a:gd name="connsiteX17" fmla="*/ 3047999 w 3193143"/>
                <a:gd name="connsiteY17" fmla="*/ 4147264 h 4437550"/>
                <a:gd name="connsiteX18" fmla="*/ 914400 w 3193143"/>
                <a:gd name="connsiteY18" fmla="*/ 4437550 h 4437550"/>
                <a:gd name="connsiteX19" fmla="*/ 0 w 3193143"/>
                <a:gd name="connsiteY19" fmla="*/ 1679836 h 4437550"/>
                <a:gd name="connsiteX0" fmla="*/ 0 w 3193143"/>
                <a:gd name="connsiteY0" fmla="*/ 1679836 h 4437550"/>
                <a:gd name="connsiteX1" fmla="*/ 348344 w 3193143"/>
                <a:gd name="connsiteY1" fmla="*/ 1316979 h 4437550"/>
                <a:gd name="connsiteX2" fmla="*/ 856344 w 3193143"/>
                <a:gd name="connsiteY2" fmla="*/ 1854007 h 4437550"/>
                <a:gd name="connsiteX3" fmla="*/ 493487 w 3193143"/>
                <a:gd name="connsiteY3" fmla="*/ 852522 h 4437550"/>
                <a:gd name="connsiteX4" fmla="*/ 899887 w 3193143"/>
                <a:gd name="connsiteY4" fmla="*/ 475150 h 4437550"/>
                <a:gd name="connsiteX5" fmla="*/ 1407887 w 3193143"/>
                <a:gd name="connsiteY5" fmla="*/ 1737894 h 4437550"/>
                <a:gd name="connsiteX6" fmla="*/ 1117601 w 3193143"/>
                <a:gd name="connsiteY6" fmla="*/ 315494 h 4437550"/>
                <a:gd name="connsiteX7" fmla="*/ 1494972 w 3193143"/>
                <a:gd name="connsiteY7" fmla="*/ 228408 h 4437550"/>
                <a:gd name="connsiteX8" fmla="*/ 1683658 w 3193143"/>
                <a:gd name="connsiteY8" fmla="*/ 1476638 h 4437550"/>
                <a:gd name="connsiteX9" fmla="*/ 1857829 w 3193143"/>
                <a:gd name="connsiteY9" fmla="*/ 184866 h 4437550"/>
                <a:gd name="connsiteX10" fmla="*/ 2148115 w 3193143"/>
                <a:gd name="connsiteY10" fmla="*/ 112295 h 4437550"/>
                <a:gd name="connsiteX11" fmla="*/ 2061029 w 3193143"/>
                <a:gd name="connsiteY11" fmla="*/ 1534695 h 4437550"/>
                <a:gd name="connsiteX12" fmla="*/ 2322287 w 3193143"/>
                <a:gd name="connsiteY12" fmla="*/ 417095 h 4437550"/>
                <a:gd name="connsiteX13" fmla="*/ 2656115 w 3193143"/>
                <a:gd name="connsiteY13" fmla="*/ 504181 h 4437550"/>
                <a:gd name="connsiteX14" fmla="*/ 2365829 w 3193143"/>
                <a:gd name="connsiteY14" fmla="*/ 1650809 h 4437550"/>
                <a:gd name="connsiteX15" fmla="*/ 2859315 w 3193143"/>
                <a:gd name="connsiteY15" fmla="*/ 736409 h 4437550"/>
                <a:gd name="connsiteX16" fmla="*/ 3193143 w 3193143"/>
                <a:gd name="connsiteY16" fmla="*/ 968636 h 4437550"/>
                <a:gd name="connsiteX17" fmla="*/ 3047999 w 3193143"/>
                <a:gd name="connsiteY17" fmla="*/ 4147264 h 4437550"/>
                <a:gd name="connsiteX18" fmla="*/ 914400 w 3193143"/>
                <a:gd name="connsiteY18" fmla="*/ 4437550 h 4437550"/>
                <a:gd name="connsiteX19" fmla="*/ 0 w 3193143"/>
                <a:gd name="connsiteY19" fmla="*/ 1679836 h 4437550"/>
                <a:gd name="connsiteX0" fmla="*/ 0 w 3193143"/>
                <a:gd name="connsiteY0" fmla="*/ 1679836 h 4437550"/>
                <a:gd name="connsiteX1" fmla="*/ 348344 w 3193143"/>
                <a:gd name="connsiteY1" fmla="*/ 1316979 h 4437550"/>
                <a:gd name="connsiteX2" fmla="*/ 856344 w 3193143"/>
                <a:gd name="connsiteY2" fmla="*/ 1854007 h 4437550"/>
                <a:gd name="connsiteX3" fmla="*/ 493487 w 3193143"/>
                <a:gd name="connsiteY3" fmla="*/ 852522 h 4437550"/>
                <a:gd name="connsiteX4" fmla="*/ 899887 w 3193143"/>
                <a:gd name="connsiteY4" fmla="*/ 475150 h 4437550"/>
                <a:gd name="connsiteX5" fmla="*/ 1407887 w 3193143"/>
                <a:gd name="connsiteY5" fmla="*/ 1737894 h 4437550"/>
                <a:gd name="connsiteX6" fmla="*/ 1117601 w 3193143"/>
                <a:gd name="connsiteY6" fmla="*/ 315494 h 4437550"/>
                <a:gd name="connsiteX7" fmla="*/ 1494972 w 3193143"/>
                <a:gd name="connsiteY7" fmla="*/ 228408 h 4437550"/>
                <a:gd name="connsiteX8" fmla="*/ 1683658 w 3193143"/>
                <a:gd name="connsiteY8" fmla="*/ 1476638 h 4437550"/>
                <a:gd name="connsiteX9" fmla="*/ 1857829 w 3193143"/>
                <a:gd name="connsiteY9" fmla="*/ 184866 h 4437550"/>
                <a:gd name="connsiteX10" fmla="*/ 2148115 w 3193143"/>
                <a:gd name="connsiteY10" fmla="*/ 112295 h 4437550"/>
                <a:gd name="connsiteX11" fmla="*/ 2061029 w 3193143"/>
                <a:gd name="connsiteY11" fmla="*/ 1534695 h 4437550"/>
                <a:gd name="connsiteX12" fmla="*/ 2322287 w 3193143"/>
                <a:gd name="connsiteY12" fmla="*/ 417095 h 4437550"/>
                <a:gd name="connsiteX13" fmla="*/ 2656115 w 3193143"/>
                <a:gd name="connsiteY13" fmla="*/ 504181 h 4437550"/>
                <a:gd name="connsiteX14" fmla="*/ 2365829 w 3193143"/>
                <a:gd name="connsiteY14" fmla="*/ 1650809 h 4437550"/>
                <a:gd name="connsiteX15" fmla="*/ 2859315 w 3193143"/>
                <a:gd name="connsiteY15" fmla="*/ 736409 h 4437550"/>
                <a:gd name="connsiteX16" fmla="*/ 3193143 w 3193143"/>
                <a:gd name="connsiteY16" fmla="*/ 968636 h 4437550"/>
                <a:gd name="connsiteX17" fmla="*/ 3047999 w 3193143"/>
                <a:gd name="connsiteY17" fmla="*/ 4147264 h 4437550"/>
                <a:gd name="connsiteX18" fmla="*/ 914400 w 3193143"/>
                <a:gd name="connsiteY18" fmla="*/ 4437550 h 4437550"/>
                <a:gd name="connsiteX19" fmla="*/ 0 w 3193143"/>
                <a:gd name="connsiteY19" fmla="*/ 1679836 h 4437550"/>
                <a:gd name="connsiteX0" fmla="*/ 0 w 3251200"/>
                <a:gd name="connsiteY0" fmla="*/ 1679836 h 4437550"/>
                <a:gd name="connsiteX1" fmla="*/ 406401 w 3251200"/>
                <a:gd name="connsiteY1" fmla="*/ 1316979 h 4437550"/>
                <a:gd name="connsiteX2" fmla="*/ 914401 w 3251200"/>
                <a:gd name="connsiteY2" fmla="*/ 1854007 h 4437550"/>
                <a:gd name="connsiteX3" fmla="*/ 551544 w 3251200"/>
                <a:gd name="connsiteY3" fmla="*/ 852522 h 4437550"/>
                <a:gd name="connsiteX4" fmla="*/ 957944 w 3251200"/>
                <a:gd name="connsiteY4" fmla="*/ 475150 h 4437550"/>
                <a:gd name="connsiteX5" fmla="*/ 1465944 w 3251200"/>
                <a:gd name="connsiteY5" fmla="*/ 1737894 h 4437550"/>
                <a:gd name="connsiteX6" fmla="*/ 1175658 w 3251200"/>
                <a:gd name="connsiteY6" fmla="*/ 315494 h 4437550"/>
                <a:gd name="connsiteX7" fmla="*/ 1553029 w 3251200"/>
                <a:gd name="connsiteY7" fmla="*/ 228408 h 4437550"/>
                <a:gd name="connsiteX8" fmla="*/ 1741715 w 3251200"/>
                <a:gd name="connsiteY8" fmla="*/ 1476638 h 4437550"/>
                <a:gd name="connsiteX9" fmla="*/ 1915886 w 3251200"/>
                <a:gd name="connsiteY9" fmla="*/ 184866 h 4437550"/>
                <a:gd name="connsiteX10" fmla="*/ 2206172 w 3251200"/>
                <a:gd name="connsiteY10" fmla="*/ 112295 h 4437550"/>
                <a:gd name="connsiteX11" fmla="*/ 2119086 w 3251200"/>
                <a:gd name="connsiteY11" fmla="*/ 1534695 h 4437550"/>
                <a:gd name="connsiteX12" fmla="*/ 2380344 w 3251200"/>
                <a:gd name="connsiteY12" fmla="*/ 417095 h 4437550"/>
                <a:gd name="connsiteX13" fmla="*/ 2714172 w 3251200"/>
                <a:gd name="connsiteY13" fmla="*/ 504181 h 4437550"/>
                <a:gd name="connsiteX14" fmla="*/ 2423886 w 3251200"/>
                <a:gd name="connsiteY14" fmla="*/ 1650809 h 4437550"/>
                <a:gd name="connsiteX15" fmla="*/ 2917372 w 3251200"/>
                <a:gd name="connsiteY15" fmla="*/ 736409 h 4437550"/>
                <a:gd name="connsiteX16" fmla="*/ 3251200 w 3251200"/>
                <a:gd name="connsiteY16" fmla="*/ 968636 h 4437550"/>
                <a:gd name="connsiteX17" fmla="*/ 3106056 w 3251200"/>
                <a:gd name="connsiteY17" fmla="*/ 4147264 h 4437550"/>
                <a:gd name="connsiteX18" fmla="*/ 972457 w 3251200"/>
                <a:gd name="connsiteY18" fmla="*/ 4437550 h 4437550"/>
                <a:gd name="connsiteX19" fmla="*/ 0 w 3251200"/>
                <a:gd name="connsiteY19" fmla="*/ 1679836 h 4437550"/>
                <a:gd name="connsiteX0" fmla="*/ 0 w 3251200"/>
                <a:gd name="connsiteY0" fmla="*/ 1679836 h 4437550"/>
                <a:gd name="connsiteX1" fmla="*/ 406401 w 3251200"/>
                <a:gd name="connsiteY1" fmla="*/ 1316979 h 4437550"/>
                <a:gd name="connsiteX2" fmla="*/ 914401 w 3251200"/>
                <a:gd name="connsiteY2" fmla="*/ 1854007 h 4437550"/>
                <a:gd name="connsiteX3" fmla="*/ 551544 w 3251200"/>
                <a:gd name="connsiteY3" fmla="*/ 852522 h 4437550"/>
                <a:gd name="connsiteX4" fmla="*/ 957944 w 3251200"/>
                <a:gd name="connsiteY4" fmla="*/ 475150 h 4437550"/>
                <a:gd name="connsiteX5" fmla="*/ 1465944 w 3251200"/>
                <a:gd name="connsiteY5" fmla="*/ 1737894 h 4437550"/>
                <a:gd name="connsiteX6" fmla="*/ 1175658 w 3251200"/>
                <a:gd name="connsiteY6" fmla="*/ 315494 h 4437550"/>
                <a:gd name="connsiteX7" fmla="*/ 1553029 w 3251200"/>
                <a:gd name="connsiteY7" fmla="*/ 228408 h 4437550"/>
                <a:gd name="connsiteX8" fmla="*/ 1741715 w 3251200"/>
                <a:gd name="connsiteY8" fmla="*/ 1476638 h 4437550"/>
                <a:gd name="connsiteX9" fmla="*/ 1915886 w 3251200"/>
                <a:gd name="connsiteY9" fmla="*/ 184866 h 4437550"/>
                <a:gd name="connsiteX10" fmla="*/ 2206172 w 3251200"/>
                <a:gd name="connsiteY10" fmla="*/ 112295 h 4437550"/>
                <a:gd name="connsiteX11" fmla="*/ 2119086 w 3251200"/>
                <a:gd name="connsiteY11" fmla="*/ 1534695 h 4437550"/>
                <a:gd name="connsiteX12" fmla="*/ 2380344 w 3251200"/>
                <a:gd name="connsiteY12" fmla="*/ 417095 h 4437550"/>
                <a:gd name="connsiteX13" fmla="*/ 2714172 w 3251200"/>
                <a:gd name="connsiteY13" fmla="*/ 504181 h 4437550"/>
                <a:gd name="connsiteX14" fmla="*/ 2423886 w 3251200"/>
                <a:gd name="connsiteY14" fmla="*/ 1650809 h 4437550"/>
                <a:gd name="connsiteX15" fmla="*/ 2917372 w 3251200"/>
                <a:gd name="connsiteY15" fmla="*/ 736409 h 4437550"/>
                <a:gd name="connsiteX16" fmla="*/ 3251200 w 3251200"/>
                <a:gd name="connsiteY16" fmla="*/ 968636 h 4437550"/>
                <a:gd name="connsiteX17" fmla="*/ 3106056 w 3251200"/>
                <a:gd name="connsiteY17" fmla="*/ 4147264 h 4437550"/>
                <a:gd name="connsiteX18" fmla="*/ 972457 w 3251200"/>
                <a:gd name="connsiteY18" fmla="*/ 4437550 h 4437550"/>
                <a:gd name="connsiteX19" fmla="*/ 0 w 3251200"/>
                <a:gd name="connsiteY19" fmla="*/ 1679836 h 4437550"/>
                <a:gd name="connsiteX0" fmla="*/ 0 w 3338285"/>
                <a:gd name="connsiteY0" fmla="*/ 1694351 h 4437550"/>
                <a:gd name="connsiteX1" fmla="*/ 493486 w 3338285"/>
                <a:gd name="connsiteY1" fmla="*/ 1316979 h 4437550"/>
                <a:gd name="connsiteX2" fmla="*/ 1001486 w 3338285"/>
                <a:gd name="connsiteY2" fmla="*/ 1854007 h 4437550"/>
                <a:gd name="connsiteX3" fmla="*/ 638629 w 3338285"/>
                <a:gd name="connsiteY3" fmla="*/ 852522 h 4437550"/>
                <a:gd name="connsiteX4" fmla="*/ 1045029 w 3338285"/>
                <a:gd name="connsiteY4" fmla="*/ 475150 h 4437550"/>
                <a:gd name="connsiteX5" fmla="*/ 1553029 w 3338285"/>
                <a:gd name="connsiteY5" fmla="*/ 1737894 h 4437550"/>
                <a:gd name="connsiteX6" fmla="*/ 1262743 w 3338285"/>
                <a:gd name="connsiteY6" fmla="*/ 315494 h 4437550"/>
                <a:gd name="connsiteX7" fmla="*/ 1640114 w 3338285"/>
                <a:gd name="connsiteY7" fmla="*/ 228408 h 4437550"/>
                <a:gd name="connsiteX8" fmla="*/ 1828800 w 3338285"/>
                <a:gd name="connsiteY8" fmla="*/ 1476638 h 4437550"/>
                <a:gd name="connsiteX9" fmla="*/ 2002971 w 3338285"/>
                <a:gd name="connsiteY9" fmla="*/ 184866 h 4437550"/>
                <a:gd name="connsiteX10" fmla="*/ 2293257 w 3338285"/>
                <a:gd name="connsiteY10" fmla="*/ 112295 h 4437550"/>
                <a:gd name="connsiteX11" fmla="*/ 2206171 w 3338285"/>
                <a:gd name="connsiteY11" fmla="*/ 1534695 h 4437550"/>
                <a:gd name="connsiteX12" fmla="*/ 2467429 w 3338285"/>
                <a:gd name="connsiteY12" fmla="*/ 417095 h 4437550"/>
                <a:gd name="connsiteX13" fmla="*/ 2801257 w 3338285"/>
                <a:gd name="connsiteY13" fmla="*/ 504181 h 4437550"/>
                <a:gd name="connsiteX14" fmla="*/ 2510971 w 3338285"/>
                <a:gd name="connsiteY14" fmla="*/ 1650809 h 4437550"/>
                <a:gd name="connsiteX15" fmla="*/ 3004457 w 3338285"/>
                <a:gd name="connsiteY15" fmla="*/ 736409 h 4437550"/>
                <a:gd name="connsiteX16" fmla="*/ 3338285 w 3338285"/>
                <a:gd name="connsiteY16" fmla="*/ 968636 h 4437550"/>
                <a:gd name="connsiteX17" fmla="*/ 3193141 w 3338285"/>
                <a:gd name="connsiteY17" fmla="*/ 4147264 h 4437550"/>
                <a:gd name="connsiteX18" fmla="*/ 1059542 w 3338285"/>
                <a:gd name="connsiteY18" fmla="*/ 4437550 h 4437550"/>
                <a:gd name="connsiteX19" fmla="*/ 0 w 3338285"/>
                <a:gd name="connsiteY19" fmla="*/ 1694351 h 4437550"/>
                <a:gd name="connsiteX0" fmla="*/ 0 w 3338285"/>
                <a:gd name="connsiteY0" fmla="*/ 1694351 h 4437550"/>
                <a:gd name="connsiteX1" fmla="*/ 493486 w 3338285"/>
                <a:gd name="connsiteY1" fmla="*/ 1316979 h 4437550"/>
                <a:gd name="connsiteX2" fmla="*/ 1001486 w 3338285"/>
                <a:gd name="connsiteY2" fmla="*/ 1854007 h 4437550"/>
                <a:gd name="connsiteX3" fmla="*/ 638629 w 3338285"/>
                <a:gd name="connsiteY3" fmla="*/ 852522 h 4437550"/>
                <a:gd name="connsiteX4" fmla="*/ 1045029 w 3338285"/>
                <a:gd name="connsiteY4" fmla="*/ 475150 h 4437550"/>
                <a:gd name="connsiteX5" fmla="*/ 1553029 w 3338285"/>
                <a:gd name="connsiteY5" fmla="*/ 1737894 h 4437550"/>
                <a:gd name="connsiteX6" fmla="*/ 1262743 w 3338285"/>
                <a:gd name="connsiteY6" fmla="*/ 315494 h 4437550"/>
                <a:gd name="connsiteX7" fmla="*/ 1640114 w 3338285"/>
                <a:gd name="connsiteY7" fmla="*/ 228408 h 4437550"/>
                <a:gd name="connsiteX8" fmla="*/ 1828800 w 3338285"/>
                <a:gd name="connsiteY8" fmla="*/ 1476638 h 4437550"/>
                <a:gd name="connsiteX9" fmla="*/ 2002971 w 3338285"/>
                <a:gd name="connsiteY9" fmla="*/ 184866 h 4437550"/>
                <a:gd name="connsiteX10" fmla="*/ 2293257 w 3338285"/>
                <a:gd name="connsiteY10" fmla="*/ 112295 h 4437550"/>
                <a:gd name="connsiteX11" fmla="*/ 2206171 w 3338285"/>
                <a:gd name="connsiteY11" fmla="*/ 1534695 h 4437550"/>
                <a:gd name="connsiteX12" fmla="*/ 2467429 w 3338285"/>
                <a:gd name="connsiteY12" fmla="*/ 417095 h 4437550"/>
                <a:gd name="connsiteX13" fmla="*/ 2801257 w 3338285"/>
                <a:gd name="connsiteY13" fmla="*/ 504181 h 4437550"/>
                <a:gd name="connsiteX14" fmla="*/ 2510971 w 3338285"/>
                <a:gd name="connsiteY14" fmla="*/ 1650809 h 4437550"/>
                <a:gd name="connsiteX15" fmla="*/ 3004457 w 3338285"/>
                <a:gd name="connsiteY15" fmla="*/ 736409 h 4437550"/>
                <a:gd name="connsiteX16" fmla="*/ 3338285 w 3338285"/>
                <a:gd name="connsiteY16" fmla="*/ 968636 h 4437550"/>
                <a:gd name="connsiteX17" fmla="*/ 3193141 w 3338285"/>
                <a:gd name="connsiteY17" fmla="*/ 4147264 h 4437550"/>
                <a:gd name="connsiteX18" fmla="*/ 1059542 w 3338285"/>
                <a:gd name="connsiteY18" fmla="*/ 4437550 h 4437550"/>
                <a:gd name="connsiteX19" fmla="*/ 0 w 3338285"/>
                <a:gd name="connsiteY19" fmla="*/ 1694351 h 4437550"/>
                <a:gd name="connsiteX0" fmla="*/ 0 w 3338285"/>
                <a:gd name="connsiteY0" fmla="*/ 1694351 h 4603877"/>
                <a:gd name="connsiteX1" fmla="*/ 493486 w 3338285"/>
                <a:gd name="connsiteY1" fmla="*/ 1316979 h 4603877"/>
                <a:gd name="connsiteX2" fmla="*/ 1001486 w 3338285"/>
                <a:gd name="connsiteY2" fmla="*/ 1854007 h 4603877"/>
                <a:gd name="connsiteX3" fmla="*/ 638629 w 3338285"/>
                <a:gd name="connsiteY3" fmla="*/ 852522 h 4603877"/>
                <a:gd name="connsiteX4" fmla="*/ 1045029 w 3338285"/>
                <a:gd name="connsiteY4" fmla="*/ 475150 h 4603877"/>
                <a:gd name="connsiteX5" fmla="*/ 1553029 w 3338285"/>
                <a:gd name="connsiteY5" fmla="*/ 1737894 h 4603877"/>
                <a:gd name="connsiteX6" fmla="*/ 1262743 w 3338285"/>
                <a:gd name="connsiteY6" fmla="*/ 315494 h 4603877"/>
                <a:gd name="connsiteX7" fmla="*/ 1640114 w 3338285"/>
                <a:gd name="connsiteY7" fmla="*/ 228408 h 4603877"/>
                <a:gd name="connsiteX8" fmla="*/ 1828800 w 3338285"/>
                <a:gd name="connsiteY8" fmla="*/ 1476638 h 4603877"/>
                <a:gd name="connsiteX9" fmla="*/ 2002971 w 3338285"/>
                <a:gd name="connsiteY9" fmla="*/ 184866 h 4603877"/>
                <a:gd name="connsiteX10" fmla="*/ 2293257 w 3338285"/>
                <a:gd name="connsiteY10" fmla="*/ 112295 h 4603877"/>
                <a:gd name="connsiteX11" fmla="*/ 2206171 w 3338285"/>
                <a:gd name="connsiteY11" fmla="*/ 1534695 h 4603877"/>
                <a:gd name="connsiteX12" fmla="*/ 2467429 w 3338285"/>
                <a:gd name="connsiteY12" fmla="*/ 417095 h 4603877"/>
                <a:gd name="connsiteX13" fmla="*/ 2801257 w 3338285"/>
                <a:gd name="connsiteY13" fmla="*/ 504181 h 4603877"/>
                <a:gd name="connsiteX14" fmla="*/ 2510971 w 3338285"/>
                <a:gd name="connsiteY14" fmla="*/ 1650809 h 4603877"/>
                <a:gd name="connsiteX15" fmla="*/ 3004457 w 3338285"/>
                <a:gd name="connsiteY15" fmla="*/ 736409 h 4603877"/>
                <a:gd name="connsiteX16" fmla="*/ 3338285 w 3338285"/>
                <a:gd name="connsiteY16" fmla="*/ 968636 h 4603877"/>
                <a:gd name="connsiteX17" fmla="*/ 3193141 w 3338285"/>
                <a:gd name="connsiteY17" fmla="*/ 4147264 h 4603877"/>
                <a:gd name="connsiteX18" fmla="*/ 1059542 w 3338285"/>
                <a:gd name="connsiteY18" fmla="*/ 4437550 h 4603877"/>
                <a:gd name="connsiteX19" fmla="*/ 0 w 3338285"/>
                <a:gd name="connsiteY19" fmla="*/ 1694351 h 4603877"/>
                <a:gd name="connsiteX0" fmla="*/ 0 w 3338285"/>
                <a:gd name="connsiteY0" fmla="*/ 1694351 h 4656876"/>
                <a:gd name="connsiteX1" fmla="*/ 493486 w 3338285"/>
                <a:gd name="connsiteY1" fmla="*/ 1316979 h 4656876"/>
                <a:gd name="connsiteX2" fmla="*/ 1001486 w 3338285"/>
                <a:gd name="connsiteY2" fmla="*/ 1854007 h 4656876"/>
                <a:gd name="connsiteX3" fmla="*/ 638629 w 3338285"/>
                <a:gd name="connsiteY3" fmla="*/ 852522 h 4656876"/>
                <a:gd name="connsiteX4" fmla="*/ 1045029 w 3338285"/>
                <a:gd name="connsiteY4" fmla="*/ 475150 h 4656876"/>
                <a:gd name="connsiteX5" fmla="*/ 1553029 w 3338285"/>
                <a:gd name="connsiteY5" fmla="*/ 1737894 h 4656876"/>
                <a:gd name="connsiteX6" fmla="*/ 1262743 w 3338285"/>
                <a:gd name="connsiteY6" fmla="*/ 315494 h 4656876"/>
                <a:gd name="connsiteX7" fmla="*/ 1640114 w 3338285"/>
                <a:gd name="connsiteY7" fmla="*/ 228408 h 4656876"/>
                <a:gd name="connsiteX8" fmla="*/ 1828800 w 3338285"/>
                <a:gd name="connsiteY8" fmla="*/ 1476638 h 4656876"/>
                <a:gd name="connsiteX9" fmla="*/ 2002971 w 3338285"/>
                <a:gd name="connsiteY9" fmla="*/ 184866 h 4656876"/>
                <a:gd name="connsiteX10" fmla="*/ 2293257 w 3338285"/>
                <a:gd name="connsiteY10" fmla="*/ 112295 h 4656876"/>
                <a:gd name="connsiteX11" fmla="*/ 2206171 w 3338285"/>
                <a:gd name="connsiteY11" fmla="*/ 1534695 h 4656876"/>
                <a:gd name="connsiteX12" fmla="*/ 2467429 w 3338285"/>
                <a:gd name="connsiteY12" fmla="*/ 417095 h 4656876"/>
                <a:gd name="connsiteX13" fmla="*/ 2801257 w 3338285"/>
                <a:gd name="connsiteY13" fmla="*/ 504181 h 4656876"/>
                <a:gd name="connsiteX14" fmla="*/ 2510971 w 3338285"/>
                <a:gd name="connsiteY14" fmla="*/ 1650809 h 4656876"/>
                <a:gd name="connsiteX15" fmla="*/ 3004457 w 3338285"/>
                <a:gd name="connsiteY15" fmla="*/ 736409 h 4656876"/>
                <a:gd name="connsiteX16" fmla="*/ 3338285 w 3338285"/>
                <a:gd name="connsiteY16" fmla="*/ 968636 h 4656876"/>
                <a:gd name="connsiteX17" fmla="*/ 3193141 w 3338285"/>
                <a:gd name="connsiteY17" fmla="*/ 4147264 h 4656876"/>
                <a:gd name="connsiteX18" fmla="*/ 1059542 w 3338285"/>
                <a:gd name="connsiteY18" fmla="*/ 4437550 h 4656876"/>
                <a:gd name="connsiteX19" fmla="*/ 0 w 3338285"/>
                <a:gd name="connsiteY19" fmla="*/ 1694351 h 46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38285" h="4656876">
                  <a:moveTo>
                    <a:pt x="0" y="1694351"/>
                  </a:moveTo>
                  <a:cubicBezTo>
                    <a:pt x="266096" y="1679837"/>
                    <a:pt x="227390" y="1331493"/>
                    <a:pt x="493486" y="1316979"/>
                  </a:cubicBezTo>
                  <a:cubicBezTo>
                    <a:pt x="609600" y="1336331"/>
                    <a:pt x="885372" y="1834655"/>
                    <a:pt x="1001486" y="1854007"/>
                  </a:cubicBezTo>
                  <a:cubicBezTo>
                    <a:pt x="1069219" y="1829817"/>
                    <a:pt x="570896" y="876712"/>
                    <a:pt x="638629" y="852522"/>
                  </a:cubicBezTo>
                  <a:cubicBezTo>
                    <a:pt x="870857" y="968636"/>
                    <a:pt x="812801" y="359036"/>
                    <a:pt x="1045029" y="475150"/>
                  </a:cubicBezTo>
                  <a:cubicBezTo>
                    <a:pt x="1204686" y="668674"/>
                    <a:pt x="1393372" y="1544370"/>
                    <a:pt x="1553029" y="1737894"/>
                  </a:cubicBezTo>
                  <a:cubicBezTo>
                    <a:pt x="1538515" y="1602428"/>
                    <a:pt x="1161143" y="334846"/>
                    <a:pt x="1262743" y="315494"/>
                  </a:cubicBezTo>
                  <a:cubicBezTo>
                    <a:pt x="1412724" y="562237"/>
                    <a:pt x="1490133" y="-18335"/>
                    <a:pt x="1640114" y="228408"/>
                  </a:cubicBezTo>
                  <a:cubicBezTo>
                    <a:pt x="1727200" y="489666"/>
                    <a:pt x="1741714" y="1215380"/>
                    <a:pt x="1828800" y="1476638"/>
                  </a:cubicBezTo>
                  <a:cubicBezTo>
                    <a:pt x="1908629" y="1529857"/>
                    <a:pt x="1925562" y="412257"/>
                    <a:pt x="2002971" y="184866"/>
                  </a:cubicBezTo>
                  <a:cubicBezTo>
                    <a:pt x="2080381" y="-42524"/>
                    <a:pt x="2278743" y="-52200"/>
                    <a:pt x="2293257" y="112295"/>
                  </a:cubicBezTo>
                  <a:cubicBezTo>
                    <a:pt x="2307771" y="276790"/>
                    <a:pt x="2128761" y="1730638"/>
                    <a:pt x="2206171" y="1534695"/>
                  </a:cubicBezTo>
                  <a:cubicBezTo>
                    <a:pt x="2283581" y="1338752"/>
                    <a:pt x="2373086" y="465476"/>
                    <a:pt x="2467429" y="417095"/>
                  </a:cubicBezTo>
                  <a:cubicBezTo>
                    <a:pt x="2561772" y="368714"/>
                    <a:pt x="2818190" y="339686"/>
                    <a:pt x="2801257" y="504181"/>
                  </a:cubicBezTo>
                  <a:cubicBezTo>
                    <a:pt x="2784324" y="668676"/>
                    <a:pt x="2387600" y="1793533"/>
                    <a:pt x="2510971" y="1650809"/>
                  </a:cubicBezTo>
                  <a:cubicBezTo>
                    <a:pt x="2685143" y="1505666"/>
                    <a:pt x="2830285" y="881552"/>
                    <a:pt x="3004457" y="736409"/>
                  </a:cubicBezTo>
                  <a:lnTo>
                    <a:pt x="3338285" y="968636"/>
                  </a:lnTo>
                  <a:cubicBezTo>
                    <a:pt x="2346476" y="3131264"/>
                    <a:pt x="3154436" y="3697321"/>
                    <a:pt x="3193141" y="4147264"/>
                  </a:cubicBezTo>
                  <a:cubicBezTo>
                    <a:pt x="2844798" y="4534311"/>
                    <a:pt x="2191656" y="4906845"/>
                    <a:pt x="1059542" y="4437550"/>
                  </a:cubicBezTo>
                  <a:cubicBezTo>
                    <a:pt x="967619" y="3750541"/>
                    <a:pt x="1165980" y="2744218"/>
                    <a:pt x="0" y="1694351"/>
                  </a:cubicBezTo>
                  <a:close/>
                </a:path>
              </a:pathLst>
            </a:custGeom>
            <a:solidFill>
              <a:srgbClr val="FFFCE9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3">
              <a:extLst>
                <a:ext uri="{FF2B5EF4-FFF2-40B4-BE49-F238E27FC236}">
                  <a16:creationId xmlns:a16="http://schemas.microsoft.com/office/drawing/2014/main" id="{E3BFB54A-7A36-A691-57C3-1E31D91A0894}"/>
                </a:ext>
              </a:extLst>
            </p:cNvPr>
            <p:cNvSpPr/>
            <p:nvPr/>
          </p:nvSpPr>
          <p:spPr>
            <a:xfrm>
              <a:off x="2700902" y="1870836"/>
              <a:ext cx="5251678" cy="3251738"/>
            </a:xfrm>
            <a:custGeom>
              <a:avLst/>
              <a:gdLst>
                <a:gd name="connsiteX0" fmla="*/ 0 w 1079500"/>
                <a:gd name="connsiteY0" fmla="*/ 0 h 288378"/>
                <a:gd name="connsiteX1" fmla="*/ 1079500 w 1079500"/>
                <a:gd name="connsiteY1" fmla="*/ 0 h 288378"/>
                <a:gd name="connsiteX2" fmla="*/ 1079500 w 1079500"/>
                <a:gd name="connsiteY2" fmla="*/ 288378 h 288378"/>
                <a:gd name="connsiteX3" fmla="*/ 0 w 1079500"/>
                <a:gd name="connsiteY3" fmla="*/ 288378 h 288378"/>
                <a:gd name="connsiteX4" fmla="*/ 0 w 1079500"/>
                <a:gd name="connsiteY4" fmla="*/ 0 h 288378"/>
                <a:gd name="connsiteX0" fmla="*/ 38100 w 1117600"/>
                <a:gd name="connsiteY0" fmla="*/ 0 h 351878"/>
                <a:gd name="connsiteX1" fmla="*/ 1117600 w 1117600"/>
                <a:gd name="connsiteY1" fmla="*/ 0 h 351878"/>
                <a:gd name="connsiteX2" fmla="*/ 1117600 w 1117600"/>
                <a:gd name="connsiteY2" fmla="*/ 288378 h 351878"/>
                <a:gd name="connsiteX3" fmla="*/ 0 w 1117600"/>
                <a:gd name="connsiteY3" fmla="*/ 351878 h 351878"/>
                <a:gd name="connsiteX4" fmla="*/ 38100 w 1117600"/>
                <a:gd name="connsiteY4" fmla="*/ 0 h 351878"/>
                <a:gd name="connsiteX0" fmla="*/ 647700 w 1117600"/>
                <a:gd name="connsiteY0" fmla="*/ 0 h 910678"/>
                <a:gd name="connsiteX1" fmla="*/ 1117600 w 1117600"/>
                <a:gd name="connsiteY1" fmla="*/ 558800 h 910678"/>
                <a:gd name="connsiteX2" fmla="*/ 1117600 w 1117600"/>
                <a:gd name="connsiteY2" fmla="*/ 847178 h 910678"/>
                <a:gd name="connsiteX3" fmla="*/ 0 w 1117600"/>
                <a:gd name="connsiteY3" fmla="*/ 910678 h 910678"/>
                <a:gd name="connsiteX4" fmla="*/ 647700 w 1117600"/>
                <a:gd name="connsiteY4" fmla="*/ 0 h 910678"/>
                <a:gd name="connsiteX0" fmla="*/ 647700 w 1117600"/>
                <a:gd name="connsiteY0" fmla="*/ 201153 h 1111831"/>
                <a:gd name="connsiteX1" fmla="*/ 850900 w 1117600"/>
                <a:gd name="connsiteY1" fmla="*/ 13281 h 1111831"/>
                <a:gd name="connsiteX2" fmla="*/ 1117600 w 1117600"/>
                <a:gd name="connsiteY2" fmla="*/ 759953 h 1111831"/>
                <a:gd name="connsiteX3" fmla="*/ 1117600 w 1117600"/>
                <a:gd name="connsiteY3" fmla="*/ 1048331 h 1111831"/>
                <a:gd name="connsiteX4" fmla="*/ 0 w 1117600"/>
                <a:gd name="connsiteY4" fmla="*/ 1111831 h 1111831"/>
                <a:gd name="connsiteX5" fmla="*/ 647700 w 1117600"/>
                <a:gd name="connsiteY5" fmla="*/ 201153 h 1111831"/>
                <a:gd name="connsiteX0" fmla="*/ 647700 w 1663700"/>
                <a:gd name="connsiteY0" fmla="*/ 400398 h 1311076"/>
                <a:gd name="connsiteX1" fmla="*/ 850900 w 1663700"/>
                <a:gd name="connsiteY1" fmla="*/ 212526 h 1311076"/>
                <a:gd name="connsiteX2" fmla="*/ 1663700 w 1663700"/>
                <a:gd name="connsiteY2" fmla="*/ 22027 h 1311076"/>
                <a:gd name="connsiteX3" fmla="*/ 1117600 w 1663700"/>
                <a:gd name="connsiteY3" fmla="*/ 959198 h 1311076"/>
                <a:gd name="connsiteX4" fmla="*/ 1117600 w 1663700"/>
                <a:gd name="connsiteY4" fmla="*/ 1247576 h 1311076"/>
                <a:gd name="connsiteX5" fmla="*/ 0 w 1663700"/>
                <a:gd name="connsiteY5" fmla="*/ 1311076 h 1311076"/>
                <a:gd name="connsiteX6" fmla="*/ 647700 w 1663700"/>
                <a:gd name="connsiteY6" fmla="*/ 400398 h 1311076"/>
                <a:gd name="connsiteX0" fmla="*/ 647700 w 1663700"/>
                <a:gd name="connsiteY0" fmla="*/ 400398 h 1311076"/>
                <a:gd name="connsiteX1" fmla="*/ 850900 w 1663700"/>
                <a:gd name="connsiteY1" fmla="*/ 212526 h 1311076"/>
                <a:gd name="connsiteX2" fmla="*/ 1663700 w 1663700"/>
                <a:gd name="connsiteY2" fmla="*/ 22027 h 1311076"/>
                <a:gd name="connsiteX3" fmla="*/ 1117600 w 1663700"/>
                <a:gd name="connsiteY3" fmla="*/ 959198 h 1311076"/>
                <a:gd name="connsiteX4" fmla="*/ 1117600 w 1663700"/>
                <a:gd name="connsiteY4" fmla="*/ 1247576 h 1311076"/>
                <a:gd name="connsiteX5" fmla="*/ 0 w 1663700"/>
                <a:gd name="connsiteY5" fmla="*/ 1311076 h 1311076"/>
                <a:gd name="connsiteX6" fmla="*/ 647700 w 1663700"/>
                <a:gd name="connsiteY6" fmla="*/ 400398 h 1311076"/>
                <a:gd name="connsiteX0" fmla="*/ 647700 w 1663700"/>
                <a:gd name="connsiteY0" fmla="*/ 400398 h 1311076"/>
                <a:gd name="connsiteX1" fmla="*/ 850900 w 1663700"/>
                <a:gd name="connsiteY1" fmla="*/ 212526 h 1311076"/>
                <a:gd name="connsiteX2" fmla="*/ 1663700 w 1663700"/>
                <a:gd name="connsiteY2" fmla="*/ 22027 h 1311076"/>
                <a:gd name="connsiteX3" fmla="*/ 1117600 w 1663700"/>
                <a:gd name="connsiteY3" fmla="*/ 959198 h 1311076"/>
                <a:gd name="connsiteX4" fmla="*/ 1117600 w 1663700"/>
                <a:gd name="connsiteY4" fmla="*/ 1247576 h 1311076"/>
                <a:gd name="connsiteX5" fmla="*/ 0 w 1663700"/>
                <a:gd name="connsiteY5" fmla="*/ 1311076 h 1311076"/>
                <a:gd name="connsiteX6" fmla="*/ 647700 w 1663700"/>
                <a:gd name="connsiteY6" fmla="*/ 400398 h 1311076"/>
                <a:gd name="connsiteX0" fmla="*/ 647700 w 1663700"/>
                <a:gd name="connsiteY0" fmla="*/ 400398 h 1311076"/>
                <a:gd name="connsiteX1" fmla="*/ 850900 w 1663700"/>
                <a:gd name="connsiteY1" fmla="*/ 212526 h 1311076"/>
                <a:gd name="connsiteX2" fmla="*/ 1663700 w 1663700"/>
                <a:gd name="connsiteY2" fmla="*/ 22027 h 1311076"/>
                <a:gd name="connsiteX3" fmla="*/ 1117600 w 1663700"/>
                <a:gd name="connsiteY3" fmla="*/ 959198 h 1311076"/>
                <a:gd name="connsiteX4" fmla="*/ 1117600 w 1663700"/>
                <a:gd name="connsiteY4" fmla="*/ 1247576 h 1311076"/>
                <a:gd name="connsiteX5" fmla="*/ 0 w 1663700"/>
                <a:gd name="connsiteY5" fmla="*/ 1311076 h 1311076"/>
                <a:gd name="connsiteX6" fmla="*/ 647700 w 1663700"/>
                <a:gd name="connsiteY6" fmla="*/ 400398 h 1311076"/>
                <a:gd name="connsiteX0" fmla="*/ 741711 w 1757711"/>
                <a:gd name="connsiteY0" fmla="*/ 400398 h 1311076"/>
                <a:gd name="connsiteX1" fmla="*/ 944911 w 1757711"/>
                <a:gd name="connsiteY1" fmla="*/ 212526 h 1311076"/>
                <a:gd name="connsiteX2" fmla="*/ 1757711 w 1757711"/>
                <a:gd name="connsiteY2" fmla="*/ 22027 h 1311076"/>
                <a:gd name="connsiteX3" fmla="*/ 1211611 w 1757711"/>
                <a:gd name="connsiteY3" fmla="*/ 959198 h 1311076"/>
                <a:gd name="connsiteX4" fmla="*/ 1211611 w 1757711"/>
                <a:gd name="connsiteY4" fmla="*/ 1247576 h 1311076"/>
                <a:gd name="connsiteX5" fmla="*/ 94011 w 1757711"/>
                <a:gd name="connsiteY5" fmla="*/ 1311076 h 1311076"/>
                <a:gd name="connsiteX6" fmla="*/ 741711 w 1757711"/>
                <a:gd name="connsiteY6" fmla="*/ 400398 h 1311076"/>
                <a:gd name="connsiteX0" fmla="*/ 933449 w 1949449"/>
                <a:gd name="connsiteY0" fmla="*/ 400398 h 1412677"/>
                <a:gd name="connsiteX1" fmla="*/ 1136649 w 1949449"/>
                <a:gd name="connsiteY1" fmla="*/ 212526 h 1412677"/>
                <a:gd name="connsiteX2" fmla="*/ 1949449 w 1949449"/>
                <a:gd name="connsiteY2" fmla="*/ 22027 h 1412677"/>
                <a:gd name="connsiteX3" fmla="*/ 1403349 w 1949449"/>
                <a:gd name="connsiteY3" fmla="*/ 959198 h 1412677"/>
                <a:gd name="connsiteX4" fmla="*/ 1403349 w 1949449"/>
                <a:gd name="connsiteY4" fmla="*/ 1247576 h 1412677"/>
                <a:gd name="connsiteX5" fmla="*/ 0 w 1949449"/>
                <a:gd name="connsiteY5" fmla="*/ 1412677 h 1412677"/>
                <a:gd name="connsiteX6" fmla="*/ 285749 w 1949449"/>
                <a:gd name="connsiteY6" fmla="*/ 1311076 h 1412677"/>
                <a:gd name="connsiteX7" fmla="*/ 933449 w 1949449"/>
                <a:gd name="connsiteY7" fmla="*/ 400398 h 1412677"/>
                <a:gd name="connsiteX0" fmla="*/ 1729841 w 2745841"/>
                <a:gd name="connsiteY0" fmla="*/ 400398 h 2219796"/>
                <a:gd name="connsiteX1" fmla="*/ 1933041 w 2745841"/>
                <a:gd name="connsiteY1" fmla="*/ 212526 h 2219796"/>
                <a:gd name="connsiteX2" fmla="*/ 2745841 w 2745841"/>
                <a:gd name="connsiteY2" fmla="*/ 22027 h 2219796"/>
                <a:gd name="connsiteX3" fmla="*/ 2199741 w 2745841"/>
                <a:gd name="connsiteY3" fmla="*/ 959198 h 2219796"/>
                <a:gd name="connsiteX4" fmla="*/ 2199741 w 2745841"/>
                <a:gd name="connsiteY4" fmla="*/ 1247576 h 2219796"/>
                <a:gd name="connsiteX5" fmla="*/ 34392 w 2745841"/>
                <a:gd name="connsiteY5" fmla="*/ 2219127 h 2219796"/>
                <a:gd name="connsiteX6" fmla="*/ 796392 w 2745841"/>
                <a:gd name="connsiteY6" fmla="*/ 1412677 h 2219796"/>
                <a:gd name="connsiteX7" fmla="*/ 1082141 w 2745841"/>
                <a:gd name="connsiteY7" fmla="*/ 1311076 h 2219796"/>
                <a:gd name="connsiteX8" fmla="*/ 1729841 w 2745841"/>
                <a:gd name="connsiteY8" fmla="*/ 400398 h 2219796"/>
                <a:gd name="connsiteX0" fmla="*/ 1823705 w 2839705"/>
                <a:gd name="connsiteY0" fmla="*/ 400398 h 2577062"/>
                <a:gd name="connsiteX1" fmla="*/ 2026905 w 2839705"/>
                <a:gd name="connsiteY1" fmla="*/ 212526 h 2577062"/>
                <a:gd name="connsiteX2" fmla="*/ 2839705 w 2839705"/>
                <a:gd name="connsiteY2" fmla="*/ 22027 h 2577062"/>
                <a:gd name="connsiteX3" fmla="*/ 2293605 w 2839705"/>
                <a:gd name="connsiteY3" fmla="*/ 959198 h 2577062"/>
                <a:gd name="connsiteX4" fmla="*/ 2293605 w 2839705"/>
                <a:gd name="connsiteY4" fmla="*/ 1247576 h 2577062"/>
                <a:gd name="connsiteX5" fmla="*/ 198106 w 2839705"/>
                <a:gd name="connsiteY5" fmla="*/ 2536626 h 2577062"/>
                <a:gd name="connsiteX6" fmla="*/ 128256 w 2839705"/>
                <a:gd name="connsiteY6" fmla="*/ 2219127 h 2577062"/>
                <a:gd name="connsiteX7" fmla="*/ 890256 w 2839705"/>
                <a:gd name="connsiteY7" fmla="*/ 1412677 h 2577062"/>
                <a:gd name="connsiteX8" fmla="*/ 1176005 w 2839705"/>
                <a:gd name="connsiteY8" fmla="*/ 1311076 h 2577062"/>
                <a:gd name="connsiteX9" fmla="*/ 1823705 w 2839705"/>
                <a:gd name="connsiteY9" fmla="*/ 400398 h 2577062"/>
                <a:gd name="connsiteX0" fmla="*/ 1717448 w 2733448"/>
                <a:gd name="connsiteY0" fmla="*/ 400398 h 3043868"/>
                <a:gd name="connsiteX1" fmla="*/ 1920648 w 2733448"/>
                <a:gd name="connsiteY1" fmla="*/ 212526 h 3043868"/>
                <a:gd name="connsiteX2" fmla="*/ 2733448 w 2733448"/>
                <a:gd name="connsiteY2" fmla="*/ 22027 h 3043868"/>
                <a:gd name="connsiteX3" fmla="*/ 2187348 w 2733448"/>
                <a:gd name="connsiteY3" fmla="*/ 959198 h 3043868"/>
                <a:gd name="connsiteX4" fmla="*/ 2187348 w 2733448"/>
                <a:gd name="connsiteY4" fmla="*/ 1247576 h 3043868"/>
                <a:gd name="connsiteX5" fmla="*/ 555399 w 2733448"/>
                <a:gd name="connsiteY5" fmla="*/ 3000176 h 3043868"/>
                <a:gd name="connsiteX6" fmla="*/ 91849 w 2733448"/>
                <a:gd name="connsiteY6" fmla="*/ 2536626 h 3043868"/>
                <a:gd name="connsiteX7" fmla="*/ 21999 w 2733448"/>
                <a:gd name="connsiteY7" fmla="*/ 2219127 h 3043868"/>
                <a:gd name="connsiteX8" fmla="*/ 783999 w 2733448"/>
                <a:gd name="connsiteY8" fmla="*/ 1412677 h 3043868"/>
                <a:gd name="connsiteX9" fmla="*/ 1069748 w 2733448"/>
                <a:gd name="connsiteY9" fmla="*/ 1311076 h 3043868"/>
                <a:gd name="connsiteX10" fmla="*/ 1717448 w 2733448"/>
                <a:gd name="connsiteY10" fmla="*/ 400398 h 3043868"/>
                <a:gd name="connsiteX0" fmla="*/ 1717448 w 2733448"/>
                <a:gd name="connsiteY0" fmla="*/ 400398 h 3175625"/>
                <a:gd name="connsiteX1" fmla="*/ 1920648 w 2733448"/>
                <a:gd name="connsiteY1" fmla="*/ 212526 h 3175625"/>
                <a:gd name="connsiteX2" fmla="*/ 2733448 w 2733448"/>
                <a:gd name="connsiteY2" fmla="*/ 22027 h 3175625"/>
                <a:gd name="connsiteX3" fmla="*/ 2187348 w 2733448"/>
                <a:gd name="connsiteY3" fmla="*/ 959198 h 3175625"/>
                <a:gd name="connsiteX4" fmla="*/ 2187348 w 2733448"/>
                <a:gd name="connsiteY4" fmla="*/ 1247576 h 3175625"/>
                <a:gd name="connsiteX5" fmla="*/ 669698 w 2733448"/>
                <a:gd name="connsiteY5" fmla="*/ 3044626 h 3175625"/>
                <a:gd name="connsiteX6" fmla="*/ 555399 w 2733448"/>
                <a:gd name="connsiteY6" fmla="*/ 3000176 h 3175625"/>
                <a:gd name="connsiteX7" fmla="*/ 91849 w 2733448"/>
                <a:gd name="connsiteY7" fmla="*/ 2536626 h 3175625"/>
                <a:gd name="connsiteX8" fmla="*/ 21999 w 2733448"/>
                <a:gd name="connsiteY8" fmla="*/ 2219127 h 3175625"/>
                <a:gd name="connsiteX9" fmla="*/ 783999 w 2733448"/>
                <a:gd name="connsiteY9" fmla="*/ 1412677 h 3175625"/>
                <a:gd name="connsiteX10" fmla="*/ 1069748 w 2733448"/>
                <a:gd name="connsiteY10" fmla="*/ 1311076 h 3175625"/>
                <a:gd name="connsiteX11" fmla="*/ 1717448 w 2733448"/>
                <a:gd name="connsiteY11" fmla="*/ 400398 h 3175625"/>
                <a:gd name="connsiteX0" fmla="*/ 1717448 w 2733448"/>
                <a:gd name="connsiteY0" fmla="*/ 400398 h 3130286"/>
                <a:gd name="connsiteX1" fmla="*/ 1920648 w 2733448"/>
                <a:gd name="connsiteY1" fmla="*/ 212526 h 3130286"/>
                <a:gd name="connsiteX2" fmla="*/ 2733448 w 2733448"/>
                <a:gd name="connsiteY2" fmla="*/ 22027 h 3130286"/>
                <a:gd name="connsiteX3" fmla="*/ 2187348 w 2733448"/>
                <a:gd name="connsiteY3" fmla="*/ 959198 h 3130286"/>
                <a:gd name="connsiteX4" fmla="*/ 2187348 w 2733448"/>
                <a:gd name="connsiteY4" fmla="*/ 1247576 h 3130286"/>
                <a:gd name="connsiteX5" fmla="*/ 1241198 w 2733448"/>
                <a:gd name="connsiteY5" fmla="*/ 2987476 h 3130286"/>
                <a:gd name="connsiteX6" fmla="*/ 669698 w 2733448"/>
                <a:gd name="connsiteY6" fmla="*/ 3044626 h 3130286"/>
                <a:gd name="connsiteX7" fmla="*/ 555399 w 2733448"/>
                <a:gd name="connsiteY7" fmla="*/ 3000176 h 3130286"/>
                <a:gd name="connsiteX8" fmla="*/ 91849 w 2733448"/>
                <a:gd name="connsiteY8" fmla="*/ 2536626 h 3130286"/>
                <a:gd name="connsiteX9" fmla="*/ 21999 w 2733448"/>
                <a:gd name="connsiteY9" fmla="*/ 2219127 h 3130286"/>
                <a:gd name="connsiteX10" fmla="*/ 783999 w 2733448"/>
                <a:gd name="connsiteY10" fmla="*/ 1412677 h 3130286"/>
                <a:gd name="connsiteX11" fmla="*/ 1069748 w 2733448"/>
                <a:gd name="connsiteY11" fmla="*/ 1311076 h 3130286"/>
                <a:gd name="connsiteX12" fmla="*/ 1717448 w 2733448"/>
                <a:gd name="connsiteY12" fmla="*/ 400398 h 3130286"/>
                <a:gd name="connsiteX0" fmla="*/ 1717448 w 2733448"/>
                <a:gd name="connsiteY0" fmla="*/ 400398 h 3057570"/>
                <a:gd name="connsiteX1" fmla="*/ 1920648 w 2733448"/>
                <a:gd name="connsiteY1" fmla="*/ 212526 h 3057570"/>
                <a:gd name="connsiteX2" fmla="*/ 2733448 w 2733448"/>
                <a:gd name="connsiteY2" fmla="*/ 22027 h 3057570"/>
                <a:gd name="connsiteX3" fmla="*/ 2187348 w 2733448"/>
                <a:gd name="connsiteY3" fmla="*/ 959198 h 3057570"/>
                <a:gd name="connsiteX4" fmla="*/ 2187348 w 2733448"/>
                <a:gd name="connsiteY4" fmla="*/ 1247576 h 3057570"/>
                <a:gd name="connsiteX5" fmla="*/ 1590448 w 2733448"/>
                <a:gd name="connsiteY5" fmla="*/ 2689026 h 3057570"/>
                <a:gd name="connsiteX6" fmla="*/ 1241198 w 2733448"/>
                <a:gd name="connsiteY6" fmla="*/ 2987476 h 3057570"/>
                <a:gd name="connsiteX7" fmla="*/ 669698 w 2733448"/>
                <a:gd name="connsiteY7" fmla="*/ 3044626 h 3057570"/>
                <a:gd name="connsiteX8" fmla="*/ 555399 w 2733448"/>
                <a:gd name="connsiteY8" fmla="*/ 3000176 h 3057570"/>
                <a:gd name="connsiteX9" fmla="*/ 91849 w 2733448"/>
                <a:gd name="connsiteY9" fmla="*/ 2536626 h 3057570"/>
                <a:gd name="connsiteX10" fmla="*/ 21999 w 2733448"/>
                <a:gd name="connsiteY10" fmla="*/ 2219127 h 3057570"/>
                <a:gd name="connsiteX11" fmla="*/ 783999 w 2733448"/>
                <a:gd name="connsiteY11" fmla="*/ 1412677 h 3057570"/>
                <a:gd name="connsiteX12" fmla="*/ 1069748 w 2733448"/>
                <a:gd name="connsiteY12" fmla="*/ 1311076 h 3057570"/>
                <a:gd name="connsiteX13" fmla="*/ 1717448 w 2733448"/>
                <a:gd name="connsiteY13" fmla="*/ 400398 h 3057570"/>
                <a:gd name="connsiteX0" fmla="*/ 1717448 w 2733448"/>
                <a:gd name="connsiteY0" fmla="*/ 400398 h 3057570"/>
                <a:gd name="connsiteX1" fmla="*/ 1920648 w 2733448"/>
                <a:gd name="connsiteY1" fmla="*/ 212526 h 3057570"/>
                <a:gd name="connsiteX2" fmla="*/ 2733448 w 2733448"/>
                <a:gd name="connsiteY2" fmla="*/ 22027 h 3057570"/>
                <a:gd name="connsiteX3" fmla="*/ 2187348 w 2733448"/>
                <a:gd name="connsiteY3" fmla="*/ 959198 h 3057570"/>
                <a:gd name="connsiteX4" fmla="*/ 2187348 w 2733448"/>
                <a:gd name="connsiteY4" fmla="*/ 1247576 h 3057570"/>
                <a:gd name="connsiteX5" fmla="*/ 1850798 w 2733448"/>
                <a:gd name="connsiteY5" fmla="*/ 2219126 h 3057570"/>
                <a:gd name="connsiteX6" fmla="*/ 1590448 w 2733448"/>
                <a:gd name="connsiteY6" fmla="*/ 2689026 h 3057570"/>
                <a:gd name="connsiteX7" fmla="*/ 1241198 w 2733448"/>
                <a:gd name="connsiteY7" fmla="*/ 2987476 h 3057570"/>
                <a:gd name="connsiteX8" fmla="*/ 669698 w 2733448"/>
                <a:gd name="connsiteY8" fmla="*/ 3044626 h 3057570"/>
                <a:gd name="connsiteX9" fmla="*/ 555399 w 2733448"/>
                <a:gd name="connsiteY9" fmla="*/ 3000176 h 3057570"/>
                <a:gd name="connsiteX10" fmla="*/ 91849 w 2733448"/>
                <a:gd name="connsiteY10" fmla="*/ 2536626 h 3057570"/>
                <a:gd name="connsiteX11" fmla="*/ 21999 w 2733448"/>
                <a:gd name="connsiteY11" fmla="*/ 2219127 h 3057570"/>
                <a:gd name="connsiteX12" fmla="*/ 783999 w 2733448"/>
                <a:gd name="connsiteY12" fmla="*/ 1412677 h 3057570"/>
                <a:gd name="connsiteX13" fmla="*/ 1069748 w 2733448"/>
                <a:gd name="connsiteY13" fmla="*/ 1311076 h 3057570"/>
                <a:gd name="connsiteX14" fmla="*/ 1717448 w 2733448"/>
                <a:gd name="connsiteY14" fmla="*/ 400398 h 3057570"/>
                <a:gd name="connsiteX0" fmla="*/ 1717448 w 2733448"/>
                <a:gd name="connsiteY0" fmla="*/ 400398 h 3057570"/>
                <a:gd name="connsiteX1" fmla="*/ 1920648 w 2733448"/>
                <a:gd name="connsiteY1" fmla="*/ 212526 h 3057570"/>
                <a:gd name="connsiteX2" fmla="*/ 2733448 w 2733448"/>
                <a:gd name="connsiteY2" fmla="*/ 22027 h 3057570"/>
                <a:gd name="connsiteX3" fmla="*/ 2187348 w 2733448"/>
                <a:gd name="connsiteY3" fmla="*/ 959198 h 3057570"/>
                <a:gd name="connsiteX4" fmla="*/ 2479448 w 2733448"/>
                <a:gd name="connsiteY4" fmla="*/ 2009576 h 3057570"/>
                <a:gd name="connsiteX5" fmla="*/ 1850798 w 2733448"/>
                <a:gd name="connsiteY5" fmla="*/ 2219126 h 3057570"/>
                <a:gd name="connsiteX6" fmla="*/ 1590448 w 2733448"/>
                <a:gd name="connsiteY6" fmla="*/ 2689026 h 3057570"/>
                <a:gd name="connsiteX7" fmla="*/ 1241198 w 2733448"/>
                <a:gd name="connsiteY7" fmla="*/ 2987476 h 3057570"/>
                <a:gd name="connsiteX8" fmla="*/ 669698 w 2733448"/>
                <a:gd name="connsiteY8" fmla="*/ 3044626 h 3057570"/>
                <a:gd name="connsiteX9" fmla="*/ 555399 w 2733448"/>
                <a:gd name="connsiteY9" fmla="*/ 3000176 h 3057570"/>
                <a:gd name="connsiteX10" fmla="*/ 91849 w 2733448"/>
                <a:gd name="connsiteY10" fmla="*/ 2536626 h 3057570"/>
                <a:gd name="connsiteX11" fmla="*/ 21999 w 2733448"/>
                <a:gd name="connsiteY11" fmla="*/ 2219127 h 3057570"/>
                <a:gd name="connsiteX12" fmla="*/ 783999 w 2733448"/>
                <a:gd name="connsiteY12" fmla="*/ 1412677 h 3057570"/>
                <a:gd name="connsiteX13" fmla="*/ 1069748 w 2733448"/>
                <a:gd name="connsiteY13" fmla="*/ 1311076 h 3057570"/>
                <a:gd name="connsiteX14" fmla="*/ 1717448 w 2733448"/>
                <a:gd name="connsiteY14" fmla="*/ 400398 h 3057570"/>
                <a:gd name="connsiteX0" fmla="*/ 1717448 w 2898548"/>
                <a:gd name="connsiteY0" fmla="*/ 400398 h 3057570"/>
                <a:gd name="connsiteX1" fmla="*/ 1920648 w 2898548"/>
                <a:gd name="connsiteY1" fmla="*/ 212526 h 3057570"/>
                <a:gd name="connsiteX2" fmla="*/ 2733448 w 2898548"/>
                <a:gd name="connsiteY2" fmla="*/ 22027 h 3057570"/>
                <a:gd name="connsiteX3" fmla="*/ 2187348 w 2898548"/>
                <a:gd name="connsiteY3" fmla="*/ 959198 h 3057570"/>
                <a:gd name="connsiteX4" fmla="*/ 2898548 w 2898548"/>
                <a:gd name="connsiteY4" fmla="*/ 1920676 h 3057570"/>
                <a:gd name="connsiteX5" fmla="*/ 2479448 w 2898548"/>
                <a:gd name="connsiteY5" fmla="*/ 2009576 h 3057570"/>
                <a:gd name="connsiteX6" fmla="*/ 1850798 w 2898548"/>
                <a:gd name="connsiteY6" fmla="*/ 2219126 h 3057570"/>
                <a:gd name="connsiteX7" fmla="*/ 1590448 w 2898548"/>
                <a:gd name="connsiteY7" fmla="*/ 2689026 h 3057570"/>
                <a:gd name="connsiteX8" fmla="*/ 1241198 w 2898548"/>
                <a:gd name="connsiteY8" fmla="*/ 2987476 h 3057570"/>
                <a:gd name="connsiteX9" fmla="*/ 669698 w 2898548"/>
                <a:gd name="connsiteY9" fmla="*/ 3044626 h 3057570"/>
                <a:gd name="connsiteX10" fmla="*/ 555399 w 2898548"/>
                <a:gd name="connsiteY10" fmla="*/ 3000176 h 3057570"/>
                <a:gd name="connsiteX11" fmla="*/ 91849 w 2898548"/>
                <a:gd name="connsiteY11" fmla="*/ 2536626 h 3057570"/>
                <a:gd name="connsiteX12" fmla="*/ 21999 w 2898548"/>
                <a:gd name="connsiteY12" fmla="*/ 2219127 h 3057570"/>
                <a:gd name="connsiteX13" fmla="*/ 783999 w 2898548"/>
                <a:gd name="connsiteY13" fmla="*/ 1412677 h 3057570"/>
                <a:gd name="connsiteX14" fmla="*/ 1069748 w 2898548"/>
                <a:gd name="connsiteY14" fmla="*/ 1311076 h 3057570"/>
                <a:gd name="connsiteX15" fmla="*/ 1717448 w 2898548"/>
                <a:gd name="connsiteY15" fmla="*/ 400398 h 3057570"/>
                <a:gd name="connsiteX0" fmla="*/ 1717448 w 3212338"/>
                <a:gd name="connsiteY0" fmla="*/ 400398 h 3057570"/>
                <a:gd name="connsiteX1" fmla="*/ 1920648 w 3212338"/>
                <a:gd name="connsiteY1" fmla="*/ 212526 h 3057570"/>
                <a:gd name="connsiteX2" fmla="*/ 2733448 w 3212338"/>
                <a:gd name="connsiteY2" fmla="*/ 22027 h 3057570"/>
                <a:gd name="connsiteX3" fmla="*/ 3209698 w 3212338"/>
                <a:gd name="connsiteY3" fmla="*/ 1835498 h 3057570"/>
                <a:gd name="connsiteX4" fmla="*/ 2898548 w 3212338"/>
                <a:gd name="connsiteY4" fmla="*/ 1920676 h 3057570"/>
                <a:gd name="connsiteX5" fmla="*/ 2479448 w 3212338"/>
                <a:gd name="connsiteY5" fmla="*/ 2009576 h 3057570"/>
                <a:gd name="connsiteX6" fmla="*/ 1850798 w 3212338"/>
                <a:gd name="connsiteY6" fmla="*/ 2219126 h 3057570"/>
                <a:gd name="connsiteX7" fmla="*/ 1590448 w 3212338"/>
                <a:gd name="connsiteY7" fmla="*/ 2689026 h 3057570"/>
                <a:gd name="connsiteX8" fmla="*/ 1241198 w 3212338"/>
                <a:gd name="connsiteY8" fmla="*/ 2987476 h 3057570"/>
                <a:gd name="connsiteX9" fmla="*/ 669698 w 3212338"/>
                <a:gd name="connsiteY9" fmla="*/ 3044626 h 3057570"/>
                <a:gd name="connsiteX10" fmla="*/ 555399 w 3212338"/>
                <a:gd name="connsiteY10" fmla="*/ 3000176 h 3057570"/>
                <a:gd name="connsiteX11" fmla="*/ 91849 w 3212338"/>
                <a:gd name="connsiteY11" fmla="*/ 2536626 h 3057570"/>
                <a:gd name="connsiteX12" fmla="*/ 21999 w 3212338"/>
                <a:gd name="connsiteY12" fmla="*/ 2219127 h 3057570"/>
                <a:gd name="connsiteX13" fmla="*/ 783999 w 3212338"/>
                <a:gd name="connsiteY13" fmla="*/ 1412677 h 3057570"/>
                <a:gd name="connsiteX14" fmla="*/ 1069748 w 3212338"/>
                <a:gd name="connsiteY14" fmla="*/ 1311076 h 3057570"/>
                <a:gd name="connsiteX15" fmla="*/ 1717448 w 3212338"/>
                <a:gd name="connsiteY15" fmla="*/ 400398 h 3057570"/>
                <a:gd name="connsiteX0" fmla="*/ 1717448 w 3387498"/>
                <a:gd name="connsiteY0" fmla="*/ 400398 h 3057570"/>
                <a:gd name="connsiteX1" fmla="*/ 1920648 w 3387498"/>
                <a:gd name="connsiteY1" fmla="*/ 212526 h 3057570"/>
                <a:gd name="connsiteX2" fmla="*/ 2733448 w 3387498"/>
                <a:gd name="connsiteY2" fmla="*/ 22027 h 3057570"/>
                <a:gd name="connsiteX3" fmla="*/ 3387498 w 3387498"/>
                <a:gd name="connsiteY3" fmla="*/ 2174676 h 3057570"/>
                <a:gd name="connsiteX4" fmla="*/ 3209698 w 3387498"/>
                <a:gd name="connsiteY4" fmla="*/ 1835498 h 3057570"/>
                <a:gd name="connsiteX5" fmla="*/ 2898548 w 3387498"/>
                <a:gd name="connsiteY5" fmla="*/ 1920676 h 3057570"/>
                <a:gd name="connsiteX6" fmla="*/ 2479448 w 3387498"/>
                <a:gd name="connsiteY6" fmla="*/ 2009576 h 3057570"/>
                <a:gd name="connsiteX7" fmla="*/ 1850798 w 3387498"/>
                <a:gd name="connsiteY7" fmla="*/ 2219126 h 3057570"/>
                <a:gd name="connsiteX8" fmla="*/ 1590448 w 3387498"/>
                <a:gd name="connsiteY8" fmla="*/ 2689026 h 3057570"/>
                <a:gd name="connsiteX9" fmla="*/ 1241198 w 3387498"/>
                <a:gd name="connsiteY9" fmla="*/ 2987476 h 3057570"/>
                <a:gd name="connsiteX10" fmla="*/ 669698 w 3387498"/>
                <a:gd name="connsiteY10" fmla="*/ 3044626 h 3057570"/>
                <a:gd name="connsiteX11" fmla="*/ 555399 w 3387498"/>
                <a:gd name="connsiteY11" fmla="*/ 3000176 h 3057570"/>
                <a:gd name="connsiteX12" fmla="*/ 91849 w 3387498"/>
                <a:gd name="connsiteY12" fmla="*/ 2536626 h 3057570"/>
                <a:gd name="connsiteX13" fmla="*/ 21999 w 3387498"/>
                <a:gd name="connsiteY13" fmla="*/ 2219127 h 3057570"/>
                <a:gd name="connsiteX14" fmla="*/ 783999 w 3387498"/>
                <a:gd name="connsiteY14" fmla="*/ 1412677 h 3057570"/>
                <a:gd name="connsiteX15" fmla="*/ 1069748 w 3387498"/>
                <a:gd name="connsiteY15" fmla="*/ 1311076 h 3057570"/>
                <a:gd name="connsiteX16" fmla="*/ 1717448 w 3387498"/>
                <a:gd name="connsiteY16" fmla="*/ 400398 h 3057570"/>
                <a:gd name="connsiteX0" fmla="*/ 1717448 w 3870852"/>
                <a:gd name="connsiteY0" fmla="*/ 400398 h 3057570"/>
                <a:gd name="connsiteX1" fmla="*/ 1920648 w 3870852"/>
                <a:gd name="connsiteY1" fmla="*/ 212526 h 3057570"/>
                <a:gd name="connsiteX2" fmla="*/ 2733448 w 3870852"/>
                <a:gd name="connsiteY2" fmla="*/ 22027 h 3057570"/>
                <a:gd name="connsiteX3" fmla="*/ 3857398 w 3870852"/>
                <a:gd name="connsiteY3" fmla="*/ 2263576 h 3057570"/>
                <a:gd name="connsiteX4" fmla="*/ 3387498 w 3870852"/>
                <a:gd name="connsiteY4" fmla="*/ 2174676 h 3057570"/>
                <a:gd name="connsiteX5" fmla="*/ 3209698 w 3870852"/>
                <a:gd name="connsiteY5" fmla="*/ 1835498 h 3057570"/>
                <a:gd name="connsiteX6" fmla="*/ 2898548 w 3870852"/>
                <a:gd name="connsiteY6" fmla="*/ 1920676 h 3057570"/>
                <a:gd name="connsiteX7" fmla="*/ 2479448 w 3870852"/>
                <a:gd name="connsiteY7" fmla="*/ 2009576 h 3057570"/>
                <a:gd name="connsiteX8" fmla="*/ 1850798 w 3870852"/>
                <a:gd name="connsiteY8" fmla="*/ 2219126 h 3057570"/>
                <a:gd name="connsiteX9" fmla="*/ 1590448 w 3870852"/>
                <a:gd name="connsiteY9" fmla="*/ 2689026 h 3057570"/>
                <a:gd name="connsiteX10" fmla="*/ 1241198 w 3870852"/>
                <a:gd name="connsiteY10" fmla="*/ 2987476 h 3057570"/>
                <a:gd name="connsiteX11" fmla="*/ 669698 w 3870852"/>
                <a:gd name="connsiteY11" fmla="*/ 3044626 h 3057570"/>
                <a:gd name="connsiteX12" fmla="*/ 555399 w 3870852"/>
                <a:gd name="connsiteY12" fmla="*/ 3000176 h 3057570"/>
                <a:gd name="connsiteX13" fmla="*/ 91849 w 3870852"/>
                <a:gd name="connsiteY13" fmla="*/ 2536626 h 3057570"/>
                <a:gd name="connsiteX14" fmla="*/ 21999 w 3870852"/>
                <a:gd name="connsiteY14" fmla="*/ 2219127 h 3057570"/>
                <a:gd name="connsiteX15" fmla="*/ 783999 w 3870852"/>
                <a:gd name="connsiteY15" fmla="*/ 1412677 h 3057570"/>
                <a:gd name="connsiteX16" fmla="*/ 1069748 w 3870852"/>
                <a:gd name="connsiteY16" fmla="*/ 1311076 h 3057570"/>
                <a:gd name="connsiteX17" fmla="*/ 1717448 w 3870852"/>
                <a:gd name="connsiteY17" fmla="*/ 400398 h 3057570"/>
                <a:gd name="connsiteX0" fmla="*/ 1717448 w 4744088"/>
                <a:gd name="connsiteY0" fmla="*/ 400398 h 3057570"/>
                <a:gd name="connsiteX1" fmla="*/ 1920648 w 4744088"/>
                <a:gd name="connsiteY1" fmla="*/ 212526 h 3057570"/>
                <a:gd name="connsiteX2" fmla="*/ 2733448 w 4744088"/>
                <a:gd name="connsiteY2" fmla="*/ 22027 h 3057570"/>
                <a:gd name="connsiteX3" fmla="*/ 4720998 w 4744088"/>
                <a:gd name="connsiteY3" fmla="*/ 2009576 h 3057570"/>
                <a:gd name="connsiteX4" fmla="*/ 3857398 w 4744088"/>
                <a:gd name="connsiteY4" fmla="*/ 2263576 h 3057570"/>
                <a:gd name="connsiteX5" fmla="*/ 3387498 w 4744088"/>
                <a:gd name="connsiteY5" fmla="*/ 2174676 h 3057570"/>
                <a:gd name="connsiteX6" fmla="*/ 3209698 w 4744088"/>
                <a:gd name="connsiteY6" fmla="*/ 1835498 h 3057570"/>
                <a:gd name="connsiteX7" fmla="*/ 2898548 w 4744088"/>
                <a:gd name="connsiteY7" fmla="*/ 1920676 h 3057570"/>
                <a:gd name="connsiteX8" fmla="*/ 2479448 w 4744088"/>
                <a:gd name="connsiteY8" fmla="*/ 2009576 h 3057570"/>
                <a:gd name="connsiteX9" fmla="*/ 1850798 w 4744088"/>
                <a:gd name="connsiteY9" fmla="*/ 2219126 h 3057570"/>
                <a:gd name="connsiteX10" fmla="*/ 1590448 w 4744088"/>
                <a:gd name="connsiteY10" fmla="*/ 2689026 h 3057570"/>
                <a:gd name="connsiteX11" fmla="*/ 1241198 w 4744088"/>
                <a:gd name="connsiteY11" fmla="*/ 2987476 h 3057570"/>
                <a:gd name="connsiteX12" fmla="*/ 669698 w 4744088"/>
                <a:gd name="connsiteY12" fmla="*/ 3044626 h 3057570"/>
                <a:gd name="connsiteX13" fmla="*/ 555399 w 4744088"/>
                <a:gd name="connsiteY13" fmla="*/ 3000176 h 3057570"/>
                <a:gd name="connsiteX14" fmla="*/ 91849 w 4744088"/>
                <a:gd name="connsiteY14" fmla="*/ 2536626 h 3057570"/>
                <a:gd name="connsiteX15" fmla="*/ 21999 w 4744088"/>
                <a:gd name="connsiteY15" fmla="*/ 2219127 h 3057570"/>
                <a:gd name="connsiteX16" fmla="*/ 783999 w 4744088"/>
                <a:gd name="connsiteY16" fmla="*/ 1412677 h 3057570"/>
                <a:gd name="connsiteX17" fmla="*/ 1069748 w 4744088"/>
                <a:gd name="connsiteY17" fmla="*/ 1311076 h 3057570"/>
                <a:gd name="connsiteX18" fmla="*/ 1717448 w 4744088"/>
                <a:gd name="connsiteY18" fmla="*/ 400398 h 3057570"/>
                <a:gd name="connsiteX0" fmla="*/ 1717448 w 5091327"/>
                <a:gd name="connsiteY0" fmla="*/ 400398 h 3057570"/>
                <a:gd name="connsiteX1" fmla="*/ 1920648 w 5091327"/>
                <a:gd name="connsiteY1" fmla="*/ 212526 h 3057570"/>
                <a:gd name="connsiteX2" fmla="*/ 2733448 w 5091327"/>
                <a:gd name="connsiteY2" fmla="*/ 22027 h 3057570"/>
                <a:gd name="connsiteX3" fmla="*/ 4981348 w 5091327"/>
                <a:gd name="connsiteY3" fmla="*/ 961826 h 3057570"/>
                <a:gd name="connsiteX4" fmla="*/ 4720998 w 5091327"/>
                <a:gd name="connsiteY4" fmla="*/ 2009576 h 3057570"/>
                <a:gd name="connsiteX5" fmla="*/ 3857398 w 5091327"/>
                <a:gd name="connsiteY5" fmla="*/ 2263576 h 3057570"/>
                <a:gd name="connsiteX6" fmla="*/ 3387498 w 5091327"/>
                <a:gd name="connsiteY6" fmla="*/ 2174676 h 3057570"/>
                <a:gd name="connsiteX7" fmla="*/ 3209698 w 5091327"/>
                <a:gd name="connsiteY7" fmla="*/ 1835498 h 3057570"/>
                <a:gd name="connsiteX8" fmla="*/ 2898548 w 5091327"/>
                <a:gd name="connsiteY8" fmla="*/ 1920676 h 3057570"/>
                <a:gd name="connsiteX9" fmla="*/ 2479448 w 5091327"/>
                <a:gd name="connsiteY9" fmla="*/ 2009576 h 3057570"/>
                <a:gd name="connsiteX10" fmla="*/ 1850798 w 5091327"/>
                <a:gd name="connsiteY10" fmla="*/ 2219126 h 3057570"/>
                <a:gd name="connsiteX11" fmla="*/ 1590448 w 5091327"/>
                <a:gd name="connsiteY11" fmla="*/ 2689026 h 3057570"/>
                <a:gd name="connsiteX12" fmla="*/ 1241198 w 5091327"/>
                <a:gd name="connsiteY12" fmla="*/ 2987476 h 3057570"/>
                <a:gd name="connsiteX13" fmla="*/ 669698 w 5091327"/>
                <a:gd name="connsiteY13" fmla="*/ 3044626 h 3057570"/>
                <a:gd name="connsiteX14" fmla="*/ 555399 w 5091327"/>
                <a:gd name="connsiteY14" fmla="*/ 3000176 h 3057570"/>
                <a:gd name="connsiteX15" fmla="*/ 91849 w 5091327"/>
                <a:gd name="connsiteY15" fmla="*/ 2536626 h 3057570"/>
                <a:gd name="connsiteX16" fmla="*/ 21999 w 5091327"/>
                <a:gd name="connsiteY16" fmla="*/ 2219127 h 3057570"/>
                <a:gd name="connsiteX17" fmla="*/ 783999 w 5091327"/>
                <a:gd name="connsiteY17" fmla="*/ 1412677 h 3057570"/>
                <a:gd name="connsiteX18" fmla="*/ 1069748 w 5091327"/>
                <a:gd name="connsiteY18" fmla="*/ 1311076 h 3057570"/>
                <a:gd name="connsiteX19" fmla="*/ 1717448 w 5091327"/>
                <a:gd name="connsiteY19" fmla="*/ 400398 h 3057570"/>
                <a:gd name="connsiteX0" fmla="*/ 1717448 w 5088318"/>
                <a:gd name="connsiteY0" fmla="*/ 400398 h 3057570"/>
                <a:gd name="connsiteX1" fmla="*/ 1920648 w 5088318"/>
                <a:gd name="connsiteY1" fmla="*/ 212526 h 3057570"/>
                <a:gd name="connsiteX2" fmla="*/ 2733448 w 5088318"/>
                <a:gd name="connsiteY2" fmla="*/ 22027 h 3057570"/>
                <a:gd name="connsiteX3" fmla="*/ 4905148 w 5088318"/>
                <a:gd name="connsiteY3" fmla="*/ 707826 h 3057570"/>
                <a:gd name="connsiteX4" fmla="*/ 4981348 w 5088318"/>
                <a:gd name="connsiteY4" fmla="*/ 961826 h 3057570"/>
                <a:gd name="connsiteX5" fmla="*/ 4720998 w 5088318"/>
                <a:gd name="connsiteY5" fmla="*/ 2009576 h 3057570"/>
                <a:gd name="connsiteX6" fmla="*/ 3857398 w 5088318"/>
                <a:gd name="connsiteY6" fmla="*/ 2263576 h 3057570"/>
                <a:gd name="connsiteX7" fmla="*/ 3387498 w 5088318"/>
                <a:gd name="connsiteY7" fmla="*/ 2174676 h 3057570"/>
                <a:gd name="connsiteX8" fmla="*/ 3209698 w 5088318"/>
                <a:gd name="connsiteY8" fmla="*/ 1835498 h 3057570"/>
                <a:gd name="connsiteX9" fmla="*/ 2898548 w 5088318"/>
                <a:gd name="connsiteY9" fmla="*/ 1920676 h 3057570"/>
                <a:gd name="connsiteX10" fmla="*/ 2479448 w 5088318"/>
                <a:gd name="connsiteY10" fmla="*/ 2009576 h 3057570"/>
                <a:gd name="connsiteX11" fmla="*/ 1850798 w 5088318"/>
                <a:gd name="connsiteY11" fmla="*/ 2219126 h 3057570"/>
                <a:gd name="connsiteX12" fmla="*/ 1590448 w 5088318"/>
                <a:gd name="connsiteY12" fmla="*/ 2689026 h 3057570"/>
                <a:gd name="connsiteX13" fmla="*/ 1241198 w 5088318"/>
                <a:gd name="connsiteY13" fmla="*/ 2987476 h 3057570"/>
                <a:gd name="connsiteX14" fmla="*/ 669698 w 5088318"/>
                <a:gd name="connsiteY14" fmla="*/ 3044626 h 3057570"/>
                <a:gd name="connsiteX15" fmla="*/ 555399 w 5088318"/>
                <a:gd name="connsiteY15" fmla="*/ 3000176 h 3057570"/>
                <a:gd name="connsiteX16" fmla="*/ 91849 w 5088318"/>
                <a:gd name="connsiteY16" fmla="*/ 2536626 h 3057570"/>
                <a:gd name="connsiteX17" fmla="*/ 21999 w 5088318"/>
                <a:gd name="connsiteY17" fmla="*/ 2219127 h 3057570"/>
                <a:gd name="connsiteX18" fmla="*/ 783999 w 5088318"/>
                <a:gd name="connsiteY18" fmla="*/ 1412677 h 3057570"/>
                <a:gd name="connsiteX19" fmla="*/ 1069748 w 5088318"/>
                <a:gd name="connsiteY19" fmla="*/ 1311076 h 3057570"/>
                <a:gd name="connsiteX20" fmla="*/ 1717448 w 5088318"/>
                <a:gd name="connsiteY20" fmla="*/ 400398 h 3057570"/>
                <a:gd name="connsiteX0" fmla="*/ 1717448 w 4982870"/>
                <a:gd name="connsiteY0" fmla="*/ 400398 h 3057570"/>
                <a:gd name="connsiteX1" fmla="*/ 1920648 w 4982870"/>
                <a:gd name="connsiteY1" fmla="*/ 212526 h 3057570"/>
                <a:gd name="connsiteX2" fmla="*/ 2733448 w 4982870"/>
                <a:gd name="connsiteY2" fmla="*/ 22027 h 3057570"/>
                <a:gd name="connsiteX3" fmla="*/ 4657498 w 4982870"/>
                <a:gd name="connsiteY3" fmla="*/ 504626 h 3057570"/>
                <a:gd name="connsiteX4" fmla="*/ 4905148 w 4982870"/>
                <a:gd name="connsiteY4" fmla="*/ 707826 h 3057570"/>
                <a:gd name="connsiteX5" fmla="*/ 4981348 w 4982870"/>
                <a:gd name="connsiteY5" fmla="*/ 961826 h 3057570"/>
                <a:gd name="connsiteX6" fmla="*/ 4720998 w 4982870"/>
                <a:gd name="connsiteY6" fmla="*/ 2009576 h 3057570"/>
                <a:gd name="connsiteX7" fmla="*/ 3857398 w 4982870"/>
                <a:gd name="connsiteY7" fmla="*/ 2263576 h 3057570"/>
                <a:gd name="connsiteX8" fmla="*/ 3387498 w 4982870"/>
                <a:gd name="connsiteY8" fmla="*/ 2174676 h 3057570"/>
                <a:gd name="connsiteX9" fmla="*/ 3209698 w 4982870"/>
                <a:gd name="connsiteY9" fmla="*/ 1835498 h 3057570"/>
                <a:gd name="connsiteX10" fmla="*/ 2898548 w 4982870"/>
                <a:gd name="connsiteY10" fmla="*/ 1920676 h 3057570"/>
                <a:gd name="connsiteX11" fmla="*/ 2479448 w 4982870"/>
                <a:gd name="connsiteY11" fmla="*/ 2009576 h 3057570"/>
                <a:gd name="connsiteX12" fmla="*/ 1850798 w 4982870"/>
                <a:gd name="connsiteY12" fmla="*/ 2219126 h 3057570"/>
                <a:gd name="connsiteX13" fmla="*/ 1590448 w 4982870"/>
                <a:gd name="connsiteY13" fmla="*/ 2689026 h 3057570"/>
                <a:gd name="connsiteX14" fmla="*/ 1241198 w 4982870"/>
                <a:gd name="connsiteY14" fmla="*/ 2987476 h 3057570"/>
                <a:gd name="connsiteX15" fmla="*/ 669698 w 4982870"/>
                <a:gd name="connsiteY15" fmla="*/ 3044626 h 3057570"/>
                <a:gd name="connsiteX16" fmla="*/ 555399 w 4982870"/>
                <a:gd name="connsiteY16" fmla="*/ 3000176 h 3057570"/>
                <a:gd name="connsiteX17" fmla="*/ 91849 w 4982870"/>
                <a:gd name="connsiteY17" fmla="*/ 2536626 h 3057570"/>
                <a:gd name="connsiteX18" fmla="*/ 21999 w 4982870"/>
                <a:gd name="connsiteY18" fmla="*/ 2219127 h 3057570"/>
                <a:gd name="connsiteX19" fmla="*/ 783999 w 4982870"/>
                <a:gd name="connsiteY19" fmla="*/ 1412677 h 3057570"/>
                <a:gd name="connsiteX20" fmla="*/ 1069748 w 4982870"/>
                <a:gd name="connsiteY20" fmla="*/ 1311076 h 3057570"/>
                <a:gd name="connsiteX21" fmla="*/ 1717448 w 4982870"/>
                <a:gd name="connsiteY21" fmla="*/ 400398 h 3057570"/>
                <a:gd name="connsiteX0" fmla="*/ 1717448 w 4982870"/>
                <a:gd name="connsiteY0" fmla="*/ 400398 h 3057570"/>
                <a:gd name="connsiteX1" fmla="*/ 1920648 w 4982870"/>
                <a:gd name="connsiteY1" fmla="*/ 212526 h 3057570"/>
                <a:gd name="connsiteX2" fmla="*/ 2733448 w 4982870"/>
                <a:gd name="connsiteY2" fmla="*/ 22027 h 3057570"/>
                <a:gd name="connsiteX3" fmla="*/ 4206648 w 4982870"/>
                <a:gd name="connsiteY3" fmla="*/ 394136 h 3057570"/>
                <a:gd name="connsiteX4" fmla="*/ 4657498 w 4982870"/>
                <a:gd name="connsiteY4" fmla="*/ 504626 h 3057570"/>
                <a:gd name="connsiteX5" fmla="*/ 4905148 w 4982870"/>
                <a:gd name="connsiteY5" fmla="*/ 707826 h 3057570"/>
                <a:gd name="connsiteX6" fmla="*/ 4981348 w 4982870"/>
                <a:gd name="connsiteY6" fmla="*/ 961826 h 3057570"/>
                <a:gd name="connsiteX7" fmla="*/ 4720998 w 4982870"/>
                <a:gd name="connsiteY7" fmla="*/ 2009576 h 3057570"/>
                <a:gd name="connsiteX8" fmla="*/ 3857398 w 4982870"/>
                <a:gd name="connsiteY8" fmla="*/ 2263576 h 3057570"/>
                <a:gd name="connsiteX9" fmla="*/ 3387498 w 4982870"/>
                <a:gd name="connsiteY9" fmla="*/ 2174676 h 3057570"/>
                <a:gd name="connsiteX10" fmla="*/ 3209698 w 4982870"/>
                <a:gd name="connsiteY10" fmla="*/ 1835498 h 3057570"/>
                <a:gd name="connsiteX11" fmla="*/ 2898548 w 4982870"/>
                <a:gd name="connsiteY11" fmla="*/ 1920676 h 3057570"/>
                <a:gd name="connsiteX12" fmla="*/ 2479448 w 4982870"/>
                <a:gd name="connsiteY12" fmla="*/ 2009576 h 3057570"/>
                <a:gd name="connsiteX13" fmla="*/ 1850798 w 4982870"/>
                <a:gd name="connsiteY13" fmla="*/ 2219126 h 3057570"/>
                <a:gd name="connsiteX14" fmla="*/ 1590448 w 4982870"/>
                <a:gd name="connsiteY14" fmla="*/ 2689026 h 3057570"/>
                <a:gd name="connsiteX15" fmla="*/ 1241198 w 4982870"/>
                <a:gd name="connsiteY15" fmla="*/ 2987476 h 3057570"/>
                <a:gd name="connsiteX16" fmla="*/ 669698 w 4982870"/>
                <a:gd name="connsiteY16" fmla="*/ 3044626 h 3057570"/>
                <a:gd name="connsiteX17" fmla="*/ 555399 w 4982870"/>
                <a:gd name="connsiteY17" fmla="*/ 3000176 h 3057570"/>
                <a:gd name="connsiteX18" fmla="*/ 91849 w 4982870"/>
                <a:gd name="connsiteY18" fmla="*/ 2536626 h 3057570"/>
                <a:gd name="connsiteX19" fmla="*/ 21999 w 4982870"/>
                <a:gd name="connsiteY19" fmla="*/ 2219127 h 3057570"/>
                <a:gd name="connsiteX20" fmla="*/ 783999 w 4982870"/>
                <a:gd name="connsiteY20" fmla="*/ 1412677 h 3057570"/>
                <a:gd name="connsiteX21" fmla="*/ 1069748 w 4982870"/>
                <a:gd name="connsiteY21" fmla="*/ 1311076 h 3057570"/>
                <a:gd name="connsiteX22" fmla="*/ 1717448 w 4982870"/>
                <a:gd name="connsiteY22" fmla="*/ 400398 h 3057570"/>
                <a:gd name="connsiteX0" fmla="*/ 1717448 w 4982870"/>
                <a:gd name="connsiteY0" fmla="*/ 400398 h 3057570"/>
                <a:gd name="connsiteX1" fmla="*/ 1920648 w 4982870"/>
                <a:gd name="connsiteY1" fmla="*/ 212526 h 3057570"/>
                <a:gd name="connsiteX2" fmla="*/ 2733448 w 4982870"/>
                <a:gd name="connsiteY2" fmla="*/ 22027 h 3057570"/>
                <a:gd name="connsiteX3" fmla="*/ 3597048 w 4982870"/>
                <a:gd name="connsiteY3" fmla="*/ 241736 h 3057570"/>
                <a:gd name="connsiteX4" fmla="*/ 4206648 w 4982870"/>
                <a:gd name="connsiteY4" fmla="*/ 394136 h 3057570"/>
                <a:gd name="connsiteX5" fmla="*/ 4657498 w 4982870"/>
                <a:gd name="connsiteY5" fmla="*/ 504626 h 3057570"/>
                <a:gd name="connsiteX6" fmla="*/ 4905148 w 4982870"/>
                <a:gd name="connsiteY6" fmla="*/ 707826 h 3057570"/>
                <a:gd name="connsiteX7" fmla="*/ 4981348 w 4982870"/>
                <a:gd name="connsiteY7" fmla="*/ 961826 h 3057570"/>
                <a:gd name="connsiteX8" fmla="*/ 4720998 w 4982870"/>
                <a:gd name="connsiteY8" fmla="*/ 2009576 h 3057570"/>
                <a:gd name="connsiteX9" fmla="*/ 3857398 w 4982870"/>
                <a:gd name="connsiteY9" fmla="*/ 2263576 h 3057570"/>
                <a:gd name="connsiteX10" fmla="*/ 3387498 w 4982870"/>
                <a:gd name="connsiteY10" fmla="*/ 2174676 h 3057570"/>
                <a:gd name="connsiteX11" fmla="*/ 3209698 w 4982870"/>
                <a:gd name="connsiteY11" fmla="*/ 1835498 h 3057570"/>
                <a:gd name="connsiteX12" fmla="*/ 2898548 w 4982870"/>
                <a:gd name="connsiteY12" fmla="*/ 1920676 h 3057570"/>
                <a:gd name="connsiteX13" fmla="*/ 2479448 w 4982870"/>
                <a:gd name="connsiteY13" fmla="*/ 2009576 h 3057570"/>
                <a:gd name="connsiteX14" fmla="*/ 1850798 w 4982870"/>
                <a:gd name="connsiteY14" fmla="*/ 2219126 h 3057570"/>
                <a:gd name="connsiteX15" fmla="*/ 1590448 w 4982870"/>
                <a:gd name="connsiteY15" fmla="*/ 2689026 h 3057570"/>
                <a:gd name="connsiteX16" fmla="*/ 1241198 w 4982870"/>
                <a:gd name="connsiteY16" fmla="*/ 2987476 h 3057570"/>
                <a:gd name="connsiteX17" fmla="*/ 669698 w 4982870"/>
                <a:gd name="connsiteY17" fmla="*/ 3044626 h 3057570"/>
                <a:gd name="connsiteX18" fmla="*/ 555399 w 4982870"/>
                <a:gd name="connsiteY18" fmla="*/ 3000176 h 3057570"/>
                <a:gd name="connsiteX19" fmla="*/ 91849 w 4982870"/>
                <a:gd name="connsiteY19" fmla="*/ 2536626 h 3057570"/>
                <a:gd name="connsiteX20" fmla="*/ 21999 w 4982870"/>
                <a:gd name="connsiteY20" fmla="*/ 2219127 h 3057570"/>
                <a:gd name="connsiteX21" fmla="*/ 783999 w 4982870"/>
                <a:gd name="connsiteY21" fmla="*/ 1412677 h 3057570"/>
                <a:gd name="connsiteX22" fmla="*/ 1069748 w 4982870"/>
                <a:gd name="connsiteY22" fmla="*/ 1311076 h 3057570"/>
                <a:gd name="connsiteX23" fmla="*/ 1717448 w 4982870"/>
                <a:gd name="connsiteY23" fmla="*/ 400398 h 3057570"/>
                <a:gd name="connsiteX0" fmla="*/ 1717448 w 4982870"/>
                <a:gd name="connsiteY0" fmla="*/ 400398 h 3057570"/>
                <a:gd name="connsiteX1" fmla="*/ 1920648 w 4982870"/>
                <a:gd name="connsiteY1" fmla="*/ 212526 h 3057570"/>
                <a:gd name="connsiteX2" fmla="*/ 2733448 w 4982870"/>
                <a:gd name="connsiteY2" fmla="*/ 22027 h 3057570"/>
                <a:gd name="connsiteX3" fmla="*/ 3597048 w 4982870"/>
                <a:gd name="connsiteY3" fmla="*/ 241736 h 3057570"/>
                <a:gd name="connsiteX4" fmla="*/ 4206648 w 4982870"/>
                <a:gd name="connsiteY4" fmla="*/ 394136 h 3057570"/>
                <a:gd name="connsiteX5" fmla="*/ 4657498 w 4982870"/>
                <a:gd name="connsiteY5" fmla="*/ 504626 h 3057570"/>
                <a:gd name="connsiteX6" fmla="*/ 4905148 w 4982870"/>
                <a:gd name="connsiteY6" fmla="*/ 707826 h 3057570"/>
                <a:gd name="connsiteX7" fmla="*/ 4981348 w 4982870"/>
                <a:gd name="connsiteY7" fmla="*/ 961826 h 3057570"/>
                <a:gd name="connsiteX8" fmla="*/ 4720998 w 4982870"/>
                <a:gd name="connsiteY8" fmla="*/ 2009576 h 3057570"/>
                <a:gd name="connsiteX9" fmla="*/ 3857398 w 4982870"/>
                <a:gd name="connsiteY9" fmla="*/ 2263576 h 3057570"/>
                <a:gd name="connsiteX10" fmla="*/ 3387498 w 4982870"/>
                <a:gd name="connsiteY10" fmla="*/ 2174676 h 3057570"/>
                <a:gd name="connsiteX11" fmla="*/ 3209698 w 4982870"/>
                <a:gd name="connsiteY11" fmla="*/ 1835498 h 3057570"/>
                <a:gd name="connsiteX12" fmla="*/ 2898548 w 4982870"/>
                <a:gd name="connsiteY12" fmla="*/ 1920676 h 3057570"/>
                <a:gd name="connsiteX13" fmla="*/ 2479448 w 4982870"/>
                <a:gd name="connsiteY13" fmla="*/ 2009576 h 3057570"/>
                <a:gd name="connsiteX14" fmla="*/ 1850798 w 4982870"/>
                <a:gd name="connsiteY14" fmla="*/ 2219126 h 3057570"/>
                <a:gd name="connsiteX15" fmla="*/ 1590448 w 4982870"/>
                <a:gd name="connsiteY15" fmla="*/ 2689026 h 3057570"/>
                <a:gd name="connsiteX16" fmla="*/ 1241198 w 4982870"/>
                <a:gd name="connsiteY16" fmla="*/ 2987476 h 3057570"/>
                <a:gd name="connsiteX17" fmla="*/ 669698 w 4982870"/>
                <a:gd name="connsiteY17" fmla="*/ 3044626 h 3057570"/>
                <a:gd name="connsiteX18" fmla="*/ 555399 w 4982870"/>
                <a:gd name="connsiteY18" fmla="*/ 3000176 h 3057570"/>
                <a:gd name="connsiteX19" fmla="*/ 91849 w 4982870"/>
                <a:gd name="connsiteY19" fmla="*/ 2536626 h 3057570"/>
                <a:gd name="connsiteX20" fmla="*/ 21999 w 4982870"/>
                <a:gd name="connsiteY20" fmla="*/ 2219127 h 3057570"/>
                <a:gd name="connsiteX21" fmla="*/ 783999 w 4982870"/>
                <a:gd name="connsiteY21" fmla="*/ 1412677 h 3057570"/>
                <a:gd name="connsiteX22" fmla="*/ 1069748 w 4982870"/>
                <a:gd name="connsiteY22" fmla="*/ 1311076 h 3057570"/>
                <a:gd name="connsiteX23" fmla="*/ 1717448 w 4982870"/>
                <a:gd name="connsiteY23" fmla="*/ 400398 h 3057570"/>
                <a:gd name="connsiteX0" fmla="*/ 1717448 w 4982870"/>
                <a:gd name="connsiteY0" fmla="*/ 400398 h 3057570"/>
                <a:gd name="connsiteX1" fmla="*/ 1920648 w 4982870"/>
                <a:gd name="connsiteY1" fmla="*/ 212526 h 3057570"/>
                <a:gd name="connsiteX2" fmla="*/ 2733448 w 4982870"/>
                <a:gd name="connsiteY2" fmla="*/ 22027 h 3057570"/>
                <a:gd name="connsiteX3" fmla="*/ 3597048 w 4982870"/>
                <a:gd name="connsiteY3" fmla="*/ 241736 h 3057570"/>
                <a:gd name="connsiteX4" fmla="*/ 4206648 w 4982870"/>
                <a:gd name="connsiteY4" fmla="*/ 394136 h 3057570"/>
                <a:gd name="connsiteX5" fmla="*/ 4657498 w 4982870"/>
                <a:gd name="connsiteY5" fmla="*/ 504626 h 3057570"/>
                <a:gd name="connsiteX6" fmla="*/ 4905148 w 4982870"/>
                <a:gd name="connsiteY6" fmla="*/ 707826 h 3057570"/>
                <a:gd name="connsiteX7" fmla="*/ 4981348 w 4982870"/>
                <a:gd name="connsiteY7" fmla="*/ 961826 h 3057570"/>
                <a:gd name="connsiteX8" fmla="*/ 4720998 w 4982870"/>
                <a:gd name="connsiteY8" fmla="*/ 2009576 h 3057570"/>
                <a:gd name="connsiteX9" fmla="*/ 3857398 w 4982870"/>
                <a:gd name="connsiteY9" fmla="*/ 2263576 h 3057570"/>
                <a:gd name="connsiteX10" fmla="*/ 3387498 w 4982870"/>
                <a:gd name="connsiteY10" fmla="*/ 2174676 h 3057570"/>
                <a:gd name="connsiteX11" fmla="*/ 3209698 w 4982870"/>
                <a:gd name="connsiteY11" fmla="*/ 1835498 h 3057570"/>
                <a:gd name="connsiteX12" fmla="*/ 2898548 w 4982870"/>
                <a:gd name="connsiteY12" fmla="*/ 1920676 h 3057570"/>
                <a:gd name="connsiteX13" fmla="*/ 2479448 w 4982870"/>
                <a:gd name="connsiteY13" fmla="*/ 2009576 h 3057570"/>
                <a:gd name="connsiteX14" fmla="*/ 1850798 w 4982870"/>
                <a:gd name="connsiteY14" fmla="*/ 2219126 h 3057570"/>
                <a:gd name="connsiteX15" fmla="*/ 1590448 w 4982870"/>
                <a:gd name="connsiteY15" fmla="*/ 2689026 h 3057570"/>
                <a:gd name="connsiteX16" fmla="*/ 1241198 w 4982870"/>
                <a:gd name="connsiteY16" fmla="*/ 2987476 h 3057570"/>
                <a:gd name="connsiteX17" fmla="*/ 669698 w 4982870"/>
                <a:gd name="connsiteY17" fmla="*/ 3044626 h 3057570"/>
                <a:gd name="connsiteX18" fmla="*/ 555399 w 4982870"/>
                <a:gd name="connsiteY18" fmla="*/ 3000176 h 3057570"/>
                <a:gd name="connsiteX19" fmla="*/ 91849 w 4982870"/>
                <a:gd name="connsiteY19" fmla="*/ 2536626 h 3057570"/>
                <a:gd name="connsiteX20" fmla="*/ 21999 w 4982870"/>
                <a:gd name="connsiteY20" fmla="*/ 2219127 h 3057570"/>
                <a:gd name="connsiteX21" fmla="*/ 783999 w 4982870"/>
                <a:gd name="connsiteY21" fmla="*/ 1412677 h 3057570"/>
                <a:gd name="connsiteX22" fmla="*/ 1069748 w 4982870"/>
                <a:gd name="connsiteY22" fmla="*/ 1311076 h 3057570"/>
                <a:gd name="connsiteX23" fmla="*/ 1717448 w 4982870"/>
                <a:gd name="connsiteY23" fmla="*/ 400398 h 3057570"/>
                <a:gd name="connsiteX0" fmla="*/ 1717448 w 4982870"/>
                <a:gd name="connsiteY0" fmla="*/ 400398 h 3057570"/>
                <a:gd name="connsiteX1" fmla="*/ 1920648 w 4982870"/>
                <a:gd name="connsiteY1" fmla="*/ 212526 h 3057570"/>
                <a:gd name="connsiteX2" fmla="*/ 2733448 w 4982870"/>
                <a:gd name="connsiteY2" fmla="*/ 22027 h 3057570"/>
                <a:gd name="connsiteX3" fmla="*/ 3597048 w 4982870"/>
                <a:gd name="connsiteY3" fmla="*/ 241736 h 3057570"/>
                <a:gd name="connsiteX4" fmla="*/ 4206648 w 4982870"/>
                <a:gd name="connsiteY4" fmla="*/ 394136 h 3057570"/>
                <a:gd name="connsiteX5" fmla="*/ 4657498 w 4982870"/>
                <a:gd name="connsiteY5" fmla="*/ 504626 h 3057570"/>
                <a:gd name="connsiteX6" fmla="*/ 4905148 w 4982870"/>
                <a:gd name="connsiteY6" fmla="*/ 707826 h 3057570"/>
                <a:gd name="connsiteX7" fmla="*/ 4981348 w 4982870"/>
                <a:gd name="connsiteY7" fmla="*/ 961826 h 3057570"/>
                <a:gd name="connsiteX8" fmla="*/ 4720998 w 4982870"/>
                <a:gd name="connsiteY8" fmla="*/ 2009576 h 3057570"/>
                <a:gd name="connsiteX9" fmla="*/ 3857398 w 4982870"/>
                <a:gd name="connsiteY9" fmla="*/ 2263576 h 3057570"/>
                <a:gd name="connsiteX10" fmla="*/ 3387498 w 4982870"/>
                <a:gd name="connsiteY10" fmla="*/ 2174676 h 3057570"/>
                <a:gd name="connsiteX11" fmla="*/ 3209698 w 4982870"/>
                <a:gd name="connsiteY11" fmla="*/ 1835498 h 3057570"/>
                <a:gd name="connsiteX12" fmla="*/ 2898548 w 4982870"/>
                <a:gd name="connsiteY12" fmla="*/ 1920676 h 3057570"/>
                <a:gd name="connsiteX13" fmla="*/ 2479448 w 4982870"/>
                <a:gd name="connsiteY13" fmla="*/ 2009576 h 3057570"/>
                <a:gd name="connsiteX14" fmla="*/ 1850798 w 4982870"/>
                <a:gd name="connsiteY14" fmla="*/ 2219126 h 3057570"/>
                <a:gd name="connsiteX15" fmla="*/ 1590448 w 4982870"/>
                <a:gd name="connsiteY15" fmla="*/ 2689026 h 3057570"/>
                <a:gd name="connsiteX16" fmla="*/ 1241198 w 4982870"/>
                <a:gd name="connsiteY16" fmla="*/ 2987476 h 3057570"/>
                <a:gd name="connsiteX17" fmla="*/ 669698 w 4982870"/>
                <a:gd name="connsiteY17" fmla="*/ 3044626 h 3057570"/>
                <a:gd name="connsiteX18" fmla="*/ 555399 w 4982870"/>
                <a:gd name="connsiteY18" fmla="*/ 3000176 h 3057570"/>
                <a:gd name="connsiteX19" fmla="*/ 91849 w 4982870"/>
                <a:gd name="connsiteY19" fmla="*/ 2536626 h 3057570"/>
                <a:gd name="connsiteX20" fmla="*/ 21999 w 4982870"/>
                <a:gd name="connsiteY20" fmla="*/ 2219127 h 3057570"/>
                <a:gd name="connsiteX21" fmla="*/ 783999 w 4982870"/>
                <a:gd name="connsiteY21" fmla="*/ 1412677 h 3057570"/>
                <a:gd name="connsiteX22" fmla="*/ 1069748 w 4982870"/>
                <a:gd name="connsiteY22" fmla="*/ 1311076 h 3057570"/>
                <a:gd name="connsiteX23" fmla="*/ 1717448 w 4982870"/>
                <a:gd name="connsiteY23" fmla="*/ 400398 h 3057570"/>
                <a:gd name="connsiteX0" fmla="*/ 1717448 w 4982870"/>
                <a:gd name="connsiteY0" fmla="*/ 400398 h 3057570"/>
                <a:gd name="connsiteX1" fmla="*/ 1920648 w 4982870"/>
                <a:gd name="connsiteY1" fmla="*/ 212526 h 3057570"/>
                <a:gd name="connsiteX2" fmla="*/ 2733448 w 4982870"/>
                <a:gd name="connsiteY2" fmla="*/ 22027 h 3057570"/>
                <a:gd name="connsiteX3" fmla="*/ 3597048 w 4982870"/>
                <a:gd name="connsiteY3" fmla="*/ 241736 h 3057570"/>
                <a:gd name="connsiteX4" fmla="*/ 4206648 w 4982870"/>
                <a:gd name="connsiteY4" fmla="*/ 394136 h 3057570"/>
                <a:gd name="connsiteX5" fmla="*/ 4657498 w 4982870"/>
                <a:gd name="connsiteY5" fmla="*/ 504626 h 3057570"/>
                <a:gd name="connsiteX6" fmla="*/ 4905148 w 4982870"/>
                <a:gd name="connsiteY6" fmla="*/ 707826 h 3057570"/>
                <a:gd name="connsiteX7" fmla="*/ 4981348 w 4982870"/>
                <a:gd name="connsiteY7" fmla="*/ 961826 h 3057570"/>
                <a:gd name="connsiteX8" fmla="*/ 4720998 w 4982870"/>
                <a:gd name="connsiteY8" fmla="*/ 2009576 h 3057570"/>
                <a:gd name="connsiteX9" fmla="*/ 3857398 w 4982870"/>
                <a:gd name="connsiteY9" fmla="*/ 2263576 h 3057570"/>
                <a:gd name="connsiteX10" fmla="*/ 3387498 w 4982870"/>
                <a:gd name="connsiteY10" fmla="*/ 2174676 h 3057570"/>
                <a:gd name="connsiteX11" fmla="*/ 3209698 w 4982870"/>
                <a:gd name="connsiteY11" fmla="*/ 1835498 h 3057570"/>
                <a:gd name="connsiteX12" fmla="*/ 2898548 w 4982870"/>
                <a:gd name="connsiteY12" fmla="*/ 1920676 h 3057570"/>
                <a:gd name="connsiteX13" fmla="*/ 2479448 w 4982870"/>
                <a:gd name="connsiteY13" fmla="*/ 2009576 h 3057570"/>
                <a:gd name="connsiteX14" fmla="*/ 1850798 w 4982870"/>
                <a:gd name="connsiteY14" fmla="*/ 2219126 h 3057570"/>
                <a:gd name="connsiteX15" fmla="*/ 1590448 w 4982870"/>
                <a:gd name="connsiteY15" fmla="*/ 2689026 h 3057570"/>
                <a:gd name="connsiteX16" fmla="*/ 1241198 w 4982870"/>
                <a:gd name="connsiteY16" fmla="*/ 2987476 h 3057570"/>
                <a:gd name="connsiteX17" fmla="*/ 669698 w 4982870"/>
                <a:gd name="connsiteY17" fmla="*/ 3044626 h 3057570"/>
                <a:gd name="connsiteX18" fmla="*/ 555399 w 4982870"/>
                <a:gd name="connsiteY18" fmla="*/ 3000176 h 3057570"/>
                <a:gd name="connsiteX19" fmla="*/ 91849 w 4982870"/>
                <a:gd name="connsiteY19" fmla="*/ 2536626 h 3057570"/>
                <a:gd name="connsiteX20" fmla="*/ 21999 w 4982870"/>
                <a:gd name="connsiteY20" fmla="*/ 2219127 h 3057570"/>
                <a:gd name="connsiteX21" fmla="*/ 783999 w 4982870"/>
                <a:gd name="connsiteY21" fmla="*/ 1412677 h 3057570"/>
                <a:gd name="connsiteX22" fmla="*/ 1069748 w 4982870"/>
                <a:gd name="connsiteY22" fmla="*/ 1311076 h 3057570"/>
                <a:gd name="connsiteX23" fmla="*/ 1717448 w 4982870"/>
                <a:gd name="connsiteY23" fmla="*/ 400398 h 3057570"/>
                <a:gd name="connsiteX0" fmla="*/ 1717448 w 4982870"/>
                <a:gd name="connsiteY0" fmla="*/ 400398 h 3057570"/>
                <a:gd name="connsiteX1" fmla="*/ 1920648 w 4982870"/>
                <a:gd name="connsiteY1" fmla="*/ 212526 h 3057570"/>
                <a:gd name="connsiteX2" fmla="*/ 2733448 w 4982870"/>
                <a:gd name="connsiteY2" fmla="*/ 22027 h 3057570"/>
                <a:gd name="connsiteX3" fmla="*/ 3597048 w 4982870"/>
                <a:gd name="connsiteY3" fmla="*/ 241736 h 3057570"/>
                <a:gd name="connsiteX4" fmla="*/ 4206648 w 4982870"/>
                <a:gd name="connsiteY4" fmla="*/ 394136 h 3057570"/>
                <a:gd name="connsiteX5" fmla="*/ 4657498 w 4982870"/>
                <a:gd name="connsiteY5" fmla="*/ 504626 h 3057570"/>
                <a:gd name="connsiteX6" fmla="*/ 4905148 w 4982870"/>
                <a:gd name="connsiteY6" fmla="*/ 707826 h 3057570"/>
                <a:gd name="connsiteX7" fmla="*/ 4981348 w 4982870"/>
                <a:gd name="connsiteY7" fmla="*/ 961826 h 3057570"/>
                <a:gd name="connsiteX8" fmla="*/ 4720998 w 4982870"/>
                <a:gd name="connsiteY8" fmla="*/ 2009576 h 3057570"/>
                <a:gd name="connsiteX9" fmla="*/ 3857398 w 4982870"/>
                <a:gd name="connsiteY9" fmla="*/ 2263576 h 3057570"/>
                <a:gd name="connsiteX10" fmla="*/ 3387498 w 4982870"/>
                <a:gd name="connsiteY10" fmla="*/ 2174676 h 3057570"/>
                <a:gd name="connsiteX11" fmla="*/ 3209698 w 4982870"/>
                <a:gd name="connsiteY11" fmla="*/ 1835498 h 3057570"/>
                <a:gd name="connsiteX12" fmla="*/ 2898548 w 4982870"/>
                <a:gd name="connsiteY12" fmla="*/ 1920676 h 3057570"/>
                <a:gd name="connsiteX13" fmla="*/ 2479448 w 4982870"/>
                <a:gd name="connsiteY13" fmla="*/ 2009576 h 3057570"/>
                <a:gd name="connsiteX14" fmla="*/ 1850798 w 4982870"/>
                <a:gd name="connsiteY14" fmla="*/ 2219126 h 3057570"/>
                <a:gd name="connsiteX15" fmla="*/ 1590448 w 4982870"/>
                <a:gd name="connsiteY15" fmla="*/ 2689026 h 3057570"/>
                <a:gd name="connsiteX16" fmla="*/ 1241198 w 4982870"/>
                <a:gd name="connsiteY16" fmla="*/ 2987476 h 3057570"/>
                <a:gd name="connsiteX17" fmla="*/ 669698 w 4982870"/>
                <a:gd name="connsiteY17" fmla="*/ 3044626 h 3057570"/>
                <a:gd name="connsiteX18" fmla="*/ 555399 w 4982870"/>
                <a:gd name="connsiteY18" fmla="*/ 3000176 h 3057570"/>
                <a:gd name="connsiteX19" fmla="*/ 91849 w 4982870"/>
                <a:gd name="connsiteY19" fmla="*/ 2536626 h 3057570"/>
                <a:gd name="connsiteX20" fmla="*/ 21999 w 4982870"/>
                <a:gd name="connsiteY20" fmla="*/ 2219127 h 3057570"/>
                <a:gd name="connsiteX21" fmla="*/ 783999 w 4982870"/>
                <a:gd name="connsiteY21" fmla="*/ 1412677 h 3057570"/>
                <a:gd name="connsiteX22" fmla="*/ 1069748 w 4982870"/>
                <a:gd name="connsiteY22" fmla="*/ 1311076 h 3057570"/>
                <a:gd name="connsiteX23" fmla="*/ 1717448 w 4982870"/>
                <a:gd name="connsiteY23" fmla="*/ 400398 h 3057570"/>
                <a:gd name="connsiteX0" fmla="*/ 1717448 w 4982870"/>
                <a:gd name="connsiteY0" fmla="*/ 400398 h 3057570"/>
                <a:gd name="connsiteX1" fmla="*/ 1920648 w 4982870"/>
                <a:gd name="connsiteY1" fmla="*/ 212526 h 3057570"/>
                <a:gd name="connsiteX2" fmla="*/ 2733448 w 4982870"/>
                <a:gd name="connsiteY2" fmla="*/ 22027 h 3057570"/>
                <a:gd name="connsiteX3" fmla="*/ 3597048 w 4982870"/>
                <a:gd name="connsiteY3" fmla="*/ 241736 h 3057570"/>
                <a:gd name="connsiteX4" fmla="*/ 4206648 w 4982870"/>
                <a:gd name="connsiteY4" fmla="*/ 394136 h 3057570"/>
                <a:gd name="connsiteX5" fmla="*/ 4657498 w 4982870"/>
                <a:gd name="connsiteY5" fmla="*/ 504626 h 3057570"/>
                <a:gd name="connsiteX6" fmla="*/ 4905148 w 4982870"/>
                <a:gd name="connsiteY6" fmla="*/ 707826 h 3057570"/>
                <a:gd name="connsiteX7" fmla="*/ 4981348 w 4982870"/>
                <a:gd name="connsiteY7" fmla="*/ 961826 h 3057570"/>
                <a:gd name="connsiteX8" fmla="*/ 4720998 w 4982870"/>
                <a:gd name="connsiteY8" fmla="*/ 2009576 h 3057570"/>
                <a:gd name="connsiteX9" fmla="*/ 3857398 w 4982870"/>
                <a:gd name="connsiteY9" fmla="*/ 2263576 h 3057570"/>
                <a:gd name="connsiteX10" fmla="*/ 3387498 w 4982870"/>
                <a:gd name="connsiteY10" fmla="*/ 2174676 h 3057570"/>
                <a:gd name="connsiteX11" fmla="*/ 3209698 w 4982870"/>
                <a:gd name="connsiteY11" fmla="*/ 1835498 h 3057570"/>
                <a:gd name="connsiteX12" fmla="*/ 2898548 w 4982870"/>
                <a:gd name="connsiteY12" fmla="*/ 1920676 h 3057570"/>
                <a:gd name="connsiteX13" fmla="*/ 2479448 w 4982870"/>
                <a:gd name="connsiteY13" fmla="*/ 2009576 h 3057570"/>
                <a:gd name="connsiteX14" fmla="*/ 1850798 w 4982870"/>
                <a:gd name="connsiteY14" fmla="*/ 2219126 h 3057570"/>
                <a:gd name="connsiteX15" fmla="*/ 1590448 w 4982870"/>
                <a:gd name="connsiteY15" fmla="*/ 2689026 h 3057570"/>
                <a:gd name="connsiteX16" fmla="*/ 1241198 w 4982870"/>
                <a:gd name="connsiteY16" fmla="*/ 2987476 h 3057570"/>
                <a:gd name="connsiteX17" fmla="*/ 669698 w 4982870"/>
                <a:gd name="connsiteY17" fmla="*/ 3044626 h 3057570"/>
                <a:gd name="connsiteX18" fmla="*/ 555399 w 4982870"/>
                <a:gd name="connsiteY18" fmla="*/ 3000176 h 3057570"/>
                <a:gd name="connsiteX19" fmla="*/ 91849 w 4982870"/>
                <a:gd name="connsiteY19" fmla="*/ 2536626 h 3057570"/>
                <a:gd name="connsiteX20" fmla="*/ 21999 w 4982870"/>
                <a:gd name="connsiteY20" fmla="*/ 2219127 h 3057570"/>
                <a:gd name="connsiteX21" fmla="*/ 783999 w 4982870"/>
                <a:gd name="connsiteY21" fmla="*/ 1412677 h 3057570"/>
                <a:gd name="connsiteX22" fmla="*/ 1069748 w 4982870"/>
                <a:gd name="connsiteY22" fmla="*/ 1311076 h 3057570"/>
                <a:gd name="connsiteX23" fmla="*/ 1717448 w 4982870"/>
                <a:gd name="connsiteY23" fmla="*/ 400398 h 3057570"/>
                <a:gd name="connsiteX0" fmla="*/ 1717448 w 5073559"/>
                <a:gd name="connsiteY0" fmla="*/ 400398 h 3057570"/>
                <a:gd name="connsiteX1" fmla="*/ 1920648 w 5073559"/>
                <a:gd name="connsiteY1" fmla="*/ 212526 h 3057570"/>
                <a:gd name="connsiteX2" fmla="*/ 2733448 w 5073559"/>
                <a:gd name="connsiteY2" fmla="*/ 22027 h 3057570"/>
                <a:gd name="connsiteX3" fmla="*/ 3597048 w 5073559"/>
                <a:gd name="connsiteY3" fmla="*/ 241736 h 3057570"/>
                <a:gd name="connsiteX4" fmla="*/ 4206648 w 5073559"/>
                <a:gd name="connsiteY4" fmla="*/ 394136 h 3057570"/>
                <a:gd name="connsiteX5" fmla="*/ 4657498 w 5073559"/>
                <a:gd name="connsiteY5" fmla="*/ 504626 h 3057570"/>
                <a:gd name="connsiteX6" fmla="*/ 4905148 w 5073559"/>
                <a:gd name="connsiteY6" fmla="*/ 707826 h 3057570"/>
                <a:gd name="connsiteX7" fmla="*/ 4981348 w 5073559"/>
                <a:gd name="connsiteY7" fmla="*/ 961826 h 3057570"/>
                <a:gd name="connsiteX8" fmla="*/ 4720998 w 5073559"/>
                <a:gd name="connsiteY8" fmla="*/ 2009576 h 3057570"/>
                <a:gd name="connsiteX9" fmla="*/ 3857398 w 5073559"/>
                <a:gd name="connsiteY9" fmla="*/ 2263576 h 3057570"/>
                <a:gd name="connsiteX10" fmla="*/ 3387498 w 5073559"/>
                <a:gd name="connsiteY10" fmla="*/ 2174676 h 3057570"/>
                <a:gd name="connsiteX11" fmla="*/ 3209698 w 5073559"/>
                <a:gd name="connsiteY11" fmla="*/ 1835498 h 3057570"/>
                <a:gd name="connsiteX12" fmla="*/ 2898548 w 5073559"/>
                <a:gd name="connsiteY12" fmla="*/ 1920676 h 3057570"/>
                <a:gd name="connsiteX13" fmla="*/ 2479448 w 5073559"/>
                <a:gd name="connsiteY13" fmla="*/ 2009576 h 3057570"/>
                <a:gd name="connsiteX14" fmla="*/ 1850798 w 5073559"/>
                <a:gd name="connsiteY14" fmla="*/ 2219126 h 3057570"/>
                <a:gd name="connsiteX15" fmla="*/ 1590448 w 5073559"/>
                <a:gd name="connsiteY15" fmla="*/ 2689026 h 3057570"/>
                <a:gd name="connsiteX16" fmla="*/ 1241198 w 5073559"/>
                <a:gd name="connsiteY16" fmla="*/ 2987476 h 3057570"/>
                <a:gd name="connsiteX17" fmla="*/ 669698 w 5073559"/>
                <a:gd name="connsiteY17" fmla="*/ 3044626 h 3057570"/>
                <a:gd name="connsiteX18" fmla="*/ 555399 w 5073559"/>
                <a:gd name="connsiteY18" fmla="*/ 3000176 h 3057570"/>
                <a:gd name="connsiteX19" fmla="*/ 91849 w 5073559"/>
                <a:gd name="connsiteY19" fmla="*/ 2536626 h 3057570"/>
                <a:gd name="connsiteX20" fmla="*/ 21999 w 5073559"/>
                <a:gd name="connsiteY20" fmla="*/ 2219127 h 3057570"/>
                <a:gd name="connsiteX21" fmla="*/ 783999 w 5073559"/>
                <a:gd name="connsiteY21" fmla="*/ 1412677 h 3057570"/>
                <a:gd name="connsiteX22" fmla="*/ 1069748 w 5073559"/>
                <a:gd name="connsiteY22" fmla="*/ 1311076 h 3057570"/>
                <a:gd name="connsiteX23" fmla="*/ 1717448 w 5073559"/>
                <a:gd name="connsiteY23" fmla="*/ 400398 h 3057570"/>
                <a:gd name="connsiteX0" fmla="*/ 1717448 w 5202188"/>
                <a:gd name="connsiteY0" fmla="*/ 400398 h 3057570"/>
                <a:gd name="connsiteX1" fmla="*/ 1920648 w 5202188"/>
                <a:gd name="connsiteY1" fmla="*/ 212526 h 3057570"/>
                <a:gd name="connsiteX2" fmla="*/ 2733448 w 5202188"/>
                <a:gd name="connsiteY2" fmla="*/ 22027 h 3057570"/>
                <a:gd name="connsiteX3" fmla="*/ 3597048 w 5202188"/>
                <a:gd name="connsiteY3" fmla="*/ 241736 h 3057570"/>
                <a:gd name="connsiteX4" fmla="*/ 4206648 w 5202188"/>
                <a:gd name="connsiteY4" fmla="*/ 394136 h 3057570"/>
                <a:gd name="connsiteX5" fmla="*/ 4657498 w 5202188"/>
                <a:gd name="connsiteY5" fmla="*/ 504626 h 3057570"/>
                <a:gd name="connsiteX6" fmla="*/ 4905148 w 5202188"/>
                <a:gd name="connsiteY6" fmla="*/ 707826 h 3057570"/>
                <a:gd name="connsiteX7" fmla="*/ 4981348 w 5202188"/>
                <a:gd name="connsiteY7" fmla="*/ 961826 h 3057570"/>
                <a:gd name="connsiteX8" fmla="*/ 4720998 w 5202188"/>
                <a:gd name="connsiteY8" fmla="*/ 2009576 h 3057570"/>
                <a:gd name="connsiteX9" fmla="*/ 3857398 w 5202188"/>
                <a:gd name="connsiteY9" fmla="*/ 2263576 h 3057570"/>
                <a:gd name="connsiteX10" fmla="*/ 3387498 w 5202188"/>
                <a:gd name="connsiteY10" fmla="*/ 2174676 h 3057570"/>
                <a:gd name="connsiteX11" fmla="*/ 3209698 w 5202188"/>
                <a:gd name="connsiteY11" fmla="*/ 1835498 h 3057570"/>
                <a:gd name="connsiteX12" fmla="*/ 2898548 w 5202188"/>
                <a:gd name="connsiteY12" fmla="*/ 1920676 h 3057570"/>
                <a:gd name="connsiteX13" fmla="*/ 2479448 w 5202188"/>
                <a:gd name="connsiteY13" fmla="*/ 2009576 h 3057570"/>
                <a:gd name="connsiteX14" fmla="*/ 1850798 w 5202188"/>
                <a:gd name="connsiteY14" fmla="*/ 2219126 h 3057570"/>
                <a:gd name="connsiteX15" fmla="*/ 1590448 w 5202188"/>
                <a:gd name="connsiteY15" fmla="*/ 2689026 h 3057570"/>
                <a:gd name="connsiteX16" fmla="*/ 1241198 w 5202188"/>
                <a:gd name="connsiteY16" fmla="*/ 2987476 h 3057570"/>
                <a:gd name="connsiteX17" fmla="*/ 669698 w 5202188"/>
                <a:gd name="connsiteY17" fmla="*/ 3044626 h 3057570"/>
                <a:gd name="connsiteX18" fmla="*/ 555399 w 5202188"/>
                <a:gd name="connsiteY18" fmla="*/ 3000176 h 3057570"/>
                <a:gd name="connsiteX19" fmla="*/ 91849 w 5202188"/>
                <a:gd name="connsiteY19" fmla="*/ 2536626 h 3057570"/>
                <a:gd name="connsiteX20" fmla="*/ 21999 w 5202188"/>
                <a:gd name="connsiteY20" fmla="*/ 2219127 h 3057570"/>
                <a:gd name="connsiteX21" fmla="*/ 783999 w 5202188"/>
                <a:gd name="connsiteY21" fmla="*/ 1412677 h 3057570"/>
                <a:gd name="connsiteX22" fmla="*/ 1069748 w 5202188"/>
                <a:gd name="connsiteY22" fmla="*/ 1311076 h 3057570"/>
                <a:gd name="connsiteX23" fmla="*/ 1717448 w 5202188"/>
                <a:gd name="connsiteY23" fmla="*/ 400398 h 3057570"/>
                <a:gd name="connsiteX0" fmla="*/ 1717448 w 5202188"/>
                <a:gd name="connsiteY0" fmla="*/ 400398 h 3057570"/>
                <a:gd name="connsiteX1" fmla="*/ 1920648 w 5202188"/>
                <a:gd name="connsiteY1" fmla="*/ 212526 h 3057570"/>
                <a:gd name="connsiteX2" fmla="*/ 2733448 w 5202188"/>
                <a:gd name="connsiteY2" fmla="*/ 22027 h 3057570"/>
                <a:gd name="connsiteX3" fmla="*/ 3597048 w 5202188"/>
                <a:gd name="connsiteY3" fmla="*/ 241736 h 3057570"/>
                <a:gd name="connsiteX4" fmla="*/ 4206648 w 5202188"/>
                <a:gd name="connsiteY4" fmla="*/ 394136 h 3057570"/>
                <a:gd name="connsiteX5" fmla="*/ 4657498 w 5202188"/>
                <a:gd name="connsiteY5" fmla="*/ 504626 h 3057570"/>
                <a:gd name="connsiteX6" fmla="*/ 4905148 w 5202188"/>
                <a:gd name="connsiteY6" fmla="*/ 707826 h 3057570"/>
                <a:gd name="connsiteX7" fmla="*/ 4981348 w 5202188"/>
                <a:gd name="connsiteY7" fmla="*/ 961826 h 3057570"/>
                <a:gd name="connsiteX8" fmla="*/ 4720998 w 5202188"/>
                <a:gd name="connsiteY8" fmla="*/ 2009576 h 3057570"/>
                <a:gd name="connsiteX9" fmla="*/ 3857398 w 5202188"/>
                <a:gd name="connsiteY9" fmla="*/ 2263576 h 3057570"/>
                <a:gd name="connsiteX10" fmla="*/ 3387498 w 5202188"/>
                <a:gd name="connsiteY10" fmla="*/ 2174676 h 3057570"/>
                <a:gd name="connsiteX11" fmla="*/ 3209698 w 5202188"/>
                <a:gd name="connsiteY11" fmla="*/ 1835498 h 3057570"/>
                <a:gd name="connsiteX12" fmla="*/ 2898548 w 5202188"/>
                <a:gd name="connsiteY12" fmla="*/ 1920676 h 3057570"/>
                <a:gd name="connsiteX13" fmla="*/ 2479448 w 5202188"/>
                <a:gd name="connsiteY13" fmla="*/ 2009576 h 3057570"/>
                <a:gd name="connsiteX14" fmla="*/ 1850798 w 5202188"/>
                <a:gd name="connsiteY14" fmla="*/ 2219126 h 3057570"/>
                <a:gd name="connsiteX15" fmla="*/ 1590448 w 5202188"/>
                <a:gd name="connsiteY15" fmla="*/ 2689026 h 3057570"/>
                <a:gd name="connsiteX16" fmla="*/ 1241198 w 5202188"/>
                <a:gd name="connsiteY16" fmla="*/ 2987476 h 3057570"/>
                <a:gd name="connsiteX17" fmla="*/ 669698 w 5202188"/>
                <a:gd name="connsiteY17" fmla="*/ 3044626 h 3057570"/>
                <a:gd name="connsiteX18" fmla="*/ 555399 w 5202188"/>
                <a:gd name="connsiteY18" fmla="*/ 3000176 h 3057570"/>
                <a:gd name="connsiteX19" fmla="*/ 91849 w 5202188"/>
                <a:gd name="connsiteY19" fmla="*/ 2536626 h 3057570"/>
                <a:gd name="connsiteX20" fmla="*/ 21999 w 5202188"/>
                <a:gd name="connsiteY20" fmla="*/ 2219127 h 3057570"/>
                <a:gd name="connsiteX21" fmla="*/ 783999 w 5202188"/>
                <a:gd name="connsiteY21" fmla="*/ 1412677 h 3057570"/>
                <a:gd name="connsiteX22" fmla="*/ 1069748 w 5202188"/>
                <a:gd name="connsiteY22" fmla="*/ 1311076 h 3057570"/>
                <a:gd name="connsiteX23" fmla="*/ 1717448 w 5202188"/>
                <a:gd name="connsiteY23" fmla="*/ 400398 h 3057570"/>
                <a:gd name="connsiteX0" fmla="*/ 1717448 w 5202188"/>
                <a:gd name="connsiteY0" fmla="*/ 400398 h 3057570"/>
                <a:gd name="connsiteX1" fmla="*/ 1920648 w 5202188"/>
                <a:gd name="connsiteY1" fmla="*/ 212526 h 3057570"/>
                <a:gd name="connsiteX2" fmla="*/ 2733448 w 5202188"/>
                <a:gd name="connsiteY2" fmla="*/ 22027 h 3057570"/>
                <a:gd name="connsiteX3" fmla="*/ 3597048 w 5202188"/>
                <a:gd name="connsiteY3" fmla="*/ 241736 h 3057570"/>
                <a:gd name="connsiteX4" fmla="*/ 4206648 w 5202188"/>
                <a:gd name="connsiteY4" fmla="*/ 394136 h 3057570"/>
                <a:gd name="connsiteX5" fmla="*/ 4657498 w 5202188"/>
                <a:gd name="connsiteY5" fmla="*/ 504626 h 3057570"/>
                <a:gd name="connsiteX6" fmla="*/ 4905148 w 5202188"/>
                <a:gd name="connsiteY6" fmla="*/ 707826 h 3057570"/>
                <a:gd name="connsiteX7" fmla="*/ 4981348 w 5202188"/>
                <a:gd name="connsiteY7" fmla="*/ 961826 h 3057570"/>
                <a:gd name="connsiteX8" fmla="*/ 4720998 w 5202188"/>
                <a:gd name="connsiteY8" fmla="*/ 2009576 h 3057570"/>
                <a:gd name="connsiteX9" fmla="*/ 3857398 w 5202188"/>
                <a:gd name="connsiteY9" fmla="*/ 2263576 h 3057570"/>
                <a:gd name="connsiteX10" fmla="*/ 3387498 w 5202188"/>
                <a:gd name="connsiteY10" fmla="*/ 2174676 h 3057570"/>
                <a:gd name="connsiteX11" fmla="*/ 3209698 w 5202188"/>
                <a:gd name="connsiteY11" fmla="*/ 1835498 h 3057570"/>
                <a:gd name="connsiteX12" fmla="*/ 2898548 w 5202188"/>
                <a:gd name="connsiteY12" fmla="*/ 1920676 h 3057570"/>
                <a:gd name="connsiteX13" fmla="*/ 2479448 w 5202188"/>
                <a:gd name="connsiteY13" fmla="*/ 2009576 h 3057570"/>
                <a:gd name="connsiteX14" fmla="*/ 1850798 w 5202188"/>
                <a:gd name="connsiteY14" fmla="*/ 2219126 h 3057570"/>
                <a:gd name="connsiteX15" fmla="*/ 1590448 w 5202188"/>
                <a:gd name="connsiteY15" fmla="*/ 2689026 h 3057570"/>
                <a:gd name="connsiteX16" fmla="*/ 1241198 w 5202188"/>
                <a:gd name="connsiteY16" fmla="*/ 2987476 h 3057570"/>
                <a:gd name="connsiteX17" fmla="*/ 669698 w 5202188"/>
                <a:gd name="connsiteY17" fmla="*/ 3044626 h 3057570"/>
                <a:gd name="connsiteX18" fmla="*/ 555399 w 5202188"/>
                <a:gd name="connsiteY18" fmla="*/ 3000176 h 3057570"/>
                <a:gd name="connsiteX19" fmla="*/ 91849 w 5202188"/>
                <a:gd name="connsiteY19" fmla="*/ 2536626 h 3057570"/>
                <a:gd name="connsiteX20" fmla="*/ 21999 w 5202188"/>
                <a:gd name="connsiteY20" fmla="*/ 2219127 h 3057570"/>
                <a:gd name="connsiteX21" fmla="*/ 783999 w 5202188"/>
                <a:gd name="connsiteY21" fmla="*/ 1412677 h 3057570"/>
                <a:gd name="connsiteX22" fmla="*/ 1069748 w 5202188"/>
                <a:gd name="connsiteY22" fmla="*/ 1311076 h 3057570"/>
                <a:gd name="connsiteX23" fmla="*/ 1717448 w 5202188"/>
                <a:gd name="connsiteY23" fmla="*/ 400398 h 3057570"/>
                <a:gd name="connsiteX0" fmla="*/ 1717448 w 5202188"/>
                <a:gd name="connsiteY0" fmla="*/ 400398 h 3057570"/>
                <a:gd name="connsiteX1" fmla="*/ 1920648 w 5202188"/>
                <a:gd name="connsiteY1" fmla="*/ 212526 h 3057570"/>
                <a:gd name="connsiteX2" fmla="*/ 2733448 w 5202188"/>
                <a:gd name="connsiteY2" fmla="*/ 22027 h 3057570"/>
                <a:gd name="connsiteX3" fmla="*/ 3597048 w 5202188"/>
                <a:gd name="connsiteY3" fmla="*/ 241736 h 3057570"/>
                <a:gd name="connsiteX4" fmla="*/ 4206648 w 5202188"/>
                <a:gd name="connsiteY4" fmla="*/ 394136 h 3057570"/>
                <a:gd name="connsiteX5" fmla="*/ 4657498 w 5202188"/>
                <a:gd name="connsiteY5" fmla="*/ 504626 h 3057570"/>
                <a:gd name="connsiteX6" fmla="*/ 4905148 w 5202188"/>
                <a:gd name="connsiteY6" fmla="*/ 707826 h 3057570"/>
                <a:gd name="connsiteX7" fmla="*/ 4981348 w 5202188"/>
                <a:gd name="connsiteY7" fmla="*/ 961826 h 3057570"/>
                <a:gd name="connsiteX8" fmla="*/ 4720998 w 5202188"/>
                <a:gd name="connsiteY8" fmla="*/ 2009576 h 3057570"/>
                <a:gd name="connsiteX9" fmla="*/ 3857398 w 5202188"/>
                <a:gd name="connsiteY9" fmla="*/ 2263576 h 3057570"/>
                <a:gd name="connsiteX10" fmla="*/ 3387498 w 5202188"/>
                <a:gd name="connsiteY10" fmla="*/ 2174676 h 3057570"/>
                <a:gd name="connsiteX11" fmla="*/ 3209698 w 5202188"/>
                <a:gd name="connsiteY11" fmla="*/ 1835498 h 3057570"/>
                <a:gd name="connsiteX12" fmla="*/ 2898548 w 5202188"/>
                <a:gd name="connsiteY12" fmla="*/ 1920676 h 3057570"/>
                <a:gd name="connsiteX13" fmla="*/ 2479448 w 5202188"/>
                <a:gd name="connsiteY13" fmla="*/ 2009576 h 3057570"/>
                <a:gd name="connsiteX14" fmla="*/ 1850798 w 5202188"/>
                <a:gd name="connsiteY14" fmla="*/ 2219126 h 3057570"/>
                <a:gd name="connsiteX15" fmla="*/ 1590448 w 5202188"/>
                <a:gd name="connsiteY15" fmla="*/ 2689026 h 3057570"/>
                <a:gd name="connsiteX16" fmla="*/ 1241198 w 5202188"/>
                <a:gd name="connsiteY16" fmla="*/ 2987476 h 3057570"/>
                <a:gd name="connsiteX17" fmla="*/ 669698 w 5202188"/>
                <a:gd name="connsiteY17" fmla="*/ 3044626 h 3057570"/>
                <a:gd name="connsiteX18" fmla="*/ 555399 w 5202188"/>
                <a:gd name="connsiteY18" fmla="*/ 3000176 h 3057570"/>
                <a:gd name="connsiteX19" fmla="*/ 91849 w 5202188"/>
                <a:gd name="connsiteY19" fmla="*/ 2536626 h 3057570"/>
                <a:gd name="connsiteX20" fmla="*/ 21999 w 5202188"/>
                <a:gd name="connsiteY20" fmla="*/ 2219127 h 3057570"/>
                <a:gd name="connsiteX21" fmla="*/ 783999 w 5202188"/>
                <a:gd name="connsiteY21" fmla="*/ 1412677 h 3057570"/>
                <a:gd name="connsiteX22" fmla="*/ 1069748 w 5202188"/>
                <a:gd name="connsiteY22" fmla="*/ 1311076 h 3057570"/>
                <a:gd name="connsiteX23" fmla="*/ 1717448 w 5202188"/>
                <a:gd name="connsiteY23" fmla="*/ 400398 h 3057570"/>
                <a:gd name="connsiteX0" fmla="*/ 1717448 w 5202188"/>
                <a:gd name="connsiteY0" fmla="*/ 400398 h 3057570"/>
                <a:gd name="connsiteX1" fmla="*/ 1920648 w 5202188"/>
                <a:gd name="connsiteY1" fmla="*/ 212526 h 3057570"/>
                <a:gd name="connsiteX2" fmla="*/ 2733448 w 5202188"/>
                <a:gd name="connsiteY2" fmla="*/ 22027 h 3057570"/>
                <a:gd name="connsiteX3" fmla="*/ 3597048 w 5202188"/>
                <a:gd name="connsiteY3" fmla="*/ 241736 h 3057570"/>
                <a:gd name="connsiteX4" fmla="*/ 4206648 w 5202188"/>
                <a:gd name="connsiteY4" fmla="*/ 394136 h 3057570"/>
                <a:gd name="connsiteX5" fmla="*/ 4657498 w 5202188"/>
                <a:gd name="connsiteY5" fmla="*/ 504626 h 3057570"/>
                <a:gd name="connsiteX6" fmla="*/ 4905148 w 5202188"/>
                <a:gd name="connsiteY6" fmla="*/ 707826 h 3057570"/>
                <a:gd name="connsiteX7" fmla="*/ 4981348 w 5202188"/>
                <a:gd name="connsiteY7" fmla="*/ 961826 h 3057570"/>
                <a:gd name="connsiteX8" fmla="*/ 4720998 w 5202188"/>
                <a:gd name="connsiteY8" fmla="*/ 2009576 h 3057570"/>
                <a:gd name="connsiteX9" fmla="*/ 3857398 w 5202188"/>
                <a:gd name="connsiteY9" fmla="*/ 2263576 h 3057570"/>
                <a:gd name="connsiteX10" fmla="*/ 3387498 w 5202188"/>
                <a:gd name="connsiteY10" fmla="*/ 2174676 h 3057570"/>
                <a:gd name="connsiteX11" fmla="*/ 3209698 w 5202188"/>
                <a:gd name="connsiteY11" fmla="*/ 1835498 h 3057570"/>
                <a:gd name="connsiteX12" fmla="*/ 2898548 w 5202188"/>
                <a:gd name="connsiteY12" fmla="*/ 1920676 h 3057570"/>
                <a:gd name="connsiteX13" fmla="*/ 2479448 w 5202188"/>
                <a:gd name="connsiteY13" fmla="*/ 2009576 h 3057570"/>
                <a:gd name="connsiteX14" fmla="*/ 1850798 w 5202188"/>
                <a:gd name="connsiteY14" fmla="*/ 2219126 h 3057570"/>
                <a:gd name="connsiteX15" fmla="*/ 1590448 w 5202188"/>
                <a:gd name="connsiteY15" fmla="*/ 2689026 h 3057570"/>
                <a:gd name="connsiteX16" fmla="*/ 1241198 w 5202188"/>
                <a:gd name="connsiteY16" fmla="*/ 2987476 h 3057570"/>
                <a:gd name="connsiteX17" fmla="*/ 669698 w 5202188"/>
                <a:gd name="connsiteY17" fmla="*/ 3044626 h 3057570"/>
                <a:gd name="connsiteX18" fmla="*/ 555399 w 5202188"/>
                <a:gd name="connsiteY18" fmla="*/ 3000176 h 3057570"/>
                <a:gd name="connsiteX19" fmla="*/ 91849 w 5202188"/>
                <a:gd name="connsiteY19" fmla="*/ 2536626 h 3057570"/>
                <a:gd name="connsiteX20" fmla="*/ 21999 w 5202188"/>
                <a:gd name="connsiteY20" fmla="*/ 2219127 h 3057570"/>
                <a:gd name="connsiteX21" fmla="*/ 783999 w 5202188"/>
                <a:gd name="connsiteY21" fmla="*/ 1412677 h 3057570"/>
                <a:gd name="connsiteX22" fmla="*/ 1069748 w 5202188"/>
                <a:gd name="connsiteY22" fmla="*/ 1311076 h 3057570"/>
                <a:gd name="connsiteX23" fmla="*/ 1717448 w 5202188"/>
                <a:gd name="connsiteY23" fmla="*/ 400398 h 3057570"/>
                <a:gd name="connsiteX0" fmla="*/ 1717448 w 5202188"/>
                <a:gd name="connsiteY0" fmla="*/ 400398 h 3057570"/>
                <a:gd name="connsiteX1" fmla="*/ 1920648 w 5202188"/>
                <a:gd name="connsiteY1" fmla="*/ 212526 h 3057570"/>
                <a:gd name="connsiteX2" fmla="*/ 2733448 w 5202188"/>
                <a:gd name="connsiteY2" fmla="*/ 22027 h 3057570"/>
                <a:gd name="connsiteX3" fmla="*/ 3597048 w 5202188"/>
                <a:gd name="connsiteY3" fmla="*/ 241736 h 3057570"/>
                <a:gd name="connsiteX4" fmla="*/ 4206648 w 5202188"/>
                <a:gd name="connsiteY4" fmla="*/ 394136 h 3057570"/>
                <a:gd name="connsiteX5" fmla="*/ 4657498 w 5202188"/>
                <a:gd name="connsiteY5" fmla="*/ 504626 h 3057570"/>
                <a:gd name="connsiteX6" fmla="*/ 4905148 w 5202188"/>
                <a:gd name="connsiteY6" fmla="*/ 707826 h 3057570"/>
                <a:gd name="connsiteX7" fmla="*/ 4981348 w 5202188"/>
                <a:gd name="connsiteY7" fmla="*/ 961826 h 3057570"/>
                <a:gd name="connsiteX8" fmla="*/ 4720998 w 5202188"/>
                <a:gd name="connsiteY8" fmla="*/ 2009576 h 3057570"/>
                <a:gd name="connsiteX9" fmla="*/ 3857398 w 5202188"/>
                <a:gd name="connsiteY9" fmla="*/ 2263576 h 3057570"/>
                <a:gd name="connsiteX10" fmla="*/ 3387498 w 5202188"/>
                <a:gd name="connsiteY10" fmla="*/ 2174676 h 3057570"/>
                <a:gd name="connsiteX11" fmla="*/ 3209698 w 5202188"/>
                <a:gd name="connsiteY11" fmla="*/ 1835498 h 3057570"/>
                <a:gd name="connsiteX12" fmla="*/ 2898548 w 5202188"/>
                <a:gd name="connsiteY12" fmla="*/ 1920676 h 3057570"/>
                <a:gd name="connsiteX13" fmla="*/ 2479448 w 5202188"/>
                <a:gd name="connsiteY13" fmla="*/ 2009576 h 3057570"/>
                <a:gd name="connsiteX14" fmla="*/ 1850798 w 5202188"/>
                <a:gd name="connsiteY14" fmla="*/ 2219126 h 3057570"/>
                <a:gd name="connsiteX15" fmla="*/ 1590448 w 5202188"/>
                <a:gd name="connsiteY15" fmla="*/ 2689026 h 3057570"/>
                <a:gd name="connsiteX16" fmla="*/ 1241198 w 5202188"/>
                <a:gd name="connsiteY16" fmla="*/ 2987476 h 3057570"/>
                <a:gd name="connsiteX17" fmla="*/ 669698 w 5202188"/>
                <a:gd name="connsiteY17" fmla="*/ 3044626 h 3057570"/>
                <a:gd name="connsiteX18" fmla="*/ 555399 w 5202188"/>
                <a:gd name="connsiteY18" fmla="*/ 3000176 h 3057570"/>
                <a:gd name="connsiteX19" fmla="*/ 91849 w 5202188"/>
                <a:gd name="connsiteY19" fmla="*/ 2536626 h 3057570"/>
                <a:gd name="connsiteX20" fmla="*/ 21999 w 5202188"/>
                <a:gd name="connsiteY20" fmla="*/ 2219127 h 3057570"/>
                <a:gd name="connsiteX21" fmla="*/ 783999 w 5202188"/>
                <a:gd name="connsiteY21" fmla="*/ 1412677 h 3057570"/>
                <a:gd name="connsiteX22" fmla="*/ 1069748 w 5202188"/>
                <a:gd name="connsiteY22" fmla="*/ 1311076 h 3057570"/>
                <a:gd name="connsiteX23" fmla="*/ 1717448 w 5202188"/>
                <a:gd name="connsiteY23" fmla="*/ 400398 h 3057570"/>
                <a:gd name="connsiteX0" fmla="*/ 1717448 w 5202188"/>
                <a:gd name="connsiteY0" fmla="*/ 400398 h 3057570"/>
                <a:gd name="connsiteX1" fmla="*/ 1920648 w 5202188"/>
                <a:gd name="connsiteY1" fmla="*/ 212526 h 3057570"/>
                <a:gd name="connsiteX2" fmla="*/ 2733448 w 5202188"/>
                <a:gd name="connsiteY2" fmla="*/ 22027 h 3057570"/>
                <a:gd name="connsiteX3" fmla="*/ 3597048 w 5202188"/>
                <a:gd name="connsiteY3" fmla="*/ 241736 h 3057570"/>
                <a:gd name="connsiteX4" fmla="*/ 4206648 w 5202188"/>
                <a:gd name="connsiteY4" fmla="*/ 394136 h 3057570"/>
                <a:gd name="connsiteX5" fmla="*/ 4657498 w 5202188"/>
                <a:gd name="connsiteY5" fmla="*/ 504626 h 3057570"/>
                <a:gd name="connsiteX6" fmla="*/ 4905148 w 5202188"/>
                <a:gd name="connsiteY6" fmla="*/ 707826 h 3057570"/>
                <a:gd name="connsiteX7" fmla="*/ 4981348 w 5202188"/>
                <a:gd name="connsiteY7" fmla="*/ 961826 h 3057570"/>
                <a:gd name="connsiteX8" fmla="*/ 4720998 w 5202188"/>
                <a:gd name="connsiteY8" fmla="*/ 2009576 h 3057570"/>
                <a:gd name="connsiteX9" fmla="*/ 3857398 w 5202188"/>
                <a:gd name="connsiteY9" fmla="*/ 2263576 h 3057570"/>
                <a:gd name="connsiteX10" fmla="*/ 3387498 w 5202188"/>
                <a:gd name="connsiteY10" fmla="*/ 2174676 h 3057570"/>
                <a:gd name="connsiteX11" fmla="*/ 3209698 w 5202188"/>
                <a:gd name="connsiteY11" fmla="*/ 1835498 h 3057570"/>
                <a:gd name="connsiteX12" fmla="*/ 2898548 w 5202188"/>
                <a:gd name="connsiteY12" fmla="*/ 1920676 h 3057570"/>
                <a:gd name="connsiteX13" fmla="*/ 2479448 w 5202188"/>
                <a:gd name="connsiteY13" fmla="*/ 2009576 h 3057570"/>
                <a:gd name="connsiteX14" fmla="*/ 1850798 w 5202188"/>
                <a:gd name="connsiteY14" fmla="*/ 2219126 h 3057570"/>
                <a:gd name="connsiteX15" fmla="*/ 1590448 w 5202188"/>
                <a:gd name="connsiteY15" fmla="*/ 2689026 h 3057570"/>
                <a:gd name="connsiteX16" fmla="*/ 1241198 w 5202188"/>
                <a:gd name="connsiteY16" fmla="*/ 2956996 h 3057570"/>
                <a:gd name="connsiteX17" fmla="*/ 669698 w 5202188"/>
                <a:gd name="connsiteY17" fmla="*/ 3044626 h 3057570"/>
                <a:gd name="connsiteX18" fmla="*/ 555399 w 5202188"/>
                <a:gd name="connsiteY18" fmla="*/ 3000176 h 3057570"/>
                <a:gd name="connsiteX19" fmla="*/ 91849 w 5202188"/>
                <a:gd name="connsiteY19" fmla="*/ 2536626 h 3057570"/>
                <a:gd name="connsiteX20" fmla="*/ 21999 w 5202188"/>
                <a:gd name="connsiteY20" fmla="*/ 2219127 h 3057570"/>
                <a:gd name="connsiteX21" fmla="*/ 783999 w 5202188"/>
                <a:gd name="connsiteY21" fmla="*/ 1412677 h 3057570"/>
                <a:gd name="connsiteX22" fmla="*/ 1069748 w 5202188"/>
                <a:gd name="connsiteY22" fmla="*/ 1311076 h 3057570"/>
                <a:gd name="connsiteX23" fmla="*/ 1717448 w 5202188"/>
                <a:gd name="connsiteY23" fmla="*/ 400398 h 3057570"/>
                <a:gd name="connsiteX0" fmla="*/ 1717448 w 5202188"/>
                <a:gd name="connsiteY0" fmla="*/ 400398 h 3057570"/>
                <a:gd name="connsiteX1" fmla="*/ 1920648 w 5202188"/>
                <a:gd name="connsiteY1" fmla="*/ 212526 h 3057570"/>
                <a:gd name="connsiteX2" fmla="*/ 2733448 w 5202188"/>
                <a:gd name="connsiteY2" fmla="*/ 22027 h 3057570"/>
                <a:gd name="connsiteX3" fmla="*/ 3597048 w 5202188"/>
                <a:gd name="connsiteY3" fmla="*/ 241736 h 3057570"/>
                <a:gd name="connsiteX4" fmla="*/ 4206648 w 5202188"/>
                <a:gd name="connsiteY4" fmla="*/ 394136 h 3057570"/>
                <a:gd name="connsiteX5" fmla="*/ 4657498 w 5202188"/>
                <a:gd name="connsiteY5" fmla="*/ 504626 h 3057570"/>
                <a:gd name="connsiteX6" fmla="*/ 4905148 w 5202188"/>
                <a:gd name="connsiteY6" fmla="*/ 707826 h 3057570"/>
                <a:gd name="connsiteX7" fmla="*/ 4981348 w 5202188"/>
                <a:gd name="connsiteY7" fmla="*/ 961826 h 3057570"/>
                <a:gd name="connsiteX8" fmla="*/ 4720998 w 5202188"/>
                <a:gd name="connsiteY8" fmla="*/ 2009576 h 3057570"/>
                <a:gd name="connsiteX9" fmla="*/ 3857398 w 5202188"/>
                <a:gd name="connsiteY9" fmla="*/ 2263576 h 3057570"/>
                <a:gd name="connsiteX10" fmla="*/ 3387498 w 5202188"/>
                <a:gd name="connsiteY10" fmla="*/ 2174676 h 3057570"/>
                <a:gd name="connsiteX11" fmla="*/ 3209698 w 5202188"/>
                <a:gd name="connsiteY11" fmla="*/ 1835498 h 3057570"/>
                <a:gd name="connsiteX12" fmla="*/ 2898548 w 5202188"/>
                <a:gd name="connsiteY12" fmla="*/ 1920676 h 3057570"/>
                <a:gd name="connsiteX13" fmla="*/ 2479448 w 5202188"/>
                <a:gd name="connsiteY13" fmla="*/ 2009576 h 3057570"/>
                <a:gd name="connsiteX14" fmla="*/ 1850798 w 5202188"/>
                <a:gd name="connsiteY14" fmla="*/ 2219126 h 3057570"/>
                <a:gd name="connsiteX15" fmla="*/ 1590448 w 5202188"/>
                <a:gd name="connsiteY15" fmla="*/ 2689026 h 3057570"/>
                <a:gd name="connsiteX16" fmla="*/ 1241198 w 5202188"/>
                <a:gd name="connsiteY16" fmla="*/ 2956996 h 3057570"/>
                <a:gd name="connsiteX17" fmla="*/ 669698 w 5202188"/>
                <a:gd name="connsiteY17" fmla="*/ 3044626 h 3057570"/>
                <a:gd name="connsiteX18" fmla="*/ 555399 w 5202188"/>
                <a:gd name="connsiteY18" fmla="*/ 3000176 h 3057570"/>
                <a:gd name="connsiteX19" fmla="*/ 91849 w 5202188"/>
                <a:gd name="connsiteY19" fmla="*/ 2536626 h 3057570"/>
                <a:gd name="connsiteX20" fmla="*/ 21999 w 5202188"/>
                <a:gd name="connsiteY20" fmla="*/ 2219127 h 3057570"/>
                <a:gd name="connsiteX21" fmla="*/ 783999 w 5202188"/>
                <a:gd name="connsiteY21" fmla="*/ 1412677 h 3057570"/>
                <a:gd name="connsiteX22" fmla="*/ 1069748 w 5202188"/>
                <a:gd name="connsiteY22" fmla="*/ 1311076 h 3057570"/>
                <a:gd name="connsiteX23" fmla="*/ 1717448 w 5202188"/>
                <a:gd name="connsiteY23" fmla="*/ 400398 h 3057570"/>
                <a:gd name="connsiteX0" fmla="*/ 1717448 w 5202188"/>
                <a:gd name="connsiteY0" fmla="*/ 400398 h 3140371"/>
                <a:gd name="connsiteX1" fmla="*/ 1920648 w 5202188"/>
                <a:gd name="connsiteY1" fmla="*/ 212526 h 3140371"/>
                <a:gd name="connsiteX2" fmla="*/ 2733448 w 5202188"/>
                <a:gd name="connsiteY2" fmla="*/ 22027 h 3140371"/>
                <a:gd name="connsiteX3" fmla="*/ 3597048 w 5202188"/>
                <a:gd name="connsiteY3" fmla="*/ 241736 h 3140371"/>
                <a:gd name="connsiteX4" fmla="*/ 4206648 w 5202188"/>
                <a:gd name="connsiteY4" fmla="*/ 394136 h 3140371"/>
                <a:gd name="connsiteX5" fmla="*/ 4657498 w 5202188"/>
                <a:gd name="connsiteY5" fmla="*/ 504626 h 3140371"/>
                <a:gd name="connsiteX6" fmla="*/ 4905148 w 5202188"/>
                <a:gd name="connsiteY6" fmla="*/ 707826 h 3140371"/>
                <a:gd name="connsiteX7" fmla="*/ 4981348 w 5202188"/>
                <a:gd name="connsiteY7" fmla="*/ 961826 h 3140371"/>
                <a:gd name="connsiteX8" fmla="*/ 4720998 w 5202188"/>
                <a:gd name="connsiteY8" fmla="*/ 2009576 h 3140371"/>
                <a:gd name="connsiteX9" fmla="*/ 3857398 w 5202188"/>
                <a:gd name="connsiteY9" fmla="*/ 2263576 h 3140371"/>
                <a:gd name="connsiteX10" fmla="*/ 3387498 w 5202188"/>
                <a:gd name="connsiteY10" fmla="*/ 2174676 h 3140371"/>
                <a:gd name="connsiteX11" fmla="*/ 3209698 w 5202188"/>
                <a:gd name="connsiteY11" fmla="*/ 1835498 h 3140371"/>
                <a:gd name="connsiteX12" fmla="*/ 2898548 w 5202188"/>
                <a:gd name="connsiteY12" fmla="*/ 1920676 h 3140371"/>
                <a:gd name="connsiteX13" fmla="*/ 2479448 w 5202188"/>
                <a:gd name="connsiteY13" fmla="*/ 2009576 h 3140371"/>
                <a:gd name="connsiteX14" fmla="*/ 1850798 w 5202188"/>
                <a:gd name="connsiteY14" fmla="*/ 2219126 h 3140371"/>
                <a:gd name="connsiteX15" fmla="*/ 1590448 w 5202188"/>
                <a:gd name="connsiteY15" fmla="*/ 2689026 h 3140371"/>
                <a:gd name="connsiteX16" fmla="*/ 1241198 w 5202188"/>
                <a:gd name="connsiteY16" fmla="*/ 2956996 h 3140371"/>
                <a:gd name="connsiteX17" fmla="*/ 669698 w 5202188"/>
                <a:gd name="connsiteY17" fmla="*/ 3044626 h 3140371"/>
                <a:gd name="connsiteX18" fmla="*/ 555399 w 5202188"/>
                <a:gd name="connsiteY18" fmla="*/ 3000176 h 3140371"/>
                <a:gd name="connsiteX19" fmla="*/ 91849 w 5202188"/>
                <a:gd name="connsiteY19" fmla="*/ 2536626 h 3140371"/>
                <a:gd name="connsiteX20" fmla="*/ 21999 w 5202188"/>
                <a:gd name="connsiteY20" fmla="*/ 2219127 h 3140371"/>
                <a:gd name="connsiteX21" fmla="*/ 783999 w 5202188"/>
                <a:gd name="connsiteY21" fmla="*/ 1412677 h 3140371"/>
                <a:gd name="connsiteX22" fmla="*/ 1069748 w 5202188"/>
                <a:gd name="connsiteY22" fmla="*/ 1311076 h 3140371"/>
                <a:gd name="connsiteX23" fmla="*/ 1717448 w 5202188"/>
                <a:gd name="connsiteY23" fmla="*/ 400398 h 3140371"/>
                <a:gd name="connsiteX0" fmla="*/ 1717448 w 5202188"/>
                <a:gd name="connsiteY0" fmla="*/ 400398 h 3140371"/>
                <a:gd name="connsiteX1" fmla="*/ 1920648 w 5202188"/>
                <a:gd name="connsiteY1" fmla="*/ 212526 h 3140371"/>
                <a:gd name="connsiteX2" fmla="*/ 2733448 w 5202188"/>
                <a:gd name="connsiteY2" fmla="*/ 22027 h 3140371"/>
                <a:gd name="connsiteX3" fmla="*/ 3597048 w 5202188"/>
                <a:gd name="connsiteY3" fmla="*/ 241736 h 3140371"/>
                <a:gd name="connsiteX4" fmla="*/ 4206648 w 5202188"/>
                <a:gd name="connsiteY4" fmla="*/ 394136 h 3140371"/>
                <a:gd name="connsiteX5" fmla="*/ 4657498 w 5202188"/>
                <a:gd name="connsiteY5" fmla="*/ 504626 h 3140371"/>
                <a:gd name="connsiteX6" fmla="*/ 4905148 w 5202188"/>
                <a:gd name="connsiteY6" fmla="*/ 707826 h 3140371"/>
                <a:gd name="connsiteX7" fmla="*/ 4981348 w 5202188"/>
                <a:gd name="connsiteY7" fmla="*/ 961826 h 3140371"/>
                <a:gd name="connsiteX8" fmla="*/ 4720998 w 5202188"/>
                <a:gd name="connsiteY8" fmla="*/ 2009576 h 3140371"/>
                <a:gd name="connsiteX9" fmla="*/ 3857398 w 5202188"/>
                <a:gd name="connsiteY9" fmla="*/ 2263576 h 3140371"/>
                <a:gd name="connsiteX10" fmla="*/ 3387498 w 5202188"/>
                <a:gd name="connsiteY10" fmla="*/ 2174676 h 3140371"/>
                <a:gd name="connsiteX11" fmla="*/ 3209698 w 5202188"/>
                <a:gd name="connsiteY11" fmla="*/ 1835498 h 3140371"/>
                <a:gd name="connsiteX12" fmla="*/ 2898548 w 5202188"/>
                <a:gd name="connsiteY12" fmla="*/ 1920676 h 3140371"/>
                <a:gd name="connsiteX13" fmla="*/ 2479448 w 5202188"/>
                <a:gd name="connsiteY13" fmla="*/ 2009576 h 3140371"/>
                <a:gd name="connsiteX14" fmla="*/ 1850798 w 5202188"/>
                <a:gd name="connsiteY14" fmla="*/ 2219126 h 3140371"/>
                <a:gd name="connsiteX15" fmla="*/ 1590448 w 5202188"/>
                <a:gd name="connsiteY15" fmla="*/ 2689026 h 3140371"/>
                <a:gd name="connsiteX16" fmla="*/ 1241198 w 5202188"/>
                <a:gd name="connsiteY16" fmla="*/ 2956996 h 3140371"/>
                <a:gd name="connsiteX17" fmla="*/ 669698 w 5202188"/>
                <a:gd name="connsiteY17" fmla="*/ 3044626 h 3140371"/>
                <a:gd name="connsiteX18" fmla="*/ 555399 w 5202188"/>
                <a:gd name="connsiteY18" fmla="*/ 3000176 h 3140371"/>
                <a:gd name="connsiteX19" fmla="*/ 91849 w 5202188"/>
                <a:gd name="connsiteY19" fmla="*/ 2536626 h 3140371"/>
                <a:gd name="connsiteX20" fmla="*/ 21999 w 5202188"/>
                <a:gd name="connsiteY20" fmla="*/ 2219127 h 3140371"/>
                <a:gd name="connsiteX21" fmla="*/ 783999 w 5202188"/>
                <a:gd name="connsiteY21" fmla="*/ 1412677 h 3140371"/>
                <a:gd name="connsiteX22" fmla="*/ 1069748 w 5202188"/>
                <a:gd name="connsiteY22" fmla="*/ 1311076 h 3140371"/>
                <a:gd name="connsiteX23" fmla="*/ 1717448 w 5202188"/>
                <a:gd name="connsiteY23" fmla="*/ 400398 h 3140371"/>
                <a:gd name="connsiteX0" fmla="*/ 1757507 w 5242247"/>
                <a:gd name="connsiteY0" fmla="*/ 400398 h 3140371"/>
                <a:gd name="connsiteX1" fmla="*/ 1960707 w 5242247"/>
                <a:gd name="connsiteY1" fmla="*/ 212526 h 3140371"/>
                <a:gd name="connsiteX2" fmla="*/ 2773507 w 5242247"/>
                <a:gd name="connsiteY2" fmla="*/ 22027 h 3140371"/>
                <a:gd name="connsiteX3" fmla="*/ 3637107 w 5242247"/>
                <a:gd name="connsiteY3" fmla="*/ 241736 h 3140371"/>
                <a:gd name="connsiteX4" fmla="*/ 4246707 w 5242247"/>
                <a:gd name="connsiteY4" fmla="*/ 394136 h 3140371"/>
                <a:gd name="connsiteX5" fmla="*/ 4697557 w 5242247"/>
                <a:gd name="connsiteY5" fmla="*/ 504626 h 3140371"/>
                <a:gd name="connsiteX6" fmla="*/ 4945207 w 5242247"/>
                <a:gd name="connsiteY6" fmla="*/ 707826 h 3140371"/>
                <a:gd name="connsiteX7" fmla="*/ 5021407 w 5242247"/>
                <a:gd name="connsiteY7" fmla="*/ 961826 h 3140371"/>
                <a:gd name="connsiteX8" fmla="*/ 4761057 w 5242247"/>
                <a:gd name="connsiteY8" fmla="*/ 2009576 h 3140371"/>
                <a:gd name="connsiteX9" fmla="*/ 3897457 w 5242247"/>
                <a:gd name="connsiteY9" fmla="*/ 2263576 h 3140371"/>
                <a:gd name="connsiteX10" fmla="*/ 3427557 w 5242247"/>
                <a:gd name="connsiteY10" fmla="*/ 2174676 h 3140371"/>
                <a:gd name="connsiteX11" fmla="*/ 3249757 w 5242247"/>
                <a:gd name="connsiteY11" fmla="*/ 1835498 h 3140371"/>
                <a:gd name="connsiteX12" fmla="*/ 2938607 w 5242247"/>
                <a:gd name="connsiteY12" fmla="*/ 1920676 h 3140371"/>
                <a:gd name="connsiteX13" fmla="*/ 2519507 w 5242247"/>
                <a:gd name="connsiteY13" fmla="*/ 2009576 h 3140371"/>
                <a:gd name="connsiteX14" fmla="*/ 1890857 w 5242247"/>
                <a:gd name="connsiteY14" fmla="*/ 2219126 h 3140371"/>
                <a:gd name="connsiteX15" fmla="*/ 1630507 w 5242247"/>
                <a:gd name="connsiteY15" fmla="*/ 2689026 h 3140371"/>
                <a:gd name="connsiteX16" fmla="*/ 1281257 w 5242247"/>
                <a:gd name="connsiteY16" fmla="*/ 2956996 h 3140371"/>
                <a:gd name="connsiteX17" fmla="*/ 709757 w 5242247"/>
                <a:gd name="connsiteY17" fmla="*/ 3044626 h 3140371"/>
                <a:gd name="connsiteX18" fmla="*/ 595458 w 5242247"/>
                <a:gd name="connsiteY18" fmla="*/ 3000176 h 3140371"/>
                <a:gd name="connsiteX19" fmla="*/ 131908 w 5242247"/>
                <a:gd name="connsiteY19" fmla="*/ 2536626 h 3140371"/>
                <a:gd name="connsiteX20" fmla="*/ 62058 w 5242247"/>
                <a:gd name="connsiteY20" fmla="*/ 2219127 h 3140371"/>
                <a:gd name="connsiteX21" fmla="*/ 824058 w 5242247"/>
                <a:gd name="connsiteY21" fmla="*/ 1412677 h 3140371"/>
                <a:gd name="connsiteX22" fmla="*/ 1109807 w 5242247"/>
                <a:gd name="connsiteY22" fmla="*/ 1311076 h 3140371"/>
                <a:gd name="connsiteX23" fmla="*/ 1757507 w 5242247"/>
                <a:gd name="connsiteY23" fmla="*/ 400398 h 3140371"/>
                <a:gd name="connsiteX0" fmla="*/ 1766938 w 5251678"/>
                <a:gd name="connsiteY0" fmla="*/ 400398 h 3140371"/>
                <a:gd name="connsiteX1" fmla="*/ 1970138 w 5251678"/>
                <a:gd name="connsiteY1" fmla="*/ 212526 h 3140371"/>
                <a:gd name="connsiteX2" fmla="*/ 2782938 w 5251678"/>
                <a:gd name="connsiteY2" fmla="*/ 22027 h 3140371"/>
                <a:gd name="connsiteX3" fmla="*/ 3646538 w 5251678"/>
                <a:gd name="connsiteY3" fmla="*/ 241736 h 3140371"/>
                <a:gd name="connsiteX4" fmla="*/ 4256138 w 5251678"/>
                <a:gd name="connsiteY4" fmla="*/ 394136 h 3140371"/>
                <a:gd name="connsiteX5" fmla="*/ 4706988 w 5251678"/>
                <a:gd name="connsiteY5" fmla="*/ 504626 h 3140371"/>
                <a:gd name="connsiteX6" fmla="*/ 4954638 w 5251678"/>
                <a:gd name="connsiteY6" fmla="*/ 707826 h 3140371"/>
                <a:gd name="connsiteX7" fmla="*/ 5030838 w 5251678"/>
                <a:gd name="connsiteY7" fmla="*/ 961826 h 3140371"/>
                <a:gd name="connsiteX8" fmla="*/ 4770488 w 5251678"/>
                <a:gd name="connsiteY8" fmla="*/ 2009576 h 3140371"/>
                <a:gd name="connsiteX9" fmla="*/ 3906888 w 5251678"/>
                <a:gd name="connsiteY9" fmla="*/ 2263576 h 3140371"/>
                <a:gd name="connsiteX10" fmla="*/ 3436988 w 5251678"/>
                <a:gd name="connsiteY10" fmla="*/ 2174676 h 3140371"/>
                <a:gd name="connsiteX11" fmla="*/ 3259188 w 5251678"/>
                <a:gd name="connsiteY11" fmla="*/ 1835498 h 3140371"/>
                <a:gd name="connsiteX12" fmla="*/ 2948038 w 5251678"/>
                <a:gd name="connsiteY12" fmla="*/ 1920676 h 3140371"/>
                <a:gd name="connsiteX13" fmla="*/ 2528938 w 5251678"/>
                <a:gd name="connsiteY13" fmla="*/ 2009576 h 3140371"/>
                <a:gd name="connsiteX14" fmla="*/ 1900288 w 5251678"/>
                <a:gd name="connsiteY14" fmla="*/ 2219126 h 3140371"/>
                <a:gd name="connsiteX15" fmla="*/ 1639938 w 5251678"/>
                <a:gd name="connsiteY15" fmla="*/ 2689026 h 3140371"/>
                <a:gd name="connsiteX16" fmla="*/ 1290688 w 5251678"/>
                <a:gd name="connsiteY16" fmla="*/ 2956996 h 3140371"/>
                <a:gd name="connsiteX17" fmla="*/ 719188 w 5251678"/>
                <a:gd name="connsiteY17" fmla="*/ 3044626 h 3140371"/>
                <a:gd name="connsiteX18" fmla="*/ 604889 w 5251678"/>
                <a:gd name="connsiteY18" fmla="*/ 3000176 h 3140371"/>
                <a:gd name="connsiteX19" fmla="*/ 141339 w 5251678"/>
                <a:gd name="connsiteY19" fmla="*/ 2536626 h 3140371"/>
                <a:gd name="connsiteX20" fmla="*/ 71489 w 5251678"/>
                <a:gd name="connsiteY20" fmla="*/ 2219127 h 3140371"/>
                <a:gd name="connsiteX21" fmla="*/ 833489 w 5251678"/>
                <a:gd name="connsiteY21" fmla="*/ 1412677 h 3140371"/>
                <a:gd name="connsiteX22" fmla="*/ 1119238 w 5251678"/>
                <a:gd name="connsiteY22" fmla="*/ 1311076 h 3140371"/>
                <a:gd name="connsiteX23" fmla="*/ 1766938 w 5251678"/>
                <a:gd name="connsiteY23" fmla="*/ 400398 h 3140371"/>
                <a:gd name="connsiteX0" fmla="*/ 1766938 w 5251678"/>
                <a:gd name="connsiteY0" fmla="*/ 511765 h 3251738"/>
                <a:gd name="connsiteX1" fmla="*/ 1970138 w 5251678"/>
                <a:gd name="connsiteY1" fmla="*/ 323893 h 3251738"/>
                <a:gd name="connsiteX2" fmla="*/ 2782938 w 5251678"/>
                <a:gd name="connsiteY2" fmla="*/ 133394 h 3251738"/>
                <a:gd name="connsiteX3" fmla="*/ 3646538 w 5251678"/>
                <a:gd name="connsiteY3" fmla="*/ 353103 h 3251738"/>
                <a:gd name="connsiteX4" fmla="*/ 4256138 w 5251678"/>
                <a:gd name="connsiteY4" fmla="*/ 505503 h 3251738"/>
                <a:gd name="connsiteX5" fmla="*/ 4706988 w 5251678"/>
                <a:gd name="connsiteY5" fmla="*/ 615993 h 3251738"/>
                <a:gd name="connsiteX6" fmla="*/ 4954638 w 5251678"/>
                <a:gd name="connsiteY6" fmla="*/ 819193 h 3251738"/>
                <a:gd name="connsiteX7" fmla="*/ 5030838 w 5251678"/>
                <a:gd name="connsiteY7" fmla="*/ 1073193 h 3251738"/>
                <a:gd name="connsiteX8" fmla="*/ 4770488 w 5251678"/>
                <a:gd name="connsiteY8" fmla="*/ 2120943 h 3251738"/>
                <a:gd name="connsiteX9" fmla="*/ 3906888 w 5251678"/>
                <a:gd name="connsiteY9" fmla="*/ 2374943 h 3251738"/>
                <a:gd name="connsiteX10" fmla="*/ 3436988 w 5251678"/>
                <a:gd name="connsiteY10" fmla="*/ 2286043 h 3251738"/>
                <a:gd name="connsiteX11" fmla="*/ 3259188 w 5251678"/>
                <a:gd name="connsiteY11" fmla="*/ 1946865 h 3251738"/>
                <a:gd name="connsiteX12" fmla="*/ 2948038 w 5251678"/>
                <a:gd name="connsiteY12" fmla="*/ 2032043 h 3251738"/>
                <a:gd name="connsiteX13" fmla="*/ 2528938 w 5251678"/>
                <a:gd name="connsiteY13" fmla="*/ 2120943 h 3251738"/>
                <a:gd name="connsiteX14" fmla="*/ 1900288 w 5251678"/>
                <a:gd name="connsiteY14" fmla="*/ 2330493 h 3251738"/>
                <a:gd name="connsiteX15" fmla="*/ 1639938 w 5251678"/>
                <a:gd name="connsiteY15" fmla="*/ 2800393 h 3251738"/>
                <a:gd name="connsiteX16" fmla="*/ 1290688 w 5251678"/>
                <a:gd name="connsiteY16" fmla="*/ 3068363 h 3251738"/>
                <a:gd name="connsiteX17" fmla="*/ 719188 w 5251678"/>
                <a:gd name="connsiteY17" fmla="*/ 3155993 h 3251738"/>
                <a:gd name="connsiteX18" fmla="*/ 604889 w 5251678"/>
                <a:gd name="connsiteY18" fmla="*/ 3111543 h 3251738"/>
                <a:gd name="connsiteX19" fmla="*/ 141339 w 5251678"/>
                <a:gd name="connsiteY19" fmla="*/ 2647993 h 3251738"/>
                <a:gd name="connsiteX20" fmla="*/ 71489 w 5251678"/>
                <a:gd name="connsiteY20" fmla="*/ 2330494 h 3251738"/>
                <a:gd name="connsiteX21" fmla="*/ 833489 w 5251678"/>
                <a:gd name="connsiteY21" fmla="*/ 1524044 h 3251738"/>
                <a:gd name="connsiteX22" fmla="*/ 1119238 w 5251678"/>
                <a:gd name="connsiteY22" fmla="*/ 1422443 h 3251738"/>
                <a:gd name="connsiteX23" fmla="*/ 1766938 w 5251678"/>
                <a:gd name="connsiteY23" fmla="*/ 511765 h 3251738"/>
                <a:gd name="connsiteX0" fmla="*/ 1766938 w 5251678"/>
                <a:gd name="connsiteY0" fmla="*/ 511765 h 3251738"/>
                <a:gd name="connsiteX1" fmla="*/ 1970138 w 5251678"/>
                <a:gd name="connsiteY1" fmla="*/ 323893 h 3251738"/>
                <a:gd name="connsiteX2" fmla="*/ 2782938 w 5251678"/>
                <a:gd name="connsiteY2" fmla="*/ 133394 h 3251738"/>
                <a:gd name="connsiteX3" fmla="*/ 3631298 w 5251678"/>
                <a:gd name="connsiteY3" fmla="*/ 391203 h 3251738"/>
                <a:gd name="connsiteX4" fmla="*/ 4256138 w 5251678"/>
                <a:gd name="connsiteY4" fmla="*/ 505503 h 3251738"/>
                <a:gd name="connsiteX5" fmla="*/ 4706988 w 5251678"/>
                <a:gd name="connsiteY5" fmla="*/ 615993 h 3251738"/>
                <a:gd name="connsiteX6" fmla="*/ 4954638 w 5251678"/>
                <a:gd name="connsiteY6" fmla="*/ 819193 h 3251738"/>
                <a:gd name="connsiteX7" fmla="*/ 5030838 w 5251678"/>
                <a:gd name="connsiteY7" fmla="*/ 1073193 h 3251738"/>
                <a:gd name="connsiteX8" fmla="*/ 4770488 w 5251678"/>
                <a:gd name="connsiteY8" fmla="*/ 2120943 h 3251738"/>
                <a:gd name="connsiteX9" fmla="*/ 3906888 w 5251678"/>
                <a:gd name="connsiteY9" fmla="*/ 2374943 h 3251738"/>
                <a:gd name="connsiteX10" fmla="*/ 3436988 w 5251678"/>
                <a:gd name="connsiteY10" fmla="*/ 2286043 h 3251738"/>
                <a:gd name="connsiteX11" fmla="*/ 3259188 w 5251678"/>
                <a:gd name="connsiteY11" fmla="*/ 1946865 h 3251738"/>
                <a:gd name="connsiteX12" fmla="*/ 2948038 w 5251678"/>
                <a:gd name="connsiteY12" fmla="*/ 2032043 h 3251738"/>
                <a:gd name="connsiteX13" fmla="*/ 2528938 w 5251678"/>
                <a:gd name="connsiteY13" fmla="*/ 2120943 h 3251738"/>
                <a:gd name="connsiteX14" fmla="*/ 1900288 w 5251678"/>
                <a:gd name="connsiteY14" fmla="*/ 2330493 h 3251738"/>
                <a:gd name="connsiteX15" fmla="*/ 1639938 w 5251678"/>
                <a:gd name="connsiteY15" fmla="*/ 2800393 h 3251738"/>
                <a:gd name="connsiteX16" fmla="*/ 1290688 w 5251678"/>
                <a:gd name="connsiteY16" fmla="*/ 3068363 h 3251738"/>
                <a:gd name="connsiteX17" fmla="*/ 719188 w 5251678"/>
                <a:gd name="connsiteY17" fmla="*/ 3155993 h 3251738"/>
                <a:gd name="connsiteX18" fmla="*/ 604889 w 5251678"/>
                <a:gd name="connsiteY18" fmla="*/ 3111543 h 3251738"/>
                <a:gd name="connsiteX19" fmla="*/ 141339 w 5251678"/>
                <a:gd name="connsiteY19" fmla="*/ 2647993 h 3251738"/>
                <a:gd name="connsiteX20" fmla="*/ 71489 w 5251678"/>
                <a:gd name="connsiteY20" fmla="*/ 2330494 h 3251738"/>
                <a:gd name="connsiteX21" fmla="*/ 833489 w 5251678"/>
                <a:gd name="connsiteY21" fmla="*/ 1524044 h 3251738"/>
                <a:gd name="connsiteX22" fmla="*/ 1119238 w 5251678"/>
                <a:gd name="connsiteY22" fmla="*/ 1422443 h 3251738"/>
                <a:gd name="connsiteX23" fmla="*/ 1766938 w 5251678"/>
                <a:gd name="connsiteY23" fmla="*/ 511765 h 3251738"/>
                <a:gd name="connsiteX0" fmla="*/ 1766938 w 5251678"/>
                <a:gd name="connsiteY0" fmla="*/ 511765 h 3251738"/>
                <a:gd name="connsiteX1" fmla="*/ 1970138 w 5251678"/>
                <a:gd name="connsiteY1" fmla="*/ 323893 h 3251738"/>
                <a:gd name="connsiteX2" fmla="*/ 2782938 w 5251678"/>
                <a:gd name="connsiteY2" fmla="*/ 133394 h 3251738"/>
                <a:gd name="connsiteX3" fmla="*/ 3631298 w 5251678"/>
                <a:gd name="connsiteY3" fmla="*/ 391203 h 3251738"/>
                <a:gd name="connsiteX4" fmla="*/ 4256138 w 5251678"/>
                <a:gd name="connsiteY4" fmla="*/ 505503 h 3251738"/>
                <a:gd name="connsiteX5" fmla="*/ 4706988 w 5251678"/>
                <a:gd name="connsiteY5" fmla="*/ 615993 h 3251738"/>
                <a:gd name="connsiteX6" fmla="*/ 4954638 w 5251678"/>
                <a:gd name="connsiteY6" fmla="*/ 819193 h 3251738"/>
                <a:gd name="connsiteX7" fmla="*/ 5030838 w 5251678"/>
                <a:gd name="connsiteY7" fmla="*/ 1073193 h 3251738"/>
                <a:gd name="connsiteX8" fmla="*/ 4770488 w 5251678"/>
                <a:gd name="connsiteY8" fmla="*/ 2120943 h 3251738"/>
                <a:gd name="connsiteX9" fmla="*/ 3906888 w 5251678"/>
                <a:gd name="connsiteY9" fmla="*/ 2374943 h 3251738"/>
                <a:gd name="connsiteX10" fmla="*/ 3436988 w 5251678"/>
                <a:gd name="connsiteY10" fmla="*/ 2286043 h 3251738"/>
                <a:gd name="connsiteX11" fmla="*/ 3259188 w 5251678"/>
                <a:gd name="connsiteY11" fmla="*/ 1946865 h 3251738"/>
                <a:gd name="connsiteX12" fmla="*/ 2948038 w 5251678"/>
                <a:gd name="connsiteY12" fmla="*/ 2032043 h 3251738"/>
                <a:gd name="connsiteX13" fmla="*/ 2528938 w 5251678"/>
                <a:gd name="connsiteY13" fmla="*/ 2120943 h 3251738"/>
                <a:gd name="connsiteX14" fmla="*/ 1900288 w 5251678"/>
                <a:gd name="connsiteY14" fmla="*/ 2330493 h 3251738"/>
                <a:gd name="connsiteX15" fmla="*/ 1639938 w 5251678"/>
                <a:gd name="connsiteY15" fmla="*/ 2800393 h 3251738"/>
                <a:gd name="connsiteX16" fmla="*/ 1290688 w 5251678"/>
                <a:gd name="connsiteY16" fmla="*/ 3068363 h 3251738"/>
                <a:gd name="connsiteX17" fmla="*/ 719188 w 5251678"/>
                <a:gd name="connsiteY17" fmla="*/ 3155993 h 3251738"/>
                <a:gd name="connsiteX18" fmla="*/ 604889 w 5251678"/>
                <a:gd name="connsiteY18" fmla="*/ 3111543 h 3251738"/>
                <a:gd name="connsiteX19" fmla="*/ 141339 w 5251678"/>
                <a:gd name="connsiteY19" fmla="*/ 2647993 h 3251738"/>
                <a:gd name="connsiteX20" fmla="*/ 71489 w 5251678"/>
                <a:gd name="connsiteY20" fmla="*/ 2330494 h 3251738"/>
                <a:gd name="connsiteX21" fmla="*/ 833489 w 5251678"/>
                <a:gd name="connsiteY21" fmla="*/ 1524044 h 3251738"/>
                <a:gd name="connsiteX22" fmla="*/ 1119238 w 5251678"/>
                <a:gd name="connsiteY22" fmla="*/ 1422443 h 3251738"/>
                <a:gd name="connsiteX23" fmla="*/ 1766938 w 5251678"/>
                <a:gd name="connsiteY23" fmla="*/ 511765 h 3251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251678" h="3251738">
                  <a:moveTo>
                    <a:pt x="1766938" y="511765"/>
                  </a:moveTo>
                  <a:cubicBezTo>
                    <a:pt x="1752121" y="425858"/>
                    <a:pt x="1896055" y="333600"/>
                    <a:pt x="1970138" y="323893"/>
                  </a:cubicBezTo>
                  <a:cubicBezTo>
                    <a:pt x="2108145" y="-162940"/>
                    <a:pt x="2736371" y="10627"/>
                    <a:pt x="2782938" y="133394"/>
                  </a:cubicBezTo>
                  <a:cubicBezTo>
                    <a:pt x="3062338" y="130642"/>
                    <a:pt x="3461965" y="131065"/>
                    <a:pt x="3631298" y="391203"/>
                  </a:cubicBezTo>
                  <a:cubicBezTo>
                    <a:pt x="4021611" y="262721"/>
                    <a:pt x="4140356" y="393108"/>
                    <a:pt x="4256138" y="505503"/>
                  </a:cubicBezTo>
                  <a:cubicBezTo>
                    <a:pt x="4470980" y="495978"/>
                    <a:pt x="4584221" y="479891"/>
                    <a:pt x="4706988" y="615993"/>
                  </a:cubicBezTo>
                  <a:cubicBezTo>
                    <a:pt x="4829755" y="675895"/>
                    <a:pt x="4884365" y="694945"/>
                    <a:pt x="4954638" y="819193"/>
                  </a:cubicBezTo>
                  <a:cubicBezTo>
                    <a:pt x="5063011" y="928201"/>
                    <a:pt x="5009671" y="859410"/>
                    <a:pt x="5030838" y="1073193"/>
                  </a:cubicBezTo>
                  <a:cubicBezTo>
                    <a:pt x="5372045" y="1332696"/>
                    <a:pt x="5341988" y="1868636"/>
                    <a:pt x="4770488" y="2120943"/>
                  </a:cubicBezTo>
                  <a:cubicBezTo>
                    <a:pt x="4488548" y="2403730"/>
                    <a:pt x="4120248" y="2453471"/>
                    <a:pt x="3906888" y="2374943"/>
                  </a:cubicBezTo>
                  <a:cubicBezTo>
                    <a:pt x="3541128" y="2585975"/>
                    <a:pt x="3426405" y="2209223"/>
                    <a:pt x="3436988" y="2286043"/>
                  </a:cubicBezTo>
                  <a:cubicBezTo>
                    <a:pt x="2890041" y="2104404"/>
                    <a:pt x="3318455" y="2059924"/>
                    <a:pt x="3259188" y="1946865"/>
                  </a:cubicBezTo>
                  <a:cubicBezTo>
                    <a:pt x="3297288" y="2104374"/>
                    <a:pt x="2909938" y="1874534"/>
                    <a:pt x="2948038" y="2032043"/>
                  </a:cubicBezTo>
                  <a:lnTo>
                    <a:pt x="2528938" y="2120943"/>
                  </a:lnTo>
                  <a:cubicBezTo>
                    <a:pt x="2469671" y="2320348"/>
                    <a:pt x="2060731" y="2349331"/>
                    <a:pt x="1900288" y="2330493"/>
                  </a:cubicBezTo>
                  <a:cubicBezTo>
                    <a:pt x="1800805" y="2570735"/>
                    <a:pt x="1738363" y="2661751"/>
                    <a:pt x="1639938" y="2800393"/>
                  </a:cubicBezTo>
                  <a:cubicBezTo>
                    <a:pt x="1541513" y="2939035"/>
                    <a:pt x="1472933" y="3033650"/>
                    <a:pt x="1290688" y="3068363"/>
                  </a:cubicBezTo>
                  <a:cubicBezTo>
                    <a:pt x="818883" y="3438356"/>
                    <a:pt x="771046" y="3129535"/>
                    <a:pt x="719188" y="3155993"/>
                  </a:cubicBezTo>
                  <a:cubicBezTo>
                    <a:pt x="667330" y="3182451"/>
                    <a:pt x="703314" y="3168693"/>
                    <a:pt x="604889" y="3111543"/>
                  </a:cubicBezTo>
                  <a:cubicBezTo>
                    <a:pt x="-34556" y="3069633"/>
                    <a:pt x="194256" y="2680801"/>
                    <a:pt x="141339" y="2647993"/>
                  </a:cubicBezTo>
                  <a:cubicBezTo>
                    <a:pt x="88422" y="2615185"/>
                    <a:pt x="11164" y="2440561"/>
                    <a:pt x="71489" y="2330494"/>
                  </a:cubicBezTo>
                  <a:cubicBezTo>
                    <a:pt x="-264426" y="1740368"/>
                    <a:pt x="684264" y="1375878"/>
                    <a:pt x="833489" y="1524044"/>
                  </a:cubicBezTo>
                  <a:lnTo>
                    <a:pt x="1119238" y="1422443"/>
                  </a:lnTo>
                  <a:cubicBezTo>
                    <a:pt x="839838" y="1106184"/>
                    <a:pt x="1220838" y="408924"/>
                    <a:pt x="1766938" y="511765"/>
                  </a:cubicBezTo>
                  <a:close/>
                </a:path>
              </a:pathLst>
            </a:custGeom>
            <a:solidFill>
              <a:schemeClr val="tx1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3">
              <a:extLst>
                <a:ext uri="{FF2B5EF4-FFF2-40B4-BE49-F238E27FC236}">
                  <a16:creationId xmlns:a16="http://schemas.microsoft.com/office/drawing/2014/main" id="{22D990BE-9209-4E78-88A9-30B96318BC95}"/>
                </a:ext>
              </a:extLst>
            </p:cNvPr>
            <p:cNvSpPr/>
            <p:nvPr/>
          </p:nvSpPr>
          <p:spPr>
            <a:xfrm>
              <a:off x="2792362" y="2070057"/>
              <a:ext cx="5251678" cy="3251738"/>
            </a:xfrm>
            <a:custGeom>
              <a:avLst/>
              <a:gdLst>
                <a:gd name="connsiteX0" fmla="*/ 0 w 1079500"/>
                <a:gd name="connsiteY0" fmla="*/ 0 h 288378"/>
                <a:gd name="connsiteX1" fmla="*/ 1079500 w 1079500"/>
                <a:gd name="connsiteY1" fmla="*/ 0 h 288378"/>
                <a:gd name="connsiteX2" fmla="*/ 1079500 w 1079500"/>
                <a:gd name="connsiteY2" fmla="*/ 288378 h 288378"/>
                <a:gd name="connsiteX3" fmla="*/ 0 w 1079500"/>
                <a:gd name="connsiteY3" fmla="*/ 288378 h 288378"/>
                <a:gd name="connsiteX4" fmla="*/ 0 w 1079500"/>
                <a:gd name="connsiteY4" fmla="*/ 0 h 288378"/>
                <a:gd name="connsiteX0" fmla="*/ 38100 w 1117600"/>
                <a:gd name="connsiteY0" fmla="*/ 0 h 351878"/>
                <a:gd name="connsiteX1" fmla="*/ 1117600 w 1117600"/>
                <a:gd name="connsiteY1" fmla="*/ 0 h 351878"/>
                <a:gd name="connsiteX2" fmla="*/ 1117600 w 1117600"/>
                <a:gd name="connsiteY2" fmla="*/ 288378 h 351878"/>
                <a:gd name="connsiteX3" fmla="*/ 0 w 1117600"/>
                <a:gd name="connsiteY3" fmla="*/ 351878 h 351878"/>
                <a:gd name="connsiteX4" fmla="*/ 38100 w 1117600"/>
                <a:gd name="connsiteY4" fmla="*/ 0 h 351878"/>
                <a:gd name="connsiteX0" fmla="*/ 647700 w 1117600"/>
                <a:gd name="connsiteY0" fmla="*/ 0 h 910678"/>
                <a:gd name="connsiteX1" fmla="*/ 1117600 w 1117600"/>
                <a:gd name="connsiteY1" fmla="*/ 558800 h 910678"/>
                <a:gd name="connsiteX2" fmla="*/ 1117600 w 1117600"/>
                <a:gd name="connsiteY2" fmla="*/ 847178 h 910678"/>
                <a:gd name="connsiteX3" fmla="*/ 0 w 1117600"/>
                <a:gd name="connsiteY3" fmla="*/ 910678 h 910678"/>
                <a:gd name="connsiteX4" fmla="*/ 647700 w 1117600"/>
                <a:gd name="connsiteY4" fmla="*/ 0 h 910678"/>
                <a:gd name="connsiteX0" fmla="*/ 647700 w 1117600"/>
                <a:gd name="connsiteY0" fmla="*/ 201153 h 1111831"/>
                <a:gd name="connsiteX1" fmla="*/ 850900 w 1117600"/>
                <a:gd name="connsiteY1" fmla="*/ 13281 h 1111831"/>
                <a:gd name="connsiteX2" fmla="*/ 1117600 w 1117600"/>
                <a:gd name="connsiteY2" fmla="*/ 759953 h 1111831"/>
                <a:gd name="connsiteX3" fmla="*/ 1117600 w 1117600"/>
                <a:gd name="connsiteY3" fmla="*/ 1048331 h 1111831"/>
                <a:gd name="connsiteX4" fmla="*/ 0 w 1117600"/>
                <a:gd name="connsiteY4" fmla="*/ 1111831 h 1111831"/>
                <a:gd name="connsiteX5" fmla="*/ 647700 w 1117600"/>
                <a:gd name="connsiteY5" fmla="*/ 201153 h 1111831"/>
                <a:gd name="connsiteX0" fmla="*/ 647700 w 1663700"/>
                <a:gd name="connsiteY0" fmla="*/ 400398 h 1311076"/>
                <a:gd name="connsiteX1" fmla="*/ 850900 w 1663700"/>
                <a:gd name="connsiteY1" fmla="*/ 212526 h 1311076"/>
                <a:gd name="connsiteX2" fmla="*/ 1663700 w 1663700"/>
                <a:gd name="connsiteY2" fmla="*/ 22027 h 1311076"/>
                <a:gd name="connsiteX3" fmla="*/ 1117600 w 1663700"/>
                <a:gd name="connsiteY3" fmla="*/ 959198 h 1311076"/>
                <a:gd name="connsiteX4" fmla="*/ 1117600 w 1663700"/>
                <a:gd name="connsiteY4" fmla="*/ 1247576 h 1311076"/>
                <a:gd name="connsiteX5" fmla="*/ 0 w 1663700"/>
                <a:gd name="connsiteY5" fmla="*/ 1311076 h 1311076"/>
                <a:gd name="connsiteX6" fmla="*/ 647700 w 1663700"/>
                <a:gd name="connsiteY6" fmla="*/ 400398 h 1311076"/>
                <a:gd name="connsiteX0" fmla="*/ 647700 w 1663700"/>
                <a:gd name="connsiteY0" fmla="*/ 400398 h 1311076"/>
                <a:gd name="connsiteX1" fmla="*/ 850900 w 1663700"/>
                <a:gd name="connsiteY1" fmla="*/ 212526 h 1311076"/>
                <a:gd name="connsiteX2" fmla="*/ 1663700 w 1663700"/>
                <a:gd name="connsiteY2" fmla="*/ 22027 h 1311076"/>
                <a:gd name="connsiteX3" fmla="*/ 1117600 w 1663700"/>
                <a:gd name="connsiteY3" fmla="*/ 959198 h 1311076"/>
                <a:gd name="connsiteX4" fmla="*/ 1117600 w 1663700"/>
                <a:gd name="connsiteY4" fmla="*/ 1247576 h 1311076"/>
                <a:gd name="connsiteX5" fmla="*/ 0 w 1663700"/>
                <a:gd name="connsiteY5" fmla="*/ 1311076 h 1311076"/>
                <a:gd name="connsiteX6" fmla="*/ 647700 w 1663700"/>
                <a:gd name="connsiteY6" fmla="*/ 400398 h 1311076"/>
                <a:gd name="connsiteX0" fmla="*/ 647700 w 1663700"/>
                <a:gd name="connsiteY0" fmla="*/ 400398 h 1311076"/>
                <a:gd name="connsiteX1" fmla="*/ 850900 w 1663700"/>
                <a:gd name="connsiteY1" fmla="*/ 212526 h 1311076"/>
                <a:gd name="connsiteX2" fmla="*/ 1663700 w 1663700"/>
                <a:gd name="connsiteY2" fmla="*/ 22027 h 1311076"/>
                <a:gd name="connsiteX3" fmla="*/ 1117600 w 1663700"/>
                <a:gd name="connsiteY3" fmla="*/ 959198 h 1311076"/>
                <a:gd name="connsiteX4" fmla="*/ 1117600 w 1663700"/>
                <a:gd name="connsiteY4" fmla="*/ 1247576 h 1311076"/>
                <a:gd name="connsiteX5" fmla="*/ 0 w 1663700"/>
                <a:gd name="connsiteY5" fmla="*/ 1311076 h 1311076"/>
                <a:gd name="connsiteX6" fmla="*/ 647700 w 1663700"/>
                <a:gd name="connsiteY6" fmla="*/ 400398 h 1311076"/>
                <a:gd name="connsiteX0" fmla="*/ 647700 w 1663700"/>
                <a:gd name="connsiteY0" fmla="*/ 400398 h 1311076"/>
                <a:gd name="connsiteX1" fmla="*/ 850900 w 1663700"/>
                <a:gd name="connsiteY1" fmla="*/ 212526 h 1311076"/>
                <a:gd name="connsiteX2" fmla="*/ 1663700 w 1663700"/>
                <a:gd name="connsiteY2" fmla="*/ 22027 h 1311076"/>
                <a:gd name="connsiteX3" fmla="*/ 1117600 w 1663700"/>
                <a:gd name="connsiteY3" fmla="*/ 959198 h 1311076"/>
                <a:gd name="connsiteX4" fmla="*/ 1117600 w 1663700"/>
                <a:gd name="connsiteY4" fmla="*/ 1247576 h 1311076"/>
                <a:gd name="connsiteX5" fmla="*/ 0 w 1663700"/>
                <a:gd name="connsiteY5" fmla="*/ 1311076 h 1311076"/>
                <a:gd name="connsiteX6" fmla="*/ 647700 w 1663700"/>
                <a:gd name="connsiteY6" fmla="*/ 400398 h 1311076"/>
                <a:gd name="connsiteX0" fmla="*/ 741711 w 1757711"/>
                <a:gd name="connsiteY0" fmla="*/ 400398 h 1311076"/>
                <a:gd name="connsiteX1" fmla="*/ 944911 w 1757711"/>
                <a:gd name="connsiteY1" fmla="*/ 212526 h 1311076"/>
                <a:gd name="connsiteX2" fmla="*/ 1757711 w 1757711"/>
                <a:gd name="connsiteY2" fmla="*/ 22027 h 1311076"/>
                <a:gd name="connsiteX3" fmla="*/ 1211611 w 1757711"/>
                <a:gd name="connsiteY3" fmla="*/ 959198 h 1311076"/>
                <a:gd name="connsiteX4" fmla="*/ 1211611 w 1757711"/>
                <a:gd name="connsiteY4" fmla="*/ 1247576 h 1311076"/>
                <a:gd name="connsiteX5" fmla="*/ 94011 w 1757711"/>
                <a:gd name="connsiteY5" fmla="*/ 1311076 h 1311076"/>
                <a:gd name="connsiteX6" fmla="*/ 741711 w 1757711"/>
                <a:gd name="connsiteY6" fmla="*/ 400398 h 1311076"/>
                <a:gd name="connsiteX0" fmla="*/ 933449 w 1949449"/>
                <a:gd name="connsiteY0" fmla="*/ 400398 h 1412677"/>
                <a:gd name="connsiteX1" fmla="*/ 1136649 w 1949449"/>
                <a:gd name="connsiteY1" fmla="*/ 212526 h 1412677"/>
                <a:gd name="connsiteX2" fmla="*/ 1949449 w 1949449"/>
                <a:gd name="connsiteY2" fmla="*/ 22027 h 1412677"/>
                <a:gd name="connsiteX3" fmla="*/ 1403349 w 1949449"/>
                <a:gd name="connsiteY3" fmla="*/ 959198 h 1412677"/>
                <a:gd name="connsiteX4" fmla="*/ 1403349 w 1949449"/>
                <a:gd name="connsiteY4" fmla="*/ 1247576 h 1412677"/>
                <a:gd name="connsiteX5" fmla="*/ 0 w 1949449"/>
                <a:gd name="connsiteY5" fmla="*/ 1412677 h 1412677"/>
                <a:gd name="connsiteX6" fmla="*/ 285749 w 1949449"/>
                <a:gd name="connsiteY6" fmla="*/ 1311076 h 1412677"/>
                <a:gd name="connsiteX7" fmla="*/ 933449 w 1949449"/>
                <a:gd name="connsiteY7" fmla="*/ 400398 h 1412677"/>
                <a:gd name="connsiteX0" fmla="*/ 1729841 w 2745841"/>
                <a:gd name="connsiteY0" fmla="*/ 400398 h 2219796"/>
                <a:gd name="connsiteX1" fmla="*/ 1933041 w 2745841"/>
                <a:gd name="connsiteY1" fmla="*/ 212526 h 2219796"/>
                <a:gd name="connsiteX2" fmla="*/ 2745841 w 2745841"/>
                <a:gd name="connsiteY2" fmla="*/ 22027 h 2219796"/>
                <a:gd name="connsiteX3" fmla="*/ 2199741 w 2745841"/>
                <a:gd name="connsiteY3" fmla="*/ 959198 h 2219796"/>
                <a:gd name="connsiteX4" fmla="*/ 2199741 w 2745841"/>
                <a:gd name="connsiteY4" fmla="*/ 1247576 h 2219796"/>
                <a:gd name="connsiteX5" fmla="*/ 34392 w 2745841"/>
                <a:gd name="connsiteY5" fmla="*/ 2219127 h 2219796"/>
                <a:gd name="connsiteX6" fmla="*/ 796392 w 2745841"/>
                <a:gd name="connsiteY6" fmla="*/ 1412677 h 2219796"/>
                <a:gd name="connsiteX7" fmla="*/ 1082141 w 2745841"/>
                <a:gd name="connsiteY7" fmla="*/ 1311076 h 2219796"/>
                <a:gd name="connsiteX8" fmla="*/ 1729841 w 2745841"/>
                <a:gd name="connsiteY8" fmla="*/ 400398 h 2219796"/>
                <a:gd name="connsiteX0" fmla="*/ 1823705 w 2839705"/>
                <a:gd name="connsiteY0" fmla="*/ 400398 h 2577062"/>
                <a:gd name="connsiteX1" fmla="*/ 2026905 w 2839705"/>
                <a:gd name="connsiteY1" fmla="*/ 212526 h 2577062"/>
                <a:gd name="connsiteX2" fmla="*/ 2839705 w 2839705"/>
                <a:gd name="connsiteY2" fmla="*/ 22027 h 2577062"/>
                <a:gd name="connsiteX3" fmla="*/ 2293605 w 2839705"/>
                <a:gd name="connsiteY3" fmla="*/ 959198 h 2577062"/>
                <a:gd name="connsiteX4" fmla="*/ 2293605 w 2839705"/>
                <a:gd name="connsiteY4" fmla="*/ 1247576 h 2577062"/>
                <a:gd name="connsiteX5" fmla="*/ 198106 w 2839705"/>
                <a:gd name="connsiteY5" fmla="*/ 2536626 h 2577062"/>
                <a:gd name="connsiteX6" fmla="*/ 128256 w 2839705"/>
                <a:gd name="connsiteY6" fmla="*/ 2219127 h 2577062"/>
                <a:gd name="connsiteX7" fmla="*/ 890256 w 2839705"/>
                <a:gd name="connsiteY7" fmla="*/ 1412677 h 2577062"/>
                <a:gd name="connsiteX8" fmla="*/ 1176005 w 2839705"/>
                <a:gd name="connsiteY8" fmla="*/ 1311076 h 2577062"/>
                <a:gd name="connsiteX9" fmla="*/ 1823705 w 2839705"/>
                <a:gd name="connsiteY9" fmla="*/ 400398 h 2577062"/>
                <a:gd name="connsiteX0" fmla="*/ 1717448 w 2733448"/>
                <a:gd name="connsiteY0" fmla="*/ 400398 h 3043868"/>
                <a:gd name="connsiteX1" fmla="*/ 1920648 w 2733448"/>
                <a:gd name="connsiteY1" fmla="*/ 212526 h 3043868"/>
                <a:gd name="connsiteX2" fmla="*/ 2733448 w 2733448"/>
                <a:gd name="connsiteY2" fmla="*/ 22027 h 3043868"/>
                <a:gd name="connsiteX3" fmla="*/ 2187348 w 2733448"/>
                <a:gd name="connsiteY3" fmla="*/ 959198 h 3043868"/>
                <a:gd name="connsiteX4" fmla="*/ 2187348 w 2733448"/>
                <a:gd name="connsiteY4" fmla="*/ 1247576 h 3043868"/>
                <a:gd name="connsiteX5" fmla="*/ 555399 w 2733448"/>
                <a:gd name="connsiteY5" fmla="*/ 3000176 h 3043868"/>
                <a:gd name="connsiteX6" fmla="*/ 91849 w 2733448"/>
                <a:gd name="connsiteY6" fmla="*/ 2536626 h 3043868"/>
                <a:gd name="connsiteX7" fmla="*/ 21999 w 2733448"/>
                <a:gd name="connsiteY7" fmla="*/ 2219127 h 3043868"/>
                <a:gd name="connsiteX8" fmla="*/ 783999 w 2733448"/>
                <a:gd name="connsiteY8" fmla="*/ 1412677 h 3043868"/>
                <a:gd name="connsiteX9" fmla="*/ 1069748 w 2733448"/>
                <a:gd name="connsiteY9" fmla="*/ 1311076 h 3043868"/>
                <a:gd name="connsiteX10" fmla="*/ 1717448 w 2733448"/>
                <a:gd name="connsiteY10" fmla="*/ 400398 h 3043868"/>
                <a:gd name="connsiteX0" fmla="*/ 1717448 w 2733448"/>
                <a:gd name="connsiteY0" fmla="*/ 400398 h 3175625"/>
                <a:gd name="connsiteX1" fmla="*/ 1920648 w 2733448"/>
                <a:gd name="connsiteY1" fmla="*/ 212526 h 3175625"/>
                <a:gd name="connsiteX2" fmla="*/ 2733448 w 2733448"/>
                <a:gd name="connsiteY2" fmla="*/ 22027 h 3175625"/>
                <a:gd name="connsiteX3" fmla="*/ 2187348 w 2733448"/>
                <a:gd name="connsiteY3" fmla="*/ 959198 h 3175625"/>
                <a:gd name="connsiteX4" fmla="*/ 2187348 w 2733448"/>
                <a:gd name="connsiteY4" fmla="*/ 1247576 h 3175625"/>
                <a:gd name="connsiteX5" fmla="*/ 669698 w 2733448"/>
                <a:gd name="connsiteY5" fmla="*/ 3044626 h 3175625"/>
                <a:gd name="connsiteX6" fmla="*/ 555399 w 2733448"/>
                <a:gd name="connsiteY6" fmla="*/ 3000176 h 3175625"/>
                <a:gd name="connsiteX7" fmla="*/ 91849 w 2733448"/>
                <a:gd name="connsiteY7" fmla="*/ 2536626 h 3175625"/>
                <a:gd name="connsiteX8" fmla="*/ 21999 w 2733448"/>
                <a:gd name="connsiteY8" fmla="*/ 2219127 h 3175625"/>
                <a:gd name="connsiteX9" fmla="*/ 783999 w 2733448"/>
                <a:gd name="connsiteY9" fmla="*/ 1412677 h 3175625"/>
                <a:gd name="connsiteX10" fmla="*/ 1069748 w 2733448"/>
                <a:gd name="connsiteY10" fmla="*/ 1311076 h 3175625"/>
                <a:gd name="connsiteX11" fmla="*/ 1717448 w 2733448"/>
                <a:gd name="connsiteY11" fmla="*/ 400398 h 3175625"/>
                <a:gd name="connsiteX0" fmla="*/ 1717448 w 2733448"/>
                <a:gd name="connsiteY0" fmla="*/ 400398 h 3130286"/>
                <a:gd name="connsiteX1" fmla="*/ 1920648 w 2733448"/>
                <a:gd name="connsiteY1" fmla="*/ 212526 h 3130286"/>
                <a:gd name="connsiteX2" fmla="*/ 2733448 w 2733448"/>
                <a:gd name="connsiteY2" fmla="*/ 22027 h 3130286"/>
                <a:gd name="connsiteX3" fmla="*/ 2187348 w 2733448"/>
                <a:gd name="connsiteY3" fmla="*/ 959198 h 3130286"/>
                <a:gd name="connsiteX4" fmla="*/ 2187348 w 2733448"/>
                <a:gd name="connsiteY4" fmla="*/ 1247576 h 3130286"/>
                <a:gd name="connsiteX5" fmla="*/ 1241198 w 2733448"/>
                <a:gd name="connsiteY5" fmla="*/ 2987476 h 3130286"/>
                <a:gd name="connsiteX6" fmla="*/ 669698 w 2733448"/>
                <a:gd name="connsiteY6" fmla="*/ 3044626 h 3130286"/>
                <a:gd name="connsiteX7" fmla="*/ 555399 w 2733448"/>
                <a:gd name="connsiteY7" fmla="*/ 3000176 h 3130286"/>
                <a:gd name="connsiteX8" fmla="*/ 91849 w 2733448"/>
                <a:gd name="connsiteY8" fmla="*/ 2536626 h 3130286"/>
                <a:gd name="connsiteX9" fmla="*/ 21999 w 2733448"/>
                <a:gd name="connsiteY9" fmla="*/ 2219127 h 3130286"/>
                <a:gd name="connsiteX10" fmla="*/ 783999 w 2733448"/>
                <a:gd name="connsiteY10" fmla="*/ 1412677 h 3130286"/>
                <a:gd name="connsiteX11" fmla="*/ 1069748 w 2733448"/>
                <a:gd name="connsiteY11" fmla="*/ 1311076 h 3130286"/>
                <a:gd name="connsiteX12" fmla="*/ 1717448 w 2733448"/>
                <a:gd name="connsiteY12" fmla="*/ 400398 h 3130286"/>
                <a:gd name="connsiteX0" fmla="*/ 1717448 w 2733448"/>
                <a:gd name="connsiteY0" fmla="*/ 400398 h 3057570"/>
                <a:gd name="connsiteX1" fmla="*/ 1920648 w 2733448"/>
                <a:gd name="connsiteY1" fmla="*/ 212526 h 3057570"/>
                <a:gd name="connsiteX2" fmla="*/ 2733448 w 2733448"/>
                <a:gd name="connsiteY2" fmla="*/ 22027 h 3057570"/>
                <a:gd name="connsiteX3" fmla="*/ 2187348 w 2733448"/>
                <a:gd name="connsiteY3" fmla="*/ 959198 h 3057570"/>
                <a:gd name="connsiteX4" fmla="*/ 2187348 w 2733448"/>
                <a:gd name="connsiteY4" fmla="*/ 1247576 h 3057570"/>
                <a:gd name="connsiteX5" fmla="*/ 1590448 w 2733448"/>
                <a:gd name="connsiteY5" fmla="*/ 2689026 h 3057570"/>
                <a:gd name="connsiteX6" fmla="*/ 1241198 w 2733448"/>
                <a:gd name="connsiteY6" fmla="*/ 2987476 h 3057570"/>
                <a:gd name="connsiteX7" fmla="*/ 669698 w 2733448"/>
                <a:gd name="connsiteY7" fmla="*/ 3044626 h 3057570"/>
                <a:gd name="connsiteX8" fmla="*/ 555399 w 2733448"/>
                <a:gd name="connsiteY8" fmla="*/ 3000176 h 3057570"/>
                <a:gd name="connsiteX9" fmla="*/ 91849 w 2733448"/>
                <a:gd name="connsiteY9" fmla="*/ 2536626 h 3057570"/>
                <a:gd name="connsiteX10" fmla="*/ 21999 w 2733448"/>
                <a:gd name="connsiteY10" fmla="*/ 2219127 h 3057570"/>
                <a:gd name="connsiteX11" fmla="*/ 783999 w 2733448"/>
                <a:gd name="connsiteY11" fmla="*/ 1412677 h 3057570"/>
                <a:gd name="connsiteX12" fmla="*/ 1069748 w 2733448"/>
                <a:gd name="connsiteY12" fmla="*/ 1311076 h 3057570"/>
                <a:gd name="connsiteX13" fmla="*/ 1717448 w 2733448"/>
                <a:gd name="connsiteY13" fmla="*/ 400398 h 3057570"/>
                <a:gd name="connsiteX0" fmla="*/ 1717448 w 2733448"/>
                <a:gd name="connsiteY0" fmla="*/ 400398 h 3057570"/>
                <a:gd name="connsiteX1" fmla="*/ 1920648 w 2733448"/>
                <a:gd name="connsiteY1" fmla="*/ 212526 h 3057570"/>
                <a:gd name="connsiteX2" fmla="*/ 2733448 w 2733448"/>
                <a:gd name="connsiteY2" fmla="*/ 22027 h 3057570"/>
                <a:gd name="connsiteX3" fmla="*/ 2187348 w 2733448"/>
                <a:gd name="connsiteY3" fmla="*/ 959198 h 3057570"/>
                <a:gd name="connsiteX4" fmla="*/ 2187348 w 2733448"/>
                <a:gd name="connsiteY4" fmla="*/ 1247576 h 3057570"/>
                <a:gd name="connsiteX5" fmla="*/ 1850798 w 2733448"/>
                <a:gd name="connsiteY5" fmla="*/ 2219126 h 3057570"/>
                <a:gd name="connsiteX6" fmla="*/ 1590448 w 2733448"/>
                <a:gd name="connsiteY6" fmla="*/ 2689026 h 3057570"/>
                <a:gd name="connsiteX7" fmla="*/ 1241198 w 2733448"/>
                <a:gd name="connsiteY7" fmla="*/ 2987476 h 3057570"/>
                <a:gd name="connsiteX8" fmla="*/ 669698 w 2733448"/>
                <a:gd name="connsiteY8" fmla="*/ 3044626 h 3057570"/>
                <a:gd name="connsiteX9" fmla="*/ 555399 w 2733448"/>
                <a:gd name="connsiteY9" fmla="*/ 3000176 h 3057570"/>
                <a:gd name="connsiteX10" fmla="*/ 91849 w 2733448"/>
                <a:gd name="connsiteY10" fmla="*/ 2536626 h 3057570"/>
                <a:gd name="connsiteX11" fmla="*/ 21999 w 2733448"/>
                <a:gd name="connsiteY11" fmla="*/ 2219127 h 3057570"/>
                <a:gd name="connsiteX12" fmla="*/ 783999 w 2733448"/>
                <a:gd name="connsiteY12" fmla="*/ 1412677 h 3057570"/>
                <a:gd name="connsiteX13" fmla="*/ 1069748 w 2733448"/>
                <a:gd name="connsiteY13" fmla="*/ 1311076 h 3057570"/>
                <a:gd name="connsiteX14" fmla="*/ 1717448 w 2733448"/>
                <a:gd name="connsiteY14" fmla="*/ 400398 h 3057570"/>
                <a:gd name="connsiteX0" fmla="*/ 1717448 w 2733448"/>
                <a:gd name="connsiteY0" fmla="*/ 400398 h 3057570"/>
                <a:gd name="connsiteX1" fmla="*/ 1920648 w 2733448"/>
                <a:gd name="connsiteY1" fmla="*/ 212526 h 3057570"/>
                <a:gd name="connsiteX2" fmla="*/ 2733448 w 2733448"/>
                <a:gd name="connsiteY2" fmla="*/ 22027 h 3057570"/>
                <a:gd name="connsiteX3" fmla="*/ 2187348 w 2733448"/>
                <a:gd name="connsiteY3" fmla="*/ 959198 h 3057570"/>
                <a:gd name="connsiteX4" fmla="*/ 2479448 w 2733448"/>
                <a:gd name="connsiteY4" fmla="*/ 2009576 h 3057570"/>
                <a:gd name="connsiteX5" fmla="*/ 1850798 w 2733448"/>
                <a:gd name="connsiteY5" fmla="*/ 2219126 h 3057570"/>
                <a:gd name="connsiteX6" fmla="*/ 1590448 w 2733448"/>
                <a:gd name="connsiteY6" fmla="*/ 2689026 h 3057570"/>
                <a:gd name="connsiteX7" fmla="*/ 1241198 w 2733448"/>
                <a:gd name="connsiteY7" fmla="*/ 2987476 h 3057570"/>
                <a:gd name="connsiteX8" fmla="*/ 669698 w 2733448"/>
                <a:gd name="connsiteY8" fmla="*/ 3044626 h 3057570"/>
                <a:gd name="connsiteX9" fmla="*/ 555399 w 2733448"/>
                <a:gd name="connsiteY9" fmla="*/ 3000176 h 3057570"/>
                <a:gd name="connsiteX10" fmla="*/ 91849 w 2733448"/>
                <a:gd name="connsiteY10" fmla="*/ 2536626 h 3057570"/>
                <a:gd name="connsiteX11" fmla="*/ 21999 w 2733448"/>
                <a:gd name="connsiteY11" fmla="*/ 2219127 h 3057570"/>
                <a:gd name="connsiteX12" fmla="*/ 783999 w 2733448"/>
                <a:gd name="connsiteY12" fmla="*/ 1412677 h 3057570"/>
                <a:gd name="connsiteX13" fmla="*/ 1069748 w 2733448"/>
                <a:gd name="connsiteY13" fmla="*/ 1311076 h 3057570"/>
                <a:gd name="connsiteX14" fmla="*/ 1717448 w 2733448"/>
                <a:gd name="connsiteY14" fmla="*/ 400398 h 3057570"/>
                <a:gd name="connsiteX0" fmla="*/ 1717448 w 2898548"/>
                <a:gd name="connsiteY0" fmla="*/ 400398 h 3057570"/>
                <a:gd name="connsiteX1" fmla="*/ 1920648 w 2898548"/>
                <a:gd name="connsiteY1" fmla="*/ 212526 h 3057570"/>
                <a:gd name="connsiteX2" fmla="*/ 2733448 w 2898548"/>
                <a:gd name="connsiteY2" fmla="*/ 22027 h 3057570"/>
                <a:gd name="connsiteX3" fmla="*/ 2187348 w 2898548"/>
                <a:gd name="connsiteY3" fmla="*/ 959198 h 3057570"/>
                <a:gd name="connsiteX4" fmla="*/ 2898548 w 2898548"/>
                <a:gd name="connsiteY4" fmla="*/ 1920676 h 3057570"/>
                <a:gd name="connsiteX5" fmla="*/ 2479448 w 2898548"/>
                <a:gd name="connsiteY5" fmla="*/ 2009576 h 3057570"/>
                <a:gd name="connsiteX6" fmla="*/ 1850798 w 2898548"/>
                <a:gd name="connsiteY6" fmla="*/ 2219126 h 3057570"/>
                <a:gd name="connsiteX7" fmla="*/ 1590448 w 2898548"/>
                <a:gd name="connsiteY7" fmla="*/ 2689026 h 3057570"/>
                <a:gd name="connsiteX8" fmla="*/ 1241198 w 2898548"/>
                <a:gd name="connsiteY8" fmla="*/ 2987476 h 3057570"/>
                <a:gd name="connsiteX9" fmla="*/ 669698 w 2898548"/>
                <a:gd name="connsiteY9" fmla="*/ 3044626 h 3057570"/>
                <a:gd name="connsiteX10" fmla="*/ 555399 w 2898548"/>
                <a:gd name="connsiteY10" fmla="*/ 3000176 h 3057570"/>
                <a:gd name="connsiteX11" fmla="*/ 91849 w 2898548"/>
                <a:gd name="connsiteY11" fmla="*/ 2536626 h 3057570"/>
                <a:gd name="connsiteX12" fmla="*/ 21999 w 2898548"/>
                <a:gd name="connsiteY12" fmla="*/ 2219127 h 3057570"/>
                <a:gd name="connsiteX13" fmla="*/ 783999 w 2898548"/>
                <a:gd name="connsiteY13" fmla="*/ 1412677 h 3057570"/>
                <a:gd name="connsiteX14" fmla="*/ 1069748 w 2898548"/>
                <a:gd name="connsiteY14" fmla="*/ 1311076 h 3057570"/>
                <a:gd name="connsiteX15" fmla="*/ 1717448 w 2898548"/>
                <a:gd name="connsiteY15" fmla="*/ 400398 h 3057570"/>
                <a:gd name="connsiteX0" fmla="*/ 1717448 w 3212338"/>
                <a:gd name="connsiteY0" fmla="*/ 400398 h 3057570"/>
                <a:gd name="connsiteX1" fmla="*/ 1920648 w 3212338"/>
                <a:gd name="connsiteY1" fmla="*/ 212526 h 3057570"/>
                <a:gd name="connsiteX2" fmla="*/ 2733448 w 3212338"/>
                <a:gd name="connsiteY2" fmla="*/ 22027 h 3057570"/>
                <a:gd name="connsiteX3" fmla="*/ 3209698 w 3212338"/>
                <a:gd name="connsiteY3" fmla="*/ 1835498 h 3057570"/>
                <a:gd name="connsiteX4" fmla="*/ 2898548 w 3212338"/>
                <a:gd name="connsiteY4" fmla="*/ 1920676 h 3057570"/>
                <a:gd name="connsiteX5" fmla="*/ 2479448 w 3212338"/>
                <a:gd name="connsiteY5" fmla="*/ 2009576 h 3057570"/>
                <a:gd name="connsiteX6" fmla="*/ 1850798 w 3212338"/>
                <a:gd name="connsiteY6" fmla="*/ 2219126 h 3057570"/>
                <a:gd name="connsiteX7" fmla="*/ 1590448 w 3212338"/>
                <a:gd name="connsiteY7" fmla="*/ 2689026 h 3057570"/>
                <a:gd name="connsiteX8" fmla="*/ 1241198 w 3212338"/>
                <a:gd name="connsiteY8" fmla="*/ 2987476 h 3057570"/>
                <a:gd name="connsiteX9" fmla="*/ 669698 w 3212338"/>
                <a:gd name="connsiteY9" fmla="*/ 3044626 h 3057570"/>
                <a:gd name="connsiteX10" fmla="*/ 555399 w 3212338"/>
                <a:gd name="connsiteY10" fmla="*/ 3000176 h 3057570"/>
                <a:gd name="connsiteX11" fmla="*/ 91849 w 3212338"/>
                <a:gd name="connsiteY11" fmla="*/ 2536626 h 3057570"/>
                <a:gd name="connsiteX12" fmla="*/ 21999 w 3212338"/>
                <a:gd name="connsiteY12" fmla="*/ 2219127 h 3057570"/>
                <a:gd name="connsiteX13" fmla="*/ 783999 w 3212338"/>
                <a:gd name="connsiteY13" fmla="*/ 1412677 h 3057570"/>
                <a:gd name="connsiteX14" fmla="*/ 1069748 w 3212338"/>
                <a:gd name="connsiteY14" fmla="*/ 1311076 h 3057570"/>
                <a:gd name="connsiteX15" fmla="*/ 1717448 w 3212338"/>
                <a:gd name="connsiteY15" fmla="*/ 400398 h 3057570"/>
                <a:gd name="connsiteX0" fmla="*/ 1717448 w 3387498"/>
                <a:gd name="connsiteY0" fmla="*/ 400398 h 3057570"/>
                <a:gd name="connsiteX1" fmla="*/ 1920648 w 3387498"/>
                <a:gd name="connsiteY1" fmla="*/ 212526 h 3057570"/>
                <a:gd name="connsiteX2" fmla="*/ 2733448 w 3387498"/>
                <a:gd name="connsiteY2" fmla="*/ 22027 h 3057570"/>
                <a:gd name="connsiteX3" fmla="*/ 3387498 w 3387498"/>
                <a:gd name="connsiteY3" fmla="*/ 2174676 h 3057570"/>
                <a:gd name="connsiteX4" fmla="*/ 3209698 w 3387498"/>
                <a:gd name="connsiteY4" fmla="*/ 1835498 h 3057570"/>
                <a:gd name="connsiteX5" fmla="*/ 2898548 w 3387498"/>
                <a:gd name="connsiteY5" fmla="*/ 1920676 h 3057570"/>
                <a:gd name="connsiteX6" fmla="*/ 2479448 w 3387498"/>
                <a:gd name="connsiteY6" fmla="*/ 2009576 h 3057570"/>
                <a:gd name="connsiteX7" fmla="*/ 1850798 w 3387498"/>
                <a:gd name="connsiteY7" fmla="*/ 2219126 h 3057570"/>
                <a:gd name="connsiteX8" fmla="*/ 1590448 w 3387498"/>
                <a:gd name="connsiteY8" fmla="*/ 2689026 h 3057570"/>
                <a:gd name="connsiteX9" fmla="*/ 1241198 w 3387498"/>
                <a:gd name="connsiteY9" fmla="*/ 2987476 h 3057570"/>
                <a:gd name="connsiteX10" fmla="*/ 669698 w 3387498"/>
                <a:gd name="connsiteY10" fmla="*/ 3044626 h 3057570"/>
                <a:gd name="connsiteX11" fmla="*/ 555399 w 3387498"/>
                <a:gd name="connsiteY11" fmla="*/ 3000176 h 3057570"/>
                <a:gd name="connsiteX12" fmla="*/ 91849 w 3387498"/>
                <a:gd name="connsiteY12" fmla="*/ 2536626 h 3057570"/>
                <a:gd name="connsiteX13" fmla="*/ 21999 w 3387498"/>
                <a:gd name="connsiteY13" fmla="*/ 2219127 h 3057570"/>
                <a:gd name="connsiteX14" fmla="*/ 783999 w 3387498"/>
                <a:gd name="connsiteY14" fmla="*/ 1412677 h 3057570"/>
                <a:gd name="connsiteX15" fmla="*/ 1069748 w 3387498"/>
                <a:gd name="connsiteY15" fmla="*/ 1311076 h 3057570"/>
                <a:gd name="connsiteX16" fmla="*/ 1717448 w 3387498"/>
                <a:gd name="connsiteY16" fmla="*/ 400398 h 3057570"/>
                <a:gd name="connsiteX0" fmla="*/ 1717448 w 3870852"/>
                <a:gd name="connsiteY0" fmla="*/ 400398 h 3057570"/>
                <a:gd name="connsiteX1" fmla="*/ 1920648 w 3870852"/>
                <a:gd name="connsiteY1" fmla="*/ 212526 h 3057570"/>
                <a:gd name="connsiteX2" fmla="*/ 2733448 w 3870852"/>
                <a:gd name="connsiteY2" fmla="*/ 22027 h 3057570"/>
                <a:gd name="connsiteX3" fmla="*/ 3857398 w 3870852"/>
                <a:gd name="connsiteY3" fmla="*/ 2263576 h 3057570"/>
                <a:gd name="connsiteX4" fmla="*/ 3387498 w 3870852"/>
                <a:gd name="connsiteY4" fmla="*/ 2174676 h 3057570"/>
                <a:gd name="connsiteX5" fmla="*/ 3209698 w 3870852"/>
                <a:gd name="connsiteY5" fmla="*/ 1835498 h 3057570"/>
                <a:gd name="connsiteX6" fmla="*/ 2898548 w 3870852"/>
                <a:gd name="connsiteY6" fmla="*/ 1920676 h 3057570"/>
                <a:gd name="connsiteX7" fmla="*/ 2479448 w 3870852"/>
                <a:gd name="connsiteY7" fmla="*/ 2009576 h 3057570"/>
                <a:gd name="connsiteX8" fmla="*/ 1850798 w 3870852"/>
                <a:gd name="connsiteY8" fmla="*/ 2219126 h 3057570"/>
                <a:gd name="connsiteX9" fmla="*/ 1590448 w 3870852"/>
                <a:gd name="connsiteY9" fmla="*/ 2689026 h 3057570"/>
                <a:gd name="connsiteX10" fmla="*/ 1241198 w 3870852"/>
                <a:gd name="connsiteY10" fmla="*/ 2987476 h 3057570"/>
                <a:gd name="connsiteX11" fmla="*/ 669698 w 3870852"/>
                <a:gd name="connsiteY11" fmla="*/ 3044626 h 3057570"/>
                <a:gd name="connsiteX12" fmla="*/ 555399 w 3870852"/>
                <a:gd name="connsiteY12" fmla="*/ 3000176 h 3057570"/>
                <a:gd name="connsiteX13" fmla="*/ 91849 w 3870852"/>
                <a:gd name="connsiteY13" fmla="*/ 2536626 h 3057570"/>
                <a:gd name="connsiteX14" fmla="*/ 21999 w 3870852"/>
                <a:gd name="connsiteY14" fmla="*/ 2219127 h 3057570"/>
                <a:gd name="connsiteX15" fmla="*/ 783999 w 3870852"/>
                <a:gd name="connsiteY15" fmla="*/ 1412677 h 3057570"/>
                <a:gd name="connsiteX16" fmla="*/ 1069748 w 3870852"/>
                <a:gd name="connsiteY16" fmla="*/ 1311076 h 3057570"/>
                <a:gd name="connsiteX17" fmla="*/ 1717448 w 3870852"/>
                <a:gd name="connsiteY17" fmla="*/ 400398 h 3057570"/>
                <a:gd name="connsiteX0" fmla="*/ 1717448 w 4744088"/>
                <a:gd name="connsiteY0" fmla="*/ 400398 h 3057570"/>
                <a:gd name="connsiteX1" fmla="*/ 1920648 w 4744088"/>
                <a:gd name="connsiteY1" fmla="*/ 212526 h 3057570"/>
                <a:gd name="connsiteX2" fmla="*/ 2733448 w 4744088"/>
                <a:gd name="connsiteY2" fmla="*/ 22027 h 3057570"/>
                <a:gd name="connsiteX3" fmla="*/ 4720998 w 4744088"/>
                <a:gd name="connsiteY3" fmla="*/ 2009576 h 3057570"/>
                <a:gd name="connsiteX4" fmla="*/ 3857398 w 4744088"/>
                <a:gd name="connsiteY4" fmla="*/ 2263576 h 3057570"/>
                <a:gd name="connsiteX5" fmla="*/ 3387498 w 4744088"/>
                <a:gd name="connsiteY5" fmla="*/ 2174676 h 3057570"/>
                <a:gd name="connsiteX6" fmla="*/ 3209698 w 4744088"/>
                <a:gd name="connsiteY6" fmla="*/ 1835498 h 3057570"/>
                <a:gd name="connsiteX7" fmla="*/ 2898548 w 4744088"/>
                <a:gd name="connsiteY7" fmla="*/ 1920676 h 3057570"/>
                <a:gd name="connsiteX8" fmla="*/ 2479448 w 4744088"/>
                <a:gd name="connsiteY8" fmla="*/ 2009576 h 3057570"/>
                <a:gd name="connsiteX9" fmla="*/ 1850798 w 4744088"/>
                <a:gd name="connsiteY9" fmla="*/ 2219126 h 3057570"/>
                <a:gd name="connsiteX10" fmla="*/ 1590448 w 4744088"/>
                <a:gd name="connsiteY10" fmla="*/ 2689026 h 3057570"/>
                <a:gd name="connsiteX11" fmla="*/ 1241198 w 4744088"/>
                <a:gd name="connsiteY11" fmla="*/ 2987476 h 3057570"/>
                <a:gd name="connsiteX12" fmla="*/ 669698 w 4744088"/>
                <a:gd name="connsiteY12" fmla="*/ 3044626 h 3057570"/>
                <a:gd name="connsiteX13" fmla="*/ 555399 w 4744088"/>
                <a:gd name="connsiteY13" fmla="*/ 3000176 h 3057570"/>
                <a:gd name="connsiteX14" fmla="*/ 91849 w 4744088"/>
                <a:gd name="connsiteY14" fmla="*/ 2536626 h 3057570"/>
                <a:gd name="connsiteX15" fmla="*/ 21999 w 4744088"/>
                <a:gd name="connsiteY15" fmla="*/ 2219127 h 3057570"/>
                <a:gd name="connsiteX16" fmla="*/ 783999 w 4744088"/>
                <a:gd name="connsiteY16" fmla="*/ 1412677 h 3057570"/>
                <a:gd name="connsiteX17" fmla="*/ 1069748 w 4744088"/>
                <a:gd name="connsiteY17" fmla="*/ 1311076 h 3057570"/>
                <a:gd name="connsiteX18" fmla="*/ 1717448 w 4744088"/>
                <a:gd name="connsiteY18" fmla="*/ 400398 h 3057570"/>
                <a:gd name="connsiteX0" fmla="*/ 1717448 w 5091327"/>
                <a:gd name="connsiteY0" fmla="*/ 400398 h 3057570"/>
                <a:gd name="connsiteX1" fmla="*/ 1920648 w 5091327"/>
                <a:gd name="connsiteY1" fmla="*/ 212526 h 3057570"/>
                <a:gd name="connsiteX2" fmla="*/ 2733448 w 5091327"/>
                <a:gd name="connsiteY2" fmla="*/ 22027 h 3057570"/>
                <a:gd name="connsiteX3" fmla="*/ 4981348 w 5091327"/>
                <a:gd name="connsiteY3" fmla="*/ 961826 h 3057570"/>
                <a:gd name="connsiteX4" fmla="*/ 4720998 w 5091327"/>
                <a:gd name="connsiteY4" fmla="*/ 2009576 h 3057570"/>
                <a:gd name="connsiteX5" fmla="*/ 3857398 w 5091327"/>
                <a:gd name="connsiteY5" fmla="*/ 2263576 h 3057570"/>
                <a:gd name="connsiteX6" fmla="*/ 3387498 w 5091327"/>
                <a:gd name="connsiteY6" fmla="*/ 2174676 h 3057570"/>
                <a:gd name="connsiteX7" fmla="*/ 3209698 w 5091327"/>
                <a:gd name="connsiteY7" fmla="*/ 1835498 h 3057570"/>
                <a:gd name="connsiteX8" fmla="*/ 2898548 w 5091327"/>
                <a:gd name="connsiteY8" fmla="*/ 1920676 h 3057570"/>
                <a:gd name="connsiteX9" fmla="*/ 2479448 w 5091327"/>
                <a:gd name="connsiteY9" fmla="*/ 2009576 h 3057570"/>
                <a:gd name="connsiteX10" fmla="*/ 1850798 w 5091327"/>
                <a:gd name="connsiteY10" fmla="*/ 2219126 h 3057570"/>
                <a:gd name="connsiteX11" fmla="*/ 1590448 w 5091327"/>
                <a:gd name="connsiteY11" fmla="*/ 2689026 h 3057570"/>
                <a:gd name="connsiteX12" fmla="*/ 1241198 w 5091327"/>
                <a:gd name="connsiteY12" fmla="*/ 2987476 h 3057570"/>
                <a:gd name="connsiteX13" fmla="*/ 669698 w 5091327"/>
                <a:gd name="connsiteY13" fmla="*/ 3044626 h 3057570"/>
                <a:gd name="connsiteX14" fmla="*/ 555399 w 5091327"/>
                <a:gd name="connsiteY14" fmla="*/ 3000176 h 3057570"/>
                <a:gd name="connsiteX15" fmla="*/ 91849 w 5091327"/>
                <a:gd name="connsiteY15" fmla="*/ 2536626 h 3057570"/>
                <a:gd name="connsiteX16" fmla="*/ 21999 w 5091327"/>
                <a:gd name="connsiteY16" fmla="*/ 2219127 h 3057570"/>
                <a:gd name="connsiteX17" fmla="*/ 783999 w 5091327"/>
                <a:gd name="connsiteY17" fmla="*/ 1412677 h 3057570"/>
                <a:gd name="connsiteX18" fmla="*/ 1069748 w 5091327"/>
                <a:gd name="connsiteY18" fmla="*/ 1311076 h 3057570"/>
                <a:gd name="connsiteX19" fmla="*/ 1717448 w 5091327"/>
                <a:gd name="connsiteY19" fmla="*/ 400398 h 3057570"/>
                <a:gd name="connsiteX0" fmla="*/ 1717448 w 5088318"/>
                <a:gd name="connsiteY0" fmla="*/ 400398 h 3057570"/>
                <a:gd name="connsiteX1" fmla="*/ 1920648 w 5088318"/>
                <a:gd name="connsiteY1" fmla="*/ 212526 h 3057570"/>
                <a:gd name="connsiteX2" fmla="*/ 2733448 w 5088318"/>
                <a:gd name="connsiteY2" fmla="*/ 22027 h 3057570"/>
                <a:gd name="connsiteX3" fmla="*/ 4905148 w 5088318"/>
                <a:gd name="connsiteY3" fmla="*/ 707826 h 3057570"/>
                <a:gd name="connsiteX4" fmla="*/ 4981348 w 5088318"/>
                <a:gd name="connsiteY4" fmla="*/ 961826 h 3057570"/>
                <a:gd name="connsiteX5" fmla="*/ 4720998 w 5088318"/>
                <a:gd name="connsiteY5" fmla="*/ 2009576 h 3057570"/>
                <a:gd name="connsiteX6" fmla="*/ 3857398 w 5088318"/>
                <a:gd name="connsiteY6" fmla="*/ 2263576 h 3057570"/>
                <a:gd name="connsiteX7" fmla="*/ 3387498 w 5088318"/>
                <a:gd name="connsiteY7" fmla="*/ 2174676 h 3057570"/>
                <a:gd name="connsiteX8" fmla="*/ 3209698 w 5088318"/>
                <a:gd name="connsiteY8" fmla="*/ 1835498 h 3057570"/>
                <a:gd name="connsiteX9" fmla="*/ 2898548 w 5088318"/>
                <a:gd name="connsiteY9" fmla="*/ 1920676 h 3057570"/>
                <a:gd name="connsiteX10" fmla="*/ 2479448 w 5088318"/>
                <a:gd name="connsiteY10" fmla="*/ 2009576 h 3057570"/>
                <a:gd name="connsiteX11" fmla="*/ 1850798 w 5088318"/>
                <a:gd name="connsiteY11" fmla="*/ 2219126 h 3057570"/>
                <a:gd name="connsiteX12" fmla="*/ 1590448 w 5088318"/>
                <a:gd name="connsiteY12" fmla="*/ 2689026 h 3057570"/>
                <a:gd name="connsiteX13" fmla="*/ 1241198 w 5088318"/>
                <a:gd name="connsiteY13" fmla="*/ 2987476 h 3057570"/>
                <a:gd name="connsiteX14" fmla="*/ 669698 w 5088318"/>
                <a:gd name="connsiteY14" fmla="*/ 3044626 h 3057570"/>
                <a:gd name="connsiteX15" fmla="*/ 555399 w 5088318"/>
                <a:gd name="connsiteY15" fmla="*/ 3000176 h 3057570"/>
                <a:gd name="connsiteX16" fmla="*/ 91849 w 5088318"/>
                <a:gd name="connsiteY16" fmla="*/ 2536626 h 3057570"/>
                <a:gd name="connsiteX17" fmla="*/ 21999 w 5088318"/>
                <a:gd name="connsiteY17" fmla="*/ 2219127 h 3057570"/>
                <a:gd name="connsiteX18" fmla="*/ 783999 w 5088318"/>
                <a:gd name="connsiteY18" fmla="*/ 1412677 h 3057570"/>
                <a:gd name="connsiteX19" fmla="*/ 1069748 w 5088318"/>
                <a:gd name="connsiteY19" fmla="*/ 1311076 h 3057570"/>
                <a:gd name="connsiteX20" fmla="*/ 1717448 w 5088318"/>
                <a:gd name="connsiteY20" fmla="*/ 400398 h 3057570"/>
                <a:gd name="connsiteX0" fmla="*/ 1717448 w 4982870"/>
                <a:gd name="connsiteY0" fmla="*/ 400398 h 3057570"/>
                <a:gd name="connsiteX1" fmla="*/ 1920648 w 4982870"/>
                <a:gd name="connsiteY1" fmla="*/ 212526 h 3057570"/>
                <a:gd name="connsiteX2" fmla="*/ 2733448 w 4982870"/>
                <a:gd name="connsiteY2" fmla="*/ 22027 h 3057570"/>
                <a:gd name="connsiteX3" fmla="*/ 4657498 w 4982870"/>
                <a:gd name="connsiteY3" fmla="*/ 504626 h 3057570"/>
                <a:gd name="connsiteX4" fmla="*/ 4905148 w 4982870"/>
                <a:gd name="connsiteY4" fmla="*/ 707826 h 3057570"/>
                <a:gd name="connsiteX5" fmla="*/ 4981348 w 4982870"/>
                <a:gd name="connsiteY5" fmla="*/ 961826 h 3057570"/>
                <a:gd name="connsiteX6" fmla="*/ 4720998 w 4982870"/>
                <a:gd name="connsiteY6" fmla="*/ 2009576 h 3057570"/>
                <a:gd name="connsiteX7" fmla="*/ 3857398 w 4982870"/>
                <a:gd name="connsiteY7" fmla="*/ 2263576 h 3057570"/>
                <a:gd name="connsiteX8" fmla="*/ 3387498 w 4982870"/>
                <a:gd name="connsiteY8" fmla="*/ 2174676 h 3057570"/>
                <a:gd name="connsiteX9" fmla="*/ 3209698 w 4982870"/>
                <a:gd name="connsiteY9" fmla="*/ 1835498 h 3057570"/>
                <a:gd name="connsiteX10" fmla="*/ 2898548 w 4982870"/>
                <a:gd name="connsiteY10" fmla="*/ 1920676 h 3057570"/>
                <a:gd name="connsiteX11" fmla="*/ 2479448 w 4982870"/>
                <a:gd name="connsiteY11" fmla="*/ 2009576 h 3057570"/>
                <a:gd name="connsiteX12" fmla="*/ 1850798 w 4982870"/>
                <a:gd name="connsiteY12" fmla="*/ 2219126 h 3057570"/>
                <a:gd name="connsiteX13" fmla="*/ 1590448 w 4982870"/>
                <a:gd name="connsiteY13" fmla="*/ 2689026 h 3057570"/>
                <a:gd name="connsiteX14" fmla="*/ 1241198 w 4982870"/>
                <a:gd name="connsiteY14" fmla="*/ 2987476 h 3057570"/>
                <a:gd name="connsiteX15" fmla="*/ 669698 w 4982870"/>
                <a:gd name="connsiteY15" fmla="*/ 3044626 h 3057570"/>
                <a:gd name="connsiteX16" fmla="*/ 555399 w 4982870"/>
                <a:gd name="connsiteY16" fmla="*/ 3000176 h 3057570"/>
                <a:gd name="connsiteX17" fmla="*/ 91849 w 4982870"/>
                <a:gd name="connsiteY17" fmla="*/ 2536626 h 3057570"/>
                <a:gd name="connsiteX18" fmla="*/ 21999 w 4982870"/>
                <a:gd name="connsiteY18" fmla="*/ 2219127 h 3057570"/>
                <a:gd name="connsiteX19" fmla="*/ 783999 w 4982870"/>
                <a:gd name="connsiteY19" fmla="*/ 1412677 h 3057570"/>
                <a:gd name="connsiteX20" fmla="*/ 1069748 w 4982870"/>
                <a:gd name="connsiteY20" fmla="*/ 1311076 h 3057570"/>
                <a:gd name="connsiteX21" fmla="*/ 1717448 w 4982870"/>
                <a:gd name="connsiteY21" fmla="*/ 400398 h 3057570"/>
                <a:gd name="connsiteX0" fmla="*/ 1717448 w 4982870"/>
                <a:gd name="connsiteY0" fmla="*/ 400398 h 3057570"/>
                <a:gd name="connsiteX1" fmla="*/ 1920648 w 4982870"/>
                <a:gd name="connsiteY1" fmla="*/ 212526 h 3057570"/>
                <a:gd name="connsiteX2" fmla="*/ 2733448 w 4982870"/>
                <a:gd name="connsiteY2" fmla="*/ 22027 h 3057570"/>
                <a:gd name="connsiteX3" fmla="*/ 4206648 w 4982870"/>
                <a:gd name="connsiteY3" fmla="*/ 394136 h 3057570"/>
                <a:gd name="connsiteX4" fmla="*/ 4657498 w 4982870"/>
                <a:gd name="connsiteY4" fmla="*/ 504626 h 3057570"/>
                <a:gd name="connsiteX5" fmla="*/ 4905148 w 4982870"/>
                <a:gd name="connsiteY5" fmla="*/ 707826 h 3057570"/>
                <a:gd name="connsiteX6" fmla="*/ 4981348 w 4982870"/>
                <a:gd name="connsiteY6" fmla="*/ 961826 h 3057570"/>
                <a:gd name="connsiteX7" fmla="*/ 4720998 w 4982870"/>
                <a:gd name="connsiteY7" fmla="*/ 2009576 h 3057570"/>
                <a:gd name="connsiteX8" fmla="*/ 3857398 w 4982870"/>
                <a:gd name="connsiteY8" fmla="*/ 2263576 h 3057570"/>
                <a:gd name="connsiteX9" fmla="*/ 3387498 w 4982870"/>
                <a:gd name="connsiteY9" fmla="*/ 2174676 h 3057570"/>
                <a:gd name="connsiteX10" fmla="*/ 3209698 w 4982870"/>
                <a:gd name="connsiteY10" fmla="*/ 1835498 h 3057570"/>
                <a:gd name="connsiteX11" fmla="*/ 2898548 w 4982870"/>
                <a:gd name="connsiteY11" fmla="*/ 1920676 h 3057570"/>
                <a:gd name="connsiteX12" fmla="*/ 2479448 w 4982870"/>
                <a:gd name="connsiteY12" fmla="*/ 2009576 h 3057570"/>
                <a:gd name="connsiteX13" fmla="*/ 1850798 w 4982870"/>
                <a:gd name="connsiteY13" fmla="*/ 2219126 h 3057570"/>
                <a:gd name="connsiteX14" fmla="*/ 1590448 w 4982870"/>
                <a:gd name="connsiteY14" fmla="*/ 2689026 h 3057570"/>
                <a:gd name="connsiteX15" fmla="*/ 1241198 w 4982870"/>
                <a:gd name="connsiteY15" fmla="*/ 2987476 h 3057570"/>
                <a:gd name="connsiteX16" fmla="*/ 669698 w 4982870"/>
                <a:gd name="connsiteY16" fmla="*/ 3044626 h 3057570"/>
                <a:gd name="connsiteX17" fmla="*/ 555399 w 4982870"/>
                <a:gd name="connsiteY17" fmla="*/ 3000176 h 3057570"/>
                <a:gd name="connsiteX18" fmla="*/ 91849 w 4982870"/>
                <a:gd name="connsiteY18" fmla="*/ 2536626 h 3057570"/>
                <a:gd name="connsiteX19" fmla="*/ 21999 w 4982870"/>
                <a:gd name="connsiteY19" fmla="*/ 2219127 h 3057570"/>
                <a:gd name="connsiteX20" fmla="*/ 783999 w 4982870"/>
                <a:gd name="connsiteY20" fmla="*/ 1412677 h 3057570"/>
                <a:gd name="connsiteX21" fmla="*/ 1069748 w 4982870"/>
                <a:gd name="connsiteY21" fmla="*/ 1311076 h 3057570"/>
                <a:gd name="connsiteX22" fmla="*/ 1717448 w 4982870"/>
                <a:gd name="connsiteY22" fmla="*/ 400398 h 3057570"/>
                <a:gd name="connsiteX0" fmla="*/ 1717448 w 4982870"/>
                <a:gd name="connsiteY0" fmla="*/ 400398 h 3057570"/>
                <a:gd name="connsiteX1" fmla="*/ 1920648 w 4982870"/>
                <a:gd name="connsiteY1" fmla="*/ 212526 h 3057570"/>
                <a:gd name="connsiteX2" fmla="*/ 2733448 w 4982870"/>
                <a:gd name="connsiteY2" fmla="*/ 22027 h 3057570"/>
                <a:gd name="connsiteX3" fmla="*/ 3597048 w 4982870"/>
                <a:gd name="connsiteY3" fmla="*/ 241736 h 3057570"/>
                <a:gd name="connsiteX4" fmla="*/ 4206648 w 4982870"/>
                <a:gd name="connsiteY4" fmla="*/ 394136 h 3057570"/>
                <a:gd name="connsiteX5" fmla="*/ 4657498 w 4982870"/>
                <a:gd name="connsiteY5" fmla="*/ 504626 h 3057570"/>
                <a:gd name="connsiteX6" fmla="*/ 4905148 w 4982870"/>
                <a:gd name="connsiteY6" fmla="*/ 707826 h 3057570"/>
                <a:gd name="connsiteX7" fmla="*/ 4981348 w 4982870"/>
                <a:gd name="connsiteY7" fmla="*/ 961826 h 3057570"/>
                <a:gd name="connsiteX8" fmla="*/ 4720998 w 4982870"/>
                <a:gd name="connsiteY8" fmla="*/ 2009576 h 3057570"/>
                <a:gd name="connsiteX9" fmla="*/ 3857398 w 4982870"/>
                <a:gd name="connsiteY9" fmla="*/ 2263576 h 3057570"/>
                <a:gd name="connsiteX10" fmla="*/ 3387498 w 4982870"/>
                <a:gd name="connsiteY10" fmla="*/ 2174676 h 3057570"/>
                <a:gd name="connsiteX11" fmla="*/ 3209698 w 4982870"/>
                <a:gd name="connsiteY11" fmla="*/ 1835498 h 3057570"/>
                <a:gd name="connsiteX12" fmla="*/ 2898548 w 4982870"/>
                <a:gd name="connsiteY12" fmla="*/ 1920676 h 3057570"/>
                <a:gd name="connsiteX13" fmla="*/ 2479448 w 4982870"/>
                <a:gd name="connsiteY13" fmla="*/ 2009576 h 3057570"/>
                <a:gd name="connsiteX14" fmla="*/ 1850798 w 4982870"/>
                <a:gd name="connsiteY14" fmla="*/ 2219126 h 3057570"/>
                <a:gd name="connsiteX15" fmla="*/ 1590448 w 4982870"/>
                <a:gd name="connsiteY15" fmla="*/ 2689026 h 3057570"/>
                <a:gd name="connsiteX16" fmla="*/ 1241198 w 4982870"/>
                <a:gd name="connsiteY16" fmla="*/ 2987476 h 3057570"/>
                <a:gd name="connsiteX17" fmla="*/ 669698 w 4982870"/>
                <a:gd name="connsiteY17" fmla="*/ 3044626 h 3057570"/>
                <a:gd name="connsiteX18" fmla="*/ 555399 w 4982870"/>
                <a:gd name="connsiteY18" fmla="*/ 3000176 h 3057570"/>
                <a:gd name="connsiteX19" fmla="*/ 91849 w 4982870"/>
                <a:gd name="connsiteY19" fmla="*/ 2536626 h 3057570"/>
                <a:gd name="connsiteX20" fmla="*/ 21999 w 4982870"/>
                <a:gd name="connsiteY20" fmla="*/ 2219127 h 3057570"/>
                <a:gd name="connsiteX21" fmla="*/ 783999 w 4982870"/>
                <a:gd name="connsiteY21" fmla="*/ 1412677 h 3057570"/>
                <a:gd name="connsiteX22" fmla="*/ 1069748 w 4982870"/>
                <a:gd name="connsiteY22" fmla="*/ 1311076 h 3057570"/>
                <a:gd name="connsiteX23" fmla="*/ 1717448 w 4982870"/>
                <a:gd name="connsiteY23" fmla="*/ 400398 h 3057570"/>
                <a:gd name="connsiteX0" fmla="*/ 1717448 w 4982870"/>
                <a:gd name="connsiteY0" fmla="*/ 400398 h 3057570"/>
                <a:gd name="connsiteX1" fmla="*/ 1920648 w 4982870"/>
                <a:gd name="connsiteY1" fmla="*/ 212526 h 3057570"/>
                <a:gd name="connsiteX2" fmla="*/ 2733448 w 4982870"/>
                <a:gd name="connsiteY2" fmla="*/ 22027 h 3057570"/>
                <a:gd name="connsiteX3" fmla="*/ 3597048 w 4982870"/>
                <a:gd name="connsiteY3" fmla="*/ 241736 h 3057570"/>
                <a:gd name="connsiteX4" fmla="*/ 4206648 w 4982870"/>
                <a:gd name="connsiteY4" fmla="*/ 394136 h 3057570"/>
                <a:gd name="connsiteX5" fmla="*/ 4657498 w 4982870"/>
                <a:gd name="connsiteY5" fmla="*/ 504626 h 3057570"/>
                <a:gd name="connsiteX6" fmla="*/ 4905148 w 4982870"/>
                <a:gd name="connsiteY6" fmla="*/ 707826 h 3057570"/>
                <a:gd name="connsiteX7" fmla="*/ 4981348 w 4982870"/>
                <a:gd name="connsiteY7" fmla="*/ 961826 h 3057570"/>
                <a:gd name="connsiteX8" fmla="*/ 4720998 w 4982870"/>
                <a:gd name="connsiteY8" fmla="*/ 2009576 h 3057570"/>
                <a:gd name="connsiteX9" fmla="*/ 3857398 w 4982870"/>
                <a:gd name="connsiteY9" fmla="*/ 2263576 h 3057570"/>
                <a:gd name="connsiteX10" fmla="*/ 3387498 w 4982870"/>
                <a:gd name="connsiteY10" fmla="*/ 2174676 h 3057570"/>
                <a:gd name="connsiteX11" fmla="*/ 3209698 w 4982870"/>
                <a:gd name="connsiteY11" fmla="*/ 1835498 h 3057570"/>
                <a:gd name="connsiteX12" fmla="*/ 2898548 w 4982870"/>
                <a:gd name="connsiteY12" fmla="*/ 1920676 h 3057570"/>
                <a:gd name="connsiteX13" fmla="*/ 2479448 w 4982870"/>
                <a:gd name="connsiteY13" fmla="*/ 2009576 h 3057570"/>
                <a:gd name="connsiteX14" fmla="*/ 1850798 w 4982870"/>
                <a:gd name="connsiteY14" fmla="*/ 2219126 h 3057570"/>
                <a:gd name="connsiteX15" fmla="*/ 1590448 w 4982870"/>
                <a:gd name="connsiteY15" fmla="*/ 2689026 h 3057570"/>
                <a:gd name="connsiteX16" fmla="*/ 1241198 w 4982870"/>
                <a:gd name="connsiteY16" fmla="*/ 2987476 h 3057570"/>
                <a:gd name="connsiteX17" fmla="*/ 669698 w 4982870"/>
                <a:gd name="connsiteY17" fmla="*/ 3044626 h 3057570"/>
                <a:gd name="connsiteX18" fmla="*/ 555399 w 4982870"/>
                <a:gd name="connsiteY18" fmla="*/ 3000176 h 3057570"/>
                <a:gd name="connsiteX19" fmla="*/ 91849 w 4982870"/>
                <a:gd name="connsiteY19" fmla="*/ 2536626 h 3057570"/>
                <a:gd name="connsiteX20" fmla="*/ 21999 w 4982870"/>
                <a:gd name="connsiteY20" fmla="*/ 2219127 h 3057570"/>
                <a:gd name="connsiteX21" fmla="*/ 783999 w 4982870"/>
                <a:gd name="connsiteY21" fmla="*/ 1412677 h 3057570"/>
                <a:gd name="connsiteX22" fmla="*/ 1069748 w 4982870"/>
                <a:gd name="connsiteY22" fmla="*/ 1311076 h 3057570"/>
                <a:gd name="connsiteX23" fmla="*/ 1717448 w 4982870"/>
                <a:gd name="connsiteY23" fmla="*/ 400398 h 3057570"/>
                <a:gd name="connsiteX0" fmla="*/ 1717448 w 4982870"/>
                <a:gd name="connsiteY0" fmla="*/ 400398 h 3057570"/>
                <a:gd name="connsiteX1" fmla="*/ 1920648 w 4982870"/>
                <a:gd name="connsiteY1" fmla="*/ 212526 h 3057570"/>
                <a:gd name="connsiteX2" fmla="*/ 2733448 w 4982870"/>
                <a:gd name="connsiteY2" fmla="*/ 22027 h 3057570"/>
                <a:gd name="connsiteX3" fmla="*/ 3597048 w 4982870"/>
                <a:gd name="connsiteY3" fmla="*/ 241736 h 3057570"/>
                <a:gd name="connsiteX4" fmla="*/ 4206648 w 4982870"/>
                <a:gd name="connsiteY4" fmla="*/ 394136 h 3057570"/>
                <a:gd name="connsiteX5" fmla="*/ 4657498 w 4982870"/>
                <a:gd name="connsiteY5" fmla="*/ 504626 h 3057570"/>
                <a:gd name="connsiteX6" fmla="*/ 4905148 w 4982870"/>
                <a:gd name="connsiteY6" fmla="*/ 707826 h 3057570"/>
                <a:gd name="connsiteX7" fmla="*/ 4981348 w 4982870"/>
                <a:gd name="connsiteY7" fmla="*/ 961826 h 3057570"/>
                <a:gd name="connsiteX8" fmla="*/ 4720998 w 4982870"/>
                <a:gd name="connsiteY8" fmla="*/ 2009576 h 3057570"/>
                <a:gd name="connsiteX9" fmla="*/ 3857398 w 4982870"/>
                <a:gd name="connsiteY9" fmla="*/ 2263576 h 3057570"/>
                <a:gd name="connsiteX10" fmla="*/ 3387498 w 4982870"/>
                <a:gd name="connsiteY10" fmla="*/ 2174676 h 3057570"/>
                <a:gd name="connsiteX11" fmla="*/ 3209698 w 4982870"/>
                <a:gd name="connsiteY11" fmla="*/ 1835498 h 3057570"/>
                <a:gd name="connsiteX12" fmla="*/ 2898548 w 4982870"/>
                <a:gd name="connsiteY12" fmla="*/ 1920676 h 3057570"/>
                <a:gd name="connsiteX13" fmla="*/ 2479448 w 4982870"/>
                <a:gd name="connsiteY13" fmla="*/ 2009576 h 3057570"/>
                <a:gd name="connsiteX14" fmla="*/ 1850798 w 4982870"/>
                <a:gd name="connsiteY14" fmla="*/ 2219126 h 3057570"/>
                <a:gd name="connsiteX15" fmla="*/ 1590448 w 4982870"/>
                <a:gd name="connsiteY15" fmla="*/ 2689026 h 3057570"/>
                <a:gd name="connsiteX16" fmla="*/ 1241198 w 4982870"/>
                <a:gd name="connsiteY16" fmla="*/ 2987476 h 3057570"/>
                <a:gd name="connsiteX17" fmla="*/ 669698 w 4982870"/>
                <a:gd name="connsiteY17" fmla="*/ 3044626 h 3057570"/>
                <a:gd name="connsiteX18" fmla="*/ 555399 w 4982870"/>
                <a:gd name="connsiteY18" fmla="*/ 3000176 h 3057570"/>
                <a:gd name="connsiteX19" fmla="*/ 91849 w 4982870"/>
                <a:gd name="connsiteY19" fmla="*/ 2536626 h 3057570"/>
                <a:gd name="connsiteX20" fmla="*/ 21999 w 4982870"/>
                <a:gd name="connsiteY20" fmla="*/ 2219127 h 3057570"/>
                <a:gd name="connsiteX21" fmla="*/ 783999 w 4982870"/>
                <a:gd name="connsiteY21" fmla="*/ 1412677 h 3057570"/>
                <a:gd name="connsiteX22" fmla="*/ 1069748 w 4982870"/>
                <a:gd name="connsiteY22" fmla="*/ 1311076 h 3057570"/>
                <a:gd name="connsiteX23" fmla="*/ 1717448 w 4982870"/>
                <a:gd name="connsiteY23" fmla="*/ 400398 h 3057570"/>
                <a:gd name="connsiteX0" fmla="*/ 1717448 w 4982870"/>
                <a:gd name="connsiteY0" fmla="*/ 400398 h 3057570"/>
                <a:gd name="connsiteX1" fmla="*/ 1920648 w 4982870"/>
                <a:gd name="connsiteY1" fmla="*/ 212526 h 3057570"/>
                <a:gd name="connsiteX2" fmla="*/ 2733448 w 4982870"/>
                <a:gd name="connsiteY2" fmla="*/ 22027 h 3057570"/>
                <a:gd name="connsiteX3" fmla="*/ 3597048 w 4982870"/>
                <a:gd name="connsiteY3" fmla="*/ 241736 h 3057570"/>
                <a:gd name="connsiteX4" fmla="*/ 4206648 w 4982870"/>
                <a:gd name="connsiteY4" fmla="*/ 394136 h 3057570"/>
                <a:gd name="connsiteX5" fmla="*/ 4657498 w 4982870"/>
                <a:gd name="connsiteY5" fmla="*/ 504626 h 3057570"/>
                <a:gd name="connsiteX6" fmla="*/ 4905148 w 4982870"/>
                <a:gd name="connsiteY6" fmla="*/ 707826 h 3057570"/>
                <a:gd name="connsiteX7" fmla="*/ 4981348 w 4982870"/>
                <a:gd name="connsiteY7" fmla="*/ 961826 h 3057570"/>
                <a:gd name="connsiteX8" fmla="*/ 4720998 w 4982870"/>
                <a:gd name="connsiteY8" fmla="*/ 2009576 h 3057570"/>
                <a:gd name="connsiteX9" fmla="*/ 3857398 w 4982870"/>
                <a:gd name="connsiteY9" fmla="*/ 2263576 h 3057570"/>
                <a:gd name="connsiteX10" fmla="*/ 3387498 w 4982870"/>
                <a:gd name="connsiteY10" fmla="*/ 2174676 h 3057570"/>
                <a:gd name="connsiteX11" fmla="*/ 3209698 w 4982870"/>
                <a:gd name="connsiteY11" fmla="*/ 1835498 h 3057570"/>
                <a:gd name="connsiteX12" fmla="*/ 2898548 w 4982870"/>
                <a:gd name="connsiteY12" fmla="*/ 1920676 h 3057570"/>
                <a:gd name="connsiteX13" fmla="*/ 2479448 w 4982870"/>
                <a:gd name="connsiteY13" fmla="*/ 2009576 h 3057570"/>
                <a:gd name="connsiteX14" fmla="*/ 1850798 w 4982870"/>
                <a:gd name="connsiteY14" fmla="*/ 2219126 h 3057570"/>
                <a:gd name="connsiteX15" fmla="*/ 1590448 w 4982870"/>
                <a:gd name="connsiteY15" fmla="*/ 2689026 h 3057570"/>
                <a:gd name="connsiteX16" fmla="*/ 1241198 w 4982870"/>
                <a:gd name="connsiteY16" fmla="*/ 2987476 h 3057570"/>
                <a:gd name="connsiteX17" fmla="*/ 669698 w 4982870"/>
                <a:gd name="connsiteY17" fmla="*/ 3044626 h 3057570"/>
                <a:gd name="connsiteX18" fmla="*/ 555399 w 4982870"/>
                <a:gd name="connsiteY18" fmla="*/ 3000176 h 3057570"/>
                <a:gd name="connsiteX19" fmla="*/ 91849 w 4982870"/>
                <a:gd name="connsiteY19" fmla="*/ 2536626 h 3057570"/>
                <a:gd name="connsiteX20" fmla="*/ 21999 w 4982870"/>
                <a:gd name="connsiteY20" fmla="*/ 2219127 h 3057570"/>
                <a:gd name="connsiteX21" fmla="*/ 783999 w 4982870"/>
                <a:gd name="connsiteY21" fmla="*/ 1412677 h 3057570"/>
                <a:gd name="connsiteX22" fmla="*/ 1069748 w 4982870"/>
                <a:gd name="connsiteY22" fmla="*/ 1311076 h 3057570"/>
                <a:gd name="connsiteX23" fmla="*/ 1717448 w 4982870"/>
                <a:gd name="connsiteY23" fmla="*/ 400398 h 3057570"/>
                <a:gd name="connsiteX0" fmla="*/ 1717448 w 4982870"/>
                <a:gd name="connsiteY0" fmla="*/ 400398 h 3057570"/>
                <a:gd name="connsiteX1" fmla="*/ 1920648 w 4982870"/>
                <a:gd name="connsiteY1" fmla="*/ 212526 h 3057570"/>
                <a:gd name="connsiteX2" fmla="*/ 2733448 w 4982870"/>
                <a:gd name="connsiteY2" fmla="*/ 22027 h 3057570"/>
                <a:gd name="connsiteX3" fmla="*/ 3597048 w 4982870"/>
                <a:gd name="connsiteY3" fmla="*/ 241736 h 3057570"/>
                <a:gd name="connsiteX4" fmla="*/ 4206648 w 4982870"/>
                <a:gd name="connsiteY4" fmla="*/ 394136 h 3057570"/>
                <a:gd name="connsiteX5" fmla="*/ 4657498 w 4982870"/>
                <a:gd name="connsiteY5" fmla="*/ 504626 h 3057570"/>
                <a:gd name="connsiteX6" fmla="*/ 4905148 w 4982870"/>
                <a:gd name="connsiteY6" fmla="*/ 707826 h 3057570"/>
                <a:gd name="connsiteX7" fmla="*/ 4981348 w 4982870"/>
                <a:gd name="connsiteY7" fmla="*/ 961826 h 3057570"/>
                <a:gd name="connsiteX8" fmla="*/ 4720998 w 4982870"/>
                <a:gd name="connsiteY8" fmla="*/ 2009576 h 3057570"/>
                <a:gd name="connsiteX9" fmla="*/ 3857398 w 4982870"/>
                <a:gd name="connsiteY9" fmla="*/ 2263576 h 3057570"/>
                <a:gd name="connsiteX10" fmla="*/ 3387498 w 4982870"/>
                <a:gd name="connsiteY10" fmla="*/ 2174676 h 3057570"/>
                <a:gd name="connsiteX11" fmla="*/ 3209698 w 4982870"/>
                <a:gd name="connsiteY11" fmla="*/ 1835498 h 3057570"/>
                <a:gd name="connsiteX12" fmla="*/ 2898548 w 4982870"/>
                <a:gd name="connsiteY12" fmla="*/ 1920676 h 3057570"/>
                <a:gd name="connsiteX13" fmla="*/ 2479448 w 4982870"/>
                <a:gd name="connsiteY13" fmla="*/ 2009576 h 3057570"/>
                <a:gd name="connsiteX14" fmla="*/ 1850798 w 4982870"/>
                <a:gd name="connsiteY14" fmla="*/ 2219126 h 3057570"/>
                <a:gd name="connsiteX15" fmla="*/ 1590448 w 4982870"/>
                <a:gd name="connsiteY15" fmla="*/ 2689026 h 3057570"/>
                <a:gd name="connsiteX16" fmla="*/ 1241198 w 4982870"/>
                <a:gd name="connsiteY16" fmla="*/ 2987476 h 3057570"/>
                <a:gd name="connsiteX17" fmla="*/ 669698 w 4982870"/>
                <a:gd name="connsiteY17" fmla="*/ 3044626 h 3057570"/>
                <a:gd name="connsiteX18" fmla="*/ 555399 w 4982870"/>
                <a:gd name="connsiteY18" fmla="*/ 3000176 h 3057570"/>
                <a:gd name="connsiteX19" fmla="*/ 91849 w 4982870"/>
                <a:gd name="connsiteY19" fmla="*/ 2536626 h 3057570"/>
                <a:gd name="connsiteX20" fmla="*/ 21999 w 4982870"/>
                <a:gd name="connsiteY20" fmla="*/ 2219127 h 3057570"/>
                <a:gd name="connsiteX21" fmla="*/ 783999 w 4982870"/>
                <a:gd name="connsiteY21" fmla="*/ 1412677 h 3057570"/>
                <a:gd name="connsiteX22" fmla="*/ 1069748 w 4982870"/>
                <a:gd name="connsiteY22" fmla="*/ 1311076 h 3057570"/>
                <a:gd name="connsiteX23" fmla="*/ 1717448 w 4982870"/>
                <a:gd name="connsiteY23" fmla="*/ 400398 h 3057570"/>
                <a:gd name="connsiteX0" fmla="*/ 1717448 w 4982870"/>
                <a:gd name="connsiteY0" fmla="*/ 400398 h 3057570"/>
                <a:gd name="connsiteX1" fmla="*/ 1920648 w 4982870"/>
                <a:gd name="connsiteY1" fmla="*/ 212526 h 3057570"/>
                <a:gd name="connsiteX2" fmla="*/ 2733448 w 4982870"/>
                <a:gd name="connsiteY2" fmla="*/ 22027 h 3057570"/>
                <a:gd name="connsiteX3" fmla="*/ 3597048 w 4982870"/>
                <a:gd name="connsiteY3" fmla="*/ 241736 h 3057570"/>
                <a:gd name="connsiteX4" fmla="*/ 4206648 w 4982870"/>
                <a:gd name="connsiteY4" fmla="*/ 394136 h 3057570"/>
                <a:gd name="connsiteX5" fmla="*/ 4657498 w 4982870"/>
                <a:gd name="connsiteY5" fmla="*/ 504626 h 3057570"/>
                <a:gd name="connsiteX6" fmla="*/ 4905148 w 4982870"/>
                <a:gd name="connsiteY6" fmla="*/ 707826 h 3057570"/>
                <a:gd name="connsiteX7" fmla="*/ 4981348 w 4982870"/>
                <a:gd name="connsiteY7" fmla="*/ 961826 h 3057570"/>
                <a:gd name="connsiteX8" fmla="*/ 4720998 w 4982870"/>
                <a:gd name="connsiteY8" fmla="*/ 2009576 h 3057570"/>
                <a:gd name="connsiteX9" fmla="*/ 3857398 w 4982870"/>
                <a:gd name="connsiteY9" fmla="*/ 2263576 h 3057570"/>
                <a:gd name="connsiteX10" fmla="*/ 3387498 w 4982870"/>
                <a:gd name="connsiteY10" fmla="*/ 2174676 h 3057570"/>
                <a:gd name="connsiteX11" fmla="*/ 3209698 w 4982870"/>
                <a:gd name="connsiteY11" fmla="*/ 1835498 h 3057570"/>
                <a:gd name="connsiteX12" fmla="*/ 2898548 w 4982870"/>
                <a:gd name="connsiteY12" fmla="*/ 1920676 h 3057570"/>
                <a:gd name="connsiteX13" fmla="*/ 2479448 w 4982870"/>
                <a:gd name="connsiteY13" fmla="*/ 2009576 h 3057570"/>
                <a:gd name="connsiteX14" fmla="*/ 1850798 w 4982870"/>
                <a:gd name="connsiteY14" fmla="*/ 2219126 h 3057570"/>
                <a:gd name="connsiteX15" fmla="*/ 1590448 w 4982870"/>
                <a:gd name="connsiteY15" fmla="*/ 2689026 h 3057570"/>
                <a:gd name="connsiteX16" fmla="*/ 1241198 w 4982870"/>
                <a:gd name="connsiteY16" fmla="*/ 2987476 h 3057570"/>
                <a:gd name="connsiteX17" fmla="*/ 669698 w 4982870"/>
                <a:gd name="connsiteY17" fmla="*/ 3044626 h 3057570"/>
                <a:gd name="connsiteX18" fmla="*/ 555399 w 4982870"/>
                <a:gd name="connsiteY18" fmla="*/ 3000176 h 3057570"/>
                <a:gd name="connsiteX19" fmla="*/ 91849 w 4982870"/>
                <a:gd name="connsiteY19" fmla="*/ 2536626 h 3057570"/>
                <a:gd name="connsiteX20" fmla="*/ 21999 w 4982870"/>
                <a:gd name="connsiteY20" fmla="*/ 2219127 h 3057570"/>
                <a:gd name="connsiteX21" fmla="*/ 783999 w 4982870"/>
                <a:gd name="connsiteY21" fmla="*/ 1412677 h 3057570"/>
                <a:gd name="connsiteX22" fmla="*/ 1069748 w 4982870"/>
                <a:gd name="connsiteY22" fmla="*/ 1311076 h 3057570"/>
                <a:gd name="connsiteX23" fmla="*/ 1717448 w 4982870"/>
                <a:gd name="connsiteY23" fmla="*/ 400398 h 3057570"/>
                <a:gd name="connsiteX0" fmla="*/ 1717448 w 4982870"/>
                <a:gd name="connsiteY0" fmla="*/ 400398 h 3057570"/>
                <a:gd name="connsiteX1" fmla="*/ 1920648 w 4982870"/>
                <a:gd name="connsiteY1" fmla="*/ 212526 h 3057570"/>
                <a:gd name="connsiteX2" fmla="*/ 2733448 w 4982870"/>
                <a:gd name="connsiteY2" fmla="*/ 22027 h 3057570"/>
                <a:gd name="connsiteX3" fmla="*/ 3597048 w 4982870"/>
                <a:gd name="connsiteY3" fmla="*/ 241736 h 3057570"/>
                <a:gd name="connsiteX4" fmla="*/ 4206648 w 4982870"/>
                <a:gd name="connsiteY4" fmla="*/ 394136 h 3057570"/>
                <a:gd name="connsiteX5" fmla="*/ 4657498 w 4982870"/>
                <a:gd name="connsiteY5" fmla="*/ 504626 h 3057570"/>
                <a:gd name="connsiteX6" fmla="*/ 4905148 w 4982870"/>
                <a:gd name="connsiteY6" fmla="*/ 707826 h 3057570"/>
                <a:gd name="connsiteX7" fmla="*/ 4981348 w 4982870"/>
                <a:gd name="connsiteY7" fmla="*/ 961826 h 3057570"/>
                <a:gd name="connsiteX8" fmla="*/ 4720998 w 4982870"/>
                <a:gd name="connsiteY8" fmla="*/ 2009576 h 3057570"/>
                <a:gd name="connsiteX9" fmla="*/ 3857398 w 4982870"/>
                <a:gd name="connsiteY9" fmla="*/ 2263576 h 3057570"/>
                <a:gd name="connsiteX10" fmla="*/ 3387498 w 4982870"/>
                <a:gd name="connsiteY10" fmla="*/ 2174676 h 3057570"/>
                <a:gd name="connsiteX11" fmla="*/ 3209698 w 4982870"/>
                <a:gd name="connsiteY11" fmla="*/ 1835498 h 3057570"/>
                <a:gd name="connsiteX12" fmla="*/ 2898548 w 4982870"/>
                <a:gd name="connsiteY12" fmla="*/ 1920676 h 3057570"/>
                <a:gd name="connsiteX13" fmla="*/ 2479448 w 4982870"/>
                <a:gd name="connsiteY13" fmla="*/ 2009576 h 3057570"/>
                <a:gd name="connsiteX14" fmla="*/ 1850798 w 4982870"/>
                <a:gd name="connsiteY14" fmla="*/ 2219126 h 3057570"/>
                <a:gd name="connsiteX15" fmla="*/ 1590448 w 4982870"/>
                <a:gd name="connsiteY15" fmla="*/ 2689026 h 3057570"/>
                <a:gd name="connsiteX16" fmla="*/ 1241198 w 4982870"/>
                <a:gd name="connsiteY16" fmla="*/ 2987476 h 3057570"/>
                <a:gd name="connsiteX17" fmla="*/ 669698 w 4982870"/>
                <a:gd name="connsiteY17" fmla="*/ 3044626 h 3057570"/>
                <a:gd name="connsiteX18" fmla="*/ 555399 w 4982870"/>
                <a:gd name="connsiteY18" fmla="*/ 3000176 h 3057570"/>
                <a:gd name="connsiteX19" fmla="*/ 91849 w 4982870"/>
                <a:gd name="connsiteY19" fmla="*/ 2536626 h 3057570"/>
                <a:gd name="connsiteX20" fmla="*/ 21999 w 4982870"/>
                <a:gd name="connsiteY20" fmla="*/ 2219127 h 3057570"/>
                <a:gd name="connsiteX21" fmla="*/ 783999 w 4982870"/>
                <a:gd name="connsiteY21" fmla="*/ 1412677 h 3057570"/>
                <a:gd name="connsiteX22" fmla="*/ 1069748 w 4982870"/>
                <a:gd name="connsiteY22" fmla="*/ 1311076 h 3057570"/>
                <a:gd name="connsiteX23" fmla="*/ 1717448 w 4982870"/>
                <a:gd name="connsiteY23" fmla="*/ 400398 h 3057570"/>
                <a:gd name="connsiteX0" fmla="*/ 1717448 w 5073559"/>
                <a:gd name="connsiteY0" fmla="*/ 400398 h 3057570"/>
                <a:gd name="connsiteX1" fmla="*/ 1920648 w 5073559"/>
                <a:gd name="connsiteY1" fmla="*/ 212526 h 3057570"/>
                <a:gd name="connsiteX2" fmla="*/ 2733448 w 5073559"/>
                <a:gd name="connsiteY2" fmla="*/ 22027 h 3057570"/>
                <a:gd name="connsiteX3" fmla="*/ 3597048 w 5073559"/>
                <a:gd name="connsiteY3" fmla="*/ 241736 h 3057570"/>
                <a:gd name="connsiteX4" fmla="*/ 4206648 w 5073559"/>
                <a:gd name="connsiteY4" fmla="*/ 394136 h 3057570"/>
                <a:gd name="connsiteX5" fmla="*/ 4657498 w 5073559"/>
                <a:gd name="connsiteY5" fmla="*/ 504626 h 3057570"/>
                <a:gd name="connsiteX6" fmla="*/ 4905148 w 5073559"/>
                <a:gd name="connsiteY6" fmla="*/ 707826 h 3057570"/>
                <a:gd name="connsiteX7" fmla="*/ 4981348 w 5073559"/>
                <a:gd name="connsiteY7" fmla="*/ 961826 h 3057570"/>
                <a:gd name="connsiteX8" fmla="*/ 4720998 w 5073559"/>
                <a:gd name="connsiteY8" fmla="*/ 2009576 h 3057570"/>
                <a:gd name="connsiteX9" fmla="*/ 3857398 w 5073559"/>
                <a:gd name="connsiteY9" fmla="*/ 2263576 h 3057570"/>
                <a:gd name="connsiteX10" fmla="*/ 3387498 w 5073559"/>
                <a:gd name="connsiteY10" fmla="*/ 2174676 h 3057570"/>
                <a:gd name="connsiteX11" fmla="*/ 3209698 w 5073559"/>
                <a:gd name="connsiteY11" fmla="*/ 1835498 h 3057570"/>
                <a:gd name="connsiteX12" fmla="*/ 2898548 w 5073559"/>
                <a:gd name="connsiteY12" fmla="*/ 1920676 h 3057570"/>
                <a:gd name="connsiteX13" fmla="*/ 2479448 w 5073559"/>
                <a:gd name="connsiteY13" fmla="*/ 2009576 h 3057570"/>
                <a:gd name="connsiteX14" fmla="*/ 1850798 w 5073559"/>
                <a:gd name="connsiteY14" fmla="*/ 2219126 h 3057570"/>
                <a:gd name="connsiteX15" fmla="*/ 1590448 w 5073559"/>
                <a:gd name="connsiteY15" fmla="*/ 2689026 h 3057570"/>
                <a:gd name="connsiteX16" fmla="*/ 1241198 w 5073559"/>
                <a:gd name="connsiteY16" fmla="*/ 2987476 h 3057570"/>
                <a:gd name="connsiteX17" fmla="*/ 669698 w 5073559"/>
                <a:gd name="connsiteY17" fmla="*/ 3044626 h 3057570"/>
                <a:gd name="connsiteX18" fmla="*/ 555399 w 5073559"/>
                <a:gd name="connsiteY18" fmla="*/ 3000176 h 3057570"/>
                <a:gd name="connsiteX19" fmla="*/ 91849 w 5073559"/>
                <a:gd name="connsiteY19" fmla="*/ 2536626 h 3057570"/>
                <a:gd name="connsiteX20" fmla="*/ 21999 w 5073559"/>
                <a:gd name="connsiteY20" fmla="*/ 2219127 h 3057570"/>
                <a:gd name="connsiteX21" fmla="*/ 783999 w 5073559"/>
                <a:gd name="connsiteY21" fmla="*/ 1412677 h 3057570"/>
                <a:gd name="connsiteX22" fmla="*/ 1069748 w 5073559"/>
                <a:gd name="connsiteY22" fmla="*/ 1311076 h 3057570"/>
                <a:gd name="connsiteX23" fmla="*/ 1717448 w 5073559"/>
                <a:gd name="connsiteY23" fmla="*/ 400398 h 3057570"/>
                <a:gd name="connsiteX0" fmla="*/ 1717448 w 5202188"/>
                <a:gd name="connsiteY0" fmla="*/ 400398 h 3057570"/>
                <a:gd name="connsiteX1" fmla="*/ 1920648 w 5202188"/>
                <a:gd name="connsiteY1" fmla="*/ 212526 h 3057570"/>
                <a:gd name="connsiteX2" fmla="*/ 2733448 w 5202188"/>
                <a:gd name="connsiteY2" fmla="*/ 22027 h 3057570"/>
                <a:gd name="connsiteX3" fmla="*/ 3597048 w 5202188"/>
                <a:gd name="connsiteY3" fmla="*/ 241736 h 3057570"/>
                <a:gd name="connsiteX4" fmla="*/ 4206648 w 5202188"/>
                <a:gd name="connsiteY4" fmla="*/ 394136 h 3057570"/>
                <a:gd name="connsiteX5" fmla="*/ 4657498 w 5202188"/>
                <a:gd name="connsiteY5" fmla="*/ 504626 h 3057570"/>
                <a:gd name="connsiteX6" fmla="*/ 4905148 w 5202188"/>
                <a:gd name="connsiteY6" fmla="*/ 707826 h 3057570"/>
                <a:gd name="connsiteX7" fmla="*/ 4981348 w 5202188"/>
                <a:gd name="connsiteY7" fmla="*/ 961826 h 3057570"/>
                <a:gd name="connsiteX8" fmla="*/ 4720998 w 5202188"/>
                <a:gd name="connsiteY8" fmla="*/ 2009576 h 3057570"/>
                <a:gd name="connsiteX9" fmla="*/ 3857398 w 5202188"/>
                <a:gd name="connsiteY9" fmla="*/ 2263576 h 3057570"/>
                <a:gd name="connsiteX10" fmla="*/ 3387498 w 5202188"/>
                <a:gd name="connsiteY10" fmla="*/ 2174676 h 3057570"/>
                <a:gd name="connsiteX11" fmla="*/ 3209698 w 5202188"/>
                <a:gd name="connsiteY11" fmla="*/ 1835498 h 3057570"/>
                <a:gd name="connsiteX12" fmla="*/ 2898548 w 5202188"/>
                <a:gd name="connsiteY12" fmla="*/ 1920676 h 3057570"/>
                <a:gd name="connsiteX13" fmla="*/ 2479448 w 5202188"/>
                <a:gd name="connsiteY13" fmla="*/ 2009576 h 3057570"/>
                <a:gd name="connsiteX14" fmla="*/ 1850798 w 5202188"/>
                <a:gd name="connsiteY14" fmla="*/ 2219126 h 3057570"/>
                <a:gd name="connsiteX15" fmla="*/ 1590448 w 5202188"/>
                <a:gd name="connsiteY15" fmla="*/ 2689026 h 3057570"/>
                <a:gd name="connsiteX16" fmla="*/ 1241198 w 5202188"/>
                <a:gd name="connsiteY16" fmla="*/ 2987476 h 3057570"/>
                <a:gd name="connsiteX17" fmla="*/ 669698 w 5202188"/>
                <a:gd name="connsiteY17" fmla="*/ 3044626 h 3057570"/>
                <a:gd name="connsiteX18" fmla="*/ 555399 w 5202188"/>
                <a:gd name="connsiteY18" fmla="*/ 3000176 h 3057570"/>
                <a:gd name="connsiteX19" fmla="*/ 91849 w 5202188"/>
                <a:gd name="connsiteY19" fmla="*/ 2536626 h 3057570"/>
                <a:gd name="connsiteX20" fmla="*/ 21999 w 5202188"/>
                <a:gd name="connsiteY20" fmla="*/ 2219127 h 3057570"/>
                <a:gd name="connsiteX21" fmla="*/ 783999 w 5202188"/>
                <a:gd name="connsiteY21" fmla="*/ 1412677 h 3057570"/>
                <a:gd name="connsiteX22" fmla="*/ 1069748 w 5202188"/>
                <a:gd name="connsiteY22" fmla="*/ 1311076 h 3057570"/>
                <a:gd name="connsiteX23" fmla="*/ 1717448 w 5202188"/>
                <a:gd name="connsiteY23" fmla="*/ 400398 h 3057570"/>
                <a:gd name="connsiteX0" fmla="*/ 1717448 w 5202188"/>
                <a:gd name="connsiteY0" fmla="*/ 400398 h 3057570"/>
                <a:gd name="connsiteX1" fmla="*/ 1920648 w 5202188"/>
                <a:gd name="connsiteY1" fmla="*/ 212526 h 3057570"/>
                <a:gd name="connsiteX2" fmla="*/ 2733448 w 5202188"/>
                <a:gd name="connsiteY2" fmla="*/ 22027 h 3057570"/>
                <a:gd name="connsiteX3" fmla="*/ 3597048 w 5202188"/>
                <a:gd name="connsiteY3" fmla="*/ 241736 h 3057570"/>
                <a:gd name="connsiteX4" fmla="*/ 4206648 w 5202188"/>
                <a:gd name="connsiteY4" fmla="*/ 394136 h 3057570"/>
                <a:gd name="connsiteX5" fmla="*/ 4657498 w 5202188"/>
                <a:gd name="connsiteY5" fmla="*/ 504626 h 3057570"/>
                <a:gd name="connsiteX6" fmla="*/ 4905148 w 5202188"/>
                <a:gd name="connsiteY6" fmla="*/ 707826 h 3057570"/>
                <a:gd name="connsiteX7" fmla="*/ 4981348 w 5202188"/>
                <a:gd name="connsiteY7" fmla="*/ 961826 h 3057570"/>
                <a:gd name="connsiteX8" fmla="*/ 4720998 w 5202188"/>
                <a:gd name="connsiteY8" fmla="*/ 2009576 h 3057570"/>
                <a:gd name="connsiteX9" fmla="*/ 3857398 w 5202188"/>
                <a:gd name="connsiteY9" fmla="*/ 2263576 h 3057570"/>
                <a:gd name="connsiteX10" fmla="*/ 3387498 w 5202188"/>
                <a:gd name="connsiteY10" fmla="*/ 2174676 h 3057570"/>
                <a:gd name="connsiteX11" fmla="*/ 3209698 w 5202188"/>
                <a:gd name="connsiteY11" fmla="*/ 1835498 h 3057570"/>
                <a:gd name="connsiteX12" fmla="*/ 2898548 w 5202188"/>
                <a:gd name="connsiteY12" fmla="*/ 1920676 h 3057570"/>
                <a:gd name="connsiteX13" fmla="*/ 2479448 w 5202188"/>
                <a:gd name="connsiteY13" fmla="*/ 2009576 h 3057570"/>
                <a:gd name="connsiteX14" fmla="*/ 1850798 w 5202188"/>
                <a:gd name="connsiteY14" fmla="*/ 2219126 h 3057570"/>
                <a:gd name="connsiteX15" fmla="*/ 1590448 w 5202188"/>
                <a:gd name="connsiteY15" fmla="*/ 2689026 h 3057570"/>
                <a:gd name="connsiteX16" fmla="*/ 1241198 w 5202188"/>
                <a:gd name="connsiteY16" fmla="*/ 2987476 h 3057570"/>
                <a:gd name="connsiteX17" fmla="*/ 669698 w 5202188"/>
                <a:gd name="connsiteY17" fmla="*/ 3044626 h 3057570"/>
                <a:gd name="connsiteX18" fmla="*/ 555399 w 5202188"/>
                <a:gd name="connsiteY18" fmla="*/ 3000176 h 3057570"/>
                <a:gd name="connsiteX19" fmla="*/ 91849 w 5202188"/>
                <a:gd name="connsiteY19" fmla="*/ 2536626 h 3057570"/>
                <a:gd name="connsiteX20" fmla="*/ 21999 w 5202188"/>
                <a:gd name="connsiteY20" fmla="*/ 2219127 h 3057570"/>
                <a:gd name="connsiteX21" fmla="*/ 783999 w 5202188"/>
                <a:gd name="connsiteY21" fmla="*/ 1412677 h 3057570"/>
                <a:gd name="connsiteX22" fmla="*/ 1069748 w 5202188"/>
                <a:gd name="connsiteY22" fmla="*/ 1311076 h 3057570"/>
                <a:gd name="connsiteX23" fmla="*/ 1717448 w 5202188"/>
                <a:gd name="connsiteY23" fmla="*/ 400398 h 3057570"/>
                <a:gd name="connsiteX0" fmla="*/ 1717448 w 5202188"/>
                <a:gd name="connsiteY0" fmla="*/ 400398 h 3057570"/>
                <a:gd name="connsiteX1" fmla="*/ 1920648 w 5202188"/>
                <a:gd name="connsiteY1" fmla="*/ 212526 h 3057570"/>
                <a:gd name="connsiteX2" fmla="*/ 2733448 w 5202188"/>
                <a:gd name="connsiteY2" fmla="*/ 22027 h 3057570"/>
                <a:gd name="connsiteX3" fmla="*/ 3597048 w 5202188"/>
                <a:gd name="connsiteY3" fmla="*/ 241736 h 3057570"/>
                <a:gd name="connsiteX4" fmla="*/ 4206648 w 5202188"/>
                <a:gd name="connsiteY4" fmla="*/ 394136 h 3057570"/>
                <a:gd name="connsiteX5" fmla="*/ 4657498 w 5202188"/>
                <a:gd name="connsiteY5" fmla="*/ 504626 h 3057570"/>
                <a:gd name="connsiteX6" fmla="*/ 4905148 w 5202188"/>
                <a:gd name="connsiteY6" fmla="*/ 707826 h 3057570"/>
                <a:gd name="connsiteX7" fmla="*/ 4981348 w 5202188"/>
                <a:gd name="connsiteY7" fmla="*/ 961826 h 3057570"/>
                <a:gd name="connsiteX8" fmla="*/ 4720998 w 5202188"/>
                <a:gd name="connsiteY8" fmla="*/ 2009576 h 3057570"/>
                <a:gd name="connsiteX9" fmla="*/ 3857398 w 5202188"/>
                <a:gd name="connsiteY9" fmla="*/ 2263576 h 3057570"/>
                <a:gd name="connsiteX10" fmla="*/ 3387498 w 5202188"/>
                <a:gd name="connsiteY10" fmla="*/ 2174676 h 3057570"/>
                <a:gd name="connsiteX11" fmla="*/ 3209698 w 5202188"/>
                <a:gd name="connsiteY11" fmla="*/ 1835498 h 3057570"/>
                <a:gd name="connsiteX12" fmla="*/ 2898548 w 5202188"/>
                <a:gd name="connsiteY12" fmla="*/ 1920676 h 3057570"/>
                <a:gd name="connsiteX13" fmla="*/ 2479448 w 5202188"/>
                <a:gd name="connsiteY13" fmla="*/ 2009576 h 3057570"/>
                <a:gd name="connsiteX14" fmla="*/ 1850798 w 5202188"/>
                <a:gd name="connsiteY14" fmla="*/ 2219126 h 3057570"/>
                <a:gd name="connsiteX15" fmla="*/ 1590448 w 5202188"/>
                <a:gd name="connsiteY15" fmla="*/ 2689026 h 3057570"/>
                <a:gd name="connsiteX16" fmla="*/ 1241198 w 5202188"/>
                <a:gd name="connsiteY16" fmla="*/ 2987476 h 3057570"/>
                <a:gd name="connsiteX17" fmla="*/ 669698 w 5202188"/>
                <a:gd name="connsiteY17" fmla="*/ 3044626 h 3057570"/>
                <a:gd name="connsiteX18" fmla="*/ 555399 w 5202188"/>
                <a:gd name="connsiteY18" fmla="*/ 3000176 h 3057570"/>
                <a:gd name="connsiteX19" fmla="*/ 91849 w 5202188"/>
                <a:gd name="connsiteY19" fmla="*/ 2536626 h 3057570"/>
                <a:gd name="connsiteX20" fmla="*/ 21999 w 5202188"/>
                <a:gd name="connsiteY20" fmla="*/ 2219127 h 3057570"/>
                <a:gd name="connsiteX21" fmla="*/ 783999 w 5202188"/>
                <a:gd name="connsiteY21" fmla="*/ 1412677 h 3057570"/>
                <a:gd name="connsiteX22" fmla="*/ 1069748 w 5202188"/>
                <a:gd name="connsiteY22" fmla="*/ 1311076 h 3057570"/>
                <a:gd name="connsiteX23" fmla="*/ 1717448 w 5202188"/>
                <a:gd name="connsiteY23" fmla="*/ 400398 h 3057570"/>
                <a:gd name="connsiteX0" fmla="*/ 1717448 w 5202188"/>
                <a:gd name="connsiteY0" fmla="*/ 400398 h 3057570"/>
                <a:gd name="connsiteX1" fmla="*/ 1920648 w 5202188"/>
                <a:gd name="connsiteY1" fmla="*/ 212526 h 3057570"/>
                <a:gd name="connsiteX2" fmla="*/ 2733448 w 5202188"/>
                <a:gd name="connsiteY2" fmla="*/ 22027 h 3057570"/>
                <a:gd name="connsiteX3" fmla="*/ 3597048 w 5202188"/>
                <a:gd name="connsiteY3" fmla="*/ 241736 h 3057570"/>
                <a:gd name="connsiteX4" fmla="*/ 4206648 w 5202188"/>
                <a:gd name="connsiteY4" fmla="*/ 394136 h 3057570"/>
                <a:gd name="connsiteX5" fmla="*/ 4657498 w 5202188"/>
                <a:gd name="connsiteY5" fmla="*/ 504626 h 3057570"/>
                <a:gd name="connsiteX6" fmla="*/ 4905148 w 5202188"/>
                <a:gd name="connsiteY6" fmla="*/ 707826 h 3057570"/>
                <a:gd name="connsiteX7" fmla="*/ 4981348 w 5202188"/>
                <a:gd name="connsiteY7" fmla="*/ 961826 h 3057570"/>
                <a:gd name="connsiteX8" fmla="*/ 4720998 w 5202188"/>
                <a:gd name="connsiteY8" fmla="*/ 2009576 h 3057570"/>
                <a:gd name="connsiteX9" fmla="*/ 3857398 w 5202188"/>
                <a:gd name="connsiteY9" fmla="*/ 2263576 h 3057570"/>
                <a:gd name="connsiteX10" fmla="*/ 3387498 w 5202188"/>
                <a:gd name="connsiteY10" fmla="*/ 2174676 h 3057570"/>
                <a:gd name="connsiteX11" fmla="*/ 3209698 w 5202188"/>
                <a:gd name="connsiteY11" fmla="*/ 1835498 h 3057570"/>
                <a:gd name="connsiteX12" fmla="*/ 2898548 w 5202188"/>
                <a:gd name="connsiteY12" fmla="*/ 1920676 h 3057570"/>
                <a:gd name="connsiteX13" fmla="*/ 2479448 w 5202188"/>
                <a:gd name="connsiteY13" fmla="*/ 2009576 h 3057570"/>
                <a:gd name="connsiteX14" fmla="*/ 1850798 w 5202188"/>
                <a:gd name="connsiteY14" fmla="*/ 2219126 h 3057570"/>
                <a:gd name="connsiteX15" fmla="*/ 1590448 w 5202188"/>
                <a:gd name="connsiteY15" fmla="*/ 2689026 h 3057570"/>
                <a:gd name="connsiteX16" fmla="*/ 1241198 w 5202188"/>
                <a:gd name="connsiteY16" fmla="*/ 2987476 h 3057570"/>
                <a:gd name="connsiteX17" fmla="*/ 669698 w 5202188"/>
                <a:gd name="connsiteY17" fmla="*/ 3044626 h 3057570"/>
                <a:gd name="connsiteX18" fmla="*/ 555399 w 5202188"/>
                <a:gd name="connsiteY18" fmla="*/ 3000176 h 3057570"/>
                <a:gd name="connsiteX19" fmla="*/ 91849 w 5202188"/>
                <a:gd name="connsiteY19" fmla="*/ 2536626 h 3057570"/>
                <a:gd name="connsiteX20" fmla="*/ 21999 w 5202188"/>
                <a:gd name="connsiteY20" fmla="*/ 2219127 h 3057570"/>
                <a:gd name="connsiteX21" fmla="*/ 783999 w 5202188"/>
                <a:gd name="connsiteY21" fmla="*/ 1412677 h 3057570"/>
                <a:gd name="connsiteX22" fmla="*/ 1069748 w 5202188"/>
                <a:gd name="connsiteY22" fmla="*/ 1311076 h 3057570"/>
                <a:gd name="connsiteX23" fmla="*/ 1717448 w 5202188"/>
                <a:gd name="connsiteY23" fmla="*/ 400398 h 3057570"/>
                <a:gd name="connsiteX0" fmla="*/ 1717448 w 5202188"/>
                <a:gd name="connsiteY0" fmla="*/ 400398 h 3057570"/>
                <a:gd name="connsiteX1" fmla="*/ 1920648 w 5202188"/>
                <a:gd name="connsiteY1" fmla="*/ 212526 h 3057570"/>
                <a:gd name="connsiteX2" fmla="*/ 2733448 w 5202188"/>
                <a:gd name="connsiteY2" fmla="*/ 22027 h 3057570"/>
                <a:gd name="connsiteX3" fmla="*/ 3597048 w 5202188"/>
                <a:gd name="connsiteY3" fmla="*/ 241736 h 3057570"/>
                <a:gd name="connsiteX4" fmla="*/ 4206648 w 5202188"/>
                <a:gd name="connsiteY4" fmla="*/ 394136 h 3057570"/>
                <a:gd name="connsiteX5" fmla="*/ 4657498 w 5202188"/>
                <a:gd name="connsiteY5" fmla="*/ 504626 h 3057570"/>
                <a:gd name="connsiteX6" fmla="*/ 4905148 w 5202188"/>
                <a:gd name="connsiteY6" fmla="*/ 707826 h 3057570"/>
                <a:gd name="connsiteX7" fmla="*/ 4981348 w 5202188"/>
                <a:gd name="connsiteY7" fmla="*/ 961826 h 3057570"/>
                <a:gd name="connsiteX8" fmla="*/ 4720998 w 5202188"/>
                <a:gd name="connsiteY8" fmla="*/ 2009576 h 3057570"/>
                <a:gd name="connsiteX9" fmla="*/ 3857398 w 5202188"/>
                <a:gd name="connsiteY9" fmla="*/ 2263576 h 3057570"/>
                <a:gd name="connsiteX10" fmla="*/ 3387498 w 5202188"/>
                <a:gd name="connsiteY10" fmla="*/ 2174676 h 3057570"/>
                <a:gd name="connsiteX11" fmla="*/ 3209698 w 5202188"/>
                <a:gd name="connsiteY11" fmla="*/ 1835498 h 3057570"/>
                <a:gd name="connsiteX12" fmla="*/ 2898548 w 5202188"/>
                <a:gd name="connsiteY12" fmla="*/ 1920676 h 3057570"/>
                <a:gd name="connsiteX13" fmla="*/ 2479448 w 5202188"/>
                <a:gd name="connsiteY13" fmla="*/ 2009576 h 3057570"/>
                <a:gd name="connsiteX14" fmla="*/ 1850798 w 5202188"/>
                <a:gd name="connsiteY14" fmla="*/ 2219126 h 3057570"/>
                <a:gd name="connsiteX15" fmla="*/ 1590448 w 5202188"/>
                <a:gd name="connsiteY15" fmla="*/ 2689026 h 3057570"/>
                <a:gd name="connsiteX16" fmla="*/ 1241198 w 5202188"/>
                <a:gd name="connsiteY16" fmla="*/ 2987476 h 3057570"/>
                <a:gd name="connsiteX17" fmla="*/ 669698 w 5202188"/>
                <a:gd name="connsiteY17" fmla="*/ 3044626 h 3057570"/>
                <a:gd name="connsiteX18" fmla="*/ 555399 w 5202188"/>
                <a:gd name="connsiteY18" fmla="*/ 3000176 h 3057570"/>
                <a:gd name="connsiteX19" fmla="*/ 91849 w 5202188"/>
                <a:gd name="connsiteY19" fmla="*/ 2536626 h 3057570"/>
                <a:gd name="connsiteX20" fmla="*/ 21999 w 5202188"/>
                <a:gd name="connsiteY20" fmla="*/ 2219127 h 3057570"/>
                <a:gd name="connsiteX21" fmla="*/ 783999 w 5202188"/>
                <a:gd name="connsiteY21" fmla="*/ 1412677 h 3057570"/>
                <a:gd name="connsiteX22" fmla="*/ 1069748 w 5202188"/>
                <a:gd name="connsiteY22" fmla="*/ 1311076 h 3057570"/>
                <a:gd name="connsiteX23" fmla="*/ 1717448 w 5202188"/>
                <a:gd name="connsiteY23" fmla="*/ 400398 h 3057570"/>
                <a:gd name="connsiteX0" fmla="*/ 1717448 w 5202188"/>
                <a:gd name="connsiteY0" fmla="*/ 400398 h 3057570"/>
                <a:gd name="connsiteX1" fmla="*/ 1920648 w 5202188"/>
                <a:gd name="connsiteY1" fmla="*/ 212526 h 3057570"/>
                <a:gd name="connsiteX2" fmla="*/ 2733448 w 5202188"/>
                <a:gd name="connsiteY2" fmla="*/ 22027 h 3057570"/>
                <a:gd name="connsiteX3" fmla="*/ 3597048 w 5202188"/>
                <a:gd name="connsiteY3" fmla="*/ 241736 h 3057570"/>
                <a:gd name="connsiteX4" fmla="*/ 4206648 w 5202188"/>
                <a:gd name="connsiteY4" fmla="*/ 394136 h 3057570"/>
                <a:gd name="connsiteX5" fmla="*/ 4657498 w 5202188"/>
                <a:gd name="connsiteY5" fmla="*/ 504626 h 3057570"/>
                <a:gd name="connsiteX6" fmla="*/ 4905148 w 5202188"/>
                <a:gd name="connsiteY6" fmla="*/ 707826 h 3057570"/>
                <a:gd name="connsiteX7" fmla="*/ 4981348 w 5202188"/>
                <a:gd name="connsiteY7" fmla="*/ 961826 h 3057570"/>
                <a:gd name="connsiteX8" fmla="*/ 4720998 w 5202188"/>
                <a:gd name="connsiteY8" fmla="*/ 2009576 h 3057570"/>
                <a:gd name="connsiteX9" fmla="*/ 3857398 w 5202188"/>
                <a:gd name="connsiteY9" fmla="*/ 2263576 h 3057570"/>
                <a:gd name="connsiteX10" fmla="*/ 3387498 w 5202188"/>
                <a:gd name="connsiteY10" fmla="*/ 2174676 h 3057570"/>
                <a:gd name="connsiteX11" fmla="*/ 3209698 w 5202188"/>
                <a:gd name="connsiteY11" fmla="*/ 1835498 h 3057570"/>
                <a:gd name="connsiteX12" fmla="*/ 2898548 w 5202188"/>
                <a:gd name="connsiteY12" fmla="*/ 1920676 h 3057570"/>
                <a:gd name="connsiteX13" fmla="*/ 2479448 w 5202188"/>
                <a:gd name="connsiteY13" fmla="*/ 2009576 h 3057570"/>
                <a:gd name="connsiteX14" fmla="*/ 1850798 w 5202188"/>
                <a:gd name="connsiteY14" fmla="*/ 2219126 h 3057570"/>
                <a:gd name="connsiteX15" fmla="*/ 1590448 w 5202188"/>
                <a:gd name="connsiteY15" fmla="*/ 2689026 h 3057570"/>
                <a:gd name="connsiteX16" fmla="*/ 1241198 w 5202188"/>
                <a:gd name="connsiteY16" fmla="*/ 2987476 h 3057570"/>
                <a:gd name="connsiteX17" fmla="*/ 669698 w 5202188"/>
                <a:gd name="connsiteY17" fmla="*/ 3044626 h 3057570"/>
                <a:gd name="connsiteX18" fmla="*/ 555399 w 5202188"/>
                <a:gd name="connsiteY18" fmla="*/ 3000176 h 3057570"/>
                <a:gd name="connsiteX19" fmla="*/ 91849 w 5202188"/>
                <a:gd name="connsiteY19" fmla="*/ 2536626 h 3057570"/>
                <a:gd name="connsiteX20" fmla="*/ 21999 w 5202188"/>
                <a:gd name="connsiteY20" fmla="*/ 2219127 h 3057570"/>
                <a:gd name="connsiteX21" fmla="*/ 783999 w 5202188"/>
                <a:gd name="connsiteY21" fmla="*/ 1412677 h 3057570"/>
                <a:gd name="connsiteX22" fmla="*/ 1069748 w 5202188"/>
                <a:gd name="connsiteY22" fmla="*/ 1311076 h 3057570"/>
                <a:gd name="connsiteX23" fmla="*/ 1717448 w 5202188"/>
                <a:gd name="connsiteY23" fmla="*/ 400398 h 3057570"/>
                <a:gd name="connsiteX0" fmla="*/ 1717448 w 5202188"/>
                <a:gd name="connsiteY0" fmla="*/ 400398 h 3057570"/>
                <a:gd name="connsiteX1" fmla="*/ 1920648 w 5202188"/>
                <a:gd name="connsiteY1" fmla="*/ 212526 h 3057570"/>
                <a:gd name="connsiteX2" fmla="*/ 2733448 w 5202188"/>
                <a:gd name="connsiteY2" fmla="*/ 22027 h 3057570"/>
                <a:gd name="connsiteX3" fmla="*/ 3597048 w 5202188"/>
                <a:gd name="connsiteY3" fmla="*/ 241736 h 3057570"/>
                <a:gd name="connsiteX4" fmla="*/ 4206648 w 5202188"/>
                <a:gd name="connsiteY4" fmla="*/ 394136 h 3057570"/>
                <a:gd name="connsiteX5" fmla="*/ 4657498 w 5202188"/>
                <a:gd name="connsiteY5" fmla="*/ 504626 h 3057570"/>
                <a:gd name="connsiteX6" fmla="*/ 4905148 w 5202188"/>
                <a:gd name="connsiteY6" fmla="*/ 707826 h 3057570"/>
                <a:gd name="connsiteX7" fmla="*/ 4981348 w 5202188"/>
                <a:gd name="connsiteY7" fmla="*/ 961826 h 3057570"/>
                <a:gd name="connsiteX8" fmla="*/ 4720998 w 5202188"/>
                <a:gd name="connsiteY8" fmla="*/ 2009576 h 3057570"/>
                <a:gd name="connsiteX9" fmla="*/ 3857398 w 5202188"/>
                <a:gd name="connsiteY9" fmla="*/ 2263576 h 3057570"/>
                <a:gd name="connsiteX10" fmla="*/ 3387498 w 5202188"/>
                <a:gd name="connsiteY10" fmla="*/ 2174676 h 3057570"/>
                <a:gd name="connsiteX11" fmla="*/ 3209698 w 5202188"/>
                <a:gd name="connsiteY11" fmla="*/ 1835498 h 3057570"/>
                <a:gd name="connsiteX12" fmla="*/ 2898548 w 5202188"/>
                <a:gd name="connsiteY12" fmla="*/ 1920676 h 3057570"/>
                <a:gd name="connsiteX13" fmla="*/ 2479448 w 5202188"/>
                <a:gd name="connsiteY13" fmla="*/ 2009576 h 3057570"/>
                <a:gd name="connsiteX14" fmla="*/ 1850798 w 5202188"/>
                <a:gd name="connsiteY14" fmla="*/ 2219126 h 3057570"/>
                <a:gd name="connsiteX15" fmla="*/ 1590448 w 5202188"/>
                <a:gd name="connsiteY15" fmla="*/ 2689026 h 3057570"/>
                <a:gd name="connsiteX16" fmla="*/ 1241198 w 5202188"/>
                <a:gd name="connsiteY16" fmla="*/ 2956996 h 3057570"/>
                <a:gd name="connsiteX17" fmla="*/ 669698 w 5202188"/>
                <a:gd name="connsiteY17" fmla="*/ 3044626 h 3057570"/>
                <a:gd name="connsiteX18" fmla="*/ 555399 w 5202188"/>
                <a:gd name="connsiteY18" fmla="*/ 3000176 h 3057570"/>
                <a:gd name="connsiteX19" fmla="*/ 91849 w 5202188"/>
                <a:gd name="connsiteY19" fmla="*/ 2536626 h 3057570"/>
                <a:gd name="connsiteX20" fmla="*/ 21999 w 5202188"/>
                <a:gd name="connsiteY20" fmla="*/ 2219127 h 3057570"/>
                <a:gd name="connsiteX21" fmla="*/ 783999 w 5202188"/>
                <a:gd name="connsiteY21" fmla="*/ 1412677 h 3057570"/>
                <a:gd name="connsiteX22" fmla="*/ 1069748 w 5202188"/>
                <a:gd name="connsiteY22" fmla="*/ 1311076 h 3057570"/>
                <a:gd name="connsiteX23" fmla="*/ 1717448 w 5202188"/>
                <a:gd name="connsiteY23" fmla="*/ 400398 h 3057570"/>
                <a:gd name="connsiteX0" fmla="*/ 1717448 w 5202188"/>
                <a:gd name="connsiteY0" fmla="*/ 400398 h 3057570"/>
                <a:gd name="connsiteX1" fmla="*/ 1920648 w 5202188"/>
                <a:gd name="connsiteY1" fmla="*/ 212526 h 3057570"/>
                <a:gd name="connsiteX2" fmla="*/ 2733448 w 5202188"/>
                <a:gd name="connsiteY2" fmla="*/ 22027 h 3057570"/>
                <a:gd name="connsiteX3" fmla="*/ 3597048 w 5202188"/>
                <a:gd name="connsiteY3" fmla="*/ 241736 h 3057570"/>
                <a:gd name="connsiteX4" fmla="*/ 4206648 w 5202188"/>
                <a:gd name="connsiteY4" fmla="*/ 394136 h 3057570"/>
                <a:gd name="connsiteX5" fmla="*/ 4657498 w 5202188"/>
                <a:gd name="connsiteY5" fmla="*/ 504626 h 3057570"/>
                <a:gd name="connsiteX6" fmla="*/ 4905148 w 5202188"/>
                <a:gd name="connsiteY6" fmla="*/ 707826 h 3057570"/>
                <a:gd name="connsiteX7" fmla="*/ 4981348 w 5202188"/>
                <a:gd name="connsiteY7" fmla="*/ 961826 h 3057570"/>
                <a:gd name="connsiteX8" fmla="*/ 4720998 w 5202188"/>
                <a:gd name="connsiteY8" fmla="*/ 2009576 h 3057570"/>
                <a:gd name="connsiteX9" fmla="*/ 3857398 w 5202188"/>
                <a:gd name="connsiteY9" fmla="*/ 2263576 h 3057570"/>
                <a:gd name="connsiteX10" fmla="*/ 3387498 w 5202188"/>
                <a:gd name="connsiteY10" fmla="*/ 2174676 h 3057570"/>
                <a:gd name="connsiteX11" fmla="*/ 3209698 w 5202188"/>
                <a:gd name="connsiteY11" fmla="*/ 1835498 h 3057570"/>
                <a:gd name="connsiteX12" fmla="*/ 2898548 w 5202188"/>
                <a:gd name="connsiteY12" fmla="*/ 1920676 h 3057570"/>
                <a:gd name="connsiteX13" fmla="*/ 2479448 w 5202188"/>
                <a:gd name="connsiteY13" fmla="*/ 2009576 h 3057570"/>
                <a:gd name="connsiteX14" fmla="*/ 1850798 w 5202188"/>
                <a:gd name="connsiteY14" fmla="*/ 2219126 h 3057570"/>
                <a:gd name="connsiteX15" fmla="*/ 1590448 w 5202188"/>
                <a:gd name="connsiteY15" fmla="*/ 2689026 h 3057570"/>
                <a:gd name="connsiteX16" fmla="*/ 1241198 w 5202188"/>
                <a:gd name="connsiteY16" fmla="*/ 2956996 h 3057570"/>
                <a:gd name="connsiteX17" fmla="*/ 669698 w 5202188"/>
                <a:gd name="connsiteY17" fmla="*/ 3044626 h 3057570"/>
                <a:gd name="connsiteX18" fmla="*/ 555399 w 5202188"/>
                <a:gd name="connsiteY18" fmla="*/ 3000176 h 3057570"/>
                <a:gd name="connsiteX19" fmla="*/ 91849 w 5202188"/>
                <a:gd name="connsiteY19" fmla="*/ 2536626 h 3057570"/>
                <a:gd name="connsiteX20" fmla="*/ 21999 w 5202188"/>
                <a:gd name="connsiteY20" fmla="*/ 2219127 h 3057570"/>
                <a:gd name="connsiteX21" fmla="*/ 783999 w 5202188"/>
                <a:gd name="connsiteY21" fmla="*/ 1412677 h 3057570"/>
                <a:gd name="connsiteX22" fmla="*/ 1069748 w 5202188"/>
                <a:gd name="connsiteY22" fmla="*/ 1311076 h 3057570"/>
                <a:gd name="connsiteX23" fmla="*/ 1717448 w 5202188"/>
                <a:gd name="connsiteY23" fmla="*/ 400398 h 3057570"/>
                <a:gd name="connsiteX0" fmla="*/ 1717448 w 5202188"/>
                <a:gd name="connsiteY0" fmla="*/ 400398 h 3140371"/>
                <a:gd name="connsiteX1" fmla="*/ 1920648 w 5202188"/>
                <a:gd name="connsiteY1" fmla="*/ 212526 h 3140371"/>
                <a:gd name="connsiteX2" fmla="*/ 2733448 w 5202188"/>
                <a:gd name="connsiteY2" fmla="*/ 22027 h 3140371"/>
                <a:gd name="connsiteX3" fmla="*/ 3597048 w 5202188"/>
                <a:gd name="connsiteY3" fmla="*/ 241736 h 3140371"/>
                <a:gd name="connsiteX4" fmla="*/ 4206648 w 5202188"/>
                <a:gd name="connsiteY4" fmla="*/ 394136 h 3140371"/>
                <a:gd name="connsiteX5" fmla="*/ 4657498 w 5202188"/>
                <a:gd name="connsiteY5" fmla="*/ 504626 h 3140371"/>
                <a:gd name="connsiteX6" fmla="*/ 4905148 w 5202188"/>
                <a:gd name="connsiteY6" fmla="*/ 707826 h 3140371"/>
                <a:gd name="connsiteX7" fmla="*/ 4981348 w 5202188"/>
                <a:gd name="connsiteY7" fmla="*/ 961826 h 3140371"/>
                <a:gd name="connsiteX8" fmla="*/ 4720998 w 5202188"/>
                <a:gd name="connsiteY8" fmla="*/ 2009576 h 3140371"/>
                <a:gd name="connsiteX9" fmla="*/ 3857398 w 5202188"/>
                <a:gd name="connsiteY9" fmla="*/ 2263576 h 3140371"/>
                <a:gd name="connsiteX10" fmla="*/ 3387498 w 5202188"/>
                <a:gd name="connsiteY10" fmla="*/ 2174676 h 3140371"/>
                <a:gd name="connsiteX11" fmla="*/ 3209698 w 5202188"/>
                <a:gd name="connsiteY11" fmla="*/ 1835498 h 3140371"/>
                <a:gd name="connsiteX12" fmla="*/ 2898548 w 5202188"/>
                <a:gd name="connsiteY12" fmla="*/ 1920676 h 3140371"/>
                <a:gd name="connsiteX13" fmla="*/ 2479448 w 5202188"/>
                <a:gd name="connsiteY13" fmla="*/ 2009576 h 3140371"/>
                <a:gd name="connsiteX14" fmla="*/ 1850798 w 5202188"/>
                <a:gd name="connsiteY14" fmla="*/ 2219126 h 3140371"/>
                <a:gd name="connsiteX15" fmla="*/ 1590448 w 5202188"/>
                <a:gd name="connsiteY15" fmla="*/ 2689026 h 3140371"/>
                <a:gd name="connsiteX16" fmla="*/ 1241198 w 5202188"/>
                <a:gd name="connsiteY16" fmla="*/ 2956996 h 3140371"/>
                <a:gd name="connsiteX17" fmla="*/ 669698 w 5202188"/>
                <a:gd name="connsiteY17" fmla="*/ 3044626 h 3140371"/>
                <a:gd name="connsiteX18" fmla="*/ 555399 w 5202188"/>
                <a:gd name="connsiteY18" fmla="*/ 3000176 h 3140371"/>
                <a:gd name="connsiteX19" fmla="*/ 91849 w 5202188"/>
                <a:gd name="connsiteY19" fmla="*/ 2536626 h 3140371"/>
                <a:gd name="connsiteX20" fmla="*/ 21999 w 5202188"/>
                <a:gd name="connsiteY20" fmla="*/ 2219127 h 3140371"/>
                <a:gd name="connsiteX21" fmla="*/ 783999 w 5202188"/>
                <a:gd name="connsiteY21" fmla="*/ 1412677 h 3140371"/>
                <a:gd name="connsiteX22" fmla="*/ 1069748 w 5202188"/>
                <a:gd name="connsiteY22" fmla="*/ 1311076 h 3140371"/>
                <a:gd name="connsiteX23" fmla="*/ 1717448 w 5202188"/>
                <a:gd name="connsiteY23" fmla="*/ 400398 h 3140371"/>
                <a:gd name="connsiteX0" fmla="*/ 1717448 w 5202188"/>
                <a:gd name="connsiteY0" fmla="*/ 400398 h 3140371"/>
                <a:gd name="connsiteX1" fmla="*/ 1920648 w 5202188"/>
                <a:gd name="connsiteY1" fmla="*/ 212526 h 3140371"/>
                <a:gd name="connsiteX2" fmla="*/ 2733448 w 5202188"/>
                <a:gd name="connsiteY2" fmla="*/ 22027 h 3140371"/>
                <a:gd name="connsiteX3" fmla="*/ 3597048 w 5202188"/>
                <a:gd name="connsiteY3" fmla="*/ 241736 h 3140371"/>
                <a:gd name="connsiteX4" fmla="*/ 4206648 w 5202188"/>
                <a:gd name="connsiteY4" fmla="*/ 394136 h 3140371"/>
                <a:gd name="connsiteX5" fmla="*/ 4657498 w 5202188"/>
                <a:gd name="connsiteY5" fmla="*/ 504626 h 3140371"/>
                <a:gd name="connsiteX6" fmla="*/ 4905148 w 5202188"/>
                <a:gd name="connsiteY6" fmla="*/ 707826 h 3140371"/>
                <a:gd name="connsiteX7" fmla="*/ 4981348 w 5202188"/>
                <a:gd name="connsiteY7" fmla="*/ 961826 h 3140371"/>
                <a:gd name="connsiteX8" fmla="*/ 4720998 w 5202188"/>
                <a:gd name="connsiteY8" fmla="*/ 2009576 h 3140371"/>
                <a:gd name="connsiteX9" fmla="*/ 3857398 w 5202188"/>
                <a:gd name="connsiteY9" fmla="*/ 2263576 h 3140371"/>
                <a:gd name="connsiteX10" fmla="*/ 3387498 w 5202188"/>
                <a:gd name="connsiteY10" fmla="*/ 2174676 h 3140371"/>
                <a:gd name="connsiteX11" fmla="*/ 3209698 w 5202188"/>
                <a:gd name="connsiteY11" fmla="*/ 1835498 h 3140371"/>
                <a:gd name="connsiteX12" fmla="*/ 2898548 w 5202188"/>
                <a:gd name="connsiteY12" fmla="*/ 1920676 h 3140371"/>
                <a:gd name="connsiteX13" fmla="*/ 2479448 w 5202188"/>
                <a:gd name="connsiteY13" fmla="*/ 2009576 h 3140371"/>
                <a:gd name="connsiteX14" fmla="*/ 1850798 w 5202188"/>
                <a:gd name="connsiteY14" fmla="*/ 2219126 h 3140371"/>
                <a:gd name="connsiteX15" fmla="*/ 1590448 w 5202188"/>
                <a:gd name="connsiteY15" fmla="*/ 2689026 h 3140371"/>
                <a:gd name="connsiteX16" fmla="*/ 1241198 w 5202188"/>
                <a:gd name="connsiteY16" fmla="*/ 2956996 h 3140371"/>
                <a:gd name="connsiteX17" fmla="*/ 669698 w 5202188"/>
                <a:gd name="connsiteY17" fmla="*/ 3044626 h 3140371"/>
                <a:gd name="connsiteX18" fmla="*/ 555399 w 5202188"/>
                <a:gd name="connsiteY18" fmla="*/ 3000176 h 3140371"/>
                <a:gd name="connsiteX19" fmla="*/ 91849 w 5202188"/>
                <a:gd name="connsiteY19" fmla="*/ 2536626 h 3140371"/>
                <a:gd name="connsiteX20" fmla="*/ 21999 w 5202188"/>
                <a:gd name="connsiteY20" fmla="*/ 2219127 h 3140371"/>
                <a:gd name="connsiteX21" fmla="*/ 783999 w 5202188"/>
                <a:gd name="connsiteY21" fmla="*/ 1412677 h 3140371"/>
                <a:gd name="connsiteX22" fmla="*/ 1069748 w 5202188"/>
                <a:gd name="connsiteY22" fmla="*/ 1311076 h 3140371"/>
                <a:gd name="connsiteX23" fmla="*/ 1717448 w 5202188"/>
                <a:gd name="connsiteY23" fmla="*/ 400398 h 3140371"/>
                <a:gd name="connsiteX0" fmla="*/ 1757507 w 5242247"/>
                <a:gd name="connsiteY0" fmla="*/ 400398 h 3140371"/>
                <a:gd name="connsiteX1" fmla="*/ 1960707 w 5242247"/>
                <a:gd name="connsiteY1" fmla="*/ 212526 h 3140371"/>
                <a:gd name="connsiteX2" fmla="*/ 2773507 w 5242247"/>
                <a:gd name="connsiteY2" fmla="*/ 22027 h 3140371"/>
                <a:gd name="connsiteX3" fmla="*/ 3637107 w 5242247"/>
                <a:gd name="connsiteY3" fmla="*/ 241736 h 3140371"/>
                <a:gd name="connsiteX4" fmla="*/ 4246707 w 5242247"/>
                <a:gd name="connsiteY4" fmla="*/ 394136 h 3140371"/>
                <a:gd name="connsiteX5" fmla="*/ 4697557 w 5242247"/>
                <a:gd name="connsiteY5" fmla="*/ 504626 h 3140371"/>
                <a:gd name="connsiteX6" fmla="*/ 4945207 w 5242247"/>
                <a:gd name="connsiteY6" fmla="*/ 707826 h 3140371"/>
                <a:gd name="connsiteX7" fmla="*/ 5021407 w 5242247"/>
                <a:gd name="connsiteY7" fmla="*/ 961826 h 3140371"/>
                <a:gd name="connsiteX8" fmla="*/ 4761057 w 5242247"/>
                <a:gd name="connsiteY8" fmla="*/ 2009576 h 3140371"/>
                <a:gd name="connsiteX9" fmla="*/ 3897457 w 5242247"/>
                <a:gd name="connsiteY9" fmla="*/ 2263576 h 3140371"/>
                <a:gd name="connsiteX10" fmla="*/ 3427557 w 5242247"/>
                <a:gd name="connsiteY10" fmla="*/ 2174676 h 3140371"/>
                <a:gd name="connsiteX11" fmla="*/ 3249757 w 5242247"/>
                <a:gd name="connsiteY11" fmla="*/ 1835498 h 3140371"/>
                <a:gd name="connsiteX12" fmla="*/ 2938607 w 5242247"/>
                <a:gd name="connsiteY12" fmla="*/ 1920676 h 3140371"/>
                <a:gd name="connsiteX13" fmla="*/ 2519507 w 5242247"/>
                <a:gd name="connsiteY13" fmla="*/ 2009576 h 3140371"/>
                <a:gd name="connsiteX14" fmla="*/ 1890857 w 5242247"/>
                <a:gd name="connsiteY14" fmla="*/ 2219126 h 3140371"/>
                <a:gd name="connsiteX15" fmla="*/ 1630507 w 5242247"/>
                <a:gd name="connsiteY15" fmla="*/ 2689026 h 3140371"/>
                <a:gd name="connsiteX16" fmla="*/ 1281257 w 5242247"/>
                <a:gd name="connsiteY16" fmla="*/ 2956996 h 3140371"/>
                <a:gd name="connsiteX17" fmla="*/ 709757 w 5242247"/>
                <a:gd name="connsiteY17" fmla="*/ 3044626 h 3140371"/>
                <a:gd name="connsiteX18" fmla="*/ 595458 w 5242247"/>
                <a:gd name="connsiteY18" fmla="*/ 3000176 h 3140371"/>
                <a:gd name="connsiteX19" fmla="*/ 131908 w 5242247"/>
                <a:gd name="connsiteY19" fmla="*/ 2536626 h 3140371"/>
                <a:gd name="connsiteX20" fmla="*/ 62058 w 5242247"/>
                <a:gd name="connsiteY20" fmla="*/ 2219127 h 3140371"/>
                <a:gd name="connsiteX21" fmla="*/ 824058 w 5242247"/>
                <a:gd name="connsiteY21" fmla="*/ 1412677 h 3140371"/>
                <a:gd name="connsiteX22" fmla="*/ 1109807 w 5242247"/>
                <a:gd name="connsiteY22" fmla="*/ 1311076 h 3140371"/>
                <a:gd name="connsiteX23" fmla="*/ 1757507 w 5242247"/>
                <a:gd name="connsiteY23" fmla="*/ 400398 h 3140371"/>
                <a:gd name="connsiteX0" fmla="*/ 1766938 w 5251678"/>
                <a:gd name="connsiteY0" fmla="*/ 400398 h 3140371"/>
                <a:gd name="connsiteX1" fmla="*/ 1970138 w 5251678"/>
                <a:gd name="connsiteY1" fmla="*/ 212526 h 3140371"/>
                <a:gd name="connsiteX2" fmla="*/ 2782938 w 5251678"/>
                <a:gd name="connsiteY2" fmla="*/ 22027 h 3140371"/>
                <a:gd name="connsiteX3" fmla="*/ 3646538 w 5251678"/>
                <a:gd name="connsiteY3" fmla="*/ 241736 h 3140371"/>
                <a:gd name="connsiteX4" fmla="*/ 4256138 w 5251678"/>
                <a:gd name="connsiteY4" fmla="*/ 394136 h 3140371"/>
                <a:gd name="connsiteX5" fmla="*/ 4706988 w 5251678"/>
                <a:gd name="connsiteY5" fmla="*/ 504626 h 3140371"/>
                <a:gd name="connsiteX6" fmla="*/ 4954638 w 5251678"/>
                <a:gd name="connsiteY6" fmla="*/ 707826 h 3140371"/>
                <a:gd name="connsiteX7" fmla="*/ 5030838 w 5251678"/>
                <a:gd name="connsiteY7" fmla="*/ 961826 h 3140371"/>
                <a:gd name="connsiteX8" fmla="*/ 4770488 w 5251678"/>
                <a:gd name="connsiteY8" fmla="*/ 2009576 h 3140371"/>
                <a:gd name="connsiteX9" fmla="*/ 3906888 w 5251678"/>
                <a:gd name="connsiteY9" fmla="*/ 2263576 h 3140371"/>
                <a:gd name="connsiteX10" fmla="*/ 3436988 w 5251678"/>
                <a:gd name="connsiteY10" fmla="*/ 2174676 h 3140371"/>
                <a:gd name="connsiteX11" fmla="*/ 3259188 w 5251678"/>
                <a:gd name="connsiteY11" fmla="*/ 1835498 h 3140371"/>
                <a:gd name="connsiteX12" fmla="*/ 2948038 w 5251678"/>
                <a:gd name="connsiteY12" fmla="*/ 1920676 h 3140371"/>
                <a:gd name="connsiteX13" fmla="*/ 2528938 w 5251678"/>
                <a:gd name="connsiteY13" fmla="*/ 2009576 h 3140371"/>
                <a:gd name="connsiteX14" fmla="*/ 1900288 w 5251678"/>
                <a:gd name="connsiteY14" fmla="*/ 2219126 h 3140371"/>
                <a:gd name="connsiteX15" fmla="*/ 1639938 w 5251678"/>
                <a:gd name="connsiteY15" fmla="*/ 2689026 h 3140371"/>
                <a:gd name="connsiteX16" fmla="*/ 1290688 w 5251678"/>
                <a:gd name="connsiteY16" fmla="*/ 2956996 h 3140371"/>
                <a:gd name="connsiteX17" fmla="*/ 719188 w 5251678"/>
                <a:gd name="connsiteY17" fmla="*/ 3044626 h 3140371"/>
                <a:gd name="connsiteX18" fmla="*/ 604889 w 5251678"/>
                <a:gd name="connsiteY18" fmla="*/ 3000176 h 3140371"/>
                <a:gd name="connsiteX19" fmla="*/ 141339 w 5251678"/>
                <a:gd name="connsiteY19" fmla="*/ 2536626 h 3140371"/>
                <a:gd name="connsiteX20" fmla="*/ 71489 w 5251678"/>
                <a:gd name="connsiteY20" fmla="*/ 2219127 h 3140371"/>
                <a:gd name="connsiteX21" fmla="*/ 833489 w 5251678"/>
                <a:gd name="connsiteY21" fmla="*/ 1412677 h 3140371"/>
                <a:gd name="connsiteX22" fmla="*/ 1119238 w 5251678"/>
                <a:gd name="connsiteY22" fmla="*/ 1311076 h 3140371"/>
                <a:gd name="connsiteX23" fmla="*/ 1766938 w 5251678"/>
                <a:gd name="connsiteY23" fmla="*/ 400398 h 3140371"/>
                <a:gd name="connsiteX0" fmla="*/ 1766938 w 5251678"/>
                <a:gd name="connsiteY0" fmla="*/ 511765 h 3251738"/>
                <a:gd name="connsiteX1" fmla="*/ 1970138 w 5251678"/>
                <a:gd name="connsiteY1" fmla="*/ 323893 h 3251738"/>
                <a:gd name="connsiteX2" fmla="*/ 2782938 w 5251678"/>
                <a:gd name="connsiteY2" fmla="*/ 133394 h 3251738"/>
                <a:gd name="connsiteX3" fmla="*/ 3646538 w 5251678"/>
                <a:gd name="connsiteY3" fmla="*/ 353103 h 3251738"/>
                <a:gd name="connsiteX4" fmla="*/ 4256138 w 5251678"/>
                <a:gd name="connsiteY4" fmla="*/ 505503 h 3251738"/>
                <a:gd name="connsiteX5" fmla="*/ 4706988 w 5251678"/>
                <a:gd name="connsiteY5" fmla="*/ 615993 h 3251738"/>
                <a:gd name="connsiteX6" fmla="*/ 4954638 w 5251678"/>
                <a:gd name="connsiteY6" fmla="*/ 819193 h 3251738"/>
                <a:gd name="connsiteX7" fmla="*/ 5030838 w 5251678"/>
                <a:gd name="connsiteY7" fmla="*/ 1073193 h 3251738"/>
                <a:gd name="connsiteX8" fmla="*/ 4770488 w 5251678"/>
                <a:gd name="connsiteY8" fmla="*/ 2120943 h 3251738"/>
                <a:gd name="connsiteX9" fmla="*/ 3906888 w 5251678"/>
                <a:gd name="connsiteY9" fmla="*/ 2374943 h 3251738"/>
                <a:gd name="connsiteX10" fmla="*/ 3436988 w 5251678"/>
                <a:gd name="connsiteY10" fmla="*/ 2286043 h 3251738"/>
                <a:gd name="connsiteX11" fmla="*/ 3259188 w 5251678"/>
                <a:gd name="connsiteY11" fmla="*/ 1946865 h 3251738"/>
                <a:gd name="connsiteX12" fmla="*/ 2948038 w 5251678"/>
                <a:gd name="connsiteY12" fmla="*/ 2032043 h 3251738"/>
                <a:gd name="connsiteX13" fmla="*/ 2528938 w 5251678"/>
                <a:gd name="connsiteY13" fmla="*/ 2120943 h 3251738"/>
                <a:gd name="connsiteX14" fmla="*/ 1900288 w 5251678"/>
                <a:gd name="connsiteY14" fmla="*/ 2330493 h 3251738"/>
                <a:gd name="connsiteX15" fmla="*/ 1639938 w 5251678"/>
                <a:gd name="connsiteY15" fmla="*/ 2800393 h 3251738"/>
                <a:gd name="connsiteX16" fmla="*/ 1290688 w 5251678"/>
                <a:gd name="connsiteY16" fmla="*/ 3068363 h 3251738"/>
                <a:gd name="connsiteX17" fmla="*/ 719188 w 5251678"/>
                <a:gd name="connsiteY17" fmla="*/ 3155993 h 3251738"/>
                <a:gd name="connsiteX18" fmla="*/ 604889 w 5251678"/>
                <a:gd name="connsiteY18" fmla="*/ 3111543 h 3251738"/>
                <a:gd name="connsiteX19" fmla="*/ 141339 w 5251678"/>
                <a:gd name="connsiteY19" fmla="*/ 2647993 h 3251738"/>
                <a:gd name="connsiteX20" fmla="*/ 71489 w 5251678"/>
                <a:gd name="connsiteY20" fmla="*/ 2330494 h 3251738"/>
                <a:gd name="connsiteX21" fmla="*/ 833489 w 5251678"/>
                <a:gd name="connsiteY21" fmla="*/ 1524044 h 3251738"/>
                <a:gd name="connsiteX22" fmla="*/ 1119238 w 5251678"/>
                <a:gd name="connsiteY22" fmla="*/ 1422443 h 3251738"/>
                <a:gd name="connsiteX23" fmla="*/ 1766938 w 5251678"/>
                <a:gd name="connsiteY23" fmla="*/ 511765 h 3251738"/>
                <a:gd name="connsiteX0" fmla="*/ 1766938 w 5251678"/>
                <a:gd name="connsiteY0" fmla="*/ 511765 h 3251738"/>
                <a:gd name="connsiteX1" fmla="*/ 1970138 w 5251678"/>
                <a:gd name="connsiteY1" fmla="*/ 323893 h 3251738"/>
                <a:gd name="connsiteX2" fmla="*/ 2782938 w 5251678"/>
                <a:gd name="connsiteY2" fmla="*/ 133394 h 3251738"/>
                <a:gd name="connsiteX3" fmla="*/ 3631298 w 5251678"/>
                <a:gd name="connsiteY3" fmla="*/ 391203 h 3251738"/>
                <a:gd name="connsiteX4" fmla="*/ 4256138 w 5251678"/>
                <a:gd name="connsiteY4" fmla="*/ 505503 h 3251738"/>
                <a:gd name="connsiteX5" fmla="*/ 4706988 w 5251678"/>
                <a:gd name="connsiteY5" fmla="*/ 615993 h 3251738"/>
                <a:gd name="connsiteX6" fmla="*/ 4954638 w 5251678"/>
                <a:gd name="connsiteY6" fmla="*/ 819193 h 3251738"/>
                <a:gd name="connsiteX7" fmla="*/ 5030838 w 5251678"/>
                <a:gd name="connsiteY7" fmla="*/ 1073193 h 3251738"/>
                <a:gd name="connsiteX8" fmla="*/ 4770488 w 5251678"/>
                <a:gd name="connsiteY8" fmla="*/ 2120943 h 3251738"/>
                <a:gd name="connsiteX9" fmla="*/ 3906888 w 5251678"/>
                <a:gd name="connsiteY9" fmla="*/ 2374943 h 3251738"/>
                <a:gd name="connsiteX10" fmla="*/ 3436988 w 5251678"/>
                <a:gd name="connsiteY10" fmla="*/ 2286043 h 3251738"/>
                <a:gd name="connsiteX11" fmla="*/ 3259188 w 5251678"/>
                <a:gd name="connsiteY11" fmla="*/ 1946865 h 3251738"/>
                <a:gd name="connsiteX12" fmla="*/ 2948038 w 5251678"/>
                <a:gd name="connsiteY12" fmla="*/ 2032043 h 3251738"/>
                <a:gd name="connsiteX13" fmla="*/ 2528938 w 5251678"/>
                <a:gd name="connsiteY13" fmla="*/ 2120943 h 3251738"/>
                <a:gd name="connsiteX14" fmla="*/ 1900288 w 5251678"/>
                <a:gd name="connsiteY14" fmla="*/ 2330493 h 3251738"/>
                <a:gd name="connsiteX15" fmla="*/ 1639938 w 5251678"/>
                <a:gd name="connsiteY15" fmla="*/ 2800393 h 3251738"/>
                <a:gd name="connsiteX16" fmla="*/ 1290688 w 5251678"/>
                <a:gd name="connsiteY16" fmla="*/ 3068363 h 3251738"/>
                <a:gd name="connsiteX17" fmla="*/ 719188 w 5251678"/>
                <a:gd name="connsiteY17" fmla="*/ 3155993 h 3251738"/>
                <a:gd name="connsiteX18" fmla="*/ 604889 w 5251678"/>
                <a:gd name="connsiteY18" fmla="*/ 3111543 h 3251738"/>
                <a:gd name="connsiteX19" fmla="*/ 141339 w 5251678"/>
                <a:gd name="connsiteY19" fmla="*/ 2647993 h 3251738"/>
                <a:gd name="connsiteX20" fmla="*/ 71489 w 5251678"/>
                <a:gd name="connsiteY20" fmla="*/ 2330494 h 3251738"/>
                <a:gd name="connsiteX21" fmla="*/ 833489 w 5251678"/>
                <a:gd name="connsiteY21" fmla="*/ 1524044 h 3251738"/>
                <a:gd name="connsiteX22" fmla="*/ 1119238 w 5251678"/>
                <a:gd name="connsiteY22" fmla="*/ 1422443 h 3251738"/>
                <a:gd name="connsiteX23" fmla="*/ 1766938 w 5251678"/>
                <a:gd name="connsiteY23" fmla="*/ 511765 h 3251738"/>
                <a:gd name="connsiteX0" fmla="*/ 1766938 w 5251678"/>
                <a:gd name="connsiteY0" fmla="*/ 511765 h 3251738"/>
                <a:gd name="connsiteX1" fmla="*/ 1970138 w 5251678"/>
                <a:gd name="connsiteY1" fmla="*/ 323893 h 3251738"/>
                <a:gd name="connsiteX2" fmla="*/ 2782938 w 5251678"/>
                <a:gd name="connsiteY2" fmla="*/ 133394 h 3251738"/>
                <a:gd name="connsiteX3" fmla="*/ 3631298 w 5251678"/>
                <a:gd name="connsiteY3" fmla="*/ 391203 h 3251738"/>
                <a:gd name="connsiteX4" fmla="*/ 4256138 w 5251678"/>
                <a:gd name="connsiteY4" fmla="*/ 505503 h 3251738"/>
                <a:gd name="connsiteX5" fmla="*/ 4706988 w 5251678"/>
                <a:gd name="connsiteY5" fmla="*/ 615993 h 3251738"/>
                <a:gd name="connsiteX6" fmla="*/ 4954638 w 5251678"/>
                <a:gd name="connsiteY6" fmla="*/ 819193 h 3251738"/>
                <a:gd name="connsiteX7" fmla="*/ 5030838 w 5251678"/>
                <a:gd name="connsiteY7" fmla="*/ 1073193 h 3251738"/>
                <a:gd name="connsiteX8" fmla="*/ 4770488 w 5251678"/>
                <a:gd name="connsiteY8" fmla="*/ 2120943 h 3251738"/>
                <a:gd name="connsiteX9" fmla="*/ 3906888 w 5251678"/>
                <a:gd name="connsiteY9" fmla="*/ 2374943 h 3251738"/>
                <a:gd name="connsiteX10" fmla="*/ 3436988 w 5251678"/>
                <a:gd name="connsiteY10" fmla="*/ 2286043 h 3251738"/>
                <a:gd name="connsiteX11" fmla="*/ 3259188 w 5251678"/>
                <a:gd name="connsiteY11" fmla="*/ 1946865 h 3251738"/>
                <a:gd name="connsiteX12" fmla="*/ 2948038 w 5251678"/>
                <a:gd name="connsiteY12" fmla="*/ 2032043 h 3251738"/>
                <a:gd name="connsiteX13" fmla="*/ 2528938 w 5251678"/>
                <a:gd name="connsiteY13" fmla="*/ 2120943 h 3251738"/>
                <a:gd name="connsiteX14" fmla="*/ 1900288 w 5251678"/>
                <a:gd name="connsiteY14" fmla="*/ 2330493 h 3251738"/>
                <a:gd name="connsiteX15" fmla="*/ 1639938 w 5251678"/>
                <a:gd name="connsiteY15" fmla="*/ 2800393 h 3251738"/>
                <a:gd name="connsiteX16" fmla="*/ 1290688 w 5251678"/>
                <a:gd name="connsiteY16" fmla="*/ 3068363 h 3251738"/>
                <a:gd name="connsiteX17" fmla="*/ 719188 w 5251678"/>
                <a:gd name="connsiteY17" fmla="*/ 3155993 h 3251738"/>
                <a:gd name="connsiteX18" fmla="*/ 604889 w 5251678"/>
                <a:gd name="connsiteY18" fmla="*/ 3111543 h 3251738"/>
                <a:gd name="connsiteX19" fmla="*/ 141339 w 5251678"/>
                <a:gd name="connsiteY19" fmla="*/ 2647993 h 3251738"/>
                <a:gd name="connsiteX20" fmla="*/ 71489 w 5251678"/>
                <a:gd name="connsiteY20" fmla="*/ 2330494 h 3251738"/>
                <a:gd name="connsiteX21" fmla="*/ 833489 w 5251678"/>
                <a:gd name="connsiteY21" fmla="*/ 1524044 h 3251738"/>
                <a:gd name="connsiteX22" fmla="*/ 1119238 w 5251678"/>
                <a:gd name="connsiteY22" fmla="*/ 1422443 h 3251738"/>
                <a:gd name="connsiteX23" fmla="*/ 1766938 w 5251678"/>
                <a:gd name="connsiteY23" fmla="*/ 511765 h 3251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251678" h="3251738">
                  <a:moveTo>
                    <a:pt x="1766938" y="511765"/>
                  </a:moveTo>
                  <a:cubicBezTo>
                    <a:pt x="1752121" y="425858"/>
                    <a:pt x="1896055" y="333600"/>
                    <a:pt x="1970138" y="323893"/>
                  </a:cubicBezTo>
                  <a:cubicBezTo>
                    <a:pt x="2108145" y="-162940"/>
                    <a:pt x="2736371" y="10627"/>
                    <a:pt x="2782938" y="133394"/>
                  </a:cubicBezTo>
                  <a:cubicBezTo>
                    <a:pt x="3062338" y="130642"/>
                    <a:pt x="3461965" y="131065"/>
                    <a:pt x="3631298" y="391203"/>
                  </a:cubicBezTo>
                  <a:cubicBezTo>
                    <a:pt x="4021611" y="262721"/>
                    <a:pt x="4140356" y="393108"/>
                    <a:pt x="4256138" y="505503"/>
                  </a:cubicBezTo>
                  <a:cubicBezTo>
                    <a:pt x="4470980" y="495978"/>
                    <a:pt x="4584221" y="479891"/>
                    <a:pt x="4706988" y="615993"/>
                  </a:cubicBezTo>
                  <a:cubicBezTo>
                    <a:pt x="4829755" y="675895"/>
                    <a:pt x="4884365" y="694945"/>
                    <a:pt x="4954638" y="819193"/>
                  </a:cubicBezTo>
                  <a:cubicBezTo>
                    <a:pt x="5063011" y="928201"/>
                    <a:pt x="5009671" y="859410"/>
                    <a:pt x="5030838" y="1073193"/>
                  </a:cubicBezTo>
                  <a:cubicBezTo>
                    <a:pt x="5372045" y="1332696"/>
                    <a:pt x="5341988" y="1868636"/>
                    <a:pt x="4770488" y="2120943"/>
                  </a:cubicBezTo>
                  <a:cubicBezTo>
                    <a:pt x="4488548" y="2403730"/>
                    <a:pt x="4120248" y="2453471"/>
                    <a:pt x="3906888" y="2374943"/>
                  </a:cubicBezTo>
                  <a:cubicBezTo>
                    <a:pt x="3541128" y="2585975"/>
                    <a:pt x="3426405" y="2209223"/>
                    <a:pt x="3436988" y="2286043"/>
                  </a:cubicBezTo>
                  <a:cubicBezTo>
                    <a:pt x="2890041" y="2104404"/>
                    <a:pt x="3318455" y="2059924"/>
                    <a:pt x="3259188" y="1946865"/>
                  </a:cubicBezTo>
                  <a:cubicBezTo>
                    <a:pt x="3297288" y="2104374"/>
                    <a:pt x="2909938" y="1874534"/>
                    <a:pt x="2948038" y="2032043"/>
                  </a:cubicBezTo>
                  <a:lnTo>
                    <a:pt x="2528938" y="2120943"/>
                  </a:lnTo>
                  <a:cubicBezTo>
                    <a:pt x="2469671" y="2320348"/>
                    <a:pt x="2060731" y="2349331"/>
                    <a:pt x="1900288" y="2330493"/>
                  </a:cubicBezTo>
                  <a:cubicBezTo>
                    <a:pt x="1800805" y="2570735"/>
                    <a:pt x="1738363" y="2661751"/>
                    <a:pt x="1639938" y="2800393"/>
                  </a:cubicBezTo>
                  <a:cubicBezTo>
                    <a:pt x="1541513" y="2939035"/>
                    <a:pt x="1472933" y="3033650"/>
                    <a:pt x="1290688" y="3068363"/>
                  </a:cubicBezTo>
                  <a:cubicBezTo>
                    <a:pt x="818883" y="3438356"/>
                    <a:pt x="771046" y="3129535"/>
                    <a:pt x="719188" y="3155993"/>
                  </a:cubicBezTo>
                  <a:cubicBezTo>
                    <a:pt x="667330" y="3182451"/>
                    <a:pt x="703314" y="3168693"/>
                    <a:pt x="604889" y="3111543"/>
                  </a:cubicBezTo>
                  <a:cubicBezTo>
                    <a:pt x="-34556" y="3069633"/>
                    <a:pt x="194256" y="2680801"/>
                    <a:pt x="141339" y="2647993"/>
                  </a:cubicBezTo>
                  <a:cubicBezTo>
                    <a:pt x="88422" y="2615185"/>
                    <a:pt x="11164" y="2440561"/>
                    <a:pt x="71489" y="2330494"/>
                  </a:cubicBezTo>
                  <a:cubicBezTo>
                    <a:pt x="-264426" y="1740368"/>
                    <a:pt x="684264" y="1375878"/>
                    <a:pt x="833489" y="1524044"/>
                  </a:cubicBezTo>
                  <a:lnTo>
                    <a:pt x="1119238" y="1422443"/>
                  </a:lnTo>
                  <a:cubicBezTo>
                    <a:pt x="839838" y="1106184"/>
                    <a:pt x="1220838" y="408924"/>
                    <a:pt x="1766938" y="511765"/>
                  </a:cubicBezTo>
                  <a:close/>
                </a:path>
              </a:pathLst>
            </a:custGeom>
            <a:solidFill>
              <a:srgbClr val="FFFCE9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4">
              <a:extLst>
                <a:ext uri="{FF2B5EF4-FFF2-40B4-BE49-F238E27FC236}">
                  <a16:creationId xmlns:a16="http://schemas.microsoft.com/office/drawing/2014/main" id="{0B6EC87E-3273-E50E-27D8-340C396FBD5F}"/>
                </a:ext>
              </a:extLst>
            </p:cNvPr>
            <p:cNvSpPr/>
            <p:nvPr/>
          </p:nvSpPr>
          <p:spPr>
            <a:xfrm>
              <a:off x="6057900" y="2247687"/>
              <a:ext cx="682658" cy="1776413"/>
            </a:xfrm>
            <a:custGeom>
              <a:avLst/>
              <a:gdLst>
                <a:gd name="connsiteX0" fmla="*/ 0 w 279400"/>
                <a:gd name="connsiteY0" fmla="*/ 0 h 457200"/>
                <a:gd name="connsiteX1" fmla="*/ 279400 w 279400"/>
                <a:gd name="connsiteY1" fmla="*/ 0 h 457200"/>
                <a:gd name="connsiteX2" fmla="*/ 279400 w 279400"/>
                <a:gd name="connsiteY2" fmla="*/ 457200 h 457200"/>
                <a:gd name="connsiteX3" fmla="*/ 0 w 279400"/>
                <a:gd name="connsiteY3" fmla="*/ 457200 h 457200"/>
                <a:gd name="connsiteX4" fmla="*/ 0 w 279400"/>
                <a:gd name="connsiteY4" fmla="*/ 0 h 457200"/>
                <a:gd name="connsiteX0" fmla="*/ 0 w 298450"/>
                <a:gd name="connsiteY0" fmla="*/ 254000 h 711200"/>
                <a:gd name="connsiteX1" fmla="*/ 298450 w 298450"/>
                <a:gd name="connsiteY1" fmla="*/ 0 h 711200"/>
                <a:gd name="connsiteX2" fmla="*/ 279400 w 298450"/>
                <a:gd name="connsiteY2" fmla="*/ 711200 h 711200"/>
                <a:gd name="connsiteX3" fmla="*/ 0 w 298450"/>
                <a:gd name="connsiteY3" fmla="*/ 711200 h 711200"/>
                <a:gd name="connsiteX4" fmla="*/ 0 w 298450"/>
                <a:gd name="connsiteY4" fmla="*/ 254000 h 711200"/>
                <a:gd name="connsiteX0" fmla="*/ 0 w 336550"/>
                <a:gd name="connsiteY0" fmla="*/ 254000 h 711200"/>
                <a:gd name="connsiteX1" fmla="*/ 298450 w 336550"/>
                <a:gd name="connsiteY1" fmla="*/ 0 h 711200"/>
                <a:gd name="connsiteX2" fmla="*/ 336550 w 336550"/>
                <a:gd name="connsiteY2" fmla="*/ 361950 h 711200"/>
                <a:gd name="connsiteX3" fmla="*/ 0 w 336550"/>
                <a:gd name="connsiteY3" fmla="*/ 711200 h 711200"/>
                <a:gd name="connsiteX4" fmla="*/ 0 w 336550"/>
                <a:gd name="connsiteY4" fmla="*/ 254000 h 711200"/>
                <a:gd name="connsiteX0" fmla="*/ 0 w 412750"/>
                <a:gd name="connsiteY0" fmla="*/ 254000 h 1187450"/>
                <a:gd name="connsiteX1" fmla="*/ 298450 w 412750"/>
                <a:gd name="connsiteY1" fmla="*/ 0 h 1187450"/>
                <a:gd name="connsiteX2" fmla="*/ 336550 w 412750"/>
                <a:gd name="connsiteY2" fmla="*/ 361950 h 1187450"/>
                <a:gd name="connsiteX3" fmla="*/ 412750 w 412750"/>
                <a:gd name="connsiteY3" fmla="*/ 1187450 h 1187450"/>
                <a:gd name="connsiteX4" fmla="*/ 0 w 412750"/>
                <a:gd name="connsiteY4" fmla="*/ 254000 h 1187450"/>
                <a:gd name="connsiteX0" fmla="*/ 0 w 476250"/>
                <a:gd name="connsiteY0" fmla="*/ 1593850 h 1593850"/>
                <a:gd name="connsiteX1" fmla="*/ 361950 w 476250"/>
                <a:gd name="connsiteY1" fmla="*/ 0 h 1593850"/>
                <a:gd name="connsiteX2" fmla="*/ 400050 w 476250"/>
                <a:gd name="connsiteY2" fmla="*/ 361950 h 1593850"/>
                <a:gd name="connsiteX3" fmla="*/ 476250 w 476250"/>
                <a:gd name="connsiteY3" fmla="*/ 1187450 h 1593850"/>
                <a:gd name="connsiteX4" fmla="*/ 0 w 476250"/>
                <a:gd name="connsiteY4" fmla="*/ 1593850 h 1593850"/>
                <a:gd name="connsiteX0" fmla="*/ 2987 w 479237"/>
                <a:gd name="connsiteY0" fmla="*/ 1828800 h 1828800"/>
                <a:gd name="connsiteX1" fmla="*/ 28387 w 479237"/>
                <a:gd name="connsiteY1" fmla="*/ 0 h 1828800"/>
                <a:gd name="connsiteX2" fmla="*/ 364937 w 479237"/>
                <a:gd name="connsiteY2" fmla="*/ 234950 h 1828800"/>
                <a:gd name="connsiteX3" fmla="*/ 403037 w 479237"/>
                <a:gd name="connsiteY3" fmla="*/ 596900 h 1828800"/>
                <a:gd name="connsiteX4" fmla="*/ 479237 w 479237"/>
                <a:gd name="connsiteY4" fmla="*/ 1422400 h 1828800"/>
                <a:gd name="connsiteX5" fmla="*/ 2987 w 479237"/>
                <a:gd name="connsiteY5" fmla="*/ 1828800 h 1828800"/>
                <a:gd name="connsiteX0" fmla="*/ 2987 w 479237"/>
                <a:gd name="connsiteY0" fmla="*/ 1828800 h 1828800"/>
                <a:gd name="connsiteX1" fmla="*/ 28387 w 479237"/>
                <a:gd name="connsiteY1" fmla="*/ 0 h 1828800"/>
                <a:gd name="connsiteX2" fmla="*/ 364937 w 479237"/>
                <a:gd name="connsiteY2" fmla="*/ 234950 h 1828800"/>
                <a:gd name="connsiteX3" fmla="*/ 403037 w 479237"/>
                <a:gd name="connsiteY3" fmla="*/ 596900 h 1828800"/>
                <a:gd name="connsiteX4" fmla="*/ 479237 w 479237"/>
                <a:gd name="connsiteY4" fmla="*/ 1422400 h 1828800"/>
                <a:gd name="connsiteX5" fmla="*/ 2987 w 479237"/>
                <a:gd name="connsiteY5" fmla="*/ 1828800 h 1828800"/>
                <a:gd name="connsiteX0" fmla="*/ 2987 w 479237"/>
                <a:gd name="connsiteY0" fmla="*/ 1828800 h 1828800"/>
                <a:gd name="connsiteX1" fmla="*/ 28387 w 479237"/>
                <a:gd name="connsiteY1" fmla="*/ 0 h 1828800"/>
                <a:gd name="connsiteX2" fmla="*/ 364937 w 479237"/>
                <a:gd name="connsiteY2" fmla="*/ 234950 h 1828800"/>
                <a:gd name="connsiteX3" fmla="*/ 403037 w 479237"/>
                <a:gd name="connsiteY3" fmla="*/ 596900 h 1828800"/>
                <a:gd name="connsiteX4" fmla="*/ 479237 w 479237"/>
                <a:gd name="connsiteY4" fmla="*/ 1422400 h 1828800"/>
                <a:gd name="connsiteX5" fmla="*/ 2987 w 479237"/>
                <a:gd name="connsiteY5" fmla="*/ 1828800 h 1828800"/>
                <a:gd name="connsiteX0" fmla="*/ 2987 w 479237"/>
                <a:gd name="connsiteY0" fmla="*/ 1828800 h 1828800"/>
                <a:gd name="connsiteX1" fmla="*/ 28387 w 479237"/>
                <a:gd name="connsiteY1" fmla="*/ 0 h 1828800"/>
                <a:gd name="connsiteX2" fmla="*/ 364937 w 479237"/>
                <a:gd name="connsiteY2" fmla="*/ 234950 h 1828800"/>
                <a:gd name="connsiteX3" fmla="*/ 403037 w 479237"/>
                <a:gd name="connsiteY3" fmla="*/ 596900 h 1828800"/>
                <a:gd name="connsiteX4" fmla="*/ 479237 w 479237"/>
                <a:gd name="connsiteY4" fmla="*/ 1422400 h 1828800"/>
                <a:gd name="connsiteX5" fmla="*/ 2987 w 479237"/>
                <a:gd name="connsiteY5" fmla="*/ 1828800 h 1828800"/>
                <a:gd name="connsiteX0" fmla="*/ 2987 w 646837"/>
                <a:gd name="connsiteY0" fmla="*/ 1828800 h 1828800"/>
                <a:gd name="connsiteX1" fmla="*/ 28387 w 646837"/>
                <a:gd name="connsiteY1" fmla="*/ 0 h 1828800"/>
                <a:gd name="connsiteX2" fmla="*/ 364937 w 646837"/>
                <a:gd name="connsiteY2" fmla="*/ 234950 h 1828800"/>
                <a:gd name="connsiteX3" fmla="*/ 403037 w 646837"/>
                <a:gd name="connsiteY3" fmla="*/ 596900 h 1828800"/>
                <a:gd name="connsiteX4" fmla="*/ 479237 w 646837"/>
                <a:gd name="connsiteY4" fmla="*/ 1422400 h 1828800"/>
                <a:gd name="connsiteX5" fmla="*/ 2987 w 646837"/>
                <a:gd name="connsiteY5" fmla="*/ 1828800 h 1828800"/>
                <a:gd name="connsiteX0" fmla="*/ 2987 w 672945"/>
                <a:gd name="connsiteY0" fmla="*/ 1828800 h 1828800"/>
                <a:gd name="connsiteX1" fmla="*/ 28387 w 672945"/>
                <a:gd name="connsiteY1" fmla="*/ 0 h 1828800"/>
                <a:gd name="connsiteX2" fmla="*/ 364937 w 672945"/>
                <a:gd name="connsiteY2" fmla="*/ 234950 h 1828800"/>
                <a:gd name="connsiteX3" fmla="*/ 403037 w 672945"/>
                <a:gd name="connsiteY3" fmla="*/ 596900 h 1828800"/>
                <a:gd name="connsiteX4" fmla="*/ 479237 w 672945"/>
                <a:gd name="connsiteY4" fmla="*/ 1422400 h 1828800"/>
                <a:gd name="connsiteX5" fmla="*/ 2987 w 672945"/>
                <a:gd name="connsiteY5" fmla="*/ 1828800 h 1828800"/>
                <a:gd name="connsiteX0" fmla="*/ 25400 w 669958"/>
                <a:gd name="connsiteY0" fmla="*/ 0 h 1828800"/>
                <a:gd name="connsiteX1" fmla="*/ 361950 w 669958"/>
                <a:gd name="connsiteY1" fmla="*/ 234950 h 1828800"/>
                <a:gd name="connsiteX2" fmla="*/ 400050 w 669958"/>
                <a:gd name="connsiteY2" fmla="*/ 596900 h 1828800"/>
                <a:gd name="connsiteX3" fmla="*/ 476250 w 669958"/>
                <a:gd name="connsiteY3" fmla="*/ 1422400 h 1828800"/>
                <a:gd name="connsiteX4" fmla="*/ 0 w 669958"/>
                <a:gd name="connsiteY4" fmla="*/ 1828800 h 1828800"/>
                <a:gd name="connsiteX5" fmla="*/ 116840 w 669958"/>
                <a:gd name="connsiteY5" fmla="*/ 91440 h 1828800"/>
                <a:gd name="connsiteX0" fmla="*/ 25400 w 669958"/>
                <a:gd name="connsiteY0" fmla="*/ 0 h 1828800"/>
                <a:gd name="connsiteX1" fmla="*/ 361950 w 669958"/>
                <a:gd name="connsiteY1" fmla="*/ 234950 h 1828800"/>
                <a:gd name="connsiteX2" fmla="*/ 400050 w 669958"/>
                <a:gd name="connsiteY2" fmla="*/ 596900 h 1828800"/>
                <a:gd name="connsiteX3" fmla="*/ 476250 w 669958"/>
                <a:gd name="connsiteY3" fmla="*/ 1422400 h 1828800"/>
                <a:gd name="connsiteX4" fmla="*/ 0 w 669958"/>
                <a:gd name="connsiteY4" fmla="*/ 182880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9958" h="1828800">
                  <a:moveTo>
                    <a:pt x="25400" y="0"/>
                  </a:moveTo>
                  <a:cubicBezTo>
                    <a:pt x="270933" y="59267"/>
                    <a:pt x="249767" y="156633"/>
                    <a:pt x="361950" y="234950"/>
                  </a:cubicBezTo>
                  <a:lnTo>
                    <a:pt x="400050" y="596900"/>
                  </a:lnTo>
                  <a:cubicBezTo>
                    <a:pt x="546100" y="662517"/>
                    <a:pt x="882650" y="1026583"/>
                    <a:pt x="476250" y="1422400"/>
                  </a:cubicBezTo>
                  <a:cubicBezTo>
                    <a:pt x="266700" y="1773767"/>
                    <a:pt x="139700" y="1801283"/>
                    <a:pt x="0" y="1828800"/>
                  </a:cubicBezTo>
                </a:path>
              </a:pathLst>
            </a:custGeom>
            <a:noFill/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4">
              <a:extLst>
                <a:ext uri="{FF2B5EF4-FFF2-40B4-BE49-F238E27FC236}">
                  <a16:creationId xmlns:a16="http://schemas.microsoft.com/office/drawing/2014/main" id="{7E27DDB0-92A7-2C38-B462-8ED28B5827E2}"/>
                </a:ext>
              </a:extLst>
            </p:cNvPr>
            <p:cNvSpPr/>
            <p:nvPr/>
          </p:nvSpPr>
          <p:spPr>
            <a:xfrm rot="19153316" flipH="1">
              <a:off x="3997090" y="3475020"/>
              <a:ext cx="407437" cy="1191018"/>
            </a:xfrm>
            <a:custGeom>
              <a:avLst/>
              <a:gdLst>
                <a:gd name="connsiteX0" fmla="*/ 0 w 279400"/>
                <a:gd name="connsiteY0" fmla="*/ 0 h 457200"/>
                <a:gd name="connsiteX1" fmla="*/ 279400 w 279400"/>
                <a:gd name="connsiteY1" fmla="*/ 0 h 457200"/>
                <a:gd name="connsiteX2" fmla="*/ 279400 w 279400"/>
                <a:gd name="connsiteY2" fmla="*/ 457200 h 457200"/>
                <a:gd name="connsiteX3" fmla="*/ 0 w 279400"/>
                <a:gd name="connsiteY3" fmla="*/ 457200 h 457200"/>
                <a:gd name="connsiteX4" fmla="*/ 0 w 279400"/>
                <a:gd name="connsiteY4" fmla="*/ 0 h 457200"/>
                <a:gd name="connsiteX0" fmla="*/ 0 w 298450"/>
                <a:gd name="connsiteY0" fmla="*/ 254000 h 711200"/>
                <a:gd name="connsiteX1" fmla="*/ 298450 w 298450"/>
                <a:gd name="connsiteY1" fmla="*/ 0 h 711200"/>
                <a:gd name="connsiteX2" fmla="*/ 279400 w 298450"/>
                <a:gd name="connsiteY2" fmla="*/ 711200 h 711200"/>
                <a:gd name="connsiteX3" fmla="*/ 0 w 298450"/>
                <a:gd name="connsiteY3" fmla="*/ 711200 h 711200"/>
                <a:gd name="connsiteX4" fmla="*/ 0 w 298450"/>
                <a:gd name="connsiteY4" fmla="*/ 254000 h 711200"/>
                <a:gd name="connsiteX0" fmla="*/ 0 w 336550"/>
                <a:gd name="connsiteY0" fmla="*/ 254000 h 711200"/>
                <a:gd name="connsiteX1" fmla="*/ 298450 w 336550"/>
                <a:gd name="connsiteY1" fmla="*/ 0 h 711200"/>
                <a:gd name="connsiteX2" fmla="*/ 336550 w 336550"/>
                <a:gd name="connsiteY2" fmla="*/ 361950 h 711200"/>
                <a:gd name="connsiteX3" fmla="*/ 0 w 336550"/>
                <a:gd name="connsiteY3" fmla="*/ 711200 h 711200"/>
                <a:gd name="connsiteX4" fmla="*/ 0 w 336550"/>
                <a:gd name="connsiteY4" fmla="*/ 254000 h 711200"/>
                <a:gd name="connsiteX0" fmla="*/ 0 w 412750"/>
                <a:gd name="connsiteY0" fmla="*/ 254000 h 1187450"/>
                <a:gd name="connsiteX1" fmla="*/ 298450 w 412750"/>
                <a:gd name="connsiteY1" fmla="*/ 0 h 1187450"/>
                <a:gd name="connsiteX2" fmla="*/ 336550 w 412750"/>
                <a:gd name="connsiteY2" fmla="*/ 361950 h 1187450"/>
                <a:gd name="connsiteX3" fmla="*/ 412750 w 412750"/>
                <a:gd name="connsiteY3" fmla="*/ 1187450 h 1187450"/>
                <a:gd name="connsiteX4" fmla="*/ 0 w 412750"/>
                <a:gd name="connsiteY4" fmla="*/ 254000 h 1187450"/>
                <a:gd name="connsiteX0" fmla="*/ 0 w 476250"/>
                <a:gd name="connsiteY0" fmla="*/ 1593850 h 1593850"/>
                <a:gd name="connsiteX1" fmla="*/ 361950 w 476250"/>
                <a:gd name="connsiteY1" fmla="*/ 0 h 1593850"/>
                <a:gd name="connsiteX2" fmla="*/ 400050 w 476250"/>
                <a:gd name="connsiteY2" fmla="*/ 361950 h 1593850"/>
                <a:gd name="connsiteX3" fmla="*/ 476250 w 476250"/>
                <a:gd name="connsiteY3" fmla="*/ 1187450 h 1593850"/>
                <a:gd name="connsiteX4" fmla="*/ 0 w 476250"/>
                <a:gd name="connsiteY4" fmla="*/ 1593850 h 1593850"/>
                <a:gd name="connsiteX0" fmla="*/ 2987 w 479237"/>
                <a:gd name="connsiteY0" fmla="*/ 1828800 h 1828800"/>
                <a:gd name="connsiteX1" fmla="*/ 28387 w 479237"/>
                <a:gd name="connsiteY1" fmla="*/ 0 h 1828800"/>
                <a:gd name="connsiteX2" fmla="*/ 364937 w 479237"/>
                <a:gd name="connsiteY2" fmla="*/ 234950 h 1828800"/>
                <a:gd name="connsiteX3" fmla="*/ 403037 w 479237"/>
                <a:gd name="connsiteY3" fmla="*/ 596900 h 1828800"/>
                <a:gd name="connsiteX4" fmla="*/ 479237 w 479237"/>
                <a:gd name="connsiteY4" fmla="*/ 1422400 h 1828800"/>
                <a:gd name="connsiteX5" fmla="*/ 2987 w 479237"/>
                <a:gd name="connsiteY5" fmla="*/ 1828800 h 1828800"/>
                <a:gd name="connsiteX0" fmla="*/ 2987 w 479237"/>
                <a:gd name="connsiteY0" fmla="*/ 1828800 h 1828800"/>
                <a:gd name="connsiteX1" fmla="*/ 28387 w 479237"/>
                <a:gd name="connsiteY1" fmla="*/ 0 h 1828800"/>
                <a:gd name="connsiteX2" fmla="*/ 364937 w 479237"/>
                <a:gd name="connsiteY2" fmla="*/ 234950 h 1828800"/>
                <a:gd name="connsiteX3" fmla="*/ 403037 w 479237"/>
                <a:gd name="connsiteY3" fmla="*/ 596900 h 1828800"/>
                <a:gd name="connsiteX4" fmla="*/ 479237 w 479237"/>
                <a:gd name="connsiteY4" fmla="*/ 1422400 h 1828800"/>
                <a:gd name="connsiteX5" fmla="*/ 2987 w 479237"/>
                <a:gd name="connsiteY5" fmla="*/ 1828800 h 1828800"/>
                <a:gd name="connsiteX0" fmla="*/ 2987 w 479237"/>
                <a:gd name="connsiteY0" fmla="*/ 1828800 h 1828800"/>
                <a:gd name="connsiteX1" fmla="*/ 28387 w 479237"/>
                <a:gd name="connsiteY1" fmla="*/ 0 h 1828800"/>
                <a:gd name="connsiteX2" fmla="*/ 364937 w 479237"/>
                <a:gd name="connsiteY2" fmla="*/ 234950 h 1828800"/>
                <a:gd name="connsiteX3" fmla="*/ 403037 w 479237"/>
                <a:gd name="connsiteY3" fmla="*/ 596900 h 1828800"/>
                <a:gd name="connsiteX4" fmla="*/ 479237 w 479237"/>
                <a:gd name="connsiteY4" fmla="*/ 1422400 h 1828800"/>
                <a:gd name="connsiteX5" fmla="*/ 2987 w 479237"/>
                <a:gd name="connsiteY5" fmla="*/ 1828800 h 1828800"/>
                <a:gd name="connsiteX0" fmla="*/ 2987 w 479237"/>
                <a:gd name="connsiteY0" fmla="*/ 1828800 h 1828800"/>
                <a:gd name="connsiteX1" fmla="*/ 28387 w 479237"/>
                <a:gd name="connsiteY1" fmla="*/ 0 h 1828800"/>
                <a:gd name="connsiteX2" fmla="*/ 364937 w 479237"/>
                <a:gd name="connsiteY2" fmla="*/ 234950 h 1828800"/>
                <a:gd name="connsiteX3" fmla="*/ 403037 w 479237"/>
                <a:gd name="connsiteY3" fmla="*/ 596900 h 1828800"/>
                <a:gd name="connsiteX4" fmla="*/ 479237 w 479237"/>
                <a:gd name="connsiteY4" fmla="*/ 1422400 h 1828800"/>
                <a:gd name="connsiteX5" fmla="*/ 2987 w 479237"/>
                <a:gd name="connsiteY5" fmla="*/ 1828800 h 1828800"/>
                <a:gd name="connsiteX0" fmla="*/ 2987 w 646837"/>
                <a:gd name="connsiteY0" fmla="*/ 1828800 h 1828800"/>
                <a:gd name="connsiteX1" fmla="*/ 28387 w 646837"/>
                <a:gd name="connsiteY1" fmla="*/ 0 h 1828800"/>
                <a:gd name="connsiteX2" fmla="*/ 364937 w 646837"/>
                <a:gd name="connsiteY2" fmla="*/ 234950 h 1828800"/>
                <a:gd name="connsiteX3" fmla="*/ 403037 w 646837"/>
                <a:gd name="connsiteY3" fmla="*/ 596900 h 1828800"/>
                <a:gd name="connsiteX4" fmla="*/ 479237 w 646837"/>
                <a:gd name="connsiteY4" fmla="*/ 1422400 h 1828800"/>
                <a:gd name="connsiteX5" fmla="*/ 2987 w 646837"/>
                <a:gd name="connsiteY5" fmla="*/ 1828800 h 1828800"/>
                <a:gd name="connsiteX0" fmla="*/ 2987 w 672945"/>
                <a:gd name="connsiteY0" fmla="*/ 1828800 h 1828800"/>
                <a:gd name="connsiteX1" fmla="*/ 28387 w 672945"/>
                <a:gd name="connsiteY1" fmla="*/ 0 h 1828800"/>
                <a:gd name="connsiteX2" fmla="*/ 364937 w 672945"/>
                <a:gd name="connsiteY2" fmla="*/ 234950 h 1828800"/>
                <a:gd name="connsiteX3" fmla="*/ 403037 w 672945"/>
                <a:gd name="connsiteY3" fmla="*/ 596900 h 1828800"/>
                <a:gd name="connsiteX4" fmla="*/ 479237 w 672945"/>
                <a:gd name="connsiteY4" fmla="*/ 1422400 h 1828800"/>
                <a:gd name="connsiteX5" fmla="*/ 2987 w 672945"/>
                <a:gd name="connsiteY5" fmla="*/ 1828800 h 1828800"/>
                <a:gd name="connsiteX0" fmla="*/ 25400 w 669958"/>
                <a:gd name="connsiteY0" fmla="*/ 0 h 1828800"/>
                <a:gd name="connsiteX1" fmla="*/ 361950 w 669958"/>
                <a:gd name="connsiteY1" fmla="*/ 234950 h 1828800"/>
                <a:gd name="connsiteX2" fmla="*/ 400050 w 669958"/>
                <a:gd name="connsiteY2" fmla="*/ 596900 h 1828800"/>
                <a:gd name="connsiteX3" fmla="*/ 476250 w 669958"/>
                <a:gd name="connsiteY3" fmla="*/ 1422400 h 1828800"/>
                <a:gd name="connsiteX4" fmla="*/ 0 w 669958"/>
                <a:gd name="connsiteY4" fmla="*/ 1828800 h 1828800"/>
                <a:gd name="connsiteX5" fmla="*/ 116840 w 669958"/>
                <a:gd name="connsiteY5" fmla="*/ 91440 h 1828800"/>
                <a:gd name="connsiteX0" fmla="*/ 25400 w 669958"/>
                <a:gd name="connsiteY0" fmla="*/ 0 h 1828800"/>
                <a:gd name="connsiteX1" fmla="*/ 361950 w 669958"/>
                <a:gd name="connsiteY1" fmla="*/ 234950 h 1828800"/>
                <a:gd name="connsiteX2" fmla="*/ 400050 w 669958"/>
                <a:gd name="connsiteY2" fmla="*/ 596900 h 1828800"/>
                <a:gd name="connsiteX3" fmla="*/ 476250 w 669958"/>
                <a:gd name="connsiteY3" fmla="*/ 1422400 h 1828800"/>
                <a:gd name="connsiteX4" fmla="*/ 0 w 669958"/>
                <a:gd name="connsiteY4" fmla="*/ 182880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9958" h="1828800">
                  <a:moveTo>
                    <a:pt x="25400" y="0"/>
                  </a:moveTo>
                  <a:cubicBezTo>
                    <a:pt x="270933" y="59267"/>
                    <a:pt x="249767" y="156633"/>
                    <a:pt x="361950" y="234950"/>
                  </a:cubicBezTo>
                  <a:lnTo>
                    <a:pt x="400050" y="596900"/>
                  </a:lnTo>
                  <a:cubicBezTo>
                    <a:pt x="546100" y="662517"/>
                    <a:pt x="882650" y="1026583"/>
                    <a:pt x="476250" y="1422400"/>
                  </a:cubicBezTo>
                  <a:cubicBezTo>
                    <a:pt x="266700" y="1773767"/>
                    <a:pt x="139700" y="1801283"/>
                    <a:pt x="0" y="1828800"/>
                  </a:cubicBezTo>
                </a:path>
              </a:pathLst>
            </a:custGeom>
            <a:noFill/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D476885-6E7A-1AD3-D0F5-F54CEEC5D96C}"/>
              </a:ext>
            </a:extLst>
          </p:cNvPr>
          <p:cNvGrpSpPr/>
          <p:nvPr/>
        </p:nvGrpSpPr>
        <p:grpSpPr>
          <a:xfrm>
            <a:off x="6573993" y="974164"/>
            <a:ext cx="4987444" cy="5753044"/>
            <a:chOff x="1909172" y="594863"/>
            <a:chExt cx="6242639" cy="7200919"/>
          </a:xfrm>
          <a:solidFill>
            <a:schemeClr val="bg1"/>
          </a:solidFill>
        </p:grpSpPr>
        <p:sp>
          <p:nvSpPr>
            <p:cNvPr id="23" name="Rectangle 2">
              <a:extLst>
                <a:ext uri="{FF2B5EF4-FFF2-40B4-BE49-F238E27FC236}">
                  <a16:creationId xmlns:a16="http://schemas.microsoft.com/office/drawing/2014/main" id="{FBA6F668-7F27-216E-861B-096B869DC287}"/>
                </a:ext>
              </a:extLst>
            </p:cNvPr>
            <p:cNvSpPr/>
            <p:nvPr/>
          </p:nvSpPr>
          <p:spPr>
            <a:xfrm>
              <a:off x="1909172" y="594863"/>
              <a:ext cx="6242639" cy="5091518"/>
            </a:xfrm>
            <a:custGeom>
              <a:avLst/>
              <a:gdLst>
                <a:gd name="connsiteX0" fmla="*/ 0 w 1451428"/>
                <a:gd name="connsiteY0" fmla="*/ 0 h 580572"/>
                <a:gd name="connsiteX1" fmla="*/ 1451428 w 1451428"/>
                <a:gd name="connsiteY1" fmla="*/ 0 h 580572"/>
                <a:gd name="connsiteX2" fmla="*/ 1451428 w 1451428"/>
                <a:gd name="connsiteY2" fmla="*/ 580572 h 580572"/>
                <a:gd name="connsiteX3" fmla="*/ 0 w 1451428"/>
                <a:gd name="connsiteY3" fmla="*/ 580572 h 580572"/>
                <a:gd name="connsiteX4" fmla="*/ 0 w 1451428"/>
                <a:gd name="connsiteY4" fmla="*/ 0 h 580572"/>
                <a:gd name="connsiteX0" fmla="*/ 87086 w 1538514"/>
                <a:gd name="connsiteY0" fmla="*/ 0 h 3135086"/>
                <a:gd name="connsiteX1" fmla="*/ 1538514 w 1538514"/>
                <a:gd name="connsiteY1" fmla="*/ 0 h 3135086"/>
                <a:gd name="connsiteX2" fmla="*/ 1538514 w 1538514"/>
                <a:gd name="connsiteY2" fmla="*/ 580572 h 3135086"/>
                <a:gd name="connsiteX3" fmla="*/ 0 w 1538514"/>
                <a:gd name="connsiteY3" fmla="*/ 3135086 h 3135086"/>
                <a:gd name="connsiteX4" fmla="*/ 87086 w 1538514"/>
                <a:gd name="connsiteY4" fmla="*/ 0 h 3135086"/>
                <a:gd name="connsiteX0" fmla="*/ 87086 w 1538514"/>
                <a:gd name="connsiteY0" fmla="*/ 0 h 3280229"/>
                <a:gd name="connsiteX1" fmla="*/ 1538514 w 1538514"/>
                <a:gd name="connsiteY1" fmla="*/ 0 h 3280229"/>
                <a:gd name="connsiteX2" fmla="*/ 1538514 w 1538514"/>
                <a:gd name="connsiteY2" fmla="*/ 580572 h 3280229"/>
                <a:gd name="connsiteX3" fmla="*/ 449943 w 1538514"/>
                <a:gd name="connsiteY3" fmla="*/ 3280229 h 3280229"/>
                <a:gd name="connsiteX4" fmla="*/ 0 w 1538514"/>
                <a:gd name="connsiteY4" fmla="*/ 3135086 h 3280229"/>
                <a:gd name="connsiteX5" fmla="*/ 87086 w 1538514"/>
                <a:gd name="connsiteY5" fmla="*/ 0 h 3280229"/>
                <a:gd name="connsiteX0" fmla="*/ 87086 w 2830181"/>
                <a:gd name="connsiteY0" fmla="*/ 0 h 3280229"/>
                <a:gd name="connsiteX1" fmla="*/ 1538514 w 2830181"/>
                <a:gd name="connsiteY1" fmla="*/ 0 h 3280229"/>
                <a:gd name="connsiteX2" fmla="*/ 1538514 w 2830181"/>
                <a:gd name="connsiteY2" fmla="*/ 580572 h 3280229"/>
                <a:gd name="connsiteX3" fmla="*/ 2815771 w 2830181"/>
                <a:gd name="connsiteY3" fmla="*/ 2873829 h 3280229"/>
                <a:gd name="connsiteX4" fmla="*/ 449943 w 2830181"/>
                <a:gd name="connsiteY4" fmla="*/ 3280229 h 3280229"/>
                <a:gd name="connsiteX5" fmla="*/ 0 w 2830181"/>
                <a:gd name="connsiteY5" fmla="*/ 3135086 h 3280229"/>
                <a:gd name="connsiteX6" fmla="*/ 87086 w 2830181"/>
                <a:gd name="connsiteY6" fmla="*/ 0 h 3280229"/>
                <a:gd name="connsiteX0" fmla="*/ 87086 w 3468158"/>
                <a:gd name="connsiteY0" fmla="*/ 0 h 3280229"/>
                <a:gd name="connsiteX1" fmla="*/ 1538514 w 3468158"/>
                <a:gd name="connsiteY1" fmla="*/ 0 h 3280229"/>
                <a:gd name="connsiteX2" fmla="*/ 1538514 w 3468158"/>
                <a:gd name="connsiteY2" fmla="*/ 580572 h 3280229"/>
                <a:gd name="connsiteX3" fmla="*/ 3410857 w 3468158"/>
                <a:gd name="connsiteY3" fmla="*/ 2467429 h 3280229"/>
                <a:gd name="connsiteX4" fmla="*/ 2815771 w 3468158"/>
                <a:gd name="connsiteY4" fmla="*/ 2873829 h 3280229"/>
                <a:gd name="connsiteX5" fmla="*/ 449943 w 3468158"/>
                <a:gd name="connsiteY5" fmla="*/ 3280229 h 3280229"/>
                <a:gd name="connsiteX6" fmla="*/ 0 w 3468158"/>
                <a:gd name="connsiteY6" fmla="*/ 3135086 h 3280229"/>
                <a:gd name="connsiteX7" fmla="*/ 87086 w 3468158"/>
                <a:gd name="connsiteY7" fmla="*/ 0 h 3280229"/>
                <a:gd name="connsiteX0" fmla="*/ 87086 w 3688986"/>
                <a:gd name="connsiteY0" fmla="*/ 0 h 3280229"/>
                <a:gd name="connsiteX1" fmla="*/ 1538514 w 3688986"/>
                <a:gd name="connsiteY1" fmla="*/ 0 h 3280229"/>
                <a:gd name="connsiteX2" fmla="*/ 1538514 w 3688986"/>
                <a:gd name="connsiteY2" fmla="*/ 580572 h 3280229"/>
                <a:gd name="connsiteX3" fmla="*/ 3570513 w 3688986"/>
                <a:gd name="connsiteY3" fmla="*/ 2322286 h 3280229"/>
                <a:gd name="connsiteX4" fmla="*/ 3410857 w 3688986"/>
                <a:gd name="connsiteY4" fmla="*/ 2467429 h 3280229"/>
                <a:gd name="connsiteX5" fmla="*/ 2815771 w 3688986"/>
                <a:gd name="connsiteY5" fmla="*/ 2873829 h 3280229"/>
                <a:gd name="connsiteX6" fmla="*/ 449943 w 3688986"/>
                <a:gd name="connsiteY6" fmla="*/ 3280229 h 3280229"/>
                <a:gd name="connsiteX7" fmla="*/ 0 w 3688986"/>
                <a:gd name="connsiteY7" fmla="*/ 3135086 h 3280229"/>
                <a:gd name="connsiteX8" fmla="*/ 87086 w 3688986"/>
                <a:gd name="connsiteY8" fmla="*/ 0 h 3280229"/>
                <a:gd name="connsiteX0" fmla="*/ 87086 w 4390220"/>
                <a:gd name="connsiteY0" fmla="*/ 0 h 3280229"/>
                <a:gd name="connsiteX1" fmla="*/ 1538514 w 4390220"/>
                <a:gd name="connsiteY1" fmla="*/ 0 h 3280229"/>
                <a:gd name="connsiteX2" fmla="*/ 1538514 w 4390220"/>
                <a:gd name="connsiteY2" fmla="*/ 580572 h 3280229"/>
                <a:gd name="connsiteX3" fmla="*/ 4325256 w 4390220"/>
                <a:gd name="connsiteY3" fmla="*/ 1393372 h 3280229"/>
                <a:gd name="connsiteX4" fmla="*/ 3570513 w 4390220"/>
                <a:gd name="connsiteY4" fmla="*/ 2322286 h 3280229"/>
                <a:gd name="connsiteX5" fmla="*/ 3410857 w 4390220"/>
                <a:gd name="connsiteY5" fmla="*/ 2467429 h 3280229"/>
                <a:gd name="connsiteX6" fmla="*/ 2815771 w 4390220"/>
                <a:gd name="connsiteY6" fmla="*/ 2873829 h 3280229"/>
                <a:gd name="connsiteX7" fmla="*/ 449943 w 4390220"/>
                <a:gd name="connsiteY7" fmla="*/ 3280229 h 3280229"/>
                <a:gd name="connsiteX8" fmla="*/ 0 w 4390220"/>
                <a:gd name="connsiteY8" fmla="*/ 3135086 h 3280229"/>
                <a:gd name="connsiteX9" fmla="*/ 87086 w 4390220"/>
                <a:gd name="connsiteY9" fmla="*/ 0 h 3280229"/>
                <a:gd name="connsiteX0" fmla="*/ 87086 w 4536605"/>
                <a:gd name="connsiteY0" fmla="*/ 0 h 3280229"/>
                <a:gd name="connsiteX1" fmla="*/ 1538514 w 4536605"/>
                <a:gd name="connsiteY1" fmla="*/ 0 h 3280229"/>
                <a:gd name="connsiteX2" fmla="*/ 1538514 w 4536605"/>
                <a:gd name="connsiteY2" fmla="*/ 580572 h 3280229"/>
                <a:gd name="connsiteX3" fmla="*/ 4325256 w 4536605"/>
                <a:gd name="connsiteY3" fmla="*/ 972457 h 3280229"/>
                <a:gd name="connsiteX4" fmla="*/ 4325256 w 4536605"/>
                <a:gd name="connsiteY4" fmla="*/ 1393372 h 3280229"/>
                <a:gd name="connsiteX5" fmla="*/ 3570513 w 4536605"/>
                <a:gd name="connsiteY5" fmla="*/ 2322286 h 3280229"/>
                <a:gd name="connsiteX6" fmla="*/ 3410857 w 4536605"/>
                <a:gd name="connsiteY6" fmla="*/ 2467429 h 3280229"/>
                <a:gd name="connsiteX7" fmla="*/ 2815771 w 4536605"/>
                <a:gd name="connsiteY7" fmla="*/ 2873829 h 3280229"/>
                <a:gd name="connsiteX8" fmla="*/ 449943 w 4536605"/>
                <a:gd name="connsiteY8" fmla="*/ 3280229 h 3280229"/>
                <a:gd name="connsiteX9" fmla="*/ 0 w 4536605"/>
                <a:gd name="connsiteY9" fmla="*/ 3135086 h 3280229"/>
                <a:gd name="connsiteX10" fmla="*/ 87086 w 4536605"/>
                <a:gd name="connsiteY10" fmla="*/ 0 h 3280229"/>
                <a:gd name="connsiteX0" fmla="*/ 87086 w 4556058"/>
                <a:gd name="connsiteY0" fmla="*/ 0 h 3280229"/>
                <a:gd name="connsiteX1" fmla="*/ 1538514 w 4556058"/>
                <a:gd name="connsiteY1" fmla="*/ 0 h 3280229"/>
                <a:gd name="connsiteX2" fmla="*/ 1538514 w 4556058"/>
                <a:gd name="connsiteY2" fmla="*/ 580572 h 3280229"/>
                <a:gd name="connsiteX3" fmla="*/ 4383313 w 4556058"/>
                <a:gd name="connsiteY3" fmla="*/ 609600 h 3280229"/>
                <a:gd name="connsiteX4" fmla="*/ 4325256 w 4556058"/>
                <a:gd name="connsiteY4" fmla="*/ 972457 h 3280229"/>
                <a:gd name="connsiteX5" fmla="*/ 4325256 w 4556058"/>
                <a:gd name="connsiteY5" fmla="*/ 1393372 h 3280229"/>
                <a:gd name="connsiteX6" fmla="*/ 3570513 w 4556058"/>
                <a:gd name="connsiteY6" fmla="*/ 2322286 h 3280229"/>
                <a:gd name="connsiteX7" fmla="*/ 3410857 w 4556058"/>
                <a:gd name="connsiteY7" fmla="*/ 2467429 h 3280229"/>
                <a:gd name="connsiteX8" fmla="*/ 2815771 w 4556058"/>
                <a:gd name="connsiteY8" fmla="*/ 2873829 h 3280229"/>
                <a:gd name="connsiteX9" fmla="*/ 449943 w 4556058"/>
                <a:gd name="connsiteY9" fmla="*/ 3280229 h 3280229"/>
                <a:gd name="connsiteX10" fmla="*/ 0 w 4556058"/>
                <a:gd name="connsiteY10" fmla="*/ 3135086 h 3280229"/>
                <a:gd name="connsiteX11" fmla="*/ 87086 w 4556058"/>
                <a:gd name="connsiteY11" fmla="*/ 0 h 3280229"/>
                <a:gd name="connsiteX0" fmla="*/ 87086 w 4538546"/>
                <a:gd name="connsiteY0" fmla="*/ 0 h 3280229"/>
                <a:gd name="connsiteX1" fmla="*/ 1538514 w 4538546"/>
                <a:gd name="connsiteY1" fmla="*/ 0 h 3280229"/>
                <a:gd name="connsiteX2" fmla="*/ 1538514 w 4538546"/>
                <a:gd name="connsiteY2" fmla="*/ 580572 h 3280229"/>
                <a:gd name="connsiteX3" fmla="*/ 4339769 w 4538546"/>
                <a:gd name="connsiteY3" fmla="*/ 290286 h 3280229"/>
                <a:gd name="connsiteX4" fmla="*/ 4383313 w 4538546"/>
                <a:gd name="connsiteY4" fmla="*/ 609600 h 3280229"/>
                <a:gd name="connsiteX5" fmla="*/ 4325256 w 4538546"/>
                <a:gd name="connsiteY5" fmla="*/ 972457 h 3280229"/>
                <a:gd name="connsiteX6" fmla="*/ 4325256 w 4538546"/>
                <a:gd name="connsiteY6" fmla="*/ 1393372 h 3280229"/>
                <a:gd name="connsiteX7" fmla="*/ 3570513 w 4538546"/>
                <a:gd name="connsiteY7" fmla="*/ 2322286 h 3280229"/>
                <a:gd name="connsiteX8" fmla="*/ 3410857 w 4538546"/>
                <a:gd name="connsiteY8" fmla="*/ 2467429 h 3280229"/>
                <a:gd name="connsiteX9" fmla="*/ 2815771 w 4538546"/>
                <a:gd name="connsiteY9" fmla="*/ 2873829 h 3280229"/>
                <a:gd name="connsiteX10" fmla="*/ 449943 w 4538546"/>
                <a:gd name="connsiteY10" fmla="*/ 3280229 h 3280229"/>
                <a:gd name="connsiteX11" fmla="*/ 0 w 4538546"/>
                <a:gd name="connsiteY11" fmla="*/ 3135086 h 3280229"/>
                <a:gd name="connsiteX12" fmla="*/ 87086 w 4538546"/>
                <a:gd name="connsiteY12" fmla="*/ 0 h 3280229"/>
                <a:gd name="connsiteX0" fmla="*/ 87086 w 4538546"/>
                <a:gd name="connsiteY0" fmla="*/ 841828 h 4122057"/>
                <a:gd name="connsiteX1" fmla="*/ 1538514 w 4538546"/>
                <a:gd name="connsiteY1" fmla="*/ 841828 h 4122057"/>
                <a:gd name="connsiteX2" fmla="*/ 3817257 w 4538546"/>
                <a:gd name="connsiteY2" fmla="*/ 0 h 4122057"/>
                <a:gd name="connsiteX3" fmla="*/ 4339769 w 4538546"/>
                <a:gd name="connsiteY3" fmla="*/ 1132114 h 4122057"/>
                <a:gd name="connsiteX4" fmla="*/ 4383313 w 4538546"/>
                <a:gd name="connsiteY4" fmla="*/ 1451428 h 4122057"/>
                <a:gd name="connsiteX5" fmla="*/ 4325256 w 4538546"/>
                <a:gd name="connsiteY5" fmla="*/ 1814285 h 4122057"/>
                <a:gd name="connsiteX6" fmla="*/ 4325256 w 4538546"/>
                <a:gd name="connsiteY6" fmla="*/ 2235200 h 4122057"/>
                <a:gd name="connsiteX7" fmla="*/ 3570513 w 4538546"/>
                <a:gd name="connsiteY7" fmla="*/ 3164114 h 4122057"/>
                <a:gd name="connsiteX8" fmla="*/ 3410857 w 4538546"/>
                <a:gd name="connsiteY8" fmla="*/ 3309257 h 4122057"/>
                <a:gd name="connsiteX9" fmla="*/ 2815771 w 4538546"/>
                <a:gd name="connsiteY9" fmla="*/ 3715657 h 4122057"/>
                <a:gd name="connsiteX10" fmla="*/ 449943 w 4538546"/>
                <a:gd name="connsiteY10" fmla="*/ 4122057 h 4122057"/>
                <a:gd name="connsiteX11" fmla="*/ 0 w 4538546"/>
                <a:gd name="connsiteY11" fmla="*/ 3976914 h 4122057"/>
                <a:gd name="connsiteX12" fmla="*/ 87086 w 4538546"/>
                <a:gd name="connsiteY12" fmla="*/ 841828 h 4122057"/>
                <a:gd name="connsiteX0" fmla="*/ 87086 w 4538546"/>
                <a:gd name="connsiteY0" fmla="*/ 870857 h 4151086"/>
                <a:gd name="connsiteX1" fmla="*/ 1538514 w 4538546"/>
                <a:gd name="connsiteY1" fmla="*/ 870857 h 4151086"/>
                <a:gd name="connsiteX2" fmla="*/ 3599541 w 4538546"/>
                <a:gd name="connsiteY2" fmla="*/ 0 h 4151086"/>
                <a:gd name="connsiteX3" fmla="*/ 3817257 w 4538546"/>
                <a:gd name="connsiteY3" fmla="*/ 29029 h 4151086"/>
                <a:gd name="connsiteX4" fmla="*/ 4339769 w 4538546"/>
                <a:gd name="connsiteY4" fmla="*/ 1161143 h 4151086"/>
                <a:gd name="connsiteX5" fmla="*/ 4383313 w 4538546"/>
                <a:gd name="connsiteY5" fmla="*/ 1480457 h 4151086"/>
                <a:gd name="connsiteX6" fmla="*/ 4325256 w 4538546"/>
                <a:gd name="connsiteY6" fmla="*/ 1843314 h 4151086"/>
                <a:gd name="connsiteX7" fmla="*/ 4325256 w 4538546"/>
                <a:gd name="connsiteY7" fmla="*/ 2264229 h 4151086"/>
                <a:gd name="connsiteX8" fmla="*/ 3570513 w 4538546"/>
                <a:gd name="connsiteY8" fmla="*/ 3193143 h 4151086"/>
                <a:gd name="connsiteX9" fmla="*/ 3410857 w 4538546"/>
                <a:gd name="connsiteY9" fmla="*/ 3338286 h 4151086"/>
                <a:gd name="connsiteX10" fmla="*/ 2815771 w 4538546"/>
                <a:gd name="connsiteY10" fmla="*/ 3744686 h 4151086"/>
                <a:gd name="connsiteX11" fmla="*/ 449943 w 4538546"/>
                <a:gd name="connsiteY11" fmla="*/ 4151086 h 4151086"/>
                <a:gd name="connsiteX12" fmla="*/ 0 w 4538546"/>
                <a:gd name="connsiteY12" fmla="*/ 4005943 h 4151086"/>
                <a:gd name="connsiteX13" fmla="*/ 87086 w 4538546"/>
                <a:gd name="connsiteY13" fmla="*/ 870857 h 4151086"/>
                <a:gd name="connsiteX0" fmla="*/ 87086 w 4538546"/>
                <a:gd name="connsiteY0" fmla="*/ 1384403 h 4664632"/>
                <a:gd name="connsiteX1" fmla="*/ 1538514 w 4538546"/>
                <a:gd name="connsiteY1" fmla="*/ 1384403 h 4664632"/>
                <a:gd name="connsiteX2" fmla="*/ 2235198 w 4538546"/>
                <a:gd name="connsiteY2" fmla="*/ 20060 h 4664632"/>
                <a:gd name="connsiteX3" fmla="*/ 3599541 w 4538546"/>
                <a:gd name="connsiteY3" fmla="*/ 513546 h 4664632"/>
                <a:gd name="connsiteX4" fmla="*/ 3817257 w 4538546"/>
                <a:gd name="connsiteY4" fmla="*/ 542575 h 4664632"/>
                <a:gd name="connsiteX5" fmla="*/ 4339769 w 4538546"/>
                <a:gd name="connsiteY5" fmla="*/ 1674689 h 4664632"/>
                <a:gd name="connsiteX6" fmla="*/ 4383313 w 4538546"/>
                <a:gd name="connsiteY6" fmla="*/ 1994003 h 4664632"/>
                <a:gd name="connsiteX7" fmla="*/ 4325256 w 4538546"/>
                <a:gd name="connsiteY7" fmla="*/ 2356860 h 4664632"/>
                <a:gd name="connsiteX8" fmla="*/ 4325256 w 4538546"/>
                <a:gd name="connsiteY8" fmla="*/ 2777775 h 4664632"/>
                <a:gd name="connsiteX9" fmla="*/ 3570513 w 4538546"/>
                <a:gd name="connsiteY9" fmla="*/ 3706689 h 4664632"/>
                <a:gd name="connsiteX10" fmla="*/ 3410857 w 4538546"/>
                <a:gd name="connsiteY10" fmla="*/ 3851832 h 4664632"/>
                <a:gd name="connsiteX11" fmla="*/ 2815771 w 4538546"/>
                <a:gd name="connsiteY11" fmla="*/ 4258232 h 4664632"/>
                <a:gd name="connsiteX12" fmla="*/ 449943 w 4538546"/>
                <a:gd name="connsiteY12" fmla="*/ 4664632 h 4664632"/>
                <a:gd name="connsiteX13" fmla="*/ 0 w 4538546"/>
                <a:gd name="connsiteY13" fmla="*/ 4519489 h 4664632"/>
                <a:gd name="connsiteX14" fmla="*/ 87086 w 4538546"/>
                <a:gd name="connsiteY14" fmla="*/ 1384403 h 4664632"/>
                <a:gd name="connsiteX0" fmla="*/ 87086 w 4538546"/>
                <a:gd name="connsiteY0" fmla="*/ 1384403 h 4664632"/>
                <a:gd name="connsiteX1" fmla="*/ 43542 w 4538546"/>
                <a:gd name="connsiteY1" fmla="*/ 528060 h 4664632"/>
                <a:gd name="connsiteX2" fmla="*/ 2235198 w 4538546"/>
                <a:gd name="connsiteY2" fmla="*/ 20060 h 4664632"/>
                <a:gd name="connsiteX3" fmla="*/ 3599541 w 4538546"/>
                <a:gd name="connsiteY3" fmla="*/ 513546 h 4664632"/>
                <a:gd name="connsiteX4" fmla="*/ 3817257 w 4538546"/>
                <a:gd name="connsiteY4" fmla="*/ 542575 h 4664632"/>
                <a:gd name="connsiteX5" fmla="*/ 4339769 w 4538546"/>
                <a:gd name="connsiteY5" fmla="*/ 1674689 h 4664632"/>
                <a:gd name="connsiteX6" fmla="*/ 4383313 w 4538546"/>
                <a:gd name="connsiteY6" fmla="*/ 1994003 h 4664632"/>
                <a:gd name="connsiteX7" fmla="*/ 4325256 w 4538546"/>
                <a:gd name="connsiteY7" fmla="*/ 2356860 h 4664632"/>
                <a:gd name="connsiteX8" fmla="*/ 4325256 w 4538546"/>
                <a:gd name="connsiteY8" fmla="*/ 2777775 h 4664632"/>
                <a:gd name="connsiteX9" fmla="*/ 3570513 w 4538546"/>
                <a:gd name="connsiteY9" fmla="*/ 3706689 h 4664632"/>
                <a:gd name="connsiteX10" fmla="*/ 3410857 w 4538546"/>
                <a:gd name="connsiteY10" fmla="*/ 3851832 h 4664632"/>
                <a:gd name="connsiteX11" fmla="*/ 2815771 w 4538546"/>
                <a:gd name="connsiteY11" fmla="*/ 4258232 h 4664632"/>
                <a:gd name="connsiteX12" fmla="*/ 449943 w 4538546"/>
                <a:gd name="connsiteY12" fmla="*/ 4664632 h 4664632"/>
                <a:gd name="connsiteX13" fmla="*/ 0 w 4538546"/>
                <a:gd name="connsiteY13" fmla="*/ 4519489 h 4664632"/>
                <a:gd name="connsiteX14" fmla="*/ 87086 w 4538546"/>
                <a:gd name="connsiteY14" fmla="*/ 1384403 h 4664632"/>
                <a:gd name="connsiteX0" fmla="*/ 0 w 5423917"/>
                <a:gd name="connsiteY0" fmla="*/ 1239260 h 4664632"/>
                <a:gd name="connsiteX1" fmla="*/ 928913 w 5423917"/>
                <a:gd name="connsiteY1" fmla="*/ 528060 h 4664632"/>
                <a:gd name="connsiteX2" fmla="*/ 3120569 w 5423917"/>
                <a:gd name="connsiteY2" fmla="*/ 20060 h 4664632"/>
                <a:gd name="connsiteX3" fmla="*/ 4484912 w 5423917"/>
                <a:gd name="connsiteY3" fmla="*/ 513546 h 4664632"/>
                <a:gd name="connsiteX4" fmla="*/ 4702628 w 5423917"/>
                <a:gd name="connsiteY4" fmla="*/ 542575 h 4664632"/>
                <a:gd name="connsiteX5" fmla="*/ 5225140 w 5423917"/>
                <a:gd name="connsiteY5" fmla="*/ 1674689 h 4664632"/>
                <a:gd name="connsiteX6" fmla="*/ 5268684 w 5423917"/>
                <a:gd name="connsiteY6" fmla="*/ 1994003 h 4664632"/>
                <a:gd name="connsiteX7" fmla="*/ 5210627 w 5423917"/>
                <a:gd name="connsiteY7" fmla="*/ 2356860 h 4664632"/>
                <a:gd name="connsiteX8" fmla="*/ 5210627 w 5423917"/>
                <a:gd name="connsiteY8" fmla="*/ 2777775 h 4664632"/>
                <a:gd name="connsiteX9" fmla="*/ 4455884 w 5423917"/>
                <a:gd name="connsiteY9" fmla="*/ 3706689 h 4664632"/>
                <a:gd name="connsiteX10" fmla="*/ 4296228 w 5423917"/>
                <a:gd name="connsiteY10" fmla="*/ 3851832 h 4664632"/>
                <a:gd name="connsiteX11" fmla="*/ 3701142 w 5423917"/>
                <a:gd name="connsiteY11" fmla="*/ 4258232 h 4664632"/>
                <a:gd name="connsiteX12" fmla="*/ 1335314 w 5423917"/>
                <a:gd name="connsiteY12" fmla="*/ 4664632 h 4664632"/>
                <a:gd name="connsiteX13" fmla="*/ 885371 w 5423917"/>
                <a:gd name="connsiteY13" fmla="*/ 4519489 h 4664632"/>
                <a:gd name="connsiteX14" fmla="*/ 0 w 5423917"/>
                <a:gd name="connsiteY14" fmla="*/ 1239260 h 4664632"/>
                <a:gd name="connsiteX0" fmla="*/ 217716 w 5641633"/>
                <a:gd name="connsiteY0" fmla="*/ 1239260 h 4664632"/>
                <a:gd name="connsiteX1" fmla="*/ 1146629 w 5641633"/>
                <a:gd name="connsiteY1" fmla="*/ 528060 h 4664632"/>
                <a:gd name="connsiteX2" fmla="*/ 3338285 w 5641633"/>
                <a:gd name="connsiteY2" fmla="*/ 20060 h 4664632"/>
                <a:gd name="connsiteX3" fmla="*/ 4702628 w 5641633"/>
                <a:gd name="connsiteY3" fmla="*/ 513546 h 4664632"/>
                <a:gd name="connsiteX4" fmla="*/ 4920344 w 5641633"/>
                <a:gd name="connsiteY4" fmla="*/ 542575 h 4664632"/>
                <a:gd name="connsiteX5" fmla="*/ 5442856 w 5641633"/>
                <a:gd name="connsiteY5" fmla="*/ 1674689 h 4664632"/>
                <a:gd name="connsiteX6" fmla="*/ 5486400 w 5641633"/>
                <a:gd name="connsiteY6" fmla="*/ 1994003 h 4664632"/>
                <a:gd name="connsiteX7" fmla="*/ 5428343 w 5641633"/>
                <a:gd name="connsiteY7" fmla="*/ 2356860 h 4664632"/>
                <a:gd name="connsiteX8" fmla="*/ 5428343 w 5641633"/>
                <a:gd name="connsiteY8" fmla="*/ 2777775 h 4664632"/>
                <a:gd name="connsiteX9" fmla="*/ 4673600 w 5641633"/>
                <a:gd name="connsiteY9" fmla="*/ 3706689 h 4664632"/>
                <a:gd name="connsiteX10" fmla="*/ 4513944 w 5641633"/>
                <a:gd name="connsiteY10" fmla="*/ 3851832 h 4664632"/>
                <a:gd name="connsiteX11" fmla="*/ 3918858 w 5641633"/>
                <a:gd name="connsiteY11" fmla="*/ 4258232 h 4664632"/>
                <a:gd name="connsiteX12" fmla="*/ 1553030 w 5641633"/>
                <a:gd name="connsiteY12" fmla="*/ 4664632 h 4664632"/>
                <a:gd name="connsiteX13" fmla="*/ 1103087 w 5641633"/>
                <a:gd name="connsiteY13" fmla="*/ 4519489 h 4664632"/>
                <a:gd name="connsiteX14" fmla="*/ 0 w 5641633"/>
                <a:gd name="connsiteY14" fmla="*/ 1602117 h 4664632"/>
                <a:gd name="connsiteX15" fmla="*/ 217716 w 5641633"/>
                <a:gd name="connsiteY15" fmla="*/ 1239260 h 4664632"/>
                <a:gd name="connsiteX0" fmla="*/ 364928 w 5788845"/>
                <a:gd name="connsiteY0" fmla="*/ 1239260 h 4664632"/>
                <a:gd name="connsiteX1" fmla="*/ 1293841 w 5788845"/>
                <a:gd name="connsiteY1" fmla="*/ 528060 h 4664632"/>
                <a:gd name="connsiteX2" fmla="*/ 3485497 w 5788845"/>
                <a:gd name="connsiteY2" fmla="*/ 20060 h 4664632"/>
                <a:gd name="connsiteX3" fmla="*/ 4849840 w 5788845"/>
                <a:gd name="connsiteY3" fmla="*/ 513546 h 4664632"/>
                <a:gd name="connsiteX4" fmla="*/ 5067556 w 5788845"/>
                <a:gd name="connsiteY4" fmla="*/ 542575 h 4664632"/>
                <a:gd name="connsiteX5" fmla="*/ 5590068 w 5788845"/>
                <a:gd name="connsiteY5" fmla="*/ 1674689 h 4664632"/>
                <a:gd name="connsiteX6" fmla="*/ 5633612 w 5788845"/>
                <a:gd name="connsiteY6" fmla="*/ 1994003 h 4664632"/>
                <a:gd name="connsiteX7" fmla="*/ 5575555 w 5788845"/>
                <a:gd name="connsiteY7" fmla="*/ 2356860 h 4664632"/>
                <a:gd name="connsiteX8" fmla="*/ 5575555 w 5788845"/>
                <a:gd name="connsiteY8" fmla="*/ 2777775 h 4664632"/>
                <a:gd name="connsiteX9" fmla="*/ 4820812 w 5788845"/>
                <a:gd name="connsiteY9" fmla="*/ 3706689 h 4664632"/>
                <a:gd name="connsiteX10" fmla="*/ 4661156 w 5788845"/>
                <a:gd name="connsiteY10" fmla="*/ 3851832 h 4664632"/>
                <a:gd name="connsiteX11" fmla="*/ 4066070 w 5788845"/>
                <a:gd name="connsiteY11" fmla="*/ 4258232 h 4664632"/>
                <a:gd name="connsiteX12" fmla="*/ 1700242 w 5788845"/>
                <a:gd name="connsiteY12" fmla="*/ 4664632 h 4664632"/>
                <a:gd name="connsiteX13" fmla="*/ 1250299 w 5788845"/>
                <a:gd name="connsiteY13" fmla="*/ 4519489 h 4664632"/>
                <a:gd name="connsiteX14" fmla="*/ 69198 w 5788845"/>
                <a:gd name="connsiteY14" fmla="*/ 1720046 h 4664632"/>
                <a:gd name="connsiteX15" fmla="*/ 147212 w 5788845"/>
                <a:gd name="connsiteY15" fmla="*/ 1602117 h 4664632"/>
                <a:gd name="connsiteX16" fmla="*/ 364928 w 5788845"/>
                <a:gd name="connsiteY16" fmla="*/ 1239260 h 4664632"/>
                <a:gd name="connsiteX0" fmla="*/ 800669 w 6224586"/>
                <a:gd name="connsiteY0" fmla="*/ 1239260 h 4664632"/>
                <a:gd name="connsiteX1" fmla="*/ 1729582 w 6224586"/>
                <a:gd name="connsiteY1" fmla="*/ 528060 h 4664632"/>
                <a:gd name="connsiteX2" fmla="*/ 3921238 w 6224586"/>
                <a:gd name="connsiteY2" fmla="*/ 20060 h 4664632"/>
                <a:gd name="connsiteX3" fmla="*/ 5285581 w 6224586"/>
                <a:gd name="connsiteY3" fmla="*/ 513546 h 4664632"/>
                <a:gd name="connsiteX4" fmla="*/ 5503297 w 6224586"/>
                <a:gd name="connsiteY4" fmla="*/ 542575 h 4664632"/>
                <a:gd name="connsiteX5" fmla="*/ 6025809 w 6224586"/>
                <a:gd name="connsiteY5" fmla="*/ 1674689 h 4664632"/>
                <a:gd name="connsiteX6" fmla="*/ 6069353 w 6224586"/>
                <a:gd name="connsiteY6" fmla="*/ 1994003 h 4664632"/>
                <a:gd name="connsiteX7" fmla="*/ 6011296 w 6224586"/>
                <a:gd name="connsiteY7" fmla="*/ 2356860 h 4664632"/>
                <a:gd name="connsiteX8" fmla="*/ 6011296 w 6224586"/>
                <a:gd name="connsiteY8" fmla="*/ 2777775 h 4664632"/>
                <a:gd name="connsiteX9" fmla="*/ 5256553 w 6224586"/>
                <a:gd name="connsiteY9" fmla="*/ 3706689 h 4664632"/>
                <a:gd name="connsiteX10" fmla="*/ 5096897 w 6224586"/>
                <a:gd name="connsiteY10" fmla="*/ 3851832 h 4664632"/>
                <a:gd name="connsiteX11" fmla="*/ 4501811 w 6224586"/>
                <a:gd name="connsiteY11" fmla="*/ 4258232 h 4664632"/>
                <a:gd name="connsiteX12" fmla="*/ 2135983 w 6224586"/>
                <a:gd name="connsiteY12" fmla="*/ 4664632 h 4664632"/>
                <a:gd name="connsiteX13" fmla="*/ 1686040 w 6224586"/>
                <a:gd name="connsiteY13" fmla="*/ 4519489 h 4664632"/>
                <a:gd name="connsiteX14" fmla="*/ 35039 w 6224586"/>
                <a:gd name="connsiteY14" fmla="*/ 2659846 h 4664632"/>
                <a:gd name="connsiteX15" fmla="*/ 504939 w 6224586"/>
                <a:gd name="connsiteY15" fmla="*/ 1720046 h 4664632"/>
                <a:gd name="connsiteX16" fmla="*/ 582953 w 6224586"/>
                <a:gd name="connsiteY16" fmla="*/ 1602117 h 4664632"/>
                <a:gd name="connsiteX17" fmla="*/ 800669 w 6224586"/>
                <a:gd name="connsiteY17" fmla="*/ 1239260 h 4664632"/>
                <a:gd name="connsiteX0" fmla="*/ 856496 w 6280413"/>
                <a:gd name="connsiteY0" fmla="*/ 1239260 h 4664632"/>
                <a:gd name="connsiteX1" fmla="*/ 1785409 w 6280413"/>
                <a:gd name="connsiteY1" fmla="*/ 528060 h 4664632"/>
                <a:gd name="connsiteX2" fmla="*/ 3977065 w 6280413"/>
                <a:gd name="connsiteY2" fmla="*/ 20060 h 4664632"/>
                <a:gd name="connsiteX3" fmla="*/ 5341408 w 6280413"/>
                <a:gd name="connsiteY3" fmla="*/ 513546 h 4664632"/>
                <a:gd name="connsiteX4" fmla="*/ 5559124 w 6280413"/>
                <a:gd name="connsiteY4" fmla="*/ 542575 h 4664632"/>
                <a:gd name="connsiteX5" fmla="*/ 6081636 w 6280413"/>
                <a:gd name="connsiteY5" fmla="*/ 1674689 h 4664632"/>
                <a:gd name="connsiteX6" fmla="*/ 6125180 w 6280413"/>
                <a:gd name="connsiteY6" fmla="*/ 1994003 h 4664632"/>
                <a:gd name="connsiteX7" fmla="*/ 6067123 w 6280413"/>
                <a:gd name="connsiteY7" fmla="*/ 2356860 h 4664632"/>
                <a:gd name="connsiteX8" fmla="*/ 6067123 w 6280413"/>
                <a:gd name="connsiteY8" fmla="*/ 2777775 h 4664632"/>
                <a:gd name="connsiteX9" fmla="*/ 5312380 w 6280413"/>
                <a:gd name="connsiteY9" fmla="*/ 3706689 h 4664632"/>
                <a:gd name="connsiteX10" fmla="*/ 5152724 w 6280413"/>
                <a:gd name="connsiteY10" fmla="*/ 3851832 h 4664632"/>
                <a:gd name="connsiteX11" fmla="*/ 4557638 w 6280413"/>
                <a:gd name="connsiteY11" fmla="*/ 4258232 h 4664632"/>
                <a:gd name="connsiteX12" fmla="*/ 2191810 w 6280413"/>
                <a:gd name="connsiteY12" fmla="*/ 4664632 h 4664632"/>
                <a:gd name="connsiteX13" fmla="*/ 1741867 w 6280413"/>
                <a:gd name="connsiteY13" fmla="*/ 4519489 h 4664632"/>
                <a:gd name="connsiteX14" fmla="*/ 141666 w 6280413"/>
                <a:gd name="connsiteY14" fmla="*/ 3180546 h 4664632"/>
                <a:gd name="connsiteX15" fmla="*/ 90866 w 6280413"/>
                <a:gd name="connsiteY15" fmla="*/ 2659846 h 4664632"/>
                <a:gd name="connsiteX16" fmla="*/ 560766 w 6280413"/>
                <a:gd name="connsiteY16" fmla="*/ 1720046 h 4664632"/>
                <a:gd name="connsiteX17" fmla="*/ 638780 w 6280413"/>
                <a:gd name="connsiteY17" fmla="*/ 1602117 h 4664632"/>
                <a:gd name="connsiteX18" fmla="*/ 856496 w 6280413"/>
                <a:gd name="connsiteY18" fmla="*/ 1239260 h 4664632"/>
                <a:gd name="connsiteX0" fmla="*/ 777655 w 6201572"/>
                <a:gd name="connsiteY0" fmla="*/ 1239260 h 4664632"/>
                <a:gd name="connsiteX1" fmla="*/ 1706568 w 6201572"/>
                <a:gd name="connsiteY1" fmla="*/ 528060 h 4664632"/>
                <a:gd name="connsiteX2" fmla="*/ 3898224 w 6201572"/>
                <a:gd name="connsiteY2" fmla="*/ 20060 h 4664632"/>
                <a:gd name="connsiteX3" fmla="*/ 5262567 w 6201572"/>
                <a:gd name="connsiteY3" fmla="*/ 513546 h 4664632"/>
                <a:gd name="connsiteX4" fmla="*/ 5480283 w 6201572"/>
                <a:gd name="connsiteY4" fmla="*/ 542575 h 4664632"/>
                <a:gd name="connsiteX5" fmla="*/ 6002795 w 6201572"/>
                <a:gd name="connsiteY5" fmla="*/ 1674689 h 4664632"/>
                <a:gd name="connsiteX6" fmla="*/ 6046339 w 6201572"/>
                <a:gd name="connsiteY6" fmla="*/ 1994003 h 4664632"/>
                <a:gd name="connsiteX7" fmla="*/ 5988282 w 6201572"/>
                <a:gd name="connsiteY7" fmla="*/ 2356860 h 4664632"/>
                <a:gd name="connsiteX8" fmla="*/ 5988282 w 6201572"/>
                <a:gd name="connsiteY8" fmla="*/ 2777775 h 4664632"/>
                <a:gd name="connsiteX9" fmla="*/ 5233539 w 6201572"/>
                <a:gd name="connsiteY9" fmla="*/ 3706689 h 4664632"/>
                <a:gd name="connsiteX10" fmla="*/ 5073883 w 6201572"/>
                <a:gd name="connsiteY10" fmla="*/ 3851832 h 4664632"/>
                <a:gd name="connsiteX11" fmla="*/ 4478797 w 6201572"/>
                <a:gd name="connsiteY11" fmla="*/ 4258232 h 4664632"/>
                <a:gd name="connsiteX12" fmla="*/ 2112969 w 6201572"/>
                <a:gd name="connsiteY12" fmla="*/ 4664632 h 4664632"/>
                <a:gd name="connsiteX13" fmla="*/ 1663026 w 6201572"/>
                <a:gd name="connsiteY13" fmla="*/ 4519489 h 4664632"/>
                <a:gd name="connsiteX14" fmla="*/ 253326 w 6201572"/>
                <a:gd name="connsiteY14" fmla="*/ 3815546 h 4664632"/>
                <a:gd name="connsiteX15" fmla="*/ 62825 w 6201572"/>
                <a:gd name="connsiteY15" fmla="*/ 3180546 h 4664632"/>
                <a:gd name="connsiteX16" fmla="*/ 12025 w 6201572"/>
                <a:gd name="connsiteY16" fmla="*/ 2659846 h 4664632"/>
                <a:gd name="connsiteX17" fmla="*/ 481925 w 6201572"/>
                <a:gd name="connsiteY17" fmla="*/ 1720046 h 4664632"/>
                <a:gd name="connsiteX18" fmla="*/ 559939 w 6201572"/>
                <a:gd name="connsiteY18" fmla="*/ 1602117 h 4664632"/>
                <a:gd name="connsiteX19" fmla="*/ 777655 w 6201572"/>
                <a:gd name="connsiteY19" fmla="*/ 1239260 h 4664632"/>
                <a:gd name="connsiteX0" fmla="*/ 777655 w 6201572"/>
                <a:gd name="connsiteY0" fmla="*/ 1239260 h 4664632"/>
                <a:gd name="connsiteX1" fmla="*/ 1706568 w 6201572"/>
                <a:gd name="connsiteY1" fmla="*/ 528060 h 4664632"/>
                <a:gd name="connsiteX2" fmla="*/ 3898224 w 6201572"/>
                <a:gd name="connsiteY2" fmla="*/ 20060 h 4664632"/>
                <a:gd name="connsiteX3" fmla="*/ 5262567 w 6201572"/>
                <a:gd name="connsiteY3" fmla="*/ 513546 h 4664632"/>
                <a:gd name="connsiteX4" fmla="*/ 5480283 w 6201572"/>
                <a:gd name="connsiteY4" fmla="*/ 542575 h 4664632"/>
                <a:gd name="connsiteX5" fmla="*/ 6002795 w 6201572"/>
                <a:gd name="connsiteY5" fmla="*/ 1674689 h 4664632"/>
                <a:gd name="connsiteX6" fmla="*/ 6046339 w 6201572"/>
                <a:gd name="connsiteY6" fmla="*/ 1994003 h 4664632"/>
                <a:gd name="connsiteX7" fmla="*/ 5988282 w 6201572"/>
                <a:gd name="connsiteY7" fmla="*/ 2356860 h 4664632"/>
                <a:gd name="connsiteX8" fmla="*/ 5988282 w 6201572"/>
                <a:gd name="connsiteY8" fmla="*/ 2777775 h 4664632"/>
                <a:gd name="connsiteX9" fmla="*/ 5233539 w 6201572"/>
                <a:gd name="connsiteY9" fmla="*/ 3706689 h 4664632"/>
                <a:gd name="connsiteX10" fmla="*/ 5073883 w 6201572"/>
                <a:gd name="connsiteY10" fmla="*/ 3851832 h 4664632"/>
                <a:gd name="connsiteX11" fmla="*/ 4478797 w 6201572"/>
                <a:gd name="connsiteY11" fmla="*/ 4258232 h 4664632"/>
                <a:gd name="connsiteX12" fmla="*/ 2112969 w 6201572"/>
                <a:gd name="connsiteY12" fmla="*/ 4664632 h 4664632"/>
                <a:gd name="connsiteX13" fmla="*/ 1663026 w 6201572"/>
                <a:gd name="connsiteY13" fmla="*/ 4519489 h 4664632"/>
                <a:gd name="connsiteX14" fmla="*/ 481925 w 6201572"/>
                <a:gd name="connsiteY14" fmla="*/ 4018746 h 4664632"/>
                <a:gd name="connsiteX15" fmla="*/ 253326 w 6201572"/>
                <a:gd name="connsiteY15" fmla="*/ 3815546 h 4664632"/>
                <a:gd name="connsiteX16" fmla="*/ 62825 w 6201572"/>
                <a:gd name="connsiteY16" fmla="*/ 3180546 h 4664632"/>
                <a:gd name="connsiteX17" fmla="*/ 12025 w 6201572"/>
                <a:gd name="connsiteY17" fmla="*/ 2659846 h 4664632"/>
                <a:gd name="connsiteX18" fmla="*/ 481925 w 6201572"/>
                <a:gd name="connsiteY18" fmla="*/ 1720046 h 4664632"/>
                <a:gd name="connsiteX19" fmla="*/ 559939 w 6201572"/>
                <a:gd name="connsiteY19" fmla="*/ 1602117 h 4664632"/>
                <a:gd name="connsiteX20" fmla="*/ 777655 w 6201572"/>
                <a:gd name="connsiteY20" fmla="*/ 1239260 h 4664632"/>
                <a:gd name="connsiteX0" fmla="*/ 777655 w 6201572"/>
                <a:gd name="connsiteY0" fmla="*/ 1239260 h 4664632"/>
                <a:gd name="connsiteX1" fmla="*/ 1706568 w 6201572"/>
                <a:gd name="connsiteY1" fmla="*/ 528060 h 4664632"/>
                <a:gd name="connsiteX2" fmla="*/ 3898224 w 6201572"/>
                <a:gd name="connsiteY2" fmla="*/ 20060 h 4664632"/>
                <a:gd name="connsiteX3" fmla="*/ 5262567 w 6201572"/>
                <a:gd name="connsiteY3" fmla="*/ 513546 h 4664632"/>
                <a:gd name="connsiteX4" fmla="*/ 5480283 w 6201572"/>
                <a:gd name="connsiteY4" fmla="*/ 542575 h 4664632"/>
                <a:gd name="connsiteX5" fmla="*/ 6002795 w 6201572"/>
                <a:gd name="connsiteY5" fmla="*/ 1674689 h 4664632"/>
                <a:gd name="connsiteX6" fmla="*/ 6046339 w 6201572"/>
                <a:gd name="connsiteY6" fmla="*/ 1994003 h 4664632"/>
                <a:gd name="connsiteX7" fmla="*/ 5988282 w 6201572"/>
                <a:gd name="connsiteY7" fmla="*/ 2356860 h 4664632"/>
                <a:gd name="connsiteX8" fmla="*/ 5988282 w 6201572"/>
                <a:gd name="connsiteY8" fmla="*/ 2777775 h 4664632"/>
                <a:gd name="connsiteX9" fmla="*/ 5233539 w 6201572"/>
                <a:gd name="connsiteY9" fmla="*/ 3706689 h 4664632"/>
                <a:gd name="connsiteX10" fmla="*/ 5073883 w 6201572"/>
                <a:gd name="connsiteY10" fmla="*/ 3851832 h 4664632"/>
                <a:gd name="connsiteX11" fmla="*/ 4478797 w 6201572"/>
                <a:gd name="connsiteY11" fmla="*/ 4258232 h 4664632"/>
                <a:gd name="connsiteX12" fmla="*/ 2112969 w 6201572"/>
                <a:gd name="connsiteY12" fmla="*/ 4664632 h 4664632"/>
                <a:gd name="connsiteX13" fmla="*/ 1663026 w 6201572"/>
                <a:gd name="connsiteY13" fmla="*/ 4519489 h 4664632"/>
                <a:gd name="connsiteX14" fmla="*/ 748625 w 6201572"/>
                <a:gd name="connsiteY14" fmla="*/ 4260046 h 4664632"/>
                <a:gd name="connsiteX15" fmla="*/ 481925 w 6201572"/>
                <a:gd name="connsiteY15" fmla="*/ 4018746 h 4664632"/>
                <a:gd name="connsiteX16" fmla="*/ 253326 w 6201572"/>
                <a:gd name="connsiteY16" fmla="*/ 3815546 h 4664632"/>
                <a:gd name="connsiteX17" fmla="*/ 62825 w 6201572"/>
                <a:gd name="connsiteY17" fmla="*/ 3180546 h 4664632"/>
                <a:gd name="connsiteX18" fmla="*/ 12025 w 6201572"/>
                <a:gd name="connsiteY18" fmla="*/ 2659846 h 4664632"/>
                <a:gd name="connsiteX19" fmla="*/ 481925 w 6201572"/>
                <a:gd name="connsiteY19" fmla="*/ 1720046 h 4664632"/>
                <a:gd name="connsiteX20" fmla="*/ 559939 w 6201572"/>
                <a:gd name="connsiteY20" fmla="*/ 1602117 h 4664632"/>
                <a:gd name="connsiteX21" fmla="*/ 777655 w 6201572"/>
                <a:gd name="connsiteY21" fmla="*/ 1239260 h 4664632"/>
                <a:gd name="connsiteX0" fmla="*/ 777655 w 6201572"/>
                <a:gd name="connsiteY0" fmla="*/ 1239260 h 4664632"/>
                <a:gd name="connsiteX1" fmla="*/ 1706568 w 6201572"/>
                <a:gd name="connsiteY1" fmla="*/ 528060 h 4664632"/>
                <a:gd name="connsiteX2" fmla="*/ 3898224 w 6201572"/>
                <a:gd name="connsiteY2" fmla="*/ 20060 h 4664632"/>
                <a:gd name="connsiteX3" fmla="*/ 5262567 w 6201572"/>
                <a:gd name="connsiteY3" fmla="*/ 513546 h 4664632"/>
                <a:gd name="connsiteX4" fmla="*/ 5480283 w 6201572"/>
                <a:gd name="connsiteY4" fmla="*/ 542575 h 4664632"/>
                <a:gd name="connsiteX5" fmla="*/ 6002795 w 6201572"/>
                <a:gd name="connsiteY5" fmla="*/ 1674689 h 4664632"/>
                <a:gd name="connsiteX6" fmla="*/ 6046339 w 6201572"/>
                <a:gd name="connsiteY6" fmla="*/ 1994003 h 4664632"/>
                <a:gd name="connsiteX7" fmla="*/ 5988282 w 6201572"/>
                <a:gd name="connsiteY7" fmla="*/ 2356860 h 4664632"/>
                <a:gd name="connsiteX8" fmla="*/ 5988282 w 6201572"/>
                <a:gd name="connsiteY8" fmla="*/ 2777775 h 4664632"/>
                <a:gd name="connsiteX9" fmla="*/ 5233539 w 6201572"/>
                <a:gd name="connsiteY9" fmla="*/ 3706689 h 4664632"/>
                <a:gd name="connsiteX10" fmla="*/ 5073883 w 6201572"/>
                <a:gd name="connsiteY10" fmla="*/ 3851832 h 4664632"/>
                <a:gd name="connsiteX11" fmla="*/ 4478797 w 6201572"/>
                <a:gd name="connsiteY11" fmla="*/ 4258232 h 4664632"/>
                <a:gd name="connsiteX12" fmla="*/ 2112969 w 6201572"/>
                <a:gd name="connsiteY12" fmla="*/ 4664632 h 4664632"/>
                <a:gd name="connsiteX13" fmla="*/ 1663026 w 6201572"/>
                <a:gd name="connsiteY13" fmla="*/ 4519489 h 4664632"/>
                <a:gd name="connsiteX14" fmla="*/ 748625 w 6201572"/>
                <a:gd name="connsiteY14" fmla="*/ 4260046 h 4664632"/>
                <a:gd name="connsiteX15" fmla="*/ 481925 w 6201572"/>
                <a:gd name="connsiteY15" fmla="*/ 4018746 h 4664632"/>
                <a:gd name="connsiteX16" fmla="*/ 253326 w 6201572"/>
                <a:gd name="connsiteY16" fmla="*/ 3815546 h 4664632"/>
                <a:gd name="connsiteX17" fmla="*/ 62825 w 6201572"/>
                <a:gd name="connsiteY17" fmla="*/ 3180546 h 4664632"/>
                <a:gd name="connsiteX18" fmla="*/ 12025 w 6201572"/>
                <a:gd name="connsiteY18" fmla="*/ 2659846 h 4664632"/>
                <a:gd name="connsiteX19" fmla="*/ 481925 w 6201572"/>
                <a:gd name="connsiteY19" fmla="*/ 1720046 h 4664632"/>
                <a:gd name="connsiteX20" fmla="*/ 559939 w 6201572"/>
                <a:gd name="connsiteY20" fmla="*/ 1602117 h 4664632"/>
                <a:gd name="connsiteX21" fmla="*/ 777655 w 6201572"/>
                <a:gd name="connsiteY21" fmla="*/ 1239260 h 4664632"/>
                <a:gd name="connsiteX0" fmla="*/ 777655 w 6201572"/>
                <a:gd name="connsiteY0" fmla="*/ 1239260 h 4664632"/>
                <a:gd name="connsiteX1" fmla="*/ 1706568 w 6201572"/>
                <a:gd name="connsiteY1" fmla="*/ 528060 h 4664632"/>
                <a:gd name="connsiteX2" fmla="*/ 3898224 w 6201572"/>
                <a:gd name="connsiteY2" fmla="*/ 20060 h 4664632"/>
                <a:gd name="connsiteX3" fmla="*/ 5262567 w 6201572"/>
                <a:gd name="connsiteY3" fmla="*/ 513546 h 4664632"/>
                <a:gd name="connsiteX4" fmla="*/ 5480283 w 6201572"/>
                <a:gd name="connsiteY4" fmla="*/ 542575 h 4664632"/>
                <a:gd name="connsiteX5" fmla="*/ 6002795 w 6201572"/>
                <a:gd name="connsiteY5" fmla="*/ 1674689 h 4664632"/>
                <a:gd name="connsiteX6" fmla="*/ 6046339 w 6201572"/>
                <a:gd name="connsiteY6" fmla="*/ 1994003 h 4664632"/>
                <a:gd name="connsiteX7" fmla="*/ 5988282 w 6201572"/>
                <a:gd name="connsiteY7" fmla="*/ 2356860 h 4664632"/>
                <a:gd name="connsiteX8" fmla="*/ 5988282 w 6201572"/>
                <a:gd name="connsiteY8" fmla="*/ 2777775 h 4664632"/>
                <a:gd name="connsiteX9" fmla="*/ 5233539 w 6201572"/>
                <a:gd name="connsiteY9" fmla="*/ 3706689 h 4664632"/>
                <a:gd name="connsiteX10" fmla="*/ 5073883 w 6201572"/>
                <a:gd name="connsiteY10" fmla="*/ 3851832 h 4664632"/>
                <a:gd name="connsiteX11" fmla="*/ 4478797 w 6201572"/>
                <a:gd name="connsiteY11" fmla="*/ 4258232 h 4664632"/>
                <a:gd name="connsiteX12" fmla="*/ 2112969 w 6201572"/>
                <a:gd name="connsiteY12" fmla="*/ 4664632 h 4664632"/>
                <a:gd name="connsiteX13" fmla="*/ 1663026 w 6201572"/>
                <a:gd name="connsiteY13" fmla="*/ 4519489 h 4664632"/>
                <a:gd name="connsiteX14" fmla="*/ 748625 w 6201572"/>
                <a:gd name="connsiteY14" fmla="*/ 4260046 h 4664632"/>
                <a:gd name="connsiteX15" fmla="*/ 481925 w 6201572"/>
                <a:gd name="connsiteY15" fmla="*/ 4018746 h 4664632"/>
                <a:gd name="connsiteX16" fmla="*/ 253326 w 6201572"/>
                <a:gd name="connsiteY16" fmla="*/ 3815546 h 4664632"/>
                <a:gd name="connsiteX17" fmla="*/ 62825 w 6201572"/>
                <a:gd name="connsiteY17" fmla="*/ 3180546 h 4664632"/>
                <a:gd name="connsiteX18" fmla="*/ 12025 w 6201572"/>
                <a:gd name="connsiteY18" fmla="*/ 2659846 h 4664632"/>
                <a:gd name="connsiteX19" fmla="*/ 481925 w 6201572"/>
                <a:gd name="connsiteY19" fmla="*/ 1720046 h 4664632"/>
                <a:gd name="connsiteX20" fmla="*/ 559939 w 6201572"/>
                <a:gd name="connsiteY20" fmla="*/ 1602117 h 4664632"/>
                <a:gd name="connsiteX21" fmla="*/ 777655 w 6201572"/>
                <a:gd name="connsiteY21" fmla="*/ 1239260 h 4664632"/>
                <a:gd name="connsiteX0" fmla="*/ 853456 w 6277373"/>
                <a:gd name="connsiteY0" fmla="*/ 1239260 h 4664632"/>
                <a:gd name="connsiteX1" fmla="*/ 1782369 w 6277373"/>
                <a:gd name="connsiteY1" fmla="*/ 528060 h 4664632"/>
                <a:gd name="connsiteX2" fmla="*/ 3974025 w 6277373"/>
                <a:gd name="connsiteY2" fmla="*/ 20060 h 4664632"/>
                <a:gd name="connsiteX3" fmla="*/ 5338368 w 6277373"/>
                <a:gd name="connsiteY3" fmla="*/ 513546 h 4664632"/>
                <a:gd name="connsiteX4" fmla="*/ 5556084 w 6277373"/>
                <a:gd name="connsiteY4" fmla="*/ 542575 h 4664632"/>
                <a:gd name="connsiteX5" fmla="*/ 6078596 w 6277373"/>
                <a:gd name="connsiteY5" fmla="*/ 1674689 h 4664632"/>
                <a:gd name="connsiteX6" fmla="*/ 6122140 w 6277373"/>
                <a:gd name="connsiteY6" fmla="*/ 1994003 h 4664632"/>
                <a:gd name="connsiteX7" fmla="*/ 6064083 w 6277373"/>
                <a:gd name="connsiteY7" fmla="*/ 2356860 h 4664632"/>
                <a:gd name="connsiteX8" fmla="*/ 6064083 w 6277373"/>
                <a:gd name="connsiteY8" fmla="*/ 2777775 h 4664632"/>
                <a:gd name="connsiteX9" fmla="*/ 5309340 w 6277373"/>
                <a:gd name="connsiteY9" fmla="*/ 3706689 h 4664632"/>
                <a:gd name="connsiteX10" fmla="*/ 5149684 w 6277373"/>
                <a:gd name="connsiteY10" fmla="*/ 3851832 h 4664632"/>
                <a:gd name="connsiteX11" fmla="*/ 4554598 w 6277373"/>
                <a:gd name="connsiteY11" fmla="*/ 4258232 h 4664632"/>
                <a:gd name="connsiteX12" fmla="*/ 2188770 w 6277373"/>
                <a:gd name="connsiteY12" fmla="*/ 4664632 h 4664632"/>
                <a:gd name="connsiteX13" fmla="*/ 1738827 w 6277373"/>
                <a:gd name="connsiteY13" fmla="*/ 4519489 h 4664632"/>
                <a:gd name="connsiteX14" fmla="*/ 824426 w 6277373"/>
                <a:gd name="connsiteY14" fmla="*/ 4260046 h 4664632"/>
                <a:gd name="connsiteX15" fmla="*/ 557726 w 6277373"/>
                <a:gd name="connsiteY15" fmla="*/ 4018746 h 4664632"/>
                <a:gd name="connsiteX16" fmla="*/ 329127 w 6277373"/>
                <a:gd name="connsiteY16" fmla="*/ 3815546 h 4664632"/>
                <a:gd name="connsiteX17" fmla="*/ 138626 w 6277373"/>
                <a:gd name="connsiteY17" fmla="*/ 3180546 h 4664632"/>
                <a:gd name="connsiteX18" fmla="*/ 87826 w 6277373"/>
                <a:gd name="connsiteY18" fmla="*/ 2659846 h 4664632"/>
                <a:gd name="connsiteX19" fmla="*/ 557726 w 6277373"/>
                <a:gd name="connsiteY19" fmla="*/ 1720046 h 4664632"/>
                <a:gd name="connsiteX20" fmla="*/ 635740 w 6277373"/>
                <a:gd name="connsiteY20" fmla="*/ 1602117 h 4664632"/>
                <a:gd name="connsiteX21" fmla="*/ 853456 w 6277373"/>
                <a:gd name="connsiteY21" fmla="*/ 1239260 h 4664632"/>
                <a:gd name="connsiteX0" fmla="*/ 899115 w 6323032"/>
                <a:gd name="connsiteY0" fmla="*/ 1239260 h 4664632"/>
                <a:gd name="connsiteX1" fmla="*/ 1828028 w 6323032"/>
                <a:gd name="connsiteY1" fmla="*/ 528060 h 4664632"/>
                <a:gd name="connsiteX2" fmla="*/ 4019684 w 6323032"/>
                <a:gd name="connsiteY2" fmla="*/ 20060 h 4664632"/>
                <a:gd name="connsiteX3" fmla="*/ 5384027 w 6323032"/>
                <a:gd name="connsiteY3" fmla="*/ 513546 h 4664632"/>
                <a:gd name="connsiteX4" fmla="*/ 5601743 w 6323032"/>
                <a:gd name="connsiteY4" fmla="*/ 542575 h 4664632"/>
                <a:gd name="connsiteX5" fmla="*/ 6124255 w 6323032"/>
                <a:gd name="connsiteY5" fmla="*/ 1674689 h 4664632"/>
                <a:gd name="connsiteX6" fmla="*/ 6167799 w 6323032"/>
                <a:gd name="connsiteY6" fmla="*/ 1994003 h 4664632"/>
                <a:gd name="connsiteX7" fmla="*/ 6109742 w 6323032"/>
                <a:gd name="connsiteY7" fmla="*/ 2356860 h 4664632"/>
                <a:gd name="connsiteX8" fmla="*/ 6109742 w 6323032"/>
                <a:gd name="connsiteY8" fmla="*/ 2777775 h 4664632"/>
                <a:gd name="connsiteX9" fmla="*/ 5354999 w 6323032"/>
                <a:gd name="connsiteY9" fmla="*/ 3706689 h 4664632"/>
                <a:gd name="connsiteX10" fmla="*/ 5195343 w 6323032"/>
                <a:gd name="connsiteY10" fmla="*/ 3851832 h 4664632"/>
                <a:gd name="connsiteX11" fmla="*/ 4600257 w 6323032"/>
                <a:gd name="connsiteY11" fmla="*/ 4258232 h 4664632"/>
                <a:gd name="connsiteX12" fmla="*/ 2234429 w 6323032"/>
                <a:gd name="connsiteY12" fmla="*/ 4664632 h 4664632"/>
                <a:gd name="connsiteX13" fmla="*/ 1784486 w 6323032"/>
                <a:gd name="connsiteY13" fmla="*/ 4519489 h 4664632"/>
                <a:gd name="connsiteX14" fmla="*/ 870085 w 6323032"/>
                <a:gd name="connsiteY14" fmla="*/ 4260046 h 4664632"/>
                <a:gd name="connsiteX15" fmla="*/ 603385 w 6323032"/>
                <a:gd name="connsiteY15" fmla="*/ 4018746 h 4664632"/>
                <a:gd name="connsiteX16" fmla="*/ 374786 w 6323032"/>
                <a:gd name="connsiteY16" fmla="*/ 3815546 h 4664632"/>
                <a:gd name="connsiteX17" fmla="*/ 184285 w 6323032"/>
                <a:gd name="connsiteY17" fmla="*/ 3180546 h 4664632"/>
                <a:gd name="connsiteX18" fmla="*/ 133485 w 6323032"/>
                <a:gd name="connsiteY18" fmla="*/ 2659846 h 4664632"/>
                <a:gd name="connsiteX19" fmla="*/ 603385 w 6323032"/>
                <a:gd name="connsiteY19" fmla="*/ 1720046 h 4664632"/>
                <a:gd name="connsiteX20" fmla="*/ 681399 w 6323032"/>
                <a:gd name="connsiteY20" fmla="*/ 1602117 h 4664632"/>
                <a:gd name="connsiteX21" fmla="*/ 899115 w 6323032"/>
                <a:gd name="connsiteY21" fmla="*/ 1239260 h 4664632"/>
                <a:gd name="connsiteX0" fmla="*/ 827650 w 6251567"/>
                <a:gd name="connsiteY0" fmla="*/ 1239260 h 4664632"/>
                <a:gd name="connsiteX1" fmla="*/ 1756563 w 6251567"/>
                <a:gd name="connsiteY1" fmla="*/ 528060 h 4664632"/>
                <a:gd name="connsiteX2" fmla="*/ 3948219 w 6251567"/>
                <a:gd name="connsiteY2" fmla="*/ 20060 h 4664632"/>
                <a:gd name="connsiteX3" fmla="*/ 5312562 w 6251567"/>
                <a:gd name="connsiteY3" fmla="*/ 513546 h 4664632"/>
                <a:gd name="connsiteX4" fmla="*/ 5530278 w 6251567"/>
                <a:gd name="connsiteY4" fmla="*/ 542575 h 4664632"/>
                <a:gd name="connsiteX5" fmla="*/ 6052790 w 6251567"/>
                <a:gd name="connsiteY5" fmla="*/ 1674689 h 4664632"/>
                <a:gd name="connsiteX6" fmla="*/ 6096334 w 6251567"/>
                <a:gd name="connsiteY6" fmla="*/ 1994003 h 4664632"/>
                <a:gd name="connsiteX7" fmla="*/ 6038277 w 6251567"/>
                <a:gd name="connsiteY7" fmla="*/ 2356860 h 4664632"/>
                <a:gd name="connsiteX8" fmla="*/ 6038277 w 6251567"/>
                <a:gd name="connsiteY8" fmla="*/ 2777775 h 4664632"/>
                <a:gd name="connsiteX9" fmla="*/ 5283534 w 6251567"/>
                <a:gd name="connsiteY9" fmla="*/ 3706689 h 4664632"/>
                <a:gd name="connsiteX10" fmla="*/ 5123878 w 6251567"/>
                <a:gd name="connsiteY10" fmla="*/ 3851832 h 4664632"/>
                <a:gd name="connsiteX11" fmla="*/ 4528792 w 6251567"/>
                <a:gd name="connsiteY11" fmla="*/ 4258232 h 4664632"/>
                <a:gd name="connsiteX12" fmla="*/ 2162964 w 6251567"/>
                <a:gd name="connsiteY12" fmla="*/ 4664632 h 4664632"/>
                <a:gd name="connsiteX13" fmla="*/ 1713021 w 6251567"/>
                <a:gd name="connsiteY13" fmla="*/ 4519489 h 4664632"/>
                <a:gd name="connsiteX14" fmla="*/ 798620 w 6251567"/>
                <a:gd name="connsiteY14" fmla="*/ 4260046 h 4664632"/>
                <a:gd name="connsiteX15" fmla="*/ 531920 w 6251567"/>
                <a:gd name="connsiteY15" fmla="*/ 4018746 h 4664632"/>
                <a:gd name="connsiteX16" fmla="*/ 303321 w 6251567"/>
                <a:gd name="connsiteY16" fmla="*/ 3815546 h 4664632"/>
                <a:gd name="connsiteX17" fmla="*/ 112820 w 6251567"/>
                <a:gd name="connsiteY17" fmla="*/ 3180546 h 4664632"/>
                <a:gd name="connsiteX18" fmla="*/ 62020 w 6251567"/>
                <a:gd name="connsiteY18" fmla="*/ 2659846 h 4664632"/>
                <a:gd name="connsiteX19" fmla="*/ 531920 w 6251567"/>
                <a:gd name="connsiteY19" fmla="*/ 1720046 h 4664632"/>
                <a:gd name="connsiteX20" fmla="*/ 609934 w 6251567"/>
                <a:gd name="connsiteY20" fmla="*/ 1602117 h 4664632"/>
                <a:gd name="connsiteX21" fmla="*/ 827650 w 6251567"/>
                <a:gd name="connsiteY21" fmla="*/ 1239260 h 4664632"/>
                <a:gd name="connsiteX0" fmla="*/ 827650 w 6251567"/>
                <a:gd name="connsiteY0" fmla="*/ 1239260 h 4664632"/>
                <a:gd name="connsiteX1" fmla="*/ 1756563 w 6251567"/>
                <a:gd name="connsiteY1" fmla="*/ 528060 h 4664632"/>
                <a:gd name="connsiteX2" fmla="*/ 3948219 w 6251567"/>
                <a:gd name="connsiteY2" fmla="*/ 20060 h 4664632"/>
                <a:gd name="connsiteX3" fmla="*/ 5312562 w 6251567"/>
                <a:gd name="connsiteY3" fmla="*/ 513546 h 4664632"/>
                <a:gd name="connsiteX4" fmla="*/ 5530278 w 6251567"/>
                <a:gd name="connsiteY4" fmla="*/ 542575 h 4664632"/>
                <a:gd name="connsiteX5" fmla="*/ 6052790 w 6251567"/>
                <a:gd name="connsiteY5" fmla="*/ 1674689 h 4664632"/>
                <a:gd name="connsiteX6" fmla="*/ 6096334 w 6251567"/>
                <a:gd name="connsiteY6" fmla="*/ 1994003 h 4664632"/>
                <a:gd name="connsiteX7" fmla="*/ 6038277 w 6251567"/>
                <a:gd name="connsiteY7" fmla="*/ 2356860 h 4664632"/>
                <a:gd name="connsiteX8" fmla="*/ 6038277 w 6251567"/>
                <a:gd name="connsiteY8" fmla="*/ 2777775 h 4664632"/>
                <a:gd name="connsiteX9" fmla="*/ 5283534 w 6251567"/>
                <a:gd name="connsiteY9" fmla="*/ 3706689 h 4664632"/>
                <a:gd name="connsiteX10" fmla="*/ 5123878 w 6251567"/>
                <a:gd name="connsiteY10" fmla="*/ 3851832 h 4664632"/>
                <a:gd name="connsiteX11" fmla="*/ 4528792 w 6251567"/>
                <a:gd name="connsiteY11" fmla="*/ 4258232 h 4664632"/>
                <a:gd name="connsiteX12" fmla="*/ 2162964 w 6251567"/>
                <a:gd name="connsiteY12" fmla="*/ 4664632 h 4664632"/>
                <a:gd name="connsiteX13" fmla="*/ 1713021 w 6251567"/>
                <a:gd name="connsiteY13" fmla="*/ 4519489 h 4664632"/>
                <a:gd name="connsiteX14" fmla="*/ 798620 w 6251567"/>
                <a:gd name="connsiteY14" fmla="*/ 4260046 h 4664632"/>
                <a:gd name="connsiteX15" fmla="*/ 531920 w 6251567"/>
                <a:gd name="connsiteY15" fmla="*/ 4018746 h 4664632"/>
                <a:gd name="connsiteX16" fmla="*/ 303321 w 6251567"/>
                <a:gd name="connsiteY16" fmla="*/ 3815546 h 4664632"/>
                <a:gd name="connsiteX17" fmla="*/ 112820 w 6251567"/>
                <a:gd name="connsiteY17" fmla="*/ 3180546 h 4664632"/>
                <a:gd name="connsiteX18" fmla="*/ 62020 w 6251567"/>
                <a:gd name="connsiteY18" fmla="*/ 2659846 h 4664632"/>
                <a:gd name="connsiteX19" fmla="*/ 531920 w 6251567"/>
                <a:gd name="connsiteY19" fmla="*/ 1720046 h 4664632"/>
                <a:gd name="connsiteX20" fmla="*/ 609934 w 6251567"/>
                <a:gd name="connsiteY20" fmla="*/ 1602117 h 4664632"/>
                <a:gd name="connsiteX21" fmla="*/ 827650 w 6251567"/>
                <a:gd name="connsiteY21" fmla="*/ 1239260 h 4664632"/>
                <a:gd name="connsiteX0" fmla="*/ 847561 w 6271478"/>
                <a:gd name="connsiteY0" fmla="*/ 1239260 h 4664632"/>
                <a:gd name="connsiteX1" fmla="*/ 1776474 w 6271478"/>
                <a:gd name="connsiteY1" fmla="*/ 528060 h 4664632"/>
                <a:gd name="connsiteX2" fmla="*/ 3968130 w 6271478"/>
                <a:gd name="connsiteY2" fmla="*/ 20060 h 4664632"/>
                <a:gd name="connsiteX3" fmla="*/ 5332473 w 6271478"/>
                <a:gd name="connsiteY3" fmla="*/ 513546 h 4664632"/>
                <a:gd name="connsiteX4" fmla="*/ 5550189 w 6271478"/>
                <a:gd name="connsiteY4" fmla="*/ 542575 h 4664632"/>
                <a:gd name="connsiteX5" fmla="*/ 6072701 w 6271478"/>
                <a:gd name="connsiteY5" fmla="*/ 1674689 h 4664632"/>
                <a:gd name="connsiteX6" fmla="*/ 6116245 w 6271478"/>
                <a:gd name="connsiteY6" fmla="*/ 1994003 h 4664632"/>
                <a:gd name="connsiteX7" fmla="*/ 6058188 w 6271478"/>
                <a:gd name="connsiteY7" fmla="*/ 2356860 h 4664632"/>
                <a:gd name="connsiteX8" fmla="*/ 6058188 w 6271478"/>
                <a:gd name="connsiteY8" fmla="*/ 2777775 h 4664632"/>
                <a:gd name="connsiteX9" fmla="*/ 5303445 w 6271478"/>
                <a:gd name="connsiteY9" fmla="*/ 3706689 h 4664632"/>
                <a:gd name="connsiteX10" fmla="*/ 5143789 w 6271478"/>
                <a:gd name="connsiteY10" fmla="*/ 3851832 h 4664632"/>
                <a:gd name="connsiteX11" fmla="*/ 4548703 w 6271478"/>
                <a:gd name="connsiteY11" fmla="*/ 4258232 h 4664632"/>
                <a:gd name="connsiteX12" fmla="*/ 2182875 w 6271478"/>
                <a:gd name="connsiteY12" fmla="*/ 4664632 h 4664632"/>
                <a:gd name="connsiteX13" fmla="*/ 1732932 w 6271478"/>
                <a:gd name="connsiteY13" fmla="*/ 4519489 h 4664632"/>
                <a:gd name="connsiteX14" fmla="*/ 818531 w 6271478"/>
                <a:gd name="connsiteY14" fmla="*/ 4260046 h 4664632"/>
                <a:gd name="connsiteX15" fmla="*/ 551831 w 6271478"/>
                <a:gd name="connsiteY15" fmla="*/ 4018746 h 4664632"/>
                <a:gd name="connsiteX16" fmla="*/ 323232 w 6271478"/>
                <a:gd name="connsiteY16" fmla="*/ 3815546 h 4664632"/>
                <a:gd name="connsiteX17" fmla="*/ 132731 w 6271478"/>
                <a:gd name="connsiteY17" fmla="*/ 3180546 h 4664632"/>
                <a:gd name="connsiteX18" fmla="*/ 81931 w 6271478"/>
                <a:gd name="connsiteY18" fmla="*/ 2659846 h 4664632"/>
                <a:gd name="connsiteX19" fmla="*/ 551831 w 6271478"/>
                <a:gd name="connsiteY19" fmla="*/ 1720046 h 4664632"/>
                <a:gd name="connsiteX20" fmla="*/ 629845 w 6271478"/>
                <a:gd name="connsiteY20" fmla="*/ 1602117 h 4664632"/>
                <a:gd name="connsiteX21" fmla="*/ 847561 w 6271478"/>
                <a:gd name="connsiteY21" fmla="*/ 1239260 h 4664632"/>
                <a:gd name="connsiteX0" fmla="*/ 847561 w 6271478"/>
                <a:gd name="connsiteY0" fmla="*/ 1239260 h 4664632"/>
                <a:gd name="connsiteX1" fmla="*/ 1776474 w 6271478"/>
                <a:gd name="connsiteY1" fmla="*/ 528060 h 4664632"/>
                <a:gd name="connsiteX2" fmla="*/ 3968130 w 6271478"/>
                <a:gd name="connsiteY2" fmla="*/ 20060 h 4664632"/>
                <a:gd name="connsiteX3" fmla="*/ 5332473 w 6271478"/>
                <a:gd name="connsiteY3" fmla="*/ 513546 h 4664632"/>
                <a:gd name="connsiteX4" fmla="*/ 5550189 w 6271478"/>
                <a:gd name="connsiteY4" fmla="*/ 542575 h 4664632"/>
                <a:gd name="connsiteX5" fmla="*/ 6072701 w 6271478"/>
                <a:gd name="connsiteY5" fmla="*/ 1674689 h 4664632"/>
                <a:gd name="connsiteX6" fmla="*/ 6116245 w 6271478"/>
                <a:gd name="connsiteY6" fmla="*/ 1994003 h 4664632"/>
                <a:gd name="connsiteX7" fmla="*/ 6058188 w 6271478"/>
                <a:gd name="connsiteY7" fmla="*/ 2356860 h 4664632"/>
                <a:gd name="connsiteX8" fmla="*/ 6058188 w 6271478"/>
                <a:gd name="connsiteY8" fmla="*/ 2777775 h 4664632"/>
                <a:gd name="connsiteX9" fmla="*/ 5303445 w 6271478"/>
                <a:gd name="connsiteY9" fmla="*/ 3706689 h 4664632"/>
                <a:gd name="connsiteX10" fmla="*/ 5143789 w 6271478"/>
                <a:gd name="connsiteY10" fmla="*/ 3851832 h 4664632"/>
                <a:gd name="connsiteX11" fmla="*/ 4548703 w 6271478"/>
                <a:gd name="connsiteY11" fmla="*/ 4258232 h 4664632"/>
                <a:gd name="connsiteX12" fmla="*/ 2182875 w 6271478"/>
                <a:gd name="connsiteY12" fmla="*/ 4664632 h 4664632"/>
                <a:gd name="connsiteX13" fmla="*/ 1732932 w 6271478"/>
                <a:gd name="connsiteY13" fmla="*/ 4519489 h 4664632"/>
                <a:gd name="connsiteX14" fmla="*/ 818531 w 6271478"/>
                <a:gd name="connsiteY14" fmla="*/ 4260046 h 4664632"/>
                <a:gd name="connsiteX15" fmla="*/ 551831 w 6271478"/>
                <a:gd name="connsiteY15" fmla="*/ 4018746 h 4664632"/>
                <a:gd name="connsiteX16" fmla="*/ 323232 w 6271478"/>
                <a:gd name="connsiteY16" fmla="*/ 3815546 h 4664632"/>
                <a:gd name="connsiteX17" fmla="*/ 132731 w 6271478"/>
                <a:gd name="connsiteY17" fmla="*/ 3180546 h 4664632"/>
                <a:gd name="connsiteX18" fmla="*/ 81931 w 6271478"/>
                <a:gd name="connsiteY18" fmla="*/ 2659846 h 4664632"/>
                <a:gd name="connsiteX19" fmla="*/ 551831 w 6271478"/>
                <a:gd name="connsiteY19" fmla="*/ 1720046 h 4664632"/>
                <a:gd name="connsiteX20" fmla="*/ 629845 w 6271478"/>
                <a:gd name="connsiteY20" fmla="*/ 1602117 h 4664632"/>
                <a:gd name="connsiteX21" fmla="*/ 847561 w 6271478"/>
                <a:gd name="connsiteY21" fmla="*/ 1239260 h 4664632"/>
                <a:gd name="connsiteX0" fmla="*/ 863056 w 6286973"/>
                <a:gd name="connsiteY0" fmla="*/ 1239260 h 4664632"/>
                <a:gd name="connsiteX1" fmla="*/ 1791969 w 6286973"/>
                <a:gd name="connsiteY1" fmla="*/ 528060 h 4664632"/>
                <a:gd name="connsiteX2" fmla="*/ 3983625 w 6286973"/>
                <a:gd name="connsiteY2" fmla="*/ 20060 h 4664632"/>
                <a:gd name="connsiteX3" fmla="*/ 5347968 w 6286973"/>
                <a:gd name="connsiteY3" fmla="*/ 513546 h 4664632"/>
                <a:gd name="connsiteX4" fmla="*/ 5565684 w 6286973"/>
                <a:gd name="connsiteY4" fmla="*/ 542575 h 4664632"/>
                <a:gd name="connsiteX5" fmla="*/ 6088196 w 6286973"/>
                <a:gd name="connsiteY5" fmla="*/ 1674689 h 4664632"/>
                <a:gd name="connsiteX6" fmla="*/ 6131740 w 6286973"/>
                <a:gd name="connsiteY6" fmla="*/ 1994003 h 4664632"/>
                <a:gd name="connsiteX7" fmla="*/ 6073683 w 6286973"/>
                <a:gd name="connsiteY7" fmla="*/ 2356860 h 4664632"/>
                <a:gd name="connsiteX8" fmla="*/ 6073683 w 6286973"/>
                <a:gd name="connsiteY8" fmla="*/ 2777775 h 4664632"/>
                <a:gd name="connsiteX9" fmla="*/ 5318940 w 6286973"/>
                <a:gd name="connsiteY9" fmla="*/ 3706689 h 4664632"/>
                <a:gd name="connsiteX10" fmla="*/ 5159284 w 6286973"/>
                <a:gd name="connsiteY10" fmla="*/ 3851832 h 4664632"/>
                <a:gd name="connsiteX11" fmla="*/ 4564198 w 6286973"/>
                <a:gd name="connsiteY11" fmla="*/ 4258232 h 4664632"/>
                <a:gd name="connsiteX12" fmla="*/ 2198370 w 6286973"/>
                <a:gd name="connsiteY12" fmla="*/ 4664632 h 4664632"/>
                <a:gd name="connsiteX13" fmla="*/ 1748427 w 6286973"/>
                <a:gd name="connsiteY13" fmla="*/ 4519489 h 4664632"/>
                <a:gd name="connsiteX14" fmla="*/ 834026 w 6286973"/>
                <a:gd name="connsiteY14" fmla="*/ 4260046 h 4664632"/>
                <a:gd name="connsiteX15" fmla="*/ 567326 w 6286973"/>
                <a:gd name="connsiteY15" fmla="*/ 4018746 h 4664632"/>
                <a:gd name="connsiteX16" fmla="*/ 338727 w 6286973"/>
                <a:gd name="connsiteY16" fmla="*/ 3815546 h 4664632"/>
                <a:gd name="connsiteX17" fmla="*/ 148226 w 6286973"/>
                <a:gd name="connsiteY17" fmla="*/ 3180546 h 4664632"/>
                <a:gd name="connsiteX18" fmla="*/ 97426 w 6286973"/>
                <a:gd name="connsiteY18" fmla="*/ 2659846 h 4664632"/>
                <a:gd name="connsiteX19" fmla="*/ 567326 w 6286973"/>
                <a:gd name="connsiteY19" fmla="*/ 1720046 h 4664632"/>
                <a:gd name="connsiteX20" fmla="*/ 645340 w 6286973"/>
                <a:gd name="connsiteY20" fmla="*/ 1602117 h 4664632"/>
                <a:gd name="connsiteX21" fmla="*/ 863056 w 6286973"/>
                <a:gd name="connsiteY21" fmla="*/ 1239260 h 4664632"/>
                <a:gd name="connsiteX0" fmla="*/ 863056 w 6286973"/>
                <a:gd name="connsiteY0" fmla="*/ 1239260 h 4664632"/>
                <a:gd name="connsiteX1" fmla="*/ 1791969 w 6286973"/>
                <a:gd name="connsiteY1" fmla="*/ 528060 h 4664632"/>
                <a:gd name="connsiteX2" fmla="*/ 3983625 w 6286973"/>
                <a:gd name="connsiteY2" fmla="*/ 20060 h 4664632"/>
                <a:gd name="connsiteX3" fmla="*/ 5347968 w 6286973"/>
                <a:gd name="connsiteY3" fmla="*/ 513546 h 4664632"/>
                <a:gd name="connsiteX4" fmla="*/ 5565684 w 6286973"/>
                <a:gd name="connsiteY4" fmla="*/ 542575 h 4664632"/>
                <a:gd name="connsiteX5" fmla="*/ 6088196 w 6286973"/>
                <a:gd name="connsiteY5" fmla="*/ 1674689 h 4664632"/>
                <a:gd name="connsiteX6" fmla="*/ 6131740 w 6286973"/>
                <a:gd name="connsiteY6" fmla="*/ 1994003 h 4664632"/>
                <a:gd name="connsiteX7" fmla="*/ 6073683 w 6286973"/>
                <a:gd name="connsiteY7" fmla="*/ 2356860 h 4664632"/>
                <a:gd name="connsiteX8" fmla="*/ 6073683 w 6286973"/>
                <a:gd name="connsiteY8" fmla="*/ 2777775 h 4664632"/>
                <a:gd name="connsiteX9" fmla="*/ 5318940 w 6286973"/>
                <a:gd name="connsiteY9" fmla="*/ 3706689 h 4664632"/>
                <a:gd name="connsiteX10" fmla="*/ 5159284 w 6286973"/>
                <a:gd name="connsiteY10" fmla="*/ 3851832 h 4664632"/>
                <a:gd name="connsiteX11" fmla="*/ 4564198 w 6286973"/>
                <a:gd name="connsiteY11" fmla="*/ 4258232 h 4664632"/>
                <a:gd name="connsiteX12" fmla="*/ 2198370 w 6286973"/>
                <a:gd name="connsiteY12" fmla="*/ 4664632 h 4664632"/>
                <a:gd name="connsiteX13" fmla="*/ 1748427 w 6286973"/>
                <a:gd name="connsiteY13" fmla="*/ 4519489 h 4664632"/>
                <a:gd name="connsiteX14" fmla="*/ 834026 w 6286973"/>
                <a:gd name="connsiteY14" fmla="*/ 4260046 h 4664632"/>
                <a:gd name="connsiteX15" fmla="*/ 567326 w 6286973"/>
                <a:gd name="connsiteY15" fmla="*/ 4018746 h 4664632"/>
                <a:gd name="connsiteX16" fmla="*/ 338727 w 6286973"/>
                <a:gd name="connsiteY16" fmla="*/ 3815546 h 4664632"/>
                <a:gd name="connsiteX17" fmla="*/ 148226 w 6286973"/>
                <a:gd name="connsiteY17" fmla="*/ 3180546 h 4664632"/>
                <a:gd name="connsiteX18" fmla="*/ 97426 w 6286973"/>
                <a:gd name="connsiteY18" fmla="*/ 2659846 h 4664632"/>
                <a:gd name="connsiteX19" fmla="*/ 567326 w 6286973"/>
                <a:gd name="connsiteY19" fmla="*/ 1720046 h 4664632"/>
                <a:gd name="connsiteX20" fmla="*/ 645340 w 6286973"/>
                <a:gd name="connsiteY20" fmla="*/ 1602117 h 4664632"/>
                <a:gd name="connsiteX21" fmla="*/ 863056 w 6286973"/>
                <a:gd name="connsiteY21" fmla="*/ 1239260 h 4664632"/>
                <a:gd name="connsiteX0" fmla="*/ 863056 w 6286973"/>
                <a:gd name="connsiteY0" fmla="*/ 1239260 h 4664632"/>
                <a:gd name="connsiteX1" fmla="*/ 1791969 w 6286973"/>
                <a:gd name="connsiteY1" fmla="*/ 528060 h 4664632"/>
                <a:gd name="connsiteX2" fmla="*/ 3983625 w 6286973"/>
                <a:gd name="connsiteY2" fmla="*/ 20060 h 4664632"/>
                <a:gd name="connsiteX3" fmla="*/ 5347968 w 6286973"/>
                <a:gd name="connsiteY3" fmla="*/ 513546 h 4664632"/>
                <a:gd name="connsiteX4" fmla="*/ 5565684 w 6286973"/>
                <a:gd name="connsiteY4" fmla="*/ 542575 h 4664632"/>
                <a:gd name="connsiteX5" fmla="*/ 6088196 w 6286973"/>
                <a:gd name="connsiteY5" fmla="*/ 1674689 h 4664632"/>
                <a:gd name="connsiteX6" fmla="*/ 6131740 w 6286973"/>
                <a:gd name="connsiteY6" fmla="*/ 1994003 h 4664632"/>
                <a:gd name="connsiteX7" fmla="*/ 6073683 w 6286973"/>
                <a:gd name="connsiteY7" fmla="*/ 2356860 h 4664632"/>
                <a:gd name="connsiteX8" fmla="*/ 6073683 w 6286973"/>
                <a:gd name="connsiteY8" fmla="*/ 2777775 h 4664632"/>
                <a:gd name="connsiteX9" fmla="*/ 5318940 w 6286973"/>
                <a:gd name="connsiteY9" fmla="*/ 3706689 h 4664632"/>
                <a:gd name="connsiteX10" fmla="*/ 5159284 w 6286973"/>
                <a:gd name="connsiteY10" fmla="*/ 3851832 h 4664632"/>
                <a:gd name="connsiteX11" fmla="*/ 4564198 w 6286973"/>
                <a:gd name="connsiteY11" fmla="*/ 4258232 h 4664632"/>
                <a:gd name="connsiteX12" fmla="*/ 2198370 w 6286973"/>
                <a:gd name="connsiteY12" fmla="*/ 4664632 h 4664632"/>
                <a:gd name="connsiteX13" fmla="*/ 1748427 w 6286973"/>
                <a:gd name="connsiteY13" fmla="*/ 4519489 h 4664632"/>
                <a:gd name="connsiteX14" fmla="*/ 834026 w 6286973"/>
                <a:gd name="connsiteY14" fmla="*/ 4260046 h 4664632"/>
                <a:gd name="connsiteX15" fmla="*/ 567326 w 6286973"/>
                <a:gd name="connsiteY15" fmla="*/ 4018746 h 4664632"/>
                <a:gd name="connsiteX16" fmla="*/ 338727 w 6286973"/>
                <a:gd name="connsiteY16" fmla="*/ 3815546 h 4664632"/>
                <a:gd name="connsiteX17" fmla="*/ 148226 w 6286973"/>
                <a:gd name="connsiteY17" fmla="*/ 3180546 h 4664632"/>
                <a:gd name="connsiteX18" fmla="*/ 97426 w 6286973"/>
                <a:gd name="connsiteY18" fmla="*/ 2659846 h 4664632"/>
                <a:gd name="connsiteX19" fmla="*/ 567326 w 6286973"/>
                <a:gd name="connsiteY19" fmla="*/ 1720046 h 4664632"/>
                <a:gd name="connsiteX20" fmla="*/ 645340 w 6286973"/>
                <a:gd name="connsiteY20" fmla="*/ 1602117 h 4664632"/>
                <a:gd name="connsiteX21" fmla="*/ 863056 w 6286973"/>
                <a:gd name="connsiteY21" fmla="*/ 1239260 h 4664632"/>
                <a:gd name="connsiteX0" fmla="*/ 875756 w 6286973"/>
                <a:gd name="connsiteY0" fmla="*/ 1290060 h 4664632"/>
                <a:gd name="connsiteX1" fmla="*/ 1791969 w 6286973"/>
                <a:gd name="connsiteY1" fmla="*/ 528060 h 4664632"/>
                <a:gd name="connsiteX2" fmla="*/ 3983625 w 6286973"/>
                <a:gd name="connsiteY2" fmla="*/ 20060 h 4664632"/>
                <a:gd name="connsiteX3" fmla="*/ 5347968 w 6286973"/>
                <a:gd name="connsiteY3" fmla="*/ 513546 h 4664632"/>
                <a:gd name="connsiteX4" fmla="*/ 5565684 w 6286973"/>
                <a:gd name="connsiteY4" fmla="*/ 542575 h 4664632"/>
                <a:gd name="connsiteX5" fmla="*/ 6088196 w 6286973"/>
                <a:gd name="connsiteY5" fmla="*/ 1674689 h 4664632"/>
                <a:gd name="connsiteX6" fmla="*/ 6131740 w 6286973"/>
                <a:gd name="connsiteY6" fmla="*/ 1994003 h 4664632"/>
                <a:gd name="connsiteX7" fmla="*/ 6073683 w 6286973"/>
                <a:gd name="connsiteY7" fmla="*/ 2356860 h 4664632"/>
                <a:gd name="connsiteX8" fmla="*/ 6073683 w 6286973"/>
                <a:gd name="connsiteY8" fmla="*/ 2777775 h 4664632"/>
                <a:gd name="connsiteX9" fmla="*/ 5318940 w 6286973"/>
                <a:gd name="connsiteY9" fmla="*/ 3706689 h 4664632"/>
                <a:gd name="connsiteX10" fmla="*/ 5159284 w 6286973"/>
                <a:gd name="connsiteY10" fmla="*/ 3851832 h 4664632"/>
                <a:gd name="connsiteX11" fmla="*/ 4564198 w 6286973"/>
                <a:gd name="connsiteY11" fmla="*/ 4258232 h 4664632"/>
                <a:gd name="connsiteX12" fmla="*/ 2198370 w 6286973"/>
                <a:gd name="connsiteY12" fmla="*/ 4664632 h 4664632"/>
                <a:gd name="connsiteX13" fmla="*/ 1748427 w 6286973"/>
                <a:gd name="connsiteY13" fmla="*/ 4519489 h 4664632"/>
                <a:gd name="connsiteX14" fmla="*/ 834026 w 6286973"/>
                <a:gd name="connsiteY14" fmla="*/ 4260046 h 4664632"/>
                <a:gd name="connsiteX15" fmla="*/ 567326 w 6286973"/>
                <a:gd name="connsiteY15" fmla="*/ 4018746 h 4664632"/>
                <a:gd name="connsiteX16" fmla="*/ 338727 w 6286973"/>
                <a:gd name="connsiteY16" fmla="*/ 3815546 h 4664632"/>
                <a:gd name="connsiteX17" fmla="*/ 148226 w 6286973"/>
                <a:gd name="connsiteY17" fmla="*/ 3180546 h 4664632"/>
                <a:gd name="connsiteX18" fmla="*/ 97426 w 6286973"/>
                <a:gd name="connsiteY18" fmla="*/ 2659846 h 4664632"/>
                <a:gd name="connsiteX19" fmla="*/ 567326 w 6286973"/>
                <a:gd name="connsiteY19" fmla="*/ 1720046 h 4664632"/>
                <a:gd name="connsiteX20" fmla="*/ 645340 w 6286973"/>
                <a:gd name="connsiteY20" fmla="*/ 1602117 h 4664632"/>
                <a:gd name="connsiteX21" fmla="*/ 875756 w 6286973"/>
                <a:gd name="connsiteY21" fmla="*/ 1290060 h 4664632"/>
                <a:gd name="connsiteX0" fmla="*/ 875756 w 6286973"/>
                <a:gd name="connsiteY0" fmla="*/ 1290060 h 4664632"/>
                <a:gd name="connsiteX1" fmla="*/ 1791969 w 6286973"/>
                <a:gd name="connsiteY1" fmla="*/ 528060 h 4664632"/>
                <a:gd name="connsiteX2" fmla="*/ 3983625 w 6286973"/>
                <a:gd name="connsiteY2" fmla="*/ 20060 h 4664632"/>
                <a:gd name="connsiteX3" fmla="*/ 5347968 w 6286973"/>
                <a:gd name="connsiteY3" fmla="*/ 513546 h 4664632"/>
                <a:gd name="connsiteX4" fmla="*/ 5565684 w 6286973"/>
                <a:gd name="connsiteY4" fmla="*/ 542575 h 4664632"/>
                <a:gd name="connsiteX5" fmla="*/ 6088196 w 6286973"/>
                <a:gd name="connsiteY5" fmla="*/ 1674689 h 4664632"/>
                <a:gd name="connsiteX6" fmla="*/ 6131740 w 6286973"/>
                <a:gd name="connsiteY6" fmla="*/ 1994003 h 4664632"/>
                <a:gd name="connsiteX7" fmla="*/ 6073683 w 6286973"/>
                <a:gd name="connsiteY7" fmla="*/ 2356860 h 4664632"/>
                <a:gd name="connsiteX8" fmla="*/ 6073683 w 6286973"/>
                <a:gd name="connsiteY8" fmla="*/ 2777775 h 4664632"/>
                <a:gd name="connsiteX9" fmla="*/ 5318940 w 6286973"/>
                <a:gd name="connsiteY9" fmla="*/ 3706689 h 4664632"/>
                <a:gd name="connsiteX10" fmla="*/ 5159284 w 6286973"/>
                <a:gd name="connsiteY10" fmla="*/ 3851832 h 4664632"/>
                <a:gd name="connsiteX11" fmla="*/ 4564198 w 6286973"/>
                <a:gd name="connsiteY11" fmla="*/ 4258232 h 4664632"/>
                <a:gd name="connsiteX12" fmla="*/ 2198370 w 6286973"/>
                <a:gd name="connsiteY12" fmla="*/ 4664632 h 4664632"/>
                <a:gd name="connsiteX13" fmla="*/ 1748427 w 6286973"/>
                <a:gd name="connsiteY13" fmla="*/ 4519489 h 4664632"/>
                <a:gd name="connsiteX14" fmla="*/ 834026 w 6286973"/>
                <a:gd name="connsiteY14" fmla="*/ 4260046 h 4664632"/>
                <a:gd name="connsiteX15" fmla="*/ 567326 w 6286973"/>
                <a:gd name="connsiteY15" fmla="*/ 4018746 h 4664632"/>
                <a:gd name="connsiteX16" fmla="*/ 338727 w 6286973"/>
                <a:gd name="connsiteY16" fmla="*/ 3815546 h 4664632"/>
                <a:gd name="connsiteX17" fmla="*/ 148226 w 6286973"/>
                <a:gd name="connsiteY17" fmla="*/ 3180546 h 4664632"/>
                <a:gd name="connsiteX18" fmla="*/ 97426 w 6286973"/>
                <a:gd name="connsiteY18" fmla="*/ 2659846 h 4664632"/>
                <a:gd name="connsiteX19" fmla="*/ 567326 w 6286973"/>
                <a:gd name="connsiteY19" fmla="*/ 1720046 h 4664632"/>
                <a:gd name="connsiteX20" fmla="*/ 645340 w 6286973"/>
                <a:gd name="connsiteY20" fmla="*/ 1602117 h 4664632"/>
                <a:gd name="connsiteX21" fmla="*/ 875756 w 6286973"/>
                <a:gd name="connsiteY21" fmla="*/ 1290060 h 4664632"/>
                <a:gd name="connsiteX0" fmla="*/ 875756 w 6286973"/>
                <a:gd name="connsiteY0" fmla="*/ 1475466 h 4850038"/>
                <a:gd name="connsiteX1" fmla="*/ 1791969 w 6286973"/>
                <a:gd name="connsiteY1" fmla="*/ 713466 h 4850038"/>
                <a:gd name="connsiteX2" fmla="*/ 3983625 w 6286973"/>
                <a:gd name="connsiteY2" fmla="*/ 205466 h 4850038"/>
                <a:gd name="connsiteX3" fmla="*/ 5347968 w 6286973"/>
                <a:gd name="connsiteY3" fmla="*/ 698952 h 4850038"/>
                <a:gd name="connsiteX4" fmla="*/ 5565684 w 6286973"/>
                <a:gd name="connsiteY4" fmla="*/ 727981 h 4850038"/>
                <a:gd name="connsiteX5" fmla="*/ 6088196 w 6286973"/>
                <a:gd name="connsiteY5" fmla="*/ 1860095 h 4850038"/>
                <a:gd name="connsiteX6" fmla="*/ 6131740 w 6286973"/>
                <a:gd name="connsiteY6" fmla="*/ 2179409 h 4850038"/>
                <a:gd name="connsiteX7" fmla="*/ 6073683 w 6286973"/>
                <a:gd name="connsiteY7" fmla="*/ 2542266 h 4850038"/>
                <a:gd name="connsiteX8" fmla="*/ 6073683 w 6286973"/>
                <a:gd name="connsiteY8" fmla="*/ 2963181 h 4850038"/>
                <a:gd name="connsiteX9" fmla="*/ 5318940 w 6286973"/>
                <a:gd name="connsiteY9" fmla="*/ 3892095 h 4850038"/>
                <a:gd name="connsiteX10" fmla="*/ 5159284 w 6286973"/>
                <a:gd name="connsiteY10" fmla="*/ 4037238 h 4850038"/>
                <a:gd name="connsiteX11" fmla="*/ 4564198 w 6286973"/>
                <a:gd name="connsiteY11" fmla="*/ 4443638 h 4850038"/>
                <a:gd name="connsiteX12" fmla="*/ 2198370 w 6286973"/>
                <a:gd name="connsiteY12" fmla="*/ 4850038 h 4850038"/>
                <a:gd name="connsiteX13" fmla="*/ 1748427 w 6286973"/>
                <a:gd name="connsiteY13" fmla="*/ 4704895 h 4850038"/>
                <a:gd name="connsiteX14" fmla="*/ 834026 w 6286973"/>
                <a:gd name="connsiteY14" fmla="*/ 4445452 h 4850038"/>
                <a:gd name="connsiteX15" fmla="*/ 567326 w 6286973"/>
                <a:gd name="connsiteY15" fmla="*/ 4204152 h 4850038"/>
                <a:gd name="connsiteX16" fmla="*/ 338727 w 6286973"/>
                <a:gd name="connsiteY16" fmla="*/ 4000952 h 4850038"/>
                <a:gd name="connsiteX17" fmla="*/ 148226 w 6286973"/>
                <a:gd name="connsiteY17" fmla="*/ 3365952 h 4850038"/>
                <a:gd name="connsiteX18" fmla="*/ 97426 w 6286973"/>
                <a:gd name="connsiteY18" fmla="*/ 2845252 h 4850038"/>
                <a:gd name="connsiteX19" fmla="*/ 567326 w 6286973"/>
                <a:gd name="connsiteY19" fmla="*/ 1905452 h 4850038"/>
                <a:gd name="connsiteX20" fmla="*/ 645340 w 6286973"/>
                <a:gd name="connsiteY20" fmla="*/ 1787523 h 4850038"/>
                <a:gd name="connsiteX21" fmla="*/ 875756 w 6286973"/>
                <a:gd name="connsiteY21" fmla="*/ 1475466 h 4850038"/>
                <a:gd name="connsiteX0" fmla="*/ 875756 w 6286973"/>
                <a:gd name="connsiteY0" fmla="*/ 1705651 h 5080223"/>
                <a:gd name="connsiteX1" fmla="*/ 1791969 w 6286973"/>
                <a:gd name="connsiteY1" fmla="*/ 943651 h 5080223"/>
                <a:gd name="connsiteX2" fmla="*/ 3983625 w 6286973"/>
                <a:gd name="connsiteY2" fmla="*/ 435651 h 5080223"/>
                <a:gd name="connsiteX3" fmla="*/ 5347968 w 6286973"/>
                <a:gd name="connsiteY3" fmla="*/ 929137 h 5080223"/>
                <a:gd name="connsiteX4" fmla="*/ 5565684 w 6286973"/>
                <a:gd name="connsiteY4" fmla="*/ 958166 h 5080223"/>
                <a:gd name="connsiteX5" fmla="*/ 6088196 w 6286973"/>
                <a:gd name="connsiteY5" fmla="*/ 2090280 h 5080223"/>
                <a:gd name="connsiteX6" fmla="*/ 6131740 w 6286973"/>
                <a:gd name="connsiteY6" fmla="*/ 2409594 h 5080223"/>
                <a:gd name="connsiteX7" fmla="*/ 6073683 w 6286973"/>
                <a:gd name="connsiteY7" fmla="*/ 2772451 h 5080223"/>
                <a:gd name="connsiteX8" fmla="*/ 6073683 w 6286973"/>
                <a:gd name="connsiteY8" fmla="*/ 3193366 h 5080223"/>
                <a:gd name="connsiteX9" fmla="*/ 5318940 w 6286973"/>
                <a:gd name="connsiteY9" fmla="*/ 4122280 h 5080223"/>
                <a:gd name="connsiteX10" fmla="*/ 5159284 w 6286973"/>
                <a:gd name="connsiteY10" fmla="*/ 4267423 h 5080223"/>
                <a:gd name="connsiteX11" fmla="*/ 4564198 w 6286973"/>
                <a:gd name="connsiteY11" fmla="*/ 4673823 h 5080223"/>
                <a:gd name="connsiteX12" fmla="*/ 2198370 w 6286973"/>
                <a:gd name="connsiteY12" fmla="*/ 5080223 h 5080223"/>
                <a:gd name="connsiteX13" fmla="*/ 1748427 w 6286973"/>
                <a:gd name="connsiteY13" fmla="*/ 4935080 h 5080223"/>
                <a:gd name="connsiteX14" fmla="*/ 834026 w 6286973"/>
                <a:gd name="connsiteY14" fmla="*/ 4675637 h 5080223"/>
                <a:gd name="connsiteX15" fmla="*/ 567326 w 6286973"/>
                <a:gd name="connsiteY15" fmla="*/ 4434337 h 5080223"/>
                <a:gd name="connsiteX16" fmla="*/ 338727 w 6286973"/>
                <a:gd name="connsiteY16" fmla="*/ 4231137 h 5080223"/>
                <a:gd name="connsiteX17" fmla="*/ 148226 w 6286973"/>
                <a:gd name="connsiteY17" fmla="*/ 3596137 h 5080223"/>
                <a:gd name="connsiteX18" fmla="*/ 97426 w 6286973"/>
                <a:gd name="connsiteY18" fmla="*/ 3075437 h 5080223"/>
                <a:gd name="connsiteX19" fmla="*/ 567326 w 6286973"/>
                <a:gd name="connsiteY19" fmla="*/ 2135637 h 5080223"/>
                <a:gd name="connsiteX20" fmla="*/ 645340 w 6286973"/>
                <a:gd name="connsiteY20" fmla="*/ 2017708 h 5080223"/>
                <a:gd name="connsiteX21" fmla="*/ 875756 w 6286973"/>
                <a:gd name="connsiteY21" fmla="*/ 1705651 h 5080223"/>
                <a:gd name="connsiteX0" fmla="*/ 875756 w 6286973"/>
                <a:gd name="connsiteY0" fmla="*/ 1705651 h 5080223"/>
                <a:gd name="connsiteX1" fmla="*/ 1791969 w 6286973"/>
                <a:gd name="connsiteY1" fmla="*/ 943651 h 5080223"/>
                <a:gd name="connsiteX2" fmla="*/ 3983625 w 6286973"/>
                <a:gd name="connsiteY2" fmla="*/ 435651 h 5080223"/>
                <a:gd name="connsiteX3" fmla="*/ 5347968 w 6286973"/>
                <a:gd name="connsiteY3" fmla="*/ 929137 h 5080223"/>
                <a:gd name="connsiteX4" fmla="*/ 5565684 w 6286973"/>
                <a:gd name="connsiteY4" fmla="*/ 958166 h 5080223"/>
                <a:gd name="connsiteX5" fmla="*/ 6088196 w 6286973"/>
                <a:gd name="connsiteY5" fmla="*/ 2090280 h 5080223"/>
                <a:gd name="connsiteX6" fmla="*/ 6131740 w 6286973"/>
                <a:gd name="connsiteY6" fmla="*/ 2409594 h 5080223"/>
                <a:gd name="connsiteX7" fmla="*/ 6073683 w 6286973"/>
                <a:gd name="connsiteY7" fmla="*/ 2772451 h 5080223"/>
                <a:gd name="connsiteX8" fmla="*/ 6073683 w 6286973"/>
                <a:gd name="connsiteY8" fmla="*/ 3193366 h 5080223"/>
                <a:gd name="connsiteX9" fmla="*/ 5318940 w 6286973"/>
                <a:gd name="connsiteY9" fmla="*/ 4122280 h 5080223"/>
                <a:gd name="connsiteX10" fmla="*/ 5159284 w 6286973"/>
                <a:gd name="connsiteY10" fmla="*/ 4267423 h 5080223"/>
                <a:gd name="connsiteX11" fmla="*/ 4564198 w 6286973"/>
                <a:gd name="connsiteY11" fmla="*/ 4673823 h 5080223"/>
                <a:gd name="connsiteX12" fmla="*/ 2198370 w 6286973"/>
                <a:gd name="connsiteY12" fmla="*/ 5080223 h 5080223"/>
                <a:gd name="connsiteX13" fmla="*/ 1748427 w 6286973"/>
                <a:gd name="connsiteY13" fmla="*/ 4935080 h 5080223"/>
                <a:gd name="connsiteX14" fmla="*/ 834026 w 6286973"/>
                <a:gd name="connsiteY14" fmla="*/ 4675637 h 5080223"/>
                <a:gd name="connsiteX15" fmla="*/ 567326 w 6286973"/>
                <a:gd name="connsiteY15" fmla="*/ 4434337 h 5080223"/>
                <a:gd name="connsiteX16" fmla="*/ 338727 w 6286973"/>
                <a:gd name="connsiteY16" fmla="*/ 4231137 h 5080223"/>
                <a:gd name="connsiteX17" fmla="*/ 148226 w 6286973"/>
                <a:gd name="connsiteY17" fmla="*/ 3596137 h 5080223"/>
                <a:gd name="connsiteX18" fmla="*/ 97426 w 6286973"/>
                <a:gd name="connsiteY18" fmla="*/ 3075437 h 5080223"/>
                <a:gd name="connsiteX19" fmla="*/ 567326 w 6286973"/>
                <a:gd name="connsiteY19" fmla="*/ 2135637 h 5080223"/>
                <a:gd name="connsiteX20" fmla="*/ 645340 w 6286973"/>
                <a:gd name="connsiteY20" fmla="*/ 2017708 h 5080223"/>
                <a:gd name="connsiteX21" fmla="*/ 875756 w 6286973"/>
                <a:gd name="connsiteY21" fmla="*/ 1705651 h 5080223"/>
                <a:gd name="connsiteX0" fmla="*/ 875756 w 6286973"/>
                <a:gd name="connsiteY0" fmla="*/ 1705651 h 5080223"/>
                <a:gd name="connsiteX1" fmla="*/ 1791969 w 6286973"/>
                <a:gd name="connsiteY1" fmla="*/ 943651 h 5080223"/>
                <a:gd name="connsiteX2" fmla="*/ 3983625 w 6286973"/>
                <a:gd name="connsiteY2" fmla="*/ 435651 h 5080223"/>
                <a:gd name="connsiteX3" fmla="*/ 5347968 w 6286973"/>
                <a:gd name="connsiteY3" fmla="*/ 929137 h 5080223"/>
                <a:gd name="connsiteX4" fmla="*/ 5565684 w 6286973"/>
                <a:gd name="connsiteY4" fmla="*/ 958166 h 5080223"/>
                <a:gd name="connsiteX5" fmla="*/ 6088196 w 6286973"/>
                <a:gd name="connsiteY5" fmla="*/ 2090280 h 5080223"/>
                <a:gd name="connsiteX6" fmla="*/ 6131740 w 6286973"/>
                <a:gd name="connsiteY6" fmla="*/ 2409594 h 5080223"/>
                <a:gd name="connsiteX7" fmla="*/ 6073683 w 6286973"/>
                <a:gd name="connsiteY7" fmla="*/ 2772451 h 5080223"/>
                <a:gd name="connsiteX8" fmla="*/ 6073683 w 6286973"/>
                <a:gd name="connsiteY8" fmla="*/ 3193366 h 5080223"/>
                <a:gd name="connsiteX9" fmla="*/ 5318940 w 6286973"/>
                <a:gd name="connsiteY9" fmla="*/ 4122280 h 5080223"/>
                <a:gd name="connsiteX10" fmla="*/ 5159284 w 6286973"/>
                <a:gd name="connsiteY10" fmla="*/ 4267423 h 5080223"/>
                <a:gd name="connsiteX11" fmla="*/ 4564198 w 6286973"/>
                <a:gd name="connsiteY11" fmla="*/ 4673823 h 5080223"/>
                <a:gd name="connsiteX12" fmla="*/ 2198370 w 6286973"/>
                <a:gd name="connsiteY12" fmla="*/ 5080223 h 5080223"/>
                <a:gd name="connsiteX13" fmla="*/ 1748427 w 6286973"/>
                <a:gd name="connsiteY13" fmla="*/ 4935080 h 5080223"/>
                <a:gd name="connsiteX14" fmla="*/ 834026 w 6286973"/>
                <a:gd name="connsiteY14" fmla="*/ 4675637 h 5080223"/>
                <a:gd name="connsiteX15" fmla="*/ 567326 w 6286973"/>
                <a:gd name="connsiteY15" fmla="*/ 4434337 h 5080223"/>
                <a:gd name="connsiteX16" fmla="*/ 338727 w 6286973"/>
                <a:gd name="connsiteY16" fmla="*/ 4231137 h 5080223"/>
                <a:gd name="connsiteX17" fmla="*/ 148226 w 6286973"/>
                <a:gd name="connsiteY17" fmla="*/ 3596137 h 5080223"/>
                <a:gd name="connsiteX18" fmla="*/ 97426 w 6286973"/>
                <a:gd name="connsiteY18" fmla="*/ 3075437 h 5080223"/>
                <a:gd name="connsiteX19" fmla="*/ 567326 w 6286973"/>
                <a:gd name="connsiteY19" fmla="*/ 2135637 h 5080223"/>
                <a:gd name="connsiteX20" fmla="*/ 645340 w 6286973"/>
                <a:gd name="connsiteY20" fmla="*/ 2017708 h 5080223"/>
                <a:gd name="connsiteX21" fmla="*/ 875756 w 6286973"/>
                <a:gd name="connsiteY21" fmla="*/ 1705651 h 5080223"/>
                <a:gd name="connsiteX0" fmla="*/ 875756 w 6286973"/>
                <a:gd name="connsiteY0" fmla="*/ 1705651 h 5080223"/>
                <a:gd name="connsiteX1" fmla="*/ 1791969 w 6286973"/>
                <a:gd name="connsiteY1" fmla="*/ 943651 h 5080223"/>
                <a:gd name="connsiteX2" fmla="*/ 3983625 w 6286973"/>
                <a:gd name="connsiteY2" fmla="*/ 435651 h 5080223"/>
                <a:gd name="connsiteX3" fmla="*/ 5347968 w 6286973"/>
                <a:gd name="connsiteY3" fmla="*/ 929137 h 5080223"/>
                <a:gd name="connsiteX4" fmla="*/ 5565684 w 6286973"/>
                <a:gd name="connsiteY4" fmla="*/ 958166 h 5080223"/>
                <a:gd name="connsiteX5" fmla="*/ 6088196 w 6286973"/>
                <a:gd name="connsiteY5" fmla="*/ 2090280 h 5080223"/>
                <a:gd name="connsiteX6" fmla="*/ 6131740 w 6286973"/>
                <a:gd name="connsiteY6" fmla="*/ 2409594 h 5080223"/>
                <a:gd name="connsiteX7" fmla="*/ 6073683 w 6286973"/>
                <a:gd name="connsiteY7" fmla="*/ 2772451 h 5080223"/>
                <a:gd name="connsiteX8" fmla="*/ 6073683 w 6286973"/>
                <a:gd name="connsiteY8" fmla="*/ 3193366 h 5080223"/>
                <a:gd name="connsiteX9" fmla="*/ 5318940 w 6286973"/>
                <a:gd name="connsiteY9" fmla="*/ 4122280 h 5080223"/>
                <a:gd name="connsiteX10" fmla="*/ 5159284 w 6286973"/>
                <a:gd name="connsiteY10" fmla="*/ 4267423 h 5080223"/>
                <a:gd name="connsiteX11" fmla="*/ 4564198 w 6286973"/>
                <a:gd name="connsiteY11" fmla="*/ 4673823 h 5080223"/>
                <a:gd name="connsiteX12" fmla="*/ 2198370 w 6286973"/>
                <a:gd name="connsiteY12" fmla="*/ 5080223 h 5080223"/>
                <a:gd name="connsiteX13" fmla="*/ 1748427 w 6286973"/>
                <a:gd name="connsiteY13" fmla="*/ 4935080 h 5080223"/>
                <a:gd name="connsiteX14" fmla="*/ 834026 w 6286973"/>
                <a:gd name="connsiteY14" fmla="*/ 4675637 h 5080223"/>
                <a:gd name="connsiteX15" fmla="*/ 567326 w 6286973"/>
                <a:gd name="connsiteY15" fmla="*/ 4434337 h 5080223"/>
                <a:gd name="connsiteX16" fmla="*/ 338727 w 6286973"/>
                <a:gd name="connsiteY16" fmla="*/ 4231137 h 5080223"/>
                <a:gd name="connsiteX17" fmla="*/ 148226 w 6286973"/>
                <a:gd name="connsiteY17" fmla="*/ 3596137 h 5080223"/>
                <a:gd name="connsiteX18" fmla="*/ 97426 w 6286973"/>
                <a:gd name="connsiteY18" fmla="*/ 3075437 h 5080223"/>
                <a:gd name="connsiteX19" fmla="*/ 567326 w 6286973"/>
                <a:gd name="connsiteY19" fmla="*/ 2135637 h 5080223"/>
                <a:gd name="connsiteX20" fmla="*/ 645340 w 6286973"/>
                <a:gd name="connsiteY20" fmla="*/ 2017708 h 5080223"/>
                <a:gd name="connsiteX21" fmla="*/ 875756 w 6286973"/>
                <a:gd name="connsiteY21" fmla="*/ 1705651 h 5080223"/>
                <a:gd name="connsiteX0" fmla="*/ 875756 w 6242639"/>
                <a:gd name="connsiteY0" fmla="*/ 1705651 h 5080223"/>
                <a:gd name="connsiteX1" fmla="*/ 1791969 w 6242639"/>
                <a:gd name="connsiteY1" fmla="*/ 943651 h 5080223"/>
                <a:gd name="connsiteX2" fmla="*/ 3983625 w 6242639"/>
                <a:gd name="connsiteY2" fmla="*/ 435651 h 5080223"/>
                <a:gd name="connsiteX3" fmla="*/ 5347968 w 6242639"/>
                <a:gd name="connsiteY3" fmla="*/ 929137 h 5080223"/>
                <a:gd name="connsiteX4" fmla="*/ 5565684 w 6242639"/>
                <a:gd name="connsiteY4" fmla="*/ 958166 h 5080223"/>
                <a:gd name="connsiteX5" fmla="*/ 6088196 w 6242639"/>
                <a:gd name="connsiteY5" fmla="*/ 2090280 h 5080223"/>
                <a:gd name="connsiteX6" fmla="*/ 6131740 w 6242639"/>
                <a:gd name="connsiteY6" fmla="*/ 2409594 h 5080223"/>
                <a:gd name="connsiteX7" fmla="*/ 6073683 w 6242639"/>
                <a:gd name="connsiteY7" fmla="*/ 2772451 h 5080223"/>
                <a:gd name="connsiteX8" fmla="*/ 6073683 w 6242639"/>
                <a:gd name="connsiteY8" fmla="*/ 3193366 h 5080223"/>
                <a:gd name="connsiteX9" fmla="*/ 5318940 w 6242639"/>
                <a:gd name="connsiteY9" fmla="*/ 4122280 h 5080223"/>
                <a:gd name="connsiteX10" fmla="*/ 5159284 w 6242639"/>
                <a:gd name="connsiteY10" fmla="*/ 4267423 h 5080223"/>
                <a:gd name="connsiteX11" fmla="*/ 4564198 w 6242639"/>
                <a:gd name="connsiteY11" fmla="*/ 4673823 h 5080223"/>
                <a:gd name="connsiteX12" fmla="*/ 2198370 w 6242639"/>
                <a:gd name="connsiteY12" fmla="*/ 5080223 h 5080223"/>
                <a:gd name="connsiteX13" fmla="*/ 1748427 w 6242639"/>
                <a:gd name="connsiteY13" fmla="*/ 4935080 h 5080223"/>
                <a:gd name="connsiteX14" fmla="*/ 834026 w 6242639"/>
                <a:gd name="connsiteY14" fmla="*/ 4675637 h 5080223"/>
                <a:gd name="connsiteX15" fmla="*/ 567326 w 6242639"/>
                <a:gd name="connsiteY15" fmla="*/ 4434337 h 5080223"/>
                <a:gd name="connsiteX16" fmla="*/ 338727 w 6242639"/>
                <a:gd name="connsiteY16" fmla="*/ 4231137 h 5080223"/>
                <a:gd name="connsiteX17" fmla="*/ 148226 w 6242639"/>
                <a:gd name="connsiteY17" fmla="*/ 3596137 h 5080223"/>
                <a:gd name="connsiteX18" fmla="*/ 97426 w 6242639"/>
                <a:gd name="connsiteY18" fmla="*/ 3075437 h 5080223"/>
                <a:gd name="connsiteX19" fmla="*/ 567326 w 6242639"/>
                <a:gd name="connsiteY19" fmla="*/ 2135637 h 5080223"/>
                <a:gd name="connsiteX20" fmla="*/ 645340 w 6242639"/>
                <a:gd name="connsiteY20" fmla="*/ 2017708 h 5080223"/>
                <a:gd name="connsiteX21" fmla="*/ 875756 w 6242639"/>
                <a:gd name="connsiteY21" fmla="*/ 1705651 h 5080223"/>
                <a:gd name="connsiteX0" fmla="*/ 875756 w 6242639"/>
                <a:gd name="connsiteY0" fmla="*/ 1705651 h 5080223"/>
                <a:gd name="connsiteX1" fmla="*/ 1791969 w 6242639"/>
                <a:gd name="connsiteY1" fmla="*/ 943651 h 5080223"/>
                <a:gd name="connsiteX2" fmla="*/ 3983625 w 6242639"/>
                <a:gd name="connsiteY2" fmla="*/ 435651 h 5080223"/>
                <a:gd name="connsiteX3" fmla="*/ 5347968 w 6242639"/>
                <a:gd name="connsiteY3" fmla="*/ 929137 h 5080223"/>
                <a:gd name="connsiteX4" fmla="*/ 5565684 w 6242639"/>
                <a:gd name="connsiteY4" fmla="*/ 958166 h 5080223"/>
                <a:gd name="connsiteX5" fmla="*/ 6088196 w 6242639"/>
                <a:gd name="connsiteY5" fmla="*/ 2090280 h 5080223"/>
                <a:gd name="connsiteX6" fmla="*/ 6131740 w 6242639"/>
                <a:gd name="connsiteY6" fmla="*/ 2409594 h 5080223"/>
                <a:gd name="connsiteX7" fmla="*/ 6073683 w 6242639"/>
                <a:gd name="connsiteY7" fmla="*/ 2772451 h 5080223"/>
                <a:gd name="connsiteX8" fmla="*/ 6073683 w 6242639"/>
                <a:gd name="connsiteY8" fmla="*/ 3193366 h 5080223"/>
                <a:gd name="connsiteX9" fmla="*/ 5318940 w 6242639"/>
                <a:gd name="connsiteY9" fmla="*/ 4122280 h 5080223"/>
                <a:gd name="connsiteX10" fmla="*/ 5159284 w 6242639"/>
                <a:gd name="connsiteY10" fmla="*/ 4267423 h 5080223"/>
                <a:gd name="connsiteX11" fmla="*/ 4564198 w 6242639"/>
                <a:gd name="connsiteY11" fmla="*/ 4673823 h 5080223"/>
                <a:gd name="connsiteX12" fmla="*/ 2198370 w 6242639"/>
                <a:gd name="connsiteY12" fmla="*/ 5080223 h 5080223"/>
                <a:gd name="connsiteX13" fmla="*/ 1748427 w 6242639"/>
                <a:gd name="connsiteY13" fmla="*/ 4935080 h 5080223"/>
                <a:gd name="connsiteX14" fmla="*/ 834026 w 6242639"/>
                <a:gd name="connsiteY14" fmla="*/ 4675637 h 5080223"/>
                <a:gd name="connsiteX15" fmla="*/ 567326 w 6242639"/>
                <a:gd name="connsiteY15" fmla="*/ 4434337 h 5080223"/>
                <a:gd name="connsiteX16" fmla="*/ 338727 w 6242639"/>
                <a:gd name="connsiteY16" fmla="*/ 4231137 h 5080223"/>
                <a:gd name="connsiteX17" fmla="*/ 148226 w 6242639"/>
                <a:gd name="connsiteY17" fmla="*/ 3596137 h 5080223"/>
                <a:gd name="connsiteX18" fmla="*/ 97426 w 6242639"/>
                <a:gd name="connsiteY18" fmla="*/ 3075437 h 5080223"/>
                <a:gd name="connsiteX19" fmla="*/ 567326 w 6242639"/>
                <a:gd name="connsiteY19" fmla="*/ 2135637 h 5080223"/>
                <a:gd name="connsiteX20" fmla="*/ 645340 w 6242639"/>
                <a:gd name="connsiteY20" fmla="*/ 2017708 h 5080223"/>
                <a:gd name="connsiteX21" fmla="*/ 875756 w 6242639"/>
                <a:gd name="connsiteY21" fmla="*/ 1705651 h 5080223"/>
                <a:gd name="connsiteX0" fmla="*/ 875756 w 6242639"/>
                <a:gd name="connsiteY0" fmla="*/ 1705651 h 5080223"/>
                <a:gd name="connsiteX1" fmla="*/ 1791969 w 6242639"/>
                <a:gd name="connsiteY1" fmla="*/ 943651 h 5080223"/>
                <a:gd name="connsiteX2" fmla="*/ 3983625 w 6242639"/>
                <a:gd name="connsiteY2" fmla="*/ 435651 h 5080223"/>
                <a:gd name="connsiteX3" fmla="*/ 5347968 w 6242639"/>
                <a:gd name="connsiteY3" fmla="*/ 929137 h 5080223"/>
                <a:gd name="connsiteX4" fmla="*/ 5565684 w 6242639"/>
                <a:gd name="connsiteY4" fmla="*/ 958166 h 5080223"/>
                <a:gd name="connsiteX5" fmla="*/ 6088196 w 6242639"/>
                <a:gd name="connsiteY5" fmla="*/ 2090280 h 5080223"/>
                <a:gd name="connsiteX6" fmla="*/ 6131740 w 6242639"/>
                <a:gd name="connsiteY6" fmla="*/ 2409594 h 5080223"/>
                <a:gd name="connsiteX7" fmla="*/ 6073683 w 6242639"/>
                <a:gd name="connsiteY7" fmla="*/ 2772451 h 5080223"/>
                <a:gd name="connsiteX8" fmla="*/ 6073683 w 6242639"/>
                <a:gd name="connsiteY8" fmla="*/ 3193366 h 5080223"/>
                <a:gd name="connsiteX9" fmla="*/ 5318940 w 6242639"/>
                <a:gd name="connsiteY9" fmla="*/ 4122280 h 5080223"/>
                <a:gd name="connsiteX10" fmla="*/ 5159284 w 6242639"/>
                <a:gd name="connsiteY10" fmla="*/ 4267423 h 5080223"/>
                <a:gd name="connsiteX11" fmla="*/ 4564198 w 6242639"/>
                <a:gd name="connsiteY11" fmla="*/ 4673823 h 5080223"/>
                <a:gd name="connsiteX12" fmla="*/ 2198370 w 6242639"/>
                <a:gd name="connsiteY12" fmla="*/ 5080223 h 5080223"/>
                <a:gd name="connsiteX13" fmla="*/ 1748427 w 6242639"/>
                <a:gd name="connsiteY13" fmla="*/ 4935080 h 5080223"/>
                <a:gd name="connsiteX14" fmla="*/ 834026 w 6242639"/>
                <a:gd name="connsiteY14" fmla="*/ 4675637 h 5080223"/>
                <a:gd name="connsiteX15" fmla="*/ 567326 w 6242639"/>
                <a:gd name="connsiteY15" fmla="*/ 4434337 h 5080223"/>
                <a:gd name="connsiteX16" fmla="*/ 338727 w 6242639"/>
                <a:gd name="connsiteY16" fmla="*/ 4231137 h 5080223"/>
                <a:gd name="connsiteX17" fmla="*/ 148226 w 6242639"/>
                <a:gd name="connsiteY17" fmla="*/ 3596137 h 5080223"/>
                <a:gd name="connsiteX18" fmla="*/ 97426 w 6242639"/>
                <a:gd name="connsiteY18" fmla="*/ 3075437 h 5080223"/>
                <a:gd name="connsiteX19" fmla="*/ 567326 w 6242639"/>
                <a:gd name="connsiteY19" fmla="*/ 2135637 h 5080223"/>
                <a:gd name="connsiteX20" fmla="*/ 645340 w 6242639"/>
                <a:gd name="connsiteY20" fmla="*/ 2017708 h 5080223"/>
                <a:gd name="connsiteX21" fmla="*/ 875756 w 6242639"/>
                <a:gd name="connsiteY21" fmla="*/ 1705651 h 5080223"/>
                <a:gd name="connsiteX0" fmla="*/ 875756 w 6242639"/>
                <a:gd name="connsiteY0" fmla="*/ 1705651 h 5080223"/>
                <a:gd name="connsiteX1" fmla="*/ 1791969 w 6242639"/>
                <a:gd name="connsiteY1" fmla="*/ 943651 h 5080223"/>
                <a:gd name="connsiteX2" fmla="*/ 3983625 w 6242639"/>
                <a:gd name="connsiteY2" fmla="*/ 435651 h 5080223"/>
                <a:gd name="connsiteX3" fmla="*/ 5347968 w 6242639"/>
                <a:gd name="connsiteY3" fmla="*/ 929137 h 5080223"/>
                <a:gd name="connsiteX4" fmla="*/ 5565684 w 6242639"/>
                <a:gd name="connsiteY4" fmla="*/ 958166 h 5080223"/>
                <a:gd name="connsiteX5" fmla="*/ 6088196 w 6242639"/>
                <a:gd name="connsiteY5" fmla="*/ 2090280 h 5080223"/>
                <a:gd name="connsiteX6" fmla="*/ 6131740 w 6242639"/>
                <a:gd name="connsiteY6" fmla="*/ 2409594 h 5080223"/>
                <a:gd name="connsiteX7" fmla="*/ 6073683 w 6242639"/>
                <a:gd name="connsiteY7" fmla="*/ 2772451 h 5080223"/>
                <a:gd name="connsiteX8" fmla="*/ 6073683 w 6242639"/>
                <a:gd name="connsiteY8" fmla="*/ 3193366 h 5080223"/>
                <a:gd name="connsiteX9" fmla="*/ 5318940 w 6242639"/>
                <a:gd name="connsiteY9" fmla="*/ 4122280 h 5080223"/>
                <a:gd name="connsiteX10" fmla="*/ 5159284 w 6242639"/>
                <a:gd name="connsiteY10" fmla="*/ 4267423 h 5080223"/>
                <a:gd name="connsiteX11" fmla="*/ 4564198 w 6242639"/>
                <a:gd name="connsiteY11" fmla="*/ 4673823 h 5080223"/>
                <a:gd name="connsiteX12" fmla="*/ 2198370 w 6242639"/>
                <a:gd name="connsiteY12" fmla="*/ 5080223 h 5080223"/>
                <a:gd name="connsiteX13" fmla="*/ 1748427 w 6242639"/>
                <a:gd name="connsiteY13" fmla="*/ 4935080 h 5080223"/>
                <a:gd name="connsiteX14" fmla="*/ 834026 w 6242639"/>
                <a:gd name="connsiteY14" fmla="*/ 4675637 h 5080223"/>
                <a:gd name="connsiteX15" fmla="*/ 567326 w 6242639"/>
                <a:gd name="connsiteY15" fmla="*/ 4434337 h 5080223"/>
                <a:gd name="connsiteX16" fmla="*/ 338727 w 6242639"/>
                <a:gd name="connsiteY16" fmla="*/ 4231137 h 5080223"/>
                <a:gd name="connsiteX17" fmla="*/ 148226 w 6242639"/>
                <a:gd name="connsiteY17" fmla="*/ 3596137 h 5080223"/>
                <a:gd name="connsiteX18" fmla="*/ 97426 w 6242639"/>
                <a:gd name="connsiteY18" fmla="*/ 3075437 h 5080223"/>
                <a:gd name="connsiteX19" fmla="*/ 567326 w 6242639"/>
                <a:gd name="connsiteY19" fmla="*/ 2135637 h 5080223"/>
                <a:gd name="connsiteX20" fmla="*/ 645340 w 6242639"/>
                <a:gd name="connsiteY20" fmla="*/ 2017708 h 5080223"/>
                <a:gd name="connsiteX21" fmla="*/ 875756 w 6242639"/>
                <a:gd name="connsiteY21" fmla="*/ 1705651 h 5080223"/>
                <a:gd name="connsiteX0" fmla="*/ 875756 w 6242639"/>
                <a:gd name="connsiteY0" fmla="*/ 1705651 h 5080223"/>
                <a:gd name="connsiteX1" fmla="*/ 1791969 w 6242639"/>
                <a:gd name="connsiteY1" fmla="*/ 943651 h 5080223"/>
                <a:gd name="connsiteX2" fmla="*/ 3983625 w 6242639"/>
                <a:gd name="connsiteY2" fmla="*/ 435651 h 5080223"/>
                <a:gd name="connsiteX3" fmla="*/ 5347968 w 6242639"/>
                <a:gd name="connsiteY3" fmla="*/ 929137 h 5080223"/>
                <a:gd name="connsiteX4" fmla="*/ 5565684 w 6242639"/>
                <a:gd name="connsiteY4" fmla="*/ 958166 h 5080223"/>
                <a:gd name="connsiteX5" fmla="*/ 6088196 w 6242639"/>
                <a:gd name="connsiteY5" fmla="*/ 2090280 h 5080223"/>
                <a:gd name="connsiteX6" fmla="*/ 6131740 w 6242639"/>
                <a:gd name="connsiteY6" fmla="*/ 2409594 h 5080223"/>
                <a:gd name="connsiteX7" fmla="*/ 6073683 w 6242639"/>
                <a:gd name="connsiteY7" fmla="*/ 2772451 h 5080223"/>
                <a:gd name="connsiteX8" fmla="*/ 6073683 w 6242639"/>
                <a:gd name="connsiteY8" fmla="*/ 3193366 h 5080223"/>
                <a:gd name="connsiteX9" fmla="*/ 5318940 w 6242639"/>
                <a:gd name="connsiteY9" fmla="*/ 4122280 h 5080223"/>
                <a:gd name="connsiteX10" fmla="*/ 5159284 w 6242639"/>
                <a:gd name="connsiteY10" fmla="*/ 4267423 h 5080223"/>
                <a:gd name="connsiteX11" fmla="*/ 4564198 w 6242639"/>
                <a:gd name="connsiteY11" fmla="*/ 4673823 h 5080223"/>
                <a:gd name="connsiteX12" fmla="*/ 2198370 w 6242639"/>
                <a:gd name="connsiteY12" fmla="*/ 5080223 h 5080223"/>
                <a:gd name="connsiteX13" fmla="*/ 1748427 w 6242639"/>
                <a:gd name="connsiteY13" fmla="*/ 4935080 h 5080223"/>
                <a:gd name="connsiteX14" fmla="*/ 834026 w 6242639"/>
                <a:gd name="connsiteY14" fmla="*/ 4675637 h 5080223"/>
                <a:gd name="connsiteX15" fmla="*/ 567326 w 6242639"/>
                <a:gd name="connsiteY15" fmla="*/ 4434337 h 5080223"/>
                <a:gd name="connsiteX16" fmla="*/ 338727 w 6242639"/>
                <a:gd name="connsiteY16" fmla="*/ 4231137 h 5080223"/>
                <a:gd name="connsiteX17" fmla="*/ 148226 w 6242639"/>
                <a:gd name="connsiteY17" fmla="*/ 3596137 h 5080223"/>
                <a:gd name="connsiteX18" fmla="*/ 97426 w 6242639"/>
                <a:gd name="connsiteY18" fmla="*/ 3075437 h 5080223"/>
                <a:gd name="connsiteX19" fmla="*/ 567326 w 6242639"/>
                <a:gd name="connsiteY19" fmla="*/ 2135637 h 5080223"/>
                <a:gd name="connsiteX20" fmla="*/ 645340 w 6242639"/>
                <a:gd name="connsiteY20" fmla="*/ 2017708 h 5080223"/>
                <a:gd name="connsiteX21" fmla="*/ 875756 w 6242639"/>
                <a:gd name="connsiteY21" fmla="*/ 1705651 h 5080223"/>
                <a:gd name="connsiteX0" fmla="*/ 875756 w 6242639"/>
                <a:gd name="connsiteY0" fmla="*/ 1705651 h 5091518"/>
                <a:gd name="connsiteX1" fmla="*/ 1791969 w 6242639"/>
                <a:gd name="connsiteY1" fmla="*/ 943651 h 5091518"/>
                <a:gd name="connsiteX2" fmla="*/ 3983625 w 6242639"/>
                <a:gd name="connsiteY2" fmla="*/ 435651 h 5091518"/>
                <a:gd name="connsiteX3" fmla="*/ 5347968 w 6242639"/>
                <a:gd name="connsiteY3" fmla="*/ 929137 h 5091518"/>
                <a:gd name="connsiteX4" fmla="*/ 5565684 w 6242639"/>
                <a:gd name="connsiteY4" fmla="*/ 958166 h 5091518"/>
                <a:gd name="connsiteX5" fmla="*/ 6088196 w 6242639"/>
                <a:gd name="connsiteY5" fmla="*/ 2090280 h 5091518"/>
                <a:gd name="connsiteX6" fmla="*/ 6131740 w 6242639"/>
                <a:gd name="connsiteY6" fmla="*/ 2409594 h 5091518"/>
                <a:gd name="connsiteX7" fmla="*/ 6073683 w 6242639"/>
                <a:gd name="connsiteY7" fmla="*/ 2772451 h 5091518"/>
                <a:gd name="connsiteX8" fmla="*/ 6073683 w 6242639"/>
                <a:gd name="connsiteY8" fmla="*/ 3193366 h 5091518"/>
                <a:gd name="connsiteX9" fmla="*/ 5318940 w 6242639"/>
                <a:gd name="connsiteY9" fmla="*/ 4122280 h 5091518"/>
                <a:gd name="connsiteX10" fmla="*/ 5159284 w 6242639"/>
                <a:gd name="connsiteY10" fmla="*/ 4267423 h 5091518"/>
                <a:gd name="connsiteX11" fmla="*/ 4564198 w 6242639"/>
                <a:gd name="connsiteY11" fmla="*/ 4673823 h 5091518"/>
                <a:gd name="connsiteX12" fmla="*/ 2198370 w 6242639"/>
                <a:gd name="connsiteY12" fmla="*/ 5080223 h 5091518"/>
                <a:gd name="connsiteX13" fmla="*/ 1748427 w 6242639"/>
                <a:gd name="connsiteY13" fmla="*/ 4935080 h 5091518"/>
                <a:gd name="connsiteX14" fmla="*/ 834026 w 6242639"/>
                <a:gd name="connsiteY14" fmla="*/ 4675637 h 5091518"/>
                <a:gd name="connsiteX15" fmla="*/ 567326 w 6242639"/>
                <a:gd name="connsiteY15" fmla="*/ 4434337 h 5091518"/>
                <a:gd name="connsiteX16" fmla="*/ 338727 w 6242639"/>
                <a:gd name="connsiteY16" fmla="*/ 4231137 h 5091518"/>
                <a:gd name="connsiteX17" fmla="*/ 148226 w 6242639"/>
                <a:gd name="connsiteY17" fmla="*/ 3596137 h 5091518"/>
                <a:gd name="connsiteX18" fmla="*/ 97426 w 6242639"/>
                <a:gd name="connsiteY18" fmla="*/ 3075437 h 5091518"/>
                <a:gd name="connsiteX19" fmla="*/ 567326 w 6242639"/>
                <a:gd name="connsiteY19" fmla="*/ 2135637 h 5091518"/>
                <a:gd name="connsiteX20" fmla="*/ 645340 w 6242639"/>
                <a:gd name="connsiteY20" fmla="*/ 2017708 h 5091518"/>
                <a:gd name="connsiteX21" fmla="*/ 875756 w 6242639"/>
                <a:gd name="connsiteY21" fmla="*/ 1705651 h 5091518"/>
                <a:gd name="connsiteX0" fmla="*/ 875756 w 6242639"/>
                <a:gd name="connsiteY0" fmla="*/ 1705651 h 5091518"/>
                <a:gd name="connsiteX1" fmla="*/ 1791969 w 6242639"/>
                <a:gd name="connsiteY1" fmla="*/ 943651 h 5091518"/>
                <a:gd name="connsiteX2" fmla="*/ 3983625 w 6242639"/>
                <a:gd name="connsiteY2" fmla="*/ 435651 h 5091518"/>
                <a:gd name="connsiteX3" fmla="*/ 5347968 w 6242639"/>
                <a:gd name="connsiteY3" fmla="*/ 929137 h 5091518"/>
                <a:gd name="connsiteX4" fmla="*/ 5565684 w 6242639"/>
                <a:gd name="connsiteY4" fmla="*/ 958166 h 5091518"/>
                <a:gd name="connsiteX5" fmla="*/ 6088196 w 6242639"/>
                <a:gd name="connsiteY5" fmla="*/ 2090280 h 5091518"/>
                <a:gd name="connsiteX6" fmla="*/ 6131740 w 6242639"/>
                <a:gd name="connsiteY6" fmla="*/ 2409594 h 5091518"/>
                <a:gd name="connsiteX7" fmla="*/ 6073683 w 6242639"/>
                <a:gd name="connsiteY7" fmla="*/ 2772451 h 5091518"/>
                <a:gd name="connsiteX8" fmla="*/ 6073683 w 6242639"/>
                <a:gd name="connsiteY8" fmla="*/ 3193366 h 5091518"/>
                <a:gd name="connsiteX9" fmla="*/ 5318940 w 6242639"/>
                <a:gd name="connsiteY9" fmla="*/ 4122280 h 5091518"/>
                <a:gd name="connsiteX10" fmla="*/ 5159284 w 6242639"/>
                <a:gd name="connsiteY10" fmla="*/ 4267423 h 5091518"/>
                <a:gd name="connsiteX11" fmla="*/ 4564198 w 6242639"/>
                <a:gd name="connsiteY11" fmla="*/ 4673823 h 5091518"/>
                <a:gd name="connsiteX12" fmla="*/ 2198370 w 6242639"/>
                <a:gd name="connsiteY12" fmla="*/ 5080223 h 5091518"/>
                <a:gd name="connsiteX13" fmla="*/ 1748427 w 6242639"/>
                <a:gd name="connsiteY13" fmla="*/ 4935080 h 5091518"/>
                <a:gd name="connsiteX14" fmla="*/ 834026 w 6242639"/>
                <a:gd name="connsiteY14" fmla="*/ 4675637 h 5091518"/>
                <a:gd name="connsiteX15" fmla="*/ 567326 w 6242639"/>
                <a:gd name="connsiteY15" fmla="*/ 4434337 h 5091518"/>
                <a:gd name="connsiteX16" fmla="*/ 338727 w 6242639"/>
                <a:gd name="connsiteY16" fmla="*/ 4231137 h 5091518"/>
                <a:gd name="connsiteX17" fmla="*/ 148226 w 6242639"/>
                <a:gd name="connsiteY17" fmla="*/ 3596137 h 5091518"/>
                <a:gd name="connsiteX18" fmla="*/ 97426 w 6242639"/>
                <a:gd name="connsiteY18" fmla="*/ 3075437 h 5091518"/>
                <a:gd name="connsiteX19" fmla="*/ 567326 w 6242639"/>
                <a:gd name="connsiteY19" fmla="*/ 2135637 h 5091518"/>
                <a:gd name="connsiteX20" fmla="*/ 645340 w 6242639"/>
                <a:gd name="connsiteY20" fmla="*/ 2017708 h 5091518"/>
                <a:gd name="connsiteX21" fmla="*/ 875756 w 6242639"/>
                <a:gd name="connsiteY21" fmla="*/ 1705651 h 5091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242639" h="5091518">
                  <a:moveTo>
                    <a:pt x="875756" y="1705651"/>
                  </a:moveTo>
                  <a:cubicBezTo>
                    <a:pt x="1185394" y="1049484"/>
                    <a:pt x="1495031" y="990218"/>
                    <a:pt x="1791969" y="943651"/>
                  </a:cubicBezTo>
                  <a:cubicBezTo>
                    <a:pt x="2453578" y="-388035"/>
                    <a:pt x="3741721" y="-66906"/>
                    <a:pt x="3983625" y="435651"/>
                  </a:cubicBezTo>
                  <a:cubicBezTo>
                    <a:pt x="4809730" y="49208"/>
                    <a:pt x="5286282" y="588656"/>
                    <a:pt x="5347968" y="929137"/>
                  </a:cubicBezTo>
                  <a:lnTo>
                    <a:pt x="5565684" y="958166"/>
                  </a:lnTo>
                  <a:cubicBezTo>
                    <a:pt x="5923703" y="1059766"/>
                    <a:pt x="6528463" y="1361542"/>
                    <a:pt x="6088196" y="2090280"/>
                  </a:cubicBezTo>
                  <a:cubicBezTo>
                    <a:pt x="6346429" y="2209418"/>
                    <a:pt x="6025302" y="2349118"/>
                    <a:pt x="6131740" y="2409594"/>
                  </a:cubicBezTo>
                  <a:cubicBezTo>
                    <a:pt x="6238178" y="2470070"/>
                    <a:pt x="6168026" y="2647265"/>
                    <a:pt x="6073683" y="2772451"/>
                  </a:cubicBezTo>
                  <a:cubicBezTo>
                    <a:pt x="6182540" y="2859537"/>
                    <a:pt x="6095454" y="3002261"/>
                    <a:pt x="6073683" y="3193366"/>
                  </a:cubicBezTo>
                  <a:cubicBezTo>
                    <a:pt x="6420212" y="3587671"/>
                    <a:pt x="5722921" y="4261980"/>
                    <a:pt x="5318940" y="4122280"/>
                  </a:cubicBezTo>
                  <a:cubicBezTo>
                    <a:pt x="5321359" y="4173080"/>
                    <a:pt x="5236693" y="4173080"/>
                    <a:pt x="5159284" y="4267423"/>
                  </a:cubicBezTo>
                  <a:cubicBezTo>
                    <a:pt x="5081875" y="4552266"/>
                    <a:pt x="4951246" y="4552871"/>
                    <a:pt x="4564198" y="4673823"/>
                  </a:cubicBezTo>
                  <a:cubicBezTo>
                    <a:pt x="4177150" y="4794775"/>
                    <a:pt x="2649522" y="5160052"/>
                    <a:pt x="2198370" y="5080223"/>
                  </a:cubicBezTo>
                  <a:cubicBezTo>
                    <a:pt x="1997589" y="5044542"/>
                    <a:pt x="1898408" y="4983461"/>
                    <a:pt x="1748427" y="4935080"/>
                  </a:cubicBezTo>
                  <a:cubicBezTo>
                    <a:pt x="1046903" y="5197849"/>
                    <a:pt x="1030876" y="4759094"/>
                    <a:pt x="834026" y="4675637"/>
                  </a:cubicBezTo>
                  <a:cubicBezTo>
                    <a:pt x="599076" y="4604880"/>
                    <a:pt x="671042" y="4495720"/>
                    <a:pt x="567326" y="4434337"/>
                  </a:cubicBezTo>
                  <a:cubicBezTo>
                    <a:pt x="463610" y="4372954"/>
                    <a:pt x="438210" y="4372954"/>
                    <a:pt x="338727" y="4231137"/>
                  </a:cubicBezTo>
                  <a:cubicBezTo>
                    <a:pt x="-141756" y="3987720"/>
                    <a:pt x="74143" y="3786637"/>
                    <a:pt x="148226" y="3596137"/>
                  </a:cubicBezTo>
                  <a:cubicBezTo>
                    <a:pt x="-57091" y="3380237"/>
                    <a:pt x="16993" y="3312504"/>
                    <a:pt x="97426" y="3075437"/>
                  </a:cubicBezTo>
                  <a:cubicBezTo>
                    <a:pt x="-190441" y="2444670"/>
                    <a:pt x="217774" y="2000775"/>
                    <a:pt x="567326" y="2135637"/>
                  </a:cubicBezTo>
                  <a:cubicBezTo>
                    <a:pt x="535878" y="2003799"/>
                    <a:pt x="621452" y="2123239"/>
                    <a:pt x="645340" y="2017708"/>
                  </a:cubicBezTo>
                  <a:cubicBezTo>
                    <a:pt x="722145" y="1913689"/>
                    <a:pt x="722751" y="1758870"/>
                    <a:pt x="875756" y="1705651"/>
                  </a:cubicBezTo>
                  <a:close/>
                </a:path>
              </a:pathLst>
            </a:cu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">
              <a:extLst>
                <a:ext uri="{FF2B5EF4-FFF2-40B4-BE49-F238E27FC236}">
                  <a16:creationId xmlns:a16="http://schemas.microsoft.com/office/drawing/2014/main" id="{6EB724DF-0FF2-F80A-4C27-5CC35B4586A0}"/>
                </a:ext>
              </a:extLst>
            </p:cNvPr>
            <p:cNvSpPr/>
            <p:nvPr/>
          </p:nvSpPr>
          <p:spPr>
            <a:xfrm>
              <a:off x="3483117" y="2574920"/>
              <a:ext cx="3338285" cy="2746875"/>
            </a:xfrm>
            <a:custGeom>
              <a:avLst/>
              <a:gdLst>
                <a:gd name="connsiteX0" fmla="*/ 0 w 1451428"/>
                <a:gd name="connsiteY0" fmla="*/ 0 h 580572"/>
                <a:gd name="connsiteX1" fmla="*/ 1451428 w 1451428"/>
                <a:gd name="connsiteY1" fmla="*/ 0 h 580572"/>
                <a:gd name="connsiteX2" fmla="*/ 1451428 w 1451428"/>
                <a:gd name="connsiteY2" fmla="*/ 580572 h 580572"/>
                <a:gd name="connsiteX3" fmla="*/ 0 w 1451428"/>
                <a:gd name="connsiteY3" fmla="*/ 580572 h 580572"/>
                <a:gd name="connsiteX4" fmla="*/ 0 w 1451428"/>
                <a:gd name="connsiteY4" fmla="*/ 0 h 580572"/>
                <a:gd name="connsiteX0" fmla="*/ 87086 w 1538514"/>
                <a:gd name="connsiteY0" fmla="*/ 0 h 3135086"/>
                <a:gd name="connsiteX1" fmla="*/ 1538514 w 1538514"/>
                <a:gd name="connsiteY1" fmla="*/ 0 h 3135086"/>
                <a:gd name="connsiteX2" fmla="*/ 1538514 w 1538514"/>
                <a:gd name="connsiteY2" fmla="*/ 580572 h 3135086"/>
                <a:gd name="connsiteX3" fmla="*/ 0 w 1538514"/>
                <a:gd name="connsiteY3" fmla="*/ 3135086 h 3135086"/>
                <a:gd name="connsiteX4" fmla="*/ 87086 w 1538514"/>
                <a:gd name="connsiteY4" fmla="*/ 0 h 3135086"/>
                <a:gd name="connsiteX0" fmla="*/ 87086 w 1538514"/>
                <a:gd name="connsiteY0" fmla="*/ 0 h 3280229"/>
                <a:gd name="connsiteX1" fmla="*/ 1538514 w 1538514"/>
                <a:gd name="connsiteY1" fmla="*/ 0 h 3280229"/>
                <a:gd name="connsiteX2" fmla="*/ 1538514 w 1538514"/>
                <a:gd name="connsiteY2" fmla="*/ 580572 h 3280229"/>
                <a:gd name="connsiteX3" fmla="*/ 449943 w 1538514"/>
                <a:gd name="connsiteY3" fmla="*/ 3280229 h 3280229"/>
                <a:gd name="connsiteX4" fmla="*/ 0 w 1538514"/>
                <a:gd name="connsiteY4" fmla="*/ 3135086 h 3280229"/>
                <a:gd name="connsiteX5" fmla="*/ 87086 w 1538514"/>
                <a:gd name="connsiteY5" fmla="*/ 0 h 3280229"/>
                <a:gd name="connsiteX0" fmla="*/ 87086 w 2830181"/>
                <a:gd name="connsiteY0" fmla="*/ 0 h 3280229"/>
                <a:gd name="connsiteX1" fmla="*/ 1538514 w 2830181"/>
                <a:gd name="connsiteY1" fmla="*/ 0 h 3280229"/>
                <a:gd name="connsiteX2" fmla="*/ 1538514 w 2830181"/>
                <a:gd name="connsiteY2" fmla="*/ 580572 h 3280229"/>
                <a:gd name="connsiteX3" fmla="*/ 2815771 w 2830181"/>
                <a:gd name="connsiteY3" fmla="*/ 2873829 h 3280229"/>
                <a:gd name="connsiteX4" fmla="*/ 449943 w 2830181"/>
                <a:gd name="connsiteY4" fmla="*/ 3280229 h 3280229"/>
                <a:gd name="connsiteX5" fmla="*/ 0 w 2830181"/>
                <a:gd name="connsiteY5" fmla="*/ 3135086 h 3280229"/>
                <a:gd name="connsiteX6" fmla="*/ 87086 w 2830181"/>
                <a:gd name="connsiteY6" fmla="*/ 0 h 3280229"/>
                <a:gd name="connsiteX0" fmla="*/ 87086 w 3468158"/>
                <a:gd name="connsiteY0" fmla="*/ 0 h 3280229"/>
                <a:gd name="connsiteX1" fmla="*/ 1538514 w 3468158"/>
                <a:gd name="connsiteY1" fmla="*/ 0 h 3280229"/>
                <a:gd name="connsiteX2" fmla="*/ 1538514 w 3468158"/>
                <a:gd name="connsiteY2" fmla="*/ 580572 h 3280229"/>
                <a:gd name="connsiteX3" fmla="*/ 3410857 w 3468158"/>
                <a:gd name="connsiteY3" fmla="*/ 2467429 h 3280229"/>
                <a:gd name="connsiteX4" fmla="*/ 2815771 w 3468158"/>
                <a:gd name="connsiteY4" fmla="*/ 2873829 h 3280229"/>
                <a:gd name="connsiteX5" fmla="*/ 449943 w 3468158"/>
                <a:gd name="connsiteY5" fmla="*/ 3280229 h 3280229"/>
                <a:gd name="connsiteX6" fmla="*/ 0 w 3468158"/>
                <a:gd name="connsiteY6" fmla="*/ 3135086 h 3280229"/>
                <a:gd name="connsiteX7" fmla="*/ 87086 w 3468158"/>
                <a:gd name="connsiteY7" fmla="*/ 0 h 3280229"/>
                <a:gd name="connsiteX0" fmla="*/ 87086 w 3688986"/>
                <a:gd name="connsiteY0" fmla="*/ 0 h 3280229"/>
                <a:gd name="connsiteX1" fmla="*/ 1538514 w 3688986"/>
                <a:gd name="connsiteY1" fmla="*/ 0 h 3280229"/>
                <a:gd name="connsiteX2" fmla="*/ 1538514 w 3688986"/>
                <a:gd name="connsiteY2" fmla="*/ 580572 h 3280229"/>
                <a:gd name="connsiteX3" fmla="*/ 3570513 w 3688986"/>
                <a:gd name="connsiteY3" fmla="*/ 2322286 h 3280229"/>
                <a:gd name="connsiteX4" fmla="*/ 3410857 w 3688986"/>
                <a:gd name="connsiteY4" fmla="*/ 2467429 h 3280229"/>
                <a:gd name="connsiteX5" fmla="*/ 2815771 w 3688986"/>
                <a:gd name="connsiteY5" fmla="*/ 2873829 h 3280229"/>
                <a:gd name="connsiteX6" fmla="*/ 449943 w 3688986"/>
                <a:gd name="connsiteY6" fmla="*/ 3280229 h 3280229"/>
                <a:gd name="connsiteX7" fmla="*/ 0 w 3688986"/>
                <a:gd name="connsiteY7" fmla="*/ 3135086 h 3280229"/>
                <a:gd name="connsiteX8" fmla="*/ 87086 w 3688986"/>
                <a:gd name="connsiteY8" fmla="*/ 0 h 3280229"/>
                <a:gd name="connsiteX0" fmla="*/ 87086 w 4390220"/>
                <a:gd name="connsiteY0" fmla="*/ 0 h 3280229"/>
                <a:gd name="connsiteX1" fmla="*/ 1538514 w 4390220"/>
                <a:gd name="connsiteY1" fmla="*/ 0 h 3280229"/>
                <a:gd name="connsiteX2" fmla="*/ 1538514 w 4390220"/>
                <a:gd name="connsiteY2" fmla="*/ 580572 h 3280229"/>
                <a:gd name="connsiteX3" fmla="*/ 4325256 w 4390220"/>
                <a:gd name="connsiteY3" fmla="*/ 1393372 h 3280229"/>
                <a:gd name="connsiteX4" fmla="*/ 3570513 w 4390220"/>
                <a:gd name="connsiteY4" fmla="*/ 2322286 h 3280229"/>
                <a:gd name="connsiteX5" fmla="*/ 3410857 w 4390220"/>
                <a:gd name="connsiteY5" fmla="*/ 2467429 h 3280229"/>
                <a:gd name="connsiteX6" fmla="*/ 2815771 w 4390220"/>
                <a:gd name="connsiteY6" fmla="*/ 2873829 h 3280229"/>
                <a:gd name="connsiteX7" fmla="*/ 449943 w 4390220"/>
                <a:gd name="connsiteY7" fmla="*/ 3280229 h 3280229"/>
                <a:gd name="connsiteX8" fmla="*/ 0 w 4390220"/>
                <a:gd name="connsiteY8" fmla="*/ 3135086 h 3280229"/>
                <a:gd name="connsiteX9" fmla="*/ 87086 w 4390220"/>
                <a:gd name="connsiteY9" fmla="*/ 0 h 3280229"/>
                <a:gd name="connsiteX0" fmla="*/ 87086 w 4536605"/>
                <a:gd name="connsiteY0" fmla="*/ 0 h 3280229"/>
                <a:gd name="connsiteX1" fmla="*/ 1538514 w 4536605"/>
                <a:gd name="connsiteY1" fmla="*/ 0 h 3280229"/>
                <a:gd name="connsiteX2" fmla="*/ 1538514 w 4536605"/>
                <a:gd name="connsiteY2" fmla="*/ 580572 h 3280229"/>
                <a:gd name="connsiteX3" fmla="*/ 4325256 w 4536605"/>
                <a:gd name="connsiteY3" fmla="*/ 972457 h 3280229"/>
                <a:gd name="connsiteX4" fmla="*/ 4325256 w 4536605"/>
                <a:gd name="connsiteY4" fmla="*/ 1393372 h 3280229"/>
                <a:gd name="connsiteX5" fmla="*/ 3570513 w 4536605"/>
                <a:gd name="connsiteY5" fmla="*/ 2322286 h 3280229"/>
                <a:gd name="connsiteX6" fmla="*/ 3410857 w 4536605"/>
                <a:gd name="connsiteY6" fmla="*/ 2467429 h 3280229"/>
                <a:gd name="connsiteX7" fmla="*/ 2815771 w 4536605"/>
                <a:gd name="connsiteY7" fmla="*/ 2873829 h 3280229"/>
                <a:gd name="connsiteX8" fmla="*/ 449943 w 4536605"/>
                <a:gd name="connsiteY8" fmla="*/ 3280229 h 3280229"/>
                <a:gd name="connsiteX9" fmla="*/ 0 w 4536605"/>
                <a:gd name="connsiteY9" fmla="*/ 3135086 h 3280229"/>
                <a:gd name="connsiteX10" fmla="*/ 87086 w 4536605"/>
                <a:gd name="connsiteY10" fmla="*/ 0 h 3280229"/>
                <a:gd name="connsiteX0" fmla="*/ 87086 w 4556058"/>
                <a:gd name="connsiteY0" fmla="*/ 0 h 3280229"/>
                <a:gd name="connsiteX1" fmla="*/ 1538514 w 4556058"/>
                <a:gd name="connsiteY1" fmla="*/ 0 h 3280229"/>
                <a:gd name="connsiteX2" fmla="*/ 1538514 w 4556058"/>
                <a:gd name="connsiteY2" fmla="*/ 580572 h 3280229"/>
                <a:gd name="connsiteX3" fmla="*/ 4383313 w 4556058"/>
                <a:gd name="connsiteY3" fmla="*/ 609600 h 3280229"/>
                <a:gd name="connsiteX4" fmla="*/ 4325256 w 4556058"/>
                <a:gd name="connsiteY4" fmla="*/ 972457 h 3280229"/>
                <a:gd name="connsiteX5" fmla="*/ 4325256 w 4556058"/>
                <a:gd name="connsiteY5" fmla="*/ 1393372 h 3280229"/>
                <a:gd name="connsiteX6" fmla="*/ 3570513 w 4556058"/>
                <a:gd name="connsiteY6" fmla="*/ 2322286 h 3280229"/>
                <a:gd name="connsiteX7" fmla="*/ 3410857 w 4556058"/>
                <a:gd name="connsiteY7" fmla="*/ 2467429 h 3280229"/>
                <a:gd name="connsiteX8" fmla="*/ 2815771 w 4556058"/>
                <a:gd name="connsiteY8" fmla="*/ 2873829 h 3280229"/>
                <a:gd name="connsiteX9" fmla="*/ 449943 w 4556058"/>
                <a:gd name="connsiteY9" fmla="*/ 3280229 h 3280229"/>
                <a:gd name="connsiteX10" fmla="*/ 0 w 4556058"/>
                <a:gd name="connsiteY10" fmla="*/ 3135086 h 3280229"/>
                <a:gd name="connsiteX11" fmla="*/ 87086 w 4556058"/>
                <a:gd name="connsiteY11" fmla="*/ 0 h 3280229"/>
                <a:gd name="connsiteX0" fmla="*/ 87086 w 4538546"/>
                <a:gd name="connsiteY0" fmla="*/ 0 h 3280229"/>
                <a:gd name="connsiteX1" fmla="*/ 1538514 w 4538546"/>
                <a:gd name="connsiteY1" fmla="*/ 0 h 3280229"/>
                <a:gd name="connsiteX2" fmla="*/ 1538514 w 4538546"/>
                <a:gd name="connsiteY2" fmla="*/ 580572 h 3280229"/>
                <a:gd name="connsiteX3" fmla="*/ 4339769 w 4538546"/>
                <a:gd name="connsiteY3" fmla="*/ 290286 h 3280229"/>
                <a:gd name="connsiteX4" fmla="*/ 4383313 w 4538546"/>
                <a:gd name="connsiteY4" fmla="*/ 609600 h 3280229"/>
                <a:gd name="connsiteX5" fmla="*/ 4325256 w 4538546"/>
                <a:gd name="connsiteY5" fmla="*/ 972457 h 3280229"/>
                <a:gd name="connsiteX6" fmla="*/ 4325256 w 4538546"/>
                <a:gd name="connsiteY6" fmla="*/ 1393372 h 3280229"/>
                <a:gd name="connsiteX7" fmla="*/ 3570513 w 4538546"/>
                <a:gd name="connsiteY7" fmla="*/ 2322286 h 3280229"/>
                <a:gd name="connsiteX8" fmla="*/ 3410857 w 4538546"/>
                <a:gd name="connsiteY8" fmla="*/ 2467429 h 3280229"/>
                <a:gd name="connsiteX9" fmla="*/ 2815771 w 4538546"/>
                <a:gd name="connsiteY9" fmla="*/ 2873829 h 3280229"/>
                <a:gd name="connsiteX10" fmla="*/ 449943 w 4538546"/>
                <a:gd name="connsiteY10" fmla="*/ 3280229 h 3280229"/>
                <a:gd name="connsiteX11" fmla="*/ 0 w 4538546"/>
                <a:gd name="connsiteY11" fmla="*/ 3135086 h 3280229"/>
                <a:gd name="connsiteX12" fmla="*/ 87086 w 4538546"/>
                <a:gd name="connsiteY12" fmla="*/ 0 h 3280229"/>
                <a:gd name="connsiteX0" fmla="*/ 87086 w 4538546"/>
                <a:gd name="connsiteY0" fmla="*/ 841828 h 4122057"/>
                <a:gd name="connsiteX1" fmla="*/ 1538514 w 4538546"/>
                <a:gd name="connsiteY1" fmla="*/ 841828 h 4122057"/>
                <a:gd name="connsiteX2" fmla="*/ 3817257 w 4538546"/>
                <a:gd name="connsiteY2" fmla="*/ 0 h 4122057"/>
                <a:gd name="connsiteX3" fmla="*/ 4339769 w 4538546"/>
                <a:gd name="connsiteY3" fmla="*/ 1132114 h 4122057"/>
                <a:gd name="connsiteX4" fmla="*/ 4383313 w 4538546"/>
                <a:gd name="connsiteY4" fmla="*/ 1451428 h 4122057"/>
                <a:gd name="connsiteX5" fmla="*/ 4325256 w 4538546"/>
                <a:gd name="connsiteY5" fmla="*/ 1814285 h 4122057"/>
                <a:gd name="connsiteX6" fmla="*/ 4325256 w 4538546"/>
                <a:gd name="connsiteY6" fmla="*/ 2235200 h 4122057"/>
                <a:gd name="connsiteX7" fmla="*/ 3570513 w 4538546"/>
                <a:gd name="connsiteY7" fmla="*/ 3164114 h 4122057"/>
                <a:gd name="connsiteX8" fmla="*/ 3410857 w 4538546"/>
                <a:gd name="connsiteY8" fmla="*/ 3309257 h 4122057"/>
                <a:gd name="connsiteX9" fmla="*/ 2815771 w 4538546"/>
                <a:gd name="connsiteY9" fmla="*/ 3715657 h 4122057"/>
                <a:gd name="connsiteX10" fmla="*/ 449943 w 4538546"/>
                <a:gd name="connsiteY10" fmla="*/ 4122057 h 4122057"/>
                <a:gd name="connsiteX11" fmla="*/ 0 w 4538546"/>
                <a:gd name="connsiteY11" fmla="*/ 3976914 h 4122057"/>
                <a:gd name="connsiteX12" fmla="*/ 87086 w 4538546"/>
                <a:gd name="connsiteY12" fmla="*/ 841828 h 4122057"/>
                <a:gd name="connsiteX0" fmla="*/ 87086 w 4538546"/>
                <a:gd name="connsiteY0" fmla="*/ 870857 h 4151086"/>
                <a:gd name="connsiteX1" fmla="*/ 1538514 w 4538546"/>
                <a:gd name="connsiteY1" fmla="*/ 870857 h 4151086"/>
                <a:gd name="connsiteX2" fmla="*/ 3599541 w 4538546"/>
                <a:gd name="connsiteY2" fmla="*/ 0 h 4151086"/>
                <a:gd name="connsiteX3" fmla="*/ 3817257 w 4538546"/>
                <a:gd name="connsiteY3" fmla="*/ 29029 h 4151086"/>
                <a:gd name="connsiteX4" fmla="*/ 4339769 w 4538546"/>
                <a:gd name="connsiteY4" fmla="*/ 1161143 h 4151086"/>
                <a:gd name="connsiteX5" fmla="*/ 4383313 w 4538546"/>
                <a:gd name="connsiteY5" fmla="*/ 1480457 h 4151086"/>
                <a:gd name="connsiteX6" fmla="*/ 4325256 w 4538546"/>
                <a:gd name="connsiteY6" fmla="*/ 1843314 h 4151086"/>
                <a:gd name="connsiteX7" fmla="*/ 4325256 w 4538546"/>
                <a:gd name="connsiteY7" fmla="*/ 2264229 h 4151086"/>
                <a:gd name="connsiteX8" fmla="*/ 3570513 w 4538546"/>
                <a:gd name="connsiteY8" fmla="*/ 3193143 h 4151086"/>
                <a:gd name="connsiteX9" fmla="*/ 3410857 w 4538546"/>
                <a:gd name="connsiteY9" fmla="*/ 3338286 h 4151086"/>
                <a:gd name="connsiteX10" fmla="*/ 2815771 w 4538546"/>
                <a:gd name="connsiteY10" fmla="*/ 3744686 h 4151086"/>
                <a:gd name="connsiteX11" fmla="*/ 449943 w 4538546"/>
                <a:gd name="connsiteY11" fmla="*/ 4151086 h 4151086"/>
                <a:gd name="connsiteX12" fmla="*/ 0 w 4538546"/>
                <a:gd name="connsiteY12" fmla="*/ 4005943 h 4151086"/>
                <a:gd name="connsiteX13" fmla="*/ 87086 w 4538546"/>
                <a:gd name="connsiteY13" fmla="*/ 870857 h 4151086"/>
                <a:gd name="connsiteX0" fmla="*/ 87086 w 4538546"/>
                <a:gd name="connsiteY0" fmla="*/ 1384403 h 4664632"/>
                <a:gd name="connsiteX1" fmla="*/ 1538514 w 4538546"/>
                <a:gd name="connsiteY1" fmla="*/ 1384403 h 4664632"/>
                <a:gd name="connsiteX2" fmla="*/ 2235198 w 4538546"/>
                <a:gd name="connsiteY2" fmla="*/ 20060 h 4664632"/>
                <a:gd name="connsiteX3" fmla="*/ 3599541 w 4538546"/>
                <a:gd name="connsiteY3" fmla="*/ 513546 h 4664632"/>
                <a:gd name="connsiteX4" fmla="*/ 3817257 w 4538546"/>
                <a:gd name="connsiteY4" fmla="*/ 542575 h 4664632"/>
                <a:gd name="connsiteX5" fmla="*/ 4339769 w 4538546"/>
                <a:gd name="connsiteY5" fmla="*/ 1674689 h 4664632"/>
                <a:gd name="connsiteX6" fmla="*/ 4383313 w 4538546"/>
                <a:gd name="connsiteY6" fmla="*/ 1994003 h 4664632"/>
                <a:gd name="connsiteX7" fmla="*/ 4325256 w 4538546"/>
                <a:gd name="connsiteY7" fmla="*/ 2356860 h 4664632"/>
                <a:gd name="connsiteX8" fmla="*/ 4325256 w 4538546"/>
                <a:gd name="connsiteY8" fmla="*/ 2777775 h 4664632"/>
                <a:gd name="connsiteX9" fmla="*/ 3570513 w 4538546"/>
                <a:gd name="connsiteY9" fmla="*/ 3706689 h 4664632"/>
                <a:gd name="connsiteX10" fmla="*/ 3410857 w 4538546"/>
                <a:gd name="connsiteY10" fmla="*/ 3851832 h 4664632"/>
                <a:gd name="connsiteX11" fmla="*/ 2815771 w 4538546"/>
                <a:gd name="connsiteY11" fmla="*/ 4258232 h 4664632"/>
                <a:gd name="connsiteX12" fmla="*/ 449943 w 4538546"/>
                <a:gd name="connsiteY12" fmla="*/ 4664632 h 4664632"/>
                <a:gd name="connsiteX13" fmla="*/ 0 w 4538546"/>
                <a:gd name="connsiteY13" fmla="*/ 4519489 h 4664632"/>
                <a:gd name="connsiteX14" fmla="*/ 87086 w 4538546"/>
                <a:gd name="connsiteY14" fmla="*/ 1384403 h 4664632"/>
                <a:gd name="connsiteX0" fmla="*/ 87086 w 4538546"/>
                <a:gd name="connsiteY0" fmla="*/ 1384403 h 4664632"/>
                <a:gd name="connsiteX1" fmla="*/ 43542 w 4538546"/>
                <a:gd name="connsiteY1" fmla="*/ 528060 h 4664632"/>
                <a:gd name="connsiteX2" fmla="*/ 2235198 w 4538546"/>
                <a:gd name="connsiteY2" fmla="*/ 20060 h 4664632"/>
                <a:gd name="connsiteX3" fmla="*/ 3599541 w 4538546"/>
                <a:gd name="connsiteY3" fmla="*/ 513546 h 4664632"/>
                <a:gd name="connsiteX4" fmla="*/ 3817257 w 4538546"/>
                <a:gd name="connsiteY4" fmla="*/ 542575 h 4664632"/>
                <a:gd name="connsiteX5" fmla="*/ 4339769 w 4538546"/>
                <a:gd name="connsiteY5" fmla="*/ 1674689 h 4664632"/>
                <a:gd name="connsiteX6" fmla="*/ 4383313 w 4538546"/>
                <a:gd name="connsiteY6" fmla="*/ 1994003 h 4664632"/>
                <a:gd name="connsiteX7" fmla="*/ 4325256 w 4538546"/>
                <a:gd name="connsiteY7" fmla="*/ 2356860 h 4664632"/>
                <a:gd name="connsiteX8" fmla="*/ 4325256 w 4538546"/>
                <a:gd name="connsiteY8" fmla="*/ 2777775 h 4664632"/>
                <a:gd name="connsiteX9" fmla="*/ 3570513 w 4538546"/>
                <a:gd name="connsiteY9" fmla="*/ 3706689 h 4664632"/>
                <a:gd name="connsiteX10" fmla="*/ 3410857 w 4538546"/>
                <a:gd name="connsiteY10" fmla="*/ 3851832 h 4664632"/>
                <a:gd name="connsiteX11" fmla="*/ 2815771 w 4538546"/>
                <a:gd name="connsiteY11" fmla="*/ 4258232 h 4664632"/>
                <a:gd name="connsiteX12" fmla="*/ 449943 w 4538546"/>
                <a:gd name="connsiteY12" fmla="*/ 4664632 h 4664632"/>
                <a:gd name="connsiteX13" fmla="*/ 0 w 4538546"/>
                <a:gd name="connsiteY13" fmla="*/ 4519489 h 4664632"/>
                <a:gd name="connsiteX14" fmla="*/ 87086 w 4538546"/>
                <a:gd name="connsiteY14" fmla="*/ 1384403 h 4664632"/>
                <a:gd name="connsiteX0" fmla="*/ 0 w 5423917"/>
                <a:gd name="connsiteY0" fmla="*/ 1239260 h 4664632"/>
                <a:gd name="connsiteX1" fmla="*/ 928913 w 5423917"/>
                <a:gd name="connsiteY1" fmla="*/ 528060 h 4664632"/>
                <a:gd name="connsiteX2" fmla="*/ 3120569 w 5423917"/>
                <a:gd name="connsiteY2" fmla="*/ 20060 h 4664632"/>
                <a:gd name="connsiteX3" fmla="*/ 4484912 w 5423917"/>
                <a:gd name="connsiteY3" fmla="*/ 513546 h 4664632"/>
                <a:gd name="connsiteX4" fmla="*/ 4702628 w 5423917"/>
                <a:gd name="connsiteY4" fmla="*/ 542575 h 4664632"/>
                <a:gd name="connsiteX5" fmla="*/ 5225140 w 5423917"/>
                <a:gd name="connsiteY5" fmla="*/ 1674689 h 4664632"/>
                <a:gd name="connsiteX6" fmla="*/ 5268684 w 5423917"/>
                <a:gd name="connsiteY6" fmla="*/ 1994003 h 4664632"/>
                <a:gd name="connsiteX7" fmla="*/ 5210627 w 5423917"/>
                <a:gd name="connsiteY7" fmla="*/ 2356860 h 4664632"/>
                <a:gd name="connsiteX8" fmla="*/ 5210627 w 5423917"/>
                <a:gd name="connsiteY8" fmla="*/ 2777775 h 4664632"/>
                <a:gd name="connsiteX9" fmla="*/ 4455884 w 5423917"/>
                <a:gd name="connsiteY9" fmla="*/ 3706689 h 4664632"/>
                <a:gd name="connsiteX10" fmla="*/ 4296228 w 5423917"/>
                <a:gd name="connsiteY10" fmla="*/ 3851832 h 4664632"/>
                <a:gd name="connsiteX11" fmla="*/ 3701142 w 5423917"/>
                <a:gd name="connsiteY11" fmla="*/ 4258232 h 4664632"/>
                <a:gd name="connsiteX12" fmla="*/ 1335314 w 5423917"/>
                <a:gd name="connsiteY12" fmla="*/ 4664632 h 4664632"/>
                <a:gd name="connsiteX13" fmla="*/ 885371 w 5423917"/>
                <a:gd name="connsiteY13" fmla="*/ 4519489 h 4664632"/>
                <a:gd name="connsiteX14" fmla="*/ 0 w 5423917"/>
                <a:gd name="connsiteY14" fmla="*/ 1239260 h 4664632"/>
                <a:gd name="connsiteX0" fmla="*/ 217716 w 5641633"/>
                <a:gd name="connsiteY0" fmla="*/ 1239260 h 4664632"/>
                <a:gd name="connsiteX1" fmla="*/ 1146629 w 5641633"/>
                <a:gd name="connsiteY1" fmla="*/ 528060 h 4664632"/>
                <a:gd name="connsiteX2" fmla="*/ 3338285 w 5641633"/>
                <a:gd name="connsiteY2" fmla="*/ 20060 h 4664632"/>
                <a:gd name="connsiteX3" fmla="*/ 4702628 w 5641633"/>
                <a:gd name="connsiteY3" fmla="*/ 513546 h 4664632"/>
                <a:gd name="connsiteX4" fmla="*/ 4920344 w 5641633"/>
                <a:gd name="connsiteY4" fmla="*/ 542575 h 4664632"/>
                <a:gd name="connsiteX5" fmla="*/ 5442856 w 5641633"/>
                <a:gd name="connsiteY5" fmla="*/ 1674689 h 4664632"/>
                <a:gd name="connsiteX6" fmla="*/ 5486400 w 5641633"/>
                <a:gd name="connsiteY6" fmla="*/ 1994003 h 4664632"/>
                <a:gd name="connsiteX7" fmla="*/ 5428343 w 5641633"/>
                <a:gd name="connsiteY7" fmla="*/ 2356860 h 4664632"/>
                <a:gd name="connsiteX8" fmla="*/ 5428343 w 5641633"/>
                <a:gd name="connsiteY8" fmla="*/ 2777775 h 4664632"/>
                <a:gd name="connsiteX9" fmla="*/ 4673600 w 5641633"/>
                <a:gd name="connsiteY9" fmla="*/ 3706689 h 4664632"/>
                <a:gd name="connsiteX10" fmla="*/ 4513944 w 5641633"/>
                <a:gd name="connsiteY10" fmla="*/ 3851832 h 4664632"/>
                <a:gd name="connsiteX11" fmla="*/ 3918858 w 5641633"/>
                <a:gd name="connsiteY11" fmla="*/ 4258232 h 4664632"/>
                <a:gd name="connsiteX12" fmla="*/ 1553030 w 5641633"/>
                <a:gd name="connsiteY12" fmla="*/ 4664632 h 4664632"/>
                <a:gd name="connsiteX13" fmla="*/ 1103087 w 5641633"/>
                <a:gd name="connsiteY13" fmla="*/ 4519489 h 4664632"/>
                <a:gd name="connsiteX14" fmla="*/ 0 w 5641633"/>
                <a:gd name="connsiteY14" fmla="*/ 1602117 h 4664632"/>
                <a:gd name="connsiteX15" fmla="*/ 217716 w 5641633"/>
                <a:gd name="connsiteY15" fmla="*/ 1239260 h 4664632"/>
                <a:gd name="connsiteX0" fmla="*/ 364928 w 5788845"/>
                <a:gd name="connsiteY0" fmla="*/ 1239260 h 4664632"/>
                <a:gd name="connsiteX1" fmla="*/ 1293841 w 5788845"/>
                <a:gd name="connsiteY1" fmla="*/ 528060 h 4664632"/>
                <a:gd name="connsiteX2" fmla="*/ 3485497 w 5788845"/>
                <a:gd name="connsiteY2" fmla="*/ 20060 h 4664632"/>
                <a:gd name="connsiteX3" fmla="*/ 4849840 w 5788845"/>
                <a:gd name="connsiteY3" fmla="*/ 513546 h 4664632"/>
                <a:gd name="connsiteX4" fmla="*/ 5067556 w 5788845"/>
                <a:gd name="connsiteY4" fmla="*/ 542575 h 4664632"/>
                <a:gd name="connsiteX5" fmla="*/ 5590068 w 5788845"/>
                <a:gd name="connsiteY5" fmla="*/ 1674689 h 4664632"/>
                <a:gd name="connsiteX6" fmla="*/ 5633612 w 5788845"/>
                <a:gd name="connsiteY6" fmla="*/ 1994003 h 4664632"/>
                <a:gd name="connsiteX7" fmla="*/ 5575555 w 5788845"/>
                <a:gd name="connsiteY7" fmla="*/ 2356860 h 4664632"/>
                <a:gd name="connsiteX8" fmla="*/ 5575555 w 5788845"/>
                <a:gd name="connsiteY8" fmla="*/ 2777775 h 4664632"/>
                <a:gd name="connsiteX9" fmla="*/ 4820812 w 5788845"/>
                <a:gd name="connsiteY9" fmla="*/ 3706689 h 4664632"/>
                <a:gd name="connsiteX10" fmla="*/ 4661156 w 5788845"/>
                <a:gd name="connsiteY10" fmla="*/ 3851832 h 4664632"/>
                <a:gd name="connsiteX11" fmla="*/ 4066070 w 5788845"/>
                <a:gd name="connsiteY11" fmla="*/ 4258232 h 4664632"/>
                <a:gd name="connsiteX12" fmla="*/ 1700242 w 5788845"/>
                <a:gd name="connsiteY12" fmla="*/ 4664632 h 4664632"/>
                <a:gd name="connsiteX13" fmla="*/ 1250299 w 5788845"/>
                <a:gd name="connsiteY13" fmla="*/ 4519489 h 4664632"/>
                <a:gd name="connsiteX14" fmla="*/ 69198 w 5788845"/>
                <a:gd name="connsiteY14" fmla="*/ 1720046 h 4664632"/>
                <a:gd name="connsiteX15" fmla="*/ 147212 w 5788845"/>
                <a:gd name="connsiteY15" fmla="*/ 1602117 h 4664632"/>
                <a:gd name="connsiteX16" fmla="*/ 364928 w 5788845"/>
                <a:gd name="connsiteY16" fmla="*/ 1239260 h 4664632"/>
                <a:gd name="connsiteX0" fmla="*/ 800669 w 6224586"/>
                <a:gd name="connsiteY0" fmla="*/ 1239260 h 4664632"/>
                <a:gd name="connsiteX1" fmla="*/ 1729582 w 6224586"/>
                <a:gd name="connsiteY1" fmla="*/ 528060 h 4664632"/>
                <a:gd name="connsiteX2" fmla="*/ 3921238 w 6224586"/>
                <a:gd name="connsiteY2" fmla="*/ 20060 h 4664632"/>
                <a:gd name="connsiteX3" fmla="*/ 5285581 w 6224586"/>
                <a:gd name="connsiteY3" fmla="*/ 513546 h 4664632"/>
                <a:gd name="connsiteX4" fmla="*/ 5503297 w 6224586"/>
                <a:gd name="connsiteY4" fmla="*/ 542575 h 4664632"/>
                <a:gd name="connsiteX5" fmla="*/ 6025809 w 6224586"/>
                <a:gd name="connsiteY5" fmla="*/ 1674689 h 4664632"/>
                <a:gd name="connsiteX6" fmla="*/ 6069353 w 6224586"/>
                <a:gd name="connsiteY6" fmla="*/ 1994003 h 4664632"/>
                <a:gd name="connsiteX7" fmla="*/ 6011296 w 6224586"/>
                <a:gd name="connsiteY7" fmla="*/ 2356860 h 4664632"/>
                <a:gd name="connsiteX8" fmla="*/ 6011296 w 6224586"/>
                <a:gd name="connsiteY8" fmla="*/ 2777775 h 4664632"/>
                <a:gd name="connsiteX9" fmla="*/ 5256553 w 6224586"/>
                <a:gd name="connsiteY9" fmla="*/ 3706689 h 4664632"/>
                <a:gd name="connsiteX10" fmla="*/ 5096897 w 6224586"/>
                <a:gd name="connsiteY10" fmla="*/ 3851832 h 4664632"/>
                <a:gd name="connsiteX11" fmla="*/ 4501811 w 6224586"/>
                <a:gd name="connsiteY11" fmla="*/ 4258232 h 4664632"/>
                <a:gd name="connsiteX12" fmla="*/ 2135983 w 6224586"/>
                <a:gd name="connsiteY12" fmla="*/ 4664632 h 4664632"/>
                <a:gd name="connsiteX13" fmla="*/ 1686040 w 6224586"/>
                <a:gd name="connsiteY13" fmla="*/ 4519489 h 4664632"/>
                <a:gd name="connsiteX14" fmla="*/ 35039 w 6224586"/>
                <a:gd name="connsiteY14" fmla="*/ 2659846 h 4664632"/>
                <a:gd name="connsiteX15" fmla="*/ 504939 w 6224586"/>
                <a:gd name="connsiteY15" fmla="*/ 1720046 h 4664632"/>
                <a:gd name="connsiteX16" fmla="*/ 582953 w 6224586"/>
                <a:gd name="connsiteY16" fmla="*/ 1602117 h 4664632"/>
                <a:gd name="connsiteX17" fmla="*/ 800669 w 6224586"/>
                <a:gd name="connsiteY17" fmla="*/ 1239260 h 4664632"/>
                <a:gd name="connsiteX0" fmla="*/ 856496 w 6280413"/>
                <a:gd name="connsiteY0" fmla="*/ 1239260 h 4664632"/>
                <a:gd name="connsiteX1" fmla="*/ 1785409 w 6280413"/>
                <a:gd name="connsiteY1" fmla="*/ 528060 h 4664632"/>
                <a:gd name="connsiteX2" fmla="*/ 3977065 w 6280413"/>
                <a:gd name="connsiteY2" fmla="*/ 20060 h 4664632"/>
                <a:gd name="connsiteX3" fmla="*/ 5341408 w 6280413"/>
                <a:gd name="connsiteY3" fmla="*/ 513546 h 4664632"/>
                <a:gd name="connsiteX4" fmla="*/ 5559124 w 6280413"/>
                <a:gd name="connsiteY4" fmla="*/ 542575 h 4664632"/>
                <a:gd name="connsiteX5" fmla="*/ 6081636 w 6280413"/>
                <a:gd name="connsiteY5" fmla="*/ 1674689 h 4664632"/>
                <a:gd name="connsiteX6" fmla="*/ 6125180 w 6280413"/>
                <a:gd name="connsiteY6" fmla="*/ 1994003 h 4664632"/>
                <a:gd name="connsiteX7" fmla="*/ 6067123 w 6280413"/>
                <a:gd name="connsiteY7" fmla="*/ 2356860 h 4664632"/>
                <a:gd name="connsiteX8" fmla="*/ 6067123 w 6280413"/>
                <a:gd name="connsiteY8" fmla="*/ 2777775 h 4664632"/>
                <a:gd name="connsiteX9" fmla="*/ 5312380 w 6280413"/>
                <a:gd name="connsiteY9" fmla="*/ 3706689 h 4664632"/>
                <a:gd name="connsiteX10" fmla="*/ 5152724 w 6280413"/>
                <a:gd name="connsiteY10" fmla="*/ 3851832 h 4664632"/>
                <a:gd name="connsiteX11" fmla="*/ 4557638 w 6280413"/>
                <a:gd name="connsiteY11" fmla="*/ 4258232 h 4664632"/>
                <a:gd name="connsiteX12" fmla="*/ 2191810 w 6280413"/>
                <a:gd name="connsiteY12" fmla="*/ 4664632 h 4664632"/>
                <a:gd name="connsiteX13" fmla="*/ 1741867 w 6280413"/>
                <a:gd name="connsiteY13" fmla="*/ 4519489 h 4664632"/>
                <a:gd name="connsiteX14" fmla="*/ 141666 w 6280413"/>
                <a:gd name="connsiteY14" fmla="*/ 3180546 h 4664632"/>
                <a:gd name="connsiteX15" fmla="*/ 90866 w 6280413"/>
                <a:gd name="connsiteY15" fmla="*/ 2659846 h 4664632"/>
                <a:gd name="connsiteX16" fmla="*/ 560766 w 6280413"/>
                <a:gd name="connsiteY16" fmla="*/ 1720046 h 4664632"/>
                <a:gd name="connsiteX17" fmla="*/ 638780 w 6280413"/>
                <a:gd name="connsiteY17" fmla="*/ 1602117 h 4664632"/>
                <a:gd name="connsiteX18" fmla="*/ 856496 w 6280413"/>
                <a:gd name="connsiteY18" fmla="*/ 1239260 h 4664632"/>
                <a:gd name="connsiteX0" fmla="*/ 777655 w 6201572"/>
                <a:gd name="connsiteY0" fmla="*/ 1239260 h 4664632"/>
                <a:gd name="connsiteX1" fmla="*/ 1706568 w 6201572"/>
                <a:gd name="connsiteY1" fmla="*/ 528060 h 4664632"/>
                <a:gd name="connsiteX2" fmla="*/ 3898224 w 6201572"/>
                <a:gd name="connsiteY2" fmla="*/ 20060 h 4664632"/>
                <a:gd name="connsiteX3" fmla="*/ 5262567 w 6201572"/>
                <a:gd name="connsiteY3" fmla="*/ 513546 h 4664632"/>
                <a:gd name="connsiteX4" fmla="*/ 5480283 w 6201572"/>
                <a:gd name="connsiteY4" fmla="*/ 542575 h 4664632"/>
                <a:gd name="connsiteX5" fmla="*/ 6002795 w 6201572"/>
                <a:gd name="connsiteY5" fmla="*/ 1674689 h 4664632"/>
                <a:gd name="connsiteX6" fmla="*/ 6046339 w 6201572"/>
                <a:gd name="connsiteY6" fmla="*/ 1994003 h 4664632"/>
                <a:gd name="connsiteX7" fmla="*/ 5988282 w 6201572"/>
                <a:gd name="connsiteY7" fmla="*/ 2356860 h 4664632"/>
                <a:gd name="connsiteX8" fmla="*/ 5988282 w 6201572"/>
                <a:gd name="connsiteY8" fmla="*/ 2777775 h 4664632"/>
                <a:gd name="connsiteX9" fmla="*/ 5233539 w 6201572"/>
                <a:gd name="connsiteY9" fmla="*/ 3706689 h 4664632"/>
                <a:gd name="connsiteX10" fmla="*/ 5073883 w 6201572"/>
                <a:gd name="connsiteY10" fmla="*/ 3851832 h 4664632"/>
                <a:gd name="connsiteX11" fmla="*/ 4478797 w 6201572"/>
                <a:gd name="connsiteY11" fmla="*/ 4258232 h 4664632"/>
                <a:gd name="connsiteX12" fmla="*/ 2112969 w 6201572"/>
                <a:gd name="connsiteY12" fmla="*/ 4664632 h 4664632"/>
                <a:gd name="connsiteX13" fmla="*/ 1663026 w 6201572"/>
                <a:gd name="connsiteY13" fmla="*/ 4519489 h 4664632"/>
                <a:gd name="connsiteX14" fmla="*/ 253326 w 6201572"/>
                <a:gd name="connsiteY14" fmla="*/ 3815546 h 4664632"/>
                <a:gd name="connsiteX15" fmla="*/ 62825 w 6201572"/>
                <a:gd name="connsiteY15" fmla="*/ 3180546 h 4664632"/>
                <a:gd name="connsiteX16" fmla="*/ 12025 w 6201572"/>
                <a:gd name="connsiteY16" fmla="*/ 2659846 h 4664632"/>
                <a:gd name="connsiteX17" fmla="*/ 481925 w 6201572"/>
                <a:gd name="connsiteY17" fmla="*/ 1720046 h 4664632"/>
                <a:gd name="connsiteX18" fmla="*/ 559939 w 6201572"/>
                <a:gd name="connsiteY18" fmla="*/ 1602117 h 4664632"/>
                <a:gd name="connsiteX19" fmla="*/ 777655 w 6201572"/>
                <a:gd name="connsiteY19" fmla="*/ 1239260 h 4664632"/>
                <a:gd name="connsiteX0" fmla="*/ 777655 w 6201572"/>
                <a:gd name="connsiteY0" fmla="*/ 1239260 h 4664632"/>
                <a:gd name="connsiteX1" fmla="*/ 1706568 w 6201572"/>
                <a:gd name="connsiteY1" fmla="*/ 528060 h 4664632"/>
                <a:gd name="connsiteX2" fmla="*/ 3898224 w 6201572"/>
                <a:gd name="connsiteY2" fmla="*/ 20060 h 4664632"/>
                <a:gd name="connsiteX3" fmla="*/ 5262567 w 6201572"/>
                <a:gd name="connsiteY3" fmla="*/ 513546 h 4664632"/>
                <a:gd name="connsiteX4" fmla="*/ 5480283 w 6201572"/>
                <a:gd name="connsiteY4" fmla="*/ 542575 h 4664632"/>
                <a:gd name="connsiteX5" fmla="*/ 6002795 w 6201572"/>
                <a:gd name="connsiteY5" fmla="*/ 1674689 h 4664632"/>
                <a:gd name="connsiteX6" fmla="*/ 6046339 w 6201572"/>
                <a:gd name="connsiteY6" fmla="*/ 1994003 h 4664632"/>
                <a:gd name="connsiteX7" fmla="*/ 5988282 w 6201572"/>
                <a:gd name="connsiteY7" fmla="*/ 2356860 h 4664632"/>
                <a:gd name="connsiteX8" fmla="*/ 5988282 w 6201572"/>
                <a:gd name="connsiteY8" fmla="*/ 2777775 h 4664632"/>
                <a:gd name="connsiteX9" fmla="*/ 5233539 w 6201572"/>
                <a:gd name="connsiteY9" fmla="*/ 3706689 h 4664632"/>
                <a:gd name="connsiteX10" fmla="*/ 5073883 w 6201572"/>
                <a:gd name="connsiteY10" fmla="*/ 3851832 h 4664632"/>
                <a:gd name="connsiteX11" fmla="*/ 4478797 w 6201572"/>
                <a:gd name="connsiteY11" fmla="*/ 4258232 h 4664632"/>
                <a:gd name="connsiteX12" fmla="*/ 2112969 w 6201572"/>
                <a:gd name="connsiteY12" fmla="*/ 4664632 h 4664632"/>
                <a:gd name="connsiteX13" fmla="*/ 1663026 w 6201572"/>
                <a:gd name="connsiteY13" fmla="*/ 4519489 h 4664632"/>
                <a:gd name="connsiteX14" fmla="*/ 481925 w 6201572"/>
                <a:gd name="connsiteY14" fmla="*/ 4018746 h 4664632"/>
                <a:gd name="connsiteX15" fmla="*/ 253326 w 6201572"/>
                <a:gd name="connsiteY15" fmla="*/ 3815546 h 4664632"/>
                <a:gd name="connsiteX16" fmla="*/ 62825 w 6201572"/>
                <a:gd name="connsiteY16" fmla="*/ 3180546 h 4664632"/>
                <a:gd name="connsiteX17" fmla="*/ 12025 w 6201572"/>
                <a:gd name="connsiteY17" fmla="*/ 2659846 h 4664632"/>
                <a:gd name="connsiteX18" fmla="*/ 481925 w 6201572"/>
                <a:gd name="connsiteY18" fmla="*/ 1720046 h 4664632"/>
                <a:gd name="connsiteX19" fmla="*/ 559939 w 6201572"/>
                <a:gd name="connsiteY19" fmla="*/ 1602117 h 4664632"/>
                <a:gd name="connsiteX20" fmla="*/ 777655 w 6201572"/>
                <a:gd name="connsiteY20" fmla="*/ 1239260 h 4664632"/>
                <a:gd name="connsiteX0" fmla="*/ 777655 w 6201572"/>
                <a:gd name="connsiteY0" fmla="*/ 1239260 h 4664632"/>
                <a:gd name="connsiteX1" fmla="*/ 1706568 w 6201572"/>
                <a:gd name="connsiteY1" fmla="*/ 528060 h 4664632"/>
                <a:gd name="connsiteX2" fmla="*/ 3898224 w 6201572"/>
                <a:gd name="connsiteY2" fmla="*/ 20060 h 4664632"/>
                <a:gd name="connsiteX3" fmla="*/ 5262567 w 6201572"/>
                <a:gd name="connsiteY3" fmla="*/ 513546 h 4664632"/>
                <a:gd name="connsiteX4" fmla="*/ 5480283 w 6201572"/>
                <a:gd name="connsiteY4" fmla="*/ 542575 h 4664632"/>
                <a:gd name="connsiteX5" fmla="*/ 6002795 w 6201572"/>
                <a:gd name="connsiteY5" fmla="*/ 1674689 h 4664632"/>
                <a:gd name="connsiteX6" fmla="*/ 6046339 w 6201572"/>
                <a:gd name="connsiteY6" fmla="*/ 1994003 h 4664632"/>
                <a:gd name="connsiteX7" fmla="*/ 5988282 w 6201572"/>
                <a:gd name="connsiteY7" fmla="*/ 2356860 h 4664632"/>
                <a:gd name="connsiteX8" fmla="*/ 5988282 w 6201572"/>
                <a:gd name="connsiteY8" fmla="*/ 2777775 h 4664632"/>
                <a:gd name="connsiteX9" fmla="*/ 5233539 w 6201572"/>
                <a:gd name="connsiteY9" fmla="*/ 3706689 h 4664632"/>
                <a:gd name="connsiteX10" fmla="*/ 5073883 w 6201572"/>
                <a:gd name="connsiteY10" fmla="*/ 3851832 h 4664632"/>
                <a:gd name="connsiteX11" fmla="*/ 4478797 w 6201572"/>
                <a:gd name="connsiteY11" fmla="*/ 4258232 h 4664632"/>
                <a:gd name="connsiteX12" fmla="*/ 2112969 w 6201572"/>
                <a:gd name="connsiteY12" fmla="*/ 4664632 h 4664632"/>
                <a:gd name="connsiteX13" fmla="*/ 1663026 w 6201572"/>
                <a:gd name="connsiteY13" fmla="*/ 4519489 h 4664632"/>
                <a:gd name="connsiteX14" fmla="*/ 748625 w 6201572"/>
                <a:gd name="connsiteY14" fmla="*/ 4260046 h 4664632"/>
                <a:gd name="connsiteX15" fmla="*/ 481925 w 6201572"/>
                <a:gd name="connsiteY15" fmla="*/ 4018746 h 4664632"/>
                <a:gd name="connsiteX16" fmla="*/ 253326 w 6201572"/>
                <a:gd name="connsiteY16" fmla="*/ 3815546 h 4664632"/>
                <a:gd name="connsiteX17" fmla="*/ 62825 w 6201572"/>
                <a:gd name="connsiteY17" fmla="*/ 3180546 h 4664632"/>
                <a:gd name="connsiteX18" fmla="*/ 12025 w 6201572"/>
                <a:gd name="connsiteY18" fmla="*/ 2659846 h 4664632"/>
                <a:gd name="connsiteX19" fmla="*/ 481925 w 6201572"/>
                <a:gd name="connsiteY19" fmla="*/ 1720046 h 4664632"/>
                <a:gd name="connsiteX20" fmla="*/ 559939 w 6201572"/>
                <a:gd name="connsiteY20" fmla="*/ 1602117 h 4664632"/>
                <a:gd name="connsiteX21" fmla="*/ 777655 w 6201572"/>
                <a:gd name="connsiteY21" fmla="*/ 1239260 h 4664632"/>
                <a:gd name="connsiteX0" fmla="*/ 777655 w 6201572"/>
                <a:gd name="connsiteY0" fmla="*/ 1239260 h 4664632"/>
                <a:gd name="connsiteX1" fmla="*/ 1706568 w 6201572"/>
                <a:gd name="connsiteY1" fmla="*/ 528060 h 4664632"/>
                <a:gd name="connsiteX2" fmla="*/ 3898224 w 6201572"/>
                <a:gd name="connsiteY2" fmla="*/ 20060 h 4664632"/>
                <a:gd name="connsiteX3" fmla="*/ 5262567 w 6201572"/>
                <a:gd name="connsiteY3" fmla="*/ 513546 h 4664632"/>
                <a:gd name="connsiteX4" fmla="*/ 5480283 w 6201572"/>
                <a:gd name="connsiteY4" fmla="*/ 542575 h 4664632"/>
                <a:gd name="connsiteX5" fmla="*/ 6002795 w 6201572"/>
                <a:gd name="connsiteY5" fmla="*/ 1674689 h 4664632"/>
                <a:gd name="connsiteX6" fmla="*/ 6046339 w 6201572"/>
                <a:gd name="connsiteY6" fmla="*/ 1994003 h 4664632"/>
                <a:gd name="connsiteX7" fmla="*/ 5988282 w 6201572"/>
                <a:gd name="connsiteY7" fmla="*/ 2356860 h 4664632"/>
                <a:gd name="connsiteX8" fmla="*/ 5988282 w 6201572"/>
                <a:gd name="connsiteY8" fmla="*/ 2777775 h 4664632"/>
                <a:gd name="connsiteX9" fmla="*/ 5233539 w 6201572"/>
                <a:gd name="connsiteY9" fmla="*/ 3706689 h 4664632"/>
                <a:gd name="connsiteX10" fmla="*/ 5073883 w 6201572"/>
                <a:gd name="connsiteY10" fmla="*/ 3851832 h 4664632"/>
                <a:gd name="connsiteX11" fmla="*/ 4478797 w 6201572"/>
                <a:gd name="connsiteY11" fmla="*/ 4258232 h 4664632"/>
                <a:gd name="connsiteX12" fmla="*/ 2112969 w 6201572"/>
                <a:gd name="connsiteY12" fmla="*/ 4664632 h 4664632"/>
                <a:gd name="connsiteX13" fmla="*/ 1663026 w 6201572"/>
                <a:gd name="connsiteY13" fmla="*/ 4519489 h 4664632"/>
                <a:gd name="connsiteX14" fmla="*/ 748625 w 6201572"/>
                <a:gd name="connsiteY14" fmla="*/ 4260046 h 4664632"/>
                <a:gd name="connsiteX15" fmla="*/ 481925 w 6201572"/>
                <a:gd name="connsiteY15" fmla="*/ 4018746 h 4664632"/>
                <a:gd name="connsiteX16" fmla="*/ 253326 w 6201572"/>
                <a:gd name="connsiteY16" fmla="*/ 3815546 h 4664632"/>
                <a:gd name="connsiteX17" fmla="*/ 62825 w 6201572"/>
                <a:gd name="connsiteY17" fmla="*/ 3180546 h 4664632"/>
                <a:gd name="connsiteX18" fmla="*/ 12025 w 6201572"/>
                <a:gd name="connsiteY18" fmla="*/ 2659846 h 4664632"/>
                <a:gd name="connsiteX19" fmla="*/ 481925 w 6201572"/>
                <a:gd name="connsiteY19" fmla="*/ 1720046 h 4664632"/>
                <a:gd name="connsiteX20" fmla="*/ 559939 w 6201572"/>
                <a:gd name="connsiteY20" fmla="*/ 1602117 h 4664632"/>
                <a:gd name="connsiteX21" fmla="*/ 777655 w 6201572"/>
                <a:gd name="connsiteY21" fmla="*/ 1239260 h 4664632"/>
                <a:gd name="connsiteX0" fmla="*/ 777655 w 6201572"/>
                <a:gd name="connsiteY0" fmla="*/ 1239260 h 4664632"/>
                <a:gd name="connsiteX1" fmla="*/ 1706568 w 6201572"/>
                <a:gd name="connsiteY1" fmla="*/ 528060 h 4664632"/>
                <a:gd name="connsiteX2" fmla="*/ 3898224 w 6201572"/>
                <a:gd name="connsiteY2" fmla="*/ 20060 h 4664632"/>
                <a:gd name="connsiteX3" fmla="*/ 5262567 w 6201572"/>
                <a:gd name="connsiteY3" fmla="*/ 513546 h 4664632"/>
                <a:gd name="connsiteX4" fmla="*/ 5480283 w 6201572"/>
                <a:gd name="connsiteY4" fmla="*/ 542575 h 4664632"/>
                <a:gd name="connsiteX5" fmla="*/ 6002795 w 6201572"/>
                <a:gd name="connsiteY5" fmla="*/ 1674689 h 4664632"/>
                <a:gd name="connsiteX6" fmla="*/ 6046339 w 6201572"/>
                <a:gd name="connsiteY6" fmla="*/ 1994003 h 4664632"/>
                <a:gd name="connsiteX7" fmla="*/ 5988282 w 6201572"/>
                <a:gd name="connsiteY7" fmla="*/ 2356860 h 4664632"/>
                <a:gd name="connsiteX8" fmla="*/ 5988282 w 6201572"/>
                <a:gd name="connsiteY8" fmla="*/ 2777775 h 4664632"/>
                <a:gd name="connsiteX9" fmla="*/ 5233539 w 6201572"/>
                <a:gd name="connsiteY9" fmla="*/ 3706689 h 4664632"/>
                <a:gd name="connsiteX10" fmla="*/ 5073883 w 6201572"/>
                <a:gd name="connsiteY10" fmla="*/ 3851832 h 4664632"/>
                <a:gd name="connsiteX11" fmla="*/ 4478797 w 6201572"/>
                <a:gd name="connsiteY11" fmla="*/ 4258232 h 4664632"/>
                <a:gd name="connsiteX12" fmla="*/ 2112969 w 6201572"/>
                <a:gd name="connsiteY12" fmla="*/ 4664632 h 4664632"/>
                <a:gd name="connsiteX13" fmla="*/ 1663026 w 6201572"/>
                <a:gd name="connsiteY13" fmla="*/ 4519489 h 4664632"/>
                <a:gd name="connsiteX14" fmla="*/ 748625 w 6201572"/>
                <a:gd name="connsiteY14" fmla="*/ 4260046 h 4664632"/>
                <a:gd name="connsiteX15" fmla="*/ 481925 w 6201572"/>
                <a:gd name="connsiteY15" fmla="*/ 4018746 h 4664632"/>
                <a:gd name="connsiteX16" fmla="*/ 253326 w 6201572"/>
                <a:gd name="connsiteY16" fmla="*/ 3815546 h 4664632"/>
                <a:gd name="connsiteX17" fmla="*/ 62825 w 6201572"/>
                <a:gd name="connsiteY17" fmla="*/ 3180546 h 4664632"/>
                <a:gd name="connsiteX18" fmla="*/ 12025 w 6201572"/>
                <a:gd name="connsiteY18" fmla="*/ 2659846 h 4664632"/>
                <a:gd name="connsiteX19" fmla="*/ 481925 w 6201572"/>
                <a:gd name="connsiteY19" fmla="*/ 1720046 h 4664632"/>
                <a:gd name="connsiteX20" fmla="*/ 559939 w 6201572"/>
                <a:gd name="connsiteY20" fmla="*/ 1602117 h 4664632"/>
                <a:gd name="connsiteX21" fmla="*/ 777655 w 6201572"/>
                <a:gd name="connsiteY21" fmla="*/ 1239260 h 4664632"/>
                <a:gd name="connsiteX0" fmla="*/ 853456 w 6277373"/>
                <a:gd name="connsiteY0" fmla="*/ 1239260 h 4664632"/>
                <a:gd name="connsiteX1" fmla="*/ 1782369 w 6277373"/>
                <a:gd name="connsiteY1" fmla="*/ 528060 h 4664632"/>
                <a:gd name="connsiteX2" fmla="*/ 3974025 w 6277373"/>
                <a:gd name="connsiteY2" fmla="*/ 20060 h 4664632"/>
                <a:gd name="connsiteX3" fmla="*/ 5338368 w 6277373"/>
                <a:gd name="connsiteY3" fmla="*/ 513546 h 4664632"/>
                <a:gd name="connsiteX4" fmla="*/ 5556084 w 6277373"/>
                <a:gd name="connsiteY4" fmla="*/ 542575 h 4664632"/>
                <a:gd name="connsiteX5" fmla="*/ 6078596 w 6277373"/>
                <a:gd name="connsiteY5" fmla="*/ 1674689 h 4664632"/>
                <a:gd name="connsiteX6" fmla="*/ 6122140 w 6277373"/>
                <a:gd name="connsiteY6" fmla="*/ 1994003 h 4664632"/>
                <a:gd name="connsiteX7" fmla="*/ 6064083 w 6277373"/>
                <a:gd name="connsiteY7" fmla="*/ 2356860 h 4664632"/>
                <a:gd name="connsiteX8" fmla="*/ 6064083 w 6277373"/>
                <a:gd name="connsiteY8" fmla="*/ 2777775 h 4664632"/>
                <a:gd name="connsiteX9" fmla="*/ 5309340 w 6277373"/>
                <a:gd name="connsiteY9" fmla="*/ 3706689 h 4664632"/>
                <a:gd name="connsiteX10" fmla="*/ 5149684 w 6277373"/>
                <a:gd name="connsiteY10" fmla="*/ 3851832 h 4664632"/>
                <a:gd name="connsiteX11" fmla="*/ 4554598 w 6277373"/>
                <a:gd name="connsiteY11" fmla="*/ 4258232 h 4664632"/>
                <a:gd name="connsiteX12" fmla="*/ 2188770 w 6277373"/>
                <a:gd name="connsiteY12" fmla="*/ 4664632 h 4664632"/>
                <a:gd name="connsiteX13" fmla="*/ 1738827 w 6277373"/>
                <a:gd name="connsiteY13" fmla="*/ 4519489 h 4664632"/>
                <a:gd name="connsiteX14" fmla="*/ 824426 w 6277373"/>
                <a:gd name="connsiteY14" fmla="*/ 4260046 h 4664632"/>
                <a:gd name="connsiteX15" fmla="*/ 557726 w 6277373"/>
                <a:gd name="connsiteY15" fmla="*/ 4018746 h 4664632"/>
                <a:gd name="connsiteX16" fmla="*/ 329127 w 6277373"/>
                <a:gd name="connsiteY16" fmla="*/ 3815546 h 4664632"/>
                <a:gd name="connsiteX17" fmla="*/ 138626 w 6277373"/>
                <a:gd name="connsiteY17" fmla="*/ 3180546 h 4664632"/>
                <a:gd name="connsiteX18" fmla="*/ 87826 w 6277373"/>
                <a:gd name="connsiteY18" fmla="*/ 2659846 h 4664632"/>
                <a:gd name="connsiteX19" fmla="*/ 557726 w 6277373"/>
                <a:gd name="connsiteY19" fmla="*/ 1720046 h 4664632"/>
                <a:gd name="connsiteX20" fmla="*/ 635740 w 6277373"/>
                <a:gd name="connsiteY20" fmla="*/ 1602117 h 4664632"/>
                <a:gd name="connsiteX21" fmla="*/ 853456 w 6277373"/>
                <a:gd name="connsiteY21" fmla="*/ 1239260 h 4664632"/>
                <a:gd name="connsiteX0" fmla="*/ 899115 w 6323032"/>
                <a:gd name="connsiteY0" fmla="*/ 1239260 h 4664632"/>
                <a:gd name="connsiteX1" fmla="*/ 1828028 w 6323032"/>
                <a:gd name="connsiteY1" fmla="*/ 528060 h 4664632"/>
                <a:gd name="connsiteX2" fmla="*/ 4019684 w 6323032"/>
                <a:gd name="connsiteY2" fmla="*/ 20060 h 4664632"/>
                <a:gd name="connsiteX3" fmla="*/ 5384027 w 6323032"/>
                <a:gd name="connsiteY3" fmla="*/ 513546 h 4664632"/>
                <a:gd name="connsiteX4" fmla="*/ 5601743 w 6323032"/>
                <a:gd name="connsiteY4" fmla="*/ 542575 h 4664632"/>
                <a:gd name="connsiteX5" fmla="*/ 6124255 w 6323032"/>
                <a:gd name="connsiteY5" fmla="*/ 1674689 h 4664632"/>
                <a:gd name="connsiteX6" fmla="*/ 6167799 w 6323032"/>
                <a:gd name="connsiteY6" fmla="*/ 1994003 h 4664632"/>
                <a:gd name="connsiteX7" fmla="*/ 6109742 w 6323032"/>
                <a:gd name="connsiteY7" fmla="*/ 2356860 h 4664632"/>
                <a:gd name="connsiteX8" fmla="*/ 6109742 w 6323032"/>
                <a:gd name="connsiteY8" fmla="*/ 2777775 h 4664632"/>
                <a:gd name="connsiteX9" fmla="*/ 5354999 w 6323032"/>
                <a:gd name="connsiteY9" fmla="*/ 3706689 h 4664632"/>
                <a:gd name="connsiteX10" fmla="*/ 5195343 w 6323032"/>
                <a:gd name="connsiteY10" fmla="*/ 3851832 h 4664632"/>
                <a:gd name="connsiteX11" fmla="*/ 4600257 w 6323032"/>
                <a:gd name="connsiteY11" fmla="*/ 4258232 h 4664632"/>
                <a:gd name="connsiteX12" fmla="*/ 2234429 w 6323032"/>
                <a:gd name="connsiteY12" fmla="*/ 4664632 h 4664632"/>
                <a:gd name="connsiteX13" fmla="*/ 1784486 w 6323032"/>
                <a:gd name="connsiteY13" fmla="*/ 4519489 h 4664632"/>
                <a:gd name="connsiteX14" fmla="*/ 870085 w 6323032"/>
                <a:gd name="connsiteY14" fmla="*/ 4260046 h 4664632"/>
                <a:gd name="connsiteX15" fmla="*/ 603385 w 6323032"/>
                <a:gd name="connsiteY15" fmla="*/ 4018746 h 4664632"/>
                <a:gd name="connsiteX16" fmla="*/ 374786 w 6323032"/>
                <a:gd name="connsiteY16" fmla="*/ 3815546 h 4664632"/>
                <a:gd name="connsiteX17" fmla="*/ 184285 w 6323032"/>
                <a:gd name="connsiteY17" fmla="*/ 3180546 h 4664632"/>
                <a:gd name="connsiteX18" fmla="*/ 133485 w 6323032"/>
                <a:gd name="connsiteY18" fmla="*/ 2659846 h 4664632"/>
                <a:gd name="connsiteX19" fmla="*/ 603385 w 6323032"/>
                <a:gd name="connsiteY19" fmla="*/ 1720046 h 4664632"/>
                <a:gd name="connsiteX20" fmla="*/ 681399 w 6323032"/>
                <a:gd name="connsiteY20" fmla="*/ 1602117 h 4664632"/>
                <a:gd name="connsiteX21" fmla="*/ 899115 w 6323032"/>
                <a:gd name="connsiteY21" fmla="*/ 1239260 h 4664632"/>
                <a:gd name="connsiteX0" fmla="*/ 827650 w 6251567"/>
                <a:gd name="connsiteY0" fmla="*/ 1239260 h 4664632"/>
                <a:gd name="connsiteX1" fmla="*/ 1756563 w 6251567"/>
                <a:gd name="connsiteY1" fmla="*/ 528060 h 4664632"/>
                <a:gd name="connsiteX2" fmla="*/ 3948219 w 6251567"/>
                <a:gd name="connsiteY2" fmla="*/ 20060 h 4664632"/>
                <a:gd name="connsiteX3" fmla="*/ 5312562 w 6251567"/>
                <a:gd name="connsiteY3" fmla="*/ 513546 h 4664632"/>
                <a:gd name="connsiteX4" fmla="*/ 5530278 w 6251567"/>
                <a:gd name="connsiteY4" fmla="*/ 542575 h 4664632"/>
                <a:gd name="connsiteX5" fmla="*/ 6052790 w 6251567"/>
                <a:gd name="connsiteY5" fmla="*/ 1674689 h 4664632"/>
                <a:gd name="connsiteX6" fmla="*/ 6096334 w 6251567"/>
                <a:gd name="connsiteY6" fmla="*/ 1994003 h 4664632"/>
                <a:gd name="connsiteX7" fmla="*/ 6038277 w 6251567"/>
                <a:gd name="connsiteY7" fmla="*/ 2356860 h 4664632"/>
                <a:gd name="connsiteX8" fmla="*/ 6038277 w 6251567"/>
                <a:gd name="connsiteY8" fmla="*/ 2777775 h 4664632"/>
                <a:gd name="connsiteX9" fmla="*/ 5283534 w 6251567"/>
                <a:gd name="connsiteY9" fmla="*/ 3706689 h 4664632"/>
                <a:gd name="connsiteX10" fmla="*/ 5123878 w 6251567"/>
                <a:gd name="connsiteY10" fmla="*/ 3851832 h 4664632"/>
                <a:gd name="connsiteX11" fmla="*/ 4528792 w 6251567"/>
                <a:gd name="connsiteY11" fmla="*/ 4258232 h 4664632"/>
                <a:gd name="connsiteX12" fmla="*/ 2162964 w 6251567"/>
                <a:gd name="connsiteY12" fmla="*/ 4664632 h 4664632"/>
                <a:gd name="connsiteX13" fmla="*/ 1713021 w 6251567"/>
                <a:gd name="connsiteY13" fmla="*/ 4519489 h 4664632"/>
                <a:gd name="connsiteX14" fmla="*/ 798620 w 6251567"/>
                <a:gd name="connsiteY14" fmla="*/ 4260046 h 4664632"/>
                <a:gd name="connsiteX15" fmla="*/ 531920 w 6251567"/>
                <a:gd name="connsiteY15" fmla="*/ 4018746 h 4664632"/>
                <a:gd name="connsiteX16" fmla="*/ 303321 w 6251567"/>
                <a:gd name="connsiteY16" fmla="*/ 3815546 h 4664632"/>
                <a:gd name="connsiteX17" fmla="*/ 112820 w 6251567"/>
                <a:gd name="connsiteY17" fmla="*/ 3180546 h 4664632"/>
                <a:gd name="connsiteX18" fmla="*/ 62020 w 6251567"/>
                <a:gd name="connsiteY18" fmla="*/ 2659846 h 4664632"/>
                <a:gd name="connsiteX19" fmla="*/ 531920 w 6251567"/>
                <a:gd name="connsiteY19" fmla="*/ 1720046 h 4664632"/>
                <a:gd name="connsiteX20" fmla="*/ 609934 w 6251567"/>
                <a:gd name="connsiteY20" fmla="*/ 1602117 h 4664632"/>
                <a:gd name="connsiteX21" fmla="*/ 827650 w 6251567"/>
                <a:gd name="connsiteY21" fmla="*/ 1239260 h 4664632"/>
                <a:gd name="connsiteX0" fmla="*/ 827650 w 6251567"/>
                <a:gd name="connsiteY0" fmla="*/ 1239260 h 4664632"/>
                <a:gd name="connsiteX1" fmla="*/ 1756563 w 6251567"/>
                <a:gd name="connsiteY1" fmla="*/ 528060 h 4664632"/>
                <a:gd name="connsiteX2" fmla="*/ 3948219 w 6251567"/>
                <a:gd name="connsiteY2" fmla="*/ 20060 h 4664632"/>
                <a:gd name="connsiteX3" fmla="*/ 5312562 w 6251567"/>
                <a:gd name="connsiteY3" fmla="*/ 513546 h 4664632"/>
                <a:gd name="connsiteX4" fmla="*/ 5530278 w 6251567"/>
                <a:gd name="connsiteY4" fmla="*/ 542575 h 4664632"/>
                <a:gd name="connsiteX5" fmla="*/ 6052790 w 6251567"/>
                <a:gd name="connsiteY5" fmla="*/ 1674689 h 4664632"/>
                <a:gd name="connsiteX6" fmla="*/ 6096334 w 6251567"/>
                <a:gd name="connsiteY6" fmla="*/ 1994003 h 4664632"/>
                <a:gd name="connsiteX7" fmla="*/ 6038277 w 6251567"/>
                <a:gd name="connsiteY7" fmla="*/ 2356860 h 4664632"/>
                <a:gd name="connsiteX8" fmla="*/ 6038277 w 6251567"/>
                <a:gd name="connsiteY8" fmla="*/ 2777775 h 4664632"/>
                <a:gd name="connsiteX9" fmla="*/ 5283534 w 6251567"/>
                <a:gd name="connsiteY9" fmla="*/ 3706689 h 4664632"/>
                <a:gd name="connsiteX10" fmla="*/ 5123878 w 6251567"/>
                <a:gd name="connsiteY10" fmla="*/ 3851832 h 4664632"/>
                <a:gd name="connsiteX11" fmla="*/ 4528792 w 6251567"/>
                <a:gd name="connsiteY11" fmla="*/ 4258232 h 4664632"/>
                <a:gd name="connsiteX12" fmla="*/ 2162964 w 6251567"/>
                <a:gd name="connsiteY12" fmla="*/ 4664632 h 4664632"/>
                <a:gd name="connsiteX13" fmla="*/ 1713021 w 6251567"/>
                <a:gd name="connsiteY13" fmla="*/ 4519489 h 4664632"/>
                <a:gd name="connsiteX14" fmla="*/ 798620 w 6251567"/>
                <a:gd name="connsiteY14" fmla="*/ 4260046 h 4664632"/>
                <a:gd name="connsiteX15" fmla="*/ 531920 w 6251567"/>
                <a:gd name="connsiteY15" fmla="*/ 4018746 h 4664632"/>
                <a:gd name="connsiteX16" fmla="*/ 303321 w 6251567"/>
                <a:gd name="connsiteY16" fmla="*/ 3815546 h 4664632"/>
                <a:gd name="connsiteX17" fmla="*/ 112820 w 6251567"/>
                <a:gd name="connsiteY17" fmla="*/ 3180546 h 4664632"/>
                <a:gd name="connsiteX18" fmla="*/ 62020 w 6251567"/>
                <a:gd name="connsiteY18" fmla="*/ 2659846 h 4664632"/>
                <a:gd name="connsiteX19" fmla="*/ 531920 w 6251567"/>
                <a:gd name="connsiteY19" fmla="*/ 1720046 h 4664632"/>
                <a:gd name="connsiteX20" fmla="*/ 609934 w 6251567"/>
                <a:gd name="connsiteY20" fmla="*/ 1602117 h 4664632"/>
                <a:gd name="connsiteX21" fmla="*/ 827650 w 6251567"/>
                <a:gd name="connsiteY21" fmla="*/ 1239260 h 4664632"/>
                <a:gd name="connsiteX0" fmla="*/ 847561 w 6271478"/>
                <a:gd name="connsiteY0" fmla="*/ 1239260 h 4664632"/>
                <a:gd name="connsiteX1" fmla="*/ 1776474 w 6271478"/>
                <a:gd name="connsiteY1" fmla="*/ 528060 h 4664632"/>
                <a:gd name="connsiteX2" fmla="*/ 3968130 w 6271478"/>
                <a:gd name="connsiteY2" fmla="*/ 20060 h 4664632"/>
                <a:gd name="connsiteX3" fmla="*/ 5332473 w 6271478"/>
                <a:gd name="connsiteY3" fmla="*/ 513546 h 4664632"/>
                <a:gd name="connsiteX4" fmla="*/ 5550189 w 6271478"/>
                <a:gd name="connsiteY4" fmla="*/ 542575 h 4664632"/>
                <a:gd name="connsiteX5" fmla="*/ 6072701 w 6271478"/>
                <a:gd name="connsiteY5" fmla="*/ 1674689 h 4664632"/>
                <a:gd name="connsiteX6" fmla="*/ 6116245 w 6271478"/>
                <a:gd name="connsiteY6" fmla="*/ 1994003 h 4664632"/>
                <a:gd name="connsiteX7" fmla="*/ 6058188 w 6271478"/>
                <a:gd name="connsiteY7" fmla="*/ 2356860 h 4664632"/>
                <a:gd name="connsiteX8" fmla="*/ 6058188 w 6271478"/>
                <a:gd name="connsiteY8" fmla="*/ 2777775 h 4664632"/>
                <a:gd name="connsiteX9" fmla="*/ 5303445 w 6271478"/>
                <a:gd name="connsiteY9" fmla="*/ 3706689 h 4664632"/>
                <a:gd name="connsiteX10" fmla="*/ 5143789 w 6271478"/>
                <a:gd name="connsiteY10" fmla="*/ 3851832 h 4664632"/>
                <a:gd name="connsiteX11" fmla="*/ 4548703 w 6271478"/>
                <a:gd name="connsiteY11" fmla="*/ 4258232 h 4664632"/>
                <a:gd name="connsiteX12" fmla="*/ 2182875 w 6271478"/>
                <a:gd name="connsiteY12" fmla="*/ 4664632 h 4664632"/>
                <a:gd name="connsiteX13" fmla="*/ 1732932 w 6271478"/>
                <a:gd name="connsiteY13" fmla="*/ 4519489 h 4664632"/>
                <a:gd name="connsiteX14" fmla="*/ 818531 w 6271478"/>
                <a:gd name="connsiteY14" fmla="*/ 4260046 h 4664632"/>
                <a:gd name="connsiteX15" fmla="*/ 551831 w 6271478"/>
                <a:gd name="connsiteY15" fmla="*/ 4018746 h 4664632"/>
                <a:gd name="connsiteX16" fmla="*/ 323232 w 6271478"/>
                <a:gd name="connsiteY16" fmla="*/ 3815546 h 4664632"/>
                <a:gd name="connsiteX17" fmla="*/ 132731 w 6271478"/>
                <a:gd name="connsiteY17" fmla="*/ 3180546 h 4664632"/>
                <a:gd name="connsiteX18" fmla="*/ 81931 w 6271478"/>
                <a:gd name="connsiteY18" fmla="*/ 2659846 h 4664632"/>
                <a:gd name="connsiteX19" fmla="*/ 551831 w 6271478"/>
                <a:gd name="connsiteY19" fmla="*/ 1720046 h 4664632"/>
                <a:gd name="connsiteX20" fmla="*/ 629845 w 6271478"/>
                <a:gd name="connsiteY20" fmla="*/ 1602117 h 4664632"/>
                <a:gd name="connsiteX21" fmla="*/ 847561 w 6271478"/>
                <a:gd name="connsiteY21" fmla="*/ 1239260 h 4664632"/>
                <a:gd name="connsiteX0" fmla="*/ 847561 w 6271478"/>
                <a:gd name="connsiteY0" fmla="*/ 1239260 h 4664632"/>
                <a:gd name="connsiteX1" fmla="*/ 1776474 w 6271478"/>
                <a:gd name="connsiteY1" fmla="*/ 528060 h 4664632"/>
                <a:gd name="connsiteX2" fmla="*/ 3968130 w 6271478"/>
                <a:gd name="connsiteY2" fmla="*/ 20060 h 4664632"/>
                <a:gd name="connsiteX3" fmla="*/ 5332473 w 6271478"/>
                <a:gd name="connsiteY3" fmla="*/ 513546 h 4664632"/>
                <a:gd name="connsiteX4" fmla="*/ 5550189 w 6271478"/>
                <a:gd name="connsiteY4" fmla="*/ 542575 h 4664632"/>
                <a:gd name="connsiteX5" fmla="*/ 6072701 w 6271478"/>
                <a:gd name="connsiteY5" fmla="*/ 1674689 h 4664632"/>
                <a:gd name="connsiteX6" fmla="*/ 6116245 w 6271478"/>
                <a:gd name="connsiteY6" fmla="*/ 1994003 h 4664632"/>
                <a:gd name="connsiteX7" fmla="*/ 6058188 w 6271478"/>
                <a:gd name="connsiteY7" fmla="*/ 2356860 h 4664632"/>
                <a:gd name="connsiteX8" fmla="*/ 6058188 w 6271478"/>
                <a:gd name="connsiteY8" fmla="*/ 2777775 h 4664632"/>
                <a:gd name="connsiteX9" fmla="*/ 5303445 w 6271478"/>
                <a:gd name="connsiteY9" fmla="*/ 3706689 h 4664632"/>
                <a:gd name="connsiteX10" fmla="*/ 5143789 w 6271478"/>
                <a:gd name="connsiteY10" fmla="*/ 3851832 h 4664632"/>
                <a:gd name="connsiteX11" fmla="*/ 4548703 w 6271478"/>
                <a:gd name="connsiteY11" fmla="*/ 4258232 h 4664632"/>
                <a:gd name="connsiteX12" fmla="*/ 2182875 w 6271478"/>
                <a:gd name="connsiteY12" fmla="*/ 4664632 h 4664632"/>
                <a:gd name="connsiteX13" fmla="*/ 1732932 w 6271478"/>
                <a:gd name="connsiteY13" fmla="*/ 4519489 h 4664632"/>
                <a:gd name="connsiteX14" fmla="*/ 818531 w 6271478"/>
                <a:gd name="connsiteY14" fmla="*/ 4260046 h 4664632"/>
                <a:gd name="connsiteX15" fmla="*/ 551831 w 6271478"/>
                <a:gd name="connsiteY15" fmla="*/ 4018746 h 4664632"/>
                <a:gd name="connsiteX16" fmla="*/ 323232 w 6271478"/>
                <a:gd name="connsiteY16" fmla="*/ 3815546 h 4664632"/>
                <a:gd name="connsiteX17" fmla="*/ 132731 w 6271478"/>
                <a:gd name="connsiteY17" fmla="*/ 3180546 h 4664632"/>
                <a:gd name="connsiteX18" fmla="*/ 81931 w 6271478"/>
                <a:gd name="connsiteY18" fmla="*/ 2659846 h 4664632"/>
                <a:gd name="connsiteX19" fmla="*/ 551831 w 6271478"/>
                <a:gd name="connsiteY19" fmla="*/ 1720046 h 4664632"/>
                <a:gd name="connsiteX20" fmla="*/ 629845 w 6271478"/>
                <a:gd name="connsiteY20" fmla="*/ 1602117 h 4664632"/>
                <a:gd name="connsiteX21" fmla="*/ 847561 w 6271478"/>
                <a:gd name="connsiteY21" fmla="*/ 1239260 h 4664632"/>
                <a:gd name="connsiteX0" fmla="*/ 863056 w 6286973"/>
                <a:gd name="connsiteY0" fmla="*/ 1239260 h 4664632"/>
                <a:gd name="connsiteX1" fmla="*/ 1791969 w 6286973"/>
                <a:gd name="connsiteY1" fmla="*/ 528060 h 4664632"/>
                <a:gd name="connsiteX2" fmla="*/ 3983625 w 6286973"/>
                <a:gd name="connsiteY2" fmla="*/ 20060 h 4664632"/>
                <a:gd name="connsiteX3" fmla="*/ 5347968 w 6286973"/>
                <a:gd name="connsiteY3" fmla="*/ 513546 h 4664632"/>
                <a:gd name="connsiteX4" fmla="*/ 5565684 w 6286973"/>
                <a:gd name="connsiteY4" fmla="*/ 542575 h 4664632"/>
                <a:gd name="connsiteX5" fmla="*/ 6088196 w 6286973"/>
                <a:gd name="connsiteY5" fmla="*/ 1674689 h 4664632"/>
                <a:gd name="connsiteX6" fmla="*/ 6131740 w 6286973"/>
                <a:gd name="connsiteY6" fmla="*/ 1994003 h 4664632"/>
                <a:gd name="connsiteX7" fmla="*/ 6073683 w 6286973"/>
                <a:gd name="connsiteY7" fmla="*/ 2356860 h 4664632"/>
                <a:gd name="connsiteX8" fmla="*/ 6073683 w 6286973"/>
                <a:gd name="connsiteY8" fmla="*/ 2777775 h 4664632"/>
                <a:gd name="connsiteX9" fmla="*/ 5318940 w 6286973"/>
                <a:gd name="connsiteY9" fmla="*/ 3706689 h 4664632"/>
                <a:gd name="connsiteX10" fmla="*/ 5159284 w 6286973"/>
                <a:gd name="connsiteY10" fmla="*/ 3851832 h 4664632"/>
                <a:gd name="connsiteX11" fmla="*/ 4564198 w 6286973"/>
                <a:gd name="connsiteY11" fmla="*/ 4258232 h 4664632"/>
                <a:gd name="connsiteX12" fmla="*/ 2198370 w 6286973"/>
                <a:gd name="connsiteY12" fmla="*/ 4664632 h 4664632"/>
                <a:gd name="connsiteX13" fmla="*/ 1748427 w 6286973"/>
                <a:gd name="connsiteY13" fmla="*/ 4519489 h 4664632"/>
                <a:gd name="connsiteX14" fmla="*/ 834026 w 6286973"/>
                <a:gd name="connsiteY14" fmla="*/ 4260046 h 4664632"/>
                <a:gd name="connsiteX15" fmla="*/ 567326 w 6286973"/>
                <a:gd name="connsiteY15" fmla="*/ 4018746 h 4664632"/>
                <a:gd name="connsiteX16" fmla="*/ 338727 w 6286973"/>
                <a:gd name="connsiteY16" fmla="*/ 3815546 h 4664632"/>
                <a:gd name="connsiteX17" fmla="*/ 148226 w 6286973"/>
                <a:gd name="connsiteY17" fmla="*/ 3180546 h 4664632"/>
                <a:gd name="connsiteX18" fmla="*/ 97426 w 6286973"/>
                <a:gd name="connsiteY18" fmla="*/ 2659846 h 4664632"/>
                <a:gd name="connsiteX19" fmla="*/ 567326 w 6286973"/>
                <a:gd name="connsiteY19" fmla="*/ 1720046 h 4664632"/>
                <a:gd name="connsiteX20" fmla="*/ 645340 w 6286973"/>
                <a:gd name="connsiteY20" fmla="*/ 1602117 h 4664632"/>
                <a:gd name="connsiteX21" fmla="*/ 863056 w 6286973"/>
                <a:gd name="connsiteY21" fmla="*/ 1239260 h 4664632"/>
                <a:gd name="connsiteX0" fmla="*/ 863056 w 6286973"/>
                <a:gd name="connsiteY0" fmla="*/ 1239260 h 4664632"/>
                <a:gd name="connsiteX1" fmla="*/ 1791969 w 6286973"/>
                <a:gd name="connsiteY1" fmla="*/ 528060 h 4664632"/>
                <a:gd name="connsiteX2" fmla="*/ 3983625 w 6286973"/>
                <a:gd name="connsiteY2" fmla="*/ 20060 h 4664632"/>
                <a:gd name="connsiteX3" fmla="*/ 5347968 w 6286973"/>
                <a:gd name="connsiteY3" fmla="*/ 513546 h 4664632"/>
                <a:gd name="connsiteX4" fmla="*/ 5565684 w 6286973"/>
                <a:gd name="connsiteY4" fmla="*/ 542575 h 4664632"/>
                <a:gd name="connsiteX5" fmla="*/ 6088196 w 6286973"/>
                <a:gd name="connsiteY5" fmla="*/ 1674689 h 4664632"/>
                <a:gd name="connsiteX6" fmla="*/ 6131740 w 6286973"/>
                <a:gd name="connsiteY6" fmla="*/ 1994003 h 4664632"/>
                <a:gd name="connsiteX7" fmla="*/ 6073683 w 6286973"/>
                <a:gd name="connsiteY7" fmla="*/ 2356860 h 4664632"/>
                <a:gd name="connsiteX8" fmla="*/ 6073683 w 6286973"/>
                <a:gd name="connsiteY8" fmla="*/ 2777775 h 4664632"/>
                <a:gd name="connsiteX9" fmla="*/ 5318940 w 6286973"/>
                <a:gd name="connsiteY9" fmla="*/ 3706689 h 4664632"/>
                <a:gd name="connsiteX10" fmla="*/ 5159284 w 6286973"/>
                <a:gd name="connsiteY10" fmla="*/ 3851832 h 4664632"/>
                <a:gd name="connsiteX11" fmla="*/ 4564198 w 6286973"/>
                <a:gd name="connsiteY11" fmla="*/ 4258232 h 4664632"/>
                <a:gd name="connsiteX12" fmla="*/ 2198370 w 6286973"/>
                <a:gd name="connsiteY12" fmla="*/ 4664632 h 4664632"/>
                <a:gd name="connsiteX13" fmla="*/ 1748427 w 6286973"/>
                <a:gd name="connsiteY13" fmla="*/ 4519489 h 4664632"/>
                <a:gd name="connsiteX14" fmla="*/ 834026 w 6286973"/>
                <a:gd name="connsiteY14" fmla="*/ 4260046 h 4664632"/>
                <a:gd name="connsiteX15" fmla="*/ 567326 w 6286973"/>
                <a:gd name="connsiteY15" fmla="*/ 4018746 h 4664632"/>
                <a:gd name="connsiteX16" fmla="*/ 338727 w 6286973"/>
                <a:gd name="connsiteY16" fmla="*/ 3815546 h 4664632"/>
                <a:gd name="connsiteX17" fmla="*/ 148226 w 6286973"/>
                <a:gd name="connsiteY17" fmla="*/ 3180546 h 4664632"/>
                <a:gd name="connsiteX18" fmla="*/ 97426 w 6286973"/>
                <a:gd name="connsiteY18" fmla="*/ 2659846 h 4664632"/>
                <a:gd name="connsiteX19" fmla="*/ 567326 w 6286973"/>
                <a:gd name="connsiteY19" fmla="*/ 1720046 h 4664632"/>
                <a:gd name="connsiteX20" fmla="*/ 645340 w 6286973"/>
                <a:gd name="connsiteY20" fmla="*/ 1602117 h 4664632"/>
                <a:gd name="connsiteX21" fmla="*/ 863056 w 6286973"/>
                <a:gd name="connsiteY21" fmla="*/ 1239260 h 4664632"/>
                <a:gd name="connsiteX0" fmla="*/ 863056 w 6286973"/>
                <a:gd name="connsiteY0" fmla="*/ 1239260 h 4664632"/>
                <a:gd name="connsiteX1" fmla="*/ 1791969 w 6286973"/>
                <a:gd name="connsiteY1" fmla="*/ 528060 h 4664632"/>
                <a:gd name="connsiteX2" fmla="*/ 3983625 w 6286973"/>
                <a:gd name="connsiteY2" fmla="*/ 20060 h 4664632"/>
                <a:gd name="connsiteX3" fmla="*/ 5347968 w 6286973"/>
                <a:gd name="connsiteY3" fmla="*/ 513546 h 4664632"/>
                <a:gd name="connsiteX4" fmla="*/ 5565684 w 6286973"/>
                <a:gd name="connsiteY4" fmla="*/ 542575 h 4664632"/>
                <a:gd name="connsiteX5" fmla="*/ 6088196 w 6286973"/>
                <a:gd name="connsiteY5" fmla="*/ 1674689 h 4664632"/>
                <a:gd name="connsiteX6" fmla="*/ 6131740 w 6286973"/>
                <a:gd name="connsiteY6" fmla="*/ 1994003 h 4664632"/>
                <a:gd name="connsiteX7" fmla="*/ 6073683 w 6286973"/>
                <a:gd name="connsiteY7" fmla="*/ 2356860 h 4664632"/>
                <a:gd name="connsiteX8" fmla="*/ 6073683 w 6286973"/>
                <a:gd name="connsiteY8" fmla="*/ 2777775 h 4664632"/>
                <a:gd name="connsiteX9" fmla="*/ 5318940 w 6286973"/>
                <a:gd name="connsiteY9" fmla="*/ 3706689 h 4664632"/>
                <a:gd name="connsiteX10" fmla="*/ 5159284 w 6286973"/>
                <a:gd name="connsiteY10" fmla="*/ 3851832 h 4664632"/>
                <a:gd name="connsiteX11" fmla="*/ 4564198 w 6286973"/>
                <a:gd name="connsiteY11" fmla="*/ 4258232 h 4664632"/>
                <a:gd name="connsiteX12" fmla="*/ 2198370 w 6286973"/>
                <a:gd name="connsiteY12" fmla="*/ 4664632 h 4664632"/>
                <a:gd name="connsiteX13" fmla="*/ 1748427 w 6286973"/>
                <a:gd name="connsiteY13" fmla="*/ 4519489 h 4664632"/>
                <a:gd name="connsiteX14" fmla="*/ 834026 w 6286973"/>
                <a:gd name="connsiteY14" fmla="*/ 4260046 h 4664632"/>
                <a:gd name="connsiteX15" fmla="*/ 567326 w 6286973"/>
                <a:gd name="connsiteY15" fmla="*/ 4018746 h 4664632"/>
                <a:gd name="connsiteX16" fmla="*/ 338727 w 6286973"/>
                <a:gd name="connsiteY16" fmla="*/ 3815546 h 4664632"/>
                <a:gd name="connsiteX17" fmla="*/ 148226 w 6286973"/>
                <a:gd name="connsiteY17" fmla="*/ 3180546 h 4664632"/>
                <a:gd name="connsiteX18" fmla="*/ 97426 w 6286973"/>
                <a:gd name="connsiteY18" fmla="*/ 2659846 h 4664632"/>
                <a:gd name="connsiteX19" fmla="*/ 567326 w 6286973"/>
                <a:gd name="connsiteY19" fmla="*/ 1720046 h 4664632"/>
                <a:gd name="connsiteX20" fmla="*/ 645340 w 6286973"/>
                <a:gd name="connsiteY20" fmla="*/ 1602117 h 4664632"/>
                <a:gd name="connsiteX21" fmla="*/ 863056 w 6286973"/>
                <a:gd name="connsiteY21" fmla="*/ 1239260 h 4664632"/>
                <a:gd name="connsiteX0" fmla="*/ 875756 w 6286973"/>
                <a:gd name="connsiteY0" fmla="*/ 1290060 h 4664632"/>
                <a:gd name="connsiteX1" fmla="*/ 1791969 w 6286973"/>
                <a:gd name="connsiteY1" fmla="*/ 528060 h 4664632"/>
                <a:gd name="connsiteX2" fmla="*/ 3983625 w 6286973"/>
                <a:gd name="connsiteY2" fmla="*/ 20060 h 4664632"/>
                <a:gd name="connsiteX3" fmla="*/ 5347968 w 6286973"/>
                <a:gd name="connsiteY3" fmla="*/ 513546 h 4664632"/>
                <a:gd name="connsiteX4" fmla="*/ 5565684 w 6286973"/>
                <a:gd name="connsiteY4" fmla="*/ 542575 h 4664632"/>
                <a:gd name="connsiteX5" fmla="*/ 6088196 w 6286973"/>
                <a:gd name="connsiteY5" fmla="*/ 1674689 h 4664632"/>
                <a:gd name="connsiteX6" fmla="*/ 6131740 w 6286973"/>
                <a:gd name="connsiteY6" fmla="*/ 1994003 h 4664632"/>
                <a:gd name="connsiteX7" fmla="*/ 6073683 w 6286973"/>
                <a:gd name="connsiteY7" fmla="*/ 2356860 h 4664632"/>
                <a:gd name="connsiteX8" fmla="*/ 6073683 w 6286973"/>
                <a:gd name="connsiteY8" fmla="*/ 2777775 h 4664632"/>
                <a:gd name="connsiteX9" fmla="*/ 5318940 w 6286973"/>
                <a:gd name="connsiteY9" fmla="*/ 3706689 h 4664632"/>
                <a:gd name="connsiteX10" fmla="*/ 5159284 w 6286973"/>
                <a:gd name="connsiteY10" fmla="*/ 3851832 h 4664632"/>
                <a:gd name="connsiteX11" fmla="*/ 4564198 w 6286973"/>
                <a:gd name="connsiteY11" fmla="*/ 4258232 h 4664632"/>
                <a:gd name="connsiteX12" fmla="*/ 2198370 w 6286973"/>
                <a:gd name="connsiteY12" fmla="*/ 4664632 h 4664632"/>
                <a:gd name="connsiteX13" fmla="*/ 1748427 w 6286973"/>
                <a:gd name="connsiteY13" fmla="*/ 4519489 h 4664632"/>
                <a:gd name="connsiteX14" fmla="*/ 834026 w 6286973"/>
                <a:gd name="connsiteY14" fmla="*/ 4260046 h 4664632"/>
                <a:gd name="connsiteX15" fmla="*/ 567326 w 6286973"/>
                <a:gd name="connsiteY15" fmla="*/ 4018746 h 4664632"/>
                <a:gd name="connsiteX16" fmla="*/ 338727 w 6286973"/>
                <a:gd name="connsiteY16" fmla="*/ 3815546 h 4664632"/>
                <a:gd name="connsiteX17" fmla="*/ 148226 w 6286973"/>
                <a:gd name="connsiteY17" fmla="*/ 3180546 h 4664632"/>
                <a:gd name="connsiteX18" fmla="*/ 97426 w 6286973"/>
                <a:gd name="connsiteY18" fmla="*/ 2659846 h 4664632"/>
                <a:gd name="connsiteX19" fmla="*/ 567326 w 6286973"/>
                <a:gd name="connsiteY19" fmla="*/ 1720046 h 4664632"/>
                <a:gd name="connsiteX20" fmla="*/ 645340 w 6286973"/>
                <a:gd name="connsiteY20" fmla="*/ 1602117 h 4664632"/>
                <a:gd name="connsiteX21" fmla="*/ 875756 w 6286973"/>
                <a:gd name="connsiteY21" fmla="*/ 1290060 h 4664632"/>
                <a:gd name="connsiteX0" fmla="*/ 875756 w 6286973"/>
                <a:gd name="connsiteY0" fmla="*/ 1290060 h 4664632"/>
                <a:gd name="connsiteX1" fmla="*/ 1791969 w 6286973"/>
                <a:gd name="connsiteY1" fmla="*/ 528060 h 4664632"/>
                <a:gd name="connsiteX2" fmla="*/ 3983625 w 6286973"/>
                <a:gd name="connsiteY2" fmla="*/ 20060 h 4664632"/>
                <a:gd name="connsiteX3" fmla="*/ 5347968 w 6286973"/>
                <a:gd name="connsiteY3" fmla="*/ 513546 h 4664632"/>
                <a:gd name="connsiteX4" fmla="*/ 5565684 w 6286973"/>
                <a:gd name="connsiteY4" fmla="*/ 542575 h 4664632"/>
                <a:gd name="connsiteX5" fmla="*/ 6088196 w 6286973"/>
                <a:gd name="connsiteY5" fmla="*/ 1674689 h 4664632"/>
                <a:gd name="connsiteX6" fmla="*/ 6131740 w 6286973"/>
                <a:gd name="connsiteY6" fmla="*/ 1994003 h 4664632"/>
                <a:gd name="connsiteX7" fmla="*/ 6073683 w 6286973"/>
                <a:gd name="connsiteY7" fmla="*/ 2356860 h 4664632"/>
                <a:gd name="connsiteX8" fmla="*/ 6073683 w 6286973"/>
                <a:gd name="connsiteY8" fmla="*/ 2777775 h 4664632"/>
                <a:gd name="connsiteX9" fmla="*/ 5318940 w 6286973"/>
                <a:gd name="connsiteY9" fmla="*/ 3706689 h 4664632"/>
                <a:gd name="connsiteX10" fmla="*/ 5159284 w 6286973"/>
                <a:gd name="connsiteY10" fmla="*/ 3851832 h 4664632"/>
                <a:gd name="connsiteX11" fmla="*/ 4564198 w 6286973"/>
                <a:gd name="connsiteY11" fmla="*/ 4258232 h 4664632"/>
                <a:gd name="connsiteX12" fmla="*/ 2198370 w 6286973"/>
                <a:gd name="connsiteY12" fmla="*/ 4664632 h 4664632"/>
                <a:gd name="connsiteX13" fmla="*/ 1748427 w 6286973"/>
                <a:gd name="connsiteY13" fmla="*/ 4519489 h 4664632"/>
                <a:gd name="connsiteX14" fmla="*/ 834026 w 6286973"/>
                <a:gd name="connsiteY14" fmla="*/ 4260046 h 4664632"/>
                <a:gd name="connsiteX15" fmla="*/ 567326 w 6286973"/>
                <a:gd name="connsiteY15" fmla="*/ 4018746 h 4664632"/>
                <a:gd name="connsiteX16" fmla="*/ 338727 w 6286973"/>
                <a:gd name="connsiteY16" fmla="*/ 3815546 h 4664632"/>
                <a:gd name="connsiteX17" fmla="*/ 148226 w 6286973"/>
                <a:gd name="connsiteY17" fmla="*/ 3180546 h 4664632"/>
                <a:gd name="connsiteX18" fmla="*/ 97426 w 6286973"/>
                <a:gd name="connsiteY18" fmla="*/ 2659846 h 4664632"/>
                <a:gd name="connsiteX19" fmla="*/ 567326 w 6286973"/>
                <a:gd name="connsiteY19" fmla="*/ 1720046 h 4664632"/>
                <a:gd name="connsiteX20" fmla="*/ 645340 w 6286973"/>
                <a:gd name="connsiteY20" fmla="*/ 1602117 h 4664632"/>
                <a:gd name="connsiteX21" fmla="*/ 875756 w 6286973"/>
                <a:gd name="connsiteY21" fmla="*/ 1290060 h 4664632"/>
                <a:gd name="connsiteX0" fmla="*/ 875756 w 6286973"/>
                <a:gd name="connsiteY0" fmla="*/ 1475466 h 4850038"/>
                <a:gd name="connsiteX1" fmla="*/ 1791969 w 6286973"/>
                <a:gd name="connsiteY1" fmla="*/ 713466 h 4850038"/>
                <a:gd name="connsiteX2" fmla="*/ 3983625 w 6286973"/>
                <a:gd name="connsiteY2" fmla="*/ 205466 h 4850038"/>
                <a:gd name="connsiteX3" fmla="*/ 5347968 w 6286973"/>
                <a:gd name="connsiteY3" fmla="*/ 698952 h 4850038"/>
                <a:gd name="connsiteX4" fmla="*/ 5565684 w 6286973"/>
                <a:gd name="connsiteY4" fmla="*/ 727981 h 4850038"/>
                <a:gd name="connsiteX5" fmla="*/ 6088196 w 6286973"/>
                <a:gd name="connsiteY5" fmla="*/ 1860095 h 4850038"/>
                <a:gd name="connsiteX6" fmla="*/ 6131740 w 6286973"/>
                <a:gd name="connsiteY6" fmla="*/ 2179409 h 4850038"/>
                <a:gd name="connsiteX7" fmla="*/ 6073683 w 6286973"/>
                <a:gd name="connsiteY7" fmla="*/ 2542266 h 4850038"/>
                <a:gd name="connsiteX8" fmla="*/ 6073683 w 6286973"/>
                <a:gd name="connsiteY8" fmla="*/ 2963181 h 4850038"/>
                <a:gd name="connsiteX9" fmla="*/ 5318940 w 6286973"/>
                <a:gd name="connsiteY9" fmla="*/ 3892095 h 4850038"/>
                <a:gd name="connsiteX10" fmla="*/ 5159284 w 6286973"/>
                <a:gd name="connsiteY10" fmla="*/ 4037238 h 4850038"/>
                <a:gd name="connsiteX11" fmla="*/ 4564198 w 6286973"/>
                <a:gd name="connsiteY11" fmla="*/ 4443638 h 4850038"/>
                <a:gd name="connsiteX12" fmla="*/ 2198370 w 6286973"/>
                <a:gd name="connsiteY12" fmla="*/ 4850038 h 4850038"/>
                <a:gd name="connsiteX13" fmla="*/ 1748427 w 6286973"/>
                <a:gd name="connsiteY13" fmla="*/ 4704895 h 4850038"/>
                <a:gd name="connsiteX14" fmla="*/ 834026 w 6286973"/>
                <a:gd name="connsiteY14" fmla="*/ 4445452 h 4850038"/>
                <a:gd name="connsiteX15" fmla="*/ 567326 w 6286973"/>
                <a:gd name="connsiteY15" fmla="*/ 4204152 h 4850038"/>
                <a:gd name="connsiteX16" fmla="*/ 338727 w 6286973"/>
                <a:gd name="connsiteY16" fmla="*/ 4000952 h 4850038"/>
                <a:gd name="connsiteX17" fmla="*/ 148226 w 6286973"/>
                <a:gd name="connsiteY17" fmla="*/ 3365952 h 4850038"/>
                <a:gd name="connsiteX18" fmla="*/ 97426 w 6286973"/>
                <a:gd name="connsiteY18" fmla="*/ 2845252 h 4850038"/>
                <a:gd name="connsiteX19" fmla="*/ 567326 w 6286973"/>
                <a:gd name="connsiteY19" fmla="*/ 1905452 h 4850038"/>
                <a:gd name="connsiteX20" fmla="*/ 645340 w 6286973"/>
                <a:gd name="connsiteY20" fmla="*/ 1787523 h 4850038"/>
                <a:gd name="connsiteX21" fmla="*/ 875756 w 6286973"/>
                <a:gd name="connsiteY21" fmla="*/ 1475466 h 4850038"/>
                <a:gd name="connsiteX0" fmla="*/ 875756 w 6286973"/>
                <a:gd name="connsiteY0" fmla="*/ 1705651 h 5080223"/>
                <a:gd name="connsiteX1" fmla="*/ 1791969 w 6286973"/>
                <a:gd name="connsiteY1" fmla="*/ 943651 h 5080223"/>
                <a:gd name="connsiteX2" fmla="*/ 3983625 w 6286973"/>
                <a:gd name="connsiteY2" fmla="*/ 435651 h 5080223"/>
                <a:gd name="connsiteX3" fmla="*/ 5347968 w 6286973"/>
                <a:gd name="connsiteY3" fmla="*/ 929137 h 5080223"/>
                <a:gd name="connsiteX4" fmla="*/ 5565684 w 6286973"/>
                <a:gd name="connsiteY4" fmla="*/ 958166 h 5080223"/>
                <a:gd name="connsiteX5" fmla="*/ 6088196 w 6286973"/>
                <a:gd name="connsiteY5" fmla="*/ 2090280 h 5080223"/>
                <a:gd name="connsiteX6" fmla="*/ 6131740 w 6286973"/>
                <a:gd name="connsiteY6" fmla="*/ 2409594 h 5080223"/>
                <a:gd name="connsiteX7" fmla="*/ 6073683 w 6286973"/>
                <a:gd name="connsiteY7" fmla="*/ 2772451 h 5080223"/>
                <a:gd name="connsiteX8" fmla="*/ 6073683 w 6286973"/>
                <a:gd name="connsiteY8" fmla="*/ 3193366 h 5080223"/>
                <a:gd name="connsiteX9" fmla="*/ 5318940 w 6286973"/>
                <a:gd name="connsiteY9" fmla="*/ 4122280 h 5080223"/>
                <a:gd name="connsiteX10" fmla="*/ 5159284 w 6286973"/>
                <a:gd name="connsiteY10" fmla="*/ 4267423 h 5080223"/>
                <a:gd name="connsiteX11" fmla="*/ 4564198 w 6286973"/>
                <a:gd name="connsiteY11" fmla="*/ 4673823 h 5080223"/>
                <a:gd name="connsiteX12" fmla="*/ 2198370 w 6286973"/>
                <a:gd name="connsiteY12" fmla="*/ 5080223 h 5080223"/>
                <a:gd name="connsiteX13" fmla="*/ 1748427 w 6286973"/>
                <a:gd name="connsiteY13" fmla="*/ 4935080 h 5080223"/>
                <a:gd name="connsiteX14" fmla="*/ 834026 w 6286973"/>
                <a:gd name="connsiteY14" fmla="*/ 4675637 h 5080223"/>
                <a:gd name="connsiteX15" fmla="*/ 567326 w 6286973"/>
                <a:gd name="connsiteY15" fmla="*/ 4434337 h 5080223"/>
                <a:gd name="connsiteX16" fmla="*/ 338727 w 6286973"/>
                <a:gd name="connsiteY16" fmla="*/ 4231137 h 5080223"/>
                <a:gd name="connsiteX17" fmla="*/ 148226 w 6286973"/>
                <a:gd name="connsiteY17" fmla="*/ 3596137 h 5080223"/>
                <a:gd name="connsiteX18" fmla="*/ 97426 w 6286973"/>
                <a:gd name="connsiteY18" fmla="*/ 3075437 h 5080223"/>
                <a:gd name="connsiteX19" fmla="*/ 567326 w 6286973"/>
                <a:gd name="connsiteY19" fmla="*/ 2135637 h 5080223"/>
                <a:gd name="connsiteX20" fmla="*/ 645340 w 6286973"/>
                <a:gd name="connsiteY20" fmla="*/ 2017708 h 5080223"/>
                <a:gd name="connsiteX21" fmla="*/ 875756 w 6286973"/>
                <a:gd name="connsiteY21" fmla="*/ 1705651 h 5080223"/>
                <a:gd name="connsiteX0" fmla="*/ 875756 w 6286973"/>
                <a:gd name="connsiteY0" fmla="*/ 1705651 h 5080223"/>
                <a:gd name="connsiteX1" fmla="*/ 1791969 w 6286973"/>
                <a:gd name="connsiteY1" fmla="*/ 943651 h 5080223"/>
                <a:gd name="connsiteX2" fmla="*/ 3983625 w 6286973"/>
                <a:gd name="connsiteY2" fmla="*/ 435651 h 5080223"/>
                <a:gd name="connsiteX3" fmla="*/ 5347968 w 6286973"/>
                <a:gd name="connsiteY3" fmla="*/ 929137 h 5080223"/>
                <a:gd name="connsiteX4" fmla="*/ 5565684 w 6286973"/>
                <a:gd name="connsiteY4" fmla="*/ 958166 h 5080223"/>
                <a:gd name="connsiteX5" fmla="*/ 6088196 w 6286973"/>
                <a:gd name="connsiteY5" fmla="*/ 2090280 h 5080223"/>
                <a:gd name="connsiteX6" fmla="*/ 6131740 w 6286973"/>
                <a:gd name="connsiteY6" fmla="*/ 2409594 h 5080223"/>
                <a:gd name="connsiteX7" fmla="*/ 6073683 w 6286973"/>
                <a:gd name="connsiteY7" fmla="*/ 2772451 h 5080223"/>
                <a:gd name="connsiteX8" fmla="*/ 6073683 w 6286973"/>
                <a:gd name="connsiteY8" fmla="*/ 3193366 h 5080223"/>
                <a:gd name="connsiteX9" fmla="*/ 5318940 w 6286973"/>
                <a:gd name="connsiteY9" fmla="*/ 4122280 h 5080223"/>
                <a:gd name="connsiteX10" fmla="*/ 5159284 w 6286973"/>
                <a:gd name="connsiteY10" fmla="*/ 4267423 h 5080223"/>
                <a:gd name="connsiteX11" fmla="*/ 4564198 w 6286973"/>
                <a:gd name="connsiteY11" fmla="*/ 4673823 h 5080223"/>
                <a:gd name="connsiteX12" fmla="*/ 2198370 w 6286973"/>
                <a:gd name="connsiteY12" fmla="*/ 5080223 h 5080223"/>
                <a:gd name="connsiteX13" fmla="*/ 1748427 w 6286973"/>
                <a:gd name="connsiteY13" fmla="*/ 4935080 h 5080223"/>
                <a:gd name="connsiteX14" fmla="*/ 834026 w 6286973"/>
                <a:gd name="connsiteY14" fmla="*/ 4675637 h 5080223"/>
                <a:gd name="connsiteX15" fmla="*/ 567326 w 6286973"/>
                <a:gd name="connsiteY15" fmla="*/ 4434337 h 5080223"/>
                <a:gd name="connsiteX16" fmla="*/ 338727 w 6286973"/>
                <a:gd name="connsiteY16" fmla="*/ 4231137 h 5080223"/>
                <a:gd name="connsiteX17" fmla="*/ 148226 w 6286973"/>
                <a:gd name="connsiteY17" fmla="*/ 3596137 h 5080223"/>
                <a:gd name="connsiteX18" fmla="*/ 97426 w 6286973"/>
                <a:gd name="connsiteY18" fmla="*/ 3075437 h 5080223"/>
                <a:gd name="connsiteX19" fmla="*/ 567326 w 6286973"/>
                <a:gd name="connsiteY19" fmla="*/ 2135637 h 5080223"/>
                <a:gd name="connsiteX20" fmla="*/ 645340 w 6286973"/>
                <a:gd name="connsiteY20" fmla="*/ 2017708 h 5080223"/>
                <a:gd name="connsiteX21" fmla="*/ 875756 w 6286973"/>
                <a:gd name="connsiteY21" fmla="*/ 1705651 h 5080223"/>
                <a:gd name="connsiteX0" fmla="*/ 875756 w 6286973"/>
                <a:gd name="connsiteY0" fmla="*/ 1705651 h 5080223"/>
                <a:gd name="connsiteX1" fmla="*/ 1791969 w 6286973"/>
                <a:gd name="connsiteY1" fmla="*/ 943651 h 5080223"/>
                <a:gd name="connsiteX2" fmla="*/ 3983625 w 6286973"/>
                <a:gd name="connsiteY2" fmla="*/ 435651 h 5080223"/>
                <a:gd name="connsiteX3" fmla="*/ 5347968 w 6286973"/>
                <a:gd name="connsiteY3" fmla="*/ 929137 h 5080223"/>
                <a:gd name="connsiteX4" fmla="*/ 5565684 w 6286973"/>
                <a:gd name="connsiteY4" fmla="*/ 958166 h 5080223"/>
                <a:gd name="connsiteX5" fmla="*/ 6088196 w 6286973"/>
                <a:gd name="connsiteY5" fmla="*/ 2090280 h 5080223"/>
                <a:gd name="connsiteX6" fmla="*/ 6131740 w 6286973"/>
                <a:gd name="connsiteY6" fmla="*/ 2409594 h 5080223"/>
                <a:gd name="connsiteX7" fmla="*/ 6073683 w 6286973"/>
                <a:gd name="connsiteY7" fmla="*/ 2772451 h 5080223"/>
                <a:gd name="connsiteX8" fmla="*/ 6073683 w 6286973"/>
                <a:gd name="connsiteY8" fmla="*/ 3193366 h 5080223"/>
                <a:gd name="connsiteX9" fmla="*/ 5318940 w 6286973"/>
                <a:gd name="connsiteY9" fmla="*/ 4122280 h 5080223"/>
                <a:gd name="connsiteX10" fmla="*/ 5159284 w 6286973"/>
                <a:gd name="connsiteY10" fmla="*/ 4267423 h 5080223"/>
                <a:gd name="connsiteX11" fmla="*/ 4564198 w 6286973"/>
                <a:gd name="connsiteY11" fmla="*/ 4673823 h 5080223"/>
                <a:gd name="connsiteX12" fmla="*/ 2198370 w 6286973"/>
                <a:gd name="connsiteY12" fmla="*/ 5080223 h 5080223"/>
                <a:gd name="connsiteX13" fmla="*/ 1748427 w 6286973"/>
                <a:gd name="connsiteY13" fmla="*/ 4935080 h 5080223"/>
                <a:gd name="connsiteX14" fmla="*/ 834026 w 6286973"/>
                <a:gd name="connsiteY14" fmla="*/ 4675637 h 5080223"/>
                <a:gd name="connsiteX15" fmla="*/ 567326 w 6286973"/>
                <a:gd name="connsiteY15" fmla="*/ 4434337 h 5080223"/>
                <a:gd name="connsiteX16" fmla="*/ 338727 w 6286973"/>
                <a:gd name="connsiteY16" fmla="*/ 4231137 h 5080223"/>
                <a:gd name="connsiteX17" fmla="*/ 148226 w 6286973"/>
                <a:gd name="connsiteY17" fmla="*/ 3596137 h 5080223"/>
                <a:gd name="connsiteX18" fmla="*/ 97426 w 6286973"/>
                <a:gd name="connsiteY18" fmla="*/ 3075437 h 5080223"/>
                <a:gd name="connsiteX19" fmla="*/ 567326 w 6286973"/>
                <a:gd name="connsiteY19" fmla="*/ 2135637 h 5080223"/>
                <a:gd name="connsiteX20" fmla="*/ 645340 w 6286973"/>
                <a:gd name="connsiteY20" fmla="*/ 2017708 h 5080223"/>
                <a:gd name="connsiteX21" fmla="*/ 875756 w 6286973"/>
                <a:gd name="connsiteY21" fmla="*/ 1705651 h 5080223"/>
                <a:gd name="connsiteX0" fmla="*/ 875756 w 6286973"/>
                <a:gd name="connsiteY0" fmla="*/ 1705651 h 5080223"/>
                <a:gd name="connsiteX1" fmla="*/ 1791969 w 6286973"/>
                <a:gd name="connsiteY1" fmla="*/ 943651 h 5080223"/>
                <a:gd name="connsiteX2" fmla="*/ 3983625 w 6286973"/>
                <a:gd name="connsiteY2" fmla="*/ 435651 h 5080223"/>
                <a:gd name="connsiteX3" fmla="*/ 5347968 w 6286973"/>
                <a:gd name="connsiteY3" fmla="*/ 929137 h 5080223"/>
                <a:gd name="connsiteX4" fmla="*/ 5565684 w 6286973"/>
                <a:gd name="connsiteY4" fmla="*/ 958166 h 5080223"/>
                <a:gd name="connsiteX5" fmla="*/ 6088196 w 6286973"/>
                <a:gd name="connsiteY5" fmla="*/ 2090280 h 5080223"/>
                <a:gd name="connsiteX6" fmla="*/ 6131740 w 6286973"/>
                <a:gd name="connsiteY6" fmla="*/ 2409594 h 5080223"/>
                <a:gd name="connsiteX7" fmla="*/ 6073683 w 6286973"/>
                <a:gd name="connsiteY7" fmla="*/ 2772451 h 5080223"/>
                <a:gd name="connsiteX8" fmla="*/ 6073683 w 6286973"/>
                <a:gd name="connsiteY8" fmla="*/ 3193366 h 5080223"/>
                <a:gd name="connsiteX9" fmla="*/ 5318940 w 6286973"/>
                <a:gd name="connsiteY9" fmla="*/ 4122280 h 5080223"/>
                <a:gd name="connsiteX10" fmla="*/ 5159284 w 6286973"/>
                <a:gd name="connsiteY10" fmla="*/ 4267423 h 5080223"/>
                <a:gd name="connsiteX11" fmla="*/ 4564198 w 6286973"/>
                <a:gd name="connsiteY11" fmla="*/ 4673823 h 5080223"/>
                <a:gd name="connsiteX12" fmla="*/ 2198370 w 6286973"/>
                <a:gd name="connsiteY12" fmla="*/ 5080223 h 5080223"/>
                <a:gd name="connsiteX13" fmla="*/ 1748427 w 6286973"/>
                <a:gd name="connsiteY13" fmla="*/ 4935080 h 5080223"/>
                <a:gd name="connsiteX14" fmla="*/ 834026 w 6286973"/>
                <a:gd name="connsiteY14" fmla="*/ 4675637 h 5080223"/>
                <a:gd name="connsiteX15" fmla="*/ 567326 w 6286973"/>
                <a:gd name="connsiteY15" fmla="*/ 4434337 h 5080223"/>
                <a:gd name="connsiteX16" fmla="*/ 338727 w 6286973"/>
                <a:gd name="connsiteY16" fmla="*/ 4231137 h 5080223"/>
                <a:gd name="connsiteX17" fmla="*/ 148226 w 6286973"/>
                <a:gd name="connsiteY17" fmla="*/ 3596137 h 5080223"/>
                <a:gd name="connsiteX18" fmla="*/ 97426 w 6286973"/>
                <a:gd name="connsiteY18" fmla="*/ 3075437 h 5080223"/>
                <a:gd name="connsiteX19" fmla="*/ 567326 w 6286973"/>
                <a:gd name="connsiteY19" fmla="*/ 2135637 h 5080223"/>
                <a:gd name="connsiteX20" fmla="*/ 645340 w 6286973"/>
                <a:gd name="connsiteY20" fmla="*/ 2017708 h 5080223"/>
                <a:gd name="connsiteX21" fmla="*/ 875756 w 6286973"/>
                <a:gd name="connsiteY21" fmla="*/ 1705651 h 5080223"/>
                <a:gd name="connsiteX0" fmla="*/ 875756 w 6242639"/>
                <a:gd name="connsiteY0" fmla="*/ 1705651 h 5080223"/>
                <a:gd name="connsiteX1" fmla="*/ 1791969 w 6242639"/>
                <a:gd name="connsiteY1" fmla="*/ 943651 h 5080223"/>
                <a:gd name="connsiteX2" fmla="*/ 3983625 w 6242639"/>
                <a:gd name="connsiteY2" fmla="*/ 435651 h 5080223"/>
                <a:gd name="connsiteX3" fmla="*/ 5347968 w 6242639"/>
                <a:gd name="connsiteY3" fmla="*/ 929137 h 5080223"/>
                <a:gd name="connsiteX4" fmla="*/ 5565684 w 6242639"/>
                <a:gd name="connsiteY4" fmla="*/ 958166 h 5080223"/>
                <a:gd name="connsiteX5" fmla="*/ 6088196 w 6242639"/>
                <a:gd name="connsiteY5" fmla="*/ 2090280 h 5080223"/>
                <a:gd name="connsiteX6" fmla="*/ 6131740 w 6242639"/>
                <a:gd name="connsiteY6" fmla="*/ 2409594 h 5080223"/>
                <a:gd name="connsiteX7" fmla="*/ 6073683 w 6242639"/>
                <a:gd name="connsiteY7" fmla="*/ 2772451 h 5080223"/>
                <a:gd name="connsiteX8" fmla="*/ 6073683 w 6242639"/>
                <a:gd name="connsiteY8" fmla="*/ 3193366 h 5080223"/>
                <a:gd name="connsiteX9" fmla="*/ 5318940 w 6242639"/>
                <a:gd name="connsiteY9" fmla="*/ 4122280 h 5080223"/>
                <a:gd name="connsiteX10" fmla="*/ 5159284 w 6242639"/>
                <a:gd name="connsiteY10" fmla="*/ 4267423 h 5080223"/>
                <a:gd name="connsiteX11" fmla="*/ 4564198 w 6242639"/>
                <a:gd name="connsiteY11" fmla="*/ 4673823 h 5080223"/>
                <a:gd name="connsiteX12" fmla="*/ 2198370 w 6242639"/>
                <a:gd name="connsiteY12" fmla="*/ 5080223 h 5080223"/>
                <a:gd name="connsiteX13" fmla="*/ 1748427 w 6242639"/>
                <a:gd name="connsiteY13" fmla="*/ 4935080 h 5080223"/>
                <a:gd name="connsiteX14" fmla="*/ 834026 w 6242639"/>
                <a:gd name="connsiteY14" fmla="*/ 4675637 h 5080223"/>
                <a:gd name="connsiteX15" fmla="*/ 567326 w 6242639"/>
                <a:gd name="connsiteY15" fmla="*/ 4434337 h 5080223"/>
                <a:gd name="connsiteX16" fmla="*/ 338727 w 6242639"/>
                <a:gd name="connsiteY16" fmla="*/ 4231137 h 5080223"/>
                <a:gd name="connsiteX17" fmla="*/ 148226 w 6242639"/>
                <a:gd name="connsiteY17" fmla="*/ 3596137 h 5080223"/>
                <a:gd name="connsiteX18" fmla="*/ 97426 w 6242639"/>
                <a:gd name="connsiteY18" fmla="*/ 3075437 h 5080223"/>
                <a:gd name="connsiteX19" fmla="*/ 567326 w 6242639"/>
                <a:gd name="connsiteY19" fmla="*/ 2135637 h 5080223"/>
                <a:gd name="connsiteX20" fmla="*/ 645340 w 6242639"/>
                <a:gd name="connsiteY20" fmla="*/ 2017708 h 5080223"/>
                <a:gd name="connsiteX21" fmla="*/ 875756 w 6242639"/>
                <a:gd name="connsiteY21" fmla="*/ 1705651 h 5080223"/>
                <a:gd name="connsiteX0" fmla="*/ 875756 w 6242639"/>
                <a:gd name="connsiteY0" fmla="*/ 1705651 h 5080223"/>
                <a:gd name="connsiteX1" fmla="*/ 1791969 w 6242639"/>
                <a:gd name="connsiteY1" fmla="*/ 943651 h 5080223"/>
                <a:gd name="connsiteX2" fmla="*/ 3983625 w 6242639"/>
                <a:gd name="connsiteY2" fmla="*/ 435651 h 5080223"/>
                <a:gd name="connsiteX3" fmla="*/ 5347968 w 6242639"/>
                <a:gd name="connsiteY3" fmla="*/ 929137 h 5080223"/>
                <a:gd name="connsiteX4" fmla="*/ 5565684 w 6242639"/>
                <a:gd name="connsiteY4" fmla="*/ 958166 h 5080223"/>
                <a:gd name="connsiteX5" fmla="*/ 6088196 w 6242639"/>
                <a:gd name="connsiteY5" fmla="*/ 2090280 h 5080223"/>
                <a:gd name="connsiteX6" fmla="*/ 6131740 w 6242639"/>
                <a:gd name="connsiteY6" fmla="*/ 2409594 h 5080223"/>
                <a:gd name="connsiteX7" fmla="*/ 6073683 w 6242639"/>
                <a:gd name="connsiteY7" fmla="*/ 2772451 h 5080223"/>
                <a:gd name="connsiteX8" fmla="*/ 6073683 w 6242639"/>
                <a:gd name="connsiteY8" fmla="*/ 3193366 h 5080223"/>
                <a:gd name="connsiteX9" fmla="*/ 5318940 w 6242639"/>
                <a:gd name="connsiteY9" fmla="*/ 4122280 h 5080223"/>
                <a:gd name="connsiteX10" fmla="*/ 5159284 w 6242639"/>
                <a:gd name="connsiteY10" fmla="*/ 4267423 h 5080223"/>
                <a:gd name="connsiteX11" fmla="*/ 4564198 w 6242639"/>
                <a:gd name="connsiteY11" fmla="*/ 4673823 h 5080223"/>
                <a:gd name="connsiteX12" fmla="*/ 2198370 w 6242639"/>
                <a:gd name="connsiteY12" fmla="*/ 5080223 h 5080223"/>
                <a:gd name="connsiteX13" fmla="*/ 1748427 w 6242639"/>
                <a:gd name="connsiteY13" fmla="*/ 4935080 h 5080223"/>
                <a:gd name="connsiteX14" fmla="*/ 834026 w 6242639"/>
                <a:gd name="connsiteY14" fmla="*/ 4675637 h 5080223"/>
                <a:gd name="connsiteX15" fmla="*/ 567326 w 6242639"/>
                <a:gd name="connsiteY15" fmla="*/ 4434337 h 5080223"/>
                <a:gd name="connsiteX16" fmla="*/ 338727 w 6242639"/>
                <a:gd name="connsiteY16" fmla="*/ 4231137 h 5080223"/>
                <a:gd name="connsiteX17" fmla="*/ 148226 w 6242639"/>
                <a:gd name="connsiteY17" fmla="*/ 3596137 h 5080223"/>
                <a:gd name="connsiteX18" fmla="*/ 97426 w 6242639"/>
                <a:gd name="connsiteY18" fmla="*/ 3075437 h 5080223"/>
                <a:gd name="connsiteX19" fmla="*/ 567326 w 6242639"/>
                <a:gd name="connsiteY19" fmla="*/ 2135637 h 5080223"/>
                <a:gd name="connsiteX20" fmla="*/ 645340 w 6242639"/>
                <a:gd name="connsiteY20" fmla="*/ 2017708 h 5080223"/>
                <a:gd name="connsiteX21" fmla="*/ 875756 w 6242639"/>
                <a:gd name="connsiteY21" fmla="*/ 1705651 h 5080223"/>
                <a:gd name="connsiteX0" fmla="*/ 875756 w 6242639"/>
                <a:gd name="connsiteY0" fmla="*/ 1705651 h 5080223"/>
                <a:gd name="connsiteX1" fmla="*/ 1791969 w 6242639"/>
                <a:gd name="connsiteY1" fmla="*/ 943651 h 5080223"/>
                <a:gd name="connsiteX2" fmla="*/ 3983625 w 6242639"/>
                <a:gd name="connsiteY2" fmla="*/ 435651 h 5080223"/>
                <a:gd name="connsiteX3" fmla="*/ 5347968 w 6242639"/>
                <a:gd name="connsiteY3" fmla="*/ 929137 h 5080223"/>
                <a:gd name="connsiteX4" fmla="*/ 5565684 w 6242639"/>
                <a:gd name="connsiteY4" fmla="*/ 958166 h 5080223"/>
                <a:gd name="connsiteX5" fmla="*/ 6088196 w 6242639"/>
                <a:gd name="connsiteY5" fmla="*/ 2090280 h 5080223"/>
                <a:gd name="connsiteX6" fmla="*/ 6131740 w 6242639"/>
                <a:gd name="connsiteY6" fmla="*/ 2409594 h 5080223"/>
                <a:gd name="connsiteX7" fmla="*/ 6073683 w 6242639"/>
                <a:gd name="connsiteY7" fmla="*/ 2772451 h 5080223"/>
                <a:gd name="connsiteX8" fmla="*/ 6073683 w 6242639"/>
                <a:gd name="connsiteY8" fmla="*/ 3193366 h 5080223"/>
                <a:gd name="connsiteX9" fmla="*/ 5318940 w 6242639"/>
                <a:gd name="connsiteY9" fmla="*/ 4122280 h 5080223"/>
                <a:gd name="connsiteX10" fmla="*/ 5159284 w 6242639"/>
                <a:gd name="connsiteY10" fmla="*/ 4267423 h 5080223"/>
                <a:gd name="connsiteX11" fmla="*/ 4564198 w 6242639"/>
                <a:gd name="connsiteY11" fmla="*/ 4673823 h 5080223"/>
                <a:gd name="connsiteX12" fmla="*/ 2198370 w 6242639"/>
                <a:gd name="connsiteY12" fmla="*/ 5080223 h 5080223"/>
                <a:gd name="connsiteX13" fmla="*/ 1748427 w 6242639"/>
                <a:gd name="connsiteY13" fmla="*/ 4935080 h 5080223"/>
                <a:gd name="connsiteX14" fmla="*/ 834026 w 6242639"/>
                <a:gd name="connsiteY14" fmla="*/ 4675637 h 5080223"/>
                <a:gd name="connsiteX15" fmla="*/ 567326 w 6242639"/>
                <a:gd name="connsiteY15" fmla="*/ 4434337 h 5080223"/>
                <a:gd name="connsiteX16" fmla="*/ 338727 w 6242639"/>
                <a:gd name="connsiteY16" fmla="*/ 4231137 h 5080223"/>
                <a:gd name="connsiteX17" fmla="*/ 148226 w 6242639"/>
                <a:gd name="connsiteY17" fmla="*/ 3596137 h 5080223"/>
                <a:gd name="connsiteX18" fmla="*/ 97426 w 6242639"/>
                <a:gd name="connsiteY18" fmla="*/ 3075437 h 5080223"/>
                <a:gd name="connsiteX19" fmla="*/ 567326 w 6242639"/>
                <a:gd name="connsiteY19" fmla="*/ 2135637 h 5080223"/>
                <a:gd name="connsiteX20" fmla="*/ 645340 w 6242639"/>
                <a:gd name="connsiteY20" fmla="*/ 2017708 h 5080223"/>
                <a:gd name="connsiteX21" fmla="*/ 875756 w 6242639"/>
                <a:gd name="connsiteY21" fmla="*/ 1705651 h 5080223"/>
                <a:gd name="connsiteX0" fmla="*/ 875756 w 6242639"/>
                <a:gd name="connsiteY0" fmla="*/ 1705651 h 5080223"/>
                <a:gd name="connsiteX1" fmla="*/ 1791969 w 6242639"/>
                <a:gd name="connsiteY1" fmla="*/ 943651 h 5080223"/>
                <a:gd name="connsiteX2" fmla="*/ 3983625 w 6242639"/>
                <a:gd name="connsiteY2" fmla="*/ 435651 h 5080223"/>
                <a:gd name="connsiteX3" fmla="*/ 5347968 w 6242639"/>
                <a:gd name="connsiteY3" fmla="*/ 929137 h 5080223"/>
                <a:gd name="connsiteX4" fmla="*/ 5565684 w 6242639"/>
                <a:gd name="connsiteY4" fmla="*/ 958166 h 5080223"/>
                <a:gd name="connsiteX5" fmla="*/ 6088196 w 6242639"/>
                <a:gd name="connsiteY5" fmla="*/ 2090280 h 5080223"/>
                <a:gd name="connsiteX6" fmla="*/ 6131740 w 6242639"/>
                <a:gd name="connsiteY6" fmla="*/ 2409594 h 5080223"/>
                <a:gd name="connsiteX7" fmla="*/ 6073683 w 6242639"/>
                <a:gd name="connsiteY7" fmla="*/ 2772451 h 5080223"/>
                <a:gd name="connsiteX8" fmla="*/ 6073683 w 6242639"/>
                <a:gd name="connsiteY8" fmla="*/ 3193366 h 5080223"/>
                <a:gd name="connsiteX9" fmla="*/ 5318940 w 6242639"/>
                <a:gd name="connsiteY9" fmla="*/ 4122280 h 5080223"/>
                <a:gd name="connsiteX10" fmla="*/ 5159284 w 6242639"/>
                <a:gd name="connsiteY10" fmla="*/ 4267423 h 5080223"/>
                <a:gd name="connsiteX11" fmla="*/ 4564198 w 6242639"/>
                <a:gd name="connsiteY11" fmla="*/ 4673823 h 5080223"/>
                <a:gd name="connsiteX12" fmla="*/ 2198370 w 6242639"/>
                <a:gd name="connsiteY12" fmla="*/ 5080223 h 5080223"/>
                <a:gd name="connsiteX13" fmla="*/ 1748427 w 6242639"/>
                <a:gd name="connsiteY13" fmla="*/ 4935080 h 5080223"/>
                <a:gd name="connsiteX14" fmla="*/ 834026 w 6242639"/>
                <a:gd name="connsiteY14" fmla="*/ 4675637 h 5080223"/>
                <a:gd name="connsiteX15" fmla="*/ 567326 w 6242639"/>
                <a:gd name="connsiteY15" fmla="*/ 4434337 h 5080223"/>
                <a:gd name="connsiteX16" fmla="*/ 338727 w 6242639"/>
                <a:gd name="connsiteY16" fmla="*/ 4231137 h 5080223"/>
                <a:gd name="connsiteX17" fmla="*/ 148226 w 6242639"/>
                <a:gd name="connsiteY17" fmla="*/ 3596137 h 5080223"/>
                <a:gd name="connsiteX18" fmla="*/ 97426 w 6242639"/>
                <a:gd name="connsiteY18" fmla="*/ 3075437 h 5080223"/>
                <a:gd name="connsiteX19" fmla="*/ 567326 w 6242639"/>
                <a:gd name="connsiteY19" fmla="*/ 2135637 h 5080223"/>
                <a:gd name="connsiteX20" fmla="*/ 645340 w 6242639"/>
                <a:gd name="connsiteY20" fmla="*/ 2017708 h 5080223"/>
                <a:gd name="connsiteX21" fmla="*/ 875756 w 6242639"/>
                <a:gd name="connsiteY21" fmla="*/ 1705651 h 5080223"/>
                <a:gd name="connsiteX0" fmla="*/ 875756 w 6242639"/>
                <a:gd name="connsiteY0" fmla="*/ 1705651 h 5080223"/>
                <a:gd name="connsiteX1" fmla="*/ 1791969 w 6242639"/>
                <a:gd name="connsiteY1" fmla="*/ 943651 h 5080223"/>
                <a:gd name="connsiteX2" fmla="*/ 3983625 w 6242639"/>
                <a:gd name="connsiteY2" fmla="*/ 435651 h 5080223"/>
                <a:gd name="connsiteX3" fmla="*/ 5347968 w 6242639"/>
                <a:gd name="connsiteY3" fmla="*/ 929137 h 5080223"/>
                <a:gd name="connsiteX4" fmla="*/ 5565684 w 6242639"/>
                <a:gd name="connsiteY4" fmla="*/ 958166 h 5080223"/>
                <a:gd name="connsiteX5" fmla="*/ 6088196 w 6242639"/>
                <a:gd name="connsiteY5" fmla="*/ 2090280 h 5080223"/>
                <a:gd name="connsiteX6" fmla="*/ 6131740 w 6242639"/>
                <a:gd name="connsiteY6" fmla="*/ 2409594 h 5080223"/>
                <a:gd name="connsiteX7" fmla="*/ 6073683 w 6242639"/>
                <a:gd name="connsiteY7" fmla="*/ 2772451 h 5080223"/>
                <a:gd name="connsiteX8" fmla="*/ 6073683 w 6242639"/>
                <a:gd name="connsiteY8" fmla="*/ 3193366 h 5080223"/>
                <a:gd name="connsiteX9" fmla="*/ 5318940 w 6242639"/>
                <a:gd name="connsiteY9" fmla="*/ 4122280 h 5080223"/>
                <a:gd name="connsiteX10" fmla="*/ 5159284 w 6242639"/>
                <a:gd name="connsiteY10" fmla="*/ 4267423 h 5080223"/>
                <a:gd name="connsiteX11" fmla="*/ 4564198 w 6242639"/>
                <a:gd name="connsiteY11" fmla="*/ 4673823 h 5080223"/>
                <a:gd name="connsiteX12" fmla="*/ 2198370 w 6242639"/>
                <a:gd name="connsiteY12" fmla="*/ 5080223 h 5080223"/>
                <a:gd name="connsiteX13" fmla="*/ 1748427 w 6242639"/>
                <a:gd name="connsiteY13" fmla="*/ 4935080 h 5080223"/>
                <a:gd name="connsiteX14" fmla="*/ 834026 w 6242639"/>
                <a:gd name="connsiteY14" fmla="*/ 4675637 h 5080223"/>
                <a:gd name="connsiteX15" fmla="*/ 567326 w 6242639"/>
                <a:gd name="connsiteY15" fmla="*/ 4434337 h 5080223"/>
                <a:gd name="connsiteX16" fmla="*/ 338727 w 6242639"/>
                <a:gd name="connsiteY16" fmla="*/ 4231137 h 5080223"/>
                <a:gd name="connsiteX17" fmla="*/ 148226 w 6242639"/>
                <a:gd name="connsiteY17" fmla="*/ 3596137 h 5080223"/>
                <a:gd name="connsiteX18" fmla="*/ 97426 w 6242639"/>
                <a:gd name="connsiteY18" fmla="*/ 3075437 h 5080223"/>
                <a:gd name="connsiteX19" fmla="*/ 567326 w 6242639"/>
                <a:gd name="connsiteY19" fmla="*/ 2135637 h 5080223"/>
                <a:gd name="connsiteX20" fmla="*/ 645340 w 6242639"/>
                <a:gd name="connsiteY20" fmla="*/ 2017708 h 5080223"/>
                <a:gd name="connsiteX21" fmla="*/ 875756 w 6242639"/>
                <a:gd name="connsiteY21" fmla="*/ 1705651 h 5080223"/>
                <a:gd name="connsiteX0" fmla="*/ 875756 w 6242639"/>
                <a:gd name="connsiteY0" fmla="*/ 1705651 h 5091518"/>
                <a:gd name="connsiteX1" fmla="*/ 1791969 w 6242639"/>
                <a:gd name="connsiteY1" fmla="*/ 943651 h 5091518"/>
                <a:gd name="connsiteX2" fmla="*/ 3983625 w 6242639"/>
                <a:gd name="connsiteY2" fmla="*/ 435651 h 5091518"/>
                <a:gd name="connsiteX3" fmla="*/ 5347968 w 6242639"/>
                <a:gd name="connsiteY3" fmla="*/ 929137 h 5091518"/>
                <a:gd name="connsiteX4" fmla="*/ 5565684 w 6242639"/>
                <a:gd name="connsiteY4" fmla="*/ 958166 h 5091518"/>
                <a:gd name="connsiteX5" fmla="*/ 6088196 w 6242639"/>
                <a:gd name="connsiteY5" fmla="*/ 2090280 h 5091518"/>
                <a:gd name="connsiteX6" fmla="*/ 6131740 w 6242639"/>
                <a:gd name="connsiteY6" fmla="*/ 2409594 h 5091518"/>
                <a:gd name="connsiteX7" fmla="*/ 6073683 w 6242639"/>
                <a:gd name="connsiteY7" fmla="*/ 2772451 h 5091518"/>
                <a:gd name="connsiteX8" fmla="*/ 6073683 w 6242639"/>
                <a:gd name="connsiteY8" fmla="*/ 3193366 h 5091518"/>
                <a:gd name="connsiteX9" fmla="*/ 5318940 w 6242639"/>
                <a:gd name="connsiteY9" fmla="*/ 4122280 h 5091518"/>
                <a:gd name="connsiteX10" fmla="*/ 5159284 w 6242639"/>
                <a:gd name="connsiteY10" fmla="*/ 4267423 h 5091518"/>
                <a:gd name="connsiteX11" fmla="*/ 4564198 w 6242639"/>
                <a:gd name="connsiteY11" fmla="*/ 4673823 h 5091518"/>
                <a:gd name="connsiteX12" fmla="*/ 2198370 w 6242639"/>
                <a:gd name="connsiteY12" fmla="*/ 5080223 h 5091518"/>
                <a:gd name="connsiteX13" fmla="*/ 1748427 w 6242639"/>
                <a:gd name="connsiteY13" fmla="*/ 4935080 h 5091518"/>
                <a:gd name="connsiteX14" fmla="*/ 834026 w 6242639"/>
                <a:gd name="connsiteY14" fmla="*/ 4675637 h 5091518"/>
                <a:gd name="connsiteX15" fmla="*/ 567326 w 6242639"/>
                <a:gd name="connsiteY15" fmla="*/ 4434337 h 5091518"/>
                <a:gd name="connsiteX16" fmla="*/ 338727 w 6242639"/>
                <a:gd name="connsiteY16" fmla="*/ 4231137 h 5091518"/>
                <a:gd name="connsiteX17" fmla="*/ 148226 w 6242639"/>
                <a:gd name="connsiteY17" fmla="*/ 3596137 h 5091518"/>
                <a:gd name="connsiteX18" fmla="*/ 97426 w 6242639"/>
                <a:gd name="connsiteY18" fmla="*/ 3075437 h 5091518"/>
                <a:gd name="connsiteX19" fmla="*/ 567326 w 6242639"/>
                <a:gd name="connsiteY19" fmla="*/ 2135637 h 5091518"/>
                <a:gd name="connsiteX20" fmla="*/ 645340 w 6242639"/>
                <a:gd name="connsiteY20" fmla="*/ 2017708 h 5091518"/>
                <a:gd name="connsiteX21" fmla="*/ 875756 w 6242639"/>
                <a:gd name="connsiteY21" fmla="*/ 1705651 h 5091518"/>
                <a:gd name="connsiteX0" fmla="*/ 875756 w 6242639"/>
                <a:gd name="connsiteY0" fmla="*/ 1705651 h 5091518"/>
                <a:gd name="connsiteX1" fmla="*/ 1791969 w 6242639"/>
                <a:gd name="connsiteY1" fmla="*/ 943651 h 5091518"/>
                <a:gd name="connsiteX2" fmla="*/ 3983625 w 6242639"/>
                <a:gd name="connsiteY2" fmla="*/ 435651 h 5091518"/>
                <a:gd name="connsiteX3" fmla="*/ 5347968 w 6242639"/>
                <a:gd name="connsiteY3" fmla="*/ 929137 h 5091518"/>
                <a:gd name="connsiteX4" fmla="*/ 5565684 w 6242639"/>
                <a:gd name="connsiteY4" fmla="*/ 958166 h 5091518"/>
                <a:gd name="connsiteX5" fmla="*/ 6088196 w 6242639"/>
                <a:gd name="connsiteY5" fmla="*/ 2090280 h 5091518"/>
                <a:gd name="connsiteX6" fmla="*/ 6131740 w 6242639"/>
                <a:gd name="connsiteY6" fmla="*/ 2409594 h 5091518"/>
                <a:gd name="connsiteX7" fmla="*/ 6073683 w 6242639"/>
                <a:gd name="connsiteY7" fmla="*/ 2772451 h 5091518"/>
                <a:gd name="connsiteX8" fmla="*/ 6073683 w 6242639"/>
                <a:gd name="connsiteY8" fmla="*/ 3193366 h 5091518"/>
                <a:gd name="connsiteX9" fmla="*/ 5318940 w 6242639"/>
                <a:gd name="connsiteY9" fmla="*/ 4122280 h 5091518"/>
                <a:gd name="connsiteX10" fmla="*/ 5159284 w 6242639"/>
                <a:gd name="connsiteY10" fmla="*/ 4267423 h 5091518"/>
                <a:gd name="connsiteX11" fmla="*/ 4564198 w 6242639"/>
                <a:gd name="connsiteY11" fmla="*/ 4673823 h 5091518"/>
                <a:gd name="connsiteX12" fmla="*/ 2198370 w 6242639"/>
                <a:gd name="connsiteY12" fmla="*/ 5080223 h 5091518"/>
                <a:gd name="connsiteX13" fmla="*/ 1748427 w 6242639"/>
                <a:gd name="connsiteY13" fmla="*/ 4935080 h 5091518"/>
                <a:gd name="connsiteX14" fmla="*/ 834026 w 6242639"/>
                <a:gd name="connsiteY14" fmla="*/ 4675637 h 5091518"/>
                <a:gd name="connsiteX15" fmla="*/ 567326 w 6242639"/>
                <a:gd name="connsiteY15" fmla="*/ 4434337 h 5091518"/>
                <a:gd name="connsiteX16" fmla="*/ 338727 w 6242639"/>
                <a:gd name="connsiteY16" fmla="*/ 4231137 h 5091518"/>
                <a:gd name="connsiteX17" fmla="*/ 148226 w 6242639"/>
                <a:gd name="connsiteY17" fmla="*/ 3596137 h 5091518"/>
                <a:gd name="connsiteX18" fmla="*/ 97426 w 6242639"/>
                <a:gd name="connsiteY18" fmla="*/ 3075437 h 5091518"/>
                <a:gd name="connsiteX19" fmla="*/ 567326 w 6242639"/>
                <a:gd name="connsiteY19" fmla="*/ 2135637 h 5091518"/>
                <a:gd name="connsiteX20" fmla="*/ 645340 w 6242639"/>
                <a:gd name="connsiteY20" fmla="*/ 2017708 h 5091518"/>
                <a:gd name="connsiteX21" fmla="*/ 875756 w 6242639"/>
                <a:gd name="connsiteY21" fmla="*/ 1705651 h 5091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242639" h="5091518">
                  <a:moveTo>
                    <a:pt x="875756" y="1705651"/>
                  </a:moveTo>
                  <a:cubicBezTo>
                    <a:pt x="1185394" y="1049484"/>
                    <a:pt x="1495031" y="990218"/>
                    <a:pt x="1791969" y="943651"/>
                  </a:cubicBezTo>
                  <a:cubicBezTo>
                    <a:pt x="2453578" y="-388035"/>
                    <a:pt x="3741721" y="-66906"/>
                    <a:pt x="3983625" y="435651"/>
                  </a:cubicBezTo>
                  <a:cubicBezTo>
                    <a:pt x="4809730" y="49208"/>
                    <a:pt x="5286282" y="588656"/>
                    <a:pt x="5347968" y="929137"/>
                  </a:cubicBezTo>
                  <a:lnTo>
                    <a:pt x="5565684" y="958166"/>
                  </a:lnTo>
                  <a:cubicBezTo>
                    <a:pt x="5923703" y="1059766"/>
                    <a:pt x="6528463" y="1361542"/>
                    <a:pt x="6088196" y="2090280"/>
                  </a:cubicBezTo>
                  <a:cubicBezTo>
                    <a:pt x="6346429" y="2209418"/>
                    <a:pt x="6025302" y="2349118"/>
                    <a:pt x="6131740" y="2409594"/>
                  </a:cubicBezTo>
                  <a:cubicBezTo>
                    <a:pt x="6238178" y="2470070"/>
                    <a:pt x="6168026" y="2647265"/>
                    <a:pt x="6073683" y="2772451"/>
                  </a:cubicBezTo>
                  <a:cubicBezTo>
                    <a:pt x="6182540" y="2859537"/>
                    <a:pt x="6095454" y="3002261"/>
                    <a:pt x="6073683" y="3193366"/>
                  </a:cubicBezTo>
                  <a:cubicBezTo>
                    <a:pt x="6420212" y="3587671"/>
                    <a:pt x="5722921" y="4261980"/>
                    <a:pt x="5318940" y="4122280"/>
                  </a:cubicBezTo>
                  <a:cubicBezTo>
                    <a:pt x="5321359" y="4173080"/>
                    <a:pt x="5236693" y="4173080"/>
                    <a:pt x="5159284" y="4267423"/>
                  </a:cubicBezTo>
                  <a:cubicBezTo>
                    <a:pt x="5081875" y="4552266"/>
                    <a:pt x="4951246" y="4552871"/>
                    <a:pt x="4564198" y="4673823"/>
                  </a:cubicBezTo>
                  <a:cubicBezTo>
                    <a:pt x="4177150" y="4794775"/>
                    <a:pt x="2649522" y="5160052"/>
                    <a:pt x="2198370" y="5080223"/>
                  </a:cubicBezTo>
                  <a:cubicBezTo>
                    <a:pt x="1997589" y="5044542"/>
                    <a:pt x="1898408" y="4983461"/>
                    <a:pt x="1748427" y="4935080"/>
                  </a:cubicBezTo>
                  <a:cubicBezTo>
                    <a:pt x="1046903" y="5197849"/>
                    <a:pt x="1030876" y="4759094"/>
                    <a:pt x="834026" y="4675637"/>
                  </a:cubicBezTo>
                  <a:cubicBezTo>
                    <a:pt x="599076" y="4604880"/>
                    <a:pt x="671042" y="4495720"/>
                    <a:pt x="567326" y="4434337"/>
                  </a:cubicBezTo>
                  <a:cubicBezTo>
                    <a:pt x="463610" y="4372954"/>
                    <a:pt x="438210" y="4372954"/>
                    <a:pt x="338727" y="4231137"/>
                  </a:cubicBezTo>
                  <a:cubicBezTo>
                    <a:pt x="-141756" y="3987720"/>
                    <a:pt x="74143" y="3786637"/>
                    <a:pt x="148226" y="3596137"/>
                  </a:cubicBezTo>
                  <a:cubicBezTo>
                    <a:pt x="-57091" y="3380237"/>
                    <a:pt x="16993" y="3312504"/>
                    <a:pt x="97426" y="3075437"/>
                  </a:cubicBezTo>
                  <a:cubicBezTo>
                    <a:pt x="-190441" y="2444670"/>
                    <a:pt x="217774" y="2000775"/>
                    <a:pt x="567326" y="2135637"/>
                  </a:cubicBezTo>
                  <a:cubicBezTo>
                    <a:pt x="535878" y="2003799"/>
                    <a:pt x="621452" y="2123239"/>
                    <a:pt x="645340" y="2017708"/>
                  </a:cubicBezTo>
                  <a:cubicBezTo>
                    <a:pt x="722145" y="1913689"/>
                    <a:pt x="722751" y="1758870"/>
                    <a:pt x="875756" y="1705651"/>
                  </a:cubicBezTo>
                  <a:close/>
                </a:path>
              </a:pathLst>
            </a:cu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5">
              <a:extLst>
                <a:ext uri="{FF2B5EF4-FFF2-40B4-BE49-F238E27FC236}">
                  <a16:creationId xmlns:a16="http://schemas.microsoft.com/office/drawing/2014/main" id="{EE1EED6B-C265-A6EA-FFEA-CE3967C54C3A}"/>
                </a:ext>
              </a:extLst>
            </p:cNvPr>
            <p:cNvSpPr/>
            <p:nvPr/>
          </p:nvSpPr>
          <p:spPr>
            <a:xfrm>
              <a:off x="3657599" y="3138906"/>
              <a:ext cx="3338285" cy="4656876"/>
            </a:xfrm>
            <a:custGeom>
              <a:avLst/>
              <a:gdLst>
                <a:gd name="connsiteX0" fmla="*/ 0 w 1030514"/>
                <a:gd name="connsiteY0" fmla="*/ 0 h 1074057"/>
                <a:gd name="connsiteX1" fmla="*/ 1030514 w 1030514"/>
                <a:gd name="connsiteY1" fmla="*/ 0 h 1074057"/>
                <a:gd name="connsiteX2" fmla="*/ 1030514 w 1030514"/>
                <a:gd name="connsiteY2" fmla="*/ 1074057 h 1074057"/>
                <a:gd name="connsiteX3" fmla="*/ 0 w 1030514"/>
                <a:gd name="connsiteY3" fmla="*/ 1074057 h 1074057"/>
                <a:gd name="connsiteX4" fmla="*/ 0 w 1030514"/>
                <a:gd name="connsiteY4" fmla="*/ 0 h 1074057"/>
                <a:gd name="connsiteX0" fmla="*/ 0 w 2177142"/>
                <a:gd name="connsiteY0" fmla="*/ 0 h 2510971"/>
                <a:gd name="connsiteX1" fmla="*/ 1030514 w 2177142"/>
                <a:gd name="connsiteY1" fmla="*/ 0 h 2510971"/>
                <a:gd name="connsiteX2" fmla="*/ 2177142 w 2177142"/>
                <a:gd name="connsiteY2" fmla="*/ 2510971 h 2510971"/>
                <a:gd name="connsiteX3" fmla="*/ 0 w 2177142"/>
                <a:gd name="connsiteY3" fmla="*/ 1074057 h 2510971"/>
                <a:gd name="connsiteX4" fmla="*/ 0 w 2177142"/>
                <a:gd name="connsiteY4" fmla="*/ 0 h 2510971"/>
                <a:gd name="connsiteX0" fmla="*/ 0 w 2177142"/>
                <a:gd name="connsiteY0" fmla="*/ 0 h 2801257"/>
                <a:gd name="connsiteX1" fmla="*/ 1030514 w 2177142"/>
                <a:gd name="connsiteY1" fmla="*/ 0 h 2801257"/>
                <a:gd name="connsiteX2" fmla="*/ 2177142 w 2177142"/>
                <a:gd name="connsiteY2" fmla="*/ 2510971 h 2801257"/>
                <a:gd name="connsiteX3" fmla="*/ 43543 w 2177142"/>
                <a:gd name="connsiteY3" fmla="*/ 2801257 h 2801257"/>
                <a:gd name="connsiteX4" fmla="*/ 0 w 2177142"/>
                <a:gd name="connsiteY4" fmla="*/ 0 h 2801257"/>
                <a:gd name="connsiteX0" fmla="*/ 0 w 3047999"/>
                <a:gd name="connsiteY0" fmla="*/ 43543 h 2801257"/>
                <a:gd name="connsiteX1" fmla="*/ 1901371 w 3047999"/>
                <a:gd name="connsiteY1" fmla="*/ 0 h 2801257"/>
                <a:gd name="connsiteX2" fmla="*/ 3047999 w 3047999"/>
                <a:gd name="connsiteY2" fmla="*/ 2510971 h 2801257"/>
                <a:gd name="connsiteX3" fmla="*/ 914400 w 3047999"/>
                <a:gd name="connsiteY3" fmla="*/ 2801257 h 2801257"/>
                <a:gd name="connsiteX4" fmla="*/ 0 w 3047999"/>
                <a:gd name="connsiteY4" fmla="*/ 43543 h 2801257"/>
                <a:gd name="connsiteX0" fmla="*/ 0 w 3047999"/>
                <a:gd name="connsiteY0" fmla="*/ 362857 h 3120571"/>
                <a:gd name="connsiteX1" fmla="*/ 348344 w 3047999"/>
                <a:gd name="connsiteY1" fmla="*/ 0 h 3120571"/>
                <a:gd name="connsiteX2" fmla="*/ 1901371 w 3047999"/>
                <a:gd name="connsiteY2" fmla="*/ 319314 h 3120571"/>
                <a:gd name="connsiteX3" fmla="*/ 3047999 w 3047999"/>
                <a:gd name="connsiteY3" fmla="*/ 2830285 h 3120571"/>
                <a:gd name="connsiteX4" fmla="*/ 914400 w 3047999"/>
                <a:gd name="connsiteY4" fmla="*/ 3120571 h 3120571"/>
                <a:gd name="connsiteX5" fmla="*/ 0 w 3047999"/>
                <a:gd name="connsiteY5" fmla="*/ 362857 h 3120571"/>
                <a:gd name="connsiteX0" fmla="*/ 0 w 3047999"/>
                <a:gd name="connsiteY0" fmla="*/ 362857 h 3120571"/>
                <a:gd name="connsiteX1" fmla="*/ 348344 w 3047999"/>
                <a:gd name="connsiteY1" fmla="*/ 0 h 3120571"/>
                <a:gd name="connsiteX2" fmla="*/ 856344 w 3047999"/>
                <a:gd name="connsiteY2" fmla="*/ 537028 h 3120571"/>
                <a:gd name="connsiteX3" fmla="*/ 1901371 w 3047999"/>
                <a:gd name="connsiteY3" fmla="*/ 319314 h 3120571"/>
                <a:gd name="connsiteX4" fmla="*/ 3047999 w 3047999"/>
                <a:gd name="connsiteY4" fmla="*/ 2830285 h 3120571"/>
                <a:gd name="connsiteX5" fmla="*/ 914400 w 3047999"/>
                <a:gd name="connsiteY5" fmla="*/ 3120571 h 3120571"/>
                <a:gd name="connsiteX6" fmla="*/ 0 w 3047999"/>
                <a:gd name="connsiteY6" fmla="*/ 362857 h 3120571"/>
                <a:gd name="connsiteX0" fmla="*/ 0 w 3047999"/>
                <a:gd name="connsiteY0" fmla="*/ 827314 h 3585028"/>
                <a:gd name="connsiteX1" fmla="*/ 348344 w 3047999"/>
                <a:gd name="connsiteY1" fmla="*/ 464457 h 3585028"/>
                <a:gd name="connsiteX2" fmla="*/ 856344 w 3047999"/>
                <a:gd name="connsiteY2" fmla="*/ 1001485 h 3585028"/>
                <a:gd name="connsiteX3" fmla="*/ 493487 w 3047999"/>
                <a:gd name="connsiteY3" fmla="*/ 0 h 3585028"/>
                <a:gd name="connsiteX4" fmla="*/ 1901371 w 3047999"/>
                <a:gd name="connsiteY4" fmla="*/ 783771 h 3585028"/>
                <a:gd name="connsiteX5" fmla="*/ 3047999 w 3047999"/>
                <a:gd name="connsiteY5" fmla="*/ 3294742 h 3585028"/>
                <a:gd name="connsiteX6" fmla="*/ 914400 w 3047999"/>
                <a:gd name="connsiteY6" fmla="*/ 3585028 h 3585028"/>
                <a:gd name="connsiteX7" fmla="*/ 0 w 3047999"/>
                <a:gd name="connsiteY7" fmla="*/ 827314 h 3585028"/>
                <a:gd name="connsiteX0" fmla="*/ 0 w 3047999"/>
                <a:gd name="connsiteY0" fmla="*/ 1219469 h 3977183"/>
                <a:gd name="connsiteX1" fmla="*/ 348344 w 3047999"/>
                <a:gd name="connsiteY1" fmla="*/ 856612 h 3977183"/>
                <a:gd name="connsiteX2" fmla="*/ 856344 w 3047999"/>
                <a:gd name="connsiteY2" fmla="*/ 1393640 h 3977183"/>
                <a:gd name="connsiteX3" fmla="*/ 493487 w 3047999"/>
                <a:gd name="connsiteY3" fmla="*/ 392155 h 3977183"/>
                <a:gd name="connsiteX4" fmla="*/ 899887 w 3047999"/>
                <a:gd name="connsiteY4" fmla="*/ 14783 h 3977183"/>
                <a:gd name="connsiteX5" fmla="*/ 1901371 w 3047999"/>
                <a:gd name="connsiteY5" fmla="*/ 1175926 h 3977183"/>
                <a:gd name="connsiteX6" fmla="*/ 3047999 w 3047999"/>
                <a:gd name="connsiteY6" fmla="*/ 3686897 h 3977183"/>
                <a:gd name="connsiteX7" fmla="*/ 914400 w 3047999"/>
                <a:gd name="connsiteY7" fmla="*/ 3977183 h 3977183"/>
                <a:gd name="connsiteX8" fmla="*/ 0 w 3047999"/>
                <a:gd name="connsiteY8" fmla="*/ 1219469 h 3977183"/>
                <a:gd name="connsiteX0" fmla="*/ 0 w 3047999"/>
                <a:gd name="connsiteY0" fmla="*/ 1219469 h 3977183"/>
                <a:gd name="connsiteX1" fmla="*/ 348344 w 3047999"/>
                <a:gd name="connsiteY1" fmla="*/ 856612 h 3977183"/>
                <a:gd name="connsiteX2" fmla="*/ 856344 w 3047999"/>
                <a:gd name="connsiteY2" fmla="*/ 1393640 h 3977183"/>
                <a:gd name="connsiteX3" fmla="*/ 493487 w 3047999"/>
                <a:gd name="connsiteY3" fmla="*/ 392155 h 3977183"/>
                <a:gd name="connsiteX4" fmla="*/ 899887 w 3047999"/>
                <a:gd name="connsiteY4" fmla="*/ 14783 h 3977183"/>
                <a:gd name="connsiteX5" fmla="*/ 1407887 w 3047999"/>
                <a:gd name="connsiteY5" fmla="*/ 1277527 h 3977183"/>
                <a:gd name="connsiteX6" fmla="*/ 1901371 w 3047999"/>
                <a:gd name="connsiteY6" fmla="*/ 1175926 h 3977183"/>
                <a:gd name="connsiteX7" fmla="*/ 3047999 w 3047999"/>
                <a:gd name="connsiteY7" fmla="*/ 3686897 h 3977183"/>
                <a:gd name="connsiteX8" fmla="*/ 914400 w 3047999"/>
                <a:gd name="connsiteY8" fmla="*/ 3977183 h 3977183"/>
                <a:gd name="connsiteX9" fmla="*/ 0 w 3047999"/>
                <a:gd name="connsiteY9" fmla="*/ 1219469 h 3977183"/>
                <a:gd name="connsiteX0" fmla="*/ 0 w 3047999"/>
                <a:gd name="connsiteY0" fmla="*/ 1364342 h 4122056"/>
                <a:gd name="connsiteX1" fmla="*/ 348344 w 3047999"/>
                <a:gd name="connsiteY1" fmla="*/ 1001485 h 4122056"/>
                <a:gd name="connsiteX2" fmla="*/ 856344 w 3047999"/>
                <a:gd name="connsiteY2" fmla="*/ 1538513 h 4122056"/>
                <a:gd name="connsiteX3" fmla="*/ 493487 w 3047999"/>
                <a:gd name="connsiteY3" fmla="*/ 537028 h 4122056"/>
                <a:gd name="connsiteX4" fmla="*/ 899887 w 3047999"/>
                <a:gd name="connsiteY4" fmla="*/ 159656 h 4122056"/>
                <a:gd name="connsiteX5" fmla="*/ 1407887 w 3047999"/>
                <a:gd name="connsiteY5" fmla="*/ 1422400 h 4122056"/>
                <a:gd name="connsiteX6" fmla="*/ 1117601 w 3047999"/>
                <a:gd name="connsiteY6" fmla="*/ 0 h 4122056"/>
                <a:gd name="connsiteX7" fmla="*/ 1901371 w 3047999"/>
                <a:gd name="connsiteY7" fmla="*/ 1320799 h 4122056"/>
                <a:gd name="connsiteX8" fmla="*/ 3047999 w 3047999"/>
                <a:gd name="connsiteY8" fmla="*/ 3831770 h 4122056"/>
                <a:gd name="connsiteX9" fmla="*/ 914400 w 3047999"/>
                <a:gd name="connsiteY9" fmla="*/ 4122056 h 4122056"/>
                <a:gd name="connsiteX10" fmla="*/ 0 w 3047999"/>
                <a:gd name="connsiteY10" fmla="*/ 1364342 h 4122056"/>
                <a:gd name="connsiteX0" fmla="*/ 0 w 3047999"/>
                <a:gd name="connsiteY0" fmla="*/ 1513913 h 4271627"/>
                <a:gd name="connsiteX1" fmla="*/ 348344 w 3047999"/>
                <a:gd name="connsiteY1" fmla="*/ 1151056 h 4271627"/>
                <a:gd name="connsiteX2" fmla="*/ 856344 w 3047999"/>
                <a:gd name="connsiteY2" fmla="*/ 1688084 h 4271627"/>
                <a:gd name="connsiteX3" fmla="*/ 493487 w 3047999"/>
                <a:gd name="connsiteY3" fmla="*/ 686599 h 4271627"/>
                <a:gd name="connsiteX4" fmla="*/ 899887 w 3047999"/>
                <a:gd name="connsiteY4" fmla="*/ 309227 h 4271627"/>
                <a:gd name="connsiteX5" fmla="*/ 1407887 w 3047999"/>
                <a:gd name="connsiteY5" fmla="*/ 1571971 h 4271627"/>
                <a:gd name="connsiteX6" fmla="*/ 1117601 w 3047999"/>
                <a:gd name="connsiteY6" fmla="*/ 149571 h 4271627"/>
                <a:gd name="connsiteX7" fmla="*/ 1494972 w 3047999"/>
                <a:gd name="connsiteY7" fmla="*/ 62485 h 4271627"/>
                <a:gd name="connsiteX8" fmla="*/ 1901371 w 3047999"/>
                <a:gd name="connsiteY8" fmla="*/ 1470370 h 4271627"/>
                <a:gd name="connsiteX9" fmla="*/ 3047999 w 3047999"/>
                <a:gd name="connsiteY9" fmla="*/ 3981341 h 4271627"/>
                <a:gd name="connsiteX10" fmla="*/ 914400 w 3047999"/>
                <a:gd name="connsiteY10" fmla="*/ 4271627 h 4271627"/>
                <a:gd name="connsiteX11" fmla="*/ 0 w 3047999"/>
                <a:gd name="connsiteY11" fmla="*/ 1513913 h 4271627"/>
                <a:gd name="connsiteX0" fmla="*/ 0 w 3047999"/>
                <a:gd name="connsiteY0" fmla="*/ 1513913 h 4271627"/>
                <a:gd name="connsiteX1" fmla="*/ 348344 w 3047999"/>
                <a:gd name="connsiteY1" fmla="*/ 1151056 h 4271627"/>
                <a:gd name="connsiteX2" fmla="*/ 856344 w 3047999"/>
                <a:gd name="connsiteY2" fmla="*/ 1688084 h 4271627"/>
                <a:gd name="connsiteX3" fmla="*/ 493487 w 3047999"/>
                <a:gd name="connsiteY3" fmla="*/ 686599 h 4271627"/>
                <a:gd name="connsiteX4" fmla="*/ 899887 w 3047999"/>
                <a:gd name="connsiteY4" fmla="*/ 309227 h 4271627"/>
                <a:gd name="connsiteX5" fmla="*/ 1407887 w 3047999"/>
                <a:gd name="connsiteY5" fmla="*/ 1571971 h 4271627"/>
                <a:gd name="connsiteX6" fmla="*/ 1117601 w 3047999"/>
                <a:gd name="connsiteY6" fmla="*/ 149571 h 4271627"/>
                <a:gd name="connsiteX7" fmla="*/ 1494972 w 3047999"/>
                <a:gd name="connsiteY7" fmla="*/ 62485 h 4271627"/>
                <a:gd name="connsiteX8" fmla="*/ 1683658 w 3047999"/>
                <a:gd name="connsiteY8" fmla="*/ 1310715 h 4271627"/>
                <a:gd name="connsiteX9" fmla="*/ 1901371 w 3047999"/>
                <a:gd name="connsiteY9" fmla="*/ 1470370 h 4271627"/>
                <a:gd name="connsiteX10" fmla="*/ 3047999 w 3047999"/>
                <a:gd name="connsiteY10" fmla="*/ 3981341 h 4271627"/>
                <a:gd name="connsiteX11" fmla="*/ 914400 w 3047999"/>
                <a:gd name="connsiteY11" fmla="*/ 4271627 h 4271627"/>
                <a:gd name="connsiteX12" fmla="*/ 0 w 3047999"/>
                <a:gd name="connsiteY12" fmla="*/ 1513913 h 4271627"/>
                <a:gd name="connsiteX0" fmla="*/ 0 w 3193143"/>
                <a:gd name="connsiteY0" fmla="*/ 1513913 h 4271627"/>
                <a:gd name="connsiteX1" fmla="*/ 348344 w 3193143"/>
                <a:gd name="connsiteY1" fmla="*/ 1151056 h 4271627"/>
                <a:gd name="connsiteX2" fmla="*/ 856344 w 3193143"/>
                <a:gd name="connsiteY2" fmla="*/ 1688084 h 4271627"/>
                <a:gd name="connsiteX3" fmla="*/ 493487 w 3193143"/>
                <a:gd name="connsiteY3" fmla="*/ 686599 h 4271627"/>
                <a:gd name="connsiteX4" fmla="*/ 899887 w 3193143"/>
                <a:gd name="connsiteY4" fmla="*/ 309227 h 4271627"/>
                <a:gd name="connsiteX5" fmla="*/ 1407887 w 3193143"/>
                <a:gd name="connsiteY5" fmla="*/ 1571971 h 4271627"/>
                <a:gd name="connsiteX6" fmla="*/ 1117601 w 3193143"/>
                <a:gd name="connsiteY6" fmla="*/ 149571 h 4271627"/>
                <a:gd name="connsiteX7" fmla="*/ 1494972 w 3193143"/>
                <a:gd name="connsiteY7" fmla="*/ 62485 h 4271627"/>
                <a:gd name="connsiteX8" fmla="*/ 1683658 w 3193143"/>
                <a:gd name="connsiteY8" fmla="*/ 1310715 h 4271627"/>
                <a:gd name="connsiteX9" fmla="*/ 3193143 w 3193143"/>
                <a:gd name="connsiteY9" fmla="*/ 802713 h 4271627"/>
                <a:gd name="connsiteX10" fmla="*/ 3047999 w 3193143"/>
                <a:gd name="connsiteY10" fmla="*/ 3981341 h 4271627"/>
                <a:gd name="connsiteX11" fmla="*/ 914400 w 3193143"/>
                <a:gd name="connsiteY11" fmla="*/ 4271627 h 4271627"/>
                <a:gd name="connsiteX12" fmla="*/ 0 w 3193143"/>
                <a:gd name="connsiteY12" fmla="*/ 1513913 h 4271627"/>
                <a:gd name="connsiteX0" fmla="*/ 0 w 3193143"/>
                <a:gd name="connsiteY0" fmla="*/ 1513913 h 4271627"/>
                <a:gd name="connsiteX1" fmla="*/ 348344 w 3193143"/>
                <a:gd name="connsiteY1" fmla="*/ 1151056 h 4271627"/>
                <a:gd name="connsiteX2" fmla="*/ 856344 w 3193143"/>
                <a:gd name="connsiteY2" fmla="*/ 1688084 h 4271627"/>
                <a:gd name="connsiteX3" fmla="*/ 493487 w 3193143"/>
                <a:gd name="connsiteY3" fmla="*/ 686599 h 4271627"/>
                <a:gd name="connsiteX4" fmla="*/ 899887 w 3193143"/>
                <a:gd name="connsiteY4" fmla="*/ 309227 h 4271627"/>
                <a:gd name="connsiteX5" fmla="*/ 1407887 w 3193143"/>
                <a:gd name="connsiteY5" fmla="*/ 1571971 h 4271627"/>
                <a:gd name="connsiteX6" fmla="*/ 1117601 w 3193143"/>
                <a:gd name="connsiteY6" fmla="*/ 149571 h 4271627"/>
                <a:gd name="connsiteX7" fmla="*/ 1494972 w 3193143"/>
                <a:gd name="connsiteY7" fmla="*/ 62485 h 4271627"/>
                <a:gd name="connsiteX8" fmla="*/ 1683658 w 3193143"/>
                <a:gd name="connsiteY8" fmla="*/ 1310715 h 4271627"/>
                <a:gd name="connsiteX9" fmla="*/ 2365829 w 3193143"/>
                <a:gd name="connsiteY9" fmla="*/ 1484886 h 4271627"/>
                <a:gd name="connsiteX10" fmla="*/ 3193143 w 3193143"/>
                <a:gd name="connsiteY10" fmla="*/ 802713 h 4271627"/>
                <a:gd name="connsiteX11" fmla="*/ 3047999 w 3193143"/>
                <a:gd name="connsiteY11" fmla="*/ 3981341 h 4271627"/>
                <a:gd name="connsiteX12" fmla="*/ 914400 w 3193143"/>
                <a:gd name="connsiteY12" fmla="*/ 4271627 h 4271627"/>
                <a:gd name="connsiteX13" fmla="*/ 0 w 3193143"/>
                <a:gd name="connsiteY13" fmla="*/ 1513913 h 4271627"/>
                <a:gd name="connsiteX0" fmla="*/ 0 w 3193143"/>
                <a:gd name="connsiteY0" fmla="*/ 1513913 h 4271627"/>
                <a:gd name="connsiteX1" fmla="*/ 348344 w 3193143"/>
                <a:gd name="connsiteY1" fmla="*/ 1151056 h 4271627"/>
                <a:gd name="connsiteX2" fmla="*/ 856344 w 3193143"/>
                <a:gd name="connsiteY2" fmla="*/ 1688084 h 4271627"/>
                <a:gd name="connsiteX3" fmla="*/ 493487 w 3193143"/>
                <a:gd name="connsiteY3" fmla="*/ 686599 h 4271627"/>
                <a:gd name="connsiteX4" fmla="*/ 899887 w 3193143"/>
                <a:gd name="connsiteY4" fmla="*/ 309227 h 4271627"/>
                <a:gd name="connsiteX5" fmla="*/ 1407887 w 3193143"/>
                <a:gd name="connsiteY5" fmla="*/ 1571971 h 4271627"/>
                <a:gd name="connsiteX6" fmla="*/ 1117601 w 3193143"/>
                <a:gd name="connsiteY6" fmla="*/ 149571 h 4271627"/>
                <a:gd name="connsiteX7" fmla="*/ 1494972 w 3193143"/>
                <a:gd name="connsiteY7" fmla="*/ 62485 h 4271627"/>
                <a:gd name="connsiteX8" fmla="*/ 1683658 w 3193143"/>
                <a:gd name="connsiteY8" fmla="*/ 1310715 h 4271627"/>
                <a:gd name="connsiteX9" fmla="*/ 2365829 w 3193143"/>
                <a:gd name="connsiteY9" fmla="*/ 1484886 h 4271627"/>
                <a:gd name="connsiteX10" fmla="*/ 2859315 w 3193143"/>
                <a:gd name="connsiteY10" fmla="*/ 570486 h 4271627"/>
                <a:gd name="connsiteX11" fmla="*/ 3193143 w 3193143"/>
                <a:gd name="connsiteY11" fmla="*/ 802713 h 4271627"/>
                <a:gd name="connsiteX12" fmla="*/ 3047999 w 3193143"/>
                <a:gd name="connsiteY12" fmla="*/ 3981341 h 4271627"/>
                <a:gd name="connsiteX13" fmla="*/ 914400 w 3193143"/>
                <a:gd name="connsiteY13" fmla="*/ 4271627 h 4271627"/>
                <a:gd name="connsiteX14" fmla="*/ 0 w 3193143"/>
                <a:gd name="connsiteY14" fmla="*/ 1513913 h 4271627"/>
                <a:gd name="connsiteX0" fmla="*/ 0 w 3193143"/>
                <a:gd name="connsiteY0" fmla="*/ 1513913 h 4271627"/>
                <a:gd name="connsiteX1" fmla="*/ 348344 w 3193143"/>
                <a:gd name="connsiteY1" fmla="*/ 1151056 h 4271627"/>
                <a:gd name="connsiteX2" fmla="*/ 856344 w 3193143"/>
                <a:gd name="connsiteY2" fmla="*/ 1688084 h 4271627"/>
                <a:gd name="connsiteX3" fmla="*/ 493487 w 3193143"/>
                <a:gd name="connsiteY3" fmla="*/ 686599 h 4271627"/>
                <a:gd name="connsiteX4" fmla="*/ 899887 w 3193143"/>
                <a:gd name="connsiteY4" fmla="*/ 309227 h 4271627"/>
                <a:gd name="connsiteX5" fmla="*/ 1407887 w 3193143"/>
                <a:gd name="connsiteY5" fmla="*/ 1571971 h 4271627"/>
                <a:gd name="connsiteX6" fmla="*/ 1117601 w 3193143"/>
                <a:gd name="connsiteY6" fmla="*/ 149571 h 4271627"/>
                <a:gd name="connsiteX7" fmla="*/ 1494972 w 3193143"/>
                <a:gd name="connsiteY7" fmla="*/ 62485 h 4271627"/>
                <a:gd name="connsiteX8" fmla="*/ 1683658 w 3193143"/>
                <a:gd name="connsiteY8" fmla="*/ 1310715 h 4271627"/>
                <a:gd name="connsiteX9" fmla="*/ 2656115 w 3193143"/>
                <a:gd name="connsiteY9" fmla="*/ 338258 h 4271627"/>
                <a:gd name="connsiteX10" fmla="*/ 2365829 w 3193143"/>
                <a:gd name="connsiteY10" fmla="*/ 1484886 h 4271627"/>
                <a:gd name="connsiteX11" fmla="*/ 2859315 w 3193143"/>
                <a:gd name="connsiteY11" fmla="*/ 570486 h 4271627"/>
                <a:gd name="connsiteX12" fmla="*/ 3193143 w 3193143"/>
                <a:gd name="connsiteY12" fmla="*/ 802713 h 4271627"/>
                <a:gd name="connsiteX13" fmla="*/ 3047999 w 3193143"/>
                <a:gd name="connsiteY13" fmla="*/ 3981341 h 4271627"/>
                <a:gd name="connsiteX14" fmla="*/ 914400 w 3193143"/>
                <a:gd name="connsiteY14" fmla="*/ 4271627 h 4271627"/>
                <a:gd name="connsiteX15" fmla="*/ 0 w 3193143"/>
                <a:gd name="connsiteY15" fmla="*/ 1513913 h 4271627"/>
                <a:gd name="connsiteX0" fmla="*/ 0 w 3193143"/>
                <a:gd name="connsiteY0" fmla="*/ 1513913 h 4271627"/>
                <a:gd name="connsiteX1" fmla="*/ 348344 w 3193143"/>
                <a:gd name="connsiteY1" fmla="*/ 1151056 h 4271627"/>
                <a:gd name="connsiteX2" fmla="*/ 856344 w 3193143"/>
                <a:gd name="connsiteY2" fmla="*/ 1688084 h 4271627"/>
                <a:gd name="connsiteX3" fmla="*/ 493487 w 3193143"/>
                <a:gd name="connsiteY3" fmla="*/ 686599 h 4271627"/>
                <a:gd name="connsiteX4" fmla="*/ 899887 w 3193143"/>
                <a:gd name="connsiteY4" fmla="*/ 309227 h 4271627"/>
                <a:gd name="connsiteX5" fmla="*/ 1407887 w 3193143"/>
                <a:gd name="connsiteY5" fmla="*/ 1571971 h 4271627"/>
                <a:gd name="connsiteX6" fmla="*/ 1117601 w 3193143"/>
                <a:gd name="connsiteY6" fmla="*/ 149571 h 4271627"/>
                <a:gd name="connsiteX7" fmla="*/ 1494972 w 3193143"/>
                <a:gd name="connsiteY7" fmla="*/ 62485 h 4271627"/>
                <a:gd name="connsiteX8" fmla="*/ 1683658 w 3193143"/>
                <a:gd name="connsiteY8" fmla="*/ 1310715 h 4271627"/>
                <a:gd name="connsiteX9" fmla="*/ 2322287 w 3193143"/>
                <a:gd name="connsiteY9" fmla="*/ 251172 h 4271627"/>
                <a:gd name="connsiteX10" fmla="*/ 2656115 w 3193143"/>
                <a:gd name="connsiteY10" fmla="*/ 338258 h 4271627"/>
                <a:gd name="connsiteX11" fmla="*/ 2365829 w 3193143"/>
                <a:gd name="connsiteY11" fmla="*/ 1484886 h 4271627"/>
                <a:gd name="connsiteX12" fmla="*/ 2859315 w 3193143"/>
                <a:gd name="connsiteY12" fmla="*/ 570486 h 4271627"/>
                <a:gd name="connsiteX13" fmla="*/ 3193143 w 3193143"/>
                <a:gd name="connsiteY13" fmla="*/ 802713 h 4271627"/>
                <a:gd name="connsiteX14" fmla="*/ 3047999 w 3193143"/>
                <a:gd name="connsiteY14" fmla="*/ 3981341 h 4271627"/>
                <a:gd name="connsiteX15" fmla="*/ 914400 w 3193143"/>
                <a:gd name="connsiteY15" fmla="*/ 4271627 h 4271627"/>
                <a:gd name="connsiteX16" fmla="*/ 0 w 3193143"/>
                <a:gd name="connsiteY16" fmla="*/ 1513913 h 4271627"/>
                <a:gd name="connsiteX0" fmla="*/ 0 w 3193143"/>
                <a:gd name="connsiteY0" fmla="*/ 1513913 h 4271627"/>
                <a:gd name="connsiteX1" fmla="*/ 348344 w 3193143"/>
                <a:gd name="connsiteY1" fmla="*/ 1151056 h 4271627"/>
                <a:gd name="connsiteX2" fmla="*/ 856344 w 3193143"/>
                <a:gd name="connsiteY2" fmla="*/ 1688084 h 4271627"/>
                <a:gd name="connsiteX3" fmla="*/ 493487 w 3193143"/>
                <a:gd name="connsiteY3" fmla="*/ 686599 h 4271627"/>
                <a:gd name="connsiteX4" fmla="*/ 899887 w 3193143"/>
                <a:gd name="connsiteY4" fmla="*/ 309227 h 4271627"/>
                <a:gd name="connsiteX5" fmla="*/ 1407887 w 3193143"/>
                <a:gd name="connsiteY5" fmla="*/ 1571971 h 4271627"/>
                <a:gd name="connsiteX6" fmla="*/ 1117601 w 3193143"/>
                <a:gd name="connsiteY6" fmla="*/ 149571 h 4271627"/>
                <a:gd name="connsiteX7" fmla="*/ 1494972 w 3193143"/>
                <a:gd name="connsiteY7" fmla="*/ 62485 h 4271627"/>
                <a:gd name="connsiteX8" fmla="*/ 1683658 w 3193143"/>
                <a:gd name="connsiteY8" fmla="*/ 1310715 h 4271627"/>
                <a:gd name="connsiteX9" fmla="*/ 2061029 w 3193143"/>
                <a:gd name="connsiteY9" fmla="*/ 1368772 h 4271627"/>
                <a:gd name="connsiteX10" fmla="*/ 2322287 w 3193143"/>
                <a:gd name="connsiteY10" fmla="*/ 251172 h 4271627"/>
                <a:gd name="connsiteX11" fmla="*/ 2656115 w 3193143"/>
                <a:gd name="connsiteY11" fmla="*/ 338258 h 4271627"/>
                <a:gd name="connsiteX12" fmla="*/ 2365829 w 3193143"/>
                <a:gd name="connsiteY12" fmla="*/ 1484886 h 4271627"/>
                <a:gd name="connsiteX13" fmla="*/ 2859315 w 3193143"/>
                <a:gd name="connsiteY13" fmla="*/ 570486 h 4271627"/>
                <a:gd name="connsiteX14" fmla="*/ 3193143 w 3193143"/>
                <a:gd name="connsiteY14" fmla="*/ 802713 h 4271627"/>
                <a:gd name="connsiteX15" fmla="*/ 3047999 w 3193143"/>
                <a:gd name="connsiteY15" fmla="*/ 3981341 h 4271627"/>
                <a:gd name="connsiteX16" fmla="*/ 914400 w 3193143"/>
                <a:gd name="connsiteY16" fmla="*/ 4271627 h 4271627"/>
                <a:gd name="connsiteX17" fmla="*/ 0 w 3193143"/>
                <a:gd name="connsiteY17" fmla="*/ 1513913 h 4271627"/>
                <a:gd name="connsiteX0" fmla="*/ 0 w 3193143"/>
                <a:gd name="connsiteY0" fmla="*/ 1567584 h 4325298"/>
                <a:gd name="connsiteX1" fmla="*/ 348344 w 3193143"/>
                <a:gd name="connsiteY1" fmla="*/ 1204727 h 4325298"/>
                <a:gd name="connsiteX2" fmla="*/ 856344 w 3193143"/>
                <a:gd name="connsiteY2" fmla="*/ 1741755 h 4325298"/>
                <a:gd name="connsiteX3" fmla="*/ 493487 w 3193143"/>
                <a:gd name="connsiteY3" fmla="*/ 740270 h 4325298"/>
                <a:gd name="connsiteX4" fmla="*/ 899887 w 3193143"/>
                <a:gd name="connsiteY4" fmla="*/ 362898 h 4325298"/>
                <a:gd name="connsiteX5" fmla="*/ 1407887 w 3193143"/>
                <a:gd name="connsiteY5" fmla="*/ 1625642 h 4325298"/>
                <a:gd name="connsiteX6" fmla="*/ 1117601 w 3193143"/>
                <a:gd name="connsiteY6" fmla="*/ 203242 h 4325298"/>
                <a:gd name="connsiteX7" fmla="*/ 1494972 w 3193143"/>
                <a:gd name="connsiteY7" fmla="*/ 116156 h 4325298"/>
                <a:gd name="connsiteX8" fmla="*/ 1683658 w 3193143"/>
                <a:gd name="connsiteY8" fmla="*/ 1364386 h 4325298"/>
                <a:gd name="connsiteX9" fmla="*/ 2148115 w 3193143"/>
                <a:gd name="connsiteY9" fmla="*/ 43 h 4325298"/>
                <a:gd name="connsiteX10" fmla="*/ 2061029 w 3193143"/>
                <a:gd name="connsiteY10" fmla="*/ 1422443 h 4325298"/>
                <a:gd name="connsiteX11" fmla="*/ 2322287 w 3193143"/>
                <a:gd name="connsiteY11" fmla="*/ 304843 h 4325298"/>
                <a:gd name="connsiteX12" fmla="*/ 2656115 w 3193143"/>
                <a:gd name="connsiteY12" fmla="*/ 391929 h 4325298"/>
                <a:gd name="connsiteX13" fmla="*/ 2365829 w 3193143"/>
                <a:gd name="connsiteY13" fmla="*/ 1538557 h 4325298"/>
                <a:gd name="connsiteX14" fmla="*/ 2859315 w 3193143"/>
                <a:gd name="connsiteY14" fmla="*/ 624157 h 4325298"/>
                <a:gd name="connsiteX15" fmla="*/ 3193143 w 3193143"/>
                <a:gd name="connsiteY15" fmla="*/ 856384 h 4325298"/>
                <a:gd name="connsiteX16" fmla="*/ 3047999 w 3193143"/>
                <a:gd name="connsiteY16" fmla="*/ 4035012 h 4325298"/>
                <a:gd name="connsiteX17" fmla="*/ 914400 w 3193143"/>
                <a:gd name="connsiteY17" fmla="*/ 4325298 h 4325298"/>
                <a:gd name="connsiteX18" fmla="*/ 0 w 3193143"/>
                <a:gd name="connsiteY18" fmla="*/ 1567584 h 4325298"/>
                <a:gd name="connsiteX0" fmla="*/ 0 w 3193143"/>
                <a:gd name="connsiteY0" fmla="*/ 1679836 h 4437550"/>
                <a:gd name="connsiteX1" fmla="*/ 348344 w 3193143"/>
                <a:gd name="connsiteY1" fmla="*/ 1316979 h 4437550"/>
                <a:gd name="connsiteX2" fmla="*/ 856344 w 3193143"/>
                <a:gd name="connsiteY2" fmla="*/ 1854007 h 4437550"/>
                <a:gd name="connsiteX3" fmla="*/ 493487 w 3193143"/>
                <a:gd name="connsiteY3" fmla="*/ 852522 h 4437550"/>
                <a:gd name="connsiteX4" fmla="*/ 899887 w 3193143"/>
                <a:gd name="connsiteY4" fmla="*/ 475150 h 4437550"/>
                <a:gd name="connsiteX5" fmla="*/ 1407887 w 3193143"/>
                <a:gd name="connsiteY5" fmla="*/ 1737894 h 4437550"/>
                <a:gd name="connsiteX6" fmla="*/ 1117601 w 3193143"/>
                <a:gd name="connsiteY6" fmla="*/ 315494 h 4437550"/>
                <a:gd name="connsiteX7" fmla="*/ 1494972 w 3193143"/>
                <a:gd name="connsiteY7" fmla="*/ 228408 h 4437550"/>
                <a:gd name="connsiteX8" fmla="*/ 1683658 w 3193143"/>
                <a:gd name="connsiteY8" fmla="*/ 1476638 h 4437550"/>
                <a:gd name="connsiteX9" fmla="*/ 1857829 w 3193143"/>
                <a:gd name="connsiteY9" fmla="*/ 184866 h 4437550"/>
                <a:gd name="connsiteX10" fmla="*/ 2148115 w 3193143"/>
                <a:gd name="connsiteY10" fmla="*/ 112295 h 4437550"/>
                <a:gd name="connsiteX11" fmla="*/ 2061029 w 3193143"/>
                <a:gd name="connsiteY11" fmla="*/ 1534695 h 4437550"/>
                <a:gd name="connsiteX12" fmla="*/ 2322287 w 3193143"/>
                <a:gd name="connsiteY12" fmla="*/ 417095 h 4437550"/>
                <a:gd name="connsiteX13" fmla="*/ 2656115 w 3193143"/>
                <a:gd name="connsiteY13" fmla="*/ 504181 h 4437550"/>
                <a:gd name="connsiteX14" fmla="*/ 2365829 w 3193143"/>
                <a:gd name="connsiteY14" fmla="*/ 1650809 h 4437550"/>
                <a:gd name="connsiteX15" fmla="*/ 2859315 w 3193143"/>
                <a:gd name="connsiteY15" fmla="*/ 736409 h 4437550"/>
                <a:gd name="connsiteX16" fmla="*/ 3193143 w 3193143"/>
                <a:gd name="connsiteY16" fmla="*/ 968636 h 4437550"/>
                <a:gd name="connsiteX17" fmla="*/ 3047999 w 3193143"/>
                <a:gd name="connsiteY17" fmla="*/ 4147264 h 4437550"/>
                <a:gd name="connsiteX18" fmla="*/ 914400 w 3193143"/>
                <a:gd name="connsiteY18" fmla="*/ 4437550 h 4437550"/>
                <a:gd name="connsiteX19" fmla="*/ 0 w 3193143"/>
                <a:gd name="connsiteY19" fmla="*/ 1679836 h 4437550"/>
                <a:gd name="connsiteX0" fmla="*/ 0 w 3193143"/>
                <a:gd name="connsiteY0" fmla="*/ 1679836 h 4437550"/>
                <a:gd name="connsiteX1" fmla="*/ 348344 w 3193143"/>
                <a:gd name="connsiteY1" fmla="*/ 1316979 h 4437550"/>
                <a:gd name="connsiteX2" fmla="*/ 856344 w 3193143"/>
                <a:gd name="connsiteY2" fmla="*/ 1854007 h 4437550"/>
                <a:gd name="connsiteX3" fmla="*/ 493487 w 3193143"/>
                <a:gd name="connsiteY3" fmla="*/ 852522 h 4437550"/>
                <a:gd name="connsiteX4" fmla="*/ 899887 w 3193143"/>
                <a:gd name="connsiteY4" fmla="*/ 475150 h 4437550"/>
                <a:gd name="connsiteX5" fmla="*/ 1407887 w 3193143"/>
                <a:gd name="connsiteY5" fmla="*/ 1737894 h 4437550"/>
                <a:gd name="connsiteX6" fmla="*/ 1117601 w 3193143"/>
                <a:gd name="connsiteY6" fmla="*/ 315494 h 4437550"/>
                <a:gd name="connsiteX7" fmla="*/ 1494972 w 3193143"/>
                <a:gd name="connsiteY7" fmla="*/ 228408 h 4437550"/>
                <a:gd name="connsiteX8" fmla="*/ 1683658 w 3193143"/>
                <a:gd name="connsiteY8" fmla="*/ 1476638 h 4437550"/>
                <a:gd name="connsiteX9" fmla="*/ 1857829 w 3193143"/>
                <a:gd name="connsiteY9" fmla="*/ 184866 h 4437550"/>
                <a:gd name="connsiteX10" fmla="*/ 2148115 w 3193143"/>
                <a:gd name="connsiteY10" fmla="*/ 112295 h 4437550"/>
                <a:gd name="connsiteX11" fmla="*/ 2061029 w 3193143"/>
                <a:gd name="connsiteY11" fmla="*/ 1534695 h 4437550"/>
                <a:gd name="connsiteX12" fmla="*/ 2322287 w 3193143"/>
                <a:gd name="connsiteY12" fmla="*/ 417095 h 4437550"/>
                <a:gd name="connsiteX13" fmla="*/ 2656115 w 3193143"/>
                <a:gd name="connsiteY13" fmla="*/ 504181 h 4437550"/>
                <a:gd name="connsiteX14" fmla="*/ 2365829 w 3193143"/>
                <a:gd name="connsiteY14" fmla="*/ 1650809 h 4437550"/>
                <a:gd name="connsiteX15" fmla="*/ 2859315 w 3193143"/>
                <a:gd name="connsiteY15" fmla="*/ 736409 h 4437550"/>
                <a:gd name="connsiteX16" fmla="*/ 3193143 w 3193143"/>
                <a:gd name="connsiteY16" fmla="*/ 968636 h 4437550"/>
                <a:gd name="connsiteX17" fmla="*/ 3047999 w 3193143"/>
                <a:gd name="connsiteY17" fmla="*/ 4147264 h 4437550"/>
                <a:gd name="connsiteX18" fmla="*/ 914400 w 3193143"/>
                <a:gd name="connsiteY18" fmla="*/ 4437550 h 4437550"/>
                <a:gd name="connsiteX19" fmla="*/ 0 w 3193143"/>
                <a:gd name="connsiteY19" fmla="*/ 1679836 h 4437550"/>
                <a:gd name="connsiteX0" fmla="*/ 0 w 3193143"/>
                <a:gd name="connsiteY0" fmla="*/ 1679836 h 4437550"/>
                <a:gd name="connsiteX1" fmla="*/ 348344 w 3193143"/>
                <a:gd name="connsiteY1" fmla="*/ 1316979 h 4437550"/>
                <a:gd name="connsiteX2" fmla="*/ 856344 w 3193143"/>
                <a:gd name="connsiteY2" fmla="*/ 1854007 h 4437550"/>
                <a:gd name="connsiteX3" fmla="*/ 493487 w 3193143"/>
                <a:gd name="connsiteY3" fmla="*/ 852522 h 4437550"/>
                <a:gd name="connsiteX4" fmla="*/ 899887 w 3193143"/>
                <a:gd name="connsiteY4" fmla="*/ 475150 h 4437550"/>
                <a:gd name="connsiteX5" fmla="*/ 1407887 w 3193143"/>
                <a:gd name="connsiteY5" fmla="*/ 1737894 h 4437550"/>
                <a:gd name="connsiteX6" fmla="*/ 1117601 w 3193143"/>
                <a:gd name="connsiteY6" fmla="*/ 315494 h 4437550"/>
                <a:gd name="connsiteX7" fmla="*/ 1494972 w 3193143"/>
                <a:gd name="connsiteY7" fmla="*/ 228408 h 4437550"/>
                <a:gd name="connsiteX8" fmla="*/ 1683658 w 3193143"/>
                <a:gd name="connsiteY8" fmla="*/ 1476638 h 4437550"/>
                <a:gd name="connsiteX9" fmla="*/ 1857829 w 3193143"/>
                <a:gd name="connsiteY9" fmla="*/ 184866 h 4437550"/>
                <a:gd name="connsiteX10" fmla="*/ 2148115 w 3193143"/>
                <a:gd name="connsiteY10" fmla="*/ 112295 h 4437550"/>
                <a:gd name="connsiteX11" fmla="*/ 2061029 w 3193143"/>
                <a:gd name="connsiteY11" fmla="*/ 1534695 h 4437550"/>
                <a:gd name="connsiteX12" fmla="*/ 2322287 w 3193143"/>
                <a:gd name="connsiteY12" fmla="*/ 417095 h 4437550"/>
                <a:gd name="connsiteX13" fmla="*/ 2656115 w 3193143"/>
                <a:gd name="connsiteY13" fmla="*/ 504181 h 4437550"/>
                <a:gd name="connsiteX14" fmla="*/ 2365829 w 3193143"/>
                <a:gd name="connsiteY14" fmla="*/ 1650809 h 4437550"/>
                <a:gd name="connsiteX15" fmla="*/ 2859315 w 3193143"/>
                <a:gd name="connsiteY15" fmla="*/ 736409 h 4437550"/>
                <a:gd name="connsiteX16" fmla="*/ 3193143 w 3193143"/>
                <a:gd name="connsiteY16" fmla="*/ 968636 h 4437550"/>
                <a:gd name="connsiteX17" fmla="*/ 3047999 w 3193143"/>
                <a:gd name="connsiteY17" fmla="*/ 4147264 h 4437550"/>
                <a:gd name="connsiteX18" fmla="*/ 914400 w 3193143"/>
                <a:gd name="connsiteY18" fmla="*/ 4437550 h 4437550"/>
                <a:gd name="connsiteX19" fmla="*/ 0 w 3193143"/>
                <a:gd name="connsiteY19" fmla="*/ 1679836 h 4437550"/>
                <a:gd name="connsiteX0" fmla="*/ 0 w 3193143"/>
                <a:gd name="connsiteY0" fmla="*/ 1679836 h 4437550"/>
                <a:gd name="connsiteX1" fmla="*/ 348344 w 3193143"/>
                <a:gd name="connsiteY1" fmla="*/ 1316979 h 4437550"/>
                <a:gd name="connsiteX2" fmla="*/ 856344 w 3193143"/>
                <a:gd name="connsiteY2" fmla="*/ 1854007 h 4437550"/>
                <a:gd name="connsiteX3" fmla="*/ 493487 w 3193143"/>
                <a:gd name="connsiteY3" fmla="*/ 852522 h 4437550"/>
                <a:gd name="connsiteX4" fmla="*/ 899887 w 3193143"/>
                <a:gd name="connsiteY4" fmla="*/ 475150 h 4437550"/>
                <a:gd name="connsiteX5" fmla="*/ 1407887 w 3193143"/>
                <a:gd name="connsiteY5" fmla="*/ 1737894 h 4437550"/>
                <a:gd name="connsiteX6" fmla="*/ 1117601 w 3193143"/>
                <a:gd name="connsiteY6" fmla="*/ 315494 h 4437550"/>
                <a:gd name="connsiteX7" fmla="*/ 1494972 w 3193143"/>
                <a:gd name="connsiteY7" fmla="*/ 228408 h 4437550"/>
                <a:gd name="connsiteX8" fmla="*/ 1683658 w 3193143"/>
                <a:gd name="connsiteY8" fmla="*/ 1476638 h 4437550"/>
                <a:gd name="connsiteX9" fmla="*/ 1857829 w 3193143"/>
                <a:gd name="connsiteY9" fmla="*/ 184866 h 4437550"/>
                <a:gd name="connsiteX10" fmla="*/ 2148115 w 3193143"/>
                <a:gd name="connsiteY10" fmla="*/ 112295 h 4437550"/>
                <a:gd name="connsiteX11" fmla="*/ 2061029 w 3193143"/>
                <a:gd name="connsiteY11" fmla="*/ 1534695 h 4437550"/>
                <a:gd name="connsiteX12" fmla="*/ 2322287 w 3193143"/>
                <a:gd name="connsiteY12" fmla="*/ 417095 h 4437550"/>
                <a:gd name="connsiteX13" fmla="*/ 2656115 w 3193143"/>
                <a:gd name="connsiteY13" fmla="*/ 504181 h 4437550"/>
                <a:gd name="connsiteX14" fmla="*/ 2365829 w 3193143"/>
                <a:gd name="connsiteY14" fmla="*/ 1650809 h 4437550"/>
                <a:gd name="connsiteX15" fmla="*/ 2859315 w 3193143"/>
                <a:gd name="connsiteY15" fmla="*/ 736409 h 4437550"/>
                <a:gd name="connsiteX16" fmla="*/ 3193143 w 3193143"/>
                <a:gd name="connsiteY16" fmla="*/ 968636 h 4437550"/>
                <a:gd name="connsiteX17" fmla="*/ 3047999 w 3193143"/>
                <a:gd name="connsiteY17" fmla="*/ 4147264 h 4437550"/>
                <a:gd name="connsiteX18" fmla="*/ 914400 w 3193143"/>
                <a:gd name="connsiteY18" fmla="*/ 4437550 h 4437550"/>
                <a:gd name="connsiteX19" fmla="*/ 0 w 3193143"/>
                <a:gd name="connsiteY19" fmla="*/ 1679836 h 4437550"/>
                <a:gd name="connsiteX0" fmla="*/ 0 w 3251200"/>
                <a:gd name="connsiteY0" fmla="*/ 1679836 h 4437550"/>
                <a:gd name="connsiteX1" fmla="*/ 406401 w 3251200"/>
                <a:gd name="connsiteY1" fmla="*/ 1316979 h 4437550"/>
                <a:gd name="connsiteX2" fmla="*/ 914401 w 3251200"/>
                <a:gd name="connsiteY2" fmla="*/ 1854007 h 4437550"/>
                <a:gd name="connsiteX3" fmla="*/ 551544 w 3251200"/>
                <a:gd name="connsiteY3" fmla="*/ 852522 h 4437550"/>
                <a:gd name="connsiteX4" fmla="*/ 957944 w 3251200"/>
                <a:gd name="connsiteY4" fmla="*/ 475150 h 4437550"/>
                <a:gd name="connsiteX5" fmla="*/ 1465944 w 3251200"/>
                <a:gd name="connsiteY5" fmla="*/ 1737894 h 4437550"/>
                <a:gd name="connsiteX6" fmla="*/ 1175658 w 3251200"/>
                <a:gd name="connsiteY6" fmla="*/ 315494 h 4437550"/>
                <a:gd name="connsiteX7" fmla="*/ 1553029 w 3251200"/>
                <a:gd name="connsiteY7" fmla="*/ 228408 h 4437550"/>
                <a:gd name="connsiteX8" fmla="*/ 1741715 w 3251200"/>
                <a:gd name="connsiteY8" fmla="*/ 1476638 h 4437550"/>
                <a:gd name="connsiteX9" fmla="*/ 1915886 w 3251200"/>
                <a:gd name="connsiteY9" fmla="*/ 184866 h 4437550"/>
                <a:gd name="connsiteX10" fmla="*/ 2206172 w 3251200"/>
                <a:gd name="connsiteY10" fmla="*/ 112295 h 4437550"/>
                <a:gd name="connsiteX11" fmla="*/ 2119086 w 3251200"/>
                <a:gd name="connsiteY11" fmla="*/ 1534695 h 4437550"/>
                <a:gd name="connsiteX12" fmla="*/ 2380344 w 3251200"/>
                <a:gd name="connsiteY12" fmla="*/ 417095 h 4437550"/>
                <a:gd name="connsiteX13" fmla="*/ 2714172 w 3251200"/>
                <a:gd name="connsiteY13" fmla="*/ 504181 h 4437550"/>
                <a:gd name="connsiteX14" fmla="*/ 2423886 w 3251200"/>
                <a:gd name="connsiteY14" fmla="*/ 1650809 h 4437550"/>
                <a:gd name="connsiteX15" fmla="*/ 2917372 w 3251200"/>
                <a:gd name="connsiteY15" fmla="*/ 736409 h 4437550"/>
                <a:gd name="connsiteX16" fmla="*/ 3251200 w 3251200"/>
                <a:gd name="connsiteY16" fmla="*/ 968636 h 4437550"/>
                <a:gd name="connsiteX17" fmla="*/ 3106056 w 3251200"/>
                <a:gd name="connsiteY17" fmla="*/ 4147264 h 4437550"/>
                <a:gd name="connsiteX18" fmla="*/ 972457 w 3251200"/>
                <a:gd name="connsiteY18" fmla="*/ 4437550 h 4437550"/>
                <a:gd name="connsiteX19" fmla="*/ 0 w 3251200"/>
                <a:gd name="connsiteY19" fmla="*/ 1679836 h 4437550"/>
                <a:gd name="connsiteX0" fmla="*/ 0 w 3251200"/>
                <a:gd name="connsiteY0" fmla="*/ 1679836 h 4437550"/>
                <a:gd name="connsiteX1" fmla="*/ 406401 w 3251200"/>
                <a:gd name="connsiteY1" fmla="*/ 1316979 h 4437550"/>
                <a:gd name="connsiteX2" fmla="*/ 914401 w 3251200"/>
                <a:gd name="connsiteY2" fmla="*/ 1854007 h 4437550"/>
                <a:gd name="connsiteX3" fmla="*/ 551544 w 3251200"/>
                <a:gd name="connsiteY3" fmla="*/ 852522 h 4437550"/>
                <a:gd name="connsiteX4" fmla="*/ 957944 w 3251200"/>
                <a:gd name="connsiteY4" fmla="*/ 475150 h 4437550"/>
                <a:gd name="connsiteX5" fmla="*/ 1465944 w 3251200"/>
                <a:gd name="connsiteY5" fmla="*/ 1737894 h 4437550"/>
                <a:gd name="connsiteX6" fmla="*/ 1175658 w 3251200"/>
                <a:gd name="connsiteY6" fmla="*/ 315494 h 4437550"/>
                <a:gd name="connsiteX7" fmla="*/ 1553029 w 3251200"/>
                <a:gd name="connsiteY7" fmla="*/ 228408 h 4437550"/>
                <a:gd name="connsiteX8" fmla="*/ 1741715 w 3251200"/>
                <a:gd name="connsiteY8" fmla="*/ 1476638 h 4437550"/>
                <a:gd name="connsiteX9" fmla="*/ 1915886 w 3251200"/>
                <a:gd name="connsiteY9" fmla="*/ 184866 h 4437550"/>
                <a:gd name="connsiteX10" fmla="*/ 2206172 w 3251200"/>
                <a:gd name="connsiteY10" fmla="*/ 112295 h 4437550"/>
                <a:gd name="connsiteX11" fmla="*/ 2119086 w 3251200"/>
                <a:gd name="connsiteY11" fmla="*/ 1534695 h 4437550"/>
                <a:gd name="connsiteX12" fmla="*/ 2380344 w 3251200"/>
                <a:gd name="connsiteY12" fmla="*/ 417095 h 4437550"/>
                <a:gd name="connsiteX13" fmla="*/ 2714172 w 3251200"/>
                <a:gd name="connsiteY13" fmla="*/ 504181 h 4437550"/>
                <a:gd name="connsiteX14" fmla="*/ 2423886 w 3251200"/>
                <a:gd name="connsiteY14" fmla="*/ 1650809 h 4437550"/>
                <a:gd name="connsiteX15" fmla="*/ 2917372 w 3251200"/>
                <a:gd name="connsiteY15" fmla="*/ 736409 h 4437550"/>
                <a:gd name="connsiteX16" fmla="*/ 3251200 w 3251200"/>
                <a:gd name="connsiteY16" fmla="*/ 968636 h 4437550"/>
                <a:gd name="connsiteX17" fmla="*/ 3106056 w 3251200"/>
                <a:gd name="connsiteY17" fmla="*/ 4147264 h 4437550"/>
                <a:gd name="connsiteX18" fmla="*/ 972457 w 3251200"/>
                <a:gd name="connsiteY18" fmla="*/ 4437550 h 4437550"/>
                <a:gd name="connsiteX19" fmla="*/ 0 w 3251200"/>
                <a:gd name="connsiteY19" fmla="*/ 1679836 h 4437550"/>
                <a:gd name="connsiteX0" fmla="*/ 0 w 3338285"/>
                <a:gd name="connsiteY0" fmla="*/ 1694351 h 4437550"/>
                <a:gd name="connsiteX1" fmla="*/ 493486 w 3338285"/>
                <a:gd name="connsiteY1" fmla="*/ 1316979 h 4437550"/>
                <a:gd name="connsiteX2" fmla="*/ 1001486 w 3338285"/>
                <a:gd name="connsiteY2" fmla="*/ 1854007 h 4437550"/>
                <a:gd name="connsiteX3" fmla="*/ 638629 w 3338285"/>
                <a:gd name="connsiteY3" fmla="*/ 852522 h 4437550"/>
                <a:gd name="connsiteX4" fmla="*/ 1045029 w 3338285"/>
                <a:gd name="connsiteY4" fmla="*/ 475150 h 4437550"/>
                <a:gd name="connsiteX5" fmla="*/ 1553029 w 3338285"/>
                <a:gd name="connsiteY5" fmla="*/ 1737894 h 4437550"/>
                <a:gd name="connsiteX6" fmla="*/ 1262743 w 3338285"/>
                <a:gd name="connsiteY6" fmla="*/ 315494 h 4437550"/>
                <a:gd name="connsiteX7" fmla="*/ 1640114 w 3338285"/>
                <a:gd name="connsiteY7" fmla="*/ 228408 h 4437550"/>
                <a:gd name="connsiteX8" fmla="*/ 1828800 w 3338285"/>
                <a:gd name="connsiteY8" fmla="*/ 1476638 h 4437550"/>
                <a:gd name="connsiteX9" fmla="*/ 2002971 w 3338285"/>
                <a:gd name="connsiteY9" fmla="*/ 184866 h 4437550"/>
                <a:gd name="connsiteX10" fmla="*/ 2293257 w 3338285"/>
                <a:gd name="connsiteY10" fmla="*/ 112295 h 4437550"/>
                <a:gd name="connsiteX11" fmla="*/ 2206171 w 3338285"/>
                <a:gd name="connsiteY11" fmla="*/ 1534695 h 4437550"/>
                <a:gd name="connsiteX12" fmla="*/ 2467429 w 3338285"/>
                <a:gd name="connsiteY12" fmla="*/ 417095 h 4437550"/>
                <a:gd name="connsiteX13" fmla="*/ 2801257 w 3338285"/>
                <a:gd name="connsiteY13" fmla="*/ 504181 h 4437550"/>
                <a:gd name="connsiteX14" fmla="*/ 2510971 w 3338285"/>
                <a:gd name="connsiteY14" fmla="*/ 1650809 h 4437550"/>
                <a:gd name="connsiteX15" fmla="*/ 3004457 w 3338285"/>
                <a:gd name="connsiteY15" fmla="*/ 736409 h 4437550"/>
                <a:gd name="connsiteX16" fmla="*/ 3338285 w 3338285"/>
                <a:gd name="connsiteY16" fmla="*/ 968636 h 4437550"/>
                <a:gd name="connsiteX17" fmla="*/ 3193141 w 3338285"/>
                <a:gd name="connsiteY17" fmla="*/ 4147264 h 4437550"/>
                <a:gd name="connsiteX18" fmla="*/ 1059542 w 3338285"/>
                <a:gd name="connsiteY18" fmla="*/ 4437550 h 4437550"/>
                <a:gd name="connsiteX19" fmla="*/ 0 w 3338285"/>
                <a:gd name="connsiteY19" fmla="*/ 1694351 h 4437550"/>
                <a:gd name="connsiteX0" fmla="*/ 0 w 3338285"/>
                <a:gd name="connsiteY0" fmla="*/ 1694351 h 4437550"/>
                <a:gd name="connsiteX1" fmla="*/ 493486 w 3338285"/>
                <a:gd name="connsiteY1" fmla="*/ 1316979 h 4437550"/>
                <a:gd name="connsiteX2" fmla="*/ 1001486 w 3338285"/>
                <a:gd name="connsiteY2" fmla="*/ 1854007 h 4437550"/>
                <a:gd name="connsiteX3" fmla="*/ 638629 w 3338285"/>
                <a:gd name="connsiteY3" fmla="*/ 852522 h 4437550"/>
                <a:gd name="connsiteX4" fmla="*/ 1045029 w 3338285"/>
                <a:gd name="connsiteY4" fmla="*/ 475150 h 4437550"/>
                <a:gd name="connsiteX5" fmla="*/ 1553029 w 3338285"/>
                <a:gd name="connsiteY5" fmla="*/ 1737894 h 4437550"/>
                <a:gd name="connsiteX6" fmla="*/ 1262743 w 3338285"/>
                <a:gd name="connsiteY6" fmla="*/ 315494 h 4437550"/>
                <a:gd name="connsiteX7" fmla="*/ 1640114 w 3338285"/>
                <a:gd name="connsiteY7" fmla="*/ 228408 h 4437550"/>
                <a:gd name="connsiteX8" fmla="*/ 1828800 w 3338285"/>
                <a:gd name="connsiteY8" fmla="*/ 1476638 h 4437550"/>
                <a:gd name="connsiteX9" fmla="*/ 2002971 w 3338285"/>
                <a:gd name="connsiteY9" fmla="*/ 184866 h 4437550"/>
                <a:gd name="connsiteX10" fmla="*/ 2293257 w 3338285"/>
                <a:gd name="connsiteY10" fmla="*/ 112295 h 4437550"/>
                <a:gd name="connsiteX11" fmla="*/ 2206171 w 3338285"/>
                <a:gd name="connsiteY11" fmla="*/ 1534695 h 4437550"/>
                <a:gd name="connsiteX12" fmla="*/ 2467429 w 3338285"/>
                <a:gd name="connsiteY12" fmla="*/ 417095 h 4437550"/>
                <a:gd name="connsiteX13" fmla="*/ 2801257 w 3338285"/>
                <a:gd name="connsiteY13" fmla="*/ 504181 h 4437550"/>
                <a:gd name="connsiteX14" fmla="*/ 2510971 w 3338285"/>
                <a:gd name="connsiteY14" fmla="*/ 1650809 h 4437550"/>
                <a:gd name="connsiteX15" fmla="*/ 3004457 w 3338285"/>
                <a:gd name="connsiteY15" fmla="*/ 736409 h 4437550"/>
                <a:gd name="connsiteX16" fmla="*/ 3338285 w 3338285"/>
                <a:gd name="connsiteY16" fmla="*/ 968636 h 4437550"/>
                <a:gd name="connsiteX17" fmla="*/ 3193141 w 3338285"/>
                <a:gd name="connsiteY17" fmla="*/ 4147264 h 4437550"/>
                <a:gd name="connsiteX18" fmla="*/ 1059542 w 3338285"/>
                <a:gd name="connsiteY18" fmla="*/ 4437550 h 4437550"/>
                <a:gd name="connsiteX19" fmla="*/ 0 w 3338285"/>
                <a:gd name="connsiteY19" fmla="*/ 1694351 h 4437550"/>
                <a:gd name="connsiteX0" fmla="*/ 0 w 3338285"/>
                <a:gd name="connsiteY0" fmla="*/ 1694351 h 4603877"/>
                <a:gd name="connsiteX1" fmla="*/ 493486 w 3338285"/>
                <a:gd name="connsiteY1" fmla="*/ 1316979 h 4603877"/>
                <a:gd name="connsiteX2" fmla="*/ 1001486 w 3338285"/>
                <a:gd name="connsiteY2" fmla="*/ 1854007 h 4603877"/>
                <a:gd name="connsiteX3" fmla="*/ 638629 w 3338285"/>
                <a:gd name="connsiteY3" fmla="*/ 852522 h 4603877"/>
                <a:gd name="connsiteX4" fmla="*/ 1045029 w 3338285"/>
                <a:gd name="connsiteY4" fmla="*/ 475150 h 4603877"/>
                <a:gd name="connsiteX5" fmla="*/ 1553029 w 3338285"/>
                <a:gd name="connsiteY5" fmla="*/ 1737894 h 4603877"/>
                <a:gd name="connsiteX6" fmla="*/ 1262743 w 3338285"/>
                <a:gd name="connsiteY6" fmla="*/ 315494 h 4603877"/>
                <a:gd name="connsiteX7" fmla="*/ 1640114 w 3338285"/>
                <a:gd name="connsiteY7" fmla="*/ 228408 h 4603877"/>
                <a:gd name="connsiteX8" fmla="*/ 1828800 w 3338285"/>
                <a:gd name="connsiteY8" fmla="*/ 1476638 h 4603877"/>
                <a:gd name="connsiteX9" fmla="*/ 2002971 w 3338285"/>
                <a:gd name="connsiteY9" fmla="*/ 184866 h 4603877"/>
                <a:gd name="connsiteX10" fmla="*/ 2293257 w 3338285"/>
                <a:gd name="connsiteY10" fmla="*/ 112295 h 4603877"/>
                <a:gd name="connsiteX11" fmla="*/ 2206171 w 3338285"/>
                <a:gd name="connsiteY11" fmla="*/ 1534695 h 4603877"/>
                <a:gd name="connsiteX12" fmla="*/ 2467429 w 3338285"/>
                <a:gd name="connsiteY12" fmla="*/ 417095 h 4603877"/>
                <a:gd name="connsiteX13" fmla="*/ 2801257 w 3338285"/>
                <a:gd name="connsiteY13" fmla="*/ 504181 h 4603877"/>
                <a:gd name="connsiteX14" fmla="*/ 2510971 w 3338285"/>
                <a:gd name="connsiteY14" fmla="*/ 1650809 h 4603877"/>
                <a:gd name="connsiteX15" fmla="*/ 3004457 w 3338285"/>
                <a:gd name="connsiteY15" fmla="*/ 736409 h 4603877"/>
                <a:gd name="connsiteX16" fmla="*/ 3338285 w 3338285"/>
                <a:gd name="connsiteY16" fmla="*/ 968636 h 4603877"/>
                <a:gd name="connsiteX17" fmla="*/ 3193141 w 3338285"/>
                <a:gd name="connsiteY17" fmla="*/ 4147264 h 4603877"/>
                <a:gd name="connsiteX18" fmla="*/ 1059542 w 3338285"/>
                <a:gd name="connsiteY18" fmla="*/ 4437550 h 4603877"/>
                <a:gd name="connsiteX19" fmla="*/ 0 w 3338285"/>
                <a:gd name="connsiteY19" fmla="*/ 1694351 h 4603877"/>
                <a:gd name="connsiteX0" fmla="*/ 0 w 3338285"/>
                <a:gd name="connsiteY0" fmla="*/ 1694351 h 4656876"/>
                <a:gd name="connsiteX1" fmla="*/ 493486 w 3338285"/>
                <a:gd name="connsiteY1" fmla="*/ 1316979 h 4656876"/>
                <a:gd name="connsiteX2" fmla="*/ 1001486 w 3338285"/>
                <a:gd name="connsiteY2" fmla="*/ 1854007 h 4656876"/>
                <a:gd name="connsiteX3" fmla="*/ 638629 w 3338285"/>
                <a:gd name="connsiteY3" fmla="*/ 852522 h 4656876"/>
                <a:gd name="connsiteX4" fmla="*/ 1045029 w 3338285"/>
                <a:gd name="connsiteY4" fmla="*/ 475150 h 4656876"/>
                <a:gd name="connsiteX5" fmla="*/ 1553029 w 3338285"/>
                <a:gd name="connsiteY5" fmla="*/ 1737894 h 4656876"/>
                <a:gd name="connsiteX6" fmla="*/ 1262743 w 3338285"/>
                <a:gd name="connsiteY6" fmla="*/ 315494 h 4656876"/>
                <a:gd name="connsiteX7" fmla="*/ 1640114 w 3338285"/>
                <a:gd name="connsiteY7" fmla="*/ 228408 h 4656876"/>
                <a:gd name="connsiteX8" fmla="*/ 1828800 w 3338285"/>
                <a:gd name="connsiteY8" fmla="*/ 1476638 h 4656876"/>
                <a:gd name="connsiteX9" fmla="*/ 2002971 w 3338285"/>
                <a:gd name="connsiteY9" fmla="*/ 184866 h 4656876"/>
                <a:gd name="connsiteX10" fmla="*/ 2293257 w 3338285"/>
                <a:gd name="connsiteY10" fmla="*/ 112295 h 4656876"/>
                <a:gd name="connsiteX11" fmla="*/ 2206171 w 3338285"/>
                <a:gd name="connsiteY11" fmla="*/ 1534695 h 4656876"/>
                <a:gd name="connsiteX12" fmla="*/ 2467429 w 3338285"/>
                <a:gd name="connsiteY12" fmla="*/ 417095 h 4656876"/>
                <a:gd name="connsiteX13" fmla="*/ 2801257 w 3338285"/>
                <a:gd name="connsiteY13" fmla="*/ 504181 h 4656876"/>
                <a:gd name="connsiteX14" fmla="*/ 2510971 w 3338285"/>
                <a:gd name="connsiteY14" fmla="*/ 1650809 h 4656876"/>
                <a:gd name="connsiteX15" fmla="*/ 3004457 w 3338285"/>
                <a:gd name="connsiteY15" fmla="*/ 736409 h 4656876"/>
                <a:gd name="connsiteX16" fmla="*/ 3338285 w 3338285"/>
                <a:gd name="connsiteY16" fmla="*/ 968636 h 4656876"/>
                <a:gd name="connsiteX17" fmla="*/ 3193141 w 3338285"/>
                <a:gd name="connsiteY17" fmla="*/ 4147264 h 4656876"/>
                <a:gd name="connsiteX18" fmla="*/ 1059542 w 3338285"/>
                <a:gd name="connsiteY18" fmla="*/ 4437550 h 4656876"/>
                <a:gd name="connsiteX19" fmla="*/ 0 w 3338285"/>
                <a:gd name="connsiteY19" fmla="*/ 1694351 h 46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38285" h="4656876">
                  <a:moveTo>
                    <a:pt x="0" y="1694351"/>
                  </a:moveTo>
                  <a:cubicBezTo>
                    <a:pt x="266096" y="1679837"/>
                    <a:pt x="227390" y="1331493"/>
                    <a:pt x="493486" y="1316979"/>
                  </a:cubicBezTo>
                  <a:cubicBezTo>
                    <a:pt x="609600" y="1336331"/>
                    <a:pt x="885372" y="1834655"/>
                    <a:pt x="1001486" y="1854007"/>
                  </a:cubicBezTo>
                  <a:cubicBezTo>
                    <a:pt x="1069219" y="1829817"/>
                    <a:pt x="570896" y="876712"/>
                    <a:pt x="638629" y="852522"/>
                  </a:cubicBezTo>
                  <a:cubicBezTo>
                    <a:pt x="870857" y="968636"/>
                    <a:pt x="812801" y="359036"/>
                    <a:pt x="1045029" y="475150"/>
                  </a:cubicBezTo>
                  <a:cubicBezTo>
                    <a:pt x="1204686" y="668674"/>
                    <a:pt x="1393372" y="1544370"/>
                    <a:pt x="1553029" y="1737894"/>
                  </a:cubicBezTo>
                  <a:cubicBezTo>
                    <a:pt x="1538515" y="1602428"/>
                    <a:pt x="1161143" y="334846"/>
                    <a:pt x="1262743" y="315494"/>
                  </a:cubicBezTo>
                  <a:cubicBezTo>
                    <a:pt x="1412724" y="562237"/>
                    <a:pt x="1490133" y="-18335"/>
                    <a:pt x="1640114" y="228408"/>
                  </a:cubicBezTo>
                  <a:cubicBezTo>
                    <a:pt x="1727200" y="489666"/>
                    <a:pt x="1741714" y="1215380"/>
                    <a:pt x="1828800" y="1476638"/>
                  </a:cubicBezTo>
                  <a:cubicBezTo>
                    <a:pt x="1908629" y="1529857"/>
                    <a:pt x="1925562" y="412257"/>
                    <a:pt x="2002971" y="184866"/>
                  </a:cubicBezTo>
                  <a:cubicBezTo>
                    <a:pt x="2080381" y="-42524"/>
                    <a:pt x="2278743" y="-52200"/>
                    <a:pt x="2293257" y="112295"/>
                  </a:cubicBezTo>
                  <a:cubicBezTo>
                    <a:pt x="2307771" y="276790"/>
                    <a:pt x="2128761" y="1730638"/>
                    <a:pt x="2206171" y="1534695"/>
                  </a:cubicBezTo>
                  <a:cubicBezTo>
                    <a:pt x="2283581" y="1338752"/>
                    <a:pt x="2373086" y="465476"/>
                    <a:pt x="2467429" y="417095"/>
                  </a:cubicBezTo>
                  <a:cubicBezTo>
                    <a:pt x="2561772" y="368714"/>
                    <a:pt x="2818190" y="339686"/>
                    <a:pt x="2801257" y="504181"/>
                  </a:cubicBezTo>
                  <a:cubicBezTo>
                    <a:pt x="2784324" y="668676"/>
                    <a:pt x="2387600" y="1793533"/>
                    <a:pt x="2510971" y="1650809"/>
                  </a:cubicBezTo>
                  <a:cubicBezTo>
                    <a:pt x="2685143" y="1505666"/>
                    <a:pt x="2830285" y="881552"/>
                    <a:pt x="3004457" y="736409"/>
                  </a:cubicBezTo>
                  <a:lnTo>
                    <a:pt x="3338285" y="968636"/>
                  </a:lnTo>
                  <a:cubicBezTo>
                    <a:pt x="2346476" y="3131264"/>
                    <a:pt x="3154436" y="3697321"/>
                    <a:pt x="3193141" y="4147264"/>
                  </a:cubicBezTo>
                  <a:cubicBezTo>
                    <a:pt x="2844798" y="4534311"/>
                    <a:pt x="2191656" y="4906845"/>
                    <a:pt x="1059542" y="4437550"/>
                  </a:cubicBezTo>
                  <a:cubicBezTo>
                    <a:pt x="967619" y="3750541"/>
                    <a:pt x="1165980" y="2744218"/>
                    <a:pt x="0" y="1694351"/>
                  </a:cubicBezTo>
                  <a:close/>
                </a:path>
              </a:pathLst>
            </a:cu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3">
              <a:extLst>
                <a:ext uri="{FF2B5EF4-FFF2-40B4-BE49-F238E27FC236}">
                  <a16:creationId xmlns:a16="http://schemas.microsoft.com/office/drawing/2014/main" id="{8C8377E3-8E94-5583-C82F-3D23EBB511A8}"/>
                </a:ext>
              </a:extLst>
            </p:cNvPr>
            <p:cNvSpPr/>
            <p:nvPr/>
          </p:nvSpPr>
          <p:spPr>
            <a:xfrm>
              <a:off x="2792362" y="2070057"/>
              <a:ext cx="5251678" cy="3251738"/>
            </a:xfrm>
            <a:custGeom>
              <a:avLst/>
              <a:gdLst>
                <a:gd name="connsiteX0" fmla="*/ 0 w 1079500"/>
                <a:gd name="connsiteY0" fmla="*/ 0 h 288378"/>
                <a:gd name="connsiteX1" fmla="*/ 1079500 w 1079500"/>
                <a:gd name="connsiteY1" fmla="*/ 0 h 288378"/>
                <a:gd name="connsiteX2" fmla="*/ 1079500 w 1079500"/>
                <a:gd name="connsiteY2" fmla="*/ 288378 h 288378"/>
                <a:gd name="connsiteX3" fmla="*/ 0 w 1079500"/>
                <a:gd name="connsiteY3" fmla="*/ 288378 h 288378"/>
                <a:gd name="connsiteX4" fmla="*/ 0 w 1079500"/>
                <a:gd name="connsiteY4" fmla="*/ 0 h 288378"/>
                <a:gd name="connsiteX0" fmla="*/ 38100 w 1117600"/>
                <a:gd name="connsiteY0" fmla="*/ 0 h 351878"/>
                <a:gd name="connsiteX1" fmla="*/ 1117600 w 1117600"/>
                <a:gd name="connsiteY1" fmla="*/ 0 h 351878"/>
                <a:gd name="connsiteX2" fmla="*/ 1117600 w 1117600"/>
                <a:gd name="connsiteY2" fmla="*/ 288378 h 351878"/>
                <a:gd name="connsiteX3" fmla="*/ 0 w 1117600"/>
                <a:gd name="connsiteY3" fmla="*/ 351878 h 351878"/>
                <a:gd name="connsiteX4" fmla="*/ 38100 w 1117600"/>
                <a:gd name="connsiteY4" fmla="*/ 0 h 351878"/>
                <a:gd name="connsiteX0" fmla="*/ 647700 w 1117600"/>
                <a:gd name="connsiteY0" fmla="*/ 0 h 910678"/>
                <a:gd name="connsiteX1" fmla="*/ 1117600 w 1117600"/>
                <a:gd name="connsiteY1" fmla="*/ 558800 h 910678"/>
                <a:gd name="connsiteX2" fmla="*/ 1117600 w 1117600"/>
                <a:gd name="connsiteY2" fmla="*/ 847178 h 910678"/>
                <a:gd name="connsiteX3" fmla="*/ 0 w 1117600"/>
                <a:gd name="connsiteY3" fmla="*/ 910678 h 910678"/>
                <a:gd name="connsiteX4" fmla="*/ 647700 w 1117600"/>
                <a:gd name="connsiteY4" fmla="*/ 0 h 910678"/>
                <a:gd name="connsiteX0" fmla="*/ 647700 w 1117600"/>
                <a:gd name="connsiteY0" fmla="*/ 201153 h 1111831"/>
                <a:gd name="connsiteX1" fmla="*/ 850900 w 1117600"/>
                <a:gd name="connsiteY1" fmla="*/ 13281 h 1111831"/>
                <a:gd name="connsiteX2" fmla="*/ 1117600 w 1117600"/>
                <a:gd name="connsiteY2" fmla="*/ 759953 h 1111831"/>
                <a:gd name="connsiteX3" fmla="*/ 1117600 w 1117600"/>
                <a:gd name="connsiteY3" fmla="*/ 1048331 h 1111831"/>
                <a:gd name="connsiteX4" fmla="*/ 0 w 1117600"/>
                <a:gd name="connsiteY4" fmla="*/ 1111831 h 1111831"/>
                <a:gd name="connsiteX5" fmla="*/ 647700 w 1117600"/>
                <a:gd name="connsiteY5" fmla="*/ 201153 h 1111831"/>
                <a:gd name="connsiteX0" fmla="*/ 647700 w 1663700"/>
                <a:gd name="connsiteY0" fmla="*/ 400398 h 1311076"/>
                <a:gd name="connsiteX1" fmla="*/ 850900 w 1663700"/>
                <a:gd name="connsiteY1" fmla="*/ 212526 h 1311076"/>
                <a:gd name="connsiteX2" fmla="*/ 1663700 w 1663700"/>
                <a:gd name="connsiteY2" fmla="*/ 22027 h 1311076"/>
                <a:gd name="connsiteX3" fmla="*/ 1117600 w 1663700"/>
                <a:gd name="connsiteY3" fmla="*/ 959198 h 1311076"/>
                <a:gd name="connsiteX4" fmla="*/ 1117600 w 1663700"/>
                <a:gd name="connsiteY4" fmla="*/ 1247576 h 1311076"/>
                <a:gd name="connsiteX5" fmla="*/ 0 w 1663700"/>
                <a:gd name="connsiteY5" fmla="*/ 1311076 h 1311076"/>
                <a:gd name="connsiteX6" fmla="*/ 647700 w 1663700"/>
                <a:gd name="connsiteY6" fmla="*/ 400398 h 1311076"/>
                <a:gd name="connsiteX0" fmla="*/ 647700 w 1663700"/>
                <a:gd name="connsiteY0" fmla="*/ 400398 h 1311076"/>
                <a:gd name="connsiteX1" fmla="*/ 850900 w 1663700"/>
                <a:gd name="connsiteY1" fmla="*/ 212526 h 1311076"/>
                <a:gd name="connsiteX2" fmla="*/ 1663700 w 1663700"/>
                <a:gd name="connsiteY2" fmla="*/ 22027 h 1311076"/>
                <a:gd name="connsiteX3" fmla="*/ 1117600 w 1663700"/>
                <a:gd name="connsiteY3" fmla="*/ 959198 h 1311076"/>
                <a:gd name="connsiteX4" fmla="*/ 1117600 w 1663700"/>
                <a:gd name="connsiteY4" fmla="*/ 1247576 h 1311076"/>
                <a:gd name="connsiteX5" fmla="*/ 0 w 1663700"/>
                <a:gd name="connsiteY5" fmla="*/ 1311076 h 1311076"/>
                <a:gd name="connsiteX6" fmla="*/ 647700 w 1663700"/>
                <a:gd name="connsiteY6" fmla="*/ 400398 h 1311076"/>
                <a:gd name="connsiteX0" fmla="*/ 647700 w 1663700"/>
                <a:gd name="connsiteY0" fmla="*/ 400398 h 1311076"/>
                <a:gd name="connsiteX1" fmla="*/ 850900 w 1663700"/>
                <a:gd name="connsiteY1" fmla="*/ 212526 h 1311076"/>
                <a:gd name="connsiteX2" fmla="*/ 1663700 w 1663700"/>
                <a:gd name="connsiteY2" fmla="*/ 22027 h 1311076"/>
                <a:gd name="connsiteX3" fmla="*/ 1117600 w 1663700"/>
                <a:gd name="connsiteY3" fmla="*/ 959198 h 1311076"/>
                <a:gd name="connsiteX4" fmla="*/ 1117600 w 1663700"/>
                <a:gd name="connsiteY4" fmla="*/ 1247576 h 1311076"/>
                <a:gd name="connsiteX5" fmla="*/ 0 w 1663700"/>
                <a:gd name="connsiteY5" fmla="*/ 1311076 h 1311076"/>
                <a:gd name="connsiteX6" fmla="*/ 647700 w 1663700"/>
                <a:gd name="connsiteY6" fmla="*/ 400398 h 1311076"/>
                <a:gd name="connsiteX0" fmla="*/ 647700 w 1663700"/>
                <a:gd name="connsiteY0" fmla="*/ 400398 h 1311076"/>
                <a:gd name="connsiteX1" fmla="*/ 850900 w 1663700"/>
                <a:gd name="connsiteY1" fmla="*/ 212526 h 1311076"/>
                <a:gd name="connsiteX2" fmla="*/ 1663700 w 1663700"/>
                <a:gd name="connsiteY2" fmla="*/ 22027 h 1311076"/>
                <a:gd name="connsiteX3" fmla="*/ 1117600 w 1663700"/>
                <a:gd name="connsiteY3" fmla="*/ 959198 h 1311076"/>
                <a:gd name="connsiteX4" fmla="*/ 1117600 w 1663700"/>
                <a:gd name="connsiteY4" fmla="*/ 1247576 h 1311076"/>
                <a:gd name="connsiteX5" fmla="*/ 0 w 1663700"/>
                <a:gd name="connsiteY5" fmla="*/ 1311076 h 1311076"/>
                <a:gd name="connsiteX6" fmla="*/ 647700 w 1663700"/>
                <a:gd name="connsiteY6" fmla="*/ 400398 h 1311076"/>
                <a:gd name="connsiteX0" fmla="*/ 741711 w 1757711"/>
                <a:gd name="connsiteY0" fmla="*/ 400398 h 1311076"/>
                <a:gd name="connsiteX1" fmla="*/ 944911 w 1757711"/>
                <a:gd name="connsiteY1" fmla="*/ 212526 h 1311076"/>
                <a:gd name="connsiteX2" fmla="*/ 1757711 w 1757711"/>
                <a:gd name="connsiteY2" fmla="*/ 22027 h 1311076"/>
                <a:gd name="connsiteX3" fmla="*/ 1211611 w 1757711"/>
                <a:gd name="connsiteY3" fmla="*/ 959198 h 1311076"/>
                <a:gd name="connsiteX4" fmla="*/ 1211611 w 1757711"/>
                <a:gd name="connsiteY4" fmla="*/ 1247576 h 1311076"/>
                <a:gd name="connsiteX5" fmla="*/ 94011 w 1757711"/>
                <a:gd name="connsiteY5" fmla="*/ 1311076 h 1311076"/>
                <a:gd name="connsiteX6" fmla="*/ 741711 w 1757711"/>
                <a:gd name="connsiteY6" fmla="*/ 400398 h 1311076"/>
                <a:gd name="connsiteX0" fmla="*/ 933449 w 1949449"/>
                <a:gd name="connsiteY0" fmla="*/ 400398 h 1412677"/>
                <a:gd name="connsiteX1" fmla="*/ 1136649 w 1949449"/>
                <a:gd name="connsiteY1" fmla="*/ 212526 h 1412677"/>
                <a:gd name="connsiteX2" fmla="*/ 1949449 w 1949449"/>
                <a:gd name="connsiteY2" fmla="*/ 22027 h 1412677"/>
                <a:gd name="connsiteX3" fmla="*/ 1403349 w 1949449"/>
                <a:gd name="connsiteY3" fmla="*/ 959198 h 1412677"/>
                <a:gd name="connsiteX4" fmla="*/ 1403349 w 1949449"/>
                <a:gd name="connsiteY4" fmla="*/ 1247576 h 1412677"/>
                <a:gd name="connsiteX5" fmla="*/ 0 w 1949449"/>
                <a:gd name="connsiteY5" fmla="*/ 1412677 h 1412677"/>
                <a:gd name="connsiteX6" fmla="*/ 285749 w 1949449"/>
                <a:gd name="connsiteY6" fmla="*/ 1311076 h 1412677"/>
                <a:gd name="connsiteX7" fmla="*/ 933449 w 1949449"/>
                <a:gd name="connsiteY7" fmla="*/ 400398 h 1412677"/>
                <a:gd name="connsiteX0" fmla="*/ 1729841 w 2745841"/>
                <a:gd name="connsiteY0" fmla="*/ 400398 h 2219796"/>
                <a:gd name="connsiteX1" fmla="*/ 1933041 w 2745841"/>
                <a:gd name="connsiteY1" fmla="*/ 212526 h 2219796"/>
                <a:gd name="connsiteX2" fmla="*/ 2745841 w 2745841"/>
                <a:gd name="connsiteY2" fmla="*/ 22027 h 2219796"/>
                <a:gd name="connsiteX3" fmla="*/ 2199741 w 2745841"/>
                <a:gd name="connsiteY3" fmla="*/ 959198 h 2219796"/>
                <a:gd name="connsiteX4" fmla="*/ 2199741 w 2745841"/>
                <a:gd name="connsiteY4" fmla="*/ 1247576 h 2219796"/>
                <a:gd name="connsiteX5" fmla="*/ 34392 w 2745841"/>
                <a:gd name="connsiteY5" fmla="*/ 2219127 h 2219796"/>
                <a:gd name="connsiteX6" fmla="*/ 796392 w 2745841"/>
                <a:gd name="connsiteY6" fmla="*/ 1412677 h 2219796"/>
                <a:gd name="connsiteX7" fmla="*/ 1082141 w 2745841"/>
                <a:gd name="connsiteY7" fmla="*/ 1311076 h 2219796"/>
                <a:gd name="connsiteX8" fmla="*/ 1729841 w 2745841"/>
                <a:gd name="connsiteY8" fmla="*/ 400398 h 2219796"/>
                <a:gd name="connsiteX0" fmla="*/ 1823705 w 2839705"/>
                <a:gd name="connsiteY0" fmla="*/ 400398 h 2577062"/>
                <a:gd name="connsiteX1" fmla="*/ 2026905 w 2839705"/>
                <a:gd name="connsiteY1" fmla="*/ 212526 h 2577062"/>
                <a:gd name="connsiteX2" fmla="*/ 2839705 w 2839705"/>
                <a:gd name="connsiteY2" fmla="*/ 22027 h 2577062"/>
                <a:gd name="connsiteX3" fmla="*/ 2293605 w 2839705"/>
                <a:gd name="connsiteY3" fmla="*/ 959198 h 2577062"/>
                <a:gd name="connsiteX4" fmla="*/ 2293605 w 2839705"/>
                <a:gd name="connsiteY4" fmla="*/ 1247576 h 2577062"/>
                <a:gd name="connsiteX5" fmla="*/ 198106 w 2839705"/>
                <a:gd name="connsiteY5" fmla="*/ 2536626 h 2577062"/>
                <a:gd name="connsiteX6" fmla="*/ 128256 w 2839705"/>
                <a:gd name="connsiteY6" fmla="*/ 2219127 h 2577062"/>
                <a:gd name="connsiteX7" fmla="*/ 890256 w 2839705"/>
                <a:gd name="connsiteY7" fmla="*/ 1412677 h 2577062"/>
                <a:gd name="connsiteX8" fmla="*/ 1176005 w 2839705"/>
                <a:gd name="connsiteY8" fmla="*/ 1311076 h 2577062"/>
                <a:gd name="connsiteX9" fmla="*/ 1823705 w 2839705"/>
                <a:gd name="connsiteY9" fmla="*/ 400398 h 2577062"/>
                <a:gd name="connsiteX0" fmla="*/ 1717448 w 2733448"/>
                <a:gd name="connsiteY0" fmla="*/ 400398 h 3043868"/>
                <a:gd name="connsiteX1" fmla="*/ 1920648 w 2733448"/>
                <a:gd name="connsiteY1" fmla="*/ 212526 h 3043868"/>
                <a:gd name="connsiteX2" fmla="*/ 2733448 w 2733448"/>
                <a:gd name="connsiteY2" fmla="*/ 22027 h 3043868"/>
                <a:gd name="connsiteX3" fmla="*/ 2187348 w 2733448"/>
                <a:gd name="connsiteY3" fmla="*/ 959198 h 3043868"/>
                <a:gd name="connsiteX4" fmla="*/ 2187348 w 2733448"/>
                <a:gd name="connsiteY4" fmla="*/ 1247576 h 3043868"/>
                <a:gd name="connsiteX5" fmla="*/ 555399 w 2733448"/>
                <a:gd name="connsiteY5" fmla="*/ 3000176 h 3043868"/>
                <a:gd name="connsiteX6" fmla="*/ 91849 w 2733448"/>
                <a:gd name="connsiteY6" fmla="*/ 2536626 h 3043868"/>
                <a:gd name="connsiteX7" fmla="*/ 21999 w 2733448"/>
                <a:gd name="connsiteY7" fmla="*/ 2219127 h 3043868"/>
                <a:gd name="connsiteX8" fmla="*/ 783999 w 2733448"/>
                <a:gd name="connsiteY8" fmla="*/ 1412677 h 3043868"/>
                <a:gd name="connsiteX9" fmla="*/ 1069748 w 2733448"/>
                <a:gd name="connsiteY9" fmla="*/ 1311076 h 3043868"/>
                <a:gd name="connsiteX10" fmla="*/ 1717448 w 2733448"/>
                <a:gd name="connsiteY10" fmla="*/ 400398 h 3043868"/>
                <a:gd name="connsiteX0" fmla="*/ 1717448 w 2733448"/>
                <a:gd name="connsiteY0" fmla="*/ 400398 h 3175625"/>
                <a:gd name="connsiteX1" fmla="*/ 1920648 w 2733448"/>
                <a:gd name="connsiteY1" fmla="*/ 212526 h 3175625"/>
                <a:gd name="connsiteX2" fmla="*/ 2733448 w 2733448"/>
                <a:gd name="connsiteY2" fmla="*/ 22027 h 3175625"/>
                <a:gd name="connsiteX3" fmla="*/ 2187348 w 2733448"/>
                <a:gd name="connsiteY3" fmla="*/ 959198 h 3175625"/>
                <a:gd name="connsiteX4" fmla="*/ 2187348 w 2733448"/>
                <a:gd name="connsiteY4" fmla="*/ 1247576 h 3175625"/>
                <a:gd name="connsiteX5" fmla="*/ 669698 w 2733448"/>
                <a:gd name="connsiteY5" fmla="*/ 3044626 h 3175625"/>
                <a:gd name="connsiteX6" fmla="*/ 555399 w 2733448"/>
                <a:gd name="connsiteY6" fmla="*/ 3000176 h 3175625"/>
                <a:gd name="connsiteX7" fmla="*/ 91849 w 2733448"/>
                <a:gd name="connsiteY7" fmla="*/ 2536626 h 3175625"/>
                <a:gd name="connsiteX8" fmla="*/ 21999 w 2733448"/>
                <a:gd name="connsiteY8" fmla="*/ 2219127 h 3175625"/>
                <a:gd name="connsiteX9" fmla="*/ 783999 w 2733448"/>
                <a:gd name="connsiteY9" fmla="*/ 1412677 h 3175625"/>
                <a:gd name="connsiteX10" fmla="*/ 1069748 w 2733448"/>
                <a:gd name="connsiteY10" fmla="*/ 1311076 h 3175625"/>
                <a:gd name="connsiteX11" fmla="*/ 1717448 w 2733448"/>
                <a:gd name="connsiteY11" fmla="*/ 400398 h 3175625"/>
                <a:gd name="connsiteX0" fmla="*/ 1717448 w 2733448"/>
                <a:gd name="connsiteY0" fmla="*/ 400398 h 3130286"/>
                <a:gd name="connsiteX1" fmla="*/ 1920648 w 2733448"/>
                <a:gd name="connsiteY1" fmla="*/ 212526 h 3130286"/>
                <a:gd name="connsiteX2" fmla="*/ 2733448 w 2733448"/>
                <a:gd name="connsiteY2" fmla="*/ 22027 h 3130286"/>
                <a:gd name="connsiteX3" fmla="*/ 2187348 w 2733448"/>
                <a:gd name="connsiteY3" fmla="*/ 959198 h 3130286"/>
                <a:gd name="connsiteX4" fmla="*/ 2187348 w 2733448"/>
                <a:gd name="connsiteY4" fmla="*/ 1247576 h 3130286"/>
                <a:gd name="connsiteX5" fmla="*/ 1241198 w 2733448"/>
                <a:gd name="connsiteY5" fmla="*/ 2987476 h 3130286"/>
                <a:gd name="connsiteX6" fmla="*/ 669698 w 2733448"/>
                <a:gd name="connsiteY6" fmla="*/ 3044626 h 3130286"/>
                <a:gd name="connsiteX7" fmla="*/ 555399 w 2733448"/>
                <a:gd name="connsiteY7" fmla="*/ 3000176 h 3130286"/>
                <a:gd name="connsiteX8" fmla="*/ 91849 w 2733448"/>
                <a:gd name="connsiteY8" fmla="*/ 2536626 h 3130286"/>
                <a:gd name="connsiteX9" fmla="*/ 21999 w 2733448"/>
                <a:gd name="connsiteY9" fmla="*/ 2219127 h 3130286"/>
                <a:gd name="connsiteX10" fmla="*/ 783999 w 2733448"/>
                <a:gd name="connsiteY10" fmla="*/ 1412677 h 3130286"/>
                <a:gd name="connsiteX11" fmla="*/ 1069748 w 2733448"/>
                <a:gd name="connsiteY11" fmla="*/ 1311076 h 3130286"/>
                <a:gd name="connsiteX12" fmla="*/ 1717448 w 2733448"/>
                <a:gd name="connsiteY12" fmla="*/ 400398 h 3130286"/>
                <a:gd name="connsiteX0" fmla="*/ 1717448 w 2733448"/>
                <a:gd name="connsiteY0" fmla="*/ 400398 h 3057570"/>
                <a:gd name="connsiteX1" fmla="*/ 1920648 w 2733448"/>
                <a:gd name="connsiteY1" fmla="*/ 212526 h 3057570"/>
                <a:gd name="connsiteX2" fmla="*/ 2733448 w 2733448"/>
                <a:gd name="connsiteY2" fmla="*/ 22027 h 3057570"/>
                <a:gd name="connsiteX3" fmla="*/ 2187348 w 2733448"/>
                <a:gd name="connsiteY3" fmla="*/ 959198 h 3057570"/>
                <a:gd name="connsiteX4" fmla="*/ 2187348 w 2733448"/>
                <a:gd name="connsiteY4" fmla="*/ 1247576 h 3057570"/>
                <a:gd name="connsiteX5" fmla="*/ 1590448 w 2733448"/>
                <a:gd name="connsiteY5" fmla="*/ 2689026 h 3057570"/>
                <a:gd name="connsiteX6" fmla="*/ 1241198 w 2733448"/>
                <a:gd name="connsiteY6" fmla="*/ 2987476 h 3057570"/>
                <a:gd name="connsiteX7" fmla="*/ 669698 w 2733448"/>
                <a:gd name="connsiteY7" fmla="*/ 3044626 h 3057570"/>
                <a:gd name="connsiteX8" fmla="*/ 555399 w 2733448"/>
                <a:gd name="connsiteY8" fmla="*/ 3000176 h 3057570"/>
                <a:gd name="connsiteX9" fmla="*/ 91849 w 2733448"/>
                <a:gd name="connsiteY9" fmla="*/ 2536626 h 3057570"/>
                <a:gd name="connsiteX10" fmla="*/ 21999 w 2733448"/>
                <a:gd name="connsiteY10" fmla="*/ 2219127 h 3057570"/>
                <a:gd name="connsiteX11" fmla="*/ 783999 w 2733448"/>
                <a:gd name="connsiteY11" fmla="*/ 1412677 h 3057570"/>
                <a:gd name="connsiteX12" fmla="*/ 1069748 w 2733448"/>
                <a:gd name="connsiteY12" fmla="*/ 1311076 h 3057570"/>
                <a:gd name="connsiteX13" fmla="*/ 1717448 w 2733448"/>
                <a:gd name="connsiteY13" fmla="*/ 400398 h 3057570"/>
                <a:gd name="connsiteX0" fmla="*/ 1717448 w 2733448"/>
                <a:gd name="connsiteY0" fmla="*/ 400398 h 3057570"/>
                <a:gd name="connsiteX1" fmla="*/ 1920648 w 2733448"/>
                <a:gd name="connsiteY1" fmla="*/ 212526 h 3057570"/>
                <a:gd name="connsiteX2" fmla="*/ 2733448 w 2733448"/>
                <a:gd name="connsiteY2" fmla="*/ 22027 h 3057570"/>
                <a:gd name="connsiteX3" fmla="*/ 2187348 w 2733448"/>
                <a:gd name="connsiteY3" fmla="*/ 959198 h 3057570"/>
                <a:gd name="connsiteX4" fmla="*/ 2187348 w 2733448"/>
                <a:gd name="connsiteY4" fmla="*/ 1247576 h 3057570"/>
                <a:gd name="connsiteX5" fmla="*/ 1850798 w 2733448"/>
                <a:gd name="connsiteY5" fmla="*/ 2219126 h 3057570"/>
                <a:gd name="connsiteX6" fmla="*/ 1590448 w 2733448"/>
                <a:gd name="connsiteY6" fmla="*/ 2689026 h 3057570"/>
                <a:gd name="connsiteX7" fmla="*/ 1241198 w 2733448"/>
                <a:gd name="connsiteY7" fmla="*/ 2987476 h 3057570"/>
                <a:gd name="connsiteX8" fmla="*/ 669698 w 2733448"/>
                <a:gd name="connsiteY8" fmla="*/ 3044626 h 3057570"/>
                <a:gd name="connsiteX9" fmla="*/ 555399 w 2733448"/>
                <a:gd name="connsiteY9" fmla="*/ 3000176 h 3057570"/>
                <a:gd name="connsiteX10" fmla="*/ 91849 w 2733448"/>
                <a:gd name="connsiteY10" fmla="*/ 2536626 h 3057570"/>
                <a:gd name="connsiteX11" fmla="*/ 21999 w 2733448"/>
                <a:gd name="connsiteY11" fmla="*/ 2219127 h 3057570"/>
                <a:gd name="connsiteX12" fmla="*/ 783999 w 2733448"/>
                <a:gd name="connsiteY12" fmla="*/ 1412677 h 3057570"/>
                <a:gd name="connsiteX13" fmla="*/ 1069748 w 2733448"/>
                <a:gd name="connsiteY13" fmla="*/ 1311076 h 3057570"/>
                <a:gd name="connsiteX14" fmla="*/ 1717448 w 2733448"/>
                <a:gd name="connsiteY14" fmla="*/ 400398 h 3057570"/>
                <a:gd name="connsiteX0" fmla="*/ 1717448 w 2733448"/>
                <a:gd name="connsiteY0" fmla="*/ 400398 h 3057570"/>
                <a:gd name="connsiteX1" fmla="*/ 1920648 w 2733448"/>
                <a:gd name="connsiteY1" fmla="*/ 212526 h 3057570"/>
                <a:gd name="connsiteX2" fmla="*/ 2733448 w 2733448"/>
                <a:gd name="connsiteY2" fmla="*/ 22027 h 3057570"/>
                <a:gd name="connsiteX3" fmla="*/ 2187348 w 2733448"/>
                <a:gd name="connsiteY3" fmla="*/ 959198 h 3057570"/>
                <a:gd name="connsiteX4" fmla="*/ 2479448 w 2733448"/>
                <a:gd name="connsiteY4" fmla="*/ 2009576 h 3057570"/>
                <a:gd name="connsiteX5" fmla="*/ 1850798 w 2733448"/>
                <a:gd name="connsiteY5" fmla="*/ 2219126 h 3057570"/>
                <a:gd name="connsiteX6" fmla="*/ 1590448 w 2733448"/>
                <a:gd name="connsiteY6" fmla="*/ 2689026 h 3057570"/>
                <a:gd name="connsiteX7" fmla="*/ 1241198 w 2733448"/>
                <a:gd name="connsiteY7" fmla="*/ 2987476 h 3057570"/>
                <a:gd name="connsiteX8" fmla="*/ 669698 w 2733448"/>
                <a:gd name="connsiteY8" fmla="*/ 3044626 h 3057570"/>
                <a:gd name="connsiteX9" fmla="*/ 555399 w 2733448"/>
                <a:gd name="connsiteY9" fmla="*/ 3000176 h 3057570"/>
                <a:gd name="connsiteX10" fmla="*/ 91849 w 2733448"/>
                <a:gd name="connsiteY10" fmla="*/ 2536626 h 3057570"/>
                <a:gd name="connsiteX11" fmla="*/ 21999 w 2733448"/>
                <a:gd name="connsiteY11" fmla="*/ 2219127 h 3057570"/>
                <a:gd name="connsiteX12" fmla="*/ 783999 w 2733448"/>
                <a:gd name="connsiteY12" fmla="*/ 1412677 h 3057570"/>
                <a:gd name="connsiteX13" fmla="*/ 1069748 w 2733448"/>
                <a:gd name="connsiteY13" fmla="*/ 1311076 h 3057570"/>
                <a:gd name="connsiteX14" fmla="*/ 1717448 w 2733448"/>
                <a:gd name="connsiteY14" fmla="*/ 400398 h 3057570"/>
                <a:gd name="connsiteX0" fmla="*/ 1717448 w 2898548"/>
                <a:gd name="connsiteY0" fmla="*/ 400398 h 3057570"/>
                <a:gd name="connsiteX1" fmla="*/ 1920648 w 2898548"/>
                <a:gd name="connsiteY1" fmla="*/ 212526 h 3057570"/>
                <a:gd name="connsiteX2" fmla="*/ 2733448 w 2898548"/>
                <a:gd name="connsiteY2" fmla="*/ 22027 h 3057570"/>
                <a:gd name="connsiteX3" fmla="*/ 2187348 w 2898548"/>
                <a:gd name="connsiteY3" fmla="*/ 959198 h 3057570"/>
                <a:gd name="connsiteX4" fmla="*/ 2898548 w 2898548"/>
                <a:gd name="connsiteY4" fmla="*/ 1920676 h 3057570"/>
                <a:gd name="connsiteX5" fmla="*/ 2479448 w 2898548"/>
                <a:gd name="connsiteY5" fmla="*/ 2009576 h 3057570"/>
                <a:gd name="connsiteX6" fmla="*/ 1850798 w 2898548"/>
                <a:gd name="connsiteY6" fmla="*/ 2219126 h 3057570"/>
                <a:gd name="connsiteX7" fmla="*/ 1590448 w 2898548"/>
                <a:gd name="connsiteY7" fmla="*/ 2689026 h 3057570"/>
                <a:gd name="connsiteX8" fmla="*/ 1241198 w 2898548"/>
                <a:gd name="connsiteY8" fmla="*/ 2987476 h 3057570"/>
                <a:gd name="connsiteX9" fmla="*/ 669698 w 2898548"/>
                <a:gd name="connsiteY9" fmla="*/ 3044626 h 3057570"/>
                <a:gd name="connsiteX10" fmla="*/ 555399 w 2898548"/>
                <a:gd name="connsiteY10" fmla="*/ 3000176 h 3057570"/>
                <a:gd name="connsiteX11" fmla="*/ 91849 w 2898548"/>
                <a:gd name="connsiteY11" fmla="*/ 2536626 h 3057570"/>
                <a:gd name="connsiteX12" fmla="*/ 21999 w 2898548"/>
                <a:gd name="connsiteY12" fmla="*/ 2219127 h 3057570"/>
                <a:gd name="connsiteX13" fmla="*/ 783999 w 2898548"/>
                <a:gd name="connsiteY13" fmla="*/ 1412677 h 3057570"/>
                <a:gd name="connsiteX14" fmla="*/ 1069748 w 2898548"/>
                <a:gd name="connsiteY14" fmla="*/ 1311076 h 3057570"/>
                <a:gd name="connsiteX15" fmla="*/ 1717448 w 2898548"/>
                <a:gd name="connsiteY15" fmla="*/ 400398 h 3057570"/>
                <a:gd name="connsiteX0" fmla="*/ 1717448 w 3212338"/>
                <a:gd name="connsiteY0" fmla="*/ 400398 h 3057570"/>
                <a:gd name="connsiteX1" fmla="*/ 1920648 w 3212338"/>
                <a:gd name="connsiteY1" fmla="*/ 212526 h 3057570"/>
                <a:gd name="connsiteX2" fmla="*/ 2733448 w 3212338"/>
                <a:gd name="connsiteY2" fmla="*/ 22027 h 3057570"/>
                <a:gd name="connsiteX3" fmla="*/ 3209698 w 3212338"/>
                <a:gd name="connsiteY3" fmla="*/ 1835498 h 3057570"/>
                <a:gd name="connsiteX4" fmla="*/ 2898548 w 3212338"/>
                <a:gd name="connsiteY4" fmla="*/ 1920676 h 3057570"/>
                <a:gd name="connsiteX5" fmla="*/ 2479448 w 3212338"/>
                <a:gd name="connsiteY5" fmla="*/ 2009576 h 3057570"/>
                <a:gd name="connsiteX6" fmla="*/ 1850798 w 3212338"/>
                <a:gd name="connsiteY6" fmla="*/ 2219126 h 3057570"/>
                <a:gd name="connsiteX7" fmla="*/ 1590448 w 3212338"/>
                <a:gd name="connsiteY7" fmla="*/ 2689026 h 3057570"/>
                <a:gd name="connsiteX8" fmla="*/ 1241198 w 3212338"/>
                <a:gd name="connsiteY8" fmla="*/ 2987476 h 3057570"/>
                <a:gd name="connsiteX9" fmla="*/ 669698 w 3212338"/>
                <a:gd name="connsiteY9" fmla="*/ 3044626 h 3057570"/>
                <a:gd name="connsiteX10" fmla="*/ 555399 w 3212338"/>
                <a:gd name="connsiteY10" fmla="*/ 3000176 h 3057570"/>
                <a:gd name="connsiteX11" fmla="*/ 91849 w 3212338"/>
                <a:gd name="connsiteY11" fmla="*/ 2536626 h 3057570"/>
                <a:gd name="connsiteX12" fmla="*/ 21999 w 3212338"/>
                <a:gd name="connsiteY12" fmla="*/ 2219127 h 3057570"/>
                <a:gd name="connsiteX13" fmla="*/ 783999 w 3212338"/>
                <a:gd name="connsiteY13" fmla="*/ 1412677 h 3057570"/>
                <a:gd name="connsiteX14" fmla="*/ 1069748 w 3212338"/>
                <a:gd name="connsiteY14" fmla="*/ 1311076 h 3057570"/>
                <a:gd name="connsiteX15" fmla="*/ 1717448 w 3212338"/>
                <a:gd name="connsiteY15" fmla="*/ 400398 h 3057570"/>
                <a:gd name="connsiteX0" fmla="*/ 1717448 w 3387498"/>
                <a:gd name="connsiteY0" fmla="*/ 400398 h 3057570"/>
                <a:gd name="connsiteX1" fmla="*/ 1920648 w 3387498"/>
                <a:gd name="connsiteY1" fmla="*/ 212526 h 3057570"/>
                <a:gd name="connsiteX2" fmla="*/ 2733448 w 3387498"/>
                <a:gd name="connsiteY2" fmla="*/ 22027 h 3057570"/>
                <a:gd name="connsiteX3" fmla="*/ 3387498 w 3387498"/>
                <a:gd name="connsiteY3" fmla="*/ 2174676 h 3057570"/>
                <a:gd name="connsiteX4" fmla="*/ 3209698 w 3387498"/>
                <a:gd name="connsiteY4" fmla="*/ 1835498 h 3057570"/>
                <a:gd name="connsiteX5" fmla="*/ 2898548 w 3387498"/>
                <a:gd name="connsiteY5" fmla="*/ 1920676 h 3057570"/>
                <a:gd name="connsiteX6" fmla="*/ 2479448 w 3387498"/>
                <a:gd name="connsiteY6" fmla="*/ 2009576 h 3057570"/>
                <a:gd name="connsiteX7" fmla="*/ 1850798 w 3387498"/>
                <a:gd name="connsiteY7" fmla="*/ 2219126 h 3057570"/>
                <a:gd name="connsiteX8" fmla="*/ 1590448 w 3387498"/>
                <a:gd name="connsiteY8" fmla="*/ 2689026 h 3057570"/>
                <a:gd name="connsiteX9" fmla="*/ 1241198 w 3387498"/>
                <a:gd name="connsiteY9" fmla="*/ 2987476 h 3057570"/>
                <a:gd name="connsiteX10" fmla="*/ 669698 w 3387498"/>
                <a:gd name="connsiteY10" fmla="*/ 3044626 h 3057570"/>
                <a:gd name="connsiteX11" fmla="*/ 555399 w 3387498"/>
                <a:gd name="connsiteY11" fmla="*/ 3000176 h 3057570"/>
                <a:gd name="connsiteX12" fmla="*/ 91849 w 3387498"/>
                <a:gd name="connsiteY12" fmla="*/ 2536626 h 3057570"/>
                <a:gd name="connsiteX13" fmla="*/ 21999 w 3387498"/>
                <a:gd name="connsiteY13" fmla="*/ 2219127 h 3057570"/>
                <a:gd name="connsiteX14" fmla="*/ 783999 w 3387498"/>
                <a:gd name="connsiteY14" fmla="*/ 1412677 h 3057570"/>
                <a:gd name="connsiteX15" fmla="*/ 1069748 w 3387498"/>
                <a:gd name="connsiteY15" fmla="*/ 1311076 h 3057570"/>
                <a:gd name="connsiteX16" fmla="*/ 1717448 w 3387498"/>
                <a:gd name="connsiteY16" fmla="*/ 400398 h 3057570"/>
                <a:gd name="connsiteX0" fmla="*/ 1717448 w 3870852"/>
                <a:gd name="connsiteY0" fmla="*/ 400398 h 3057570"/>
                <a:gd name="connsiteX1" fmla="*/ 1920648 w 3870852"/>
                <a:gd name="connsiteY1" fmla="*/ 212526 h 3057570"/>
                <a:gd name="connsiteX2" fmla="*/ 2733448 w 3870852"/>
                <a:gd name="connsiteY2" fmla="*/ 22027 h 3057570"/>
                <a:gd name="connsiteX3" fmla="*/ 3857398 w 3870852"/>
                <a:gd name="connsiteY3" fmla="*/ 2263576 h 3057570"/>
                <a:gd name="connsiteX4" fmla="*/ 3387498 w 3870852"/>
                <a:gd name="connsiteY4" fmla="*/ 2174676 h 3057570"/>
                <a:gd name="connsiteX5" fmla="*/ 3209698 w 3870852"/>
                <a:gd name="connsiteY5" fmla="*/ 1835498 h 3057570"/>
                <a:gd name="connsiteX6" fmla="*/ 2898548 w 3870852"/>
                <a:gd name="connsiteY6" fmla="*/ 1920676 h 3057570"/>
                <a:gd name="connsiteX7" fmla="*/ 2479448 w 3870852"/>
                <a:gd name="connsiteY7" fmla="*/ 2009576 h 3057570"/>
                <a:gd name="connsiteX8" fmla="*/ 1850798 w 3870852"/>
                <a:gd name="connsiteY8" fmla="*/ 2219126 h 3057570"/>
                <a:gd name="connsiteX9" fmla="*/ 1590448 w 3870852"/>
                <a:gd name="connsiteY9" fmla="*/ 2689026 h 3057570"/>
                <a:gd name="connsiteX10" fmla="*/ 1241198 w 3870852"/>
                <a:gd name="connsiteY10" fmla="*/ 2987476 h 3057570"/>
                <a:gd name="connsiteX11" fmla="*/ 669698 w 3870852"/>
                <a:gd name="connsiteY11" fmla="*/ 3044626 h 3057570"/>
                <a:gd name="connsiteX12" fmla="*/ 555399 w 3870852"/>
                <a:gd name="connsiteY12" fmla="*/ 3000176 h 3057570"/>
                <a:gd name="connsiteX13" fmla="*/ 91849 w 3870852"/>
                <a:gd name="connsiteY13" fmla="*/ 2536626 h 3057570"/>
                <a:gd name="connsiteX14" fmla="*/ 21999 w 3870852"/>
                <a:gd name="connsiteY14" fmla="*/ 2219127 h 3057570"/>
                <a:gd name="connsiteX15" fmla="*/ 783999 w 3870852"/>
                <a:gd name="connsiteY15" fmla="*/ 1412677 h 3057570"/>
                <a:gd name="connsiteX16" fmla="*/ 1069748 w 3870852"/>
                <a:gd name="connsiteY16" fmla="*/ 1311076 h 3057570"/>
                <a:gd name="connsiteX17" fmla="*/ 1717448 w 3870852"/>
                <a:gd name="connsiteY17" fmla="*/ 400398 h 3057570"/>
                <a:gd name="connsiteX0" fmla="*/ 1717448 w 4744088"/>
                <a:gd name="connsiteY0" fmla="*/ 400398 h 3057570"/>
                <a:gd name="connsiteX1" fmla="*/ 1920648 w 4744088"/>
                <a:gd name="connsiteY1" fmla="*/ 212526 h 3057570"/>
                <a:gd name="connsiteX2" fmla="*/ 2733448 w 4744088"/>
                <a:gd name="connsiteY2" fmla="*/ 22027 h 3057570"/>
                <a:gd name="connsiteX3" fmla="*/ 4720998 w 4744088"/>
                <a:gd name="connsiteY3" fmla="*/ 2009576 h 3057570"/>
                <a:gd name="connsiteX4" fmla="*/ 3857398 w 4744088"/>
                <a:gd name="connsiteY4" fmla="*/ 2263576 h 3057570"/>
                <a:gd name="connsiteX5" fmla="*/ 3387498 w 4744088"/>
                <a:gd name="connsiteY5" fmla="*/ 2174676 h 3057570"/>
                <a:gd name="connsiteX6" fmla="*/ 3209698 w 4744088"/>
                <a:gd name="connsiteY6" fmla="*/ 1835498 h 3057570"/>
                <a:gd name="connsiteX7" fmla="*/ 2898548 w 4744088"/>
                <a:gd name="connsiteY7" fmla="*/ 1920676 h 3057570"/>
                <a:gd name="connsiteX8" fmla="*/ 2479448 w 4744088"/>
                <a:gd name="connsiteY8" fmla="*/ 2009576 h 3057570"/>
                <a:gd name="connsiteX9" fmla="*/ 1850798 w 4744088"/>
                <a:gd name="connsiteY9" fmla="*/ 2219126 h 3057570"/>
                <a:gd name="connsiteX10" fmla="*/ 1590448 w 4744088"/>
                <a:gd name="connsiteY10" fmla="*/ 2689026 h 3057570"/>
                <a:gd name="connsiteX11" fmla="*/ 1241198 w 4744088"/>
                <a:gd name="connsiteY11" fmla="*/ 2987476 h 3057570"/>
                <a:gd name="connsiteX12" fmla="*/ 669698 w 4744088"/>
                <a:gd name="connsiteY12" fmla="*/ 3044626 h 3057570"/>
                <a:gd name="connsiteX13" fmla="*/ 555399 w 4744088"/>
                <a:gd name="connsiteY13" fmla="*/ 3000176 h 3057570"/>
                <a:gd name="connsiteX14" fmla="*/ 91849 w 4744088"/>
                <a:gd name="connsiteY14" fmla="*/ 2536626 h 3057570"/>
                <a:gd name="connsiteX15" fmla="*/ 21999 w 4744088"/>
                <a:gd name="connsiteY15" fmla="*/ 2219127 h 3057570"/>
                <a:gd name="connsiteX16" fmla="*/ 783999 w 4744088"/>
                <a:gd name="connsiteY16" fmla="*/ 1412677 h 3057570"/>
                <a:gd name="connsiteX17" fmla="*/ 1069748 w 4744088"/>
                <a:gd name="connsiteY17" fmla="*/ 1311076 h 3057570"/>
                <a:gd name="connsiteX18" fmla="*/ 1717448 w 4744088"/>
                <a:gd name="connsiteY18" fmla="*/ 400398 h 3057570"/>
                <a:gd name="connsiteX0" fmla="*/ 1717448 w 5091327"/>
                <a:gd name="connsiteY0" fmla="*/ 400398 h 3057570"/>
                <a:gd name="connsiteX1" fmla="*/ 1920648 w 5091327"/>
                <a:gd name="connsiteY1" fmla="*/ 212526 h 3057570"/>
                <a:gd name="connsiteX2" fmla="*/ 2733448 w 5091327"/>
                <a:gd name="connsiteY2" fmla="*/ 22027 h 3057570"/>
                <a:gd name="connsiteX3" fmla="*/ 4981348 w 5091327"/>
                <a:gd name="connsiteY3" fmla="*/ 961826 h 3057570"/>
                <a:gd name="connsiteX4" fmla="*/ 4720998 w 5091327"/>
                <a:gd name="connsiteY4" fmla="*/ 2009576 h 3057570"/>
                <a:gd name="connsiteX5" fmla="*/ 3857398 w 5091327"/>
                <a:gd name="connsiteY5" fmla="*/ 2263576 h 3057570"/>
                <a:gd name="connsiteX6" fmla="*/ 3387498 w 5091327"/>
                <a:gd name="connsiteY6" fmla="*/ 2174676 h 3057570"/>
                <a:gd name="connsiteX7" fmla="*/ 3209698 w 5091327"/>
                <a:gd name="connsiteY7" fmla="*/ 1835498 h 3057570"/>
                <a:gd name="connsiteX8" fmla="*/ 2898548 w 5091327"/>
                <a:gd name="connsiteY8" fmla="*/ 1920676 h 3057570"/>
                <a:gd name="connsiteX9" fmla="*/ 2479448 w 5091327"/>
                <a:gd name="connsiteY9" fmla="*/ 2009576 h 3057570"/>
                <a:gd name="connsiteX10" fmla="*/ 1850798 w 5091327"/>
                <a:gd name="connsiteY10" fmla="*/ 2219126 h 3057570"/>
                <a:gd name="connsiteX11" fmla="*/ 1590448 w 5091327"/>
                <a:gd name="connsiteY11" fmla="*/ 2689026 h 3057570"/>
                <a:gd name="connsiteX12" fmla="*/ 1241198 w 5091327"/>
                <a:gd name="connsiteY12" fmla="*/ 2987476 h 3057570"/>
                <a:gd name="connsiteX13" fmla="*/ 669698 w 5091327"/>
                <a:gd name="connsiteY13" fmla="*/ 3044626 h 3057570"/>
                <a:gd name="connsiteX14" fmla="*/ 555399 w 5091327"/>
                <a:gd name="connsiteY14" fmla="*/ 3000176 h 3057570"/>
                <a:gd name="connsiteX15" fmla="*/ 91849 w 5091327"/>
                <a:gd name="connsiteY15" fmla="*/ 2536626 h 3057570"/>
                <a:gd name="connsiteX16" fmla="*/ 21999 w 5091327"/>
                <a:gd name="connsiteY16" fmla="*/ 2219127 h 3057570"/>
                <a:gd name="connsiteX17" fmla="*/ 783999 w 5091327"/>
                <a:gd name="connsiteY17" fmla="*/ 1412677 h 3057570"/>
                <a:gd name="connsiteX18" fmla="*/ 1069748 w 5091327"/>
                <a:gd name="connsiteY18" fmla="*/ 1311076 h 3057570"/>
                <a:gd name="connsiteX19" fmla="*/ 1717448 w 5091327"/>
                <a:gd name="connsiteY19" fmla="*/ 400398 h 3057570"/>
                <a:gd name="connsiteX0" fmla="*/ 1717448 w 5088318"/>
                <a:gd name="connsiteY0" fmla="*/ 400398 h 3057570"/>
                <a:gd name="connsiteX1" fmla="*/ 1920648 w 5088318"/>
                <a:gd name="connsiteY1" fmla="*/ 212526 h 3057570"/>
                <a:gd name="connsiteX2" fmla="*/ 2733448 w 5088318"/>
                <a:gd name="connsiteY2" fmla="*/ 22027 h 3057570"/>
                <a:gd name="connsiteX3" fmla="*/ 4905148 w 5088318"/>
                <a:gd name="connsiteY3" fmla="*/ 707826 h 3057570"/>
                <a:gd name="connsiteX4" fmla="*/ 4981348 w 5088318"/>
                <a:gd name="connsiteY4" fmla="*/ 961826 h 3057570"/>
                <a:gd name="connsiteX5" fmla="*/ 4720998 w 5088318"/>
                <a:gd name="connsiteY5" fmla="*/ 2009576 h 3057570"/>
                <a:gd name="connsiteX6" fmla="*/ 3857398 w 5088318"/>
                <a:gd name="connsiteY6" fmla="*/ 2263576 h 3057570"/>
                <a:gd name="connsiteX7" fmla="*/ 3387498 w 5088318"/>
                <a:gd name="connsiteY7" fmla="*/ 2174676 h 3057570"/>
                <a:gd name="connsiteX8" fmla="*/ 3209698 w 5088318"/>
                <a:gd name="connsiteY8" fmla="*/ 1835498 h 3057570"/>
                <a:gd name="connsiteX9" fmla="*/ 2898548 w 5088318"/>
                <a:gd name="connsiteY9" fmla="*/ 1920676 h 3057570"/>
                <a:gd name="connsiteX10" fmla="*/ 2479448 w 5088318"/>
                <a:gd name="connsiteY10" fmla="*/ 2009576 h 3057570"/>
                <a:gd name="connsiteX11" fmla="*/ 1850798 w 5088318"/>
                <a:gd name="connsiteY11" fmla="*/ 2219126 h 3057570"/>
                <a:gd name="connsiteX12" fmla="*/ 1590448 w 5088318"/>
                <a:gd name="connsiteY12" fmla="*/ 2689026 h 3057570"/>
                <a:gd name="connsiteX13" fmla="*/ 1241198 w 5088318"/>
                <a:gd name="connsiteY13" fmla="*/ 2987476 h 3057570"/>
                <a:gd name="connsiteX14" fmla="*/ 669698 w 5088318"/>
                <a:gd name="connsiteY14" fmla="*/ 3044626 h 3057570"/>
                <a:gd name="connsiteX15" fmla="*/ 555399 w 5088318"/>
                <a:gd name="connsiteY15" fmla="*/ 3000176 h 3057570"/>
                <a:gd name="connsiteX16" fmla="*/ 91849 w 5088318"/>
                <a:gd name="connsiteY16" fmla="*/ 2536626 h 3057570"/>
                <a:gd name="connsiteX17" fmla="*/ 21999 w 5088318"/>
                <a:gd name="connsiteY17" fmla="*/ 2219127 h 3057570"/>
                <a:gd name="connsiteX18" fmla="*/ 783999 w 5088318"/>
                <a:gd name="connsiteY18" fmla="*/ 1412677 h 3057570"/>
                <a:gd name="connsiteX19" fmla="*/ 1069748 w 5088318"/>
                <a:gd name="connsiteY19" fmla="*/ 1311076 h 3057570"/>
                <a:gd name="connsiteX20" fmla="*/ 1717448 w 5088318"/>
                <a:gd name="connsiteY20" fmla="*/ 400398 h 3057570"/>
                <a:gd name="connsiteX0" fmla="*/ 1717448 w 4982870"/>
                <a:gd name="connsiteY0" fmla="*/ 400398 h 3057570"/>
                <a:gd name="connsiteX1" fmla="*/ 1920648 w 4982870"/>
                <a:gd name="connsiteY1" fmla="*/ 212526 h 3057570"/>
                <a:gd name="connsiteX2" fmla="*/ 2733448 w 4982870"/>
                <a:gd name="connsiteY2" fmla="*/ 22027 h 3057570"/>
                <a:gd name="connsiteX3" fmla="*/ 4657498 w 4982870"/>
                <a:gd name="connsiteY3" fmla="*/ 504626 h 3057570"/>
                <a:gd name="connsiteX4" fmla="*/ 4905148 w 4982870"/>
                <a:gd name="connsiteY4" fmla="*/ 707826 h 3057570"/>
                <a:gd name="connsiteX5" fmla="*/ 4981348 w 4982870"/>
                <a:gd name="connsiteY5" fmla="*/ 961826 h 3057570"/>
                <a:gd name="connsiteX6" fmla="*/ 4720998 w 4982870"/>
                <a:gd name="connsiteY6" fmla="*/ 2009576 h 3057570"/>
                <a:gd name="connsiteX7" fmla="*/ 3857398 w 4982870"/>
                <a:gd name="connsiteY7" fmla="*/ 2263576 h 3057570"/>
                <a:gd name="connsiteX8" fmla="*/ 3387498 w 4982870"/>
                <a:gd name="connsiteY8" fmla="*/ 2174676 h 3057570"/>
                <a:gd name="connsiteX9" fmla="*/ 3209698 w 4982870"/>
                <a:gd name="connsiteY9" fmla="*/ 1835498 h 3057570"/>
                <a:gd name="connsiteX10" fmla="*/ 2898548 w 4982870"/>
                <a:gd name="connsiteY10" fmla="*/ 1920676 h 3057570"/>
                <a:gd name="connsiteX11" fmla="*/ 2479448 w 4982870"/>
                <a:gd name="connsiteY11" fmla="*/ 2009576 h 3057570"/>
                <a:gd name="connsiteX12" fmla="*/ 1850798 w 4982870"/>
                <a:gd name="connsiteY12" fmla="*/ 2219126 h 3057570"/>
                <a:gd name="connsiteX13" fmla="*/ 1590448 w 4982870"/>
                <a:gd name="connsiteY13" fmla="*/ 2689026 h 3057570"/>
                <a:gd name="connsiteX14" fmla="*/ 1241198 w 4982870"/>
                <a:gd name="connsiteY14" fmla="*/ 2987476 h 3057570"/>
                <a:gd name="connsiteX15" fmla="*/ 669698 w 4982870"/>
                <a:gd name="connsiteY15" fmla="*/ 3044626 h 3057570"/>
                <a:gd name="connsiteX16" fmla="*/ 555399 w 4982870"/>
                <a:gd name="connsiteY16" fmla="*/ 3000176 h 3057570"/>
                <a:gd name="connsiteX17" fmla="*/ 91849 w 4982870"/>
                <a:gd name="connsiteY17" fmla="*/ 2536626 h 3057570"/>
                <a:gd name="connsiteX18" fmla="*/ 21999 w 4982870"/>
                <a:gd name="connsiteY18" fmla="*/ 2219127 h 3057570"/>
                <a:gd name="connsiteX19" fmla="*/ 783999 w 4982870"/>
                <a:gd name="connsiteY19" fmla="*/ 1412677 h 3057570"/>
                <a:gd name="connsiteX20" fmla="*/ 1069748 w 4982870"/>
                <a:gd name="connsiteY20" fmla="*/ 1311076 h 3057570"/>
                <a:gd name="connsiteX21" fmla="*/ 1717448 w 4982870"/>
                <a:gd name="connsiteY21" fmla="*/ 400398 h 3057570"/>
                <a:gd name="connsiteX0" fmla="*/ 1717448 w 4982870"/>
                <a:gd name="connsiteY0" fmla="*/ 400398 h 3057570"/>
                <a:gd name="connsiteX1" fmla="*/ 1920648 w 4982870"/>
                <a:gd name="connsiteY1" fmla="*/ 212526 h 3057570"/>
                <a:gd name="connsiteX2" fmla="*/ 2733448 w 4982870"/>
                <a:gd name="connsiteY2" fmla="*/ 22027 h 3057570"/>
                <a:gd name="connsiteX3" fmla="*/ 4206648 w 4982870"/>
                <a:gd name="connsiteY3" fmla="*/ 394136 h 3057570"/>
                <a:gd name="connsiteX4" fmla="*/ 4657498 w 4982870"/>
                <a:gd name="connsiteY4" fmla="*/ 504626 h 3057570"/>
                <a:gd name="connsiteX5" fmla="*/ 4905148 w 4982870"/>
                <a:gd name="connsiteY5" fmla="*/ 707826 h 3057570"/>
                <a:gd name="connsiteX6" fmla="*/ 4981348 w 4982870"/>
                <a:gd name="connsiteY6" fmla="*/ 961826 h 3057570"/>
                <a:gd name="connsiteX7" fmla="*/ 4720998 w 4982870"/>
                <a:gd name="connsiteY7" fmla="*/ 2009576 h 3057570"/>
                <a:gd name="connsiteX8" fmla="*/ 3857398 w 4982870"/>
                <a:gd name="connsiteY8" fmla="*/ 2263576 h 3057570"/>
                <a:gd name="connsiteX9" fmla="*/ 3387498 w 4982870"/>
                <a:gd name="connsiteY9" fmla="*/ 2174676 h 3057570"/>
                <a:gd name="connsiteX10" fmla="*/ 3209698 w 4982870"/>
                <a:gd name="connsiteY10" fmla="*/ 1835498 h 3057570"/>
                <a:gd name="connsiteX11" fmla="*/ 2898548 w 4982870"/>
                <a:gd name="connsiteY11" fmla="*/ 1920676 h 3057570"/>
                <a:gd name="connsiteX12" fmla="*/ 2479448 w 4982870"/>
                <a:gd name="connsiteY12" fmla="*/ 2009576 h 3057570"/>
                <a:gd name="connsiteX13" fmla="*/ 1850798 w 4982870"/>
                <a:gd name="connsiteY13" fmla="*/ 2219126 h 3057570"/>
                <a:gd name="connsiteX14" fmla="*/ 1590448 w 4982870"/>
                <a:gd name="connsiteY14" fmla="*/ 2689026 h 3057570"/>
                <a:gd name="connsiteX15" fmla="*/ 1241198 w 4982870"/>
                <a:gd name="connsiteY15" fmla="*/ 2987476 h 3057570"/>
                <a:gd name="connsiteX16" fmla="*/ 669698 w 4982870"/>
                <a:gd name="connsiteY16" fmla="*/ 3044626 h 3057570"/>
                <a:gd name="connsiteX17" fmla="*/ 555399 w 4982870"/>
                <a:gd name="connsiteY17" fmla="*/ 3000176 h 3057570"/>
                <a:gd name="connsiteX18" fmla="*/ 91849 w 4982870"/>
                <a:gd name="connsiteY18" fmla="*/ 2536626 h 3057570"/>
                <a:gd name="connsiteX19" fmla="*/ 21999 w 4982870"/>
                <a:gd name="connsiteY19" fmla="*/ 2219127 h 3057570"/>
                <a:gd name="connsiteX20" fmla="*/ 783999 w 4982870"/>
                <a:gd name="connsiteY20" fmla="*/ 1412677 h 3057570"/>
                <a:gd name="connsiteX21" fmla="*/ 1069748 w 4982870"/>
                <a:gd name="connsiteY21" fmla="*/ 1311076 h 3057570"/>
                <a:gd name="connsiteX22" fmla="*/ 1717448 w 4982870"/>
                <a:gd name="connsiteY22" fmla="*/ 400398 h 3057570"/>
                <a:gd name="connsiteX0" fmla="*/ 1717448 w 4982870"/>
                <a:gd name="connsiteY0" fmla="*/ 400398 h 3057570"/>
                <a:gd name="connsiteX1" fmla="*/ 1920648 w 4982870"/>
                <a:gd name="connsiteY1" fmla="*/ 212526 h 3057570"/>
                <a:gd name="connsiteX2" fmla="*/ 2733448 w 4982870"/>
                <a:gd name="connsiteY2" fmla="*/ 22027 h 3057570"/>
                <a:gd name="connsiteX3" fmla="*/ 3597048 w 4982870"/>
                <a:gd name="connsiteY3" fmla="*/ 241736 h 3057570"/>
                <a:gd name="connsiteX4" fmla="*/ 4206648 w 4982870"/>
                <a:gd name="connsiteY4" fmla="*/ 394136 h 3057570"/>
                <a:gd name="connsiteX5" fmla="*/ 4657498 w 4982870"/>
                <a:gd name="connsiteY5" fmla="*/ 504626 h 3057570"/>
                <a:gd name="connsiteX6" fmla="*/ 4905148 w 4982870"/>
                <a:gd name="connsiteY6" fmla="*/ 707826 h 3057570"/>
                <a:gd name="connsiteX7" fmla="*/ 4981348 w 4982870"/>
                <a:gd name="connsiteY7" fmla="*/ 961826 h 3057570"/>
                <a:gd name="connsiteX8" fmla="*/ 4720998 w 4982870"/>
                <a:gd name="connsiteY8" fmla="*/ 2009576 h 3057570"/>
                <a:gd name="connsiteX9" fmla="*/ 3857398 w 4982870"/>
                <a:gd name="connsiteY9" fmla="*/ 2263576 h 3057570"/>
                <a:gd name="connsiteX10" fmla="*/ 3387498 w 4982870"/>
                <a:gd name="connsiteY10" fmla="*/ 2174676 h 3057570"/>
                <a:gd name="connsiteX11" fmla="*/ 3209698 w 4982870"/>
                <a:gd name="connsiteY11" fmla="*/ 1835498 h 3057570"/>
                <a:gd name="connsiteX12" fmla="*/ 2898548 w 4982870"/>
                <a:gd name="connsiteY12" fmla="*/ 1920676 h 3057570"/>
                <a:gd name="connsiteX13" fmla="*/ 2479448 w 4982870"/>
                <a:gd name="connsiteY13" fmla="*/ 2009576 h 3057570"/>
                <a:gd name="connsiteX14" fmla="*/ 1850798 w 4982870"/>
                <a:gd name="connsiteY14" fmla="*/ 2219126 h 3057570"/>
                <a:gd name="connsiteX15" fmla="*/ 1590448 w 4982870"/>
                <a:gd name="connsiteY15" fmla="*/ 2689026 h 3057570"/>
                <a:gd name="connsiteX16" fmla="*/ 1241198 w 4982870"/>
                <a:gd name="connsiteY16" fmla="*/ 2987476 h 3057570"/>
                <a:gd name="connsiteX17" fmla="*/ 669698 w 4982870"/>
                <a:gd name="connsiteY17" fmla="*/ 3044626 h 3057570"/>
                <a:gd name="connsiteX18" fmla="*/ 555399 w 4982870"/>
                <a:gd name="connsiteY18" fmla="*/ 3000176 h 3057570"/>
                <a:gd name="connsiteX19" fmla="*/ 91849 w 4982870"/>
                <a:gd name="connsiteY19" fmla="*/ 2536626 h 3057570"/>
                <a:gd name="connsiteX20" fmla="*/ 21999 w 4982870"/>
                <a:gd name="connsiteY20" fmla="*/ 2219127 h 3057570"/>
                <a:gd name="connsiteX21" fmla="*/ 783999 w 4982870"/>
                <a:gd name="connsiteY21" fmla="*/ 1412677 h 3057570"/>
                <a:gd name="connsiteX22" fmla="*/ 1069748 w 4982870"/>
                <a:gd name="connsiteY22" fmla="*/ 1311076 h 3057570"/>
                <a:gd name="connsiteX23" fmla="*/ 1717448 w 4982870"/>
                <a:gd name="connsiteY23" fmla="*/ 400398 h 3057570"/>
                <a:gd name="connsiteX0" fmla="*/ 1717448 w 4982870"/>
                <a:gd name="connsiteY0" fmla="*/ 400398 h 3057570"/>
                <a:gd name="connsiteX1" fmla="*/ 1920648 w 4982870"/>
                <a:gd name="connsiteY1" fmla="*/ 212526 h 3057570"/>
                <a:gd name="connsiteX2" fmla="*/ 2733448 w 4982870"/>
                <a:gd name="connsiteY2" fmla="*/ 22027 h 3057570"/>
                <a:gd name="connsiteX3" fmla="*/ 3597048 w 4982870"/>
                <a:gd name="connsiteY3" fmla="*/ 241736 h 3057570"/>
                <a:gd name="connsiteX4" fmla="*/ 4206648 w 4982870"/>
                <a:gd name="connsiteY4" fmla="*/ 394136 h 3057570"/>
                <a:gd name="connsiteX5" fmla="*/ 4657498 w 4982870"/>
                <a:gd name="connsiteY5" fmla="*/ 504626 h 3057570"/>
                <a:gd name="connsiteX6" fmla="*/ 4905148 w 4982870"/>
                <a:gd name="connsiteY6" fmla="*/ 707826 h 3057570"/>
                <a:gd name="connsiteX7" fmla="*/ 4981348 w 4982870"/>
                <a:gd name="connsiteY7" fmla="*/ 961826 h 3057570"/>
                <a:gd name="connsiteX8" fmla="*/ 4720998 w 4982870"/>
                <a:gd name="connsiteY8" fmla="*/ 2009576 h 3057570"/>
                <a:gd name="connsiteX9" fmla="*/ 3857398 w 4982870"/>
                <a:gd name="connsiteY9" fmla="*/ 2263576 h 3057570"/>
                <a:gd name="connsiteX10" fmla="*/ 3387498 w 4982870"/>
                <a:gd name="connsiteY10" fmla="*/ 2174676 h 3057570"/>
                <a:gd name="connsiteX11" fmla="*/ 3209698 w 4982870"/>
                <a:gd name="connsiteY11" fmla="*/ 1835498 h 3057570"/>
                <a:gd name="connsiteX12" fmla="*/ 2898548 w 4982870"/>
                <a:gd name="connsiteY12" fmla="*/ 1920676 h 3057570"/>
                <a:gd name="connsiteX13" fmla="*/ 2479448 w 4982870"/>
                <a:gd name="connsiteY13" fmla="*/ 2009576 h 3057570"/>
                <a:gd name="connsiteX14" fmla="*/ 1850798 w 4982870"/>
                <a:gd name="connsiteY14" fmla="*/ 2219126 h 3057570"/>
                <a:gd name="connsiteX15" fmla="*/ 1590448 w 4982870"/>
                <a:gd name="connsiteY15" fmla="*/ 2689026 h 3057570"/>
                <a:gd name="connsiteX16" fmla="*/ 1241198 w 4982870"/>
                <a:gd name="connsiteY16" fmla="*/ 2987476 h 3057570"/>
                <a:gd name="connsiteX17" fmla="*/ 669698 w 4982870"/>
                <a:gd name="connsiteY17" fmla="*/ 3044626 h 3057570"/>
                <a:gd name="connsiteX18" fmla="*/ 555399 w 4982870"/>
                <a:gd name="connsiteY18" fmla="*/ 3000176 h 3057570"/>
                <a:gd name="connsiteX19" fmla="*/ 91849 w 4982870"/>
                <a:gd name="connsiteY19" fmla="*/ 2536626 h 3057570"/>
                <a:gd name="connsiteX20" fmla="*/ 21999 w 4982870"/>
                <a:gd name="connsiteY20" fmla="*/ 2219127 h 3057570"/>
                <a:gd name="connsiteX21" fmla="*/ 783999 w 4982870"/>
                <a:gd name="connsiteY21" fmla="*/ 1412677 h 3057570"/>
                <a:gd name="connsiteX22" fmla="*/ 1069748 w 4982870"/>
                <a:gd name="connsiteY22" fmla="*/ 1311076 h 3057570"/>
                <a:gd name="connsiteX23" fmla="*/ 1717448 w 4982870"/>
                <a:gd name="connsiteY23" fmla="*/ 400398 h 3057570"/>
                <a:gd name="connsiteX0" fmla="*/ 1717448 w 4982870"/>
                <a:gd name="connsiteY0" fmla="*/ 400398 h 3057570"/>
                <a:gd name="connsiteX1" fmla="*/ 1920648 w 4982870"/>
                <a:gd name="connsiteY1" fmla="*/ 212526 h 3057570"/>
                <a:gd name="connsiteX2" fmla="*/ 2733448 w 4982870"/>
                <a:gd name="connsiteY2" fmla="*/ 22027 h 3057570"/>
                <a:gd name="connsiteX3" fmla="*/ 3597048 w 4982870"/>
                <a:gd name="connsiteY3" fmla="*/ 241736 h 3057570"/>
                <a:gd name="connsiteX4" fmla="*/ 4206648 w 4982870"/>
                <a:gd name="connsiteY4" fmla="*/ 394136 h 3057570"/>
                <a:gd name="connsiteX5" fmla="*/ 4657498 w 4982870"/>
                <a:gd name="connsiteY5" fmla="*/ 504626 h 3057570"/>
                <a:gd name="connsiteX6" fmla="*/ 4905148 w 4982870"/>
                <a:gd name="connsiteY6" fmla="*/ 707826 h 3057570"/>
                <a:gd name="connsiteX7" fmla="*/ 4981348 w 4982870"/>
                <a:gd name="connsiteY7" fmla="*/ 961826 h 3057570"/>
                <a:gd name="connsiteX8" fmla="*/ 4720998 w 4982870"/>
                <a:gd name="connsiteY8" fmla="*/ 2009576 h 3057570"/>
                <a:gd name="connsiteX9" fmla="*/ 3857398 w 4982870"/>
                <a:gd name="connsiteY9" fmla="*/ 2263576 h 3057570"/>
                <a:gd name="connsiteX10" fmla="*/ 3387498 w 4982870"/>
                <a:gd name="connsiteY10" fmla="*/ 2174676 h 3057570"/>
                <a:gd name="connsiteX11" fmla="*/ 3209698 w 4982870"/>
                <a:gd name="connsiteY11" fmla="*/ 1835498 h 3057570"/>
                <a:gd name="connsiteX12" fmla="*/ 2898548 w 4982870"/>
                <a:gd name="connsiteY12" fmla="*/ 1920676 h 3057570"/>
                <a:gd name="connsiteX13" fmla="*/ 2479448 w 4982870"/>
                <a:gd name="connsiteY13" fmla="*/ 2009576 h 3057570"/>
                <a:gd name="connsiteX14" fmla="*/ 1850798 w 4982870"/>
                <a:gd name="connsiteY14" fmla="*/ 2219126 h 3057570"/>
                <a:gd name="connsiteX15" fmla="*/ 1590448 w 4982870"/>
                <a:gd name="connsiteY15" fmla="*/ 2689026 h 3057570"/>
                <a:gd name="connsiteX16" fmla="*/ 1241198 w 4982870"/>
                <a:gd name="connsiteY16" fmla="*/ 2987476 h 3057570"/>
                <a:gd name="connsiteX17" fmla="*/ 669698 w 4982870"/>
                <a:gd name="connsiteY17" fmla="*/ 3044626 h 3057570"/>
                <a:gd name="connsiteX18" fmla="*/ 555399 w 4982870"/>
                <a:gd name="connsiteY18" fmla="*/ 3000176 h 3057570"/>
                <a:gd name="connsiteX19" fmla="*/ 91849 w 4982870"/>
                <a:gd name="connsiteY19" fmla="*/ 2536626 h 3057570"/>
                <a:gd name="connsiteX20" fmla="*/ 21999 w 4982870"/>
                <a:gd name="connsiteY20" fmla="*/ 2219127 h 3057570"/>
                <a:gd name="connsiteX21" fmla="*/ 783999 w 4982870"/>
                <a:gd name="connsiteY21" fmla="*/ 1412677 h 3057570"/>
                <a:gd name="connsiteX22" fmla="*/ 1069748 w 4982870"/>
                <a:gd name="connsiteY22" fmla="*/ 1311076 h 3057570"/>
                <a:gd name="connsiteX23" fmla="*/ 1717448 w 4982870"/>
                <a:gd name="connsiteY23" fmla="*/ 400398 h 3057570"/>
                <a:gd name="connsiteX0" fmla="*/ 1717448 w 4982870"/>
                <a:gd name="connsiteY0" fmla="*/ 400398 h 3057570"/>
                <a:gd name="connsiteX1" fmla="*/ 1920648 w 4982870"/>
                <a:gd name="connsiteY1" fmla="*/ 212526 h 3057570"/>
                <a:gd name="connsiteX2" fmla="*/ 2733448 w 4982870"/>
                <a:gd name="connsiteY2" fmla="*/ 22027 h 3057570"/>
                <a:gd name="connsiteX3" fmla="*/ 3597048 w 4982870"/>
                <a:gd name="connsiteY3" fmla="*/ 241736 h 3057570"/>
                <a:gd name="connsiteX4" fmla="*/ 4206648 w 4982870"/>
                <a:gd name="connsiteY4" fmla="*/ 394136 h 3057570"/>
                <a:gd name="connsiteX5" fmla="*/ 4657498 w 4982870"/>
                <a:gd name="connsiteY5" fmla="*/ 504626 h 3057570"/>
                <a:gd name="connsiteX6" fmla="*/ 4905148 w 4982870"/>
                <a:gd name="connsiteY6" fmla="*/ 707826 h 3057570"/>
                <a:gd name="connsiteX7" fmla="*/ 4981348 w 4982870"/>
                <a:gd name="connsiteY7" fmla="*/ 961826 h 3057570"/>
                <a:gd name="connsiteX8" fmla="*/ 4720998 w 4982870"/>
                <a:gd name="connsiteY8" fmla="*/ 2009576 h 3057570"/>
                <a:gd name="connsiteX9" fmla="*/ 3857398 w 4982870"/>
                <a:gd name="connsiteY9" fmla="*/ 2263576 h 3057570"/>
                <a:gd name="connsiteX10" fmla="*/ 3387498 w 4982870"/>
                <a:gd name="connsiteY10" fmla="*/ 2174676 h 3057570"/>
                <a:gd name="connsiteX11" fmla="*/ 3209698 w 4982870"/>
                <a:gd name="connsiteY11" fmla="*/ 1835498 h 3057570"/>
                <a:gd name="connsiteX12" fmla="*/ 2898548 w 4982870"/>
                <a:gd name="connsiteY12" fmla="*/ 1920676 h 3057570"/>
                <a:gd name="connsiteX13" fmla="*/ 2479448 w 4982870"/>
                <a:gd name="connsiteY13" fmla="*/ 2009576 h 3057570"/>
                <a:gd name="connsiteX14" fmla="*/ 1850798 w 4982870"/>
                <a:gd name="connsiteY14" fmla="*/ 2219126 h 3057570"/>
                <a:gd name="connsiteX15" fmla="*/ 1590448 w 4982870"/>
                <a:gd name="connsiteY15" fmla="*/ 2689026 h 3057570"/>
                <a:gd name="connsiteX16" fmla="*/ 1241198 w 4982870"/>
                <a:gd name="connsiteY16" fmla="*/ 2987476 h 3057570"/>
                <a:gd name="connsiteX17" fmla="*/ 669698 w 4982870"/>
                <a:gd name="connsiteY17" fmla="*/ 3044626 h 3057570"/>
                <a:gd name="connsiteX18" fmla="*/ 555399 w 4982870"/>
                <a:gd name="connsiteY18" fmla="*/ 3000176 h 3057570"/>
                <a:gd name="connsiteX19" fmla="*/ 91849 w 4982870"/>
                <a:gd name="connsiteY19" fmla="*/ 2536626 h 3057570"/>
                <a:gd name="connsiteX20" fmla="*/ 21999 w 4982870"/>
                <a:gd name="connsiteY20" fmla="*/ 2219127 h 3057570"/>
                <a:gd name="connsiteX21" fmla="*/ 783999 w 4982870"/>
                <a:gd name="connsiteY21" fmla="*/ 1412677 h 3057570"/>
                <a:gd name="connsiteX22" fmla="*/ 1069748 w 4982870"/>
                <a:gd name="connsiteY22" fmla="*/ 1311076 h 3057570"/>
                <a:gd name="connsiteX23" fmla="*/ 1717448 w 4982870"/>
                <a:gd name="connsiteY23" fmla="*/ 400398 h 3057570"/>
                <a:gd name="connsiteX0" fmla="*/ 1717448 w 4982870"/>
                <a:gd name="connsiteY0" fmla="*/ 400398 h 3057570"/>
                <a:gd name="connsiteX1" fmla="*/ 1920648 w 4982870"/>
                <a:gd name="connsiteY1" fmla="*/ 212526 h 3057570"/>
                <a:gd name="connsiteX2" fmla="*/ 2733448 w 4982870"/>
                <a:gd name="connsiteY2" fmla="*/ 22027 h 3057570"/>
                <a:gd name="connsiteX3" fmla="*/ 3597048 w 4982870"/>
                <a:gd name="connsiteY3" fmla="*/ 241736 h 3057570"/>
                <a:gd name="connsiteX4" fmla="*/ 4206648 w 4982870"/>
                <a:gd name="connsiteY4" fmla="*/ 394136 h 3057570"/>
                <a:gd name="connsiteX5" fmla="*/ 4657498 w 4982870"/>
                <a:gd name="connsiteY5" fmla="*/ 504626 h 3057570"/>
                <a:gd name="connsiteX6" fmla="*/ 4905148 w 4982870"/>
                <a:gd name="connsiteY6" fmla="*/ 707826 h 3057570"/>
                <a:gd name="connsiteX7" fmla="*/ 4981348 w 4982870"/>
                <a:gd name="connsiteY7" fmla="*/ 961826 h 3057570"/>
                <a:gd name="connsiteX8" fmla="*/ 4720998 w 4982870"/>
                <a:gd name="connsiteY8" fmla="*/ 2009576 h 3057570"/>
                <a:gd name="connsiteX9" fmla="*/ 3857398 w 4982870"/>
                <a:gd name="connsiteY9" fmla="*/ 2263576 h 3057570"/>
                <a:gd name="connsiteX10" fmla="*/ 3387498 w 4982870"/>
                <a:gd name="connsiteY10" fmla="*/ 2174676 h 3057570"/>
                <a:gd name="connsiteX11" fmla="*/ 3209698 w 4982870"/>
                <a:gd name="connsiteY11" fmla="*/ 1835498 h 3057570"/>
                <a:gd name="connsiteX12" fmla="*/ 2898548 w 4982870"/>
                <a:gd name="connsiteY12" fmla="*/ 1920676 h 3057570"/>
                <a:gd name="connsiteX13" fmla="*/ 2479448 w 4982870"/>
                <a:gd name="connsiteY13" fmla="*/ 2009576 h 3057570"/>
                <a:gd name="connsiteX14" fmla="*/ 1850798 w 4982870"/>
                <a:gd name="connsiteY14" fmla="*/ 2219126 h 3057570"/>
                <a:gd name="connsiteX15" fmla="*/ 1590448 w 4982870"/>
                <a:gd name="connsiteY15" fmla="*/ 2689026 h 3057570"/>
                <a:gd name="connsiteX16" fmla="*/ 1241198 w 4982870"/>
                <a:gd name="connsiteY16" fmla="*/ 2987476 h 3057570"/>
                <a:gd name="connsiteX17" fmla="*/ 669698 w 4982870"/>
                <a:gd name="connsiteY17" fmla="*/ 3044626 h 3057570"/>
                <a:gd name="connsiteX18" fmla="*/ 555399 w 4982870"/>
                <a:gd name="connsiteY18" fmla="*/ 3000176 h 3057570"/>
                <a:gd name="connsiteX19" fmla="*/ 91849 w 4982870"/>
                <a:gd name="connsiteY19" fmla="*/ 2536626 h 3057570"/>
                <a:gd name="connsiteX20" fmla="*/ 21999 w 4982870"/>
                <a:gd name="connsiteY20" fmla="*/ 2219127 h 3057570"/>
                <a:gd name="connsiteX21" fmla="*/ 783999 w 4982870"/>
                <a:gd name="connsiteY21" fmla="*/ 1412677 h 3057570"/>
                <a:gd name="connsiteX22" fmla="*/ 1069748 w 4982870"/>
                <a:gd name="connsiteY22" fmla="*/ 1311076 h 3057570"/>
                <a:gd name="connsiteX23" fmla="*/ 1717448 w 4982870"/>
                <a:gd name="connsiteY23" fmla="*/ 400398 h 3057570"/>
                <a:gd name="connsiteX0" fmla="*/ 1717448 w 4982870"/>
                <a:gd name="connsiteY0" fmla="*/ 400398 h 3057570"/>
                <a:gd name="connsiteX1" fmla="*/ 1920648 w 4982870"/>
                <a:gd name="connsiteY1" fmla="*/ 212526 h 3057570"/>
                <a:gd name="connsiteX2" fmla="*/ 2733448 w 4982870"/>
                <a:gd name="connsiteY2" fmla="*/ 22027 h 3057570"/>
                <a:gd name="connsiteX3" fmla="*/ 3597048 w 4982870"/>
                <a:gd name="connsiteY3" fmla="*/ 241736 h 3057570"/>
                <a:gd name="connsiteX4" fmla="*/ 4206648 w 4982870"/>
                <a:gd name="connsiteY4" fmla="*/ 394136 h 3057570"/>
                <a:gd name="connsiteX5" fmla="*/ 4657498 w 4982870"/>
                <a:gd name="connsiteY5" fmla="*/ 504626 h 3057570"/>
                <a:gd name="connsiteX6" fmla="*/ 4905148 w 4982870"/>
                <a:gd name="connsiteY6" fmla="*/ 707826 h 3057570"/>
                <a:gd name="connsiteX7" fmla="*/ 4981348 w 4982870"/>
                <a:gd name="connsiteY7" fmla="*/ 961826 h 3057570"/>
                <a:gd name="connsiteX8" fmla="*/ 4720998 w 4982870"/>
                <a:gd name="connsiteY8" fmla="*/ 2009576 h 3057570"/>
                <a:gd name="connsiteX9" fmla="*/ 3857398 w 4982870"/>
                <a:gd name="connsiteY9" fmla="*/ 2263576 h 3057570"/>
                <a:gd name="connsiteX10" fmla="*/ 3387498 w 4982870"/>
                <a:gd name="connsiteY10" fmla="*/ 2174676 h 3057570"/>
                <a:gd name="connsiteX11" fmla="*/ 3209698 w 4982870"/>
                <a:gd name="connsiteY11" fmla="*/ 1835498 h 3057570"/>
                <a:gd name="connsiteX12" fmla="*/ 2898548 w 4982870"/>
                <a:gd name="connsiteY12" fmla="*/ 1920676 h 3057570"/>
                <a:gd name="connsiteX13" fmla="*/ 2479448 w 4982870"/>
                <a:gd name="connsiteY13" fmla="*/ 2009576 h 3057570"/>
                <a:gd name="connsiteX14" fmla="*/ 1850798 w 4982870"/>
                <a:gd name="connsiteY14" fmla="*/ 2219126 h 3057570"/>
                <a:gd name="connsiteX15" fmla="*/ 1590448 w 4982870"/>
                <a:gd name="connsiteY15" fmla="*/ 2689026 h 3057570"/>
                <a:gd name="connsiteX16" fmla="*/ 1241198 w 4982870"/>
                <a:gd name="connsiteY16" fmla="*/ 2987476 h 3057570"/>
                <a:gd name="connsiteX17" fmla="*/ 669698 w 4982870"/>
                <a:gd name="connsiteY17" fmla="*/ 3044626 h 3057570"/>
                <a:gd name="connsiteX18" fmla="*/ 555399 w 4982870"/>
                <a:gd name="connsiteY18" fmla="*/ 3000176 h 3057570"/>
                <a:gd name="connsiteX19" fmla="*/ 91849 w 4982870"/>
                <a:gd name="connsiteY19" fmla="*/ 2536626 h 3057570"/>
                <a:gd name="connsiteX20" fmla="*/ 21999 w 4982870"/>
                <a:gd name="connsiteY20" fmla="*/ 2219127 h 3057570"/>
                <a:gd name="connsiteX21" fmla="*/ 783999 w 4982870"/>
                <a:gd name="connsiteY21" fmla="*/ 1412677 h 3057570"/>
                <a:gd name="connsiteX22" fmla="*/ 1069748 w 4982870"/>
                <a:gd name="connsiteY22" fmla="*/ 1311076 h 3057570"/>
                <a:gd name="connsiteX23" fmla="*/ 1717448 w 4982870"/>
                <a:gd name="connsiteY23" fmla="*/ 400398 h 3057570"/>
                <a:gd name="connsiteX0" fmla="*/ 1717448 w 4982870"/>
                <a:gd name="connsiteY0" fmla="*/ 400398 h 3057570"/>
                <a:gd name="connsiteX1" fmla="*/ 1920648 w 4982870"/>
                <a:gd name="connsiteY1" fmla="*/ 212526 h 3057570"/>
                <a:gd name="connsiteX2" fmla="*/ 2733448 w 4982870"/>
                <a:gd name="connsiteY2" fmla="*/ 22027 h 3057570"/>
                <a:gd name="connsiteX3" fmla="*/ 3597048 w 4982870"/>
                <a:gd name="connsiteY3" fmla="*/ 241736 h 3057570"/>
                <a:gd name="connsiteX4" fmla="*/ 4206648 w 4982870"/>
                <a:gd name="connsiteY4" fmla="*/ 394136 h 3057570"/>
                <a:gd name="connsiteX5" fmla="*/ 4657498 w 4982870"/>
                <a:gd name="connsiteY5" fmla="*/ 504626 h 3057570"/>
                <a:gd name="connsiteX6" fmla="*/ 4905148 w 4982870"/>
                <a:gd name="connsiteY6" fmla="*/ 707826 h 3057570"/>
                <a:gd name="connsiteX7" fmla="*/ 4981348 w 4982870"/>
                <a:gd name="connsiteY7" fmla="*/ 961826 h 3057570"/>
                <a:gd name="connsiteX8" fmla="*/ 4720998 w 4982870"/>
                <a:gd name="connsiteY8" fmla="*/ 2009576 h 3057570"/>
                <a:gd name="connsiteX9" fmla="*/ 3857398 w 4982870"/>
                <a:gd name="connsiteY9" fmla="*/ 2263576 h 3057570"/>
                <a:gd name="connsiteX10" fmla="*/ 3387498 w 4982870"/>
                <a:gd name="connsiteY10" fmla="*/ 2174676 h 3057570"/>
                <a:gd name="connsiteX11" fmla="*/ 3209698 w 4982870"/>
                <a:gd name="connsiteY11" fmla="*/ 1835498 h 3057570"/>
                <a:gd name="connsiteX12" fmla="*/ 2898548 w 4982870"/>
                <a:gd name="connsiteY12" fmla="*/ 1920676 h 3057570"/>
                <a:gd name="connsiteX13" fmla="*/ 2479448 w 4982870"/>
                <a:gd name="connsiteY13" fmla="*/ 2009576 h 3057570"/>
                <a:gd name="connsiteX14" fmla="*/ 1850798 w 4982870"/>
                <a:gd name="connsiteY14" fmla="*/ 2219126 h 3057570"/>
                <a:gd name="connsiteX15" fmla="*/ 1590448 w 4982870"/>
                <a:gd name="connsiteY15" fmla="*/ 2689026 h 3057570"/>
                <a:gd name="connsiteX16" fmla="*/ 1241198 w 4982870"/>
                <a:gd name="connsiteY16" fmla="*/ 2987476 h 3057570"/>
                <a:gd name="connsiteX17" fmla="*/ 669698 w 4982870"/>
                <a:gd name="connsiteY17" fmla="*/ 3044626 h 3057570"/>
                <a:gd name="connsiteX18" fmla="*/ 555399 w 4982870"/>
                <a:gd name="connsiteY18" fmla="*/ 3000176 h 3057570"/>
                <a:gd name="connsiteX19" fmla="*/ 91849 w 4982870"/>
                <a:gd name="connsiteY19" fmla="*/ 2536626 h 3057570"/>
                <a:gd name="connsiteX20" fmla="*/ 21999 w 4982870"/>
                <a:gd name="connsiteY20" fmla="*/ 2219127 h 3057570"/>
                <a:gd name="connsiteX21" fmla="*/ 783999 w 4982870"/>
                <a:gd name="connsiteY21" fmla="*/ 1412677 h 3057570"/>
                <a:gd name="connsiteX22" fmla="*/ 1069748 w 4982870"/>
                <a:gd name="connsiteY22" fmla="*/ 1311076 h 3057570"/>
                <a:gd name="connsiteX23" fmla="*/ 1717448 w 4982870"/>
                <a:gd name="connsiteY23" fmla="*/ 400398 h 3057570"/>
                <a:gd name="connsiteX0" fmla="*/ 1717448 w 5073559"/>
                <a:gd name="connsiteY0" fmla="*/ 400398 h 3057570"/>
                <a:gd name="connsiteX1" fmla="*/ 1920648 w 5073559"/>
                <a:gd name="connsiteY1" fmla="*/ 212526 h 3057570"/>
                <a:gd name="connsiteX2" fmla="*/ 2733448 w 5073559"/>
                <a:gd name="connsiteY2" fmla="*/ 22027 h 3057570"/>
                <a:gd name="connsiteX3" fmla="*/ 3597048 w 5073559"/>
                <a:gd name="connsiteY3" fmla="*/ 241736 h 3057570"/>
                <a:gd name="connsiteX4" fmla="*/ 4206648 w 5073559"/>
                <a:gd name="connsiteY4" fmla="*/ 394136 h 3057570"/>
                <a:gd name="connsiteX5" fmla="*/ 4657498 w 5073559"/>
                <a:gd name="connsiteY5" fmla="*/ 504626 h 3057570"/>
                <a:gd name="connsiteX6" fmla="*/ 4905148 w 5073559"/>
                <a:gd name="connsiteY6" fmla="*/ 707826 h 3057570"/>
                <a:gd name="connsiteX7" fmla="*/ 4981348 w 5073559"/>
                <a:gd name="connsiteY7" fmla="*/ 961826 h 3057570"/>
                <a:gd name="connsiteX8" fmla="*/ 4720998 w 5073559"/>
                <a:gd name="connsiteY8" fmla="*/ 2009576 h 3057570"/>
                <a:gd name="connsiteX9" fmla="*/ 3857398 w 5073559"/>
                <a:gd name="connsiteY9" fmla="*/ 2263576 h 3057570"/>
                <a:gd name="connsiteX10" fmla="*/ 3387498 w 5073559"/>
                <a:gd name="connsiteY10" fmla="*/ 2174676 h 3057570"/>
                <a:gd name="connsiteX11" fmla="*/ 3209698 w 5073559"/>
                <a:gd name="connsiteY11" fmla="*/ 1835498 h 3057570"/>
                <a:gd name="connsiteX12" fmla="*/ 2898548 w 5073559"/>
                <a:gd name="connsiteY12" fmla="*/ 1920676 h 3057570"/>
                <a:gd name="connsiteX13" fmla="*/ 2479448 w 5073559"/>
                <a:gd name="connsiteY13" fmla="*/ 2009576 h 3057570"/>
                <a:gd name="connsiteX14" fmla="*/ 1850798 w 5073559"/>
                <a:gd name="connsiteY14" fmla="*/ 2219126 h 3057570"/>
                <a:gd name="connsiteX15" fmla="*/ 1590448 w 5073559"/>
                <a:gd name="connsiteY15" fmla="*/ 2689026 h 3057570"/>
                <a:gd name="connsiteX16" fmla="*/ 1241198 w 5073559"/>
                <a:gd name="connsiteY16" fmla="*/ 2987476 h 3057570"/>
                <a:gd name="connsiteX17" fmla="*/ 669698 w 5073559"/>
                <a:gd name="connsiteY17" fmla="*/ 3044626 h 3057570"/>
                <a:gd name="connsiteX18" fmla="*/ 555399 w 5073559"/>
                <a:gd name="connsiteY18" fmla="*/ 3000176 h 3057570"/>
                <a:gd name="connsiteX19" fmla="*/ 91849 w 5073559"/>
                <a:gd name="connsiteY19" fmla="*/ 2536626 h 3057570"/>
                <a:gd name="connsiteX20" fmla="*/ 21999 w 5073559"/>
                <a:gd name="connsiteY20" fmla="*/ 2219127 h 3057570"/>
                <a:gd name="connsiteX21" fmla="*/ 783999 w 5073559"/>
                <a:gd name="connsiteY21" fmla="*/ 1412677 h 3057570"/>
                <a:gd name="connsiteX22" fmla="*/ 1069748 w 5073559"/>
                <a:gd name="connsiteY22" fmla="*/ 1311076 h 3057570"/>
                <a:gd name="connsiteX23" fmla="*/ 1717448 w 5073559"/>
                <a:gd name="connsiteY23" fmla="*/ 400398 h 3057570"/>
                <a:gd name="connsiteX0" fmla="*/ 1717448 w 5202188"/>
                <a:gd name="connsiteY0" fmla="*/ 400398 h 3057570"/>
                <a:gd name="connsiteX1" fmla="*/ 1920648 w 5202188"/>
                <a:gd name="connsiteY1" fmla="*/ 212526 h 3057570"/>
                <a:gd name="connsiteX2" fmla="*/ 2733448 w 5202188"/>
                <a:gd name="connsiteY2" fmla="*/ 22027 h 3057570"/>
                <a:gd name="connsiteX3" fmla="*/ 3597048 w 5202188"/>
                <a:gd name="connsiteY3" fmla="*/ 241736 h 3057570"/>
                <a:gd name="connsiteX4" fmla="*/ 4206648 w 5202188"/>
                <a:gd name="connsiteY4" fmla="*/ 394136 h 3057570"/>
                <a:gd name="connsiteX5" fmla="*/ 4657498 w 5202188"/>
                <a:gd name="connsiteY5" fmla="*/ 504626 h 3057570"/>
                <a:gd name="connsiteX6" fmla="*/ 4905148 w 5202188"/>
                <a:gd name="connsiteY6" fmla="*/ 707826 h 3057570"/>
                <a:gd name="connsiteX7" fmla="*/ 4981348 w 5202188"/>
                <a:gd name="connsiteY7" fmla="*/ 961826 h 3057570"/>
                <a:gd name="connsiteX8" fmla="*/ 4720998 w 5202188"/>
                <a:gd name="connsiteY8" fmla="*/ 2009576 h 3057570"/>
                <a:gd name="connsiteX9" fmla="*/ 3857398 w 5202188"/>
                <a:gd name="connsiteY9" fmla="*/ 2263576 h 3057570"/>
                <a:gd name="connsiteX10" fmla="*/ 3387498 w 5202188"/>
                <a:gd name="connsiteY10" fmla="*/ 2174676 h 3057570"/>
                <a:gd name="connsiteX11" fmla="*/ 3209698 w 5202188"/>
                <a:gd name="connsiteY11" fmla="*/ 1835498 h 3057570"/>
                <a:gd name="connsiteX12" fmla="*/ 2898548 w 5202188"/>
                <a:gd name="connsiteY12" fmla="*/ 1920676 h 3057570"/>
                <a:gd name="connsiteX13" fmla="*/ 2479448 w 5202188"/>
                <a:gd name="connsiteY13" fmla="*/ 2009576 h 3057570"/>
                <a:gd name="connsiteX14" fmla="*/ 1850798 w 5202188"/>
                <a:gd name="connsiteY14" fmla="*/ 2219126 h 3057570"/>
                <a:gd name="connsiteX15" fmla="*/ 1590448 w 5202188"/>
                <a:gd name="connsiteY15" fmla="*/ 2689026 h 3057570"/>
                <a:gd name="connsiteX16" fmla="*/ 1241198 w 5202188"/>
                <a:gd name="connsiteY16" fmla="*/ 2987476 h 3057570"/>
                <a:gd name="connsiteX17" fmla="*/ 669698 w 5202188"/>
                <a:gd name="connsiteY17" fmla="*/ 3044626 h 3057570"/>
                <a:gd name="connsiteX18" fmla="*/ 555399 w 5202188"/>
                <a:gd name="connsiteY18" fmla="*/ 3000176 h 3057570"/>
                <a:gd name="connsiteX19" fmla="*/ 91849 w 5202188"/>
                <a:gd name="connsiteY19" fmla="*/ 2536626 h 3057570"/>
                <a:gd name="connsiteX20" fmla="*/ 21999 w 5202188"/>
                <a:gd name="connsiteY20" fmla="*/ 2219127 h 3057570"/>
                <a:gd name="connsiteX21" fmla="*/ 783999 w 5202188"/>
                <a:gd name="connsiteY21" fmla="*/ 1412677 h 3057570"/>
                <a:gd name="connsiteX22" fmla="*/ 1069748 w 5202188"/>
                <a:gd name="connsiteY22" fmla="*/ 1311076 h 3057570"/>
                <a:gd name="connsiteX23" fmla="*/ 1717448 w 5202188"/>
                <a:gd name="connsiteY23" fmla="*/ 400398 h 3057570"/>
                <a:gd name="connsiteX0" fmla="*/ 1717448 w 5202188"/>
                <a:gd name="connsiteY0" fmla="*/ 400398 h 3057570"/>
                <a:gd name="connsiteX1" fmla="*/ 1920648 w 5202188"/>
                <a:gd name="connsiteY1" fmla="*/ 212526 h 3057570"/>
                <a:gd name="connsiteX2" fmla="*/ 2733448 w 5202188"/>
                <a:gd name="connsiteY2" fmla="*/ 22027 h 3057570"/>
                <a:gd name="connsiteX3" fmla="*/ 3597048 w 5202188"/>
                <a:gd name="connsiteY3" fmla="*/ 241736 h 3057570"/>
                <a:gd name="connsiteX4" fmla="*/ 4206648 w 5202188"/>
                <a:gd name="connsiteY4" fmla="*/ 394136 h 3057570"/>
                <a:gd name="connsiteX5" fmla="*/ 4657498 w 5202188"/>
                <a:gd name="connsiteY5" fmla="*/ 504626 h 3057570"/>
                <a:gd name="connsiteX6" fmla="*/ 4905148 w 5202188"/>
                <a:gd name="connsiteY6" fmla="*/ 707826 h 3057570"/>
                <a:gd name="connsiteX7" fmla="*/ 4981348 w 5202188"/>
                <a:gd name="connsiteY7" fmla="*/ 961826 h 3057570"/>
                <a:gd name="connsiteX8" fmla="*/ 4720998 w 5202188"/>
                <a:gd name="connsiteY8" fmla="*/ 2009576 h 3057570"/>
                <a:gd name="connsiteX9" fmla="*/ 3857398 w 5202188"/>
                <a:gd name="connsiteY9" fmla="*/ 2263576 h 3057570"/>
                <a:gd name="connsiteX10" fmla="*/ 3387498 w 5202188"/>
                <a:gd name="connsiteY10" fmla="*/ 2174676 h 3057570"/>
                <a:gd name="connsiteX11" fmla="*/ 3209698 w 5202188"/>
                <a:gd name="connsiteY11" fmla="*/ 1835498 h 3057570"/>
                <a:gd name="connsiteX12" fmla="*/ 2898548 w 5202188"/>
                <a:gd name="connsiteY12" fmla="*/ 1920676 h 3057570"/>
                <a:gd name="connsiteX13" fmla="*/ 2479448 w 5202188"/>
                <a:gd name="connsiteY13" fmla="*/ 2009576 h 3057570"/>
                <a:gd name="connsiteX14" fmla="*/ 1850798 w 5202188"/>
                <a:gd name="connsiteY14" fmla="*/ 2219126 h 3057570"/>
                <a:gd name="connsiteX15" fmla="*/ 1590448 w 5202188"/>
                <a:gd name="connsiteY15" fmla="*/ 2689026 h 3057570"/>
                <a:gd name="connsiteX16" fmla="*/ 1241198 w 5202188"/>
                <a:gd name="connsiteY16" fmla="*/ 2987476 h 3057570"/>
                <a:gd name="connsiteX17" fmla="*/ 669698 w 5202188"/>
                <a:gd name="connsiteY17" fmla="*/ 3044626 h 3057570"/>
                <a:gd name="connsiteX18" fmla="*/ 555399 w 5202188"/>
                <a:gd name="connsiteY18" fmla="*/ 3000176 h 3057570"/>
                <a:gd name="connsiteX19" fmla="*/ 91849 w 5202188"/>
                <a:gd name="connsiteY19" fmla="*/ 2536626 h 3057570"/>
                <a:gd name="connsiteX20" fmla="*/ 21999 w 5202188"/>
                <a:gd name="connsiteY20" fmla="*/ 2219127 h 3057570"/>
                <a:gd name="connsiteX21" fmla="*/ 783999 w 5202188"/>
                <a:gd name="connsiteY21" fmla="*/ 1412677 h 3057570"/>
                <a:gd name="connsiteX22" fmla="*/ 1069748 w 5202188"/>
                <a:gd name="connsiteY22" fmla="*/ 1311076 h 3057570"/>
                <a:gd name="connsiteX23" fmla="*/ 1717448 w 5202188"/>
                <a:gd name="connsiteY23" fmla="*/ 400398 h 3057570"/>
                <a:gd name="connsiteX0" fmla="*/ 1717448 w 5202188"/>
                <a:gd name="connsiteY0" fmla="*/ 400398 h 3057570"/>
                <a:gd name="connsiteX1" fmla="*/ 1920648 w 5202188"/>
                <a:gd name="connsiteY1" fmla="*/ 212526 h 3057570"/>
                <a:gd name="connsiteX2" fmla="*/ 2733448 w 5202188"/>
                <a:gd name="connsiteY2" fmla="*/ 22027 h 3057570"/>
                <a:gd name="connsiteX3" fmla="*/ 3597048 w 5202188"/>
                <a:gd name="connsiteY3" fmla="*/ 241736 h 3057570"/>
                <a:gd name="connsiteX4" fmla="*/ 4206648 w 5202188"/>
                <a:gd name="connsiteY4" fmla="*/ 394136 h 3057570"/>
                <a:gd name="connsiteX5" fmla="*/ 4657498 w 5202188"/>
                <a:gd name="connsiteY5" fmla="*/ 504626 h 3057570"/>
                <a:gd name="connsiteX6" fmla="*/ 4905148 w 5202188"/>
                <a:gd name="connsiteY6" fmla="*/ 707826 h 3057570"/>
                <a:gd name="connsiteX7" fmla="*/ 4981348 w 5202188"/>
                <a:gd name="connsiteY7" fmla="*/ 961826 h 3057570"/>
                <a:gd name="connsiteX8" fmla="*/ 4720998 w 5202188"/>
                <a:gd name="connsiteY8" fmla="*/ 2009576 h 3057570"/>
                <a:gd name="connsiteX9" fmla="*/ 3857398 w 5202188"/>
                <a:gd name="connsiteY9" fmla="*/ 2263576 h 3057570"/>
                <a:gd name="connsiteX10" fmla="*/ 3387498 w 5202188"/>
                <a:gd name="connsiteY10" fmla="*/ 2174676 h 3057570"/>
                <a:gd name="connsiteX11" fmla="*/ 3209698 w 5202188"/>
                <a:gd name="connsiteY11" fmla="*/ 1835498 h 3057570"/>
                <a:gd name="connsiteX12" fmla="*/ 2898548 w 5202188"/>
                <a:gd name="connsiteY12" fmla="*/ 1920676 h 3057570"/>
                <a:gd name="connsiteX13" fmla="*/ 2479448 w 5202188"/>
                <a:gd name="connsiteY13" fmla="*/ 2009576 h 3057570"/>
                <a:gd name="connsiteX14" fmla="*/ 1850798 w 5202188"/>
                <a:gd name="connsiteY14" fmla="*/ 2219126 h 3057570"/>
                <a:gd name="connsiteX15" fmla="*/ 1590448 w 5202188"/>
                <a:gd name="connsiteY15" fmla="*/ 2689026 h 3057570"/>
                <a:gd name="connsiteX16" fmla="*/ 1241198 w 5202188"/>
                <a:gd name="connsiteY16" fmla="*/ 2987476 h 3057570"/>
                <a:gd name="connsiteX17" fmla="*/ 669698 w 5202188"/>
                <a:gd name="connsiteY17" fmla="*/ 3044626 h 3057570"/>
                <a:gd name="connsiteX18" fmla="*/ 555399 w 5202188"/>
                <a:gd name="connsiteY18" fmla="*/ 3000176 h 3057570"/>
                <a:gd name="connsiteX19" fmla="*/ 91849 w 5202188"/>
                <a:gd name="connsiteY19" fmla="*/ 2536626 h 3057570"/>
                <a:gd name="connsiteX20" fmla="*/ 21999 w 5202188"/>
                <a:gd name="connsiteY20" fmla="*/ 2219127 h 3057570"/>
                <a:gd name="connsiteX21" fmla="*/ 783999 w 5202188"/>
                <a:gd name="connsiteY21" fmla="*/ 1412677 h 3057570"/>
                <a:gd name="connsiteX22" fmla="*/ 1069748 w 5202188"/>
                <a:gd name="connsiteY22" fmla="*/ 1311076 h 3057570"/>
                <a:gd name="connsiteX23" fmla="*/ 1717448 w 5202188"/>
                <a:gd name="connsiteY23" fmla="*/ 400398 h 3057570"/>
                <a:gd name="connsiteX0" fmla="*/ 1717448 w 5202188"/>
                <a:gd name="connsiteY0" fmla="*/ 400398 h 3057570"/>
                <a:gd name="connsiteX1" fmla="*/ 1920648 w 5202188"/>
                <a:gd name="connsiteY1" fmla="*/ 212526 h 3057570"/>
                <a:gd name="connsiteX2" fmla="*/ 2733448 w 5202188"/>
                <a:gd name="connsiteY2" fmla="*/ 22027 h 3057570"/>
                <a:gd name="connsiteX3" fmla="*/ 3597048 w 5202188"/>
                <a:gd name="connsiteY3" fmla="*/ 241736 h 3057570"/>
                <a:gd name="connsiteX4" fmla="*/ 4206648 w 5202188"/>
                <a:gd name="connsiteY4" fmla="*/ 394136 h 3057570"/>
                <a:gd name="connsiteX5" fmla="*/ 4657498 w 5202188"/>
                <a:gd name="connsiteY5" fmla="*/ 504626 h 3057570"/>
                <a:gd name="connsiteX6" fmla="*/ 4905148 w 5202188"/>
                <a:gd name="connsiteY6" fmla="*/ 707826 h 3057570"/>
                <a:gd name="connsiteX7" fmla="*/ 4981348 w 5202188"/>
                <a:gd name="connsiteY7" fmla="*/ 961826 h 3057570"/>
                <a:gd name="connsiteX8" fmla="*/ 4720998 w 5202188"/>
                <a:gd name="connsiteY8" fmla="*/ 2009576 h 3057570"/>
                <a:gd name="connsiteX9" fmla="*/ 3857398 w 5202188"/>
                <a:gd name="connsiteY9" fmla="*/ 2263576 h 3057570"/>
                <a:gd name="connsiteX10" fmla="*/ 3387498 w 5202188"/>
                <a:gd name="connsiteY10" fmla="*/ 2174676 h 3057570"/>
                <a:gd name="connsiteX11" fmla="*/ 3209698 w 5202188"/>
                <a:gd name="connsiteY11" fmla="*/ 1835498 h 3057570"/>
                <a:gd name="connsiteX12" fmla="*/ 2898548 w 5202188"/>
                <a:gd name="connsiteY12" fmla="*/ 1920676 h 3057570"/>
                <a:gd name="connsiteX13" fmla="*/ 2479448 w 5202188"/>
                <a:gd name="connsiteY13" fmla="*/ 2009576 h 3057570"/>
                <a:gd name="connsiteX14" fmla="*/ 1850798 w 5202188"/>
                <a:gd name="connsiteY14" fmla="*/ 2219126 h 3057570"/>
                <a:gd name="connsiteX15" fmla="*/ 1590448 w 5202188"/>
                <a:gd name="connsiteY15" fmla="*/ 2689026 h 3057570"/>
                <a:gd name="connsiteX16" fmla="*/ 1241198 w 5202188"/>
                <a:gd name="connsiteY16" fmla="*/ 2987476 h 3057570"/>
                <a:gd name="connsiteX17" fmla="*/ 669698 w 5202188"/>
                <a:gd name="connsiteY17" fmla="*/ 3044626 h 3057570"/>
                <a:gd name="connsiteX18" fmla="*/ 555399 w 5202188"/>
                <a:gd name="connsiteY18" fmla="*/ 3000176 h 3057570"/>
                <a:gd name="connsiteX19" fmla="*/ 91849 w 5202188"/>
                <a:gd name="connsiteY19" fmla="*/ 2536626 h 3057570"/>
                <a:gd name="connsiteX20" fmla="*/ 21999 w 5202188"/>
                <a:gd name="connsiteY20" fmla="*/ 2219127 h 3057570"/>
                <a:gd name="connsiteX21" fmla="*/ 783999 w 5202188"/>
                <a:gd name="connsiteY21" fmla="*/ 1412677 h 3057570"/>
                <a:gd name="connsiteX22" fmla="*/ 1069748 w 5202188"/>
                <a:gd name="connsiteY22" fmla="*/ 1311076 h 3057570"/>
                <a:gd name="connsiteX23" fmla="*/ 1717448 w 5202188"/>
                <a:gd name="connsiteY23" fmla="*/ 400398 h 3057570"/>
                <a:gd name="connsiteX0" fmla="*/ 1717448 w 5202188"/>
                <a:gd name="connsiteY0" fmla="*/ 400398 h 3057570"/>
                <a:gd name="connsiteX1" fmla="*/ 1920648 w 5202188"/>
                <a:gd name="connsiteY1" fmla="*/ 212526 h 3057570"/>
                <a:gd name="connsiteX2" fmla="*/ 2733448 w 5202188"/>
                <a:gd name="connsiteY2" fmla="*/ 22027 h 3057570"/>
                <a:gd name="connsiteX3" fmla="*/ 3597048 w 5202188"/>
                <a:gd name="connsiteY3" fmla="*/ 241736 h 3057570"/>
                <a:gd name="connsiteX4" fmla="*/ 4206648 w 5202188"/>
                <a:gd name="connsiteY4" fmla="*/ 394136 h 3057570"/>
                <a:gd name="connsiteX5" fmla="*/ 4657498 w 5202188"/>
                <a:gd name="connsiteY5" fmla="*/ 504626 h 3057570"/>
                <a:gd name="connsiteX6" fmla="*/ 4905148 w 5202188"/>
                <a:gd name="connsiteY6" fmla="*/ 707826 h 3057570"/>
                <a:gd name="connsiteX7" fmla="*/ 4981348 w 5202188"/>
                <a:gd name="connsiteY7" fmla="*/ 961826 h 3057570"/>
                <a:gd name="connsiteX8" fmla="*/ 4720998 w 5202188"/>
                <a:gd name="connsiteY8" fmla="*/ 2009576 h 3057570"/>
                <a:gd name="connsiteX9" fmla="*/ 3857398 w 5202188"/>
                <a:gd name="connsiteY9" fmla="*/ 2263576 h 3057570"/>
                <a:gd name="connsiteX10" fmla="*/ 3387498 w 5202188"/>
                <a:gd name="connsiteY10" fmla="*/ 2174676 h 3057570"/>
                <a:gd name="connsiteX11" fmla="*/ 3209698 w 5202188"/>
                <a:gd name="connsiteY11" fmla="*/ 1835498 h 3057570"/>
                <a:gd name="connsiteX12" fmla="*/ 2898548 w 5202188"/>
                <a:gd name="connsiteY12" fmla="*/ 1920676 h 3057570"/>
                <a:gd name="connsiteX13" fmla="*/ 2479448 w 5202188"/>
                <a:gd name="connsiteY13" fmla="*/ 2009576 h 3057570"/>
                <a:gd name="connsiteX14" fmla="*/ 1850798 w 5202188"/>
                <a:gd name="connsiteY14" fmla="*/ 2219126 h 3057570"/>
                <a:gd name="connsiteX15" fmla="*/ 1590448 w 5202188"/>
                <a:gd name="connsiteY15" fmla="*/ 2689026 h 3057570"/>
                <a:gd name="connsiteX16" fmla="*/ 1241198 w 5202188"/>
                <a:gd name="connsiteY16" fmla="*/ 2987476 h 3057570"/>
                <a:gd name="connsiteX17" fmla="*/ 669698 w 5202188"/>
                <a:gd name="connsiteY17" fmla="*/ 3044626 h 3057570"/>
                <a:gd name="connsiteX18" fmla="*/ 555399 w 5202188"/>
                <a:gd name="connsiteY18" fmla="*/ 3000176 h 3057570"/>
                <a:gd name="connsiteX19" fmla="*/ 91849 w 5202188"/>
                <a:gd name="connsiteY19" fmla="*/ 2536626 h 3057570"/>
                <a:gd name="connsiteX20" fmla="*/ 21999 w 5202188"/>
                <a:gd name="connsiteY20" fmla="*/ 2219127 h 3057570"/>
                <a:gd name="connsiteX21" fmla="*/ 783999 w 5202188"/>
                <a:gd name="connsiteY21" fmla="*/ 1412677 h 3057570"/>
                <a:gd name="connsiteX22" fmla="*/ 1069748 w 5202188"/>
                <a:gd name="connsiteY22" fmla="*/ 1311076 h 3057570"/>
                <a:gd name="connsiteX23" fmla="*/ 1717448 w 5202188"/>
                <a:gd name="connsiteY23" fmla="*/ 400398 h 3057570"/>
                <a:gd name="connsiteX0" fmla="*/ 1717448 w 5202188"/>
                <a:gd name="connsiteY0" fmla="*/ 400398 h 3057570"/>
                <a:gd name="connsiteX1" fmla="*/ 1920648 w 5202188"/>
                <a:gd name="connsiteY1" fmla="*/ 212526 h 3057570"/>
                <a:gd name="connsiteX2" fmla="*/ 2733448 w 5202188"/>
                <a:gd name="connsiteY2" fmla="*/ 22027 h 3057570"/>
                <a:gd name="connsiteX3" fmla="*/ 3597048 w 5202188"/>
                <a:gd name="connsiteY3" fmla="*/ 241736 h 3057570"/>
                <a:gd name="connsiteX4" fmla="*/ 4206648 w 5202188"/>
                <a:gd name="connsiteY4" fmla="*/ 394136 h 3057570"/>
                <a:gd name="connsiteX5" fmla="*/ 4657498 w 5202188"/>
                <a:gd name="connsiteY5" fmla="*/ 504626 h 3057570"/>
                <a:gd name="connsiteX6" fmla="*/ 4905148 w 5202188"/>
                <a:gd name="connsiteY6" fmla="*/ 707826 h 3057570"/>
                <a:gd name="connsiteX7" fmla="*/ 4981348 w 5202188"/>
                <a:gd name="connsiteY7" fmla="*/ 961826 h 3057570"/>
                <a:gd name="connsiteX8" fmla="*/ 4720998 w 5202188"/>
                <a:gd name="connsiteY8" fmla="*/ 2009576 h 3057570"/>
                <a:gd name="connsiteX9" fmla="*/ 3857398 w 5202188"/>
                <a:gd name="connsiteY9" fmla="*/ 2263576 h 3057570"/>
                <a:gd name="connsiteX10" fmla="*/ 3387498 w 5202188"/>
                <a:gd name="connsiteY10" fmla="*/ 2174676 h 3057570"/>
                <a:gd name="connsiteX11" fmla="*/ 3209698 w 5202188"/>
                <a:gd name="connsiteY11" fmla="*/ 1835498 h 3057570"/>
                <a:gd name="connsiteX12" fmla="*/ 2898548 w 5202188"/>
                <a:gd name="connsiteY12" fmla="*/ 1920676 h 3057570"/>
                <a:gd name="connsiteX13" fmla="*/ 2479448 w 5202188"/>
                <a:gd name="connsiteY13" fmla="*/ 2009576 h 3057570"/>
                <a:gd name="connsiteX14" fmla="*/ 1850798 w 5202188"/>
                <a:gd name="connsiteY14" fmla="*/ 2219126 h 3057570"/>
                <a:gd name="connsiteX15" fmla="*/ 1590448 w 5202188"/>
                <a:gd name="connsiteY15" fmla="*/ 2689026 h 3057570"/>
                <a:gd name="connsiteX16" fmla="*/ 1241198 w 5202188"/>
                <a:gd name="connsiteY16" fmla="*/ 2987476 h 3057570"/>
                <a:gd name="connsiteX17" fmla="*/ 669698 w 5202188"/>
                <a:gd name="connsiteY17" fmla="*/ 3044626 h 3057570"/>
                <a:gd name="connsiteX18" fmla="*/ 555399 w 5202188"/>
                <a:gd name="connsiteY18" fmla="*/ 3000176 h 3057570"/>
                <a:gd name="connsiteX19" fmla="*/ 91849 w 5202188"/>
                <a:gd name="connsiteY19" fmla="*/ 2536626 h 3057570"/>
                <a:gd name="connsiteX20" fmla="*/ 21999 w 5202188"/>
                <a:gd name="connsiteY20" fmla="*/ 2219127 h 3057570"/>
                <a:gd name="connsiteX21" fmla="*/ 783999 w 5202188"/>
                <a:gd name="connsiteY21" fmla="*/ 1412677 h 3057570"/>
                <a:gd name="connsiteX22" fmla="*/ 1069748 w 5202188"/>
                <a:gd name="connsiteY22" fmla="*/ 1311076 h 3057570"/>
                <a:gd name="connsiteX23" fmla="*/ 1717448 w 5202188"/>
                <a:gd name="connsiteY23" fmla="*/ 400398 h 3057570"/>
                <a:gd name="connsiteX0" fmla="*/ 1717448 w 5202188"/>
                <a:gd name="connsiteY0" fmla="*/ 400398 h 3057570"/>
                <a:gd name="connsiteX1" fmla="*/ 1920648 w 5202188"/>
                <a:gd name="connsiteY1" fmla="*/ 212526 h 3057570"/>
                <a:gd name="connsiteX2" fmla="*/ 2733448 w 5202188"/>
                <a:gd name="connsiteY2" fmla="*/ 22027 h 3057570"/>
                <a:gd name="connsiteX3" fmla="*/ 3597048 w 5202188"/>
                <a:gd name="connsiteY3" fmla="*/ 241736 h 3057570"/>
                <a:gd name="connsiteX4" fmla="*/ 4206648 w 5202188"/>
                <a:gd name="connsiteY4" fmla="*/ 394136 h 3057570"/>
                <a:gd name="connsiteX5" fmla="*/ 4657498 w 5202188"/>
                <a:gd name="connsiteY5" fmla="*/ 504626 h 3057570"/>
                <a:gd name="connsiteX6" fmla="*/ 4905148 w 5202188"/>
                <a:gd name="connsiteY6" fmla="*/ 707826 h 3057570"/>
                <a:gd name="connsiteX7" fmla="*/ 4981348 w 5202188"/>
                <a:gd name="connsiteY7" fmla="*/ 961826 h 3057570"/>
                <a:gd name="connsiteX8" fmla="*/ 4720998 w 5202188"/>
                <a:gd name="connsiteY8" fmla="*/ 2009576 h 3057570"/>
                <a:gd name="connsiteX9" fmla="*/ 3857398 w 5202188"/>
                <a:gd name="connsiteY9" fmla="*/ 2263576 h 3057570"/>
                <a:gd name="connsiteX10" fmla="*/ 3387498 w 5202188"/>
                <a:gd name="connsiteY10" fmla="*/ 2174676 h 3057570"/>
                <a:gd name="connsiteX11" fmla="*/ 3209698 w 5202188"/>
                <a:gd name="connsiteY11" fmla="*/ 1835498 h 3057570"/>
                <a:gd name="connsiteX12" fmla="*/ 2898548 w 5202188"/>
                <a:gd name="connsiteY12" fmla="*/ 1920676 h 3057570"/>
                <a:gd name="connsiteX13" fmla="*/ 2479448 w 5202188"/>
                <a:gd name="connsiteY13" fmla="*/ 2009576 h 3057570"/>
                <a:gd name="connsiteX14" fmla="*/ 1850798 w 5202188"/>
                <a:gd name="connsiteY14" fmla="*/ 2219126 h 3057570"/>
                <a:gd name="connsiteX15" fmla="*/ 1590448 w 5202188"/>
                <a:gd name="connsiteY15" fmla="*/ 2689026 h 3057570"/>
                <a:gd name="connsiteX16" fmla="*/ 1241198 w 5202188"/>
                <a:gd name="connsiteY16" fmla="*/ 2956996 h 3057570"/>
                <a:gd name="connsiteX17" fmla="*/ 669698 w 5202188"/>
                <a:gd name="connsiteY17" fmla="*/ 3044626 h 3057570"/>
                <a:gd name="connsiteX18" fmla="*/ 555399 w 5202188"/>
                <a:gd name="connsiteY18" fmla="*/ 3000176 h 3057570"/>
                <a:gd name="connsiteX19" fmla="*/ 91849 w 5202188"/>
                <a:gd name="connsiteY19" fmla="*/ 2536626 h 3057570"/>
                <a:gd name="connsiteX20" fmla="*/ 21999 w 5202188"/>
                <a:gd name="connsiteY20" fmla="*/ 2219127 h 3057570"/>
                <a:gd name="connsiteX21" fmla="*/ 783999 w 5202188"/>
                <a:gd name="connsiteY21" fmla="*/ 1412677 h 3057570"/>
                <a:gd name="connsiteX22" fmla="*/ 1069748 w 5202188"/>
                <a:gd name="connsiteY22" fmla="*/ 1311076 h 3057570"/>
                <a:gd name="connsiteX23" fmla="*/ 1717448 w 5202188"/>
                <a:gd name="connsiteY23" fmla="*/ 400398 h 3057570"/>
                <a:gd name="connsiteX0" fmla="*/ 1717448 w 5202188"/>
                <a:gd name="connsiteY0" fmla="*/ 400398 h 3057570"/>
                <a:gd name="connsiteX1" fmla="*/ 1920648 w 5202188"/>
                <a:gd name="connsiteY1" fmla="*/ 212526 h 3057570"/>
                <a:gd name="connsiteX2" fmla="*/ 2733448 w 5202188"/>
                <a:gd name="connsiteY2" fmla="*/ 22027 h 3057570"/>
                <a:gd name="connsiteX3" fmla="*/ 3597048 w 5202188"/>
                <a:gd name="connsiteY3" fmla="*/ 241736 h 3057570"/>
                <a:gd name="connsiteX4" fmla="*/ 4206648 w 5202188"/>
                <a:gd name="connsiteY4" fmla="*/ 394136 h 3057570"/>
                <a:gd name="connsiteX5" fmla="*/ 4657498 w 5202188"/>
                <a:gd name="connsiteY5" fmla="*/ 504626 h 3057570"/>
                <a:gd name="connsiteX6" fmla="*/ 4905148 w 5202188"/>
                <a:gd name="connsiteY6" fmla="*/ 707826 h 3057570"/>
                <a:gd name="connsiteX7" fmla="*/ 4981348 w 5202188"/>
                <a:gd name="connsiteY7" fmla="*/ 961826 h 3057570"/>
                <a:gd name="connsiteX8" fmla="*/ 4720998 w 5202188"/>
                <a:gd name="connsiteY8" fmla="*/ 2009576 h 3057570"/>
                <a:gd name="connsiteX9" fmla="*/ 3857398 w 5202188"/>
                <a:gd name="connsiteY9" fmla="*/ 2263576 h 3057570"/>
                <a:gd name="connsiteX10" fmla="*/ 3387498 w 5202188"/>
                <a:gd name="connsiteY10" fmla="*/ 2174676 h 3057570"/>
                <a:gd name="connsiteX11" fmla="*/ 3209698 w 5202188"/>
                <a:gd name="connsiteY11" fmla="*/ 1835498 h 3057570"/>
                <a:gd name="connsiteX12" fmla="*/ 2898548 w 5202188"/>
                <a:gd name="connsiteY12" fmla="*/ 1920676 h 3057570"/>
                <a:gd name="connsiteX13" fmla="*/ 2479448 w 5202188"/>
                <a:gd name="connsiteY13" fmla="*/ 2009576 h 3057570"/>
                <a:gd name="connsiteX14" fmla="*/ 1850798 w 5202188"/>
                <a:gd name="connsiteY14" fmla="*/ 2219126 h 3057570"/>
                <a:gd name="connsiteX15" fmla="*/ 1590448 w 5202188"/>
                <a:gd name="connsiteY15" fmla="*/ 2689026 h 3057570"/>
                <a:gd name="connsiteX16" fmla="*/ 1241198 w 5202188"/>
                <a:gd name="connsiteY16" fmla="*/ 2956996 h 3057570"/>
                <a:gd name="connsiteX17" fmla="*/ 669698 w 5202188"/>
                <a:gd name="connsiteY17" fmla="*/ 3044626 h 3057570"/>
                <a:gd name="connsiteX18" fmla="*/ 555399 w 5202188"/>
                <a:gd name="connsiteY18" fmla="*/ 3000176 h 3057570"/>
                <a:gd name="connsiteX19" fmla="*/ 91849 w 5202188"/>
                <a:gd name="connsiteY19" fmla="*/ 2536626 h 3057570"/>
                <a:gd name="connsiteX20" fmla="*/ 21999 w 5202188"/>
                <a:gd name="connsiteY20" fmla="*/ 2219127 h 3057570"/>
                <a:gd name="connsiteX21" fmla="*/ 783999 w 5202188"/>
                <a:gd name="connsiteY21" fmla="*/ 1412677 h 3057570"/>
                <a:gd name="connsiteX22" fmla="*/ 1069748 w 5202188"/>
                <a:gd name="connsiteY22" fmla="*/ 1311076 h 3057570"/>
                <a:gd name="connsiteX23" fmla="*/ 1717448 w 5202188"/>
                <a:gd name="connsiteY23" fmla="*/ 400398 h 3057570"/>
                <a:gd name="connsiteX0" fmla="*/ 1717448 w 5202188"/>
                <a:gd name="connsiteY0" fmla="*/ 400398 h 3140371"/>
                <a:gd name="connsiteX1" fmla="*/ 1920648 w 5202188"/>
                <a:gd name="connsiteY1" fmla="*/ 212526 h 3140371"/>
                <a:gd name="connsiteX2" fmla="*/ 2733448 w 5202188"/>
                <a:gd name="connsiteY2" fmla="*/ 22027 h 3140371"/>
                <a:gd name="connsiteX3" fmla="*/ 3597048 w 5202188"/>
                <a:gd name="connsiteY3" fmla="*/ 241736 h 3140371"/>
                <a:gd name="connsiteX4" fmla="*/ 4206648 w 5202188"/>
                <a:gd name="connsiteY4" fmla="*/ 394136 h 3140371"/>
                <a:gd name="connsiteX5" fmla="*/ 4657498 w 5202188"/>
                <a:gd name="connsiteY5" fmla="*/ 504626 h 3140371"/>
                <a:gd name="connsiteX6" fmla="*/ 4905148 w 5202188"/>
                <a:gd name="connsiteY6" fmla="*/ 707826 h 3140371"/>
                <a:gd name="connsiteX7" fmla="*/ 4981348 w 5202188"/>
                <a:gd name="connsiteY7" fmla="*/ 961826 h 3140371"/>
                <a:gd name="connsiteX8" fmla="*/ 4720998 w 5202188"/>
                <a:gd name="connsiteY8" fmla="*/ 2009576 h 3140371"/>
                <a:gd name="connsiteX9" fmla="*/ 3857398 w 5202188"/>
                <a:gd name="connsiteY9" fmla="*/ 2263576 h 3140371"/>
                <a:gd name="connsiteX10" fmla="*/ 3387498 w 5202188"/>
                <a:gd name="connsiteY10" fmla="*/ 2174676 h 3140371"/>
                <a:gd name="connsiteX11" fmla="*/ 3209698 w 5202188"/>
                <a:gd name="connsiteY11" fmla="*/ 1835498 h 3140371"/>
                <a:gd name="connsiteX12" fmla="*/ 2898548 w 5202188"/>
                <a:gd name="connsiteY12" fmla="*/ 1920676 h 3140371"/>
                <a:gd name="connsiteX13" fmla="*/ 2479448 w 5202188"/>
                <a:gd name="connsiteY13" fmla="*/ 2009576 h 3140371"/>
                <a:gd name="connsiteX14" fmla="*/ 1850798 w 5202188"/>
                <a:gd name="connsiteY14" fmla="*/ 2219126 h 3140371"/>
                <a:gd name="connsiteX15" fmla="*/ 1590448 w 5202188"/>
                <a:gd name="connsiteY15" fmla="*/ 2689026 h 3140371"/>
                <a:gd name="connsiteX16" fmla="*/ 1241198 w 5202188"/>
                <a:gd name="connsiteY16" fmla="*/ 2956996 h 3140371"/>
                <a:gd name="connsiteX17" fmla="*/ 669698 w 5202188"/>
                <a:gd name="connsiteY17" fmla="*/ 3044626 h 3140371"/>
                <a:gd name="connsiteX18" fmla="*/ 555399 w 5202188"/>
                <a:gd name="connsiteY18" fmla="*/ 3000176 h 3140371"/>
                <a:gd name="connsiteX19" fmla="*/ 91849 w 5202188"/>
                <a:gd name="connsiteY19" fmla="*/ 2536626 h 3140371"/>
                <a:gd name="connsiteX20" fmla="*/ 21999 w 5202188"/>
                <a:gd name="connsiteY20" fmla="*/ 2219127 h 3140371"/>
                <a:gd name="connsiteX21" fmla="*/ 783999 w 5202188"/>
                <a:gd name="connsiteY21" fmla="*/ 1412677 h 3140371"/>
                <a:gd name="connsiteX22" fmla="*/ 1069748 w 5202188"/>
                <a:gd name="connsiteY22" fmla="*/ 1311076 h 3140371"/>
                <a:gd name="connsiteX23" fmla="*/ 1717448 w 5202188"/>
                <a:gd name="connsiteY23" fmla="*/ 400398 h 3140371"/>
                <a:gd name="connsiteX0" fmla="*/ 1717448 w 5202188"/>
                <a:gd name="connsiteY0" fmla="*/ 400398 h 3140371"/>
                <a:gd name="connsiteX1" fmla="*/ 1920648 w 5202188"/>
                <a:gd name="connsiteY1" fmla="*/ 212526 h 3140371"/>
                <a:gd name="connsiteX2" fmla="*/ 2733448 w 5202188"/>
                <a:gd name="connsiteY2" fmla="*/ 22027 h 3140371"/>
                <a:gd name="connsiteX3" fmla="*/ 3597048 w 5202188"/>
                <a:gd name="connsiteY3" fmla="*/ 241736 h 3140371"/>
                <a:gd name="connsiteX4" fmla="*/ 4206648 w 5202188"/>
                <a:gd name="connsiteY4" fmla="*/ 394136 h 3140371"/>
                <a:gd name="connsiteX5" fmla="*/ 4657498 w 5202188"/>
                <a:gd name="connsiteY5" fmla="*/ 504626 h 3140371"/>
                <a:gd name="connsiteX6" fmla="*/ 4905148 w 5202188"/>
                <a:gd name="connsiteY6" fmla="*/ 707826 h 3140371"/>
                <a:gd name="connsiteX7" fmla="*/ 4981348 w 5202188"/>
                <a:gd name="connsiteY7" fmla="*/ 961826 h 3140371"/>
                <a:gd name="connsiteX8" fmla="*/ 4720998 w 5202188"/>
                <a:gd name="connsiteY8" fmla="*/ 2009576 h 3140371"/>
                <a:gd name="connsiteX9" fmla="*/ 3857398 w 5202188"/>
                <a:gd name="connsiteY9" fmla="*/ 2263576 h 3140371"/>
                <a:gd name="connsiteX10" fmla="*/ 3387498 w 5202188"/>
                <a:gd name="connsiteY10" fmla="*/ 2174676 h 3140371"/>
                <a:gd name="connsiteX11" fmla="*/ 3209698 w 5202188"/>
                <a:gd name="connsiteY11" fmla="*/ 1835498 h 3140371"/>
                <a:gd name="connsiteX12" fmla="*/ 2898548 w 5202188"/>
                <a:gd name="connsiteY12" fmla="*/ 1920676 h 3140371"/>
                <a:gd name="connsiteX13" fmla="*/ 2479448 w 5202188"/>
                <a:gd name="connsiteY13" fmla="*/ 2009576 h 3140371"/>
                <a:gd name="connsiteX14" fmla="*/ 1850798 w 5202188"/>
                <a:gd name="connsiteY14" fmla="*/ 2219126 h 3140371"/>
                <a:gd name="connsiteX15" fmla="*/ 1590448 w 5202188"/>
                <a:gd name="connsiteY15" fmla="*/ 2689026 h 3140371"/>
                <a:gd name="connsiteX16" fmla="*/ 1241198 w 5202188"/>
                <a:gd name="connsiteY16" fmla="*/ 2956996 h 3140371"/>
                <a:gd name="connsiteX17" fmla="*/ 669698 w 5202188"/>
                <a:gd name="connsiteY17" fmla="*/ 3044626 h 3140371"/>
                <a:gd name="connsiteX18" fmla="*/ 555399 w 5202188"/>
                <a:gd name="connsiteY18" fmla="*/ 3000176 h 3140371"/>
                <a:gd name="connsiteX19" fmla="*/ 91849 w 5202188"/>
                <a:gd name="connsiteY19" fmla="*/ 2536626 h 3140371"/>
                <a:gd name="connsiteX20" fmla="*/ 21999 w 5202188"/>
                <a:gd name="connsiteY20" fmla="*/ 2219127 h 3140371"/>
                <a:gd name="connsiteX21" fmla="*/ 783999 w 5202188"/>
                <a:gd name="connsiteY21" fmla="*/ 1412677 h 3140371"/>
                <a:gd name="connsiteX22" fmla="*/ 1069748 w 5202188"/>
                <a:gd name="connsiteY22" fmla="*/ 1311076 h 3140371"/>
                <a:gd name="connsiteX23" fmla="*/ 1717448 w 5202188"/>
                <a:gd name="connsiteY23" fmla="*/ 400398 h 3140371"/>
                <a:gd name="connsiteX0" fmla="*/ 1757507 w 5242247"/>
                <a:gd name="connsiteY0" fmla="*/ 400398 h 3140371"/>
                <a:gd name="connsiteX1" fmla="*/ 1960707 w 5242247"/>
                <a:gd name="connsiteY1" fmla="*/ 212526 h 3140371"/>
                <a:gd name="connsiteX2" fmla="*/ 2773507 w 5242247"/>
                <a:gd name="connsiteY2" fmla="*/ 22027 h 3140371"/>
                <a:gd name="connsiteX3" fmla="*/ 3637107 w 5242247"/>
                <a:gd name="connsiteY3" fmla="*/ 241736 h 3140371"/>
                <a:gd name="connsiteX4" fmla="*/ 4246707 w 5242247"/>
                <a:gd name="connsiteY4" fmla="*/ 394136 h 3140371"/>
                <a:gd name="connsiteX5" fmla="*/ 4697557 w 5242247"/>
                <a:gd name="connsiteY5" fmla="*/ 504626 h 3140371"/>
                <a:gd name="connsiteX6" fmla="*/ 4945207 w 5242247"/>
                <a:gd name="connsiteY6" fmla="*/ 707826 h 3140371"/>
                <a:gd name="connsiteX7" fmla="*/ 5021407 w 5242247"/>
                <a:gd name="connsiteY7" fmla="*/ 961826 h 3140371"/>
                <a:gd name="connsiteX8" fmla="*/ 4761057 w 5242247"/>
                <a:gd name="connsiteY8" fmla="*/ 2009576 h 3140371"/>
                <a:gd name="connsiteX9" fmla="*/ 3897457 w 5242247"/>
                <a:gd name="connsiteY9" fmla="*/ 2263576 h 3140371"/>
                <a:gd name="connsiteX10" fmla="*/ 3427557 w 5242247"/>
                <a:gd name="connsiteY10" fmla="*/ 2174676 h 3140371"/>
                <a:gd name="connsiteX11" fmla="*/ 3249757 w 5242247"/>
                <a:gd name="connsiteY11" fmla="*/ 1835498 h 3140371"/>
                <a:gd name="connsiteX12" fmla="*/ 2938607 w 5242247"/>
                <a:gd name="connsiteY12" fmla="*/ 1920676 h 3140371"/>
                <a:gd name="connsiteX13" fmla="*/ 2519507 w 5242247"/>
                <a:gd name="connsiteY13" fmla="*/ 2009576 h 3140371"/>
                <a:gd name="connsiteX14" fmla="*/ 1890857 w 5242247"/>
                <a:gd name="connsiteY14" fmla="*/ 2219126 h 3140371"/>
                <a:gd name="connsiteX15" fmla="*/ 1630507 w 5242247"/>
                <a:gd name="connsiteY15" fmla="*/ 2689026 h 3140371"/>
                <a:gd name="connsiteX16" fmla="*/ 1281257 w 5242247"/>
                <a:gd name="connsiteY16" fmla="*/ 2956996 h 3140371"/>
                <a:gd name="connsiteX17" fmla="*/ 709757 w 5242247"/>
                <a:gd name="connsiteY17" fmla="*/ 3044626 h 3140371"/>
                <a:gd name="connsiteX18" fmla="*/ 595458 w 5242247"/>
                <a:gd name="connsiteY18" fmla="*/ 3000176 h 3140371"/>
                <a:gd name="connsiteX19" fmla="*/ 131908 w 5242247"/>
                <a:gd name="connsiteY19" fmla="*/ 2536626 h 3140371"/>
                <a:gd name="connsiteX20" fmla="*/ 62058 w 5242247"/>
                <a:gd name="connsiteY20" fmla="*/ 2219127 h 3140371"/>
                <a:gd name="connsiteX21" fmla="*/ 824058 w 5242247"/>
                <a:gd name="connsiteY21" fmla="*/ 1412677 h 3140371"/>
                <a:gd name="connsiteX22" fmla="*/ 1109807 w 5242247"/>
                <a:gd name="connsiteY22" fmla="*/ 1311076 h 3140371"/>
                <a:gd name="connsiteX23" fmla="*/ 1757507 w 5242247"/>
                <a:gd name="connsiteY23" fmla="*/ 400398 h 3140371"/>
                <a:gd name="connsiteX0" fmla="*/ 1766938 w 5251678"/>
                <a:gd name="connsiteY0" fmla="*/ 400398 h 3140371"/>
                <a:gd name="connsiteX1" fmla="*/ 1970138 w 5251678"/>
                <a:gd name="connsiteY1" fmla="*/ 212526 h 3140371"/>
                <a:gd name="connsiteX2" fmla="*/ 2782938 w 5251678"/>
                <a:gd name="connsiteY2" fmla="*/ 22027 h 3140371"/>
                <a:gd name="connsiteX3" fmla="*/ 3646538 w 5251678"/>
                <a:gd name="connsiteY3" fmla="*/ 241736 h 3140371"/>
                <a:gd name="connsiteX4" fmla="*/ 4256138 w 5251678"/>
                <a:gd name="connsiteY4" fmla="*/ 394136 h 3140371"/>
                <a:gd name="connsiteX5" fmla="*/ 4706988 w 5251678"/>
                <a:gd name="connsiteY5" fmla="*/ 504626 h 3140371"/>
                <a:gd name="connsiteX6" fmla="*/ 4954638 w 5251678"/>
                <a:gd name="connsiteY6" fmla="*/ 707826 h 3140371"/>
                <a:gd name="connsiteX7" fmla="*/ 5030838 w 5251678"/>
                <a:gd name="connsiteY7" fmla="*/ 961826 h 3140371"/>
                <a:gd name="connsiteX8" fmla="*/ 4770488 w 5251678"/>
                <a:gd name="connsiteY8" fmla="*/ 2009576 h 3140371"/>
                <a:gd name="connsiteX9" fmla="*/ 3906888 w 5251678"/>
                <a:gd name="connsiteY9" fmla="*/ 2263576 h 3140371"/>
                <a:gd name="connsiteX10" fmla="*/ 3436988 w 5251678"/>
                <a:gd name="connsiteY10" fmla="*/ 2174676 h 3140371"/>
                <a:gd name="connsiteX11" fmla="*/ 3259188 w 5251678"/>
                <a:gd name="connsiteY11" fmla="*/ 1835498 h 3140371"/>
                <a:gd name="connsiteX12" fmla="*/ 2948038 w 5251678"/>
                <a:gd name="connsiteY12" fmla="*/ 1920676 h 3140371"/>
                <a:gd name="connsiteX13" fmla="*/ 2528938 w 5251678"/>
                <a:gd name="connsiteY13" fmla="*/ 2009576 h 3140371"/>
                <a:gd name="connsiteX14" fmla="*/ 1900288 w 5251678"/>
                <a:gd name="connsiteY14" fmla="*/ 2219126 h 3140371"/>
                <a:gd name="connsiteX15" fmla="*/ 1639938 w 5251678"/>
                <a:gd name="connsiteY15" fmla="*/ 2689026 h 3140371"/>
                <a:gd name="connsiteX16" fmla="*/ 1290688 w 5251678"/>
                <a:gd name="connsiteY16" fmla="*/ 2956996 h 3140371"/>
                <a:gd name="connsiteX17" fmla="*/ 719188 w 5251678"/>
                <a:gd name="connsiteY17" fmla="*/ 3044626 h 3140371"/>
                <a:gd name="connsiteX18" fmla="*/ 604889 w 5251678"/>
                <a:gd name="connsiteY18" fmla="*/ 3000176 h 3140371"/>
                <a:gd name="connsiteX19" fmla="*/ 141339 w 5251678"/>
                <a:gd name="connsiteY19" fmla="*/ 2536626 h 3140371"/>
                <a:gd name="connsiteX20" fmla="*/ 71489 w 5251678"/>
                <a:gd name="connsiteY20" fmla="*/ 2219127 h 3140371"/>
                <a:gd name="connsiteX21" fmla="*/ 833489 w 5251678"/>
                <a:gd name="connsiteY21" fmla="*/ 1412677 h 3140371"/>
                <a:gd name="connsiteX22" fmla="*/ 1119238 w 5251678"/>
                <a:gd name="connsiteY22" fmla="*/ 1311076 h 3140371"/>
                <a:gd name="connsiteX23" fmla="*/ 1766938 w 5251678"/>
                <a:gd name="connsiteY23" fmla="*/ 400398 h 3140371"/>
                <a:gd name="connsiteX0" fmla="*/ 1766938 w 5251678"/>
                <a:gd name="connsiteY0" fmla="*/ 511765 h 3251738"/>
                <a:gd name="connsiteX1" fmla="*/ 1970138 w 5251678"/>
                <a:gd name="connsiteY1" fmla="*/ 323893 h 3251738"/>
                <a:gd name="connsiteX2" fmla="*/ 2782938 w 5251678"/>
                <a:gd name="connsiteY2" fmla="*/ 133394 h 3251738"/>
                <a:gd name="connsiteX3" fmla="*/ 3646538 w 5251678"/>
                <a:gd name="connsiteY3" fmla="*/ 353103 h 3251738"/>
                <a:gd name="connsiteX4" fmla="*/ 4256138 w 5251678"/>
                <a:gd name="connsiteY4" fmla="*/ 505503 h 3251738"/>
                <a:gd name="connsiteX5" fmla="*/ 4706988 w 5251678"/>
                <a:gd name="connsiteY5" fmla="*/ 615993 h 3251738"/>
                <a:gd name="connsiteX6" fmla="*/ 4954638 w 5251678"/>
                <a:gd name="connsiteY6" fmla="*/ 819193 h 3251738"/>
                <a:gd name="connsiteX7" fmla="*/ 5030838 w 5251678"/>
                <a:gd name="connsiteY7" fmla="*/ 1073193 h 3251738"/>
                <a:gd name="connsiteX8" fmla="*/ 4770488 w 5251678"/>
                <a:gd name="connsiteY8" fmla="*/ 2120943 h 3251738"/>
                <a:gd name="connsiteX9" fmla="*/ 3906888 w 5251678"/>
                <a:gd name="connsiteY9" fmla="*/ 2374943 h 3251738"/>
                <a:gd name="connsiteX10" fmla="*/ 3436988 w 5251678"/>
                <a:gd name="connsiteY10" fmla="*/ 2286043 h 3251738"/>
                <a:gd name="connsiteX11" fmla="*/ 3259188 w 5251678"/>
                <a:gd name="connsiteY11" fmla="*/ 1946865 h 3251738"/>
                <a:gd name="connsiteX12" fmla="*/ 2948038 w 5251678"/>
                <a:gd name="connsiteY12" fmla="*/ 2032043 h 3251738"/>
                <a:gd name="connsiteX13" fmla="*/ 2528938 w 5251678"/>
                <a:gd name="connsiteY13" fmla="*/ 2120943 h 3251738"/>
                <a:gd name="connsiteX14" fmla="*/ 1900288 w 5251678"/>
                <a:gd name="connsiteY14" fmla="*/ 2330493 h 3251738"/>
                <a:gd name="connsiteX15" fmla="*/ 1639938 w 5251678"/>
                <a:gd name="connsiteY15" fmla="*/ 2800393 h 3251738"/>
                <a:gd name="connsiteX16" fmla="*/ 1290688 w 5251678"/>
                <a:gd name="connsiteY16" fmla="*/ 3068363 h 3251738"/>
                <a:gd name="connsiteX17" fmla="*/ 719188 w 5251678"/>
                <a:gd name="connsiteY17" fmla="*/ 3155993 h 3251738"/>
                <a:gd name="connsiteX18" fmla="*/ 604889 w 5251678"/>
                <a:gd name="connsiteY18" fmla="*/ 3111543 h 3251738"/>
                <a:gd name="connsiteX19" fmla="*/ 141339 w 5251678"/>
                <a:gd name="connsiteY19" fmla="*/ 2647993 h 3251738"/>
                <a:gd name="connsiteX20" fmla="*/ 71489 w 5251678"/>
                <a:gd name="connsiteY20" fmla="*/ 2330494 h 3251738"/>
                <a:gd name="connsiteX21" fmla="*/ 833489 w 5251678"/>
                <a:gd name="connsiteY21" fmla="*/ 1524044 h 3251738"/>
                <a:gd name="connsiteX22" fmla="*/ 1119238 w 5251678"/>
                <a:gd name="connsiteY22" fmla="*/ 1422443 h 3251738"/>
                <a:gd name="connsiteX23" fmla="*/ 1766938 w 5251678"/>
                <a:gd name="connsiteY23" fmla="*/ 511765 h 3251738"/>
                <a:gd name="connsiteX0" fmla="*/ 1766938 w 5251678"/>
                <a:gd name="connsiteY0" fmla="*/ 511765 h 3251738"/>
                <a:gd name="connsiteX1" fmla="*/ 1970138 w 5251678"/>
                <a:gd name="connsiteY1" fmla="*/ 323893 h 3251738"/>
                <a:gd name="connsiteX2" fmla="*/ 2782938 w 5251678"/>
                <a:gd name="connsiteY2" fmla="*/ 133394 h 3251738"/>
                <a:gd name="connsiteX3" fmla="*/ 3631298 w 5251678"/>
                <a:gd name="connsiteY3" fmla="*/ 391203 h 3251738"/>
                <a:gd name="connsiteX4" fmla="*/ 4256138 w 5251678"/>
                <a:gd name="connsiteY4" fmla="*/ 505503 h 3251738"/>
                <a:gd name="connsiteX5" fmla="*/ 4706988 w 5251678"/>
                <a:gd name="connsiteY5" fmla="*/ 615993 h 3251738"/>
                <a:gd name="connsiteX6" fmla="*/ 4954638 w 5251678"/>
                <a:gd name="connsiteY6" fmla="*/ 819193 h 3251738"/>
                <a:gd name="connsiteX7" fmla="*/ 5030838 w 5251678"/>
                <a:gd name="connsiteY7" fmla="*/ 1073193 h 3251738"/>
                <a:gd name="connsiteX8" fmla="*/ 4770488 w 5251678"/>
                <a:gd name="connsiteY8" fmla="*/ 2120943 h 3251738"/>
                <a:gd name="connsiteX9" fmla="*/ 3906888 w 5251678"/>
                <a:gd name="connsiteY9" fmla="*/ 2374943 h 3251738"/>
                <a:gd name="connsiteX10" fmla="*/ 3436988 w 5251678"/>
                <a:gd name="connsiteY10" fmla="*/ 2286043 h 3251738"/>
                <a:gd name="connsiteX11" fmla="*/ 3259188 w 5251678"/>
                <a:gd name="connsiteY11" fmla="*/ 1946865 h 3251738"/>
                <a:gd name="connsiteX12" fmla="*/ 2948038 w 5251678"/>
                <a:gd name="connsiteY12" fmla="*/ 2032043 h 3251738"/>
                <a:gd name="connsiteX13" fmla="*/ 2528938 w 5251678"/>
                <a:gd name="connsiteY13" fmla="*/ 2120943 h 3251738"/>
                <a:gd name="connsiteX14" fmla="*/ 1900288 w 5251678"/>
                <a:gd name="connsiteY14" fmla="*/ 2330493 h 3251738"/>
                <a:gd name="connsiteX15" fmla="*/ 1639938 w 5251678"/>
                <a:gd name="connsiteY15" fmla="*/ 2800393 h 3251738"/>
                <a:gd name="connsiteX16" fmla="*/ 1290688 w 5251678"/>
                <a:gd name="connsiteY16" fmla="*/ 3068363 h 3251738"/>
                <a:gd name="connsiteX17" fmla="*/ 719188 w 5251678"/>
                <a:gd name="connsiteY17" fmla="*/ 3155993 h 3251738"/>
                <a:gd name="connsiteX18" fmla="*/ 604889 w 5251678"/>
                <a:gd name="connsiteY18" fmla="*/ 3111543 h 3251738"/>
                <a:gd name="connsiteX19" fmla="*/ 141339 w 5251678"/>
                <a:gd name="connsiteY19" fmla="*/ 2647993 h 3251738"/>
                <a:gd name="connsiteX20" fmla="*/ 71489 w 5251678"/>
                <a:gd name="connsiteY20" fmla="*/ 2330494 h 3251738"/>
                <a:gd name="connsiteX21" fmla="*/ 833489 w 5251678"/>
                <a:gd name="connsiteY21" fmla="*/ 1524044 h 3251738"/>
                <a:gd name="connsiteX22" fmla="*/ 1119238 w 5251678"/>
                <a:gd name="connsiteY22" fmla="*/ 1422443 h 3251738"/>
                <a:gd name="connsiteX23" fmla="*/ 1766938 w 5251678"/>
                <a:gd name="connsiteY23" fmla="*/ 511765 h 3251738"/>
                <a:gd name="connsiteX0" fmla="*/ 1766938 w 5251678"/>
                <a:gd name="connsiteY0" fmla="*/ 511765 h 3251738"/>
                <a:gd name="connsiteX1" fmla="*/ 1970138 w 5251678"/>
                <a:gd name="connsiteY1" fmla="*/ 323893 h 3251738"/>
                <a:gd name="connsiteX2" fmla="*/ 2782938 w 5251678"/>
                <a:gd name="connsiteY2" fmla="*/ 133394 h 3251738"/>
                <a:gd name="connsiteX3" fmla="*/ 3631298 w 5251678"/>
                <a:gd name="connsiteY3" fmla="*/ 391203 h 3251738"/>
                <a:gd name="connsiteX4" fmla="*/ 4256138 w 5251678"/>
                <a:gd name="connsiteY4" fmla="*/ 505503 h 3251738"/>
                <a:gd name="connsiteX5" fmla="*/ 4706988 w 5251678"/>
                <a:gd name="connsiteY5" fmla="*/ 615993 h 3251738"/>
                <a:gd name="connsiteX6" fmla="*/ 4954638 w 5251678"/>
                <a:gd name="connsiteY6" fmla="*/ 819193 h 3251738"/>
                <a:gd name="connsiteX7" fmla="*/ 5030838 w 5251678"/>
                <a:gd name="connsiteY7" fmla="*/ 1073193 h 3251738"/>
                <a:gd name="connsiteX8" fmla="*/ 4770488 w 5251678"/>
                <a:gd name="connsiteY8" fmla="*/ 2120943 h 3251738"/>
                <a:gd name="connsiteX9" fmla="*/ 3906888 w 5251678"/>
                <a:gd name="connsiteY9" fmla="*/ 2374943 h 3251738"/>
                <a:gd name="connsiteX10" fmla="*/ 3436988 w 5251678"/>
                <a:gd name="connsiteY10" fmla="*/ 2286043 h 3251738"/>
                <a:gd name="connsiteX11" fmla="*/ 3259188 w 5251678"/>
                <a:gd name="connsiteY11" fmla="*/ 1946865 h 3251738"/>
                <a:gd name="connsiteX12" fmla="*/ 2948038 w 5251678"/>
                <a:gd name="connsiteY12" fmla="*/ 2032043 h 3251738"/>
                <a:gd name="connsiteX13" fmla="*/ 2528938 w 5251678"/>
                <a:gd name="connsiteY13" fmla="*/ 2120943 h 3251738"/>
                <a:gd name="connsiteX14" fmla="*/ 1900288 w 5251678"/>
                <a:gd name="connsiteY14" fmla="*/ 2330493 h 3251738"/>
                <a:gd name="connsiteX15" fmla="*/ 1639938 w 5251678"/>
                <a:gd name="connsiteY15" fmla="*/ 2800393 h 3251738"/>
                <a:gd name="connsiteX16" fmla="*/ 1290688 w 5251678"/>
                <a:gd name="connsiteY16" fmla="*/ 3068363 h 3251738"/>
                <a:gd name="connsiteX17" fmla="*/ 719188 w 5251678"/>
                <a:gd name="connsiteY17" fmla="*/ 3155993 h 3251738"/>
                <a:gd name="connsiteX18" fmla="*/ 604889 w 5251678"/>
                <a:gd name="connsiteY18" fmla="*/ 3111543 h 3251738"/>
                <a:gd name="connsiteX19" fmla="*/ 141339 w 5251678"/>
                <a:gd name="connsiteY19" fmla="*/ 2647993 h 3251738"/>
                <a:gd name="connsiteX20" fmla="*/ 71489 w 5251678"/>
                <a:gd name="connsiteY20" fmla="*/ 2330494 h 3251738"/>
                <a:gd name="connsiteX21" fmla="*/ 833489 w 5251678"/>
                <a:gd name="connsiteY21" fmla="*/ 1524044 h 3251738"/>
                <a:gd name="connsiteX22" fmla="*/ 1119238 w 5251678"/>
                <a:gd name="connsiteY22" fmla="*/ 1422443 h 3251738"/>
                <a:gd name="connsiteX23" fmla="*/ 1766938 w 5251678"/>
                <a:gd name="connsiteY23" fmla="*/ 511765 h 3251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251678" h="3251738">
                  <a:moveTo>
                    <a:pt x="1766938" y="511765"/>
                  </a:moveTo>
                  <a:cubicBezTo>
                    <a:pt x="1752121" y="425858"/>
                    <a:pt x="1896055" y="333600"/>
                    <a:pt x="1970138" y="323893"/>
                  </a:cubicBezTo>
                  <a:cubicBezTo>
                    <a:pt x="2108145" y="-162940"/>
                    <a:pt x="2736371" y="10627"/>
                    <a:pt x="2782938" y="133394"/>
                  </a:cubicBezTo>
                  <a:cubicBezTo>
                    <a:pt x="3062338" y="130642"/>
                    <a:pt x="3461965" y="131065"/>
                    <a:pt x="3631298" y="391203"/>
                  </a:cubicBezTo>
                  <a:cubicBezTo>
                    <a:pt x="4021611" y="262721"/>
                    <a:pt x="4140356" y="393108"/>
                    <a:pt x="4256138" y="505503"/>
                  </a:cubicBezTo>
                  <a:cubicBezTo>
                    <a:pt x="4470980" y="495978"/>
                    <a:pt x="4584221" y="479891"/>
                    <a:pt x="4706988" y="615993"/>
                  </a:cubicBezTo>
                  <a:cubicBezTo>
                    <a:pt x="4829755" y="675895"/>
                    <a:pt x="4884365" y="694945"/>
                    <a:pt x="4954638" y="819193"/>
                  </a:cubicBezTo>
                  <a:cubicBezTo>
                    <a:pt x="5063011" y="928201"/>
                    <a:pt x="5009671" y="859410"/>
                    <a:pt x="5030838" y="1073193"/>
                  </a:cubicBezTo>
                  <a:cubicBezTo>
                    <a:pt x="5372045" y="1332696"/>
                    <a:pt x="5341988" y="1868636"/>
                    <a:pt x="4770488" y="2120943"/>
                  </a:cubicBezTo>
                  <a:cubicBezTo>
                    <a:pt x="4488548" y="2403730"/>
                    <a:pt x="4120248" y="2453471"/>
                    <a:pt x="3906888" y="2374943"/>
                  </a:cubicBezTo>
                  <a:cubicBezTo>
                    <a:pt x="3541128" y="2585975"/>
                    <a:pt x="3426405" y="2209223"/>
                    <a:pt x="3436988" y="2286043"/>
                  </a:cubicBezTo>
                  <a:cubicBezTo>
                    <a:pt x="2890041" y="2104404"/>
                    <a:pt x="3318455" y="2059924"/>
                    <a:pt x="3259188" y="1946865"/>
                  </a:cubicBezTo>
                  <a:cubicBezTo>
                    <a:pt x="3297288" y="2104374"/>
                    <a:pt x="2909938" y="1874534"/>
                    <a:pt x="2948038" y="2032043"/>
                  </a:cubicBezTo>
                  <a:lnTo>
                    <a:pt x="2528938" y="2120943"/>
                  </a:lnTo>
                  <a:cubicBezTo>
                    <a:pt x="2469671" y="2320348"/>
                    <a:pt x="2060731" y="2349331"/>
                    <a:pt x="1900288" y="2330493"/>
                  </a:cubicBezTo>
                  <a:cubicBezTo>
                    <a:pt x="1800805" y="2570735"/>
                    <a:pt x="1738363" y="2661751"/>
                    <a:pt x="1639938" y="2800393"/>
                  </a:cubicBezTo>
                  <a:cubicBezTo>
                    <a:pt x="1541513" y="2939035"/>
                    <a:pt x="1472933" y="3033650"/>
                    <a:pt x="1290688" y="3068363"/>
                  </a:cubicBezTo>
                  <a:cubicBezTo>
                    <a:pt x="818883" y="3438356"/>
                    <a:pt x="771046" y="3129535"/>
                    <a:pt x="719188" y="3155993"/>
                  </a:cubicBezTo>
                  <a:cubicBezTo>
                    <a:pt x="667330" y="3182451"/>
                    <a:pt x="703314" y="3168693"/>
                    <a:pt x="604889" y="3111543"/>
                  </a:cubicBezTo>
                  <a:cubicBezTo>
                    <a:pt x="-34556" y="3069633"/>
                    <a:pt x="194256" y="2680801"/>
                    <a:pt x="141339" y="2647993"/>
                  </a:cubicBezTo>
                  <a:cubicBezTo>
                    <a:pt x="88422" y="2615185"/>
                    <a:pt x="11164" y="2440561"/>
                    <a:pt x="71489" y="2330494"/>
                  </a:cubicBezTo>
                  <a:cubicBezTo>
                    <a:pt x="-264426" y="1740368"/>
                    <a:pt x="684264" y="1375878"/>
                    <a:pt x="833489" y="1524044"/>
                  </a:cubicBezTo>
                  <a:lnTo>
                    <a:pt x="1119238" y="1422443"/>
                  </a:lnTo>
                  <a:cubicBezTo>
                    <a:pt x="839838" y="1106184"/>
                    <a:pt x="1220838" y="408924"/>
                    <a:pt x="1766938" y="511765"/>
                  </a:cubicBezTo>
                  <a:close/>
                </a:path>
              </a:pathLst>
            </a:cu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4">
              <a:extLst>
                <a:ext uri="{FF2B5EF4-FFF2-40B4-BE49-F238E27FC236}">
                  <a16:creationId xmlns:a16="http://schemas.microsoft.com/office/drawing/2014/main" id="{F2F31DEC-373B-20ED-EDA7-BE1A889474B7}"/>
                </a:ext>
              </a:extLst>
            </p:cNvPr>
            <p:cNvSpPr/>
            <p:nvPr/>
          </p:nvSpPr>
          <p:spPr>
            <a:xfrm>
              <a:off x="6057900" y="2247687"/>
              <a:ext cx="682658" cy="1776413"/>
            </a:xfrm>
            <a:custGeom>
              <a:avLst/>
              <a:gdLst>
                <a:gd name="connsiteX0" fmla="*/ 0 w 279400"/>
                <a:gd name="connsiteY0" fmla="*/ 0 h 457200"/>
                <a:gd name="connsiteX1" fmla="*/ 279400 w 279400"/>
                <a:gd name="connsiteY1" fmla="*/ 0 h 457200"/>
                <a:gd name="connsiteX2" fmla="*/ 279400 w 279400"/>
                <a:gd name="connsiteY2" fmla="*/ 457200 h 457200"/>
                <a:gd name="connsiteX3" fmla="*/ 0 w 279400"/>
                <a:gd name="connsiteY3" fmla="*/ 457200 h 457200"/>
                <a:gd name="connsiteX4" fmla="*/ 0 w 279400"/>
                <a:gd name="connsiteY4" fmla="*/ 0 h 457200"/>
                <a:gd name="connsiteX0" fmla="*/ 0 w 298450"/>
                <a:gd name="connsiteY0" fmla="*/ 254000 h 711200"/>
                <a:gd name="connsiteX1" fmla="*/ 298450 w 298450"/>
                <a:gd name="connsiteY1" fmla="*/ 0 h 711200"/>
                <a:gd name="connsiteX2" fmla="*/ 279400 w 298450"/>
                <a:gd name="connsiteY2" fmla="*/ 711200 h 711200"/>
                <a:gd name="connsiteX3" fmla="*/ 0 w 298450"/>
                <a:gd name="connsiteY3" fmla="*/ 711200 h 711200"/>
                <a:gd name="connsiteX4" fmla="*/ 0 w 298450"/>
                <a:gd name="connsiteY4" fmla="*/ 254000 h 711200"/>
                <a:gd name="connsiteX0" fmla="*/ 0 w 336550"/>
                <a:gd name="connsiteY0" fmla="*/ 254000 h 711200"/>
                <a:gd name="connsiteX1" fmla="*/ 298450 w 336550"/>
                <a:gd name="connsiteY1" fmla="*/ 0 h 711200"/>
                <a:gd name="connsiteX2" fmla="*/ 336550 w 336550"/>
                <a:gd name="connsiteY2" fmla="*/ 361950 h 711200"/>
                <a:gd name="connsiteX3" fmla="*/ 0 w 336550"/>
                <a:gd name="connsiteY3" fmla="*/ 711200 h 711200"/>
                <a:gd name="connsiteX4" fmla="*/ 0 w 336550"/>
                <a:gd name="connsiteY4" fmla="*/ 254000 h 711200"/>
                <a:gd name="connsiteX0" fmla="*/ 0 w 412750"/>
                <a:gd name="connsiteY0" fmla="*/ 254000 h 1187450"/>
                <a:gd name="connsiteX1" fmla="*/ 298450 w 412750"/>
                <a:gd name="connsiteY1" fmla="*/ 0 h 1187450"/>
                <a:gd name="connsiteX2" fmla="*/ 336550 w 412750"/>
                <a:gd name="connsiteY2" fmla="*/ 361950 h 1187450"/>
                <a:gd name="connsiteX3" fmla="*/ 412750 w 412750"/>
                <a:gd name="connsiteY3" fmla="*/ 1187450 h 1187450"/>
                <a:gd name="connsiteX4" fmla="*/ 0 w 412750"/>
                <a:gd name="connsiteY4" fmla="*/ 254000 h 1187450"/>
                <a:gd name="connsiteX0" fmla="*/ 0 w 476250"/>
                <a:gd name="connsiteY0" fmla="*/ 1593850 h 1593850"/>
                <a:gd name="connsiteX1" fmla="*/ 361950 w 476250"/>
                <a:gd name="connsiteY1" fmla="*/ 0 h 1593850"/>
                <a:gd name="connsiteX2" fmla="*/ 400050 w 476250"/>
                <a:gd name="connsiteY2" fmla="*/ 361950 h 1593850"/>
                <a:gd name="connsiteX3" fmla="*/ 476250 w 476250"/>
                <a:gd name="connsiteY3" fmla="*/ 1187450 h 1593850"/>
                <a:gd name="connsiteX4" fmla="*/ 0 w 476250"/>
                <a:gd name="connsiteY4" fmla="*/ 1593850 h 1593850"/>
                <a:gd name="connsiteX0" fmla="*/ 2987 w 479237"/>
                <a:gd name="connsiteY0" fmla="*/ 1828800 h 1828800"/>
                <a:gd name="connsiteX1" fmla="*/ 28387 w 479237"/>
                <a:gd name="connsiteY1" fmla="*/ 0 h 1828800"/>
                <a:gd name="connsiteX2" fmla="*/ 364937 w 479237"/>
                <a:gd name="connsiteY2" fmla="*/ 234950 h 1828800"/>
                <a:gd name="connsiteX3" fmla="*/ 403037 w 479237"/>
                <a:gd name="connsiteY3" fmla="*/ 596900 h 1828800"/>
                <a:gd name="connsiteX4" fmla="*/ 479237 w 479237"/>
                <a:gd name="connsiteY4" fmla="*/ 1422400 h 1828800"/>
                <a:gd name="connsiteX5" fmla="*/ 2987 w 479237"/>
                <a:gd name="connsiteY5" fmla="*/ 1828800 h 1828800"/>
                <a:gd name="connsiteX0" fmla="*/ 2987 w 479237"/>
                <a:gd name="connsiteY0" fmla="*/ 1828800 h 1828800"/>
                <a:gd name="connsiteX1" fmla="*/ 28387 w 479237"/>
                <a:gd name="connsiteY1" fmla="*/ 0 h 1828800"/>
                <a:gd name="connsiteX2" fmla="*/ 364937 w 479237"/>
                <a:gd name="connsiteY2" fmla="*/ 234950 h 1828800"/>
                <a:gd name="connsiteX3" fmla="*/ 403037 w 479237"/>
                <a:gd name="connsiteY3" fmla="*/ 596900 h 1828800"/>
                <a:gd name="connsiteX4" fmla="*/ 479237 w 479237"/>
                <a:gd name="connsiteY4" fmla="*/ 1422400 h 1828800"/>
                <a:gd name="connsiteX5" fmla="*/ 2987 w 479237"/>
                <a:gd name="connsiteY5" fmla="*/ 1828800 h 1828800"/>
                <a:gd name="connsiteX0" fmla="*/ 2987 w 479237"/>
                <a:gd name="connsiteY0" fmla="*/ 1828800 h 1828800"/>
                <a:gd name="connsiteX1" fmla="*/ 28387 w 479237"/>
                <a:gd name="connsiteY1" fmla="*/ 0 h 1828800"/>
                <a:gd name="connsiteX2" fmla="*/ 364937 w 479237"/>
                <a:gd name="connsiteY2" fmla="*/ 234950 h 1828800"/>
                <a:gd name="connsiteX3" fmla="*/ 403037 w 479237"/>
                <a:gd name="connsiteY3" fmla="*/ 596900 h 1828800"/>
                <a:gd name="connsiteX4" fmla="*/ 479237 w 479237"/>
                <a:gd name="connsiteY4" fmla="*/ 1422400 h 1828800"/>
                <a:gd name="connsiteX5" fmla="*/ 2987 w 479237"/>
                <a:gd name="connsiteY5" fmla="*/ 1828800 h 1828800"/>
                <a:gd name="connsiteX0" fmla="*/ 2987 w 479237"/>
                <a:gd name="connsiteY0" fmla="*/ 1828800 h 1828800"/>
                <a:gd name="connsiteX1" fmla="*/ 28387 w 479237"/>
                <a:gd name="connsiteY1" fmla="*/ 0 h 1828800"/>
                <a:gd name="connsiteX2" fmla="*/ 364937 w 479237"/>
                <a:gd name="connsiteY2" fmla="*/ 234950 h 1828800"/>
                <a:gd name="connsiteX3" fmla="*/ 403037 w 479237"/>
                <a:gd name="connsiteY3" fmla="*/ 596900 h 1828800"/>
                <a:gd name="connsiteX4" fmla="*/ 479237 w 479237"/>
                <a:gd name="connsiteY4" fmla="*/ 1422400 h 1828800"/>
                <a:gd name="connsiteX5" fmla="*/ 2987 w 479237"/>
                <a:gd name="connsiteY5" fmla="*/ 1828800 h 1828800"/>
                <a:gd name="connsiteX0" fmla="*/ 2987 w 646837"/>
                <a:gd name="connsiteY0" fmla="*/ 1828800 h 1828800"/>
                <a:gd name="connsiteX1" fmla="*/ 28387 w 646837"/>
                <a:gd name="connsiteY1" fmla="*/ 0 h 1828800"/>
                <a:gd name="connsiteX2" fmla="*/ 364937 w 646837"/>
                <a:gd name="connsiteY2" fmla="*/ 234950 h 1828800"/>
                <a:gd name="connsiteX3" fmla="*/ 403037 w 646837"/>
                <a:gd name="connsiteY3" fmla="*/ 596900 h 1828800"/>
                <a:gd name="connsiteX4" fmla="*/ 479237 w 646837"/>
                <a:gd name="connsiteY4" fmla="*/ 1422400 h 1828800"/>
                <a:gd name="connsiteX5" fmla="*/ 2987 w 646837"/>
                <a:gd name="connsiteY5" fmla="*/ 1828800 h 1828800"/>
                <a:gd name="connsiteX0" fmla="*/ 2987 w 672945"/>
                <a:gd name="connsiteY0" fmla="*/ 1828800 h 1828800"/>
                <a:gd name="connsiteX1" fmla="*/ 28387 w 672945"/>
                <a:gd name="connsiteY1" fmla="*/ 0 h 1828800"/>
                <a:gd name="connsiteX2" fmla="*/ 364937 w 672945"/>
                <a:gd name="connsiteY2" fmla="*/ 234950 h 1828800"/>
                <a:gd name="connsiteX3" fmla="*/ 403037 w 672945"/>
                <a:gd name="connsiteY3" fmla="*/ 596900 h 1828800"/>
                <a:gd name="connsiteX4" fmla="*/ 479237 w 672945"/>
                <a:gd name="connsiteY4" fmla="*/ 1422400 h 1828800"/>
                <a:gd name="connsiteX5" fmla="*/ 2987 w 672945"/>
                <a:gd name="connsiteY5" fmla="*/ 1828800 h 1828800"/>
                <a:gd name="connsiteX0" fmla="*/ 25400 w 669958"/>
                <a:gd name="connsiteY0" fmla="*/ 0 h 1828800"/>
                <a:gd name="connsiteX1" fmla="*/ 361950 w 669958"/>
                <a:gd name="connsiteY1" fmla="*/ 234950 h 1828800"/>
                <a:gd name="connsiteX2" fmla="*/ 400050 w 669958"/>
                <a:gd name="connsiteY2" fmla="*/ 596900 h 1828800"/>
                <a:gd name="connsiteX3" fmla="*/ 476250 w 669958"/>
                <a:gd name="connsiteY3" fmla="*/ 1422400 h 1828800"/>
                <a:gd name="connsiteX4" fmla="*/ 0 w 669958"/>
                <a:gd name="connsiteY4" fmla="*/ 1828800 h 1828800"/>
                <a:gd name="connsiteX5" fmla="*/ 116840 w 669958"/>
                <a:gd name="connsiteY5" fmla="*/ 91440 h 1828800"/>
                <a:gd name="connsiteX0" fmla="*/ 25400 w 669958"/>
                <a:gd name="connsiteY0" fmla="*/ 0 h 1828800"/>
                <a:gd name="connsiteX1" fmla="*/ 361950 w 669958"/>
                <a:gd name="connsiteY1" fmla="*/ 234950 h 1828800"/>
                <a:gd name="connsiteX2" fmla="*/ 400050 w 669958"/>
                <a:gd name="connsiteY2" fmla="*/ 596900 h 1828800"/>
                <a:gd name="connsiteX3" fmla="*/ 476250 w 669958"/>
                <a:gd name="connsiteY3" fmla="*/ 1422400 h 1828800"/>
                <a:gd name="connsiteX4" fmla="*/ 0 w 669958"/>
                <a:gd name="connsiteY4" fmla="*/ 182880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9958" h="1828800">
                  <a:moveTo>
                    <a:pt x="25400" y="0"/>
                  </a:moveTo>
                  <a:cubicBezTo>
                    <a:pt x="270933" y="59267"/>
                    <a:pt x="249767" y="156633"/>
                    <a:pt x="361950" y="234950"/>
                  </a:cubicBezTo>
                  <a:lnTo>
                    <a:pt x="400050" y="596900"/>
                  </a:lnTo>
                  <a:cubicBezTo>
                    <a:pt x="546100" y="662517"/>
                    <a:pt x="882650" y="1026583"/>
                    <a:pt x="476250" y="1422400"/>
                  </a:cubicBezTo>
                  <a:cubicBezTo>
                    <a:pt x="266700" y="1773767"/>
                    <a:pt x="139700" y="1801283"/>
                    <a:pt x="0" y="1828800"/>
                  </a:cubicBezTo>
                </a:path>
              </a:pathLst>
            </a:cu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4">
              <a:extLst>
                <a:ext uri="{FF2B5EF4-FFF2-40B4-BE49-F238E27FC236}">
                  <a16:creationId xmlns:a16="http://schemas.microsoft.com/office/drawing/2014/main" id="{6D038A95-83C5-2C36-E958-0DE7ADCE39CD}"/>
                </a:ext>
              </a:extLst>
            </p:cNvPr>
            <p:cNvSpPr/>
            <p:nvPr/>
          </p:nvSpPr>
          <p:spPr>
            <a:xfrm rot="19153316" flipH="1">
              <a:off x="3997090" y="3475020"/>
              <a:ext cx="407437" cy="1191018"/>
            </a:xfrm>
            <a:custGeom>
              <a:avLst/>
              <a:gdLst>
                <a:gd name="connsiteX0" fmla="*/ 0 w 279400"/>
                <a:gd name="connsiteY0" fmla="*/ 0 h 457200"/>
                <a:gd name="connsiteX1" fmla="*/ 279400 w 279400"/>
                <a:gd name="connsiteY1" fmla="*/ 0 h 457200"/>
                <a:gd name="connsiteX2" fmla="*/ 279400 w 279400"/>
                <a:gd name="connsiteY2" fmla="*/ 457200 h 457200"/>
                <a:gd name="connsiteX3" fmla="*/ 0 w 279400"/>
                <a:gd name="connsiteY3" fmla="*/ 457200 h 457200"/>
                <a:gd name="connsiteX4" fmla="*/ 0 w 279400"/>
                <a:gd name="connsiteY4" fmla="*/ 0 h 457200"/>
                <a:gd name="connsiteX0" fmla="*/ 0 w 298450"/>
                <a:gd name="connsiteY0" fmla="*/ 254000 h 711200"/>
                <a:gd name="connsiteX1" fmla="*/ 298450 w 298450"/>
                <a:gd name="connsiteY1" fmla="*/ 0 h 711200"/>
                <a:gd name="connsiteX2" fmla="*/ 279400 w 298450"/>
                <a:gd name="connsiteY2" fmla="*/ 711200 h 711200"/>
                <a:gd name="connsiteX3" fmla="*/ 0 w 298450"/>
                <a:gd name="connsiteY3" fmla="*/ 711200 h 711200"/>
                <a:gd name="connsiteX4" fmla="*/ 0 w 298450"/>
                <a:gd name="connsiteY4" fmla="*/ 254000 h 711200"/>
                <a:gd name="connsiteX0" fmla="*/ 0 w 336550"/>
                <a:gd name="connsiteY0" fmla="*/ 254000 h 711200"/>
                <a:gd name="connsiteX1" fmla="*/ 298450 w 336550"/>
                <a:gd name="connsiteY1" fmla="*/ 0 h 711200"/>
                <a:gd name="connsiteX2" fmla="*/ 336550 w 336550"/>
                <a:gd name="connsiteY2" fmla="*/ 361950 h 711200"/>
                <a:gd name="connsiteX3" fmla="*/ 0 w 336550"/>
                <a:gd name="connsiteY3" fmla="*/ 711200 h 711200"/>
                <a:gd name="connsiteX4" fmla="*/ 0 w 336550"/>
                <a:gd name="connsiteY4" fmla="*/ 254000 h 711200"/>
                <a:gd name="connsiteX0" fmla="*/ 0 w 412750"/>
                <a:gd name="connsiteY0" fmla="*/ 254000 h 1187450"/>
                <a:gd name="connsiteX1" fmla="*/ 298450 w 412750"/>
                <a:gd name="connsiteY1" fmla="*/ 0 h 1187450"/>
                <a:gd name="connsiteX2" fmla="*/ 336550 w 412750"/>
                <a:gd name="connsiteY2" fmla="*/ 361950 h 1187450"/>
                <a:gd name="connsiteX3" fmla="*/ 412750 w 412750"/>
                <a:gd name="connsiteY3" fmla="*/ 1187450 h 1187450"/>
                <a:gd name="connsiteX4" fmla="*/ 0 w 412750"/>
                <a:gd name="connsiteY4" fmla="*/ 254000 h 1187450"/>
                <a:gd name="connsiteX0" fmla="*/ 0 w 476250"/>
                <a:gd name="connsiteY0" fmla="*/ 1593850 h 1593850"/>
                <a:gd name="connsiteX1" fmla="*/ 361950 w 476250"/>
                <a:gd name="connsiteY1" fmla="*/ 0 h 1593850"/>
                <a:gd name="connsiteX2" fmla="*/ 400050 w 476250"/>
                <a:gd name="connsiteY2" fmla="*/ 361950 h 1593850"/>
                <a:gd name="connsiteX3" fmla="*/ 476250 w 476250"/>
                <a:gd name="connsiteY3" fmla="*/ 1187450 h 1593850"/>
                <a:gd name="connsiteX4" fmla="*/ 0 w 476250"/>
                <a:gd name="connsiteY4" fmla="*/ 1593850 h 1593850"/>
                <a:gd name="connsiteX0" fmla="*/ 2987 w 479237"/>
                <a:gd name="connsiteY0" fmla="*/ 1828800 h 1828800"/>
                <a:gd name="connsiteX1" fmla="*/ 28387 w 479237"/>
                <a:gd name="connsiteY1" fmla="*/ 0 h 1828800"/>
                <a:gd name="connsiteX2" fmla="*/ 364937 w 479237"/>
                <a:gd name="connsiteY2" fmla="*/ 234950 h 1828800"/>
                <a:gd name="connsiteX3" fmla="*/ 403037 w 479237"/>
                <a:gd name="connsiteY3" fmla="*/ 596900 h 1828800"/>
                <a:gd name="connsiteX4" fmla="*/ 479237 w 479237"/>
                <a:gd name="connsiteY4" fmla="*/ 1422400 h 1828800"/>
                <a:gd name="connsiteX5" fmla="*/ 2987 w 479237"/>
                <a:gd name="connsiteY5" fmla="*/ 1828800 h 1828800"/>
                <a:gd name="connsiteX0" fmla="*/ 2987 w 479237"/>
                <a:gd name="connsiteY0" fmla="*/ 1828800 h 1828800"/>
                <a:gd name="connsiteX1" fmla="*/ 28387 w 479237"/>
                <a:gd name="connsiteY1" fmla="*/ 0 h 1828800"/>
                <a:gd name="connsiteX2" fmla="*/ 364937 w 479237"/>
                <a:gd name="connsiteY2" fmla="*/ 234950 h 1828800"/>
                <a:gd name="connsiteX3" fmla="*/ 403037 w 479237"/>
                <a:gd name="connsiteY3" fmla="*/ 596900 h 1828800"/>
                <a:gd name="connsiteX4" fmla="*/ 479237 w 479237"/>
                <a:gd name="connsiteY4" fmla="*/ 1422400 h 1828800"/>
                <a:gd name="connsiteX5" fmla="*/ 2987 w 479237"/>
                <a:gd name="connsiteY5" fmla="*/ 1828800 h 1828800"/>
                <a:gd name="connsiteX0" fmla="*/ 2987 w 479237"/>
                <a:gd name="connsiteY0" fmla="*/ 1828800 h 1828800"/>
                <a:gd name="connsiteX1" fmla="*/ 28387 w 479237"/>
                <a:gd name="connsiteY1" fmla="*/ 0 h 1828800"/>
                <a:gd name="connsiteX2" fmla="*/ 364937 w 479237"/>
                <a:gd name="connsiteY2" fmla="*/ 234950 h 1828800"/>
                <a:gd name="connsiteX3" fmla="*/ 403037 w 479237"/>
                <a:gd name="connsiteY3" fmla="*/ 596900 h 1828800"/>
                <a:gd name="connsiteX4" fmla="*/ 479237 w 479237"/>
                <a:gd name="connsiteY4" fmla="*/ 1422400 h 1828800"/>
                <a:gd name="connsiteX5" fmla="*/ 2987 w 479237"/>
                <a:gd name="connsiteY5" fmla="*/ 1828800 h 1828800"/>
                <a:gd name="connsiteX0" fmla="*/ 2987 w 479237"/>
                <a:gd name="connsiteY0" fmla="*/ 1828800 h 1828800"/>
                <a:gd name="connsiteX1" fmla="*/ 28387 w 479237"/>
                <a:gd name="connsiteY1" fmla="*/ 0 h 1828800"/>
                <a:gd name="connsiteX2" fmla="*/ 364937 w 479237"/>
                <a:gd name="connsiteY2" fmla="*/ 234950 h 1828800"/>
                <a:gd name="connsiteX3" fmla="*/ 403037 w 479237"/>
                <a:gd name="connsiteY3" fmla="*/ 596900 h 1828800"/>
                <a:gd name="connsiteX4" fmla="*/ 479237 w 479237"/>
                <a:gd name="connsiteY4" fmla="*/ 1422400 h 1828800"/>
                <a:gd name="connsiteX5" fmla="*/ 2987 w 479237"/>
                <a:gd name="connsiteY5" fmla="*/ 1828800 h 1828800"/>
                <a:gd name="connsiteX0" fmla="*/ 2987 w 646837"/>
                <a:gd name="connsiteY0" fmla="*/ 1828800 h 1828800"/>
                <a:gd name="connsiteX1" fmla="*/ 28387 w 646837"/>
                <a:gd name="connsiteY1" fmla="*/ 0 h 1828800"/>
                <a:gd name="connsiteX2" fmla="*/ 364937 w 646837"/>
                <a:gd name="connsiteY2" fmla="*/ 234950 h 1828800"/>
                <a:gd name="connsiteX3" fmla="*/ 403037 w 646837"/>
                <a:gd name="connsiteY3" fmla="*/ 596900 h 1828800"/>
                <a:gd name="connsiteX4" fmla="*/ 479237 w 646837"/>
                <a:gd name="connsiteY4" fmla="*/ 1422400 h 1828800"/>
                <a:gd name="connsiteX5" fmla="*/ 2987 w 646837"/>
                <a:gd name="connsiteY5" fmla="*/ 1828800 h 1828800"/>
                <a:gd name="connsiteX0" fmla="*/ 2987 w 672945"/>
                <a:gd name="connsiteY0" fmla="*/ 1828800 h 1828800"/>
                <a:gd name="connsiteX1" fmla="*/ 28387 w 672945"/>
                <a:gd name="connsiteY1" fmla="*/ 0 h 1828800"/>
                <a:gd name="connsiteX2" fmla="*/ 364937 w 672945"/>
                <a:gd name="connsiteY2" fmla="*/ 234950 h 1828800"/>
                <a:gd name="connsiteX3" fmla="*/ 403037 w 672945"/>
                <a:gd name="connsiteY3" fmla="*/ 596900 h 1828800"/>
                <a:gd name="connsiteX4" fmla="*/ 479237 w 672945"/>
                <a:gd name="connsiteY4" fmla="*/ 1422400 h 1828800"/>
                <a:gd name="connsiteX5" fmla="*/ 2987 w 672945"/>
                <a:gd name="connsiteY5" fmla="*/ 1828800 h 1828800"/>
                <a:gd name="connsiteX0" fmla="*/ 25400 w 669958"/>
                <a:gd name="connsiteY0" fmla="*/ 0 h 1828800"/>
                <a:gd name="connsiteX1" fmla="*/ 361950 w 669958"/>
                <a:gd name="connsiteY1" fmla="*/ 234950 h 1828800"/>
                <a:gd name="connsiteX2" fmla="*/ 400050 w 669958"/>
                <a:gd name="connsiteY2" fmla="*/ 596900 h 1828800"/>
                <a:gd name="connsiteX3" fmla="*/ 476250 w 669958"/>
                <a:gd name="connsiteY3" fmla="*/ 1422400 h 1828800"/>
                <a:gd name="connsiteX4" fmla="*/ 0 w 669958"/>
                <a:gd name="connsiteY4" fmla="*/ 1828800 h 1828800"/>
                <a:gd name="connsiteX5" fmla="*/ 116840 w 669958"/>
                <a:gd name="connsiteY5" fmla="*/ 91440 h 1828800"/>
                <a:gd name="connsiteX0" fmla="*/ 25400 w 669958"/>
                <a:gd name="connsiteY0" fmla="*/ 0 h 1828800"/>
                <a:gd name="connsiteX1" fmla="*/ 361950 w 669958"/>
                <a:gd name="connsiteY1" fmla="*/ 234950 h 1828800"/>
                <a:gd name="connsiteX2" fmla="*/ 400050 w 669958"/>
                <a:gd name="connsiteY2" fmla="*/ 596900 h 1828800"/>
                <a:gd name="connsiteX3" fmla="*/ 476250 w 669958"/>
                <a:gd name="connsiteY3" fmla="*/ 1422400 h 1828800"/>
                <a:gd name="connsiteX4" fmla="*/ 0 w 669958"/>
                <a:gd name="connsiteY4" fmla="*/ 182880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9958" h="1828800">
                  <a:moveTo>
                    <a:pt x="25400" y="0"/>
                  </a:moveTo>
                  <a:cubicBezTo>
                    <a:pt x="270933" y="59267"/>
                    <a:pt x="249767" y="156633"/>
                    <a:pt x="361950" y="234950"/>
                  </a:cubicBezTo>
                  <a:lnTo>
                    <a:pt x="400050" y="596900"/>
                  </a:lnTo>
                  <a:cubicBezTo>
                    <a:pt x="546100" y="662517"/>
                    <a:pt x="882650" y="1026583"/>
                    <a:pt x="476250" y="1422400"/>
                  </a:cubicBezTo>
                  <a:cubicBezTo>
                    <a:pt x="266700" y="1773767"/>
                    <a:pt x="139700" y="1801283"/>
                    <a:pt x="0" y="1828800"/>
                  </a:cubicBezTo>
                </a:path>
              </a:pathLst>
            </a:cu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45336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C0E43C4-8D9C-AB91-1444-5FBBE650D6F9}"/>
              </a:ext>
            </a:extLst>
          </p:cNvPr>
          <p:cNvSpPr/>
          <p:nvPr/>
        </p:nvSpPr>
        <p:spPr>
          <a:xfrm>
            <a:off x="-2220685" y="4833257"/>
            <a:ext cx="1001485" cy="638629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A56BF0F-4753-DD8C-43D6-52A925E67785}"/>
              </a:ext>
            </a:extLst>
          </p:cNvPr>
          <p:cNvGrpSpPr/>
          <p:nvPr/>
        </p:nvGrpSpPr>
        <p:grpSpPr>
          <a:xfrm>
            <a:off x="1162235" y="764466"/>
            <a:ext cx="4464455" cy="4678391"/>
            <a:chOff x="2715263" y="1672310"/>
            <a:chExt cx="4464455" cy="4678391"/>
          </a:xfrm>
        </p:grpSpPr>
        <p:sp>
          <p:nvSpPr>
            <p:cNvPr id="11" name="Rectangle 2">
              <a:extLst>
                <a:ext uri="{FF2B5EF4-FFF2-40B4-BE49-F238E27FC236}">
                  <a16:creationId xmlns:a16="http://schemas.microsoft.com/office/drawing/2014/main" id="{8FB68419-C575-75A3-4F87-815153600C0A}"/>
                </a:ext>
              </a:extLst>
            </p:cNvPr>
            <p:cNvSpPr/>
            <p:nvPr/>
          </p:nvSpPr>
          <p:spPr>
            <a:xfrm rot="2375296">
              <a:off x="4090115" y="1672310"/>
              <a:ext cx="2571062" cy="2276248"/>
            </a:xfrm>
            <a:custGeom>
              <a:avLst/>
              <a:gdLst>
                <a:gd name="connsiteX0" fmla="*/ 0 w 1001485"/>
                <a:gd name="connsiteY0" fmla="*/ 0 h 638629"/>
                <a:gd name="connsiteX1" fmla="*/ 1001485 w 1001485"/>
                <a:gd name="connsiteY1" fmla="*/ 0 h 638629"/>
                <a:gd name="connsiteX2" fmla="*/ 1001485 w 1001485"/>
                <a:gd name="connsiteY2" fmla="*/ 638629 h 638629"/>
                <a:gd name="connsiteX3" fmla="*/ 0 w 1001485"/>
                <a:gd name="connsiteY3" fmla="*/ 638629 h 638629"/>
                <a:gd name="connsiteX4" fmla="*/ 0 w 1001485"/>
                <a:gd name="connsiteY4" fmla="*/ 0 h 638629"/>
                <a:gd name="connsiteX0" fmla="*/ 246743 w 1248228"/>
                <a:gd name="connsiteY0" fmla="*/ 0 h 914401"/>
                <a:gd name="connsiteX1" fmla="*/ 1248228 w 1248228"/>
                <a:gd name="connsiteY1" fmla="*/ 0 h 914401"/>
                <a:gd name="connsiteX2" fmla="*/ 1248228 w 1248228"/>
                <a:gd name="connsiteY2" fmla="*/ 638629 h 914401"/>
                <a:gd name="connsiteX3" fmla="*/ 0 w 1248228"/>
                <a:gd name="connsiteY3" fmla="*/ 914401 h 914401"/>
                <a:gd name="connsiteX4" fmla="*/ 246743 w 1248228"/>
                <a:gd name="connsiteY4" fmla="*/ 0 h 914401"/>
                <a:gd name="connsiteX0" fmla="*/ 457977 w 1459462"/>
                <a:gd name="connsiteY0" fmla="*/ 43543 h 957944"/>
                <a:gd name="connsiteX1" fmla="*/ 1459462 w 1459462"/>
                <a:gd name="connsiteY1" fmla="*/ 43543 h 957944"/>
                <a:gd name="connsiteX2" fmla="*/ 1459462 w 1459462"/>
                <a:gd name="connsiteY2" fmla="*/ 682172 h 957944"/>
                <a:gd name="connsiteX3" fmla="*/ 211234 w 1459462"/>
                <a:gd name="connsiteY3" fmla="*/ 957944 h 957944"/>
                <a:gd name="connsiteX4" fmla="*/ 8034 w 1459462"/>
                <a:gd name="connsiteY4" fmla="*/ 0 h 957944"/>
                <a:gd name="connsiteX5" fmla="*/ 457977 w 1459462"/>
                <a:gd name="connsiteY5" fmla="*/ 43543 h 957944"/>
                <a:gd name="connsiteX0" fmla="*/ 516034 w 1459462"/>
                <a:gd name="connsiteY0" fmla="*/ 0 h 1915887"/>
                <a:gd name="connsiteX1" fmla="*/ 1459462 w 1459462"/>
                <a:gd name="connsiteY1" fmla="*/ 1001486 h 1915887"/>
                <a:gd name="connsiteX2" fmla="*/ 1459462 w 1459462"/>
                <a:gd name="connsiteY2" fmla="*/ 1640115 h 1915887"/>
                <a:gd name="connsiteX3" fmla="*/ 211234 w 1459462"/>
                <a:gd name="connsiteY3" fmla="*/ 1915887 h 1915887"/>
                <a:gd name="connsiteX4" fmla="*/ 8034 w 1459462"/>
                <a:gd name="connsiteY4" fmla="*/ 957943 h 1915887"/>
                <a:gd name="connsiteX5" fmla="*/ 516034 w 1459462"/>
                <a:gd name="connsiteY5" fmla="*/ 0 h 1915887"/>
                <a:gd name="connsiteX0" fmla="*/ 516034 w 1488491"/>
                <a:gd name="connsiteY0" fmla="*/ 153248 h 2069135"/>
                <a:gd name="connsiteX1" fmla="*/ 1488491 w 1488491"/>
                <a:gd name="connsiteY1" fmla="*/ 37135 h 2069135"/>
                <a:gd name="connsiteX2" fmla="*/ 1459462 w 1488491"/>
                <a:gd name="connsiteY2" fmla="*/ 1154734 h 2069135"/>
                <a:gd name="connsiteX3" fmla="*/ 1459462 w 1488491"/>
                <a:gd name="connsiteY3" fmla="*/ 1793363 h 2069135"/>
                <a:gd name="connsiteX4" fmla="*/ 211234 w 1488491"/>
                <a:gd name="connsiteY4" fmla="*/ 2069135 h 2069135"/>
                <a:gd name="connsiteX5" fmla="*/ 8034 w 1488491"/>
                <a:gd name="connsiteY5" fmla="*/ 1111191 h 2069135"/>
                <a:gd name="connsiteX6" fmla="*/ 516034 w 1488491"/>
                <a:gd name="connsiteY6" fmla="*/ 153248 h 2069135"/>
                <a:gd name="connsiteX0" fmla="*/ 516034 w 2069062"/>
                <a:gd name="connsiteY0" fmla="*/ 153248 h 2069135"/>
                <a:gd name="connsiteX1" fmla="*/ 1488491 w 2069062"/>
                <a:gd name="connsiteY1" fmla="*/ 37135 h 2069135"/>
                <a:gd name="connsiteX2" fmla="*/ 2069062 w 2069062"/>
                <a:gd name="connsiteY2" fmla="*/ 603191 h 2069135"/>
                <a:gd name="connsiteX3" fmla="*/ 1459462 w 2069062"/>
                <a:gd name="connsiteY3" fmla="*/ 1793363 h 2069135"/>
                <a:gd name="connsiteX4" fmla="*/ 211234 w 2069062"/>
                <a:gd name="connsiteY4" fmla="*/ 2069135 h 2069135"/>
                <a:gd name="connsiteX5" fmla="*/ 8034 w 2069062"/>
                <a:gd name="connsiteY5" fmla="*/ 1111191 h 2069135"/>
                <a:gd name="connsiteX6" fmla="*/ 516034 w 2069062"/>
                <a:gd name="connsiteY6" fmla="*/ 153248 h 2069135"/>
                <a:gd name="connsiteX0" fmla="*/ 516034 w 2195583"/>
                <a:gd name="connsiteY0" fmla="*/ 153248 h 2069135"/>
                <a:gd name="connsiteX1" fmla="*/ 1488491 w 2195583"/>
                <a:gd name="connsiteY1" fmla="*/ 37135 h 2069135"/>
                <a:gd name="connsiteX2" fmla="*/ 2069062 w 2195583"/>
                <a:gd name="connsiteY2" fmla="*/ 603191 h 2069135"/>
                <a:gd name="connsiteX3" fmla="*/ 2170661 w 2195583"/>
                <a:gd name="connsiteY3" fmla="*/ 1415992 h 2069135"/>
                <a:gd name="connsiteX4" fmla="*/ 1459462 w 2195583"/>
                <a:gd name="connsiteY4" fmla="*/ 1793363 h 2069135"/>
                <a:gd name="connsiteX5" fmla="*/ 211234 w 2195583"/>
                <a:gd name="connsiteY5" fmla="*/ 2069135 h 2069135"/>
                <a:gd name="connsiteX6" fmla="*/ 8034 w 2195583"/>
                <a:gd name="connsiteY6" fmla="*/ 1111191 h 2069135"/>
                <a:gd name="connsiteX7" fmla="*/ 516034 w 2195583"/>
                <a:gd name="connsiteY7" fmla="*/ 153248 h 2069135"/>
                <a:gd name="connsiteX0" fmla="*/ 516034 w 2195583"/>
                <a:gd name="connsiteY0" fmla="*/ 153248 h 2359420"/>
                <a:gd name="connsiteX1" fmla="*/ 1488491 w 2195583"/>
                <a:gd name="connsiteY1" fmla="*/ 37135 h 2359420"/>
                <a:gd name="connsiteX2" fmla="*/ 2069062 w 2195583"/>
                <a:gd name="connsiteY2" fmla="*/ 603191 h 2359420"/>
                <a:gd name="connsiteX3" fmla="*/ 2170661 w 2195583"/>
                <a:gd name="connsiteY3" fmla="*/ 1415992 h 2359420"/>
                <a:gd name="connsiteX4" fmla="*/ 1227233 w 2195583"/>
                <a:gd name="connsiteY4" fmla="*/ 2359420 h 2359420"/>
                <a:gd name="connsiteX5" fmla="*/ 211234 w 2195583"/>
                <a:gd name="connsiteY5" fmla="*/ 2069135 h 2359420"/>
                <a:gd name="connsiteX6" fmla="*/ 8034 w 2195583"/>
                <a:gd name="connsiteY6" fmla="*/ 1111191 h 2359420"/>
                <a:gd name="connsiteX7" fmla="*/ 516034 w 2195583"/>
                <a:gd name="connsiteY7" fmla="*/ 153248 h 2359420"/>
                <a:gd name="connsiteX0" fmla="*/ 801193 w 2480742"/>
                <a:gd name="connsiteY0" fmla="*/ 153248 h 2359420"/>
                <a:gd name="connsiteX1" fmla="*/ 1773650 w 2480742"/>
                <a:gd name="connsiteY1" fmla="*/ 37135 h 2359420"/>
                <a:gd name="connsiteX2" fmla="*/ 2354221 w 2480742"/>
                <a:gd name="connsiteY2" fmla="*/ 603191 h 2359420"/>
                <a:gd name="connsiteX3" fmla="*/ 2455820 w 2480742"/>
                <a:gd name="connsiteY3" fmla="*/ 1415992 h 2359420"/>
                <a:gd name="connsiteX4" fmla="*/ 1512392 w 2480742"/>
                <a:gd name="connsiteY4" fmla="*/ 2359420 h 2359420"/>
                <a:gd name="connsiteX5" fmla="*/ 496393 w 2480742"/>
                <a:gd name="connsiteY5" fmla="*/ 2069135 h 2359420"/>
                <a:gd name="connsiteX6" fmla="*/ 293193 w 2480742"/>
                <a:gd name="connsiteY6" fmla="*/ 1111191 h 2359420"/>
                <a:gd name="connsiteX7" fmla="*/ 801193 w 2480742"/>
                <a:gd name="connsiteY7" fmla="*/ 153248 h 2359420"/>
                <a:gd name="connsiteX0" fmla="*/ 751841 w 2431390"/>
                <a:gd name="connsiteY0" fmla="*/ 153248 h 2359420"/>
                <a:gd name="connsiteX1" fmla="*/ 1724298 w 2431390"/>
                <a:gd name="connsiteY1" fmla="*/ 37135 h 2359420"/>
                <a:gd name="connsiteX2" fmla="*/ 2304869 w 2431390"/>
                <a:gd name="connsiteY2" fmla="*/ 603191 h 2359420"/>
                <a:gd name="connsiteX3" fmla="*/ 2406468 w 2431390"/>
                <a:gd name="connsiteY3" fmla="*/ 1415992 h 2359420"/>
                <a:gd name="connsiteX4" fmla="*/ 1463040 w 2431390"/>
                <a:gd name="connsiteY4" fmla="*/ 2359420 h 2359420"/>
                <a:gd name="connsiteX5" fmla="*/ 447041 w 2431390"/>
                <a:gd name="connsiteY5" fmla="*/ 2069135 h 2359420"/>
                <a:gd name="connsiteX6" fmla="*/ 243841 w 2431390"/>
                <a:gd name="connsiteY6" fmla="*/ 1111191 h 2359420"/>
                <a:gd name="connsiteX7" fmla="*/ 751841 w 2431390"/>
                <a:gd name="connsiteY7" fmla="*/ 153248 h 2359420"/>
                <a:gd name="connsiteX0" fmla="*/ 751841 w 2431390"/>
                <a:gd name="connsiteY0" fmla="*/ 153248 h 2359420"/>
                <a:gd name="connsiteX1" fmla="*/ 1724298 w 2431390"/>
                <a:gd name="connsiteY1" fmla="*/ 37135 h 2359420"/>
                <a:gd name="connsiteX2" fmla="*/ 2304869 w 2431390"/>
                <a:gd name="connsiteY2" fmla="*/ 603191 h 2359420"/>
                <a:gd name="connsiteX3" fmla="*/ 2406468 w 2431390"/>
                <a:gd name="connsiteY3" fmla="*/ 1415992 h 2359420"/>
                <a:gd name="connsiteX4" fmla="*/ 1463040 w 2431390"/>
                <a:gd name="connsiteY4" fmla="*/ 2359420 h 2359420"/>
                <a:gd name="connsiteX5" fmla="*/ 447041 w 2431390"/>
                <a:gd name="connsiteY5" fmla="*/ 2069135 h 2359420"/>
                <a:gd name="connsiteX6" fmla="*/ 243841 w 2431390"/>
                <a:gd name="connsiteY6" fmla="*/ 1111191 h 2359420"/>
                <a:gd name="connsiteX7" fmla="*/ 751841 w 2431390"/>
                <a:gd name="connsiteY7" fmla="*/ 153248 h 2359420"/>
                <a:gd name="connsiteX0" fmla="*/ 751841 w 2431390"/>
                <a:gd name="connsiteY0" fmla="*/ 335920 h 2542092"/>
                <a:gd name="connsiteX1" fmla="*/ 1724298 w 2431390"/>
                <a:gd name="connsiteY1" fmla="*/ 219807 h 2542092"/>
                <a:gd name="connsiteX2" fmla="*/ 2304869 w 2431390"/>
                <a:gd name="connsiteY2" fmla="*/ 785863 h 2542092"/>
                <a:gd name="connsiteX3" fmla="*/ 2406468 w 2431390"/>
                <a:gd name="connsiteY3" fmla="*/ 1598664 h 2542092"/>
                <a:gd name="connsiteX4" fmla="*/ 1463040 w 2431390"/>
                <a:gd name="connsiteY4" fmla="*/ 2542092 h 2542092"/>
                <a:gd name="connsiteX5" fmla="*/ 447041 w 2431390"/>
                <a:gd name="connsiteY5" fmla="*/ 2251807 h 2542092"/>
                <a:gd name="connsiteX6" fmla="*/ 243841 w 2431390"/>
                <a:gd name="connsiteY6" fmla="*/ 1293863 h 2542092"/>
                <a:gd name="connsiteX7" fmla="*/ 751841 w 2431390"/>
                <a:gd name="connsiteY7" fmla="*/ 335920 h 2542092"/>
                <a:gd name="connsiteX0" fmla="*/ 751841 w 2431390"/>
                <a:gd name="connsiteY0" fmla="*/ 335920 h 2542092"/>
                <a:gd name="connsiteX1" fmla="*/ 1724298 w 2431390"/>
                <a:gd name="connsiteY1" fmla="*/ 219807 h 2542092"/>
                <a:gd name="connsiteX2" fmla="*/ 2304869 w 2431390"/>
                <a:gd name="connsiteY2" fmla="*/ 785863 h 2542092"/>
                <a:gd name="connsiteX3" fmla="*/ 2406468 w 2431390"/>
                <a:gd name="connsiteY3" fmla="*/ 1598664 h 2542092"/>
                <a:gd name="connsiteX4" fmla="*/ 1463040 w 2431390"/>
                <a:gd name="connsiteY4" fmla="*/ 2542092 h 2542092"/>
                <a:gd name="connsiteX5" fmla="*/ 447041 w 2431390"/>
                <a:gd name="connsiteY5" fmla="*/ 2251807 h 2542092"/>
                <a:gd name="connsiteX6" fmla="*/ 243841 w 2431390"/>
                <a:gd name="connsiteY6" fmla="*/ 1293863 h 2542092"/>
                <a:gd name="connsiteX7" fmla="*/ 751841 w 2431390"/>
                <a:gd name="connsiteY7" fmla="*/ 335920 h 2542092"/>
                <a:gd name="connsiteX0" fmla="*/ 751841 w 2431390"/>
                <a:gd name="connsiteY0" fmla="*/ 335920 h 2542092"/>
                <a:gd name="connsiteX1" fmla="*/ 1724298 w 2431390"/>
                <a:gd name="connsiteY1" fmla="*/ 219807 h 2542092"/>
                <a:gd name="connsiteX2" fmla="*/ 2304869 w 2431390"/>
                <a:gd name="connsiteY2" fmla="*/ 785863 h 2542092"/>
                <a:gd name="connsiteX3" fmla="*/ 2406468 w 2431390"/>
                <a:gd name="connsiteY3" fmla="*/ 1598664 h 2542092"/>
                <a:gd name="connsiteX4" fmla="*/ 1463040 w 2431390"/>
                <a:gd name="connsiteY4" fmla="*/ 2542092 h 2542092"/>
                <a:gd name="connsiteX5" fmla="*/ 447041 w 2431390"/>
                <a:gd name="connsiteY5" fmla="*/ 2251807 h 2542092"/>
                <a:gd name="connsiteX6" fmla="*/ 243841 w 2431390"/>
                <a:gd name="connsiteY6" fmla="*/ 1293863 h 2542092"/>
                <a:gd name="connsiteX7" fmla="*/ 751841 w 2431390"/>
                <a:gd name="connsiteY7" fmla="*/ 335920 h 2542092"/>
                <a:gd name="connsiteX0" fmla="*/ 751841 w 2643407"/>
                <a:gd name="connsiteY0" fmla="*/ 335920 h 2542092"/>
                <a:gd name="connsiteX1" fmla="*/ 1724298 w 2643407"/>
                <a:gd name="connsiteY1" fmla="*/ 219807 h 2542092"/>
                <a:gd name="connsiteX2" fmla="*/ 2304869 w 2643407"/>
                <a:gd name="connsiteY2" fmla="*/ 785863 h 2542092"/>
                <a:gd name="connsiteX3" fmla="*/ 2406468 w 2643407"/>
                <a:gd name="connsiteY3" fmla="*/ 1598664 h 2542092"/>
                <a:gd name="connsiteX4" fmla="*/ 1463040 w 2643407"/>
                <a:gd name="connsiteY4" fmla="*/ 2542092 h 2542092"/>
                <a:gd name="connsiteX5" fmla="*/ 447041 w 2643407"/>
                <a:gd name="connsiteY5" fmla="*/ 2251807 h 2542092"/>
                <a:gd name="connsiteX6" fmla="*/ 243841 w 2643407"/>
                <a:gd name="connsiteY6" fmla="*/ 1293863 h 2542092"/>
                <a:gd name="connsiteX7" fmla="*/ 751841 w 2643407"/>
                <a:gd name="connsiteY7" fmla="*/ 335920 h 2542092"/>
                <a:gd name="connsiteX0" fmla="*/ 751841 w 2643407"/>
                <a:gd name="connsiteY0" fmla="*/ 335920 h 2545648"/>
                <a:gd name="connsiteX1" fmla="*/ 1724298 w 2643407"/>
                <a:gd name="connsiteY1" fmla="*/ 219807 h 2545648"/>
                <a:gd name="connsiteX2" fmla="*/ 2304869 w 2643407"/>
                <a:gd name="connsiteY2" fmla="*/ 785863 h 2545648"/>
                <a:gd name="connsiteX3" fmla="*/ 2406468 w 2643407"/>
                <a:gd name="connsiteY3" fmla="*/ 1598664 h 2545648"/>
                <a:gd name="connsiteX4" fmla="*/ 1463040 w 2643407"/>
                <a:gd name="connsiteY4" fmla="*/ 2542092 h 2545648"/>
                <a:gd name="connsiteX5" fmla="*/ 447041 w 2643407"/>
                <a:gd name="connsiteY5" fmla="*/ 2251807 h 2545648"/>
                <a:gd name="connsiteX6" fmla="*/ 243841 w 2643407"/>
                <a:gd name="connsiteY6" fmla="*/ 1293863 h 2545648"/>
                <a:gd name="connsiteX7" fmla="*/ 751841 w 2643407"/>
                <a:gd name="connsiteY7" fmla="*/ 335920 h 2545648"/>
                <a:gd name="connsiteX0" fmla="*/ 751841 w 2643407"/>
                <a:gd name="connsiteY0" fmla="*/ 335920 h 2545880"/>
                <a:gd name="connsiteX1" fmla="*/ 1724298 w 2643407"/>
                <a:gd name="connsiteY1" fmla="*/ 219807 h 2545880"/>
                <a:gd name="connsiteX2" fmla="*/ 2304869 w 2643407"/>
                <a:gd name="connsiteY2" fmla="*/ 785863 h 2545880"/>
                <a:gd name="connsiteX3" fmla="*/ 2406468 w 2643407"/>
                <a:gd name="connsiteY3" fmla="*/ 1598664 h 2545880"/>
                <a:gd name="connsiteX4" fmla="*/ 1463040 w 2643407"/>
                <a:gd name="connsiteY4" fmla="*/ 2542092 h 2545880"/>
                <a:gd name="connsiteX5" fmla="*/ 447041 w 2643407"/>
                <a:gd name="connsiteY5" fmla="*/ 2251807 h 2545880"/>
                <a:gd name="connsiteX6" fmla="*/ 243841 w 2643407"/>
                <a:gd name="connsiteY6" fmla="*/ 1293863 h 2545880"/>
                <a:gd name="connsiteX7" fmla="*/ 751841 w 2643407"/>
                <a:gd name="connsiteY7" fmla="*/ 335920 h 2545880"/>
                <a:gd name="connsiteX0" fmla="*/ 751841 w 2643407"/>
                <a:gd name="connsiteY0" fmla="*/ 335920 h 2543048"/>
                <a:gd name="connsiteX1" fmla="*/ 1724298 w 2643407"/>
                <a:gd name="connsiteY1" fmla="*/ 219807 h 2543048"/>
                <a:gd name="connsiteX2" fmla="*/ 2304869 w 2643407"/>
                <a:gd name="connsiteY2" fmla="*/ 785863 h 2543048"/>
                <a:gd name="connsiteX3" fmla="*/ 2406468 w 2643407"/>
                <a:gd name="connsiteY3" fmla="*/ 1598664 h 2543048"/>
                <a:gd name="connsiteX4" fmla="*/ 1463040 w 2643407"/>
                <a:gd name="connsiteY4" fmla="*/ 2542092 h 2543048"/>
                <a:gd name="connsiteX5" fmla="*/ 447041 w 2643407"/>
                <a:gd name="connsiteY5" fmla="*/ 2251807 h 2543048"/>
                <a:gd name="connsiteX6" fmla="*/ 243841 w 2643407"/>
                <a:gd name="connsiteY6" fmla="*/ 1293863 h 2543048"/>
                <a:gd name="connsiteX7" fmla="*/ 751841 w 2643407"/>
                <a:gd name="connsiteY7" fmla="*/ 335920 h 2543048"/>
                <a:gd name="connsiteX0" fmla="*/ 751841 w 2643407"/>
                <a:gd name="connsiteY0" fmla="*/ 335920 h 2543015"/>
                <a:gd name="connsiteX1" fmla="*/ 1724298 w 2643407"/>
                <a:gd name="connsiteY1" fmla="*/ 219807 h 2543015"/>
                <a:gd name="connsiteX2" fmla="*/ 2304869 w 2643407"/>
                <a:gd name="connsiteY2" fmla="*/ 785863 h 2543015"/>
                <a:gd name="connsiteX3" fmla="*/ 2406468 w 2643407"/>
                <a:gd name="connsiteY3" fmla="*/ 1598664 h 2543015"/>
                <a:gd name="connsiteX4" fmla="*/ 1463040 w 2643407"/>
                <a:gd name="connsiteY4" fmla="*/ 2542092 h 2543015"/>
                <a:gd name="connsiteX5" fmla="*/ 447041 w 2643407"/>
                <a:gd name="connsiteY5" fmla="*/ 2251807 h 2543015"/>
                <a:gd name="connsiteX6" fmla="*/ 243841 w 2643407"/>
                <a:gd name="connsiteY6" fmla="*/ 1293863 h 2543015"/>
                <a:gd name="connsiteX7" fmla="*/ 751841 w 2643407"/>
                <a:gd name="connsiteY7" fmla="*/ 335920 h 2543015"/>
                <a:gd name="connsiteX0" fmla="*/ 751841 w 2643407"/>
                <a:gd name="connsiteY0" fmla="*/ 335920 h 2710275"/>
                <a:gd name="connsiteX1" fmla="*/ 1724298 w 2643407"/>
                <a:gd name="connsiteY1" fmla="*/ 219807 h 2710275"/>
                <a:gd name="connsiteX2" fmla="*/ 2304869 w 2643407"/>
                <a:gd name="connsiteY2" fmla="*/ 785863 h 2710275"/>
                <a:gd name="connsiteX3" fmla="*/ 2406468 w 2643407"/>
                <a:gd name="connsiteY3" fmla="*/ 1598664 h 2710275"/>
                <a:gd name="connsiteX4" fmla="*/ 1463040 w 2643407"/>
                <a:gd name="connsiteY4" fmla="*/ 2542092 h 2710275"/>
                <a:gd name="connsiteX5" fmla="*/ 447041 w 2643407"/>
                <a:gd name="connsiteY5" fmla="*/ 2251807 h 2710275"/>
                <a:gd name="connsiteX6" fmla="*/ 243841 w 2643407"/>
                <a:gd name="connsiteY6" fmla="*/ 1293863 h 2710275"/>
                <a:gd name="connsiteX7" fmla="*/ 751841 w 2643407"/>
                <a:gd name="connsiteY7" fmla="*/ 335920 h 2710275"/>
                <a:gd name="connsiteX0" fmla="*/ 751841 w 2643407"/>
                <a:gd name="connsiteY0" fmla="*/ 335920 h 2716951"/>
                <a:gd name="connsiteX1" fmla="*/ 1724298 w 2643407"/>
                <a:gd name="connsiteY1" fmla="*/ 219807 h 2716951"/>
                <a:gd name="connsiteX2" fmla="*/ 2304869 w 2643407"/>
                <a:gd name="connsiteY2" fmla="*/ 785863 h 2716951"/>
                <a:gd name="connsiteX3" fmla="*/ 2406468 w 2643407"/>
                <a:gd name="connsiteY3" fmla="*/ 1598664 h 2716951"/>
                <a:gd name="connsiteX4" fmla="*/ 1463040 w 2643407"/>
                <a:gd name="connsiteY4" fmla="*/ 2542092 h 2716951"/>
                <a:gd name="connsiteX5" fmla="*/ 447041 w 2643407"/>
                <a:gd name="connsiteY5" fmla="*/ 2251807 h 2716951"/>
                <a:gd name="connsiteX6" fmla="*/ 243841 w 2643407"/>
                <a:gd name="connsiteY6" fmla="*/ 1293863 h 2716951"/>
                <a:gd name="connsiteX7" fmla="*/ 751841 w 2643407"/>
                <a:gd name="connsiteY7" fmla="*/ 335920 h 2716951"/>
                <a:gd name="connsiteX0" fmla="*/ 751841 w 2448209"/>
                <a:gd name="connsiteY0" fmla="*/ 335920 h 2716951"/>
                <a:gd name="connsiteX1" fmla="*/ 1724298 w 2448209"/>
                <a:gd name="connsiteY1" fmla="*/ 219807 h 2716951"/>
                <a:gd name="connsiteX2" fmla="*/ 2406468 w 2448209"/>
                <a:gd name="connsiteY2" fmla="*/ 1598664 h 2716951"/>
                <a:gd name="connsiteX3" fmla="*/ 1463040 w 2448209"/>
                <a:gd name="connsiteY3" fmla="*/ 2542092 h 2716951"/>
                <a:gd name="connsiteX4" fmla="*/ 447041 w 2448209"/>
                <a:gd name="connsiteY4" fmla="*/ 2251807 h 2716951"/>
                <a:gd name="connsiteX5" fmla="*/ 243841 w 2448209"/>
                <a:gd name="connsiteY5" fmla="*/ 1293863 h 2716951"/>
                <a:gd name="connsiteX6" fmla="*/ 751841 w 2448209"/>
                <a:gd name="connsiteY6" fmla="*/ 335920 h 2716951"/>
                <a:gd name="connsiteX0" fmla="*/ 751841 w 2409721"/>
                <a:gd name="connsiteY0" fmla="*/ 335920 h 2716951"/>
                <a:gd name="connsiteX1" fmla="*/ 1724298 w 2409721"/>
                <a:gd name="connsiteY1" fmla="*/ 219807 h 2716951"/>
                <a:gd name="connsiteX2" fmla="*/ 2359350 w 2409721"/>
                <a:gd name="connsiteY2" fmla="*/ 1102852 h 2716951"/>
                <a:gd name="connsiteX3" fmla="*/ 1463040 w 2409721"/>
                <a:gd name="connsiteY3" fmla="*/ 2542092 h 2716951"/>
                <a:gd name="connsiteX4" fmla="*/ 447041 w 2409721"/>
                <a:gd name="connsiteY4" fmla="*/ 2251807 h 2716951"/>
                <a:gd name="connsiteX5" fmla="*/ 243841 w 2409721"/>
                <a:gd name="connsiteY5" fmla="*/ 1293863 h 2716951"/>
                <a:gd name="connsiteX6" fmla="*/ 751841 w 2409721"/>
                <a:gd name="connsiteY6" fmla="*/ 335920 h 2716951"/>
                <a:gd name="connsiteX0" fmla="*/ 751841 w 2409721"/>
                <a:gd name="connsiteY0" fmla="*/ 335920 h 2716951"/>
                <a:gd name="connsiteX1" fmla="*/ 1724298 w 2409721"/>
                <a:gd name="connsiteY1" fmla="*/ 219807 h 2716951"/>
                <a:gd name="connsiteX2" fmla="*/ 2359350 w 2409721"/>
                <a:gd name="connsiteY2" fmla="*/ 1102852 h 2716951"/>
                <a:gd name="connsiteX3" fmla="*/ 1463040 w 2409721"/>
                <a:gd name="connsiteY3" fmla="*/ 2542092 h 2716951"/>
                <a:gd name="connsiteX4" fmla="*/ 447041 w 2409721"/>
                <a:gd name="connsiteY4" fmla="*/ 2251807 h 2716951"/>
                <a:gd name="connsiteX5" fmla="*/ 243841 w 2409721"/>
                <a:gd name="connsiteY5" fmla="*/ 1293863 h 2716951"/>
                <a:gd name="connsiteX6" fmla="*/ 751841 w 2409721"/>
                <a:gd name="connsiteY6" fmla="*/ 335920 h 2716951"/>
                <a:gd name="connsiteX0" fmla="*/ 751841 w 2409721"/>
                <a:gd name="connsiteY0" fmla="*/ 335920 h 2716951"/>
                <a:gd name="connsiteX1" fmla="*/ 1724298 w 2409721"/>
                <a:gd name="connsiteY1" fmla="*/ 219807 h 2716951"/>
                <a:gd name="connsiteX2" fmla="*/ 2359350 w 2409721"/>
                <a:gd name="connsiteY2" fmla="*/ 1102852 h 2716951"/>
                <a:gd name="connsiteX3" fmla="*/ 1463040 w 2409721"/>
                <a:gd name="connsiteY3" fmla="*/ 2542092 h 2716951"/>
                <a:gd name="connsiteX4" fmla="*/ 447041 w 2409721"/>
                <a:gd name="connsiteY4" fmla="*/ 2251807 h 2716951"/>
                <a:gd name="connsiteX5" fmla="*/ 243841 w 2409721"/>
                <a:gd name="connsiteY5" fmla="*/ 1293863 h 2716951"/>
                <a:gd name="connsiteX6" fmla="*/ 751841 w 2409721"/>
                <a:gd name="connsiteY6" fmla="*/ 335920 h 2716951"/>
                <a:gd name="connsiteX0" fmla="*/ 832304 w 2490184"/>
                <a:gd name="connsiteY0" fmla="*/ 335920 h 2716951"/>
                <a:gd name="connsiteX1" fmla="*/ 1804761 w 2490184"/>
                <a:gd name="connsiteY1" fmla="*/ 219807 h 2716951"/>
                <a:gd name="connsiteX2" fmla="*/ 2439813 w 2490184"/>
                <a:gd name="connsiteY2" fmla="*/ 1102852 h 2716951"/>
                <a:gd name="connsiteX3" fmla="*/ 1543503 w 2490184"/>
                <a:gd name="connsiteY3" fmla="*/ 2542092 h 2716951"/>
                <a:gd name="connsiteX4" fmla="*/ 527504 w 2490184"/>
                <a:gd name="connsiteY4" fmla="*/ 2251807 h 2716951"/>
                <a:gd name="connsiteX5" fmla="*/ 228109 w 2490184"/>
                <a:gd name="connsiteY5" fmla="*/ 1316113 h 2716951"/>
                <a:gd name="connsiteX6" fmla="*/ 832304 w 2490184"/>
                <a:gd name="connsiteY6" fmla="*/ 335920 h 2716951"/>
                <a:gd name="connsiteX0" fmla="*/ 832304 w 2481016"/>
                <a:gd name="connsiteY0" fmla="*/ 335920 h 2674099"/>
                <a:gd name="connsiteX1" fmla="*/ 1804761 w 2481016"/>
                <a:gd name="connsiteY1" fmla="*/ 219807 h 2674099"/>
                <a:gd name="connsiteX2" fmla="*/ 2439813 w 2481016"/>
                <a:gd name="connsiteY2" fmla="*/ 1102852 h 2674099"/>
                <a:gd name="connsiteX3" fmla="*/ 1493114 w 2481016"/>
                <a:gd name="connsiteY3" fmla="*/ 2411868 h 2674099"/>
                <a:gd name="connsiteX4" fmla="*/ 527504 w 2481016"/>
                <a:gd name="connsiteY4" fmla="*/ 2251807 h 2674099"/>
                <a:gd name="connsiteX5" fmla="*/ 228109 w 2481016"/>
                <a:gd name="connsiteY5" fmla="*/ 1316113 h 2674099"/>
                <a:gd name="connsiteX6" fmla="*/ 832304 w 2481016"/>
                <a:gd name="connsiteY6" fmla="*/ 335920 h 2674099"/>
                <a:gd name="connsiteX0" fmla="*/ 832304 w 2479178"/>
                <a:gd name="connsiteY0" fmla="*/ 335920 h 2674099"/>
                <a:gd name="connsiteX1" fmla="*/ 1804761 w 2479178"/>
                <a:gd name="connsiteY1" fmla="*/ 219807 h 2674099"/>
                <a:gd name="connsiteX2" fmla="*/ 2439813 w 2479178"/>
                <a:gd name="connsiteY2" fmla="*/ 1102852 h 2674099"/>
                <a:gd name="connsiteX3" fmla="*/ 2213297 w 2479178"/>
                <a:gd name="connsiteY3" fmla="*/ 1838534 h 2674099"/>
                <a:gd name="connsiteX4" fmla="*/ 1493114 w 2479178"/>
                <a:gd name="connsiteY4" fmla="*/ 2411868 h 2674099"/>
                <a:gd name="connsiteX5" fmla="*/ 527504 w 2479178"/>
                <a:gd name="connsiteY5" fmla="*/ 2251807 h 2674099"/>
                <a:gd name="connsiteX6" fmla="*/ 228109 w 2479178"/>
                <a:gd name="connsiteY6" fmla="*/ 1316113 h 2674099"/>
                <a:gd name="connsiteX7" fmla="*/ 832304 w 2479178"/>
                <a:gd name="connsiteY7" fmla="*/ 335920 h 2674099"/>
                <a:gd name="connsiteX0" fmla="*/ 832304 w 2479178"/>
                <a:gd name="connsiteY0" fmla="*/ 335920 h 2674099"/>
                <a:gd name="connsiteX1" fmla="*/ 1804761 w 2479178"/>
                <a:gd name="connsiteY1" fmla="*/ 219807 h 2674099"/>
                <a:gd name="connsiteX2" fmla="*/ 2439813 w 2479178"/>
                <a:gd name="connsiteY2" fmla="*/ 1102852 h 2674099"/>
                <a:gd name="connsiteX3" fmla="*/ 2213297 w 2479178"/>
                <a:gd name="connsiteY3" fmla="*/ 1838534 h 2674099"/>
                <a:gd name="connsiteX4" fmla="*/ 1493114 w 2479178"/>
                <a:gd name="connsiteY4" fmla="*/ 2411868 h 2674099"/>
                <a:gd name="connsiteX5" fmla="*/ 527504 w 2479178"/>
                <a:gd name="connsiteY5" fmla="*/ 2251807 h 2674099"/>
                <a:gd name="connsiteX6" fmla="*/ 228109 w 2479178"/>
                <a:gd name="connsiteY6" fmla="*/ 1316113 h 2674099"/>
                <a:gd name="connsiteX7" fmla="*/ 832304 w 2479178"/>
                <a:gd name="connsiteY7" fmla="*/ 335920 h 2674099"/>
                <a:gd name="connsiteX0" fmla="*/ 832304 w 2488072"/>
                <a:gd name="connsiteY0" fmla="*/ 335920 h 2674099"/>
                <a:gd name="connsiteX1" fmla="*/ 1804761 w 2488072"/>
                <a:gd name="connsiteY1" fmla="*/ 219807 h 2674099"/>
                <a:gd name="connsiteX2" fmla="*/ 2439813 w 2488072"/>
                <a:gd name="connsiteY2" fmla="*/ 1102852 h 2674099"/>
                <a:gd name="connsiteX3" fmla="*/ 2213297 w 2488072"/>
                <a:gd name="connsiteY3" fmla="*/ 1838534 h 2674099"/>
                <a:gd name="connsiteX4" fmla="*/ 1493114 w 2488072"/>
                <a:gd name="connsiteY4" fmla="*/ 2411868 h 2674099"/>
                <a:gd name="connsiteX5" fmla="*/ 527504 w 2488072"/>
                <a:gd name="connsiteY5" fmla="*/ 2251807 h 2674099"/>
                <a:gd name="connsiteX6" fmla="*/ 228109 w 2488072"/>
                <a:gd name="connsiteY6" fmla="*/ 1316113 h 2674099"/>
                <a:gd name="connsiteX7" fmla="*/ 832304 w 2488072"/>
                <a:gd name="connsiteY7" fmla="*/ 335920 h 2674099"/>
                <a:gd name="connsiteX0" fmla="*/ 832304 w 2502160"/>
                <a:gd name="connsiteY0" fmla="*/ 335920 h 2674099"/>
                <a:gd name="connsiteX1" fmla="*/ 1804761 w 2502160"/>
                <a:gd name="connsiteY1" fmla="*/ 219807 h 2674099"/>
                <a:gd name="connsiteX2" fmla="*/ 2439813 w 2502160"/>
                <a:gd name="connsiteY2" fmla="*/ 1102852 h 2674099"/>
                <a:gd name="connsiteX3" fmla="*/ 2213297 w 2502160"/>
                <a:gd name="connsiteY3" fmla="*/ 1838534 h 2674099"/>
                <a:gd name="connsiteX4" fmla="*/ 1493114 w 2502160"/>
                <a:gd name="connsiteY4" fmla="*/ 2411868 h 2674099"/>
                <a:gd name="connsiteX5" fmla="*/ 527504 w 2502160"/>
                <a:gd name="connsiteY5" fmla="*/ 2251807 h 2674099"/>
                <a:gd name="connsiteX6" fmla="*/ 228109 w 2502160"/>
                <a:gd name="connsiteY6" fmla="*/ 1316113 h 2674099"/>
                <a:gd name="connsiteX7" fmla="*/ 832304 w 2502160"/>
                <a:gd name="connsiteY7" fmla="*/ 335920 h 2674099"/>
                <a:gd name="connsiteX0" fmla="*/ 832304 w 2502160"/>
                <a:gd name="connsiteY0" fmla="*/ 335920 h 2674099"/>
                <a:gd name="connsiteX1" fmla="*/ 1804761 w 2502160"/>
                <a:gd name="connsiteY1" fmla="*/ 219807 h 2674099"/>
                <a:gd name="connsiteX2" fmla="*/ 2439813 w 2502160"/>
                <a:gd name="connsiteY2" fmla="*/ 1102852 h 2674099"/>
                <a:gd name="connsiteX3" fmla="*/ 2213297 w 2502160"/>
                <a:gd name="connsiteY3" fmla="*/ 1838534 h 2674099"/>
                <a:gd name="connsiteX4" fmla="*/ 1493114 w 2502160"/>
                <a:gd name="connsiteY4" fmla="*/ 2411868 h 2674099"/>
                <a:gd name="connsiteX5" fmla="*/ 527504 w 2502160"/>
                <a:gd name="connsiteY5" fmla="*/ 2251807 h 2674099"/>
                <a:gd name="connsiteX6" fmla="*/ 228109 w 2502160"/>
                <a:gd name="connsiteY6" fmla="*/ 1316113 h 2674099"/>
                <a:gd name="connsiteX7" fmla="*/ 832304 w 2502160"/>
                <a:gd name="connsiteY7" fmla="*/ 335920 h 2674099"/>
                <a:gd name="connsiteX0" fmla="*/ 832304 w 2502160"/>
                <a:gd name="connsiteY0" fmla="*/ 335920 h 2674099"/>
                <a:gd name="connsiteX1" fmla="*/ 1804761 w 2502160"/>
                <a:gd name="connsiteY1" fmla="*/ 219807 h 2674099"/>
                <a:gd name="connsiteX2" fmla="*/ 2439813 w 2502160"/>
                <a:gd name="connsiteY2" fmla="*/ 1102852 h 2674099"/>
                <a:gd name="connsiteX3" fmla="*/ 2213297 w 2502160"/>
                <a:gd name="connsiteY3" fmla="*/ 1838534 h 2674099"/>
                <a:gd name="connsiteX4" fmla="*/ 1493114 w 2502160"/>
                <a:gd name="connsiteY4" fmla="*/ 2411868 h 2674099"/>
                <a:gd name="connsiteX5" fmla="*/ 527504 w 2502160"/>
                <a:gd name="connsiteY5" fmla="*/ 2251807 h 2674099"/>
                <a:gd name="connsiteX6" fmla="*/ 228109 w 2502160"/>
                <a:gd name="connsiteY6" fmla="*/ 1316113 h 2674099"/>
                <a:gd name="connsiteX7" fmla="*/ 832304 w 2502160"/>
                <a:gd name="connsiteY7" fmla="*/ 335920 h 2674099"/>
                <a:gd name="connsiteX0" fmla="*/ 874110 w 2543966"/>
                <a:gd name="connsiteY0" fmla="*/ 335920 h 2537724"/>
                <a:gd name="connsiteX1" fmla="*/ 1846567 w 2543966"/>
                <a:gd name="connsiteY1" fmla="*/ 219807 h 2537724"/>
                <a:gd name="connsiteX2" fmla="*/ 2481619 w 2543966"/>
                <a:gd name="connsiteY2" fmla="*/ 1102852 h 2537724"/>
                <a:gd name="connsiteX3" fmla="*/ 2255103 w 2543966"/>
                <a:gd name="connsiteY3" fmla="*/ 1838534 h 2537724"/>
                <a:gd name="connsiteX4" fmla="*/ 1534920 w 2543966"/>
                <a:gd name="connsiteY4" fmla="*/ 2411868 h 2537724"/>
                <a:gd name="connsiteX5" fmla="*/ 338309 w 2543966"/>
                <a:gd name="connsiteY5" fmla="*/ 2041747 h 2537724"/>
                <a:gd name="connsiteX6" fmla="*/ 269915 w 2543966"/>
                <a:gd name="connsiteY6" fmla="*/ 1316113 h 2537724"/>
                <a:gd name="connsiteX7" fmla="*/ 874110 w 2543966"/>
                <a:gd name="connsiteY7" fmla="*/ 335920 h 2537724"/>
                <a:gd name="connsiteX0" fmla="*/ 900004 w 2569860"/>
                <a:gd name="connsiteY0" fmla="*/ 335920 h 2537724"/>
                <a:gd name="connsiteX1" fmla="*/ 1872461 w 2569860"/>
                <a:gd name="connsiteY1" fmla="*/ 219807 h 2537724"/>
                <a:gd name="connsiteX2" fmla="*/ 2507513 w 2569860"/>
                <a:gd name="connsiteY2" fmla="*/ 1102852 h 2537724"/>
                <a:gd name="connsiteX3" fmla="*/ 2280997 w 2569860"/>
                <a:gd name="connsiteY3" fmla="*/ 1838534 h 2537724"/>
                <a:gd name="connsiteX4" fmla="*/ 1560814 w 2569860"/>
                <a:gd name="connsiteY4" fmla="*/ 2411868 h 2537724"/>
                <a:gd name="connsiteX5" fmla="*/ 364203 w 2569860"/>
                <a:gd name="connsiteY5" fmla="*/ 2041747 h 2537724"/>
                <a:gd name="connsiteX6" fmla="*/ 263088 w 2569860"/>
                <a:gd name="connsiteY6" fmla="*/ 999386 h 2537724"/>
                <a:gd name="connsiteX7" fmla="*/ 900004 w 2569860"/>
                <a:gd name="connsiteY7" fmla="*/ 335920 h 2537724"/>
                <a:gd name="connsiteX0" fmla="*/ 900004 w 2569860"/>
                <a:gd name="connsiteY0" fmla="*/ 335920 h 2537724"/>
                <a:gd name="connsiteX1" fmla="*/ 1872461 w 2569860"/>
                <a:gd name="connsiteY1" fmla="*/ 219807 h 2537724"/>
                <a:gd name="connsiteX2" fmla="*/ 2507513 w 2569860"/>
                <a:gd name="connsiteY2" fmla="*/ 1102852 h 2537724"/>
                <a:gd name="connsiteX3" fmla="*/ 2280997 w 2569860"/>
                <a:gd name="connsiteY3" fmla="*/ 1838534 h 2537724"/>
                <a:gd name="connsiteX4" fmla="*/ 1560814 w 2569860"/>
                <a:gd name="connsiteY4" fmla="*/ 2411868 h 2537724"/>
                <a:gd name="connsiteX5" fmla="*/ 364203 w 2569860"/>
                <a:gd name="connsiteY5" fmla="*/ 2041747 h 2537724"/>
                <a:gd name="connsiteX6" fmla="*/ 263088 w 2569860"/>
                <a:gd name="connsiteY6" fmla="*/ 999386 h 2537724"/>
                <a:gd name="connsiteX7" fmla="*/ 900004 w 2569860"/>
                <a:gd name="connsiteY7" fmla="*/ 335920 h 2537724"/>
                <a:gd name="connsiteX0" fmla="*/ 900004 w 2569860"/>
                <a:gd name="connsiteY0" fmla="*/ 335920 h 2661561"/>
                <a:gd name="connsiteX1" fmla="*/ 1872461 w 2569860"/>
                <a:gd name="connsiteY1" fmla="*/ 219807 h 2661561"/>
                <a:gd name="connsiteX2" fmla="*/ 2507513 w 2569860"/>
                <a:gd name="connsiteY2" fmla="*/ 1102852 h 2661561"/>
                <a:gd name="connsiteX3" fmla="*/ 2280997 w 2569860"/>
                <a:gd name="connsiteY3" fmla="*/ 1838534 h 2661561"/>
                <a:gd name="connsiteX4" fmla="*/ 1560814 w 2569860"/>
                <a:gd name="connsiteY4" fmla="*/ 2411868 h 2661561"/>
                <a:gd name="connsiteX5" fmla="*/ 364203 w 2569860"/>
                <a:gd name="connsiteY5" fmla="*/ 2041747 h 2661561"/>
                <a:gd name="connsiteX6" fmla="*/ 263088 w 2569860"/>
                <a:gd name="connsiteY6" fmla="*/ 999386 h 2661561"/>
                <a:gd name="connsiteX7" fmla="*/ 900004 w 2569860"/>
                <a:gd name="connsiteY7" fmla="*/ 335920 h 2661561"/>
                <a:gd name="connsiteX0" fmla="*/ 900004 w 2569860"/>
                <a:gd name="connsiteY0" fmla="*/ 335920 h 2661561"/>
                <a:gd name="connsiteX1" fmla="*/ 1872461 w 2569860"/>
                <a:gd name="connsiteY1" fmla="*/ 219807 h 2661561"/>
                <a:gd name="connsiteX2" fmla="*/ 2507513 w 2569860"/>
                <a:gd name="connsiteY2" fmla="*/ 1102852 h 2661561"/>
                <a:gd name="connsiteX3" fmla="*/ 2280997 w 2569860"/>
                <a:gd name="connsiteY3" fmla="*/ 1838534 h 2661561"/>
                <a:gd name="connsiteX4" fmla="*/ 1560814 w 2569860"/>
                <a:gd name="connsiteY4" fmla="*/ 2411868 h 2661561"/>
                <a:gd name="connsiteX5" fmla="*/ 364203 w 2569860"/>
                <a:gd name="connsiteY5" fmla="*/ 2041747 h 2661561"/>
                <a:gd name="connsiteX6" fmla="*/ 263088 w 2569860"/>
                <a:gd name="connsiteY6" fmla="*/ 999386 h 2661561"/>
                <a:gd name="connsiteX7" fmla="*/ 900004 w 2569860"/>
                <a:gd name="connsiteY7" fmla="*/ 335920 h 2661561"/>
                <a:gd name="connsiteX0" fmla="*/ 900004 w 2569860"/>
                <a:gd name="connsiteY0" fmla="*/ 335920 h 2638009"/>
                <a:gd name="connsiteX1" fmla="*/ 1872461 w 2569860"/>
                <a:gd name="connsiteY1" fmla="*/ 219807 h 2638009"/>
                <a:gd name="connsiteX2" fmla="*/ 2507513 w 2569860"/>
                <a:gd name="connsiteY2" fmla="*/ 1102852 h 2638009"/>
                <a:gd name="connsiteX3" fmla="*/ 2280997 w 2569860"/>
                <a:gd name="connsiteY3" fmla="*/ 1838534 h 2638009"/>
                <a:gd name="connsiteX4" fmla="*/ 1638251 w 2569860"/>
                <a:gd name="connsiteY4" fmla="*/ 2366932 h 2638009"/>
                <a:gd name="connsiteX5" fmla="*/ 364203 w 2569860"/>
                <a:gd name="connsiteY5" fmla="*/ 2041747 h 2638009"/>
                <a:gd name="connsiteX6" fmla="*/ 263088 w 2569860"/>
                <a:gd name="connsiteY6" fmla="*/ 999386 h 2638009"/>
                <a:gd name="connsiteX7" fmla="*/ 900004 w 2569860"/>
                <a:gd name="connsiteY7" fmla="*/ 335920 h 2638009"/>
                <a:gd name="connsiteX0" fmla="*/ 900004 w 2569860"/>
                <a:gd name="connsiteY0" fmla="*/ 335920 h 2638009"/>
                <a:gd name="connsiteX1" fmla="*/ 1872461 w 2569860"/>
                <a:gd name="connsiteY1" fmla="*/ 219807 h 2638009"/>
                <a:gd name="connsiteX2" fmla="*/ 2507513 w 2569860"/>
                <a:gd name="connsiteY2" fmla="*/ 1102852 h 2638009"/>
                <a:gd name="connsiteX3" fmla="*/ 2280997 w 2569860"/>
                <a:gd name="connsiteY3" fmla="*/ 1838534 h 2638009"/>
                <a:gd name="connsiteX4" fmla="*/ 1638251 w 2569860"/>
                <a:gd name="connsiteY4" fmla="*/ 2366932 h 2638009"/>
                <a:gd name="connsiteX5" fmla="*/ 364203 w 2569860"/>
                <a:gd name="connsiteY5" fmla="*/ 2041747 h 2638009"/>
                <a:gd name="connsiteX6" fmla="*/ 263088 w 2569860"/>
                <a:gd name="connsiteY6" fmla="*/ 999386 h 2638009"/>
                <a:gd name="connsiteX7" fmla="*/ 900004 w 2569860"/>
                <a:gd name="connsiteY7" fmla="*/ 335920 h 2638009"/>
                <a:gd name="connsiteX0" fmla="*/ 900004 w 2776297"/>
                <a:gd name="connsiteY0" fmla="*/ 335920 h 2638009"/>
                <a:gd name="connsiteX1" fmla="*/ 1872461 w 2776297"/>
                <a:gd name="connsiteY1" fmla="*/ 219807 h 2638009"/>
                <a:gd name="connsiteX2" fmla="*/ 2746891 w 2776297"/>
                <a:gd name="connsiteY2" fmla="*/ 893446 h 2638009"/>
                <a:gd name="connsiteX3" fmla="*/ 2280997 w 2776297"/>
                <a:gd name="connsiteY3" fmla="*/ 1838534 h 2638009"/>
                <a:gd name="connsiteX4" fmla="*/ 1638251 w 2776297"/>
                <a:gd name="connsiteY4" fmla="*/ 2366932 h 2638009"/>
                <a:gd name="connsiteX5" fmla="*/ 364203 w 2776297"/>
                <a:gd name="connsiteY5" fmla="*/ 2041747 h 2638009"/>
                <a:gd name="connsiteX6" fmla="*/ 263088 w 2776297"/>
                <a:gd name="connsiteY6" fmla="*/ 999386 h 2638009"/>
                <a:gd name="connsiteX7" fmla="*/ 900004 w 2776297"/>
                <a:gd name="connsiteY7" fmla="*/ 335920 h 2638009"/>
                <a:gd name="connsiteX0" fmla="*/ 900004 w 2776635"/>
                <a:gd name="connsiteY0" fmla="*/ 335920 h 2638009"/>
                <a:gd name="connsiteX1" fmla="*/ 1872461 w 2776635"/>
                <a:gd name="connsiteY1" fmla="*/ 219807 h 2638009"/>
                <a:gd name="connsiteX2" fmla="*/ 2746891 w 2776635"/>
                <a:gd name="connsiteY2" fmla="*/ 893446 h 2638009"/>
                <a:gd name="connsiteX3" fmla="*/ 2280997 w 2776635"/>
                <a:gd name="connsiteY3" fmla="*/ 1838534 h 2638009"/>
                <a:gd name="connsiteX4" fmla="*/ 1638251 w 2776635"/>
                <a:gd name="connsiteY4" fmla="*/ 2366932 h 2638009"/>
                <a:gd name="connsiteX5" fmla="*/ 364203 w 2776635"/>
                <a:gd name="connsiteY5" fmla="*/ 2041747 h 2638009"/>
                <a:gd name="connsiteX6" fmla="*/ 263088 w 2776635"/>
                <a:gd name="connsiteY6" fmla="*/ 999386 h 2638009"/>
                <a:gd name="connsiteX7" fmla="*/ 900004 w 2776635"/>
                <a:gd name="connsiteY7" fmla="*/ 335920 h 2638009"/>
                <a:gd name="connsiteX0" fmla="*/ 711538 w 2776635"/>
                <a:gd name="connsiteY0" fmla="*/ 440502 h 2540905"/>
                <a:gd name="connsiteX1" fmla="*/ 1872461 w 2776635"/>
                <a:gd name="connsiteY1" fmla="*/ 122703 h 2540905"/>
                <a:gd name="connsiteX2" fmla="*/ 2746891 w 2776635"/>
                <a:gd name="connsiteY2" fmla="*/ 796342 h 2540905"/>
                <a:gd name="connsiteX3" fmla="*/ 2280997 w 2776635"/>
                <a:gd name="connsiteY3" fmla="*/ 1741430 h 2540905"/>
                <a:gd name="connsiteX4" fmla="*/ 1638251 w 2776635"/>
                <a:gd name="connsiteY4" fmla="*/ 2269828 h 2540905"/>
                <a:gd name="connsiteX5" fmla="*/ 364203 w 2776635"/>
                <a:gd name="connsiteY5" fmla="*/ 1944643 h 2540905"/>
                <a:gd name="connsiteX6" fmla="*/ 263088 w 2776635"/>
                <a:gd name="connsiteY6" fmla="*/ 902282 h 2540905"/>
                <a:gd name="connsiteX7" fmla="*/ 711538 w 2776635"/>
                <a:gd name="connsiteY7" fmla="*/ 440502 h 2540905"/>
                <a:gd name="connsiteX0" fmla="*/ 711538 w 2776635"/>
                <a:gd name="connsiteY0" fmla="*/ 537650 h 2638053"/>
                <a:gd name="connsiteX1" fmla="*/ 1872461 w 2776635"/>
                <a:gd name="connsiteY1" fmla="*/ 219851 h 2638053"/>
                <a:gd name="connsiteX2" fmla="*/ 2746891 w 2776635"/>
                <a:gd name="connsiteY2" fmla="*/ 893490 h 2638053"/>
                <a:gd name="connsiteX3" fmla="*/ 2280997 w 2776635"/>
                <a:gd name="connsiteY3" fmla="*/ 1838578 h 2638053"/>
                <a:gd name="connsiteX4" fmla="*/ 1638251 w 2776635"/>
                <a:gd name="connsiteY4" fmla="*/ 2366976 h 2638053"/>
                <a:gd name="connsiteX5" fmla="*/ 364203 w 2776635"/>
                <a:gd name="connsiteY5" fmla="*/ 2041791 h 2638053"/>
                <a:gd name="connsiteX6" fmla="*/ 263088 w 2776635"/>
                <a:gd name="connsiteY6" fmla="*/ 999430 h 2638053"/>
                <a:gd name="connsiteX7" fmla="*/ 711538 w 2776635"/>
                <a:gd name="connsiteY7" fmla="*/ 537650 h 2638053"/>
                <a:gd name="connsiteX0" fmla="*/ 914631 w 2979728"/>
                <a:gd name="connsiteY0" fmla="*/ 537650 h 2638053"/>
                <a:gd name="connsiteX1" fmla="*/ 2075554 w 2979728"/>
                <a:gd name="connsiteY1" fmla="*/ 219851 h 2638053"/>
                <a:gd name="connsiteX2" fmla="*/ 2949984 w 2979728"/>
                <a:gd name="connsiteY2" fmla="*/ 893490 h 2638053"/>
                <a:gd name="connsiteX3" fmla="*/ 2484090 w 2979728"/>
                <a:gd name="connsiteY3" fmla="*/ 1838578 h 2638053"/>
                <a:gd name="connsiteX4" fmla="*/ 1841344 w 2979728"/>
                <a:gd name="connsiteY4" fmla="*/ 2366976 h 2638053"/>
                <a:gd name="connsiteX5" fmla="*/ 567296 w 2979728"/>
                <a:gd name="connsiteY5" fmla="*/ 2041791 h 2638053"/>
                <a:gd name="connsiteX6" fmla="*/ 221176 w 2979728"/>
                <a:gd name="connsiteY6" fmla="*/ 1202032 h 2638053"/>
                <a:gd name="connsiteX7" fmla="*/ 914631 w 2979728"/>
                <a:gd name="connsiteY7" fmla="*/ 537650 h 2638053"/>
                <a:gd name="connsiteX0" fmla="*/ 914631 w 2979728"/>
                <a:gd name="connsiteY0" fmla="*/ 537650 h 2638053"/>
                <a:gd name="connsiteX1" fmla="*/ 2075554 w 2979728"/>
                <a:gd name="connsiteY1" fmla="*/ 219851 h 2638053"/>
                <a:gd name="connsiteX2" fmla="*/ 2949984 w 2979728"/>
                <a:gd name="connsiteY2" fmla="*/ 893490 h 2638053"/>
                <a:gd name="connsiteX3" fmla="*/ 2484090 w 2979728"/>
                <a:gd name="connsiteY3" fmla="*/ 1838578 h 2638053"/>
                <a:gd name="connsiteX4" fmla="*/ 1841344 w 2979728"/>
                <a:gd name="connsiteY4" fmla="*/ 2366976 h 2638053"/>
                <a:gd name="connsiteX5" fmla="*/ 567296 w 2979728"/>
                <a:gd name="connsiteY5" fmla="*/ 2041791 h 2638053"/>
                <a:gd name="connsiteX6" fmla="*/ 221176 w 2979728"/>
                <a:gd name="connsiteY6" fmla="*/ 1202032 h 2638053"/>
                <a:gd name="connsiteX7" fmla="*/ 914631 w 2979728"/>
                <a:gd name="connsiteY7" fmla="*/ 537650 h 2638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979728" h="2638053">
                  <a:moveTo>
                    <a:pt x="914631" y="537650"/>
                  </a:moveTo>
                  <a:cubicBezTo>
                    <a:pt x="1325181" y="-307362"/>
                    <a:pt x="1915897" y="55355"/>
                    <a:pt x="2075554" y="219851"/>
                  </a:cubicBezTo>
                  <a:cubicBezTo>
                    <a:pt x="2362448" y="180460"/>
                    <a:pt x="3140765" y="-54593"/>
                    <a:pt x="2949984" y="893490"/>
                  </a:cubicBezTo>
                  <a:cubicBezTo>
                    <a:pt x="3055810" y="1151171"/>
                    <a:pt x="2815505" y="1553223"/>
                    <a:pt x="2484090" y="1838578"/>
                  </a:cubicBezTo>
                  <a:cubicBezTo>
                    <a:pt x="2467656" y="2551034"/>
                    <a:pt x="2189714" y="2414254"/>
                    <a:pt x="1841344" y="2366976"/>
                  </a:cubicBezTo>
                  <a:cubicBezTo>
                    <a:pt x="1536124" y="2634014"/>
                    <a:pt x="860242" y="2931033"/>
                    <a:pt x="567296" y="2041791"/>
                  </a:cubicBezTo>
                  <a:cubicBezTo>
                    <a:pt x="630191" y="1838591"/>
                    <a:pt x="-451319" y="2113892"/>
                    <a:pt x="221176" y="1202032"/>
                  </a:cubicBezTo>
                  <a:cubicBezTo>
                    <a:pt x="297691" y="603588"/>
                    <a:pt x="447882" y="594116"/>
                    <a:pt x="914631" y="537650"/>
                  </a:cubicBezTo>
                  <a:close/>
                </a:path>
              </a:pathLst>
            </a:custGeom>
            <a:solidFill>
              <a:srgbClr val="309302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42F70DD-45C2-FFCB-63CA-77731B95DC1B}"/>
                </a:ext>
              </a:extLst>
            </p:cNvPr>
            <p:cNvSpPr/>
            <p:nvPr/>
          </p:nvSpPr>
          <p:spPr>
            <a:xfrm>
              <a:off x="3738331" y="3627034"/>
              <a:ext cx="2180504" cy="2723667"/>
            </a:xfrm>
            <a:custGeom>
              <a:avLst/>
              <a:gdLst>
                <a:gd name="connsiteX0" fmla="*/ 0 w 1029884"/>
                <a:gd name="connsiteY0" fmla="*/ 0 h 1495425"/>
                <a:gd name="connsiteX1" fmla="*/ 1029884 w 1029884"/>
                <a:gd name="connsiteY1" fmla="*/ 0 h 1495425"/>
                <a:gd name="connsiteX2" fmla="*/ 1029884 w 1029884"/>
                <a:gd name="connsiteY2" fmla="*/ 1495425 h 1495425"/>
                <a:gd name="connsiteX3" fmla="*/ 0 w 1029884"/>
                <a:gd name="connsiteY3" fmla="*/ 1495425 h 1495425"/>
                <a:gd name="connsiteX4" fmla="*/ 0 w 1029884"/>
                <a:gd name="connsiteY4" fmla="*/ 0 h 1495425"/>
                <a:gd name="connsiteX0" fmla="*/ 0 w 1029884"/>
                <a:gd name="connsiteY0" fmla="*/ 0 h 1495425"/>
                <a:gd name="connsiteX1" fmla="*/ 1029884 w 1029884"/>
                <a:gd name="connsiteY1" fmla="*/ 0 h 1495425"/>
                <a:gd name="connsiteX2" fmla="*/ 1029884 w 1029884"/>
                <a:gd name="connsiteY2" fmla="*/ 1495425 h 1495425"/>
                <a:gd name="connsiteX3" fmla="*/ 76200 w 1029884"/>
                <a:gd name="connsiteY3" fmla="*/ 1438275 h 1495425"/>
                <a:gd name="connsiteX4" fmla="*/ 0 w 1029884"/>
                <a:gd name="connsiteY4" fmla="*/ 0 h 1495425"/>
                <a:gd name="connsiteX0" fmla="*/ 0 w 1029884"/>
                <a:gd name="connsiteY0" fmla="*/ 0 h 1555994"/>
                <a:gd name="connsiteX1" fmla="*/ 1029884 w 1029884"/>
                <a:gd name="connsiteY1" fmla="*/ 0 h 1555994"/>
                <a:gd name="connsiteX2" fmla="*/ 1029884 w 1029884"/>
                <a:gd name="connsiteY2" fmla="*/ 1495425 h 1555994"/>
                <a:gd name="connsiteX3" fmla="*/ 76200 w 1029884"/>
                <a:gd name="connsiteY3" fmla="*/ 1438275 h 1555994"/>
                <a:gd name="connsiteX4" fmla="*/ 0 w 1029884"/>
                <a:gd name="connsiteY4" fmla="*/ 0 h 1555994"/>
                <a:gd name="connsiteX0" fmla="*/ 0 w 1029884"/>
                <a:gd name="connsiteY0" fmla="*/ 0 h 1592092"/>
                <a:gd name="connsiteX1" fmla="*/ 1029884 w 1029884"/>
                <a:gd name="connsiteY1" fmla="*/ 0 h 1592092"/>
                <a:gd name="connsiteX2" fmla="*/ 1029884 w 1029884"/>
                <a:gd name="connsiteY2" fmla="*/ 1495425 h 1592092"/>
                <a:gd name="connsiteX3" fmla="*/ 76200 w 1029884"/>
                <a:gd name="connsiteY3" fmla="*/ 1438275 h 1592092"/>
                <a:gd name="connsiteX4" fmla="*/ 0 w 1029884"/>
                <a:gd name="connsiteY4" fmla="*/ 0 h 1592092"/>
                <a:gd name="connsiteX0" fmla="*/ 0 w 1029884"/>
                <a:gd name="connsiteY0" fmla="*/ 0 h 1575735"/>
                <a:gd name="connsiteX1" fmla="*/ 1029884 w 1029884"/>
                <a:gd name="connsiteY1" fmla="*/ 0 h 1575735"/>
                <a:gd name="connsiteX2" fmla="*/ 1029884 w 1029884"/>
                <a:gd name="connsiteY2" fmla="*/ 1457325 h 1575735"/>
                <a:gd name="connsiteX3" fmla="*/ 76200 w 1029884"/>
                <a:gd name="connsiteY3" fmla="*/ 1438275 h 1575735"/>
                <a:gd name="connsiteX4" fmla="*/ 0 w 1029884"/>
                <a:gd name="connsiteY4" fmla="*/ 0 h 1575735"/>
                <a:gd name="connsiteX0" fmla="*/ 0 w 1029884"/>
                <a:gd name="connsiteY0" fmla="*/ 0 h 1588201"/>
                <a:gd name="connsiteX1" fmla="*/ 1029884 w 1029884"/>
                <a:gd name="connsiteY1" fmla="*/ 0 h 1588201"/>
                <a:gd name="connsiteX2" fmla="*/ 1029884 w 1029884"/>
                <a:gd name="connsiteY2" fmla="*/ 1457325 h 1588201"/>
                <a:gd name="connsiteX3" fmla="*/ 76200 w 1029884"/>
                <a:gd name="connsiteY3" fmla="*/ 1438275 h 1588201"/>
                <a:gd name="connsiteX4" fmla="*/ 0 w 1029884"/>
                <a:gd name="connsiteY4" fmla="*/ 0 h 1588201"/>
                <a:gd name="connsiteX0" fmla="*/ 0 w 1700444"/>
                <a:gd name="connsiteY0" fmla="*/ 0 h 1992061"/>
                <a:gd name="connsiteX1" fmla="*/ 1700444 w 1700444"/>
                <a:gd name="connsiteY1" fmla="*/ 403860 h 1992061"/>
                <a:gd name="connsiteX2" fmla="*/ 1700444 w 1700444"/>
                <a:gd name="connsiteY2" fmla="*/ 1861185 h 1992061"/>
                <a:gd name="connsiteX3" fmla="*/ 746760 w 1700444"/>
                <a:gd name="connsiteY3" fmla="*/ 1842135 h 1992061"/>
                <a:gd name="connsiteX4" fmla="*/ 0 w 1700444"/>
                <a:gd name="connsiteY4" fmla="*/ 0 h 1992061"/>
                <a:gd name="connsiteX0" fmla="*/ 0 w 1700444"/>
                <a:gd name="connsiteY0" fmla="*/ 0 h 1992061"/>
                <a:gd name="connsiteX1" fmla="*/ 1700444 w 1700444"/>
                <a:gd name="connsiteY1" fmla="*/ 403860 h 1992061"/>
                <a:gd name="connsiteX2" fmla="*/ 1700444 w 1700444"/>
                <a:gd name="connsiteY2" fmla="*/ 1861185 h 1992061"/>
                <a:gd name="connsiteX3" fmla="*/ 746760 w 1700444"/>
                <a:gd name="connsiteY3" fmla="*/ 1842135 h 1992061"/>
                <a:gd name="connsiteX4" fmla="*/ 0 w 1700444"/>
                <a:gd name="connsiteY4" fmla="*/ 0 h 1992061"/>
                <a:gd name="connsiteX0" fmla="*/ 0 w 1852844"/>
                <a:gd name="connsiteY0" fmla="*/ 0 h 2014921"/>
                <a:gd name="connsiteX1" fmla="*/ 1852844 w 1852844"/>
                <a:gd name="connsiteY1" fmla="*/ 426720 h 2014921"/>
                <a:gd name="connsiteX2" fmla="*/ 1852844 w 1852844"/>
                <a:gd name="connsiteY2" fmla="*/ 1884045 h 2014921"/>
                <a:gd name="connsiteX3" fmla="*/ 899160 w 1852844"/>
                <a:gd name="connsiteY3" fmla="*/ 1864995 h 2014921"/>
                <a:gd name="connsiteX4" fmla="*/ 0 w 1852844"/>
                <a:gd name="connsiteY4" fmla="*/ 0 h 2014921"/>
                <a:gd name="connsiteX0" fmla="*/ 0 w 1852844"/>
                <a:gd name="connsiteY0" fmla="*/ 0 h 2014921"/>
                <a:gd name="connsiteX1" fmla="*/ 1852844 w 1852844"/>
                <a:gd name="connsiteY1" fmla="*/ 426720 h 2014921"/>
                <a:gd name="connsiteX2" fmla="*/ 1852844 w 1852844"/>
                <a:gd name="connsiteY2" fmla="*/ 1884045 h 2014921"/>
                <a:gd name="connsiteX3" fmla="*/ 899160 w 1852844"/>
                <a:gd name="connsiteY3" fmla="*/ 1864995 h 2014921"/>
                <a:gd name="connsiteX4" fmla="*/ 0 w 1852844"/>
                <a:gd name="connsiteY4" fmla="*/ 0 h 2014921"/>
                <a:gd name="connsiteX0" fmla="*/ 0 w 1982384"/>
                <a:gd name="connsiteY0" fmla="*/ 0 h 2014921"/>
                <a:gd name="connsiteX1" fmla="*/ 1982384 w 1982384"/>
                <a:gd name="connsiteY1" fmla="*/ 182880 h 2014921"/>
                <a:gd name="connsiteX2" fmla="*/ 1852844 w 1982384"/>
                <a:gd name="connsiteY2" fmla="*/ 1884045 h 2014921"/>
                <a:gd name="connsiteX3" fmla="*/ 899160 w 1982384"/>
                <a:gd name="connsiteY3" fmla="*/ 1864995 h 2014921"/>
                <a:gd name="connsiteX4" fmla="*/ 0 w 1982384"/>
                <a:gd name="connsiteY4" fmla="*/ 0 h 2014921"/>
                <a:gd name="connsiteX0" fmla="*/ 0 w 1982384"/>
                <a:gd name="connsiteY0" fmla="*/ 0 h 2014921"/>
                <a:gd name="connsiteX1" fmla="*/ 1982384 w 1982384"/>
                <a:gd name="connsiteY1" fmla="*/ 182880 h 2014921"/>
                <a:gd name="connsiteX2" fmla="*/ 1852844 w 1982384"/>
                <a:gd name="connsiteY2" fmla="*/ 1884045 h 2014921"/>
                <a:gd name="connsiteX3" fmla="*/ 899160 w 1982384"/>
                <a:gd name="connsiteY3" fmla="*/ 1864995 h 2014921"/>
                <a:gd name="connsiteX4" fmla="*/ 0 w 1982384"/>
                <a:gd name="connsiteY4" fmla="*/ 0 h 2014921"/>
                <a:gd name="connsiteX0" fmla="*/ 0 w 1982384"/>
                <a:gd name="connsiteY0" fmla="*/ 382744 h 2397665"/>
                <a:gd name="connsiteX1" fmla="*/ 368849 w 1982384"/>
                <a:gd name="connsiteY1" fmla="*/ 1744 h 2397665"/>
                <a:gd name="connsiteX2" fmla="*/ 1982384 w 1982384"/>
                <a:gd name="connsiteY2" fmla="*/ 565624 h 2397665"/>
                <a:gd name="connsiteX3" fmla="*/ 1852844 w 1982384"/>
                <a:gd name="connsiteY3" fmla="*/ 2266789 h 2397665"/>
                <a:gd name="connsiteX4" fmla="*/ 899160 w 1982384"/>
                <a:gd name="connsiteY4" fmla="*/ 2247739 h 2397665"/>
                <a:gd name="connsiteX5" fmla="*/ 0 w 1982384"/>
                <a:gd name="connsiteY5" fmla="*/ 382744 h 2397665"/>
                <a:gd name="connsiteX0" fmla="*/ 0 w 1982384"/>
                <a:gd name="connsiteY0" fmla="*/ 382744 h 2397665"/>
                <a:gd name="connsiteX1" fmla="*/ 368849 w 1982384"/>
                <a:gd name="connsiteY1" fmla="*/ 1744 h 2397665"/>
                <a:gd name="connsiteX2" fmla="*/ 940349 w 1982384"/>
                <a:gd name="connsiteY2" fmla="*/ 740884 h 2397665"/>
                <a:gd name="connsiteX3" fmla="*/ 1982384 w 1982384"/>
                <a:gd name="connsiteY3" fmla="*/ 565624 h 2397665"/>
                <a:gd name="connsiteX4" fmla="*/ 1852844 w 1982384"/>
                <a:gd name="connsiteY4" fmla="*/ 2266789 h 2397665"/>
                <a:gd name="connsiteX5" fmla="*/ 899160 w 1982384"/>
                <a:gd name="connsiteY5" fmla="*/ 2247739 h 2397665"/>
                <a:gd name="connsiteX6" fmla="*/ 0 w 1982384"/>
                <a:gd name="connsiteY6" fmla="*/ 382744 h 2397665"/>
                <a:gd name="connsiteX0" fmla="*/ 0 w 1982384"/>
                <a:gd name="connsiteY0" fmla="*/ 655320 h 2670241"/>
                <a:gd name="connsiteX1" fmla="*/ 368849 w 1982384"/>
                <a:gd name="connsiteY1" fmla="*/ 274320 h 2670241"/>
                <a:gd name="connsiteX2" fmla="*/ 940349 w 1982384"/>
                <a:gd name="connsiteY2" fmla="*/ 1013460 h 2670241"/>
                <a:gd name="connsiteX3" fmla="*/ 787949 w 1982384"/>
                <a:gd name="connsiteY3" fmla="*/ 0 h 2670241"/>
                <a:gd name="connsiteX4" fmla="*/ 1982384 w 1982384"/>
                <a:gd name="connsiteY4" fmla="*/ 838200 h 2670241"/>
                <a:gd name="connsiteX5" fmla="*/ 1852844 w 1982384"/>
                <a:gd name="connsiteY5" fmla="*/ 2539365 h 2670241"/>
                <a:gd name="connsiteX6" fmla="*/ 899160 w 1982384"/>
                <a:gd name="connsiteY6" fmla="*/ 2520315 h 2670241"/>
                <a:gd name="connsiteX7" fmla="*/ 0 w 1982384"/>
                <a:gd name="connsiteY7" fmla="*/ 655320 h 2670241"/>
                <a:gd name="connsiteX0" fmla="*/ 0 w 1982384"/>
                <a:gd name="connsiteY0" fmla="*/ 708746 h 2723667"/>
                <a:gd name="connsiteX1" fmla="*/ 368849 w 1982384"/>
                <a:gd name="connsiteY1" fmla="*/ 327746 h 2723667"/>
                <a:gd name="connsiteX2" fmla="*/ 940349 w 1982384"/>
                <a:gd name="connsiteY2" fmla="*/ 1066886 h 2723667"/>
                <a:gd name="connsiteX3" fmla="*/ 787949 w 1982384"/>
                <a:gd name="connsiteY3" fmla="*/ 53426 h 2723667"/>
                <a:gd name="connsiteX4" fmla="*/ 1222289 w 1982384"/>
                <a:gd name="connsiteY4" fmla="*/ 30566 h 2723667"/>
                <a:gd name="connsiteX5" fmla="*/ 1982384 w 1982384"/>
                <a:gd name="connsiteY5" fmla="*/ 891626 h 2723667"/>
                <a:gd name="connsiteX6" fmla="*/ 1852844 w 1982384"/>
                <a:gd name="connsiteY6" fmla="*/ 2592791 h 2723667"/>
                <a:gd name="connsiteX7" fmla="*/ 899160 w 1982384"/>
                <a:gd name="connsiteY7" fmla="*/ 2573741 h 2723667"/>
                <a:gd name="connsiteX8" fmla="*/ 0 w 1982384"/>
                <a:gd name="connsiteY8" fmla="*/ 708746 h 2723667"/>
                <a:gd name="connsiteX0" fmla="*/ 0 w 1982384"/>
                <a:gd name="connsiteY0" fmla="*/ 708746 h 2723667"/>
                <a:gd name="connsiteX1" fmla="*/ 368849 w 1982384"/>
                <a:gd name="connsiteY1" fmla="*/ 327746 h 2723667"/>
                <a:gd name="connsiteX2" fmla="*/ 940349 w 1982384"/>
                <a:gd name="connsiteY2" fmla="*/ 1066886 h 2723667"/>
                <a:gd name="connsiteX3" fmla="*/ 787949 w 1982384"/>
                <a:gd name="connsiteY3" fmla="*/ 53426 h 2723667"/>
                <a:gd name="connsiteX4" fmla="*/ 1222289 w 1982384"/>
                <a:gd name="connsiteY4" fmla="*/ 30566 h 2723667"/>
                <a:gd name="connsiteX5" fmla="*/ 1450889 w 1982384"/>
                <a:gd name="connsiteY5" fmla="*/ 1112606 h 2723667"/>
                <a:gd name="connsiteX6" fmla="*/ 1982384 w 1982384"/>
                <a:gd name="connsiteY6" fmla="*/ 891626 h 2723667"/>
                <a:gd name="connsiteX7" fmla="*/ 1852844 w 1982384"/>
                <a:gd name="connsiteY7" fmla="*/ 2592791 h 2723667"/>
                <a:gd name="connsiteX8" fmla="*/ 899160 w 1982384"/>
                <a:gd name="connsiteY8" fmla="*/ 2573741 h 2723667"/>
                <a:gd name="connsiteX9" fmla="*/ 0 w 1982384"/>
                <a:gd name="connsiteY9" fmla="*/ 708746 h 2723667"/>
                <a:gd name="connsiteX0" fmla="*/ 0 w 1982384"/>
                <a:gd name="connsiteY0" fmla="*/ 708746 h 2723667"/>
                <a:gd name="connsiteX1" fmla="*/ 368849 w 1982384"/>
                <a:gd name="connsiteY1" fmla="*/ 327746 h 2723667"/>
                <a:gd name="connsiteX2" fmla="*/ 940349 w 1982384"/>
                <a:gd name="connsiteY2" fmla="*/ 1066886 h 2723667"/>
                <a:gd name="connsiteX3" fmla="*/ 787949 w 1982384"/>
                <a:gd name="connsiteY3" fmla="*/ 53426 h 2723667"/>
                <a:gd name="connsiteX4" fmla="*/ 1222289 w 1982384"/>
                <a:gd name="connsiteY4" fmla="*/ 30566 h 2723667"/>
                <a:gd name="connsiteX5" fmla="*/ 1450889 w 1982384"/>
                <a:gd name="connsiteY5" fmla="*/ 1112606 h 2723667"/>
                <a:gd name="connsiteX6" fmla="*/ 1786169 w 1982384"/>
                <a:gd name="connsiteY6" fmla="*/ 182966 h 2723667"/>
                <a:gd name="connsiteX7" fmla="*/ 1982384 w 1982384"/>
                <a:gd name="connsiteY7" fmla="*/ 891626 h 2723667"/>
                <a:gd name="connsiteX8" fmla="*/ 1852844 w 1982384"/>
                <a:gd name="connsiteY8" fmla="*/ 2592791 h 2723667"/>
                <a:gd name="connsiteX9" fmla="*/ 899160 w 1982384"/>
                <a:gd name="connsiteY9" fmla="*/ 2573741 h 2723667"/>
                <a:gd name="connsiteX10" fmla="*/ 0 w 1982384"/>
                <a:gd name="connsiteY10" fmla="*/ 708746 h 2723667"/>
                <a:gd name="connsiteX0" fmla="*/ 0 w 2180504"/>
                <a:gd name="connsiteY0" fmla="*/ 708746 h 2723667"/>
                <a:gd name="connsiteX1" fmla="*/ 368849 w 2180504"/>
                <a:gd name="connsiteY1" fmla="*/ 327746 h 2723667"/>
                <a:gd name="connsiteX2" fmla="*/ 940349 w 2180504"/>
                <a:gd name="connsiteY2" fmla="*/ 1066886 h 2723667"/>
                <a:gd name="connsiteX3" fmla="*/ 787949 w 2180504"/>
                <a:gd name="connsiteY3" fmla="*/ 53426 h 2723667"/>
                <a:gd name="connsiteX4" fmla="*/ 1222289 w 2180504"/>
                <a:gd name="connsiteY4" fmla="*/ 30566 h 2723667"/>
                <a:gd name="connsiteX5" fmla="*/ 1450889 w 2180504"/>
                <a:gd name="connsiteY5" fmla="*/ 1112606 h 2723667"/>
                <a:gd name="connsiteX6" fmla="*/ 1786169 w 2180504"/>
                <a:gd name="connsiteY6" fmla="*/ 182966 h 2723667"/>
                <a:gd name="connsiteX7" fmla="*/ 2180504 w 2180504"/>
                <a:gd name="connsiteY7" fmla="*/ 282026 h 2723667"/>
                <a:gd name="connsiteX8" fmla="*/ 1852844 w 2180504"/>
                <a:gd name="connsiteY8" fmla="*/ 2592791 h 2723667"/>
                <a:gd name="connsiteX9" fmla="*/ 899160 w 2180504"/>
                <a:gd name="connsiteY9" fmla="*/ 2573741 h 2723667"/>
                <a:gd name="connsiteX10" fmla="*/ 0 w 2180504"/>
                <a:gd name="connsiteY10" fmla="*/ 708746 h 2723667"/>
                <a:gd name="connsiteX0" fmla="*/ 0 w 2180504"/>
                <a:gd name="connsiteY0" fmla="*/ 708746 h 2723667"/>
                <a:gd name="connsiteX1" fmla="*/ 368849 w 2180504"/>
                <a:gd name="connsiteY1" fmla="*/ 327746 h 2723667"/>
                <a:gd name="connsiteX2" fmla="*/ 940349 w 2180504"/>
                <a:gd name="connsiteY2" fmla="*/ 1066886 h 2723667"/>
                <a:gd name="connsiteX3" fmla="*/ 787949 w 2180504"/>
                <a:gd name="connsiteY3" fmla="*/ 53426 h 2723667"/>
                <a:gd name="connsiteX4" fmla="*/ 1222289 w 2180504"/>
                <a:gd name="connsiteY4" fmla="*/ 30566 h 2723667"/>
                <a:gd name="connsiteX5" fmla="*/ 1450889 w 2180504"/>
                <a:gd name="connsiteY5" fmla="*/ 1112606 h 2723667"/>
                <a:gd name="connsiteX6" fmla="*/ 1786169 w 2180504"/>
                <a:gd name="connsiteY6" fmla="*/ 182966 h 2723667"/>
                <a:gd name="connsiteX7" fmla="*/ 2180504 w 2180504"/>
                <a:gd name="connsiteY7" fmla="*/ 282026 h 2723667"/>
                <a:gd name="connsiteX8" fmla="*/ 1852844 w 2180504"/>
                <a:gd name="connsiteY8" fmla="*/ 2592791 h 2723667"/>
                <a:gd name="connsiteX9" fmla="*/ 899160 w 2180504"/>
                <a:gd name="connsiteY9" fmla="*/ 2573741 h 2723667"/>
                <a:gd name="connsiteX10" fmla="*/ 0 w 2180504"/>
                <a:gd name="connsiteY10" fmla="*/ 708746 h 2723667"/>
                <a:gd name="connsiteX0" fmla="*/ 0 w 2180504"/>
                <a:gd name="connsiteY0" fmla="*/ 708746 h 2723667"/>
                <a:gd name="connsiteX1" fmla="*/ 368849 w 2180504"/>
                <a:gd name="connsiteY1" fmla="*/ 327746 h 2723667"/>
                <a:gd name="connsiteX2" fmla="*/ 940349 w 2180504"/>
                <a:gd name="connsiteY2" fmla="*/ 1066886 h 2723667"/>
                <a:gd name="connsiteX3" fmla="*/ 787949 w 2180504"/>
                <a:gd name="connsiteY3" fmla="*/ 53426 h 2723667"/>
                <a:gd name="connsiteX4" fmla="*/ 1222289 w 2180504"/>
                <a:gd name="connsiteY4" fmla="*/ 30566 h 2723667"/>
                <a:gd name="connsiteX5" fmla="*/ 1450889 w 2180504"/>
                <a:gd name="connsiteY5" fmla="*/ 1112606 h 2723667"/>
                <a:gd name="connsiteX6" fmla="*/ 1786169 w 2180504"/>
                <a:gd name="connsiteY6" fmla="*/ 182966 h 2723667"/>
                <a:gd name="connsiteX7" fmla="*/ 2180504 w 2180504"/>
                <a:gd name="connsiteY7" fmla="*/ 282026 h 2723667"/>
                <a:gd name="connsiteX8" fmla="*/ 1852844 w 2180504"/>
                <a:gd name="connsiteY8" fmla="*/ 2592791 h 2723667"/>
                <a:gd name="connsiteX9" fmla="*/ 899160 w 2180504"/>
                <a:gd name="connsiteY9" fmla="*/ 2573741 h 2723667"/>
                <a:gd name="connsiteX10" fmla="*/ 0 w 2180504"/>
                <a:gd name="connsiteY10" fmla="*/ 708746 h 2723667"/>
                <a:gd name="connsiteX0" fmla="*/ 0 w 2180504"/>
                <a:gd name="connsiteY0" fmla="*/ 708746 h 2723667"/>
                <a:gd name="connsiteX1" fmla="*/ 368849 w 2180504"/>
                <a:gd name="connsiteY1" fmla="*/ 327746 h 2723667"/>
                <a:gd name="connsiteX2" fmla="*/ 940349 w 2180504"/>
                <a:gd name="connsiteY2" fmla="*/ 1066886 h 2723667"/>
                <a:gd name="connsiteX3" fmla="*/ 787949 w 2180504"/>
                <a:gd name="connsiteY3" fmla="*/ 53426 h 2723667"/>
                <a:gd name="connsiteX4" fmla="*/ 1222289 w 2180504"/>
                <a:gd name="connsiteY4" fmla="*/ 30566 h 2723667"/>
                <a:gd name="connsiteX5" fmla="*/ 1450889 w 2180504"/>
                <a:gd name="connsiteY5" fmla="*/ 1112606 h 2723667"/>
                <a:gd name="connsiteX6" fmla="*/ 1786169 w 2180504"/>
                <a:gd name="connsiteY6" fmla="*/ 182966 h 2723667"/>
                <a:gd name="connsiteX7" fmla="*/ 2180504 w 2180504"/>
                <a:gd name="connsiteY7" fmla="*/ 282026 h 2723667"/>
                <a:gd name="connsiteX8" fmla="*/ 1852844 w 2180504"/>
                <a:gd name="connsiteY8" fmla="*/ 2592791 h 2723667"/>
                <a:gd name="connsiteX9" fmla="*/ 899160 w 2180504"/>
                <a:gd name="connsiteY9" fmla="*/ 2573741 h 2723667"/>
                <a:gd name="connsiteX10" fmla="*/ 0 w 2180504"/>
                <a:gd name="connsiteY10" fmla="*/ 708746 h 2723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80504" h="2723667">
                  <a:moveTo>
                    <a:pt x="0" y="708746"/>
                  </a:moveTo>
                  <a:cubicBezTo>
                    <a:pt x="343930" y="741766"/>
                    <a:pt x="24919" y="294726"/>
                    <a:pt x="368849" y="327746"/>
                  </a:cubicBezTo>
                  <a:cubicBezTo>
                    <a:pt x="437429" y="350606"/>
                    <a:pt x="871769" y="1044026"/>
                    <a:pt x="940349" y="1066886"/>
                  </a:cubicBezTo>
                  <a:cubicBezTo>
                    <a:pt x="998769" y="1054186"/>
                    <a:pt x="729529" y="66126"/>
                    <a:pt x="787949" y="53426"/>
                  </a:cubicBezTo>
                  <a:cubicBezTo>
                    <a:pt x="955589" y="167726"/>
                    <a:pt x="1054649" y="-83734"/>
                    <a:pt x="1222289" y="30566"/>
                  </a:cubicBezTo>
                  <a:cubicBezTo>
                    <a:pt x="1275629" y="94066"/>
                    <a:pt x="1397549" y="1049106"/>
                    <a:pt x="1450889" y="1112606"/>
                  </a:cubicBezTo>
                  <a:cubicBezTo>
                    <a:pt x="1549949" y="1071966"/>
                    <a:pt x="1687109" y="223606"/>
                    <a:pt x="1786169" y="182966"/>
                  </a:cubicBezTo>
                  <a:cubicBezTo>
                    <a:pt x="1917614" y="215986"/>
                    <a:pt x="2003339" y="149946"/>
                    <a:pt x="2180504" y="282026"/>
                  </a:cubicBezTo>
                  <a:cubicBezTo>
                    <a:pt x="1817284" y="1268181"/>
                    <a:pt x="1896024" y="2025736"/>
                    <a:pt x="1852844" y="2592791"/>
                  </a:cubicBezTo>
                  <a:cubicBezTo>
                    <a:pt x="1611149" y="2726141"/>
                    <a:pt x="1074180" y="2811866"/>
                    <a:pt x="899160" y="2573741"/>
                  </a:cubicBezTo>
                  <a:cubicBezTo>
                    <a:pt x="772160" y="2058756"/>
                    <a:pt x="1170940" y="1642831"/>
                    <a:pt x="0" y="708746"/>
                  </a:cubicBezTo>
                  <a:close/>
                </a:path>
              </a:pathLst>
            </a:custGeom>
            <a:solidFill>
              <a:srgbClr val="A1EF27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2">
              <a:extLst>
                <a:ext uri="{FF2B5EF4-FFF2-40B4-BE49-F238E27FC236}">
                  <a16:creationId xmlns:a16="http://schemas.microsoft.com/office/drawing/2014/main" id="{9C9282E6-F4B0-1FAF-F9BF-3E799310DDF4}"/>
                </a:ext>
              </a:extLst>
            </p:cNvPr>
            <p:cNvSpPr/>
            <p:nvPr/>
          </p:nvSpPr>
          <p:spPr>
            <a:xfrm rot="2375296">
              <a:off x="2715263" y="2678477"/>
              <a:ext cx="2217407" cy="2276210"/>
            </a:xfrm>
            <a:custGeom>
              <a:avLst/>
              <a:gdLst>
                <a:gd name="connsiteX0" fmla="*/ 0 w 1001485"/>
                <a:gd name="connsiteY0" fmla="*/ 0 h 638629"/>
                <a:gd name="connsiteX1" fmla="*/ 1001485 w 1001485"/>
                <a:gd name="connsiteY1" fmla="*/ 0 h 638629"/>
                <a:gd name="connsiteX2" fmla="*/ 1001485 w 1001485"/>
                <a:gd name="connsiteY2" fmla="*/ 638629 h 638629"/>
                <a:gd name="connsiteX3" fmla="*/ 0 w 1001485"/>
                <a:gd name="connsiteY3" fmla="*/ 638629 h 638629"/>
                <a:gd name="connsiteX4" fmla="*/ 0 w 1001485"/>
                <a:gd name="connsiteY4" fmla="*/ 0 h 638629"/>
                <a:gd name="connsiteX0" fmla="*/ 246743 w 1248228"/>
                <a:gd name="connsiteY0" fmla="*/ 0 h 914401"/>
                <a:gd name="connsiteX1" fmla="*/ 1248228 w 1248228"/>
                <a:gd name="connsiteY1" fmla="*/ 0 h 914401"/>
                <a:gd name="connsiteX2" fmla="*/ 1248228 w 1248228"/>
                <a:gd name="connsiteY2" fmla="*/ 638629 h 914401"/>
                <a:gd name="connsiteX3" fmla="*/ 0 w 1248228"/>
                <a:gd name="connsiteY3" fmla="*/ 914401 h 914401"/>
                <a:gd name="connsiteX4" fmla="*/ 246743 w 1248228"/>
                <a:gd name="connsiteY4" fmla="*/ 0 h 914401"/>
                <a:gd name="connsiteX0" fmla="*/ 457977 w 1459462"/>
                <a:gd name="connsiteY0" fmla="*/ 43543 h 957944"/>
                <a:gd name="connsiteX1" fmla="*/ 1459462 w 1459462"/>
                <a:gd name="connsiteY1" fmla="*/ 43543 h 957944"/>
                <a:gd name="connsiteX2" fmla="*/ 1459462 w 1459462"/>
                <a:gd name="connsiteY2" fmla="*/ 682172 h 957944"/>
                <a:gd name="connsiteX3" fmla="*/ 211234 w 1459462"/>
                <a:gd name="connsiteY3" fmla="*/ 957944 h 957944"/>
                <a:gd name="connsiteX4" fmla="*/ 8034 w 1459462"/>
                <a:gd name="connsiteY4" fmla="*/ 0 h 957944"/>
                <a:gd name="connsiteX5" fmla="*/ 457977 w 1459462"/>
                <a:gd name="connsiteY5" fmla="*/ 43543 h 957944"/>
                <a:gd name="connsiteX0" fmla="*/ 516034 w 1459462"/>
                <a:gd name="connsiteY0" fmla="*/ 0 h 1915887"/>
                <a:gd name="connsiteX1" fmla="*/ 1459462 w 1459462"/>
                <a:gd name="connsiteY1" fmla="*/ 1001486 h 1915887"/>
                <a:gd name="connsiteX2" fmla="*/ 1459462 w 1459462"/>
                <a:gd name="connsiteY2" fmla="*/ 1640115 h 1915887"/>
                <a:gd name="connsiteX3" fmla="*/ 211234 w 1459462"/>
                <a:gd name="connsiteY3" fmla="*/ 1915887 h 1915887"/>
                <a:gd name="connsiteX4" fmla="*/ 8034 w 1459462"/>
                <a:gd name="connsiteY4" fmla="*/ 957943 h 1915887"/>
                <a:gd name="connsiteX5" fmla="*/ 516034 w 1459462"/>
                <a:gd name="connsiteY5" fmla="*/ 0 h 1915887"/>
                <a:gd name="connsiteX0" fmla="*/ 516034 w 1488491"/>
                <a:gd name="connsiteY0" fmla="*/ 153248 h 2069135"/>
                <a:gd name="connsiteX1" fmla="*/ 1488491 w 1488491"/>
                <a:gd name="connsiteY1" fmla="*/ 37135 h 2069135"/>
                <a:gd name="connsiteX2" fmla="*/ 1459462 w 1488491"/>
                <a:gd name="connsiteY2" fmla="*/ 1154734 h 2069135"/>
                <a:gd name="connsiteX3" fmla="*/ 1459462 w 1488491"/>
                <a:gd name="connsiteY3" fmla="*/ 1793363 h 2069135"/>
                <a:gd name="connsiteX4" fmla="*/ 211234 w 1488491"/>
                <a:gd name="connsiteY4" fmla="*/ 2069135 h 2069135"/>
                <a:gd name="connsiteX5" fmla="*/ 8034 w 1488491"/>
                <a:gd name="connsiteY5" fmla="*/ 1111191 h 2069135"/>
                <a:gd name="connsiteX6" fmla="*/ 516034 w 1488491"/>
                <a:gd name="connsiteY6" fmla="*/ 153248 h 2069135"/>
                <a:gd name="connsiteX0" fmla="*/ 516034 w 2069062"/>
                <a:gd name="connsiteY0" fmla="*/ 153248 h 2069135"/>
                <a:gd name="connsiteX1" fmla="*/ 1488491 w 2069062"/>
                <a:gd name="connsiteY1" fmla="*/ 37135 h 2069135"/>
                <a:gd name="connsiteX2" fmla="*/ 2069062 w 2069062"/>
                <a:gd name="connsiteY2" fmla="*/ 603191 h 2069135"/>
                <a:gd name="connsiteX3" fmla="*/ 1459462 w 2069062"/>
                <a:gd name="connsiteY3" fmla="*/ 1793363 h 2069135"/>
                <a:gd name="connsiteX4" fmla="*/ 211234 w 2069062"/>
                <a:gd name="connsiteY4" fmla="*/ 2069135 h 2069135"/>
                <a:gd name="connsiteX5" fmla="*/ 8034 w 2069062"/>
                <a:gd name="connsiteY5" fmla="*/ 1111191 h 2069135"/>
                <a:gd name="connsiteX6" fmla="*/ 516034 w 2069062"/>
                <a:gd name="connsiteY6" fmla="*/ 153248 h 2069135"/>
                <a:gd name="connsiteX0" fmla="*/ 516034 w 2195583"/>
                <a:gd name="connsiteY0" fmla="*/ 153248 h 2069135"/>
                <a:gd name="connsiteX1" fmla="*/ 1488491 w 2195583"/>
                <a:gd name="connsiteY1" fmla="*/ 37135 h 2069135"/>
                <a:gd name="connsiteX2" fmla="*/ 2069062 w 2195583"/>
                <a:gd name="connsiteY2" fmla="*/ 603191 h 2069135"/>
                <a:gd name="connsiteX3" fmla="*/ 2170661 w 2195583"/>
                <a:gd name="connsiteY3" fmla="*/ 1415992 h 2069135"/>
                <a:gd name="connsiteX4" fmla="*/ 1459462 w 2195583"/>
                <a:gd name="connsiteY4" fmla="*/ 1793363 h 2069135"/>
                <a:gd name="connsiteX5" fmla="*/ 211234 w 2195583"/>
                <a:gd name="connsiteY5" fmla="*/ 2069135 h 2069135"/>
                <a:gd name="connsiteX6" fmla="*/ 8034 w 2195583"/>
                <a:gd name="connsiteY6" fmla="*/ 1111191 h 2069135"/>
                <a:gd name="connsiteX7" fmla="*/ 516034 w 2195583"/>
                <a:gd name="connsiteY7" fmla="*/ 153248 h 2069135"/>
                <a:gd name="connsiteX0" fmla="*/ 516034 w 2195583"/>
                <a:gd name="connsiteY0" fmla="*/ 153248 h 2359420"/>
                <a:gd name="connsiteX1" fmla="*/ 1488491 w 2195583"/>
                <a:gd name="connsiteY1" fmla="*/ 37135 h 2359420"/>
                <a:gd name="connsiteX2" fmla="*/ 2069062 w 2195583"/>
                <a:gd name="connsiteY2" fmla="*/ 603191 h 2359420"/>
                <a:gd name="connsiteX3" fmla="*/ 2170661 w 2195583"/>
                <a:gd name="connsiteY3" fmla="*/ 1415992 h 2359420"/>
                <a:gd name="connsiteX4" fmla="*/ 1227233 w 2195583"/>
                <a:gd name="connsiteY4" fmla="*/ 2359420 h 2359420"/>
                <a:gd name="connsiteX5" fmla="*/ 211234 w 2195583"/>
                <a:gd name="connsiteY5" fmla="*/ 2069135 h 2359420"/>
                <a:gd name="connsiteX6" fmla="*/ 8034 w 2195583"/>
                <a:gd name="connsiteY6" fmla="*/ 1111191 h 2359420"/>
                <a:gd name="connsiteX7" fmla="*/ 516034 w 2195583"/>
                <a:gd name="connsiteY7" fmla="*/ 153248 h 2359420"/>
                <a:gd name="connsiteX0" fmla="*/ 801193 w 2480742"/>
                <a:gd name="connsiteY0" fmla="*/ 153248 h 2359420"/>
                <a:gd name="connsiteX1" fmla="*/ 1773650 w 2480742"/>
                <a:gd name="connsiteY1" fmla="*/ 37135 h 2359420"/>
                <a:gd name="connsiteX2" fmla="*/ 2354221 w 2480742"/>
                <a:gd name="connsiteY2" fmla="*/ 603191 h 2359420"/>
                <a:gd name="connsiteX3" fmla="*/ 2455820 w 2480742"/>
                <a:gd name="connsiteY3" fmla="*/ 1415992 h 2359420"/>
                <a:gd name="connsiteX4" fmla="*/ 1512392 w 2480742"/>
                <a:gd name="connsiteY4" fmla="*/ 2359420 h 2359420"/>
                <a:gd name="connsiteX5" fmla="*/ 496393 w 2480742"/>
                <a:gd name="connsiteY5" fmla="*/ 2069135 h 2359420"/>
                <a:gd name="connsiteX6" fmla="*/ 293193 w 2480742"/>
                <a:gd name="connsiteY6" fmla="*/ 1111191 h 2359420"/>
                <a:gd name="connsiteX7" fmla="*/ 801193 w 2480742"/>
                <a:gd name="connsiteY7" fmla="*/ 153248 h 2359420"/>
                <a:gd name="connsiteX0" fmla="*/ 751841 w 2431390"/>
                <a:gd name="connsiteY0" fmla="*/ 153248 h 2359420"/>
                <a:gd name="connsiteX1" fmla="*/ 1724298 w 2431390"/>
                <a:gd name="connsiteY1" fmla="*/ 37135 h 2359420"/>
                <a:gd name="connsiteX2" fmla="*/ 2304869 w 2431390"/>
                <a:gd name="connsiteY2" fmla="*/ 603191 h 2359420"/>
                <a:gd name="connsiteX3" fmla="*/ 2406468 w 2431390"/>
                <a:gd name="connsiteY3" fmla="*/ 1415992 h 2359420"/>
                <a:gd name="connsiteX4" fmla="*/ 1463040 w 2431390"/>
                <a:gd name="connsiteY4" fmla="*/ 2359420 h 2359420"/>
                <a:gd name="connsiteX5" fmla="*/ 447041 w 2431390"/>
                <a:gd name="connsiteY5" fmla="*/ 2069135 h 2359420"/>
                <a:gd name="connsiteX6" fmla="*/ 243841 w 2431390"/>
                <a:gd name="connsiteY6" fmla="*/ 1111191 h 2359420"/>
                <a:gd name="connsiteX7" fmla="*/ 751841 w 2431390"/>
                <a:gd name="connsiteY7" fmla="*/ 153248 h 2359420"/>
                <a:gd name="connsiteX0" fmla="*/ 751841 w 2431390"/>
                <a:gd name="connsiteY0" fmla="*/ 153248 h 2359420"/>
                <a:gd name="connsiteX1" fmla="*/ 1724298 w 2431390"/>
                <a:gd name="connsiteY1" fmla="*/ 37135 h 2359420"/>
                <a:gd name="connsiteX2" fmla="*/ 2304869 w 2431390"/>
                <a:gd name="connsiteY2" fmla="*/ 603191 h 2359420"/>
                <a:gd name="connsiteX3" fmla="*/ 2406468 w 2431390"/>
                <a:gd name="connsiteY3" fmla="*/ 1415992 h 2359420"/>
                <a:gd name="connsiteX4" fmla="*/ 1463040 w 2431390"/>
                <a:gd name="connsiteY4" fmla="*/ 2359420 h 2359420"/>
                <a:gd name="connsiteX5" fmla="*/ 447041 w 2431390"/>
                <a:gd name="connsiteY5" fmla="*/ 2069135 h 2359420"/>
                <a:gd name="connsiteX6" fmla="*/ 243841 w 2431390"/>
                <a:gd name="connsiteY6" fmla="*/ 1111191 h 2359420"/>
                <a:gd name="connsiteX7" fmla="*/ 751841 w 2431390"/>
                <a:gd name="connsiteY7" fmla="*/ 153248 h 2359420"/>
                <a:gd name="connsiteX0" fmla="*/ 751841 w 2431390"/>
                <a:gd name="connsiteY0" fmla="*/ 335920 h 2542092"/>
                <a:gd name="connsiteX1" fmla="*/ 1724298 w 2431390"/>
                <a:gd name="connsiteY1" fmla="*/ 219807 h 2542092"/>
                <a:gd name="connsiteX2" fmla="*/ 2304869 w 2431390"/>
                <a:gd name="connsiteY2" fmla="*/ 785863 h 2542092"/>
                <a:gd name="connsiteX3" fmla="*/ 2406468 w 2431390"/>
                <a:gd name="connsiteY3" fmla="*/ 1598664 h 2542092"/>
                <a:gd name="connsiteX4" fmla="*/ 1463040 w 2431390"/>
                <a:gd name="connsiteY4" fmla="*/ 2542092 h 2542092"/>
                <a:gd name="connsiteX5" fmla="*/ 447041 w 2431390"/>
                <a:gd name="connsiteY5" fmla="*/ 2251807 h 2542092"/>
                <a:gd name="connsiteX6" fmla="*/ 243841 w 2431390"/>
                <a:gd name="connsiteY6" fmla="*/ 1293863 h 2542092"/>
                <a:gd name="connsiteX7" fmla="*/ 751841 w 2431390"/>
                <a:gd name="connsiteY7" fmla="*/ 335920 h 2542092"/>
                <a:gd name="connsiteX0" fmla="*/ 751841 w 2431390"/>
                <a:gd name="connsiteY0" fmla="*/ 335920 h 2542092"/>
                <a:gd name="connsiteX1" fmla="*/ 1724298 w 2431390"/>
                <a:gd name="connsiteY1" fmla="*/ 219807 h 2542092"/>
                <a:gd name="connsiteX2" fmla="*/ 2304869 w 2431390"/>
                <a:gd name="connsiteY2" fmla="*/ 785863 h 2542092"/>
                <a:gd name="connsiteX3" fmla="*/ 2406468 w 2431390"/>
                <a:gd name="connsiteY3" fmla="*/ 1598664 h 2542092"/>
                <a:gd name="connsiteX4" fmla="*/ 1463040 w 2431390"/>
                <a:gd name="connsiteY4" fmla="*/ 2542092 h 2542092"/>
                <a:gd name="connsiteX5" fmla="*/ 447041 w 2431390"/>
                <a:gd name="connsiteY5" fmla="*/ 2251807 h 2542092"/>
                <a:gd name="connsiteX6" fmla="*/ 243841 w 2431390"/>
                <a:gd name="connsiteY6" fmla="*/ 1293863 h 2542092"/>
                <a:gd name="connsiteX7" fmla="*/ 751841 w 2431390"/>
                <a:gd name="connsiteY7" fmla="*/ 335920 h 2542092"/>
                <a:gd name="connsiteX0" fmla="*/ 751841 w 2431390"/>
                <a:gd name="connsiteY0" fmla="*/ 335920 h 2542092"/>
                <a:gd name="connsiteX1" fmla="*/ 1724298 w 2431390"/>
                <a:gd name="connsiteY1" fmla="*/ 219807 h 2542092"/>
                <a:gd name="connsiteX2" fmla="*/ 2304869 w 2431390"/>
                <a:gd name="connsiteY2" fmla="*/ 785863 h 2542092"/>
                <a:gd name="connsiteX3" fmla="*/ 2406468 w 2431390"/>
                <a:gd name="connsiteY3" fmla="*/ 1598664 h 2542092"/>
                <a:gd name="connsiteX4" fmla="*/ 1463040 w 2431390"/>
                <a:gd name="connsiteY4" fmla="*/ 2542092 h 2542092"/>
                <a:gd name="connsiteX5" fmla="*/ 447041 w 2431390"/>
                <a:gd name="connsiteY5" fmla="*/ 2251807 h 2542092"/>
                <a:gd name="connsiteX6" fmla="*/ 243841 w 2431390"/>
                <a:gd name="connsiteY6" fmla="*/ 1293863 h 2542092"/>
                <a:gd name="connsiteX7" fmla="*/ 751841 w 2431390"/>
                <a:gd name="connsiteY7" fmla="*/ 335920 h 2542092"/>
                <a:gd name="connsiteX0" fmla="*/ 751841 w 2643407"/>
                <a:gd name="connsiteY0" fmla="*/ 335920 h 2542092"/>
                <a:gd name="connsiteX1" fmla="*/ 1724298 w 2643407"/>
                <a:gd name="connsiteY1" fmla="*/ 219807 h 2542092"/>
                <a:gd name="connsiteX2" fmla="*/ 2304869 w 2643407"/>
                <a:gd name="connsiteY2" fmla="*/ 785863 h 2542092"/>
                <a:gd name="connsiteX3" fmla="*/ 2406468 w 2643407"/>
                <a:gd name="connsiteY3" fmla="*/ 1598664 h 2542092"/>
                <a:gd name="connsiteX4" fmla="*/ 1463040 w 2643407"/>
                <a:gd name="connsiteY4" fmla="*/ 2542092 h 2542092"/>
                <a:gd name="connsiteX5" fmla="*/ 447041 w 2643407"/>
                <a:gd name="connsiteY5" fmla="*/ 2251807 h 2542092"/>
                <a:gd name="connsiteX6" fmla="*/ 243841 w 2643407"/>
                <a:gd name="connsiteY6" fmla="*/ 1293863 h 2542092"/>
                <a:gd name="connsiteX7" fmla="*/ 751841 w 2643407"/>
                <a:gd name="connsiteY7" fmla="*/ 335920 h 2542092"/>
                <a:gd name="connsiteX0" fmla="*/ 751841 w 2643407"/>
                <a:gd name="connsiteY0" fmla="*/ 335920 h 2545648"/>
                <a:gd name="connsiteX1" fmla="*/ 1724298 w 2643407"/>
                <a:gd name="connsiteY1" fmla="*/ 219807 h 2545648"/>
                <a:gd name="connsiteX2" fmla="*/ 2304869 w 2643407"/>
                <a:gd name="connsiteY2" fmla="*/ 785863 h 2545648"/>
                <a:gd name="connsiteX3" fmla="*/ 2406468 w 2643407"/>
                <a:gd name="connsiteY3" fmla="*/ 1598664 h 2545648"/>
                <a:gd name="connsiteX4" fmla="*/ 1463040 w 2643407"/>
                <a:gd name="connsiteY4" fmla="*/ 2542092 h 2545648"/>
                <a:gd name="connsiteX5" fmla="*/ 447041 w 2643407"/>
                <a:gd name="connsiteY5" fmla="*/ 2251807 h 2545648"/>
                <a:gd name="connsiteX6" fmla="*/ 243841 w 2643407"/>
                <a:gd name="connsiteY6" fmla="*/ 1293863 h 2545648"/>
                <a:gd name="connsiteX7" fmla="*/ 751841 w 2643407"/>
                <a:gd name="connsiteY7" fmla="*/ 335920 h 2545648"/>
                <a:gd name="connsiteX0" fmla="*/ 751841 w 2643407"/>
                <a:gd name="connsiteY0" fmla="*/ 335920 h 2545880"/>
                <a:gd name="connsiteX1" fmla="*/ 1724298 w 2643407"/>
                <a:gd name="connsiteY1" fmla="*/ 219807 h 2545880"/>
                <a:gd name="connsiteX2" fmla="*/ 2304869 w 2643407"/>
                <a:gd name="connsiteY2" fmla="*/ 785863 h 2545880"/>
                <a:gd name="connsiteX3" fmla="*/ 2406468 w 2643407"/>
                <a:gd name="connsiteY3" fmla="*/ 1598664 h 2545880"/>
                <a:gd name="connsiteX4" fmla="*/ 1463040 w 2643407"/>
                <a:gd name="connsiteY4" fmla="*/ 2542092 h 2545880"/>
                <a:gd name="connsiteX5" fmla="*/ 447041 w 2643407"/>
                <a:gd name="connsiteY5" fmla="*/ 2251807 h 2545880"/>
                <a:gd name="connsiteX6" fmla="*/ 243841 w 2643407"/>
                <a:gd name="connsiteY6" fmla="*/ 1293863 h 2545880"/>
                <a:gd name="connsiteX7" fmla="*/ 751841 w 2643407"/>
                <a:gd name="connsiteY7" fmla="*/ 335920 h 2545880"/>
                <a:gd name="connsiteX0" fmla="*/ 751841 w 2643407"/>
                <a:gd name="connsiteY0" fmla="*/ 335920 h 2543048"/>
                <a:gd name="connsiteX1" fmla="*/ 1724298 w 2643407"/>
                <a:gd name="connsiteY1" fmla="*/ 219807 h 2543048"/>
                <a:gd name="connsiteX2" fmla="*/ 2304869 w 2643407"/>
                <a:gd name="connsiteY2" fmla="*/ 785863 h 2543048"/>
                <a:gd name="connsiteX3" fmla="*/ 2406468 w 2643407"/>
                <a:gd name="connsiteY3" fmla="*/ 1598664 h 2543048"/>
                <a:gd name="connsiteX4" fmla="*/ 1463040 w 2643407"/>
                <a:gd name="connsiteY4" fmla="*/ 2542092 h 2543048"/>
                <a:gd name="connsiteX5" fmla="*/ 447041 w 2643407"/>
                <a:gd name="connsiteY5" fmla="*/ 2251807 h 2543048"/>
                <a:gd name="connsiteX6" fmla="*/ 243841 w 2643407"/>
                <a:gd name="connsiteY6" fmla="*/ 1293863 h 2543048"/>
                <a:gd name="connsiteX7" fmla="*/ 751841 w 2643407"/>
                <a:gd name="connsiteY7" fmla="*/ 335920 h 2543048"/>
                <a:gd name="connsiteX0" fmla="*/ 751841 w 2643407"/>
                <a:gd name="connsiteY0" fmla="*/ 335920 h 2543015"/>
                <a:gd name="connsiteX1" fmla="*/ 1724298 w 2643407"/>
                <a:gd name="connsiteY1" fmla="*/ 219807 h 2543015"/>
                <a:gd name="connsiteX2" fmla="*/ 2304869 w 2643407"/>
                <a:gd name="connsiteY2" fmla="*/ 785863 h 2543015"/>
                <a:gd name="connsiteX3" fmla="*/ 2406468 w 2643407"/>
                <a:gd name="connsiteY3" fmla="*/ 1598664 h 2543015"/>
                <a:gd name="connsiteX4" fmla="*/ 1463040 w 2643407"/>
                <a:gd name="connsiteY4" fmla="*/ 2542092 h 2543015"/>
                <a:gd name="connsiteX5" fmla="*/ 447041 w 2643407"/>
                <a:gd name="connsiteY5" fmla="*/ 2251807 h 2543015"/>
                <a:gd name="connsiteX6" fmla="*/ 243841 w 2643407"/>
                <a:gd name="connsiteY6" fmla="*/ 1293863 h 2543015"/>
                <a:gd name="connsiteX7" fmla="*/ 751841 w 2643407"/>
                <a:gd name="connsiteY7" fmla="*/ 335920 h 2543015"/>
                <a:gd name="connsiteX0" fmla="*/ 751841 w 2643407"/>
                <a:gd name="connsiteY0" fmla="*/ 335920 h 2710275"/>
                <a:gd name="connsiteX1" fmla="*/ 1724298 w 2643407"/>
                <a:gd name="connsiteY1" fmla="*/ 219807 h 2710275"/>
                <a:gd name="connsiteX2" fmla="*/ 2304869 w 2643407"/>
                <a:gd name="connsiteY2" fmla="*/ 785863 h 2710275"/>
                <a:gd name="connsiteX3" fmla="*/ 2406468 w 2643407"/>
                <a:gd name="connsiteY3" fmla="*/ 1598664 h 2710275"/>
                <a:gd name="connsiteX4" fmla="*/ 1463040 w 2643407"/>
                <a:gd name="connsiteY4" fmla="*/ 2542092 h 2710275"/>
                <a:gd name="connsiteX5" fmla="*/ 447041 w 2643407"/>
                <a:gd name="connsiteY5" fmla="*/ 2251807 h 2710275"/>
                <a:gd name="connsiteX6" fmla="*/ 243841 w 2643407"/>
                <a:gd name="connsiteY6" fmla="*/ 1293863 h 2710275"/>
                <a:gd name="connsiteX7" fmla="*/ 751841 w 2643407"/>
                <a:gd name="connsiteY7" fmla="*/ 335920 h 2710275"/>
                <a:gd name="connsiteX0" fmla="*/ 751841 w 2643407"/>
                <a:gd name="connsiteY0" fmla="*/ 335920 h 2716951"/>
                <a:gd name="connsiteX1" fmla="*/ 1724298 w 2643407"/>
                <a:gd name="connsiteY1" fmla="*/ 219807 h 2716951"/>
                <a:gd name="connsiteX2" fmla="*/ 2304869 w 2643407"/>
                <a:gd name="connsiteY2" fmla="*/ 785863 h 2716951"/>
                <a:gd name="connsiteX3" fmla="*/ 2406468 w 2643407"/>
                <a:gd name="connsiteY3" fmla="*/ 1598664 h 2716951"/>
                <a:gd name="connsiteX4" fmla="*/ 1463040 w 2643407"/>
                <a:gd name="connsiteY4" fmla="*/ 2542092 h 2716951"/>
                <a:gd name="connsiteX5" fmla="*/ 447041 w 2643407"/>
                <a:gd name="connsiteY5" fmla="*/ 2251807 h 2716951"/>
                <a:gd name="connsiteX6" fmla="*/ 243841 w 2643407"/>
                <a:gd name="connsiteY6" fmla="*/ 1293863 h 2716951"/>
                <a:gd name="connsiteX7" fmla="*/ 751841 w 2643407"/>
                <a:gd name="connsiteY7" fmla="*/ 335920 h 2716951"/>
                <a:gd name="connsiteX0" fmla="*/ 751841 w 2448209"/>
                <a:gd name="connsiteY0" fmla="*/ 335920 h 2716951"/>
                <a:gd name="connsiteX1" fmla="*/ 1724298 w 2448209"/>
                <a:gd name="connsiteY1" fmla="*/ 219807 h 2716951"/>
                <a:gd name="connsiteX2" fmla="*/ 2406468 w 2448209"/>
                <a:gd name="connsiteY2" fmla="*/ 1598664 h 2716951"/>
                <a:gd name="connsiteX3" fmla="*/ 1463040 w 2448209"/>
                <a:gd name="connsiteY3" fmla="*/ 2542092 h 2716951"/>
                <a:gd name="connsiteX4" fmla="*/ 447041 w 2448209"/>
                <a:gd name="connsiteY4" fmla="*/ 2251807 h 2716951"/>
                <a:gd name="connsiteX5" fmla="*/ 243841 w 2448209"/>
                <a:gd name="connsiteY5" fmla="*/ 1293863 h 2716951"/>
                <a:gd name="connsiteX6" fmla="*/ 751841 w 2448209"/>
                <a:gd name="connsiteY6" fmla="*/ 335920 h 2716951"/>
                <a:gd name="connsiteX0" fmla="*/ 751841 w 2409721"/>
                <a:gd name="connsiteY0" fmla="*/ 335920 h 2716951"/>
                <a:gd name="connsiteX1" fmla="*/ 1724298 w 2409721"/>
                <a:gd name="connsiteY1" fmla="*/ 219807 h 2716951"/>
                <a:gd name="connsiteX2" fmla="*/ 2359350 w 2409721"/>
                <a:gd name="connsiteY2" fmla="*/ 1102852 h 2716951"/>
                <a:gd name="connsiteX3" fmla="*/ 1463040 w 2409721"/>
                <a:gd name="connsiteY3" fmla="*/ 2542092 h 2716951"/>
                <a:gd name="connsiteX4" fmla="*/ 447041 w 2409721"/>
                <a:gd name="connsiteY4" fmla="*/ 2251807 h 2716951"/>
                <a:gd name="connsiteX5" fmla="*/ 243841 w 2409721"/>
                <a:gd name="connsiteY5" fmla="*/ 1293863 h 2716951"/>
                <a:gd name="connsiteX6" fmla="*/ 751841 w 2409721"/>
                <a:gd name="connsiteY6" fmla="*/ 335920 h 2716951"/>
                <a:gd name="connsiteX0" fmla="*/ 751841 w 2409721"/>
                <a:gd name="connsiteY0" fmla="*/ 335920 h 2716951"/>
                <a:gd name="connsiteX1" fmla="*/ 1724298 w 2409721"/>
                <a:gd name="connsiteY1" fmla="*/ 219807 h 2716951"/>
                <a:gd name="connsiteX2" fmla="*/ 2359350 w 2409721"/>
                <a:gd name="connsiteY2" fmla="*/ 1102852 h 2716951"/>
                <a:gd name="connsiteX3" fmla="*/ 1463040 w 2409721"/>
                <a:gd name="connsiteY3" fmla="*/ 2542092 h 2716951"/>
                <a:gd name="connsiteX4" fmla="*/ 447041 w 2409721"/>
                <a:gd name="connsiteY4" fmla="*/ 2251807 h 2716951"/>
                <a:gd name="connsiteX5" fmla="*/ 243841 w 2409721"/>
                <a:gd name="connsiteY5" fmla="*/ 1293863 h 2716951"/>
                <a:gd name="connsiteX6" fmla="*/ 751841 w 2409721"/>
                <a:gd name="connsiteY6" fmla="*/ 335920 h 2716951"/>
                <a:gd name="connsiteX0" fmla="*/ 751841 w 2409721"/>
                <a:gd name="connsiteY0" fmla="*/ 335920 h 2716951"/>
                <a:gd name="connsiteX1" fmla="*/ 1724298 w 2409721"/>
                <a:gd name="connsiteY1" fmla="*/ 219807 h 2716951"/>
                <a:gd name="connsiteX2" fmla="*/ 2359350 w 2409721"/>
                <a:gd name="connsiteY2" fmla="*/ 1102852 h 2716951"/>
                <a:gd name="connsiteX3" fmla="*/ 1463040 w 2409721"/>
                <a:gd name="connsiteY3" fmla="*/ 2542092 h 2716951"/>
                <a:gd name="connsiteX4" fmla="*/ 447041 w 2409721"/>
                <a:gd name="connsiteY4" fmla="*/ 2251807 h 2716951"/>
                <a:gd name="connsiteX5" fmla="*/ 243841 w 2409721"/>
                <a:gd name="connsiteY5" fmla="*/ 1293863 h 2716951"/>
                <a:gd name="connsiteX6" fmla="*/ 751841 w 2409721"/>
                <a:gd name="connsiteY6" fmla="*/ 335920 h 2716951"/>
                <a:gd name="connsiteX0" fmla="*/ 832304 w 2490184"/>
                <a:gd name="connsiteY0" fmla="*/ 335920 h 2716951"/>
                <a:gd name="connsiteX1" fmla="*/ 1804761 w 2490184"/>
                <a:gd name="connsiteY1" fmla="*/ 219807 h 2716951"/>
                <a:gd name="connsiteX2" fmla="*/ 2439813 w 2490184"/>
                <a:gd name="connsiteY2" fmla="*/ 1102852 h 2716951"/>
                <a:gd name="connsiteX3" fmla="*/ 1543503 w 2490184"/>
                <a:gd name="connsiteY3" fmla="*/ 2542092 h 2716951"/>
                <a:gd name="connsiteX4" fmla="*/ 527504 w 2490184"/>
                <a:gd name="connsiteY4" fmla="*/ 2251807 h 2716951"/>
                <a:gd name="connsiteX5" fmla="*/ 228109 w 2490184"/>
                <a:gd name="connsiteY5" fmla="*/ 1316113 h 2716951"/>
                <a:gd name="connsiteX6" fmla="*/ 832304 w 2490184"/>
                <a:gd name="connsiteY6" fmla="*/ 335920 h 2716951"/>
                <a:gd name="connsiteX0" fmla="*/ 832304 w 2481016"/>
                <a:gd name="connsiteY0" fmla="*/ 335920 h 2674099"/>
                <a:gd name="connsiteX1" fmla="*/ 1804761 w 2481016"/>
                <a:gd name="connsiteY1" fmla="*/ 219807 h 2674099"/>
                <a:gd name="connsiteX2" fmla="*/ 2439813 w 2481016"/>
                <a:gd name="connsiteY2" fmla="*/ 1102852 h 2674099"/>
                <a:gd name="connsiteX3" fmla="*/ 1493114 w 2481016"/>
                <a:gd name="connsiteY3" fmla="*/ 2411868 h 2674099"/>
                <a:gd name="connsiteX4" fmla="*/ 527504 w 2481016"/>
                <a:gd name="connsiteY4" fmla="*/ 2251807 h 2674099"/>
                <a:gd name="connsiteX5" fmla="*/ 228109 w 2481016"/>
                <a:gd name="connsiteY5" fmla="*/ 1316113 h 2674099"/>
                <a:gd name="connsiteX6" fmla="*/ 832304 w 2481016"/>
                <a:gd name="connsiteY6" fmla="*/ 335920 h 2674099"/>
                <a:gd name="connsiteX0" fmla="*/ 832304 w 2479178"/>
                <a:gd name="connsiteY0" fmla="*/ 335920 h 2674099"/>
                <a:gd name="connsiteX1" fmla="*/ 1804761 w 2479178"/>
                <a:gd name="connsiteY1" fmla="*/ 219807 h 2674099"/>
                <a:gd name="connsiteX2" fmla="*/ 2439813 w 2479178"/>
                <a:gd name="connsiteY2" fmla="*/ 1102852 h 2674099"/>
                <a:gd name="connsiteX3" fmla="*/ 2213297 w 2479178"/>
                <a:gd name="connsiteY3" fmla="*/ 1838534 h 2674099"/>
                <a:gd name="connsiteX4" fmla="*/ 1493114 w 2479178"/>
                <a:gd name="connsiteY4" fmla="*/ 2411868 h 2674099"/>
                <a:gd name="connsiteX5" fmla="*/ 527504 w 2479178"/>
                <a:gd name="connsiteY5" fmla="*/ 2251807 h 2674099"/>
                <a:gd name="connsiteX6" fmla="*/ 228109 w 2479178"/>
                <a:gd name="connsiteY6" fmla="*/ 1316113 h 2674099"/>
                <a:gd name="connsiteX7" fmla="*/ 832304 w 2479178"/>
                <a:gd name="connsiteY7" fmla="*/ 335920 h 2674099"/>
                <a:gd name="connsiteX0" fmla="*/ 832304 w 2479178"/>
                <a:gd name="connsiteY0" fmla="*/ 335920 h 2674099"/>
                <a:gd name="connsiteX1" fmla="*/ 1804761 w 2479178"/>
                <a:gd name="connsiteY1" fmla="*/ 219807 h 2674099"/>
                <a:gd name="connsiteX2" fmla="*/ 2439813 w 2479178"/>
                <a:gd name="connsiteY2" fmla="*/ 1102852 h 2674099"/>
                <a:gd name="connsiteX3" fmla="*/ 2213297 w 2479178"/>
                <a:gd name="connsiteY3" fmla="*/ 1838534 h 2674099"/>
                <a:gd name="connsiteX4" fmla="*/ 1493114 w 2479178"/>
                <a:gd name="connsiteY4" fmla="*/ 2411868 h 2674099"/>
                <a:gd name="connsiteX5" fmla="*/ 527504 w 2479178"/>
                <a:gd name="connsiteY5" fmla="*/ 2251807 h 2674099"/>
                <a:gd name="connsiteX6" fmla="*/ 228109 w 2479178"/>
                <a:gd name="connsiteY6" fmla="*/ 1316113 h 2674099"/>
                <a:gd name="connsiteX7" fmla="*/ 832304 w 2479178"/>
                <a:gd name="connsiteY7" fmla="*/ 335920 h 2674099"/>
                <a:gd name="connsiteX0" fmla="*/ 832304 w 2488072"/>
                <a:gd name="connsiteY0" fmla="*/ 335920 h 2674099"/>
                <a:gd name="connsiteX1" fmla="*/ 1804761 w 2488072"/>
                <a:gd name="connsiteY1" fmla="*/ 219807 h 2674099"/>
                <a:gd name="connsiteX2" fmla="*/ 2439813 w 2488072"/>
                <a:gd name="connsiteY2" fmla="*/ 1102852 h 2674099"/>
                <a:gd name="connsiteX3" fmla="*/ 2213297 w 2488072"/>
                <a:gd name="connsiteY3" fmla="*/ 1838534 h 2674099"/>
                <a:gd name="connsiteX4" fmla="*/ 1493114 w 2488072"/>
                <a:gd name="connsiteY4" fmla="*/ 2411868 h 2674099"/>
                <a:gd name="connsiteX5" fmla="*/ 527504 w 2488072"/>
                <a:gd name="connsiteY5" fmla="*/ 2251807 h 2674099"/>
                <a:gd name="connsiteX6" fmla="*/ 228109 w 2488072"/>
                <a:gd name="connsiteY6" fmla="*/ 1316113 h 2674099"/>
                <a:gd name="connsiteX7" fmla="*/ 832304 w 2488072"/>
                <a:gd name="connsiteY7" fmla="*/ 335920 h 2674099"/>
                <a:gd name="connsiteX0" fmla="*/ 832304 w 2502160"/>
                <a:gd name="connsiteY0" fmla="*/ 335920 h 2674099"/>
                <a:gd name="connsiteX1" fmla="*/ 1804761 w 2502160"/>
                <a:gd name="connsiteY1" fmla="*/ 219807 h 2674099"/>
                <a:gd name="connsiteX2" fmla="*/ 2439813 w 2502160"/>
                <a:gd name="connsiteY2" fmla="*/ 1102852 h 2674099"/>
                <a:gd name="connsiteX3" fmla="*/ 2213297 w 2502160"/>
                <a:gd name="connsiteY3" fmla="*/ 1838534 h 2674099"/>
                <a:gd name="connsiteX4" fmla="*/ 1493114 w 2502160"/>
                <a:gd name="connsiteY4" fmla="*/ 2411868 h 2674099"/>
                <a:gd name="connsiteX5" fmla="*/ 527504 w 2502160"/>
                <a:gd name="connsiteY5" fmla="*/ 2251807 h 2674099"/>
                <a:gd name="connsiteX6" fmla="*/ 228109 w 2502160"/>
                <a:gd name="connsiteY6" fmla="*/ 1316113 h 2674099"/>
                <a:gd name="connsiteX7" fmla="*/ 832304 w 2502160"/>
                <a:gd name="connsiteY7" fmla="*/ 335920 h 2674099"/>
                <a:gd name="connsiteX0" fmla="*/ 832304 w 2502160"/>
                <a:gd name="connsiteY0" fmla="*/ 335920 h 2674099"/>
                <a:gd name="connsiteX1" fmla="*/ 1804761 w 2502160"/>
                <a:gd name="connsiteY1" fmla="*/ 219807 h 2674099"/>
                <a:gd name="connsiteX2" fmla="*/ 2439813 w 2502160"/>
                <a:gd name="connsiteY2" fmla="*/ 1102852 h 2674099"/>
                <a:gd name="connsiteX3" fmla="*/ 2213297 w 2502160"/>
                <a:gd name="connsiteY3" fmla="*/ 1838534 h 2674099"/>
                <a:gd name="connsiteX4" fmla="*/ 1493114 w 2502160"/>
                <a:gd name="connsiteY4" fmla="*/ 2411868 h 2674099"/>
                <a:gd name="connsiteX5" fmla="*/ 527504 w 2502160"/>
                <a:gd name="connsiteY5" fmla="*/ 2251807 h 2674099"/>
                <a:gd name="connsiteX6" fmla="*/ 228109 w 2502160"/>
                <a:gd name="connsiteY6" fmla="*/ 1316113 h 2674099"/>
                <a:gd name="connsiteX7" fmla="*/ 832304 w 2502160"/>
                <a:gd name="connsiteY7" fmla="*/ 335920 h 2674099"/>
                <a:gd name="connsiteX0" fmla="*/ 832304 w 2502160"/>
                <a:gd name="connsiteY0" fmla="*/ 335920 h 2674099"/>
                <a:gd name="connsiteX1" fmla="*/ 1804761 w 2502160"/>
                <a:gd name="connsiteY1" fmla="*/ 219807 h 2674099"/>
                <a:gd name="connsiteX2" fmla="*/ 2439813 w 2502160"/>
                <a:gd name="connsiteY2" fmla="*/ 1102852 h 2674099"/>
                <a:gd name="connsiteX3" fmla="*/ 2213297 w 2502160"/>
                <a:gd name="connsiteY3" fmla="*/ 1838534 h 2674099"/>
                <a:gd name="connsiteX4" fmla="*/ 1493114 w 2502160"/>
                <a:gd name="connsiteY4" fmla="*/ 2411868 h 2674099"/>
                <a:gd name="connsiteX5" fmla="*/ 527504 w 2502160"/>
                <a:gd name="connsiteY5" fmla="*/ 2251807 h 2674099"/>
                <a:gd name="connsiteX6" fmla="*/ 228109 w 2502160"/>
                <a:gd name="connsiteY6" fmla="*/ 1316113 h 2674099"/>
                <a:gd name="connsiteX7" fmla="*/ 832304 w 2502160"/>
                <a:gd name="connsiteY7" fmla="*/ 335920 h 2674099"/>
                <a:gd name="connsiteX0" fmla="*/ 874110 w 2543966"/>
                <a:gd name="connsiteY0" fmla="*/ 335920 h 2537724"/>
                <a:gd name="connsiteX1" fmla="*/ 1846567 w 2543966"/>
                <a:gd name="connsiteY1" fmla="*/ 219807 h 2537724"/>
                <a:gd name="connsiteX2" fmla="*/ 2481619 w 2543966"/>
                <a:gd name="connsiteY2" fmla="*/ 1102852 h 2537724"/>
                <a:gd name="connsiteX3" fmla="*/ 2255103 w 2543966"/>
                <a:gd name="connsiteY3" fmla="*/ 1838534 h 2537724"/>
                <a:gd name="connsiteX4" fmla="*/ 1534920 w 2543966"/>
                <a:gd name="connsiteY4" fmla="*/ 2411868 h 2537724"/>
                <a:gd name="connsiteX5" fmla="*/ 338309 w 2543966"/>
                <a:gd name="connsiteY5" fmla="*/ 2041747 h 2537724"/>
                <a:gd name="connsiteX6" fmla="*/ 269915 w 2543966"/>
                <a:gd name="connsiteY6" fmla="*/ 1316113 h 2537724"/>
                <a:gd name="connsiteX7" fmla="*/ 874110 w 2543966"/>
                <a:gd name="connsiteY7" fmla="*/ 335920 h 2537724"/>
                <a:gd name="connsiteX0" fmla="*/ 900004 w 2569860"/>
                <a:gd name="connsiteY0" fmla="*/ 335920 h 2537724"/>
                <a:gd name="connsiteX1" fmla="*/ 1872461 w 2569860"/>
                <a:gd name="connsiteY1" fmla="*/ 219807 h 2537724"/>
                <a:gd name="connsiteX2" fmla="*/ 2507513 w 2569860"/>
                <a:gd name="connsiteY2" fmla="*/ 1102852 h 2537724"/>
                <a:gd name="connsiteX3" fmla="*/ 2280997 w 2569860"/>
                <a:gd name="connsiteY3" fmla="*/ 1838534 h 2537724"/>
                <a:gd name="connsiteX4" fmla="*/ 1560814 w 2569860"/>
                <a:gd name="connsiteY4" fmla="*/ 2411868 h 2537724"/>
                <a:gd name="connsiteX5" fmla="*/ 364203 w 2569860"/>
                <a:gd name="connsiteY5" fmla="*/ 2041747 h 2537724"/>
                <a:gd name="connsiteX6" fmla="*/ 263088 w 2569860"/>
                <a:gd name="connsiteY6" fmla="*/ 999386 h 2537724"/>
                <a:gd name="connsiteX7" fmla="*/ 900004 w 2569860"/>
                <a:gd name="connsiteY7" fmla="*/ 335920 h 2537724"/>
                <a:gd name="connsiteX0" fmla="*/ 900004 w 2569860"/>
                <a:gd name="connsiteY0" fmla="*/ 335920 h 2537724"/>
                <a:gd name="connsiteX1" fmla="*/ 1872461 w 2569860"/>
                <a:gd name="connsiteY1" fmla="*/ 219807 h 2537724"/>
                <a:gd name="connsiteX2" fmla="*/ 2507513 w 2569860"/>
                <a:gd name="connsiteY2" fmla="*/ 1102852 h 2537724"/>
                <a:gd name="connsiteX3" fmla="*/ 2280997 w 2569860"/>
                <a:gd name="connsiteY3" fmla="*/ 1838534 h 2537724"/>
                <a:gd name="connsiteX4" fmla="*/ 1560814 w 2569860"/>
                <a:gd name="connsiteY4" fmla="*/ 2411868 h 2537724"/>
                <a:gd name="connsiteX5" fmla="*/ 364203 w 2569860"/>
                <a:gd name="connsiteY5" fmla="*/ 2041747 h 2537724"/>
                <a:gd name="connsiteX6" fmla="*/ 263088 w 2569860"/>
                <a:gd name="connsiteY6" fmla="*/ 999386 h 2537724"/>
                <a:gd name="connsiteX7" fmla="*/ 900004 w 2569860"/>
                <a:gd name="connsiteY7" fmla="*/ 335920 h 2537724"/>
                <a:gd name="connsiteX0" fmla="*/ 900004 w 2569860"/>
                <a:gd name="connsiteY0" fmla="*/ 335920 h 2661561"/>
                <a:gd name="connsiteX1" fmla="*/ 1872461 w 2569860"/>
                <a:gd name="connsiteY1" fmla="*/ 219807 h 2661561"/>
                <a:gd name="connsiteX2" fmla="*/ 2507513 w 2569860"/>
                <a:gd name="connsiteY2" fmla="*/ 1102852 h 2661561"/>
                <a:gd name="connsiteX3" fmla="*/ 2280997 w 2569860"/>
                <a:gd name="connsiteY3" fmla="*/ 1838534 h 2661561"/>
                <a:gd name="connsiteX4" fmla="*/ 1560814 w 2569860"/>
                <a:gd name="connsiteY4" fmla="*/ 2411868 h 2661561"/>
                <a:gd name="connsiteX5" fmla="*/ 364203 w 2569860"/>
                <a:gd name="connsiteY5" fmla="*/ 2041747 h 2661561"/>
                <a:gd name="connsiteX6" fmla="*/ 263088 w 2569860"/>
                <a:gd name="connsiteY6" fmla="*/ 999386 h 2661561"/>
                <a:gd name="connsiteX7" fmla="*/ 900004 w 2569860"/>
                <a:gd name="connsiteY7" fmla="*/ 335920 h 2661561"/>
                <a:gd name="connsiteX0" fmla="*/ 900004 w 2569860"/>
                <a:gd name="connsiteY0" fmla="*/ 335920 h 2661561"/>
                <a:gd name="connsiteX1" fmla="*/ 1872461 w 2569860"/>
                <a:gd name="connsiteY1" fmla="*/ 219807 h 2661561"/>
                <a:gd name="connsiteX2" fmla="*/ 2507513 w 2569860"/>
                <a:gd name="connsiteY2" fmla="*/ 1102852 h 2661561"/>
                <a:gd name="connsiteX3" fmla="*/ 2280997 w 2569860"/>
                <a:gd name="connsiteY3" fmla="*/ 1838534 h 2661561"/>
                <a:gd name="connsiteX4" fmla="*/ 1560814 w 2569860"/>
                <a:gd name="connsiteY4" fmla="*/ 2411868 h 2661561"/>
                <a:gd name="connsiteX5" fmla="*/ 364203 w 2569860"/>
                <a:gd name="connsiteY5" fmla="*/ 2041747 h 2661561"/>
                <a:gd name="connsiteX6" fmla="*/ 263088 w 2569860"/>
                <a:gd name="connsiteY6" fmla="*/ 999386 h 2661561"/>
                <a:gd name="connsiteX7" fmla="*/ 900004 w 2569860"/>
                <a:gd name="connsiteY7" fmla="*/ 335920 h 2661561"/>
                <a:gd name="connsiteX0" fmla="*/ 900004 w 2569860"/>
                <a:gd name="connsiteY0" fmla="*/ 335920 h 2638009"/>
                <a:gd name="connsiteX1" fmla="*/ 1872461 w 2569860"/>
                <a:gd name="connsiteY1" fmla="*/ 219807 h 2638009"/>
                <a:gd name="connsiteX2" fmla="*/ 2507513 w 2569860"/>
                <a:gd name="connsiteY2" fmla="*/ 1102852 h 2638009"/>
                <a:gd name="connsiteX3" fmla="*/ 2280997 w 2569860"/>
                <a:gd name="connsiteY3" fmla="*/ 1838534 h 2638009"/>
                <a:gd name="connsiteX4" fmla="*/ 1638251 w 2569860"/>
                <a:gd name="connsiteY4" fmla="*/ 2366932 h 2638009"/>
                <a:gd name="connsiteX5" fmla="*/ 364203 w 2569860"/>
                <a:gd name="connsiteY5" fmla="*/ 2041747 h 2638009"/>
                <a:gd name="connsiteX6" fmla="*/ 263088 w 2569860"/>
                <a:gd name="connsiteY6" fmla="*/ 999386 h 2638009"/>
                <a:gd name="connsiteX7" fmla="*/ 900004 w 2569860"/>
                <a:gd name="connsiteY7" fmla="*/ 335920 h 2638009"/>
                <a:gd name="connsiteX0" fmla="*/ 900004 w 2569860"/>
                <a:gd name="connsiteY0" fmla="*/ 335920 h 2638009"/>
                <a:gd name="connsiteX1" fmla="*/ 1872461 w 2569860"/>
                <a:gd name="connsiteY1" fmla="*/ 219807 h 2638009"/>
                <a:gd name="connsiteX2" fmla="*/ 2507513 w 2569860"/>
                <a:gd name="connsiteY2" fmla="*/ 1102852 h 2638009"/>
                <a:gd name="connsiteX3" fmla="*/ 2280997 w 2569860"/>
                <a:gd name="connsiteY3" fmla="*/ 1838534 h 2638009"/>
                <a:gd name="connsiteX4" fmla="*/ 1638251 w 2569860"/>
                <a:gd name="connsiteY4" fmla="*/ 2366932 h 2638009"/>
                <a:gd name="connsiteX5" fmla="*/ 364203 w 2569860"/>
                <a:gd name="connsiteY5" fmla="*/ 2041747 h 2638009"/>
                <a:gd name="connsiteX6" fmla="*/ 263088 w 2569860"/>
                <a:gd name="connsiteY6" fmla="*/ 999386 h 2638009"/>
                <a:gd name="connsiteX7" fmla="*/ 900004 w 2569860"/>
                <a:gd name="connsiteY7" fmla="*/ 335920 h 2638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69860" h="2638009">
                  <a:moveTo>
                    <a:pt x="900004" y="335920"/>
                  </a:moveTo>
                  <a:cubicBezTo>
                    <a:pt x="1265401" y="-231104"/>
                    <a:pt x="1712804" y="55311"/>
                    <a:pt x="1872461" y="219807"/>
                  </a:cubicBezTo>
                  <a:cubicBezTo>
                    <a:pt x="2148232" y="430264"/>
                    <a:pt x="2698294" y="154769"/>
                    <a:pt x="2507513" y="1102852"/>
                  </a:cubicBezTo>
                  <a:cubicBezTo>
                    <a:pt x="2613339" y="1360533"/>
                    <a:pt x="2612412" y="1553179"/>
                    <a:pt x="2280997" y="1838534"/>
                  </a:cubicBezTo>
                  <a:cubicBezTo>
                    <a:pt x="2264563" y="2550990"/>
                    <a:pt x="1986621" y="2414210"/>
                    <a:pt x="1638251" y="2366932"/>
                  </a:cubicBezTo>
                  <a:cubicBezTo>
                    <a:pt x="1333031" y="2633970"/>
                    <a:pt x="657149" y="2930989"/>
                    <a:pt x="364203" y="2041747"/>
                  </a:cubicBezTo>
                  <a:cubicBezTo>
                    <a:pt x="427098" y="1838547"/>
                    <a:pt x="-409407" y="1911246"/>
                    <a:pt x="263088" y="999386"/>
                  </a:cubicBezTo>
                  <a:cubicBezTo>
                    <a:pt x="337769" y="287863"/>
                    <a:pt x="433255" y="392386"/>
                    <a:pt x="900004" y="335920"/>
                  </a:cubicBezTo>
                  <a:close/>
                </a:path>
              </a:pathLst>
            </a:custGeom>
            <a:solidFill>
              <a:srgbClr val="309302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6BC76E4-D2B6-C5C5-9B73-EDE9681BA540}"/>
                </a:ext>
              </a:extLst>
            </p:cNvPr>
            <p:cNvSpPr/>
            <p:nvPr/>
          </p:nvSpPr>
          <p:spPr>
            <a:xfrm>
              <a:off x="3094446" y="1768650"/>
              <a:ext cx="2643407" cy="2716951"/>
            </a:xfrm>
            <a:custGeom>
              <a:avLst/>
              <a:gdLst>
                <a:gd name="connsiteX0" fmla="*/ 0 w 1001485"/>
                <a:gd name="connsiteY0" fmla="*/ 0 h 638629"/>
                <a:gd name="connsiteX1" fmla="*/ 1001485 w 1001485"/>
                <a:gd name="connsiteY1" fmla="*/ 0 h 638629"/>
                <a:gd name="connsiteX2" fmla="*/ 1001485 w 1001485"/>
                <a:gd name="connsiteY2" fmla="*/ 638629 h 638629"/>
                <a:gd name="connsiteX3" fmla="*/ 0 w 1001485"/>
                <a:gd name="connsiteY3" fmla="*/ 638629 h 638629"/>
                <a:gd name="connsiteX4" fmla="*/ 0 w 1001485"/>
                <a:gd name="connsiteY4" fmla="*/ 0 h 638629"/>
                <a:gd name="connsiteX0" fmla="*/ 246743 w 1248228"/>
                <a:gd name="connsiteY0" fmla="*/ 0 h 914401"/>
                <a:gd name="connsiteX1" fmla="*/ 1248228 w 1248228"/>
                <a:gd name="connsiteY1" fmla="*/ 0 h 914401"/>
                <a:gd name="connsiteX2" fmla="*/ 1248228 w 1248228"/>
                <a:gd name="connsiteY2" fmla="*/ 638629 h 914401"/>
                <a:gd name="connsiteX3" fmla="*/ 0 w 1248228"/>
                <a:gd name="connsiteY3" fmla="*/ 914401 h 914401"/>
                <a:gd name="connsiteX4" fmla="*/ 246743 w 1248228"/>
                <a:gd name="connsiteY4" fmla="*/ 0 h 914401"/>
                <a:gd name="connsiteX0" fmla="*/ 457977 w 1459462"/>
                <a:gd name="connsiteY0" fmla="*/ 43543 h 957944"/>
                <a:gd name="connsiteX1" fmla="*/ 1459462 w 1459462"/>
                <a:gd name="connsiteY1" fmla="*/ 43543 h 957944"/>
                <a:gd name="connsiteX2" fmla="*/ 1459462 w 1459462"/>
                <a:gd name="connsiteY2" fmla="*/ 682172 h 957944"/>
                <a:gd name="connsiteX3" fmla="*/ 211234 w 1459462"/>
                <a:gd name="connsiteY3" fmla="*/ 957944 h 957944"/>
                <a:gd name="connsiteX4" fmla="*/ 8034 w 1459462"/>
                <a:gd name="connsiteY4" fmla="*/ 0 h 957944"/>
                <a:gd name="connsiteX5" fmla="*/ 457977 w 1459462"/>
                <a:gd name="connsiteY5" fmla="*/ 43543 h 957944"/>
                <a:gd name="connsiteX0" fmla="*/ 516034 w 1459462"/>
                <a:gd name="connsiteY0" fmla="*/ 0 h 1915887"/>
                <a:gd name="connsiteX1" fmla="*/ 1459462 w 1459462"/>
                <a:gd name="connsiteY1" fmla="*/ 1001486 h 1915887"/>
                <a:gd name="connsiteX2" fmla="*/ 1459462 w 1459462"/>
                <a:gd name="connsiteY2" fmla="*/ 1640115 h 1915887"/>
                <a:gd name="connsiteX3" fmla="*/ 211234 w 1459462"/>
                <a:gd name="connsiteY3" fmla="*/ 1915887 h 1915887"/>
                <a:gd name="connsiteX4" fmla="*/ 8034 w 1459462"/>
                <a:gd name="connsiteY4" fmla="*/ 957943 h 1915887"/>
                <a:gd name="connsiteX5" fmla="*/ 516034 w 1459462"/>
                <a:gd name="connsiteY5" fmla="*/ 0 h 1915887"/>
                <a:gd name="connsiteX0" fmla="*/ 516034 w 1488491"/>
                <a:gd name="connsiteY0" fmla="*/ 153248 h 2069135"/>
                <a:gd name="connsiteX1" fmla="*/ 1488491 w 1488491"/>
                <a:gd name="connsiteY1" fmla="*/ 37135 h 2069135"/>
                <a:gd name="connsiteX2" fmla="*/ 1459462 w 1488491"/>
                <a:gd name="connsiteY2" fmla="*/ 1154734 h 2069135"/>
                <a:gd name="connsiteX3" fmla="*/ 1459462 w 1488491"/>
                <a:gd name="connsiteY3" fmla="*/ 1793363 h 2069135"/>
                <a:gd name="connsiteX4" fmla="*/ 211234 w 1488491"/>
                <a:gd name="connsiteY4" fmla="*/ 2069135 h 2069135"/>
                <a:gd name="connsiteX5" fmla="*/ 8034 w 1488491"/>
                <a:gd name="connsiteY5" fmla="*/ 1111191 h 2069135"/>
                <a:gd name="connsiteX6" fmla="*/ 516034 w 1488491"/>
                <a:gd name="connsiteY6" fmla="*/ 153248 h 2069135"/>
                <a:gd name="connsiteX0" fmla="*/ 516034 w 2069062"/>
                <a:gd name="connsiteY0" fmla="*/ 153248 h 2069135"/>
                <a:gd name="connsiteX1" fmla="*/ 1488491 w 2069062"/>
                <a:gd name="connsiteY1" fmla="*/ 37135 h 2069135"/>
                <a:gd name="connsiteX2" fmla="*/ 2069062 w 2069062"/>
                <a:gd name="connsiteY2" fmla="*/ 603191 h 2069135"/>
                <a:gd name="connsiteX3" fmla="*/ 1459462 w 2069062"/>
                <a:gd name="connsiteY3" fmla="*/ 1793363 h 2069135"/>
                <a:gd name="connsiteX4" fmla="*/ 211234 w 2069062"/>
                <a:gd name="connsiteY4" fmla="*/ 2069135 h 2069135"/>
                <a:gd name="connsiteX5" fmla="*/ 8034 w 2069062"/>
                <a:gd name="connsiteY5" fmla="*/ 1111191 h 2069135"/>
                <a:gd name="connsiteX6" fmla="*/ 516034 w 2069062"/>
                <a:gd name="connsiteY6" fmla="*/ 153248 h 2069135"/>
                <a:gd name="connsiteX0" fmla="*/ 516034 w 2195583"/>
                <a:gd name="connsiteY0" fmla="*/ 153248 h 2069135"/>
                <a:gd name="connsiteX1" fmla="*/ 1488491 w 2195583"/>
                <a:gd name="connsiteY1" fmla="*/ 37135 h 2069135"/>
                <a:gd name="connsiteX2" fmla="*/ 2069062 w 2195583"/>
                <a:gd name="connsiteY2" fmla="*/ 603191 h 2069135"/>
                <a:gd name="connsiteX3" fmla="*/ 2170661 w 2195583"/>
                <a:gd name="connsiteY3" fmla="*/ 1415992 h 2069135"/>
                <a:gd name="connsiteX4" fmla="*/ 1459462 w 2195583"/>
                <a:gd name="connsiteY4" fmla="*/ 1793363 h 2069135"/>
                <a:gd name="connsiteX5" fmla="*/ 211234 w 2195583"/>
                <a:gd name="connsiteY5" fmla="*/ 2069135 h 2069135"/>
                <a:gd name="connsiteX6" fmla="*/ 8034 w 2195583"/>
                <a:gd name="connsiteY6" fmla="*/ 1111191 h 2069135"/>
                <a:gd name="connsiteX7" fmla="*/ 516034 w 2195583"/>
                <a:gd name="connsiteY7" fmla="*/ 153248 h 2069135"/>
                <a:gd name="connsiteX0" fmla="*/ 516034 w 2195583"/>
                <a:gd name="connsiteY0" fmla="*/ 153248 h 2359420"/>
                <a:gd name="connsiteX1" fmla="*/ 1488491 w 2195583"/>
                <a:gd name="connsiteY1" fmla="*/ 37135 h 2359420"/>
                <a:gd name="connsiteX2" fmla="*/ 2069062 w 2195583"/>
                <a:gd name="connsiteY2" fmla="*/ 603191 h 2359420"/>
                <a:gd name="connsiteX3" fmla="*/ 2170661 w 2195583"/>
                <a:gd name="connsiteY3" fmla="*/ 1415992 h 2359420"/>
                <a:gd name="connsiteX4" fmla="*/ 1227233 w 2195583"/>
                <a:gd name="connsiteY4" fmla="*/ 2359420 h 2359420"/>
                <a:gd name="connsiteX5" fmla="*/ 211234 w 2195583"/>
                <a:gd name="connsiteY5" fmla="*/ 2069135 h 2359420"/>
                <a:gd name="connsiteX6" fmla="*/ 8034 w 2195583"/>
                <a:gd name="connsiteY6" fmla="*/ 1111191 h 2359420"/>
                <a:gd name="connsiteX7" fmla="*/ 516034 w 2195583"/>
                <a:gd name="connsiteY7" fmla="*/ 153248 h 2359420"/>
                <a:gd name="connsiteX0" fmla="*/ 801193 w 2480742"/>
                <a:gd name="connsiteY0" fmla="*/ 153248 h 2359420"/>
                <a:gd name="connsiteX1" fmla="*/ 1773650 w 2480742"/>
                <a:gd name="connsiteY1" fmla="*/ 37135 h 2359420"/>
                <a:gd name="connsiteX2" fmla="*/ 2354221 w 2480742"/>
                <a:gd name="connsiteY2" fmla="*/ 603191 h 2359420"/>
                <a:gd name="connsiteX3" fmla="*/ 2455820 w 2480742"/>
                <a:gd name="connsiteY3" fmla="*/ 1415992 h 2359420"/>
                <a:gd name="connsiteX4" fmla="*/ 1512392 w 2480742"/>
                <a:gd name="connsiteY4" fmla="*/ 2359420 h 2359420"/>
                <a:gd name="connsiteX5" fmla="*/ 496393 w 2480742"/>
                <a:gd name="connsiteY5" fmla="*/ 2069135 h 2359420"/>
                <a:gd name="connsiteX6" fmla="*/ 293193 w 2480742"/>
                <a:gd name="connsiteY6" fmla="*/ 1111191 h 2359420"/>
                <a:gd name="connsiteX7" fmla="*/ 801193 w 2480742"/>
                <a:gd name="connsiteY7" fmla="*/ 153248 h 2359420"/>
                <a:gd name="connsiteX0" fmla="*/ 751841 w 2431390"/>
                <a:gd name="connsiteY0" fmla="*/ 153248 h 2359420"/>
                <a:gd name="connsiteX1" fmla="*/ 1724298 w 2431390"/>
                <a:gd name="connsiteY1" fmla="*/ 37135 h 2359420"/>
                <a:gd name="connsiteX2" fmla="*/ 2304869 w 2431390"/>
                <a:gd name="connsiteY2" fmla="*/ 603191 h 2359420"/>
                <a:gd name="connsiteX3" fmla="*/ 2406468 w 2431390"/>
                <a:gd name="connsiteY3" fmla="*/ 1415992 h 2359420"/>
                <a:gd name="connsiteX4" fmla="*/ 1463040 w 2431390"/>
                <a:gd name="connsiteY4" fmla="*/ 2359420 h 2359420"/>
                <a:gd name="connsiteX5" fmla="*/ 447041 w 2431390"/>
                <a:gd name="connsiteY5" fmla="*/ 2069135 h 2359420"/>
                <a:gd name="connsiteX6" fmla="*/ 243841 w 2431390"/>
                <a:gd name="connsiteY6" fmla="*/ 1111191 h 2359420"/>
                <a:gd name="connsiteX7" fmla="*/ 751841 w 2431390"/>
                <a:gd name="connsiteY7" fmla="*/ 153248 h 2359420"/>
                <a:gd name="connsiteX0" fmla="*/ 751841 w 2431390"/>
                <a:gd name="connsiteY0" fmla="*/ 153248 h 2359420"/>
                <a:gd name="connsiteX1" fmla="*/ 1724298 w 2431390"/>
                <a:gd name="connsiteY1" fmla="*/ 37135 h 2359420"/>
                <a:gd name="connsiteX2" fmla="*/ 2304869 w 2431390"/>
                <a:gd name="connsiteY2" fmla="*/ 603191 h 2359420"/>
                <a:gd name="connsiteX3" fmla="*/ 2406468 w 2431390"/>
                <a:gd name="connsiteY3" fmla="*/ 1415992 h 2359420"/>
                <a:gd name="connsiteX4" fmla="*/ 1463040 w 2431390"/>
                <a:gd name="connsiteY4" fmla="*/ 2359420 h 2359420"/>
                <a:gd name="connsiteX5" fmla="*/ 447041 w 2431390"/>
                <a:gd name="connsiteY5" fmla="*/ 2069135 h 2359420"/>
                <a:gd name="connsiteX6" fmla="*/ 243841 w 2431390"/>
                <a:gd name="connsiteY6" fmla="*/ 1111191 h 2359420"/>
                <a:gd name="connsiteX7" fmla="*/ 751841 w 2431390"/>
                <a:gd name="connsiteY7" fmla="*/ 153248 h 2359420"/>
                <a:gd name="connsiteX0" fmla="*/ 751841 w 2431390"/>
                <a:gd name="connsiteY0" fmla="*/ 335920 h 2542092"/>
                <a:gd name="connsiteX1" fmla="*/ 1724298 w 2431390"/>
                <a:gd name="connsiteY1" fmla="*/ 219807 h 2542092"/>
                <a:gd name="connsiteX2" fmla="*/ 2304869 w 2431390"/>
                <a:gd name="connsiteY2" fmla="*/ 785863 h 2542092"/>
                <a:gd name="connsiteX3" fmla="*/ 2406468 w 2431390"/>
                <a:gd name="connsiteY3" fmla="*/ 1598664 h 2542092"/>
                <a:gd name="connsiteX4" fmla="*/ 1463040 w 2431390"/>
                <a:gd name="connsiteY4" fmla="*/ 2542092 h 2542092"/>
                <a:gd name="connsiteX5" fmla="*/ 447041 w 2431390"/>
                <a:gd name="connsiteY5" fmla="*/ 2251807 h 2542092"/>
                <a:gd name="connsiteX6" fmla="*/ 243841 w 2431390"/>
                <a:gd name="connsiteY6" fmla="*/ 1293863 h 2542092"/>
                <a:gd name="connsiteX7" fmla="*/ 751841 w 2431390"/>
                <a:gd name="connsiteY7" fmla="*/ 335920 h 2542092"/>
                <a:gd name="connsiteX0" fmla="*/ 751841 w 2431390"/>
                <a:gd name="connsiteY0" fmla="*/ 335920 h 2542092"/>
                <a:gd name="connsiteX1" fmla="*/ 1724298 w 2431390"/>
                <a:gd name="connsiteY1" fmla="*/ 219807 h 2542092"/>
                <a:gd name="connsiteX2" fmla="*/ 2304869 w 2431390"/>
                <a:gd name="connsiteY2" fmla="*/ 785863 h 2542092"/>
                <a:gd name="connsiteX3" fmla="*/ 2406468 w 2431390"/>
                <a:gd name="connsiteY3" fmla="*/ 1598664 h 2542092"/>
                <a:gd name="connsiteX4" fmla="*/ 1463040 w 2431390"/>
                <a:gd name="connsiteY4" fmla="*/ 2542092 h 2542092"/>
                <a:gd name="connsiteX5" fmla="*/ 447041 w 2431390"/>
                <a:gd name="connsiteY5" fmla="*/ 2251807 h 2542092"/>
                <a:gd name="connsiteX6" fmla="*/ 243841 w 2431390"/>
                <a:gd name="connsiteY6" fmla="*/ 1293863 h 2542092"/>
                <a:gd name="connsiteX7" fmla="*/ 751841 w 2431390"/>
                <a:gd name="connsiteY7" fmla="*/ 335920 h 2542092"/>
                <a:gd name="connsiteX0" fmla="*/ 751841 w 2431390"/>
                <a:gd name="connsiteY0" fmla="*/ 335920 h 2542092"/>
                <a:gd name="connsiteX1" fmla="*/ 1724298 w 2431390"/>
                <a:gd name="connsiteY1" fmla="*/ 219807 h 2542092"/>
                <a:gd name="connsiteX2" fmla="*/ 2304869 w 2431390"/>
                <a:gd name="connsiteY2" fmla="*/ 785863 h 2542092"/>
                <a:gd name="connsiteX3" fmla="*/ 2406468 w 2431390"/>
                <a:gd name="connsiteY3" fmla="*/ 1598664 h 2542092"/>
                <a:gd name="connsiteX4" fmla="*/ 1463040 w 2431390"/>
                <a:gd name="connsiteY4" fmla="*/ 2542092 h 2542092"/>
                <a:gd name="connsiteX5" fmla="*/ 447041 w 2431390"/>
                <a:gd name="connsiteY5" fmla="*/ 2251807 h 2542092"/>
                <a:gd name="connsiteX6" fmla="*/ 243841 w 2431390"/>
                <a:gd name="connsiteY6" fmla="*/ 1293863 h 2542092"/>
                <a:gd name="connsiteX7" fmla="*/ 751841 w 2431390"/>
                <a:gd name="connsiteY7" fmla="*/ 335920 h 2542092"/>
                <a:gd name="connsiteX0" fmla="*/ 751841 w 2643407"/>
                <a:gd name="connsiteY0" fmla="*/ 335920 h 2542092"/>
                <a:gd name="connsiteX1" fmla="*/ 1724298 w 2643407"/>
                <a:gd name="connsiteY1" fmla="*/ 219807 h 2542092"/>
                <a:gd name="connsiteX2" fmla="*/ 2304869 w 2643407"/>
                <a:gd name="connsiteY2" fmla="*/ 785863 h 2542092"/>
                <a:gd name="connsiteX3" fmla="*/ 2406468 w 2643407"/>
                <a:gd name="connsiteY3" fmla="*/ 1598664 h 2542092"/>
                <a:gd name="connsiteX4" fmla="*/ 1463040 w 2643407"/>
                <a:gd name="connsiteY4" fmla="*/ 2542092 h 2542092"/>
                <a:gd name="connsiteX5" fmla="*/ 447041 w 2643407"/>
                <a:gd name="connsiteY5" fmla="*/ 2251807 h 2542092"/>
                <a:gd name="connsiteX6" fmla="*/ 243841 w 2643407"/>
                <a:gd name="connsiteY6" fmla="*/ 1293863 h 2542092"/>
                <a:gd name="connsiteX7" fmla="*/ 751841 w 2643407"/>
                <a:gd name="connsiteY7" fmla="*/ 335920 h 2542092"/>
                <a:gd name="connsiteX0" fmla="*/ 751841 w 2643407"/>
                <a:gd name="connsiteY0" fmla="*/ 335920 h 2545648"/>
                <a:gd name="connsiteX1" fmla="*/ 1724298 w 2643407"/>
                <a:gd name="connsiteY1" fmla="*/ 219807 h 2545648"/>
                <a:gd name="connsiteX2" fmla="*/ 2304869 w 2643407"/>
                <a:gd name="connsiteY2" fmla="*/ 785863 h 2545648"/>
                <a:gd name="connsiteX3" fmla="*/ 2406468 w 2643407"/>
                <a:gd name="connsiteY3" fmla="*/ 1598664 h 2545648"/>
                <a:gd name="connsiteX4" fmla="*/ 1463040 w 2643407"/>
                <a:gd name="connsiteY4" fmla="*/ 2542092 h 2545648"/>
                <a:gd name="connsiteX5" fmla="*/ 447041 w 2643407"/>
                <a:gd name="connsiteY5" fmla="*/ 2251807 h 2545648"/>
                <a:gd name="connsiteX6" fmla="*/ 243841 w 2643407"/>
                <a:gd name="connsiteY6" fmla="*/ 1293863 h 2545648"/>
                <a:gd name="connsiteX7" fmla="*/ 751841 w 2643407"/>
                <a:gd name="connsiteY7" fmla="*/ 335920 h 2545648"/>
                <a:gd name="connsiteX0" fmla="*/ 751841 w 2643407"/>
                <a:gd name="connsiteY0" fmla="*/ 335920 h 2545880"/>
                <a:gd name="connsiteX1" fmla="*/ 1724298 w 2643407"/>
                <a:gd name="connsiteY1" fmla="*/ 219807 h 2545880"/>
                <a:gd name="connsiteX2" fmla="*/ 2304869 w 2643407"/>
                <a:gd name="connsiteY2" fmla="*/ 785863 h 2545880"/>
                <a:gd name="connsiteX3" fmla="*/ 2406468 w 2643407"/>
                <a:gd name="connsiteY3" fmla="*/ 1598664 h 2545880"/>
                <a:gd name="connsiteX4" fmla="*/ 1463040 w 2643407"/>
                <a:gd name="connsiteY4" fmla="*/ 2542092 h 2545880"/>
                <a:gd name="connsiteX5" fmla="*/ 447041 w 2643407"/>
                <a:gd name="connsiteY5" fmla="*/ 2251807 h 2545880"/>
                <a:gd name="connsiteX6" fmla="*/ 243841 w 2643407"/>
                <a:gd name="connsiteY6" fmla="*/ 1293863 h 2545880"/>
                <a:gd name="connsiteX7" fmla="*/ 751841 w 2643407"/>
                <a:gd name="connsiteY7" fmla="*/ 335920 h 2545880"/>
                <a:gd name="connsiteX0" fmla="*/ 751841 w 2643407"/>
                <a:gd name="connsiteY0" fmla="*/ 335920 h 2543048"/>
                <a:gd name="connsiteX1" fmla="*/ 1724298 w 2643407"/>
                <a:gd name="connsiteY1" fmla="*/ 219807 h 2543048"/>
                <a:gd name="connsiteX2" fmla="*/ 2304869 w 2643407"/>
                <a:gd name="connsiteY2" fmla="*/ 785863 h 2543048"/>
                <a:gd name="connsiteX3" fmla="*/ 2406468 w 2643407"/>
                <a:gd name="connsiteY3" fmla="*/ 1598664 h 2543048"/>
                <a:gd name="connsiteX4" fmla="*/ 1463040 w 2643407"/>
                <a:gd name="connsiteY4" fmla="*/ 2542092 h 2543048"/>
                <a:gd name="connsiteX5" fmla="*/ 447041 w 2643407"/>
                <a:gd name="connsiteY5" fmla="*/ 2251807 h 2543048"/>
                <a:gd name="connsiteX6" fmla="*/ 243841 w 2643407"/>
                <a:gd name="connsiteY6" fmla="*/ 1293863 h 2543048"/>
                <a:gd name="connsiteX7" fmla="*/ 751841 w 2643407"/>
                <a:gd name="connsiteY7" fmla="*/ 335920 h 2543048"/>
                <a:gd name="connsiteX0" fmla="*/ 751841 w 2643407"/>
                <a:gd name="connsiteY0" fmla="*/ 335920 h 2543015"/>
                <a:gd name="connsiteX1" fmla="*/ 1724298 w 2643407"/>
                <a:gd name="connsiteY1" fmla="*/ 219807 h 2543015"/>
                <a:gd name="connsiteX2" fmla="*/ 2304869 w 2643407"/>
                <a:gd name="connsiteY2" fmla="*/ 785863 h 2543015"/>
                <a:gd name="connsiteX3" fmla="*/ 2406468 w 2643407"/>
                <a:gd name="connsiteY3" fmla="*/ 1598664 h 2543015"/>
                <a:gd name="connsiteX4" fmla="*/ 1463040 w 2643407"/>
                <a:gd name="connsiteY4" fmla="*/ 2542092 h 2543015"/>
                <a:gd name="connsiteX5" fmla="*/ 447041 w 2643407"/>
                <a:gd name="connsiteY5" fmla="*/ 2251807 h 2543015"/>
                <a:gd name="connsiteX6" fmla="*/ 243841 w 2643407"/>
                <a:gd name="connsiteY6" fmla="*/ 1293863 h 2543015"/>
                <a:gd name="connsiteX7" fmla="*/ 751841 w 2643407"/>
                <a:gd name="connsiteY7" fmla="*/ 335920 h 2543015"/>
                <a:gd name="connsiteX0" fmla="*/ 751841 w 2643407"/>
                <a:gd name="connsiteY0" fmla="*/ 335920 h 2710275"/>
                <a:gd name="connsiteX1" fmla="*/ 1724298 w 2643407"/>
                <a:gd name="connsiteY1" fmla="*/ 219807 h 2710275"/>
                <a:gd name="connsiteX2" fmla="*/ 2304869 w 2643407"/>
                <a:gd name="connsiteY2" fmla="*/ 785863 h 2710275"/>
                <a:gd name="connsiteX3" fmla="*/ 2406468 w 2643407"/>
                <a:gd name="connsiteY3" fmla="*/ 1598664 h 2710275"/>
                <a:gd name="connsiteX4" fmla="*/ 1463040 w 2643407"/>
                <a:gd name="connsiteY4" fmla="*/ 2542092 h 2710275"/>
                <a:gd name="connsiteX5" fmla="*/ 447041 w 2643407"/>
                <a:gd name="connsiteY5" fmla="*/ 2251807 h 2710275"/>
                <a:gd name="connsiteX6" fmla="*/ 243841 w 2643407"/>
                <a:gd name="connsiteY6" fmla="*/ 1293863 h 2710275"/>
                <a:gd name="connsiteX7" fmla="*/ 751841 w 2643407"/>
                <a:gd name="connsiteY7" fmla="*/ 335920 h 2710275"/>
                <a:gd name="connsiteX0" fmla="*/ 751841 w 2643407"/>
                <a:gd name="connsiteY0" fmla="*/ 335920 h 2716951"/>
                <a:gd name="connsiteX1" fmla="*/ 1724298 w 2643407"/>
                <a:gd name="connsiteY1" fmla="*/ 219807 h 2716951"/>
                <a:gd name="connsiteX2" fmla="*/ 2304869 w 2643407"/>
                <a:gd name="connsiteY2" fmla="*/ 785863 h 2716951"/>
                <a:gd name="connsiteX3" fmla="*/ 2406468 w 2643407"/>
                <a:gd name="connsiteY3" fmla="*/ 1598664 h 2716951"/>
                <a:gd name="connsiteX4" fmla="*/ 1463040 w 2643407"/>
                <a:gd name="connsiteY4" fmla="*/ 2542092 h 2716951"/>
                <a:gd name="connsiteX5" fmla="*/ 447041 w 2643407"/>
                <a:gd name="connsiteY5" fmla="*/ 2251807 h 2716951"/>
                <a:gd name="connsiteX6" fmla="*/ 243841 w 2643407"/>
                <a:gd name="connsiteY6" fmla="*/ 1293863 h 2716951"/>
                <a:gd name="connsiteX7" fmla="*/ 751841 w 2643407"/>
                <a:gd name="connsiteY7" fmla="*/ 335920 h 2716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43407" h="2716951">
                  <a:moveTo>
                    <a:pt x="751841" y="335920"/>
                  </a:moveTo>
                  <a:cubicBezTo>
                    <a:pt x="1117238" y="-231104"/>
                    <a:pt x="1564641" y="55311"/>
                    <a:pt x="1724298" y="219807"/>
                  </a:cubicBezTo>
                  <a:cubicBezTo>
                    <a:pt x="2344542" y="339912"/>
                    <a:pt x="2111345" y="597178"/>
                    <a:pt x="2304869" y="785863"/>
                  </a:cubicBezTo>
                  <a:cubicBezTo>
                    <a:pt x="2927894" y="1092962"/>
                    <a:pt x="2522583" y="1390625"/>
                    <a:pt x="2406468" y="1598664"/>
                  </a:cubicBezTo>
                  <a:cubicBezTo>
                    <a:pt x="2488232" y="1936000"/>
                    <a:pt x="2562376" y="2570516"/>
                    <a:pt x="1463040" y="2542092"/>
                  </a:cubicBezTo>
                  <a:cubicBezTo>
                    <a:pt x="1200574" y="2468190"/>
                    <a:pt x="739987" y="3141049"/>
                    <a:pt x="447041" y="2251807"/>
                  </a:cubicBezTo>
                  <a:cubicBezTo>
                    <a:pt x="509936" y="2048607"/>
                    <a:pt x="-428654" y="2205723"/>
                    <a:pt x="243841" y="1293863"/>
                  </a:cubicBezTo>
                  <a:cubicBezTo>
                    <a:pt x="-51646" y="296369"/>
                    <a:pt x="521548" y="655234"/>
                    <a:pt x="751841" y="335920"/>
                  </a:cubicBezTo>
                  <a:close/>
                </a:path>
              </a:pathLst>
            </a:custGeom>
            <a:solidFill>
              <a:srgbClr val="309302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2">
              <a:extLst>
                <a:ext uri="{FF2B5EF4-FFF2-40B4-BE49-F238E27FC236}">
                  <a16:creationId xmlns:a16="http://schemas.microsoft.com/office/drawing/2014/main" id="{9156E9F3-403F-8A1E-0218-BFE69907CE2C}"/>
                </a:ext>
              </a:extLst>
            </p:cNvPr>
            <p:cNvSpPr/>
            <p:nvPr/>
          </p:nvSpPr>
          <p:spPr>
            <a:xfrm rot="2375296">
              <a:off x="5020726" y="2733572"/>
              <a:ext cx="2158992" cy="2307350"/>
            </a:xfrm>
            <a:custGeom>
              <a:avLst/>
              <a:gdLst>
                <a:gd name="connsiteX0" fmla="*/ 0 w 1001485"/>
                <a:gd name="connsiteY0" fmla="*/ 0 h 638629"/>
                <a:gd name="connsiteX1" fmla="*/ 1001485 w 1001485"/>
                <a:gd name="connsiteY1" fmla="*/ 0 h 638629"/>
                <a:gd name="connsiteX2" fmla="*/ 1001485 w 1001485"/>
                <a:gd name="connsiteY2" fmla="*/ 638629 h 638629"/>
                <a:gd name="connsiteX3" fmla="*/ 0 w 1001485"/>
                <a:gd name="connsiteY3" fmla="*/ 638629 h 638629"/>
                <a:gd name="connsiteX4" fmla="*/ 0 w 1001485"/>
                <a:gd name="connsiteY4" fmla="*/ 0 h 638629"/>
                <a:gd name="connsiteX0" fmla="*/ 246743 w 1248228"/>
                <a:gd name="connsiteY0" fmla="*/ 0 h 914401"/>
                <a:gd name="connsiteX1" fmla="*/ 1248228 w 1248228"/>
                <a:gd name="connsiteY1" fmla="*/ 0 h 914401"/>
                <a:gd name="connsiteX2" fmla="*/ 1248228 w 1248228"/>
                <a:gd name="connsiteY2" fmla="*/ 638629 h 914401"/>
                <a:gd name="connsiteX3" fmla="*/ 0 w 1248228"/>
                <a:gd name="connsiteY3" fmla="*/ 914401 h 914401"/>
                <a:gd name="connsiteX4" fmla="*/ 246743 w 1248228"/>
                <a:gd name="connsiteY4" fmla="*/ 0 h 914401"/>
                <a:gd name="connsiteX0" fmla="*/ 457977 w 1459462"/>
                <a:gd name="connsiteY0" fmla="*/ 43543 h 957944"/>
                <a:gd name="connsiteX1" fmla="*/ 1459462 w 1459462"/>
                <a:gd name="connsiteY1" fmla="*/ 43543 h 957944"/>
                <a:gd name="connsiteX2" fmla="*/ 1459462 w 1459462"/>
                <a:gd name="connsiteY2" fmla="*/ 682172 h 957944"/>
                <a:gd name="connsiteX3" fmla="*/ 211234 w 1459462"/>
                <a:gd name="connsiteY3" fmla="*/ 957944 h 957944"/>
                <a:gd name="connsiteX4" fmla="*/ 8034 w 1459462"/>
                <a:gd name="connsiteY4" fmla="*/ 0 h 957944"/>
                <a:gd name="connsiteX5" fmla="*/ 457977 w 1459462"/>
                <a:gd name="connsiteY5" fmla="*/ 43543 h 957944"/>
                <a:gd name="connsiteX0" fmla="*/ 516034 w 1459462"/>
                <a:gd name="connsiteY0" fmla="*/ 0 h 1915887"/>
                <a:gd name="connsiteX1" fmla="*/ 1459462 w 1459462"/>
                <a:gd name="connsiteY1" fmla="*/ 1001486 h 1915887"/>
                <a:gd name="connsiteX2" fmla="*/ 1459462 w 1459462"/>
                <a:gd name="connsiteY2" fmla="*/ 1640115 h 1915887"/>
                <a:gd name="connsiteX3" fmla="*/ 211234 w 1459462"/>
                <a:gd name="connsiteY3" fmla="*/ 1915887 h 1915887"/>
                <a:gd name="connsiteX4" fmla="*/ 8034 w 1459462"/>
                <a:gd name="connsiteY4" fmla="*/ 957943 h 1915887"/>
                <a:gd name="connsiteX5" fmla="*/ 516034 w 1459462"/>
                <a:gd name="connsiteY5" fmla="*/ 0 h 1915887"/>
                <a:gd name="connsiteX0" fmla="*/ 516034 w 1488491"/>
                <a:gd name="connsiteY0" fmla="*/ 153248 h 2069135"/>
                <a:gd name="connsiteX1" fmla="*/ 1488491 w 1488491"/>
                <a:gd name="connsiteY1" fmla="*/ 37135 h 2069135"/>
                <a:gd name="connsiteX2" fmla="*/ 1459462 w 1488491"/>
                <a:gd name="connsiteY2" fmla="*/ 1154734 h 2069135"/>
                <a:gd name="connsiteX3" fmla="*/ 1459462 w 1488491"/>
                <a:gd name="connsiteY3" fmla="*/ 1793363 h 2069135"/>
                <a:gd name="connsiteX4" fmla="*/ 211234 w 1488491"/>
                <a:gd name="connsiteY4" fmla="*/ 2069135 h 2069135"/>
                <a:gd name="connsiteX5" fmla="*/ 8034 w 1488491"/>
                <a:gd name="connsiteY5" fmla="*/ 1111191 h 2069135"/>
                <a:gd name="connsiteX6" fmla="*/ 516034 w 1488491"/>
                <a:gd name="connsiteY6" fmla="*/ 153248 h 2069135"/>
                <a:gd name="connsiteX0" fmla="*/ 516034 w 2069062"/>
                <a:gd name="connsiteY0" fmla="*/ 153248 h 2069135"/>
                <a:gd name="connsiteX1" fmla="*/ 1488491 w 2069062"/>
                <a:gd name="connsiteY1" fmla="*/ 37135 h 2069135"/>
                <a:gd name="connsiteX2" fmla="*/ 2069062 w 2069062"/>
                <a:gd name="connsiteY2" fmla="*/ 603191 h 2069135"/>
                <a:gd name="connsiteX3" fmla="*/ 1459462 w 2069062"/>
                <a:gd name="connsiteY3" fmla="*/ 1793363 h 2069135"/>
                <a:gd name="connsiteX4" fmla="*/ 211234 w 2069062"/>
                <a:gd name="connsiteY4" fmla="*/ 2069135 h 2069135"/>
                <a:gd name="connsiteX5" fmla="*/ 8034 w 2069062"/>
                <a:gd name="connsiteY5" fmla="*/ 1111191 h 2069135"/>
                <a:gd name="connsiteX6" fmla="*/ 516034 w 2069062"/>
                <a:gd name="connsiteY6" fmla="*/ 153248 h 2069135"/>
                <a:gd name="connsiteX0" fmla="*/ 516034 w 2195583"/>
                <a:gd name="connsiteY0" fmla="*/ 153248 h 2069135"/>
                <a:gd name="connsiteX1" fmla="*/ 1488491 w 2195583"/>
                <a:gd name="connsiteY1" fmla="*/ 37135 h 2069135"/>
                <a:gd name="connsiteX2" fmla="*/ 2069062 w 2195583"/>
                <a:gd name="connsiteY2" fmla="*/ 603191 h 2069135"/>
                <a:gd name="connsiteX3" fmla="*/ 2170661 w 2195583"/>
                <a:gd name="connsiteY3" fmla="*/ 1415992 h 2069135"/>
                <a:gd name="connsiteX4" fmla="*/ 1459462 w 2195583"/>
                <a:gd name="connsiteY4" fmla="*/ 1793363 h 2069135"/>
                <a:gd name="connsiteX5" fmla="*/ 211234 w 2195583"/>
                <a:gd name="connsiteY5" fmla="*/ 2069135 h 2069135"/>
                <a:gd name="connsiteX6" fmla="*/ 8034 w 2195583"/>
                <a:gd name="connsiteY6" fmla="*/ 1111191 h 2069135"/>
                <a:gd name="connsiteX7" fmla="*/ 516034 w 2195583"/>
                <a:gd name="connsiteY7" fmla="*/ 153248 h 2069135"/>
                <a:gd name="connsiteX0" fmla="*/ 516034 w 2195583"/>
                <a:gd name="connsiteY0" fmla="*/ 153248 h 2359420"/>
                <a:gd name="connsiteX1" fmla="*/ 1488491 w 2195583"/>
                <a:gd name="connsiteY1" fmla="*/ 37135 h 2359420"/>
                <a:gd name="connsiteX2" fmla="*/ 2069062 w 2195583"/>
                <a:gd name="connsiteY2" fmla="*/ 603191 h 2359420"/>
                <a:gd name="connsiteX3" fmla="*/ 2170661 w 2195583"/>
                <a:gd name="connsiteY3" fmla="*/ 1415992 h 2359420"/>
                <a:gd name="connsiteX4" fmla="*/ 1227233 w 2195583"/>
                <a:gd name="connsiteY4" fmla="*/ 2359420 h 2359420"/>
                <a:gd name="connsiteX5" fmla="*/ 211234 w 2195583"/>
                <a:gd name="connsiteY5" fmla="*/ 2069135 h 2359420"/>
                <a:gd name="connsiteX6" fmla="*/ 8034 w 2195583"/>
                <a:gd name="connsiteY6" fmla="*/ 1111191 h 2359420"/>
                <a:gd name="connsiteX7" fmla="*/ 516034 w 2195583"/>
                <a:gd name="connsiteY7" fmla="*/ 153248 h 2359420"/>
                <a:gd name="connsiteX0" fmla="*/ 801193 w 2480742"/>
                <a:gd name="connsiteY0" fmla="*/ 153248 h 2359420"/>
                <a:gd name="connsiteX1" fmla="*/ 1773650 w 2480742"/>
                <a:gd name="connsiteY1" fmla="*/ 37135 h 2359420"/>
                <a:gd name="connsiteX2" fmla="*/ 2354221 w 2480742"/>
                <a:gd name="connsiteY2" fmla="*/ 603191 h 2359420"/>
                <a:gd name="connsiteX3" fmla="*/ 2455820 w 2480742"/>
                <a:gd name="connsiteY3" fmla="*/ 1415992 h 2359420"/>
                <a:gd name="connsiteX4" fmla="*/ 1512392 w 2480742"/>
                <a:gd name="connsiteY4" fmla="*/ 2359420 h 2359420"/>
                <a:gd name="connsiteX5" fmla="*/ 496393 w 2480742"/>
                <a:gd name="connsiteY5" fmla="*/ 2069135 h 2359420"/>
                <a:gd name="connsiteX6" fmla="*/ 293193 w 2480742"/>
                <a:gd name="connsiteY6" fmla="*/ 1111191 h 2359420"/>
                <a:gd name="connsiteX7" fmla="*/ 801193 w 2480742"/>
                <a:gd name="connsiteY7" fmla="*/ 153248 h 2359420"/>
                <a:gd name="connsiteX0" fmla="*/ 751841 w 2431390"/>
                <a:gd name="connsiteY0" fmla="*/ 153248 h 2359420"/>
                <a:gd name="connsiteX1" fmla="*/ 1724298 w 2431390"/>
                <a:gd name="connsiteY1" fmla="*/ 37135 h 2359420"/>
                <a:gd name="connsiteX2" fmla="*/ 2304869 w 2431390"/>
                <a:gd name="connsiteY2" fmla="*/ 603191 h 2359420"/>
                <a:gd name="connsiteX3" fmla="*/ 2406468 w 2431390"/>
                <a:gd name="connsiteY3" fmla="*/ 1415992 h 2359420"/>
                <a:gd name="connsiteX4" fmla="*/ 1463040 w 2431390"/>
                <a:gd name="connsiteY4" fmla="*/ 2359420 h 2359420"/>
                <a:gd name="connsiteX5" fmla="*/ 447041 w 2431390"/>
                <a:gd name="connsiteY5" fmla="*/ 2069135 h 2359420"/>
                <a:gd name="connsiteX6" fmla="*/ 243841 w 2431390"/>
                <a:gd name="connsiteY6" fmla="*/ 1111191 h 2359420"/>
                <a:gd name="connsiteX7" fmla="*/ 751841 w 2431390"/>
                <a:gd name="connsiteY7" fmla="*/ 153248 h 2359420"/>
                <a:gd name="connsiteX0" fmla="*/ 751841 w 2431390"/>
                <a:gd name="connsiteY0" fmla="*/ 153248 h 2359420"/>
                <a:gd name="connsiteX1" fmla="*/ 1724298 w 2431390"/>
                <a:gd name="connsiteY1" fmla="*/ 37135 h 2359420"/>
                <a:gd name="connsiteX2" fmla="*/ 2304869 w 2431390"/>
                <a:gd name="connsiteY2" fmla="*/ 603191 h 2359420"/>
                <a:gd name="connsiteX3" fmla="*/ 2406468 w 2431390"/>
                <a:gd name="connsiteY3" fmla="*/ 1415992 h 2359420"/>
                <a:gd name="connsiteX4" fmla="*/ 1463040 w 2431390"/>
                <a:gd name="connsiteY4" fmla="*/ 2359420 h 2359420"/>
                <a:gd name="connsiteX5" fmla="*/ 447041 w 2431390"/>
                <a:gd name="connsiteY5" fmla="*/ 2069135 h 2359420"/>
                <a:gd name="connsiteX6" fmla="*/ 243841 w 2431390"/>
                <a:gd name="connsiteY6" fmla="*/ 1111191 h 2359420"/>
                <a:gd name="connsiteX7" fmla="*/ 751841 w 2431390"/>
                <a:gd name="connsiteY7" fmla="*/ 153248 h 2359420"/>
                <a:gd name="connsiteX0" fmla="*/ 751841 w 2431390"/>
                <a:gd name="connsiteY0" fmla="*/ 335920 h 2542092"/>
                <a:gd name="connsiteX1" fmla="*/ 1724298 w 2431390"/>
                <a:gd name="connsiteY1" fmla="*/ 219807 h 2542092"/>
                <a:gd name="connsiteX2" fmla="*/ 2304869 w 2431390"/>
                <a:gd name="connsiteY2" fmla="*/ 785863 h 2542092"/>
                <a:gd name="connsiteX3" fmla="*/ 2406468 w 2431390"/>
                <a:gd name="connsiteY3" fmla="*/ 1598664 h 2542092"/>
                <a:gd name="connsiteX4" fmla="*/ 1463040 w 2431390"/>
                <a:gd name="connsiteY4" fmla="*/ 2542092 h 2542092"/>
                <a:gd name="connsiteX5" fmla="*/ 447041 w 2431390"/>
                <a:gd name="connsiteY5" fmla="*/ 2251807 h 2542092"/>
                <a:gd name="connsiteX6" fmla="*/ 243841 w 2431390"/>
                <a:gd name="connsiteY6" fmla="*/ 1293863 h 2542092"/>
                <a:gd name="connsiteX7" fmla="*/ 751841 w 2431390"/>
                <a:gd name="connsiteY7" fmla="*/ 335920 h 2542092"/>
                <a:gd name="connsiteX0" fmla="*/ 751841 w 2431390"/>
                <a:gd name="connsiteY0" fmla="*/ 335920 h 2542092"/>
                <a:gd name="connsiteX1" fmla="*/ 1724298 w 2431390"/>
                <a:gd name="connsiteY1" fmla="*/ 219807 h 2542092"/>
                <a:gd name="connsiteX2" fmla="*/ 2304869 w 2431390"/>
                <a:gd name="connsiteY2" fmla="*/ 785863 h 2542092"/>
                <a:gd name="connsiteX3" fmla="*/ 2406468 w 2431390"/>
                <a:gd name="connsiteY3" fmla="*/ 1598664 h 2542092"/>
                <a:gd name="connsiteX4" fmla="*/ 1463040 w 2431390"/>
                <a:gd name="connsiteY4" fmla="*/ 2542092 h 2542092"/>
                <a:gd name="connsiteX5" fmla="*/ 447041 w 2431390"/>
                <a:gd name="connsiteY5" fmla="*/ 2251807 h 2542092"/>
                <a:gd name="connsiteX6" fmla="*/ 243841 w 2431390"/>
                <a:gd name="connsiteY6" fmla="*/ 1293863 h 2542092"/>
                <a:gd name="connsiteX7" fmla="*/ 751841 w 2431390"/>
                <a:gd name="connsiteY7" fmla="*/ 335920 h 2542092"/>
                <a:gd name="connsiteX0" fmla="*/ 751841 w 2431390"/>
                <a:gd name="connsiteY0" fmla="*/ 335920 h 2542092"/>
                <a:gd name="connsiteX1" fmla="*/ 1724298 w 2431390"/>
                <a:gd name="connsiteY1" fmla="*/ 219807 h 2542092"/>
                <a:gd name="connsiteX2" fmla="*/ 2304869 w 2431390"/>
                <a:gd name="connsiteY2" fmla="*/ 785863 h 2542092"/>
                <a:gd name="connsiteX3" fmla="*/ 2406468 w 2431390"/>
                <a:gd name="connsiteY3" fmla="*/ 1598664 h 2542092"/>
                <a:gd name="connsiteX4" fmla="*/ 1463040 w 2431390"/>
                <a:gd name="connsiteY4" fmla="*/ 2542092 h 2542092"/>
                <a:gd name="connsiteX5" fmla="*/ 447041 w 2431390"/>
                <a:gd name="connsiteY5" fmla="*/ 2251807 h 2542092"/>
                <a:gd name="connsiteX6" fmla="*/ 243841 w 2431390"/>
                <a:gd name="connsiteY6" fmla="*/ 1293863 h 2542092"/>
                <a:gd name="connsiteX7" fmla="*/ 751841 w 2431390"/>
                <a:gd name="connsiteY7" fmla="*/ 335920 h 2542092"/>
                <a:gd name="connsiteX0" fmla="*/ 751841 w 2643407"/>
                <a:gd name="connsiteY0" fmla="*/ 335920 h 2542092"/>
                <a:gd name="connsiteX1" fmla="*/ 1724298 w 2643407"/>
                <a:gd name="connsiteY1" fmla="*/ 219807 h 2542092"/>
                <a:gd name="connsiteX2" fmla="*/ 2304869 w 2643407"/>
                <a:gd name="connsiteY2" fmla="*/ 785863 h 2542092"/>
                <a:gd name="connsiteX3" fmla="*/ 2406468 w 2643407"/>
                <a:gd name="connsiteY3" fmla="*/ 1598664 h 2542092"/>
                <a:gd name="connsiteX4" fmla="*/ 1463040 w 2643407"/>
                <a:gd name="connsiteY4" fmla="*/ 2542092 h 2542092"/>
                <a:gd name="connsiteX5" fmla="*/ 447041 w 2643407"/>
                <a:gd name="connsiteY5" fmla="*/ 2251807 h 2542092"/>
                <a:gd name="connsiteX6" fmla="*/ 243841 w 2643407"/>
                <a:gd name="connsiteY6" fmla="*/ 1293863 h 2542092"/>
                <a:gd name="connsiteX7" fmla="*/ 751841 w 2643407"/>
                <a:gd name="connsiteY7" fmla="*/ 335920 h 2542092"/>
                <a:gd name="connsiteX0" fmla="*/ 751841 w 2643407"/>
                <a:gd name="connsiteY0" fmla="*/ 335920 h 2545648"/>
                <a:gd name="connsiteX1" fmla="*/ 1724298 w 2643407"/>
                <a:gd name="connsiteY1" fmla="*/ 219807 h 2545648"/>
                <a:gd name="connsiteX2" fmla="*/ 2304869 w 2643407"/>
                <a:gd name="connsiteY2" fmla="*/ 785863 h 2545648"/>
                <a:gd name="connsiteX3" fmla="*/ 2406468 w 2643407"/>
                <a:gd name="connsiteY3" fmla="*/ 1598664 h 2545648"/>
                <a:gd name="connsiteX4" fmla="*/ 1463040 w 2643407"/>
                <a:gd name="connsiteY4" fmla="*/ 2542092 h 2545648"/>
                <a:gd name="connsiteX5" fmla="*/ 447041 w 2643407"/>
                <a:gd name="connsiteY5" fmla="*/ 2251807 h 2545648"/>
                <a:gd name="connsiteX6" fmla="*/ 243841 w 2643407"/>
                <a:gd name="connsiteY6" fmla="*/ 1293863 h 2545648"/>
                <a:gd name="connsiteX7" fmla="*/ 751841 w 2643407"/>
                <a:gd name="connsiteY7" fmla="*/ 335920 h 2545648"/>
                <a:gd name="connsiteX0" fmla="*/ 751841 w 2643407"/>
                <a:gd name="connsiteY0" fmla="*/ 335920 h 2545880"/>
                <a:gd name="connsiteX1" fmla="*/ 1724298 w 2643407"/>
                <a:gd name="connsiteY1" fmla="*/ 219807 h 2545880"/>
                <a:gd name="connsiteX2" fmla="*/ 2304869 w 2643407"/>
                <a:gd name="connsiteY2" fmla="*/ 785863 h 2545880"/>
                <a:gd name="connsiteX3" fmla="*/ 2406468 w 2643407"/>
                <a:gd name="connsiteY3" fmla="*/ 1598664 h 2545880"/>
                <a:gd name="connsiteX4" fmla="*/ 1463040 w 2643407"/>
                <a:gd name="connsiteY4" fmla="*/ 2542092 h 2545880"/>
                <a:gd name="connsiteX5" fmla="*/ 447041 w 2643407"/>
                <a:gd name="connsiteY5" fmla="*/ 2251807 h 2545880"/>
                <a:gd name="connsiteX6" fmla="*/ 243841 w 2643407"/>
                <a:gd name="connsiteY6" fmla="*/ 1293863 h 2545880"/>
                <a:gd name="connsiteX7" fmla="*/ 751841 w 2643407"/>
                <a:gd name="connsiteY7" fmla="*/ 335920 h 2545880"/>
                <a:gd name="connsiteX0" fmla="*/ 751841 w 2643407"/>
                <a:gd name="connsiteY0" fmla="*/ 335920 h 2543048"/>
                <a:gd name="connsiteX1" fmla="*/ 1724298 w 2643407"/>
                <a:gd name="connsiteY1" fmla="*/ 219807 h 2543048"/>
                <a:gd name="connsiteX2" fmla="*/ 2304869 w 2643407"/>
                <a:gd name="connsiteY2" fmla="*/ 785863 h 2543048"/>
                <a:gd name="connsiteX3" fmla="*/ 2406468 w 2643407"/>
                <a:gd name="connsiteY3" fmla="*/ 1598664 h 2543048"/>
                <a:gd name="connsiteX4" fmla="*/ 1463040 w 2643407"/>
                <a:gd name="connsiteY4" fmla="*/ 2542092 h 2543048"/>
                <a:gd name="connsiteX5" fmla="*/ 447041 w 2643407"/>
                <a:gd name="connsiteY5" fmla="*/ 2251807 h 2543048"/>
                <a:gd name="connsiteX6" fmla="*/ 243841 w 2643407"/>
                <a:gd name="connsiteY6" fmla="*/ 1293863 h 2543048"/>
                <a:gd name="connsiteX7" fmla="*/ 751841 w 2643407"/>
                <a:gd name="connsiteY7" fmla="*/ 335920 h 2543048"/>
                <a:gd name="connsiteX0" fmla="*/ 751841 w 2643407"/>
                <a:gd name="connsiteY0" fmla="*/ 335920 h 2543015"/>
                <a:gd name="connsiteX1" fmla="*/ 1724298 w 2643407"/>
                <a:gd name="connsiteY1" fmla="*/ 219807 h 2543015"/>
                <a:gd name="connsiteX2" fmla="*/ 2304869 w 2643407"/>
                <a:gd name="connsiteY2" fmla="*/ 785863 h 2543015"/>
                <a:gd name="connsiteX3" fmla="*/ 2406468 w 2643407"/>
                <a:gd name="connsiteY3" fmla="*/ 1598664 h 2543015"/>
                <a:gd name="connsiteX4" fmla="*/ 1463040 w 2643407"/>
                <a:gd name="connsiteY4" fmla="*/ 2542092 h 2543015"/>
                <a:gd name="connsiteX5" fmla="*/ 447041 w 2643407"/>
                <a:gd name="connsiteY5" fmla="*/ 2251807 h 2543015"/>
                <a:gd name="connsiteX6" fmla="*/ 243841 w 2643407"/>
                <a:gd name="connsiteY6" fmla="*/ 1293863 h 2543015"/>
                <a:gd name="connsiteX7" fmla="*/ 751841 w 2643407"/>
                <a:gd name="connsiteY7" fmla="*/ 335920 h 2543015"/>
                <a:gd name="connsiteX0" fmla="*/ 751841 w 2643407"/>
                <a:gd name="connsiteY0" fmla="*/ 335920 h 2710275"/>
                <a:gd name="connsiteX1" fmla="*/ 1724298 w 2643407"/>
                <a:gd name="connsiteY1" fmla="*/ 219807 h 2710275"/>
                <a:gd name="connsiteX2" fmla="*/ 2304869 w 2643407"/>
                <a:gd name="connsiteY2" fmla="*/ 785863 h 2710275"/>
                <a:gd name="connsiteX3" fmla="*/ 2406468 w 2643407"/>
                <a:gd name="connsiteY3" fmla="*/ 1598664 h 2710275"/>
                <a:gd name="connsiteX4" fmla="*/ 1463040 w 2643407"/>
                <a:gd name="connsiteY4" fmla="*/ 2542092 h 2710275"/>
                <a:gd name="connsiteX5" fmla="*/ 447041 w 2643407"/>
                <a:gd name="connsiteY5" fmla="*/ 2251807 h 2710275"/>
                <a:gd name="connsiteX6" fmla="*/ 243841 w 2643407"/>
                <a:gd name="connsiteY6" fmla="*/ 1293863 h 2710275"/>
                <a:gd name="connsiteX7" fmla="*/ 751841 w 2643407"/>
                <a:gd name="connsiteY7" fmla="*/ 335920 h 2710275"/>
                <a:gd name="connsiteX0" fmla="*/ 751841 w 2643407"/>
                <a:gd name="connsiteY0" fmla="*/ 335920 h 2716951"/>
                <a:gd name="connsiteX1" fmla="*/ 1724298 w 2643407"/>
                <a:gd name="connsiteY1" fmla="*/ 219807 h 2716951"/>
                <a:gd name="connsiteX2" fmla="*/ 2304869 w 2643407"/>
                <a:gd name="connsiteY2" fmla="*/ 785863 h 2716951"/>
                <a:gd name="connsiteX3" fmla="*/ 2406468 w 2643407"/>
                <a:gd name="connsiteY3" fmla="*/ 1598664 h 2716951"/>
                <a:gd name="connsiteX4" fmla="*/ 1463040 w 2643407"/>
                <a:gd name="connsiteY4" fmla="*/ 2542092 h 2716951"/>
                <a:gd name="connsiteX5" fmla="*/ 447041 w 2643407"/>
                <a:gd name="connsiteY5" fmla="*/ 2251807 h 2716951"/>
                <a:gd name="connsiteX6" fmla="*/ 243841 w 2643407"/>
                <a:gd name="connsiteY6" fmla="*/ 1293863 h 2716951"/>
                <a:gd name="connsiteX7" fmla="*/ 751841 w 2643407"/>
                <a:gd name="connsiteY7" fmla="*/ 335920 h 2716951"/>
                <a:gd name="connsiteX0" fmla="*/ 751841 w 2448209"/>
                <a:gd name="connsiteY0" fmla="*/ 335920 h 2716951"/>
                <a:gd name="connsiteX1" fmla="*/ 1724298 w 2448209"/>
                <a:gd name="connsiteY1" fmla="*/ 219807 h 2716951"/>
                <a:gd name="connsiteX2" fmla="*/ 2406468 w 2448209"/>
                <a:gd name="connsiteY2" fmla="*/ 1598664 h 2716951"/>
                <a:gd name="connsiteX3" fmla="*/ 1463040 w 2448209"/>
                <a:gd name="connsiteY3" fmla="*/ 2542092 h 2716951"/>
                <a:gd name="connsiteX4" fmla="*/ 447041 w 2448209"/>
                <a:gd name="connsiteY4" fmla="*/ 2251807 h 2716951"/>
                <a:gd name="connsiteX5" fmla="*/ 243841 w 2448209"/>
                <a:gd name="connsiteY5" fmla="*/ 1293863 h 2716951"/>
                <a:gd name="connsiteX6" fmla="*/ 751841 w 2448209"/>
                <a:gd name="connsiteY6" fmla="*/ 335920 h 2716951"/>
                <a:gd name="connsiteX0" fmla="*/ 751841 w 2409721"/>
                <a:gd name="connsiteY0" fmla="*/ 335920 h 2716951"/>
                <a:gd name="connsiteX1" fmla="*/ 1724298 w 2409721"/>
                <a:gd name="connsiteY1" fmla="*/ 219807 h 2716951"/>
                <a:gd name="connsiteX2" fmla="*/ 2359350 w 2409721"/>
                <a:gd name="connsiteY2" fmla="*/ 1102852 h 2716951"/>
                <a:gd name="connsiteX3" fmla="*/ 1463040 w 2409721"/>
                <a:gd name="connsiteY3" fmla="*/ 2542092 h 2716951"/>
                <a:gd name="connsiteX4" fmla="*/ 447041 w 2409721"/>
                <a:gd name="connsiteY4" fmla="*/ 2251807 h 2716951"/>
                <a:gd name="connsiteX5" fmla="*/ 243841 w 2409721"/>
                <a:gd name="connsiteY5" fmla="*/ 1293863 h 2716951"/>
                <a:gd name="connsiteX6" fmla="*/ 751841 w 2409721"/>
                <a:gd name="connsiteY6" fmla="*/ 335920 h 2716951"/>
                <a:gd name="connsiteX0" fmla="*/ 751841 w 2409721"/>
                <a:gd name="connsiteY0" fmla="*/ 335920 h 2716951"/>
                <a:gd name="connsiteX1" fmla="*/ 1724298 w 2409721"/>
                <a:gd name="connsiteY1" fmla="*/ 219807 h 2716951"/>
                <a:gd name="connsiteX2" fmla="*/ 2359350 w 2409721"/>
                <a:gd name="connsiteY2" fmla="*/ 1102852 h 2716951"/>
                <a:gd name="connsiteX3" fmla="*/ 1463040 w 2409721"/>
                <a:gd name="connsiteY3" fmla="*/ 2542092 h 2716951"/>
                <a:gd name="connsiteX4" fmla="*/ 447041 w 2409721"/>
                <a:gd name="connsiteY4" fmla="*/ 2251807 h 2716951"/>
                <a:gd name="connsiteX5" fmla="*/ 243841 w 2409721"/>
                <a:gd name="connsiteY5" fmla="*/ 1293863 h 2716951"/>
                <a:gd name="connsiteX6" fmla="*/ 751841 w 2409721"/>
                <a:gd name="connsiteY6" fmla="*/ 335920 h 2716951"/>
                <a:gd name="connsiteX0" fmla="*/ 751841 w 2409721"/>
                <a:gd name="connsiteY0" fmla="*/ 335920 h 2716951"/>
                <a:gd name="connsiteX1" fmla="*/ 1724298 w 2409721"/>
                <a:gd name="connsiteY1" fmla="*/ 219807 h 2716951"/>
                <a:gd name="connsiteX2" fmla="*/ 2359350 w 2409721"/>
                <a:gd name="connsiteY2" fmla="*/ 1102852 h 2716951"/>
                <a:gd name="connsiteX3" fmla="*/ 1463040 w 2409721"/>
                <a:gd name="connsiteY3" fmla="*/ 2542092 h 2716951"/>
                <a:gd name="connsiteX4" fmla="*/ 447041 w 2409721"/>
                <a:gd name="connsiteY4" fmla="*/ 2251807 h 2716951"/>
                <a:gd name="connsiteX5" fmla="*/ 243841 w 2409721"/>
                <a:gd name="connsiteY5" fmla="*/ 1293863 h 2716951"/>
                <a:gd name="connsiteX6" fmla="*/ 751841 w 2409721"/>
                <a:gd name="connsiteY6" fmla="*/ 335920 h 2716951"/>
                <a:gd name="connsiteX0" fmla="*/ 832304 w 2490184"/>
                <a:gd name="connsiteY0" fmla="*/ 335920 h 2716951"/>
                <a:gd name="connsiteX1" fmla="*/ 1804761 w 2490184"/>
                <a:gd name="connsiteY1" fmla="*/ 219807 h 2716951"/>
                <a:gd name="connsiteX2" fmla="*/ 2439813 w 2490184"/>
                <a:gd name="connsiteY2" fmla="*/ 1102852 h 2716951"/>
                <a:gd name="connsiteX3" fmla="*/ 1543503 w 2490184"/>
                <a:gd name="connsiteY3" fmla="*/ 2542092 h 2716951"/>
                <a:gd name="connsiteX4" fmla="*/ 527504 w 2490184"/>
                <a:gd name="connsiteY4" fmla="*/ 2251807 h 2716951"/>
                <a:gd name="connsiteX5" fmla="*/ 228109 w 2490184"/>
                <a:gd name="connsiteY5" fmla="*/ 1316113 h 2716951"/>
                <a:gd name="connsiteX6" fmla="*/ 832304 w 2490184"/>
                <a:gd name="connsiteY6" fmla="*/ 335920 h 2716951"/>
                <a:gd name="connsiteX0" fmla="*/ 832304 w 2481016"/>
                <a:gd name="connsiteY0" fmla="*/ 335920 h 2674099"/>
                <a:gd name="connsiteX1" fmla="*/ 1804761 w 2481016"/>
                <a:gd name="connsiteY1" fmla="*/ 219807 h 2674099"/>
                <a:gd name="connsiteX2" fmla="*/ 2439813 w 2481016"/>
                <a:gd name="connsiteY2" fmla="*/ 1102852 h 2674099"/>
                <a:gd name="connsiteX3" fmla="*/ 1493114 w 2481016"/>
                <a:gd name="connsiteY3" fmla="*/ 2411868 h 2674099"/>
                <a:gd name="connsiteX4" fmla="*/ 527504 w 2481016"/>
                <a:gd name="connsiteY4" fmla="*/ 2251807 h 2674099"/>
                <a:gd name="connsiteX5" fmla="*/ 228109 w 2481016"/>
                <a:gd name="connsiteY5" fmla="*/ 1316113 h 2674099"/>
                <a:gd name="connsiteX6" fmla="*/ 832304 w 2481016"/>
                <a:gd name="connsiteY6" fmla="*/ 335920 h 2674099"/>
                <a:gd name="connsiteX0" fmla="*/ 832304 w 2479178"/>
                <a:gd name="connsiteY0" fmla="*/ 335920 h 2674099"/>
                <a:gd name="connsiteX1" fmla="*/ 1804761 w 2479178"/>
                <a:gd name="connsiteY1" fmla="*/ 219807 h 2674099"/>
                <a:gd name="connsiteX2" fmla="*/ 2439813 w 2479178"/>
                <a:gd name="connsiteY2" fmla="*/ 1102852 h 2674099"/>
                <a:gd name="connsiteX3" fmla="*/ 2213297 w 2479178"/>
                <a:gd name="connsiteY3" fmla="*/ 1838534 h 2674099"/>
                <a:gd name="connsiteX4" fmla="*/ 1493114 w 2479178"/>
                <a:gd name="connsiteY4" fmla="*/ 2411868 h 2674099"/>
                <a:gd name="connsiteX5" fmla="*/ 527504 w 2479178"/>
                <a:gd name="connsiteY5" fmla="*/ 2251807 h 2674099"/>
                <a:gd name="connsiteX6" fmla="*/ 228109 w 2479178"/>
                <a:gd name="connsiteY6" fmla="*/ 1316113 h 2674099"/>
                <a:gd name="connsiteX7" fmla="*/ 832304 w 2479178"/>
                <a:gd name="connsiteY7" fmla="*/ 335920 h 2674099"/>
                <a:gd name="connsiteX0" fmla="*/ 832304 w 2479178"/>
                <a:gd name="connsiteY0" fmla="*/ 335920 h 2674099"/>
                <a:gd name="connsiteX1" fmla="*/ 1804761 w 2479178"/>
                <a:gd name="connsiteY1" fmla="*/ 219807 h 2674099"/>
                <a:gd name="connsiteX2" fmla="*/ 2439813 w 2479178"/>
                <a:gd name="connsiteY2" fmla="*/ 1102852 h 2674099"/>
                <a:gd name="connsiteX3" fmla="*/ 2213297 w 2479178"/>
                <a:gd name="connsiteY3" fmla="*/ 1838534 h 2674099"/>
                <a:gd name="connsiteX4" fmla="*/ 1493114 w 2479178"/>
                <a:gd name="connsiteY4" fmla="*/ 2411868 h 2674099"/>
                <a:gd name="connsiteX5" fmla="*/ 527504 w 2479178"/>
                <a:gd name="connsiteY5" fmla="*/ 2251807 h 2674099"/>
                <a:gd name="connsiteX6" fmla="*/ 228109 w 2479178"/>
                <a:gd name="connsiteY6" fmla="*/ 1316113 h 2674099"/>
                <a:gd name="connsiteX7" fmla="*/ 832304 w 2479178"/>
                <a:gd name="connsiteY7" fmla="*/ 335920 h 2674099"/>
                <a:gd name="connsiteX0" fmla="*/ 832304 w 2488072"/>
                <a:gd name="connsiteY0" fmla="*/ 335920 h 2674099"/>
                <a:gd name="connsiteX1" fmla="*/ 1804761 w 2488072"/>
                <a:gd name="connsiteY1" fmla="*/ 219807 h 2674099"/>
                <a:gd name="connsiteX2" fmla="*/ 2439813 w 2488072"/>
                <a:gd name="connsiteY2" fmla="*/ 1102852 h 2674099"/>
                <a:gd name="connsiteX3" fmla="*/ 2213297 w 2488072"/>
                <a:gd name="connsiteY3" fmla="*/ 1838534 h 2674099"/>
                <a:gd name="connsiteX4" fmla="*/ 1493114 w 2488072"/>
                <a:gd name="connsiteY4" fmla="*/ 2411868 h 2674099"/>
                <a:gd name="connsiteX5" fmla="*/ 527504 w 2488072"/>
                <a:gd name="connsiteY5" fmla="*/ 2251807 h 2674099"/>
                <a:gd name="connsiteX6" fmla="*/ 228109 w 2488072"/>
                <a:gd name="connsiteY6" fmla="*/ 1316113 h 2674099"/>
                <a:gd name="connsiteX7" fmla="*/ 832304 w 2488072"/>
                <a:gd name="connsiteY7" fmla="*/ 335920 h 2674099"/>
                <a:gd name="connsiteX0" fmla="*/ 832304 w 2502160"/>
                <a:gd name="connsiteY0" fmla="*/ 335920 h 2674099"/>
                <a:gd name="connsiteX1" fmla="*/ 1804761 w 2502160"/>
                <a:gd name="connsiteY1" fmla="*/ 219807 h 2674099"/>
                <a:gd name="connsiteX2" fmla="*/ 2439813 w 2502160"/>
                <a:gd name="connsiteY2" fmla="*/ 1102852 h 2674099"/>
                <a:gd name="connsiteX3" fmla="*/ 2213297 w 2502160"/>
                <a:gd name="connsiteY3" fmla="*/ 1838534 h 2674099"/>
                <a:gd name="connsiteX4" fmla="*/ 1493114 w 2502160"/>
                <a:gd name="connsiteY4" fmla="*/ 2411868 h 2674099"/>
                <a:gd name="connsiteX5" fmla="*/ 527504 w 2502160"/>
                <a:gd name="connsiteY5" fmla="*/ 2251807 h 2674099"/>
                <a:gd name="connsiteX6" fmla="*/ 228109 w 2502160"/>
                <a:gd name="connsiteY6" fmla="*/ 1316113 h 2674099"/>
                <a:gd name="connsiteX7" fmla="*/ 832304 w 2502160"/>
                <a:gd name="connsiteY7" fmla="*/ 335920 h 2674099"/>
                <a:gd name="connsiteX0" fmla="*/ 832304 w 2502160"/>
                <a:gd name="connsiteY0" fmla="*/ 335920 h 2674099"/>
                <a:gd name="connsiteX1" fmla="*/ 1804761 w 2502160"/>
                <a:gd name="connsiteY1" fmla="*/ 219807 h 2674099"/>
                <a:gd name="connsiteX2" fmla="*/ 2439813 w 2502160"/>
                <a:gd name="connsiteY2" fmla="*/ 1102852 h 2674099"/>
                <a:gd name="connsiteX3" fmla="*/ 2213297 w 2502160"/>
                <a:gd name="connsiteY3" fmla="*/ 1838534 h 2674099"/>
                <a:gd name="connsiteX4" fmla="*/ 1493114 w 2502160"/>
                <a:gd name="connsiteY4" fmla="*/ 2411868 h 2674099"/>
                <a:gd name="connsiteX5" fmla="*/ 527504 w 2502160"/>
                <a:gd name="connsiteY5" fmla="*/ 2251807 h 2674099"/>
                <a:gd name="connsiteX6" fmla="*/ 228109 w 2502160"/>
                <a:gd name="connsiteY6" fmla="*/ 1316113 h 2674099"/>
                <a:gd name="connsiteX7" fmla="*/ 832304 w 2502160"/>
                <a:gd name="connsiteY7" fmla="*/ 335920 h 2674099"/>
                <a:gd name="connsiteX0" fmla="*/ 832304 w 2502160"/>
                <a:gd name="connsiteY0" fmla="*/ 335920 h 2674099"/>
                <a:gd name="connsiteX1" fmla="*/ 1804761 w 2502160"/>
                <a:gd name="connsiteY1" fmla="*/ 219807 h 2674099"/>
                <a:gd name="connsiteX2" fmla="*/ 2439813 w 2502160"/>
                <a:gd name="connsiteY2" fmla="*/ 1102852 h 2674099"/>
                <a:gd name="connsiteX3" fmla="*/ 2213297 w 2502160"/>
                <a:gd name="connsiteY3" fmla="*/ 1838534 h 2674099"/>
                <a:gd name="connsiteX4" fmla="*/ 1493114 w 2502160"/>
                <a:gd name="connsiteY4" fmla="*/ 2411868 h 2674099"/>
                <a:gd name="connsiteX5" fmla="*/ 527504 w 2502160"/>
                <a:gd name="connsiteY5" fmla="*/ 2251807 h 2674099"/>
                <a:gd name="connsiteX6" fmla="*/ 228109 w 2502160"/>
                <a:gd name="connsiteY6" fmla="*/ 1316113 h 2674099"/>
                <a:gd name="connsiteX7" fmla="*/ 832304 w 2502160"/>
                <a:gd name="connsiteY7" fmla="*/ 335920 h 267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02160" h="2674099">
                  <a:moveTo>
                    <a:pt x="832304" y="335920"/>
                  </a:moveTo>
                  <a:cubicBezTo>
                    <a:pt x="1197701" y="-231104"/>
                    <a:pt x="1645104" y="55311"/>
                    <a:pt x="1804761" y="219807"/>
                  </a:cubicBezTo>
                  <a:cubicBezTo>
                    <a:pt x="2080532" y="430264"/>
                    <a:pt x="2630594" y="154769"/>
                    <a:pt x="2439813" y="1102852"/>
                  </a:cubicBezTo>
                  <a:cubicBezTo>
                    <a:pt x="2545639" y="1360533"/>
                    <a:pt x="2544712" y="1553179"/>
                    <a:pt x="2213297" y="1838534"/>
                  </a:cubicBezTo>
                  <a:cubicBezTo>
                    <a:pt x="2196863" y="2550990"/>
                    <a:pt x="1868095" y="2398942"/>
                    <a:pt x="1493114" y="2411868"/>
                  </a:cubicBezTo>
                  <a:cubicBezTo>
                    <a:pt x="1230648" y="2337966"/>
                    <a:pt x="820450" y="3141049"/>
                    <a:pt x="527504" y="2251807"/>
                  </a:cubicBezTo>
                  <a:cubicBezTo>
                    <a:pt x="590399" y="2048607"/>
                    <a:pt x="-444386" y="2227973"/>
                    <a:pt x="228109" y="1316113"/>
                  </a:cubicBezTo>
                  <a:cubicBezTo>
                    <a:pt x="-67378" y="318619"/>
                    <a:pt x="365555" y="392386"/>
                    <a:pt x="832304" y="335920"/>
                  </a:cubicBezTo>
                  <a:close/>
                </a:path>
              </a:pathLst>
            </a:custGeom>
            <a:solidFill>
              <a:srgbClr val="309302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FFBE7FA-F740-1A1B-5B07-A654BF67529D}"/>
                </a:ext>
              </a:extLst>
            </p:cNvPr>
            <p:cNvSpPr/>
            <p:nvPr/>
          </p:nvSpPr>
          <p:spPr>
            <a:xfrm>
              <a:off x="3687749" y="3280646"/>
              <a:ext cx="873542" cy="683568"/>
            </a:xfrm>
            <a:custGeom>
              <a:avLst/>
              <a:gdLst>
                <a:gd name="connsiteX0" fmla="*/ 0 w 1001485"/>
                <a:gd name="connsiteY0" fmla="*/ 0 h 638629"/>
                <a:gd name="connsiteX1" fmla="*/ 1001485 w 1001485"/>
                <a:gd name="connsiteY1" fmla="*/ 0 h 638629"/>
                <a:gd name="connsiteX2" fmla="*/ 1001485 w 1001485"/>
                <a:gd name="connsiteY2" fmla="*/ 638629 h 638629"/>
                <a:gd name="connsiteX3" fmla="*/ 0 w 1001485"/>
                <a:gd name="connsiteY3" fmla="*/ 638629 h 638629"/>
                <a:gd name="connsiteX4" fmla="*/ 0 w 1001485"/>
                <a:gd name="connsiteY4" fmla="*/ 0 h 638629"/>
                <a:gd name="connsiteX0" fmla="*/ 0 w 1166585"/>
                <a:gd name="connsiteY0" fmla="*/ 57150 h 638629"/>
                <a:gd name="connsiteX1" fmla="*/ 1166585 w 1166585"/>
                <a:gd name="connsiteY1" fmla="*/ 0 h 638629"/>
                <a:gd name="connsiteX2" fmla="*/ 1166585 w 1166585"/>
                <a:gd name="connsiteY2" fmla="*/ 638629 h 638629"/>
                <a:gd name="connsiteX3" fmla="*/ 165100 w 1166585"/>
                <a:gd name="connsiteY3" fmla="*/ 638629 h 638629"/>
                <a:gd name="connsiteX4" fmla="*/ 0 w 1166585"/>
                <a:gd name="connsiteY4" fmla="*/ 57150 h 638629"/>
                <a:gd name="connsiteX0" fmla="*/ 31750 w 1001485"/>
                <a:gd name="connsiteY0" fmla="*/ 0 h 727529"/>
                <a:gd name="connsiteX1" fmla="*/ 1001485 w 1001485"/>
                <a:gd name="connsiteY1" fmla="*/ 88900 h 727529"/>
                <a:gd name="connsiteX2" fmla="*/ 1001485 w 1001485"/>
                <a:gd name="connsiteY2" fmla="*/ 727529 h 727529"/>
                <a:gd name="connsiteX3" fmla="*/ 0 w 1001485"/>
                <a:gd name="connsiteY3" fmla="*/ 727529 h 727529"/>
                <a:gd name="connsiteX4" fmla="*/ 31750 w 1001485"/>
                <a:gd name="connsiteY4" fmla="*/ 0 h 727529"/>
                <a:gd name="connsiteX0" fmla="*/ 31750 w 1001485"/>
                <a:gd name="connsiteY0" fmla="*/ 88900 h 816429"/>
                <a:gd name="connsiteX1" fmla="*/ 429985 w 1001485"/>
                <a:gd name="connsiteY1" fmla="*/ 0 h 816429"/>
                <a:gd name="connsiteX2" fmla="*/ 1001485 w 1001485"/>
                <a:gd name="connsiteY2" fmla="*/ 816429 h 816429"/>
                <a:gd name="connsiteX3" fmla="*/ 0 w 1001485"/>
                <a:gd name="connsiteY3" fmla="*/ 816429 h 816429"/>
                <a:gd name="connsiteX4" fmla="*/ 31750 w 1001485"/>
                <a:gd name="connsiteY4" fmla="*/ 88900 h 816429"/>
                <a:gd name="connsiteX0" fmla="*/ 31750 w 645885"/>
                <a:gd name="connsiteY0" fmla="*/ 88900 h 816429"/>
                <a:gd name="connsiteX1" fmla="*/ 429985 w 645885"/>
                <a:gd name="connsiteY1" fmla="*/ 0 h 816429"/>
                <a:gd name="connsiteX2" fmla="*/ 645885 w 645885"/>
                <a:gd name="connsiteY2" fmla="*/ 79829 h 816429"/>
                <a:gd name="connsiteX3" fmla="*/ 0 w 645885"/>
                <a:gd name="connsiteY3" fmla="*/ 816429 h 816429"/>
                <a:gd name="connsiteX4" fmla="*/ 31750 w 645885"/>
                <a:gd name="connsiteY4" fmla="*/ 88900 h 816429"/>
                <a:gd name="connsiteX0" fmla="*/ 31750 w 645885"/>
                <a:gd name="connsiteY0" fmla="*/ 88900 h 575129"/>
                <a:gd name="connsiteX1" fmla="*/ 429985 w 645885"/>
                <a:gd name="connsiteY1" fmla="*/ 0 h 575129"/>
                <a:gd name="connsiteX2" fmla="*/ 645885 w 645885"/>
                <a:gd name="connsiteY2" fmla="*/ 79829 h 575129"/>
                <a:gd name="connsiteX3" fmla="*/ 0 w 645885"/>
                <a:gd name="connsiteY3" fmla="*/ 575129 h 575129"/>
                <a:gd name="connsiteX4" fmla="*/ 31750 w 645885"/>
                <a:gd name="connsiteY4" fmla="*/ 88900 h 575129"/>
                <a:gd name="connsiteX0" fmla="*/ 196355 w 810490"/>
                <a:gd name="connsiteY0" fmla="*/ 88900 h 575129"/>
                <a:gd name="connsiteX1" fmla="*/ 594590 w 810490"/>
                <a:gd name="connsiteY1" fmla="*/ 0 h 575129"/>
                <a:gd name="connsiteX2" fmla="*/ 810490 w 810490"/>
                <a:gd name="connsiteY2" fmla="*/ 79829 h 575129"/>
                <a:gd name="connsiteX3" fmla="*/ 164605 w 810490"/>
                <a:gd name="connsiteY3" fmla="*/ 575129 h 575129"/>
                <a:gd name="connsiteX4" fmla="*/ 196355 w 810490"/>
                <a:gd name="connsiteY4" fmla="*/ 88900 h 575129"/>
                <a:gd name="connsiteX0" fmla="*/ 259407 w 873542"/>
                <a:gd name="connsiteY0" fmla="*/ 88900 h 575129"/>
                <a:gd name="connsiteX1" fmla="*/ 657642 w 873542"/>
                <a:gd name="connsiteY1" fmla="*/ 0 h 575129"/>
                <a:gd name="connsiteX2" fmla="*/ 873542 w 873542"/>
                <a:gd name="connsiteY2" fmla="*/ 79829 h 575129"/>
                <a:gd name="connsiteX3" fmla="*/ 227657 w 873542"/>
                <a:gd name="connsiteY3" fmla="*/ 575129 h 575129"/>
                <a:gd name="connsiteX4" fmla="*/ 259407 w 873542"/>
                <a:gd name="connsiteY4" fmla="*/ 88900 h 575129"/>
                <a:gd name="connsiteX0" fmla="*/ 259407 w 873542"/>
                <a:gd name="connsiteY0" fmla="*/ 159074 h 645303"/>
                <a:gd name="connsiteX1" fmla="*/ 657642 w 873542"/>
                <a:gd name="connsiteY1" fmla="*/ 70174 h 645303"/>
                <a:gd name="connsiteX2" fmla="*/ 873542 w 873542"/>
                <a:gd name="connsiteY2" fmla="*/ 150003 h 645303"/>
                <a:gd name="connsiteX3" fmla="*/ 227657 w 873542"/>
                <a:gd name="connsiteY3" fmla="*/ 645303 h 645303"/>
                <a:gd name="connsiteX4" fmla="*/ 259407 w 873542"/>
                <a:gd name="connsiteY4" fmla="*/ 159074 h 645303"/>
                <a:gd name="connsiteX0" fmla="*/ 259407 w 873542"/>
                <a:gd name="connsiteY0" fmla="*/ 159074 h 645303"/>
                <a:gd name="connsiteX1" fmla="*/ 638592 w 873542"/>
                <a:gd name="connsiteY1" fmla="*/ 70174 h 645303"/>
                <a:gd name="connsiteX2" fmla="*/ 873542 w 873542"/>
                <a:gd name="connsiteY2" fmla="*/ 150003 h 645303"/>
                <a:gd name="connsiteX3" fmla="*/ 227657 w 873542"/>
                <a:gd name="connsiteY3" fmla="*/ 645303 h 645303"/>
                <a:gd name="connsiteX4" fmla="*/ 259407 w 873542"/>
                <a:gd name="connsiteY4" fmla="*/ 159074 h 645303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27657 w 873542"/>
                <a:gd name="connsiteY0" fmla="*/ 683568 h 775008"/>
                <a:gd name="connsiteX1" fmla="*/ 259407 w 873542"/>
                <a:gd name="connsiteY1" fmla="*/ 197339 h 775008"/>
                <a:gd name="connsiteX2" fmla="*/ 638592 w 873542"/>
                <a:gd name="connsiteY2" fmla="*/ 108439 h 775008"/>
                <a:gd name="connsiteX3" fmla="*/ 873542 w 873542"/>
                <a:gd name="connsiteY3" fmla="*/ 188268 h 775008"/>
                <a:gd name="connsiteX4" fmla="*/ 319097 w 873542"/>
                <a:gd name="connsiteY4" fmla="*/ 775008 h 775008"/>
                <a:gd name="connsiteX0" fmla="*/ 227657 w 873542"/>
                <a:gd name="connsiteY0" fmla="*/ 683568 h 683568"/>
                <a:gd name="connsiteX1" fmla="*/ 259407 w 873542"/>
                <a:gd name="connsiteY1" fmla="*/ 197339 h 683568"/>
                <a:gd name="connsiteX2" fmla="*/ 638592 w 873542"/>
                <a:gd name="connsiteY2" fmla="*/ 108439 h 683568"/>
                <a:gd name="connsiteX3" fmla="*/ 873542 w 873542"/>
                <a:gd name="connsiteY3" fmla="*/ 188268 h 683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3542" h="683568">
                  <a:moveTo>
                    <a:pt x="227657" y="683568"/>
                  </a:moveTo>
                  <a:cubicBezTo>
                    <a:pt x="-155460" y="521492"/>
                    <a:pt x="7524" y="251465"/>
                    <a:pt x="259407" y="197339"/>
                  </a:cubicBezTo>
                  <a:cubicBezTo>
                    <a:pt x="354052" y="-118044"/>
                    <a:pt x="543947" y="17422"/>
                    <a:pt x="638592" y="108439"/>
                  </a:cubicBezTo>
                  <a:cubicBezTo>
                    <a:pt x="824859" y="77899"/>
                    <a:pt x="814275" y="161658"/>
                    <a:pt x="873542" y="188268"/>
                  </a:cubicBezTo>
                </a:path>
              </a:pathLst>
            </a:custGeom>
            <a:solidFill>
              <a:srgbClr val="266F05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2A6352B4-6D34-33F6-9946-DB7CC9348D1F}"/>
                </a:ext>
              </a:extLst>
            </p:cNvPr>
            <p:cNvSpPr/>
            <p:nvPr/>
          </p:nvSpPr>
          <p:spPr>
            <a:xfrm rot="1414239">
              <a:off x="3705167" y="2186393"/>
              <a:ext cx="1146130" cy="1037713"/>
            </a:xfrm>
            <a:custGeom>
              <a:avLst/>
              <a:gdLst>
                <a:gd name="connsiteX0" fmla="*/ 0 w 1001485"/>
                <a:gd name="connsiteY0" fmla="*/ 0 h 638629"/>
                <a:gd name="connsiteX1" fmla="*/ 1001485 w 1001485"/>
                <a:gd name="connsiteY1" fmla="*/ 0 h 638629"/>
                <a:gd name="connsiteX2" fmla="*/ 1001485 w 1001485"/>
                <a:gd name="connsiteY2" fmla="*/ 638629 h 638629"/>
                <a:gd name="connsiteX3" fmla="*/ 0 w 1001485"/>
                <a:gd name="connsiteY3" fmla="*/ 638629 h 638629"/>
                <a:gd name="connsiteX4" fmla="*/ 0 w 1001485"/>
                <a:gd name="connsiteY4" fmla="*/ 0 h 638629"/>
                <a:gd name="connsiteX0" fmla="*/ 0 w 1166585"/>
                <a:gd name="connsiteY0" fmla="*/ 57150 h 638629"/>
                <a:gd name="connsiteX1" fmla="*/ 1166585 w 1166585"/>
                <a:gd name="connsiteY1" fmla="*/ 0 h 638629"/>
                <a:gd name="connsiteX2" fmla="*/ 1166585 w 1166585"/>
                <a:gd name="connsiteY2" fmla="*/ 638629 h 638629"/>
                <a:gd name="connsiteX3" fmla="*/ 165100 w 1166585"/>
                <a:gd name="connsiteY3" fmla="*/ 638629 h 638629"/>
                <a:gd name="connsiteX4" fmla="*/ 0 w 1166585"/>
                <a:gd name="connsiteY4" fmla="*/ 57150 h 638629"/>
                <a:gd name="connsiteX0" fmla="*/ 31750 w 1001485"/>
                <a:gd name="connsiteY0" fmla="*/ 0 h 727529"/>
                <a:gd name="connsiteX1" fmla="*/ 1001485 w 1001485"/>
                <a:gd name="connsiteY1" fmla="*/ 88900 h 727529"/>
                <a:gd name="connsiteX2" fmla="*/ 1001485 w 1001485"/>
                <a:gd name="connsiteY2" fmla="*/ 727529 h 727529"/>
                <a:gd name="connsiteX3" fmla="*/ 0 w 1001485"/>
                <a:gd name="connsiteY3" fmla="*/ 727529 h 727529"/>
                <a:gd name="connsiteX4" fmla="*/ 31750 w 1001485"/>
                <a:gd name="connsiteY4" fmla="*/ 0 h 727529"/>
                <a:gd name="connsiteX0" fmla="*/ 31750 w 1001485"/>
                <a:gd name="connsiteY0" fmla="*/ 88900 h 816429"/>
                <a:gd name="connsiteX1" fmla="*/ 429985 w 1001485"/>
                <a:gd name="connsiteY1" fmla="*/ 0 h 816429"/>
                <a:gd name="connsiteX2" fmla="*/ 1001485 w 1001485"/>
                <a:gd name="connsiteY2" fmla="*/ 816429 h 816429"/>
                <a:gd name="connsiteX3" fmla="*/ 0 w 1001485"/>
                <a:gd name="connsiteY3" fmla="*/ 816429 h 816429"/>
                <a:gd name="connsiteX4" fmla="*/ 31750 w 1001485"/>
                <a:gd name="connsiteY4" fmla="*/ 88900 h 816429"/>
                <a:gd name="connsiteX0" fmla="*/ 31750 w 645885"/>
                <a:gd name="connsiteY0" fmla="*/ 88900 h 816429"/>
                <a:gd name="connsiteX1" fmla="*/ 429985 w 645885"/>
                <a:gd name="connsiteY1" fmla="*/ 0 h 816429"/>
                <a:gd name="connsiteX2" fmla="*/ 645885 w 645885"/>
                <a:gd name="connsiteY2" fmla="*/ 79829 h 816429"/>
                <a:gd name="connsiteX3" fmla="*/ 0 w 645885"/>
                <a:gd name="connsiteY3" fmla="*/ 816429 h 816429"/>
                <a:gd name="connsiteX4" fmla="*/ 31750 w 645885"/>
                <a:gd name="connsiteY4" fmla="*/ 88900 h 816429"/>
                <a:gd name="connsiteX0" fmla="*/ 31750 w 645885"/>
                <a:gd name="connsiteY0" fmla="*/ 88900 h 575129"/>
                <a:gd name="connsiteX1" fmla="*/ 429985 w 645885"/>
                <a:gd name="connsiteY1" fmla="*/ 0 h 575129"/>
                <a:gd name="connsiteX2" fmla="*/ 645885 w 645885"/>
                <a:gd name="connsiteY2" fmla="*/ 79829 h 575129"/>
                <a:gd name="connsiteX3" fmla="*/ 0 w 645885"/>
                <a:gd name="connsiteY3" fmla="*/ 575129 h 575129"/>
                <a:gd name="connsiteX4" fmla="*/ 31750 w 645885"/>
                <a:gd name="connsiteY4" fmla="*/ 88900 h 575129"/>
                <a:gd name="connsiteX0" fmla="*/ 196355 w 810490"/>
                <a:gd name="connsiteY0" fmla="*/ 88900 h 575129"/>
                <a:gd name="connsiteX1" fmla="*/ 594590 w 810490"/>
                <a:gd name="connsiteY1" fmla="*/ 0 h 575129"/>
                <a:gd name="connsiteX2" fmla="*/ 810490 w 810490"/>
                <a:gd name="connsiteY2" fmla="*/ 79829 h 575129"/>
                <a:gd name="connsiteX3" fmla="*/ 164605 w 810490"/>
                <a:gd name="connsiteY3" fmla="*/ 575129 h 575129"/>
                <a:gd name="connsiteX4" fmla="*/ 196355 w 810490"/>
                <a:gd name="connsiteY4" fmla="*/ 88900 h 575129"/>
                <a:gd name="connsiteX0" fmla="*/ 259407 w 873542"/>
                <a:gd name="connsiteY0" fmla="*/ 88900 h 575129"/>
                <a:gd name="connsiteX1" fmla="*/ 657642 w 873542"/>
                <a:gd name="connsiteY1" fmla="*/ 0 h 575129"/>
                <a:gd name="connsiteX2" fmla="*/ 873542 w 873542"/>
                <a:gd name="connsiteY2" fmla="*/ 79829 h 575129"/>
                <a:gd name="connsiteX3" fmla="*/ 227657 w 873542"/>
                <a:gd name="connsiteY3" fmla="*/ 575129 h 575129"/>
                <a:gd name="connsiteX4" fmla="*/ 259407 w 873542"/>
                <a:gd name="connsiteY4" fmla="*/ 88900 h 575129"/>
                <a:gd name="connsiteX0" fmla="*/ 259407 w 873542"/>
                <a:gd name="connsiteY0" fmla="*/ 159074 h 645303"/>
                <a:gd name="connsiteX1" fmla="*/ 657642 w 873542"/>
                <a:gd name="connsiteY1" fmla="*/ 70174 h 645303"/>
                <a:gd name="connsiteX2" fmla="*/ 873542 w 873542"/>
                <a:gd name="connsiteY2" fmla="*/ 150003 h 645303"/>
                <a:gd name="connsiteX3" fmla="*/ 227657 w 873542"/>
                <a:gd name="connsiteY3" fmla="*/ 645303 h 645303"/>
                <a:gd name="connsiteX4" fmla="*/ 259407 w 873542"/>
                <a:gd name="connsiteY4" fmla="*/ 159074 h 645303"/>
                <a:gd name="connsiteX0" fmla="*/ 259407 w 873542"/>
                <a:gd name="connsiteY0" fmla="*/ 159074 h 645303"/>
                <a:gd name="connsiteX1" fmla="*/ 638592 w 873542"/>
                <a:gd name="connsiteY1" fmla="*/ 70174 h 645303"/>
                <a:gd name="connsiteX2" fmla="*/ 873542 w 873542"/>
                <a:gd name="connsiteY2" fmla="*/ 150003 h 645303"/>
                <a:gd name="connsiteX3" fmla="*/ 227657 w 873542"/>
                <a:gd name="connsiteY3" fmla="*/ 645303 h 645303"/>
                <a:gd name="connsiteX4" fmla="*/ 259407 w 873542"/>
                <a:gd name="connsiteY4" fmla="*/ 159074 h 645303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1037249"/>
                <a:gd name="connsiteY0" fmla="*/ 197339 h 683568"/>
                <a:gd name="connsiteX1" fmla="*/ 638592 w 1037249"/>
                <a:gd name="connsiteY1" fmla="*/ 108439 h 683568"/>
                <a:gd name="connsiteX2" fmla="*/ 1037249 w 1037249"/>
                <a:gd name="connsiteY2" fmla="*/ 102989 h 683568"/>
                <a:gd name="connsiteX3" fmla="*/ 227657 w 1037249"/>
                <a:gd name="connsiteY3" fmla="*/ 683568 h 683568"/>
                <a:gd name="connsiteX4" fmla="*/ 259407 w 1037249"/>
                <a:gd name="connsiteY4" fmla="*/ 197339 h 683568"/>
                <a:gd name="connsiteX0" fmla="*/ 259407 w 1037249"/>
                <a:gd name="connsiteY0" fmla="*/ 323950 h 810179"/>
                <a:gd name="connsiteX1" fmla="*/ 739874 w 1037249"/>
                <a:gd name="connsiteY1" fmla="*/ 38446 h 810179"/>
                <a:gd name="connsiteX2" fmla="*/ 1037249 w 1037249"/>
                <a:gd name="connsiteY2" fmla="*/ 229600 h 810179"/>
                <a:gd name="connsiteX3" fmla="*/ 227657 w 1037249"/>
                <a:gd name="connsiteY3" fmla="*/ 810179 h 810179"/>
                <a:gd name="connsiteX4" fmla="*/ 259407 w 1037249"/>
                <a:gd name="connsiteY4" fmla="*/ 323950 h 810179"/>
                <a:gd name="connsiteX0" fmla="*/ 228532 w 1059584"/>
                <a:gd name="connsiteY0" fmla="*/ 181693 h 901044"/>
                <a:gd name="connsiteX1" fmla="*/ 762209 w 1059584"/>
                <a:gd name="connsiteY1" fmla="*/ 129311 h 901044"/>
                <a:gd name="connsiteX2" fmla="*/ 1059584 w 1059584"/>
                <a:gd name="connsiteY2" fmla="*/ 320465 h 901044"/>
                <a:gd name="connsiteX3" fmla="*/ 249992 w 1059584"/>
                <a:gd name="connsiteY3" fmla="*/ 901044 h 901044"/>
                <a:gd name="connsiteX4" fmla="*/ 228532 w 1059584"/>
                <a:gd name="connsiteY4" fmla="*/ 181693 h 901044"/>
                <a:gd name="connsiteX0" fmla="*/ 148679 w 979731"/>
                <a:gd name="connsiteY0" fmla="*/ 181693 h 915933"/>
                <a:gd name="connsiteX1" fmla="*/ 682356 w 979731"/>
                <a:gd name="connsiteY1" fmla="*/ 129311 h 915933"/>
                <a:gd name="connsiteX2" fmla="*/ 979731 w 979731"/>
                <a:gd name="connsiteY2" fmla="*/ 320465 h 915933"/>
                <a:gd name="connsiteX3" fmla="*/ 170139 w 979731"/>
                <a:gd name="connsiteY3" fmla="*/ 901044 h 915933"/>
                <a:gd name="connsiteX4" fmla="*/ 301 w 979731"/>
                <a:gd name="connsiteY4" fmla="*/ 727852 h 915933"/>
                <a:gd name="connsiteX5" fmla="*/ 148679 w 979731"/>
                <a:gd name="connsiteY5" fmla="*/ 181693 h 915933"/>
                <a:gd name="connsiteX0" fmla="*/ 150331 w 981383"/>
                <a:gd name="connsiteY0" fmla="*/ 181693 h 1008088"/>
                <a:gd name="connsiteX1" fmla="*/ 684008 w 981383"/>
                <a:gd name="connsiteY1" fmla="*/ 129311 h 1008088"/>
                <a:gd name="connsiteX2" fmla="*/ 981383 w 981383"/>
                <a:gd name="connsiteY2" fmla="*/ 320465 h 1008088"/>
                <a:gd name="connsiteX3" fmla="*/ 138240 w 981383"/>
                <a:gd name="connsiteY3" fmla="*/ 998818 h 1008088"/>
                <a:gd name="connsiteX4" fmla="*/ 1953 w 981383"/>
                <a:gd name="connsiteY4" fmla="*/ 727852 h 1008088"/>
                <a:gd name="connsiteX5" fmla="*/ 150331 w 981383"/>
                <a:gd name="connsiteY5" fmla="*/ 181693 h 1008088"/>
                <a:gd name="connsiteX0" fmla="*/ 271843 w 1102895"/>
                <a:gd name="connsiteY0" fmla="*/ 181693 h 1008088"/>
                <a:gd name="connsiteX1" fmla="*/ 805520 w 1102895"/>
                <a:gd name="connsiteY1" fmla="*/ 129311 h 1008088"/>
                <a:gd name="connsiteX2" fmla="*/ 1102895 w 1102895"/>
                <a:gd name="connsiteY2" fmla="*/ 320465 h 1008088"/>
                <a:gd name="connsiteX3" fmla="*/ 259752 w 1102895"/>
                <a:gd name="connsiteY3" fmla="*/ 998818 h 1008088"/>
                <a:gd name="connsiteX4" fmla="*/ 123465 w 1102895"/>
                <a:gd name="connsiteY4" fmla="*/ 727852 h 1008088"/>
                <a:gd name="connsiteX5" fmla="*/ 271843 w 1102895"/>
                <a:gd name="connsiteY5" fmla="*/ 181693 h 1008088"/>
                <a:gd name="connsiteX0" fmla="*/ 315070 w 1146122"/>
                <a:gd name="connsiteY0" fmla="*/ 181693 h 1008088"/>
                <a:gd name="connsiteX1" fmla="*/ 848747 w 1146122"/>
                <a:gd name="connsiteY1" fmla="*/ 129311 h 1008088"/>
                <a:gd name="connsiteX2" fmla="*/ 1146122 w 1146122"/>
                <a:gd name="connsiteY2" fmla="*/ 320465 h 1008088"/>
                <a:gd name="connsiteX3" fmla="*/ 302979 w 1146122"/>
                <a:gd name="connsiteY3" fmla="*/ 998818 h 1008088"/>
                <a:gd name="connsiteX4" fmla="*/ 166692 w 1146122"/>
                <a:gd name="connsiteY4" fmla="*/ 727852 h 1008088"/>
                <a:gd name="connsiteX5" fmla="*/ 315070 w 1146122"/>
                <a:gd name="connsiteY5" fmla="*/ 181693 h 1008088"/>
                <a:gd name="connsiteX0" fmla="*/ 315070 w 1146122"/>
                <a:gd name="connsiteY0" fmla="*/ 212178 h 1038573"/>
                <a:gd name="connsiteX1" fmla="*/ 848747 w 1146122"/>
                <a:gd name="connsiteY1" fmla="*/ 159796 h 1038573"/>
                <a:gd name="connsiteX2" fmla="*/ 1146122 w 1146122"/>
                <a:gd name="connsiteY2" fmla="*/ 350950 h 1038573"/>
                <a:gd name="connsiteX3" fmla="*/ 302979 w 1146122"/>
                <a:gd name="connsiteY3" fmla="*/ 1029303 h 1038573"/>
                <a:gd name="connsiteX4" fmla="*/ 166692 w 1146122"/>
                <a:gd name="connsiteY4" fmla="*/ 758337 h 1038573"/>
                <a:gd name="connsiteX5" fmla="*/ 315070 w 1146122"/>
                <a:gd name="connsiteY5" fmla="*/ 212178 h 1038573"/>
                <a:gd name="connsiteX0" fmla="*/ 315070 w 1146130"/>
                <a:gd name="connsiteY0" fmla="*/ 212178 h 1038573"/>
                <a:gd name="connsiteX1" fmla="*/ 848747 w 1146130"/>
                <a:gd name="connsiteY1" fmla="*/ 159796 h 1038573"/>
                <a:gd name="connsiteX2" fmla="*/ 1146122 w 1146130"/>
                <a:gd name="connsiteY2" fmla="*/ 350950 h 1038573"/>
                <a:gd name="connsiteX3" fmla="*/ 302979 w 1146130"/>
                <a:gd name="connsiteY3" fmla="*/ 1029303 h 1038573"/>
                <a:gd name="connsiteX4" fmla="*/ 166692 w 1146130"/>
                <a:gd name="connsiteY4" fmla="*/ 758337 h 1038573"/>
                <a:gd name="connsiteX5" fmla="*/ 315070 w 1146130"/>
                <a:gd name="connsiteY5" fmla="*/ 212178 h 1038573"/>
                <a:gd name="connsiteX0" fmla="*/ 315070 w 1146130"/>
                <a:gd name="connsiteY0" fmla="*/ 212178 h 1037713"/>
                <a:gd name="connsiteX1" fmla="*/ 848747 w 1146130"/>
                <a:gd name="connsiteY1" fmla="*/ 159796 h 1037713"/>
                <a:gd name="connsiteX2" fmla="*/ 1146122 w 1146130"/>
                <a:gd name="connsiteY2" fmla="*/ 350950 h 1037713"/>
                <a:gd name="connsiteX3" fmla="*/ 302979 w 1146130"/>
                <a:gd name="connsiteY3" fmla="*/ 1029303 h 1037713"/>
                <a:gd name="connsiteX4" fmla="*/ 166692 w 1146130"/>
                <a:gd name="connsiteY4" fmla="*/ 758337 h 1037713"/>
                <a:gd name="connsiteX5" fmla="*/ 315070 w 1146130"/>
                <a:gd name="connsiteY5" fmla="*/ 212178 h 1037713"/>
                <a:gd name="connsiteX0" fmla="*/ 302979 w 1146130"/>
                <a:gd name="connsiteY0" fmla="*/ 1029303 h 1120743"/>
                <a:gd name="connsiteX1" fmla="*/ 166692 w 1146130"/>
                <a:gd name="connsiteY1" fmla="*/ 758337 h 1120743"/>
                <a:gd name="connsiteX2" fmla="*/ 315070 w 1146130"/>
                <a:gd name="connsiteY2" fmla="*/ 212178 h 1120743"/>
                <a:gd name="connsiteX3" fmla="*/ 848747 w 1146130"/>
                <a:gd name="connsiteY3" fmla="*/ 159796 h 1120743"/>
                <a:gd name="connsiteX4" fmla="*/ 1146122 w 1146130"/>
                <a:gd name="connsiteY4" fmla="*/ 350950 h 1120743"/>
                <a:gd name="connsiteX5" fmla="*/ 394419 w 1146130"/>
                <a:gd name="connsiteY5" fmla="*/ 1120743 h 1120743"/>
                <a:gd name="connsiteX0" fmla="*/ 302979 w 1146130"/>
                <a:gd name="connsiteY0" fmla="*/ 1029303 h 1037713"/>
                <a:gd name="connsiteX1" fmla="*/ 166692 w 1146130"/>
                <a:gd name="connsiteY1" fmla="*/ 758337 h 1037713"/>
                <a:gd name="connsiteX2" fmla="*/ 315070 w 1146130"/>
                <a:gd name="connsiteY2" fmla="*/ 212178 h 1037713"/>
                <a:gd name="connsiteX3" fmla="*/ 848747 w 1146130"/>
                <a:gd name="connsiteY3" fmla="*/ 159796 h 1037713"/>
                <a:gd name="connsiteX4" fmla="*/ 1146122 w 1146130"/>
                <a:gd name="connsiteY4" fmla="*/ 350950 h 103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6130" h="1037713">
                  <a:moveTo>
                    <a:pt x="302979" y="1029303"/>
                  </a:moveTo>
                  <a:cubicBezTo>
                    <a:pt x="128543" y="1084766"/>
                    <a:pt x="89214" y="851239"/>
                    <a:pt x="166692" y="758337"/>
                  </a:cubicBezTo>
                  <a:cubicBezTo>
                    <a:pt x="-132433" y="580330"/>
                    <a:pt x="4064" y="269858"/>
                    <a:pt x="315070" y="212178"/>
                  </a:cubicBezTo>
                  <a:cubicBezTo>
                    <a:pt x="409715" y="-103205"/>
                    <a:pt x="736013" y="-20321"/>
                    <a:pt x="848747" y="159796"/>
                  </a:cubicBezTo>
                  <a:cubicBezTo>
                    <a:pt x="1035014" y="129256"/>
                    <a:pt x="1147282" y="256409"/>
                    <a:pt x="1146122" y="350950"/>
                  </a:cubicBezTo>
                </a:path>
              </a:pathLst>
            </a:custGeom>
            <a:solidFill>
              <a:srgbClr val="266F05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4">
              <a:extLst>
                <a:ext uri="{FF2B5EF4-FFF2-40B4-BE49-F238E27FC236}">
                  <a16:creationId xmlns:a16="http://schemas.microsoft.com/office/drawing/2014/main" id="{DE457D97-C0A6-EF09-E077-6C9C010F5273}"/>
                </a:ext>
              </a:extLst>
            </p:cNvPr>
            <p:cNvSpPr/>
            <p:nvPr/>
          </p:nvSpPr>
          <p:spPr>
            <a:xfrm rot="4237993">
              <a:off x="5821817" y="3248157"/>
              <a:ext cx="899271" cy="834847"/>
            </a:xfrm>
            <a:custGeom>
              <a:avLst/>
              <a:gdLst>
                <a:gd name="connsiteX0" fmla="*/ 0 w 1001485"/>
                <a:gd name="connsiteY0" fmla="*/ 0 h 638629"/>
                <a:gd name="connsiteX1" fmla="*/ 1001485 w 1001485"/>
                <a:gd name="connsiteY1" fmla="*/ 0 h 638629"/>
                <a:gd name="connsiteX2" fmla="*/ 1001485 w 1001485"/>
                <a:gd name="connsiteY2" fmla="*/ 638629 h 638629"/>
                <a:gd name="connsiteX3" fmla="*/ 0 w 1001485"/>
                <a:gd name="connsiteY3" fmla="*/ 638629 h 638629"/>
                <a:gd name="connsiteX4" fmla="*/ 0 w 1001485"/>
                <a:gd name="connsiteY4" fmla="*/ 0 h 638629"/>
                <a:gd name="connsiteX0" fmla="*/ 0 w 1166585"/>
                <a:gd name="connsiteY0" fmla="*/ 57150 h 638629"/>
                <a:gd name="connsiteX1" fmla="*/ 1166585 w 1166585"/>
                <a:gd name="connsiteY1" fmla="*/ 0 h 638629"/>
                <a:gd name="connsiteX2" fmla="*/ 1166585 w 1166585"/>
                <a:gd name="connsiteY2" fmla="*/ 638629 h 638629"/>
                <a:gd name="connsiteX3" fmla="*/ 165100 w 1166585"/>
                <a:gd name="connsiteY3" fmla="*/ 638629 h 638629"/>
                <a:gd name="connsiteX4" fmla="*/ 0 w 1166585"/>
                <a:gd name="connsiteY4" fmla="*/ 57150 h 638629"/>
                <a:gd name="connsiteX0" fmla="*/ 31750 w 1001485"/>
                <a:gd name="connsiteY0" fmla="*/ 0 h 727529"/>
                <a:gd name="connsiteX1" fmla="*/ 1001485 w 1001485"/>
                <a:gd name="connsiteY1" fmla="*/ 88900 h 727529"/>
                <a:gd name="connsiteX2" fmla="*/ 1001485 w 1001485"/>
                <a:gd name="connsiteY2" fmla="*/ 727529 h 727529"/>
                <a:gd name="connsiteX3" fmla="*/ 0 w 1001485"/>
                <a:gd name="connsiteY3" fmla="*/ 727529 h 727529"/>
                <a:gd name="connsiteX4" fmla="*/ 31750 w 1001485"/>
                <a:gd name="connsiteY4" fmla="*/ 0 h 727529"/>
                <a:gd name="connsiteX0" fmla="*/ 31750 w 1001485"/>
                <a:gd name="connsiteY0" fmla="*/ 88900 h 816429"/>
                <a:gd name="connsiteX1" fmla="*/ 429985 w 1001485"/>
                <a:gd name="connsiteY1" fmla="*/ 0 h 816429"/>
                <a:gd name="connsiteX2" fmla="*/ 1001485 w 1001485"/>
                <a:gd name="connsiteY2" fmla="*/ 816429 h 816429"/>
                <a:gd name="connsiteX3" fmla="*/ 0 w 1001485"/>
                <a:gd name="connsiteY3" fmla="*/ 816429 h 816429"/>
                <a:gd name="connsiteX4" fmla="*/ 31750 w 1001485"/>
                <a:gd name="connsiteY4" fmla="*/ 88900 h 816429"/>
                <a:gd name="connsiteX0" fmla="*/ 31750 w 645885"/>
                <a:gd name="connsiteY0" fmla="*/ 88900 h 816429"/>
                <a:gd name="connsiteX1" fmla="*/ 429985 w 645885"/>
                <a:gd name="connsiteY1" fmla="*/ 0 h 816429"/>
                <a:gd name="connsiteX2" fmla="*/ 645885 w 645885"/>
                <a:gd name="connsiteY2" fmla="*/ 79829 h 816429"/>
                <a:gd name="connsiteX3" fmla="*/ 0 w 645885"/>
                <a:gd name="connsiteY3" fmla="*/ 816429 h 816429"/>
                <a:gd name="connsiteX4" fmla="*/ 31750 w 645885"/>
                <a:gd name="connsiteY4" fmla="*/ 88900 h 816429"/>
                <a:gd name="connsiteX0" fmla="*/ 31750 w 645885"/>
                <a:gd name="connsiteY0" fmla="*/ 88900 h 575129"/>
                <a:gd name="connsiteX1" fmla="*/ 429985 w 645885"/>
                <a:gd name="connsiteY1" fmla="*/ 0 h 575129"/>
                <a:gd name="connsiteX2" fmla="*/ 645885 w 645885"/>
                <a:gd name="connsiteY2" fmla="*/ 79829 h 575129"/>
                <a:gd name="connsiteX3" fmla="*/ 0 w 645885"/>
                <a:gd name="connsiteY3" fmla="*/ 575129 h 575129"/>
                <a:gd name="connsiteX4" fmla="*/ 31750 w 645885"/>
                <a:gd name="connsiteY4" fmla="*/ 88900 h 575129"/>
                <a:gd name="connsiteX0" fmla="*/ 196355 w 810490"/>
                <a:gd name="connsiteY0" fmla="*/ 88900 h 575129"/>
                <a:gd name="connsiteX1" fmla="*/ 594590 w 810490"/>
                <a:gd name="connsiteY1" fmla="*/ 0 h 575129"/>
                <a:gd name="connsiteX2" fmla="*/ 810490 w 810490"/>
                <a:gd name="connsiteY2" fmla="*/ 79829 h 575129"/>
                <a:gd name="connsiteX3" fmla="*/ 164605 w 810490"/>
                <a:gd name="connsiteY3" fmla="*/ 575129 h 575129"/>
                <a:gd name="connsiteX4" fmla="*/ 196355 w 810490"/>
                <a:gd name="connsiteY4" fmla="*/ 88900 h 575129"/>
                <a:gd name="connsiteX0" fmla="*/ 259407 w 873542"/>
                <a:gd name="connsiteY0" fmla="*/ 88900 h 575129"/>
                <a:gd name="connsiteX1" fmla="*/ 657642 w 873542"/>
                <a:gd name="connsiteY1" fmla="*/ 0 h 575129"/>
                <a:gd name="connsiteX2" fmla="*/ 873542 w 873542"/>
                <a:gd name="connsiteY2" fmla="*/ 79829 h 575129"/>
                <a:gd name="connsiteX3" fmla="*/ 227657 w 873542"/>
                <a:gd name="connsiteY3" fmla="*/ 575129 h 575129"/>
                <a:gd name="connsiteX4" fmla="*/ 259407 w 873542"/>
                <a:gd name="connsiteY4" fmla="*/ 88900 h 575129"/>
                <a:gd name="connsiteX0" fmla="*/ 259407 w 873542"/>
                <a:gd name="connsiteY0" fmla="*/ 159074 h 645303"/>
                <a:gd name="connsiteX1" fmla="*/ 657642 w 873542"/>
                <a:gd name="connsiteY1" fmla="*/ 70174 h 645303"/>
                <a:gd name="connsiteX2" fmla="*/ 873542 w 873542"/>
                <a:gd name="connsiteY2" fmla="*/ 150003 h 645303"/>
                <a:gd name="connsiteX3" fmla="*/ 227657 w 873542"/>
                <a:gd name="connsiteY3" fmla="*/ 645303 h 645303"/>
                <a:gd name="connsiteX4" fmla="*/ 259407 w 873542"/>
                <a:gd name="connsiteY4" fmla="*/ 159074 h 645303"/>
                <a:gd name="connsiteX0" fmla="*/ 259407 w 873542"/>
                <a:gd name="connsiteY0" fmla="*/ 159074 h 645303"/>
                <a:gd name="connsiteX1" fmla="*/ 638592 w 873542"/>
                <a:gd name="connsiteY1" fmla="*/ 70174 h 645303"/>
                <a:gd name="connsiteX2" fmla="*/ 873542 w 873542"/>
                <a:gd name="connsiteY2" fmla="*/ 150003 h 645303"/>
                <a:gd name="connsiteX3" fmla="*/ 227657 w 873542"/>
                <a:gd name="connsiteY3" fmla="*/ 645303 h 645303"/>
                <a:gd name="connsiteX4" fmla="*/ 259407 w 873542"/>
                <a:gd name="connsiteY4" fmla="*/ 159074 h 645303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1037249"/>
                <a:gd name="connsiteY0" fmla="*/ 197339 h 683568"/>
                <a:gd name="connsiteX1" fmla="*/ 638592 w 1037249"/>
                <a:gd name="connsiteY1" fmla="*/ 108439 h 683568"/>
                <a:gd name="connsiteX2" fmla="*/ 1037249 w 1037249"/>
                <a:gd name="connsiteY2" fmla="*/ 102989 h 683568"/>
                <a:gd name="connsiteX3" fmla="*/ 227657 w 1037249"/>
                <a:gd name="connsiteY3" fmla="*/ 683568 h 683568"/>
                <a:gd name="connsiteX4" fmla="*/ 259407 w 1037249"/>
                <a:gd name="connsiteY4" fmla="*/ 197339 h 683568"/>
                <a:gd name="connsiteX0" fmla="*/ 259407 w 1037249"/>
                <a:gd name="connsiteY0" fmla="*/ 323950 h 810179"/>
                <a:gd name="connsiteX1" fmla="*/ 739874 w 1037249"/>
                <a:gd name="connsiteY1" fmla="*/ 38446 h 810179"/>
                <a:gd name="connsiteX2" fmla="*/ 1037249 w 1037249"/>
                <a:gd name="connsiteY2" fmla="*/ 229600 h 810179"/>
                <a:gd name="connsiteX3" fmla="*/ 227657 w 1037249"/>
                <a:gd name="connsiteY3" fmla="*/ 810179 h 810179"/>
                <a:gd name="connsiteX4" fmla="*/ 259407 w 1037249"/>
                <a:gd name="connsiteY4" fmla="*/ 323950 h 810179"/>
                <a:gd name="connsiteX0" fmla="*/ 228532 w 1059584"/>
                <a:gd name="connsiteY0" fmla="*/ 181693 h 901044"/>
                <a:gd name="connsiteX1" fmla="*/ 762209 w 1059584"/>
                <a:gd name="connsiteY1" fmla="*/ 129311 h 901044"/>
                <a:gd name="connsiteX2" fmla="*/ 1059584 w 1059584"/>
                <a:gd name="connsiteY2" fmla="*/ 320465 h 901044"/>
                <a:gd name="connsiteX3" fmla="*/ 249992 w 1059584"/>
                <a:gd name="connsiteY3" fmla="*/ 901044 h 901044"/>
                <a:gd name="connsiteX4" fmla="*/ 228532 w 1059584"/>
                <a:gd name="connsiteY4" fmla="*/ 181693 h 901044"/>
                <a:gd name="connsiteX0" fmla="*/ 148679 w 979731"/>
                <a:gd name="connsiteY0" fmla="*/ 181693 h 915933"/>
                <a:gd name="connsiteX1" fmla="*/ 682356 w 979731"/>
                <a:gd name="connsiteY1" fmla="*/ 129311 h 915933"/>
                <a:gd name="connsiteX2" fmla="*/ 979731 w 979731"/>
                <a:gd name="connsiteY2" fmla="*/ 320465 h 915933"/>
                <a:gd name="connsiteX3" fmla="*/ 170139 w 979731"/>
                <a:gd name="connsiteY3" fmla="*/ 901044 h 915933"/>
                <a:gd name="connsiteX4" fmla="*/ 301 w 979731"/>
                <a:gd name="connsiteY4" fmla="*/ 727852 h 915933"/>
                <a:gd name="connsiteX5" fmla="*/ 148679 w 979731"/>
                <a:gd name="connsiteY5" fmla="*/ 181693 h 915933"/>
                <a:gd name="connsiteX0" fmla="*/ 150331 w 981383"/>
                <a:gd name="connsiteY0" fmla="*/ 181693 h 1008088"/>
                <a:gd name="connsiteX1" fmla="*/ 684008 w 981383"/>
                <a:gd name="connsiteY1" fmla="*/ 129311 h 1008088"/>
                <a:gd name="connsiteX2" fmla="*/ 981383 w 981383"/>
                <a:gd name="connsiteY2" fmla="*/ 320465 h 1008088"/>
                <a:gd name="connsiteX3" fmla="*/ 138240 w 981383"/>
                <a:gd name="connsiteY3" fmla="*/ 998818 h 1008088"/>
                <a:gd name="connsiteX4" fmla="*/ 1953 w 981383"/>
                <a:gd name="connsiteY4" fmla="*/ 727852 h 1008088"/>
                <a:gd name="connsiteX5" fmla="*/ 150331 w 981383"/>
                <a:gd name="connsiteY5" fmla="*/ 181693 h 1008088"/>
                <a:gd name="connsiteX0" fmla="*/ 271843 w 1102895"/>
                <a:gd name="connsiteY0" fmla="*/ 181693 h 1008088"/>
                <a:gd name="connsiteX1" fmla="*/ 805520 w 1102895"/>
                <a:gd name="connsiteY1" fmla="*/ 129311 h 1008088"/>
                <a:gd name="connsiteX2" fmla="*/ 1102895 w 1102895"/>
                <a:gd name="connsiteY2" fmla="*/ 320465 h 1008088"/>
                <a:gd name="connsiteX3" fmla="*/ 259752 w 1102895"/>
                <a:gd name="connsiteY3" fmla="*/ 998818 h 1008088"/>
                <a:gd name="connsiteX4" fmla="*/ 123465 w 1102895"/>
                <a:gd name="connsiteY4" fmla="*/ 727852 h 1008088"/>
                <a:gd name="connsiteX5" fmla="*/ 271843 w 1102895"/>
                <a:gd name="connsiteY5" fmla="*/ 181693 h 1008088"/>
                <a:gd name="connsiteX0" fmla="*/ 315070 w 1146122"/>
                <a:gd name="connsiteY0" fmla="*/ 181693 h 1008088"/>
                <a:gd name="connsiteX1" fmla="*/ 848747 w 1146122"/>
                <a:gd name="connsiteY1" fmla="*/ 129311 h 1008088"/>
                <a:gd name="connsiteX2" fmla="*/ 1146122 w 1146122"/>
                <a:gd name="connsiteY2" fmla="*/ 320465 h 1008088"/>
                <a:gd name="connsiteX3" fmla="*/ 302979 w 1146122"/>
                <a:gd name="connsiteY3" fmla="*/ 998818 h 1008088"/>
                <a:gd name="connsiteX4" fmla="*/ 166692 w 1146122"/>
                <a:gd name="connsiteY4" fmla="*/ 727852 h 1008088"/>
                <a:gd name="connsiteX5" fmla="*/ 315070 w 1146122"/>
                <a:gd name="connsiteY5" fmla="*/ 181693 h 1008088"/>
                <a:gd name="connsiteX0" fmla="*/ 315070 w 1146122"/>
                <a:gd name="connsiteY0" fmla="*/ 212178 h 1038573"/>
                <a:gd name="connsiteX1" fmla="*/ 848747 w 1146122"/>
                <a:gd name="connsiteY1" fmla="*/ 159796 h 1038573"/>
                <a:gd name="connsiteX2" fmla="*/ 1146122 w 1146122"/>
                <a:gd name="connsiteY2" fmla="*/ 350950 h 1038573"/>
                <a:gd name="connsiteX3" fmla="*/ 302979 w 1146122"/>
                <a:gd name="connsiteY3" fmla="*/ 1029303 h 1038573"/>
                <a:gd name="connsiteX4" fmla="*/ 166692 w 1146122"/>
                <a:gd name="connsiteY4" fmla="*/ 758337 h 1038573"/>
                <a:gd name="connsiteX5" fmla="*/ 315070 w 1146122"/>
                <a:gd name="connsiteY5" fmla="*/ 212178 h 1038573"/>
                <a:gd name="connsiteX0" fmla="*/ 315070 w 1146130"/>
                <a:gd name="connsiteY0" fmla="*/ 212178 h 1038573"/>
                <a:gd name="connsiteX1" fmla="*/ 848747 w 1146130"/>
                <a:gd name="connsiteY1" fmla="*/ 159796 h 1038573"/>
                <a:gd name="connsiteX2" fmla="*/ 1146122 w 1146130"/>
                <a:gd name="connsiteY2" fmla="*/ 350950 h 1038573"/>
                <a:gd name="connsiteX3" fmla="*/ 302979 w 1146130"/>
                <a:gd name="connsiteY3" fmla="*/ 1029303 h 1038573"/>
                <a:gd name="connsiteX4" fmla="*/ 166692 w 1146130"/>
                <a:gd name="connsiteY4" fmla="*/ 758337 h 1038573"/>
                <a:gd name="connsiteX5" fmla="*/ 315070 w 1146130"/>
                <a:gd name="connsiteY5" fmla="*/ 212178 h 1038573"/>
                <a:gd name="connsiteX0" fmla="*/ 315070 w 1146130"/>
                <a:gd name="connsiteY0" fmla="*/ 212178 h 1037713"/>
                <a:gd name="connsiteX1" fmla="*/ 848747 w 1146130"/>
                <a:gd name="connsiteY1" fmla="*/ 159796 h 1037713"/>
                <a:gd name="connsiteX2" fmla="*/ 1146122 w 1146130"/>
                <a:gd name="connsiteY2" fmla="*/ 350950 h 1037713"/>
                <a:gd name="connsiteX3" fmla="*/ 302979 w 1146130"/>
                <a:gd name="connsiteY3" fmla="*/ 1029303 h 1037713"/>
                <a:gd name="connsiteX4" fmla="*/ 166692 w 1146130"/>
                <a:gd name="connsiteY4" fmla="*/ 758337 h 1037713"/>
                <a:gd name="connsiteX5" fmla="*/ 315070 w 1146130"/>
                <a:gd name="connsiteY5" fmla="*/ 212178 h 1037713"/>
                <a:gd name="connsiteX0" fmla="*/ 273282 w 1104342"/>
                <a:gd name="connsiteY0" fmla="*/ 212178 h 1036131"/>
                <a:gd name="connsiteX1" fmla="*/ 806959 w 1104342"/>
                <a:gd name="connsiteY1" fmla="*/ 159796 h 1036131"/>
                <a:gd name="connsiteX2" fmla="*/ 1104334 w 1104342"/>
                <a:gd name="connsiteY2" fmla="*/ 350950 h 1036131"/>
                <a:gd name="connsiteX3" fmla="*/ 261191 w 1104342"/>
                <a:gd name="connsiteY3" fmla="*/ 1029303 h 1036131"/>
                <a:gd name="connsiteX4" fmla="*/ 191354 w 1104342"/>
                <a:gd name="connsiteY4" fmla="*/ 694015 h 1036131"/>
                <a:gd name="connsiteX5" fmla="*/ 273282 w 1104342"/>
                <a:gd name="connsiteY5" fmla="*/ 212178 h 1036131"/>
                <a:gd name="connsiteX0" fmla="*/ 273282 w 1104342"/>
                <a:gd name="connsiteY0" fmla="*/ 212178 h 951284"/>
                <a:gd name="connsiteX1" fmla="*/ 806959 w 1104342"/>
                <a:gd name="connsiteY1" fmla="*/ 159796 h 951284"/>
                <a:gd name="connsiteX2" fmla="*/ 1104334 w 1104342"/>
                <a:gd name="connsiteY2" fmla="*/ 350950 h 951284"/>
                <a:gd name="connsiteX3" fmla="*/ 262609 w 1104342"/>
                <a:gd name="connsiteY3" fmla="*/ 942123 h 951284"/>
                <a:gd name="connsiteX4" fmla="*/ 191354 w 1104342"/>
                <a:gd name="connsiteY4" fmla="*/ 694015 h 951284"/>
                <a:gd name="connsiteX5" fmla="*/ 273282 w 1104342"/>
                <a:gd name="connsiteY5" fmla="*/ 212178 h 951284"/>
                <a:gd name="connsiteX0" fmla="*/ 273282 w 1104342"/>
                <a:gd name="connsiteY0" fmla="*/ 212178 h 942123"/>
                <a:gd name="connsiteX1" fmla="*/ 806959 w 1104342"/>
                <a:gd name="connsiteY1" fmla="*/ 159796 h 942123"/>
                <a:gd name="connsiteX2" fmla="*/ 1104334 w 1104342"/>
                <a:gd name="connsiteY2" fmla="*/ 350950 h 942123"/>
                <a:gd name="connsiteX3" fmla="*/ 262609 w 1104342"/>
                <a:gd name="connsiteY3" fmla="*/ 942123 h 942123"/>
                <a:gd name="connsiteX4" fmla="*/ 191354 w 1104342"/>
                <a:gd name="connsiteY4" fmla="*/ 694015 h 942123"/>
                <a:gd name="connsiteX5" fmla="*/ 273282 w 1104342"/>
                <a:gd name="connsiteY5" fmla="*/ 212178 h 942123"/>
                <a:gd name="connsiteX0" fmla="*/ 273282 w 1104339"/>
                <a:gd name="connsiteY0" fmla="*/ 202760 h 932705"/>
                <a:gd name="connsiteX1" fmla="*/ 719424 w 1104339"/>
                <a:gd name="connsiteY1" fmla="*/ 170756 h 932705"/>
                <a:gd name="connsiteX2" fmla="*/ 1104334 w 1104339"/>
                <a:gd name="connsiteY2" fmla="*/ 341532 h 932705"/>
                <a:gd name="connsiteX3" fmla="*/ 262609 w 1104339"/>
                <a:gd name="connsiteY3" fmla="*/ 932705 h 932705"/>
                <a:gd name="connsiteX4" fmla="*/ 191354 w 1104339"/>
                <a:gd name="connsiteY4" fmla="*/ 684597 h 932705"/>
                <a:gd name="connsiteX5" fmla="*/ 273282 w 1104339"/>
                <a:gd name="connsiteY5" fmla="*/ 202760 h 932705"/>
                <a:gd name="connsiteX0" fmla="*/ 273282 w 1104339"/>
                <a:gd name="connsiteY0" fmla="*/ 176308 h 906253"/>
                <a:gd name="connsiteX1" fmla="*/ 719424 w 1104339"/>
                <a:gd name="connsiteY1" fmla="*/ 144304 h 906253"/>
                <a:gd name="connsiteX2" fmla="*/ 1104334 w 1104339"/>
                <a:gd name="connsiteY2" fmla="*/ 315080 h 906253"/>
                <a:gd name="connsiteX3" fmla="*/ 262609 w 1104339"/>
                <a:gd name="connsiteY3" fmla="*/ 906253 h 906253"/>
                <a:gd name="connsiteX4" fmla="*/ 191354 w 1104339"/>
                <a:gd name="connsiteY4" fmla="*/ 658145 h 906253"/>
                <a:gd name="connsiteX5" fmla="*/ 273282 w 1104339"/>
                <a:gd name="connsiteY5" fmla="*/ 176308 h 906253"/>
                <a:gd name="connsiteX0" fmla="*/ 255676 w 1086733"/>
                <a:gd name="connsiteY0" fmla="*/ 176308 h 906253"/>
                <a:gd name="connsiteX1" fmla="*/ 701818 w 1086733"/>
                <a:gd name="connsiteY1" fmla="*/ 144304 h 906253"/>
                <a:gd name="connsiteX2" fmla="*/ 1086728 w 1086733"/>
                <a:gd name="connsiteY2" fmla="*/ 315080 h 906253"/>
                <a:gd name="connsiteX3" fmla="*/ 245003 w 1086733"/>
                <a:gd name="connsiteY3" fmla="*/ 906253 h 906253"/>
                <a:gd name="connsiteX4" fmla="*/ 173748 w 1086733"/>
                <a:gd name="connsiteY4" fmla="*/ 658145 h 906253"/>
                <a:gd name="connsiteX5" fmla="*/ 255676 w 1086733"/>
                <a:gd name="connsiteY5" fmla="*/ 176308 h 906253"/>
                <a:gd name="connsiteX0" fmla="*/ 255676 w 976187"/>
                <a:gd name="connsiteY0" fmla="*/ 176308 h 906253"/>
                <a:gd name="connsiteX1" fmla="*/ 701818 w 976187"/>
                <a:gd name="connsiteY1" fmla="*/ 144304 h 906253"/>
                <a:gd name="connsiteX2" fmla="*/ 976176 w 976187"/>
                <a:gd name="connsiteY2" fmla="*/ 276220 h 906253"/>
                <a:gd name="connsiteX3" fmla="*/ 245003 w 976187"/>
                <a:gd name="connsiteY3" fmla="*/ 906253 h 906253"/>
                <a:gd name="connsiteX4" fmla="*/ 173748 w 976187"/>
                <a:gd name="connsiteY4" fmla="*/ 658145 h 906253"/>
                <a:gd name="connsiteX5" fmla="*/ 255676 w 976187"/>
                <a:gd name="connsiteY5" fmla="*/ 176308 h 906253"/>
                <a:gd name="connsiteX0" fmla="*/ 245003 w 976187"/>
                <a:gd name="connsiteY0" fmla="*/ 906253 h 1005514"/>
                <a:gd name="connsiteX1" fmla="*/ 173748 w 976187"/>
                <a:gd name="connsiteY1" fmla="*/ 658145 h 1005514"/>
                <a:gd name="connsiteX2" fmla="*/ 255676 w 976187"/>
                <a:gd name="connsiteY2" fmla="*/ 176308 h 1005514"/>
                <a:gd name="connsiteX3" fmla="*/ 701818 w 976187"/>
                <a:gd name="connsiteY3" fmla="*/ 144304 h 1005514"/>
                <a:gd name="connsiteX4" fmla="*/ 976176 w 976187"/>
                <a:gd name="connsiteY4" fmla="*/ 276220 h 1005514"/>
                <a:gd name="connsiteX5" fmla="*/ 344264 w 976187"/>
                <a:gd name="connsiteY5" fmla="*/ 1005514 h 1005514"/>
                <a:gd name="connsiteX0" fmla="*/ 245003 w 976187"/>
                <a:gd name="connsiteY0" fmla="*/ 906253 h 906253"/>
                <a:gd name="connsiteX1" fmla="*/ 173748 w 976187"/>
                <a:gd name="connsiteY1" fmla="*/ 658145 h 906253"/>
                <a:gd name="connsiteX2" fmla="*/ 255676 w 976187"/>
                <a:gd name="connsiteY2" fmla="*/ 176308 h 906253"/>
                <a:gd name="connsiteX3" fmla="*/ 701818 w 976187"/>
                <a:gd name="connsiteY3" fmla="*/ 144304 h 906253"/>
                <a:gd name="connsiteX4" fmla="*/ 976176 w 976187"/>
                <a:gd name="connsiteY4" fmla="*/ 276220 h 906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6187" h="906253">
                  <a:moveTo>
                    <a:pt x="245003" y="906253"/>
                  </a:moveTo>
                  <a:cubicBezTo>
                    <a:pt x="137016" y="897394"/>
                    <a:pt x="96270" y="751047"/>
                    <a:pt x="173748" y="658145"/>
                  </a:cubicBezTo>
                  <a:cubicBezTo>
                    <a:pt x="-125377" y="480138"/>
                    <a:pt x="1266" y="239268"/>
                    <a:pt x="255676" y="176308"/>
                  </a:cubicBezTo>
                  <a:cubicBezTo>
                    <a:pt x="377556" y="-71049"/>
                    <a:pt x="589084" y="-35813"/>
                    <a:pt x="701818" y="144304"/>
                  </a:cubicBezTo>
                  <a:cubicBezTo>
                    <a:pt x="888085" y="113764"/>
                    <a:pt x="977336" y="181679"/>
                    <a:pt x="976176" y="276220"/>
                  </a:cubicBezTo>
                </a:path>
              </a:pathLst>
            </a:custGeom>
            <a:solidFill>
              <a:srgbClr val="266F05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4">
              <a:extLst>
                <a:ext uri="{FF2B5EF4-FFF2-40B4-BE49-F238E27FC236}">
                  <a16:creationId xmlns:a16="http://schemas.microsoft.com/office/drawing/2014/main" id="{8D8F0CB9-A7EE-5BF0-E83D-269C46F49BBF}"/>
                </a:ext>
              </a:extLst>
            </p:cNvPr>
            <p:cNvSpPr/>
            <p:nvPr/>
          </p:nvSpPr>
          <p:spPr>
            <a:xfrm rot="3631772">
              <a:off x="5464630" y="2147209"/>
              <a:ext cx="670713" cy="621923"/>
            </a:xfrm>
            <a:custGeom>
              <a:avLst/>
              <a:gdLst>
                <a:gd name="connsiteX0" fmla="*/ 0 w 1001485"/>
                <a:gd name="connsiteY0" fmla="*/ 0 h 638629"/>
                <a:gd name="connsiteX1" fmla="*/ 1001485 w 1001485"/>
                <a:gd name="connsiteY1" fmla="*/ 0 h 638629"/>
                <a:gd name="connsiteX2" fmla="*/ 1001485 w 1001485"/>
                <a:gd name="connsiteY2" fmla="*/ 638629 h 638629"/>
                <a:gd name="connsiteX3" fmla="*/ 0 w 1001485"/>
                <a:gd name="connsiteY3" fmla="*/ 638629 h 638629"/>
                <a:gd name="connsiteX4" fmla="*/ 0 w 1001485"/>
                <a:gd name="connsiteY4" fmla="*/ 0 h 638629"/>
                <a:gd name="connsiteX0" fmla="*/ 0 w 1166585"/>
                <a:gd name="connsiteY0" fmla="*/ 57150 h 638629"/>
                <a:gd name="connsiteX1" fmla="*/ 1166585 w 1166585"/>
                <a:gd name="connsiteY1" fmla="*/ 0 h 638629"/>
                <a:gd name="connsiteX2" fmla="*/ 1166585 w 1166585"/>
                <a:gd name="connsiteY2" fmla="*/ 638629 h 638629"/>
                <a:gd name="connsiteX3" fmla="*/ 165100 w 1166585"/>
                <a:gd name="connsiteY3" fmla="*/ 638629 h 638629"/>
                <a:gd name="connsiteX4" fmla="*/ 0 w 1166585"/>
                <a:gd name="connsiteY4" fmla="*/ 57150 h 638629"/>
                <a:gd name="connsiteX0" fmla="*/ 31750 w 1001485"/>
                <a:gd name="connsiteY0" fmla="*/ 0 h 727529"/>
                <a:gd name="connsiteX1" fmla="*/ 1001485 w 1001485"/>
                <a:gd name="connsiteY1" fmla="*/ 88900 h 727529"/>
                <a:gd name="connsiteX2" fmla="*/ 1001485 w 1001485"/>
                <a:gd name="connsiteY2" fmla="*/ 727529 h 727529"/>
                <a:gd name="connsiteX3" fmla="*/ 0 w 1001485"/>
                <a:gd name="connsiteY3" fmla="*/ 727529 h 727529"/>
                <a:gd name="connsiteX4" fmla="*/ 31750 w 1001485"/>
                <a:gd name="connsiteY4" fmla="*/ 0 h 727529"/>
                <a:gd name="connsiteX0" fmla="*/ 31750 w 1001485"/>
                <a:gd name="connsiteY0" fmla="*/ 88900 h 816429"/>
                <a:gd name="connsiteX1" fmla="*/ 429985 w 1001485"/>
                <a:gd name="connsiteY1" fmla="*/ 0 h 816429"/>
                <a:gd name="connsiteX2" fmla="*/ 1001485 w 1001485"/>
                <a:gd name="connsiteY2" fmla="*/ 816429 h 816429"/>
                <a:gd name="connsiteX3" fmla="*/ 0 w 1001485"/>
                <a:gd name="connsiteY3" fmla="*/ 816429 h 816429"/>
                <a:gd name="connsiteX4" fmla="*/ 31750 w 1001485"/>
                <a:gd name="connsiteY4" fmla="*/ 88900 h 816429"/>
                <a:gd name="connsiteX0" fmla="*/ 31750 w 645885"/>
                <a:gd name="connsiteY0" fmla="*/ 88900 h 816429"/>
                <a:gd name="connsiteX1" fmla="*/ 429985 w 645885"/>
                <a:gd name="connsiteY1" fmla="*/ 0 h 816429"/>
                <a:gd name="connsiteX2" fmla="*/ 645885 w 645885"/>
                <a:gd name="connsiteY2" fmla="*/ 79829 h 816429"/>
                <a:gd name="connsiteX3" fmla="*/ 0 w 645885"/>
                <a:gd name="connsiteY3" fmla="*/ 816429 h 816429"/>
                <a:gd name="connsiteX4" fmla="*/ 31750 w 645885"/>
                <a:gd name="connsiteY4" fmla="*/ 88900 h 816429"/>
                <a:gd name="connsiteX0" fmla="*/ 31750 w 645885"/>
                <a:gd name="connsiteY0" fmla="*/ 88900 h 575129"/>
                <a:gd name="connsiteX1" fmla="*/ 429985 w 645885"/>
                <a:gd name="connsiteY1" fmla="*/ 0 h 575129"/>
                <a:gd name="connsiteX2" fmla="*/ 645885 w 645885"/>
                <a:gd name="connsiteY2" fmla="*/ 79829 h 575129"/>
                <a:gd name="connsiteX3" fmla="*/ 0 w 645885"/>
                <a:gd name="connsiteY3" fmla="*/ 575129 h 575129"/>
                <a:gd name="connsiteX4" fmla="*/ 31750 w 645885"/>
                <a:gd name="connsiteY4" fmla="*/ 88900 h 575129"/>
                <a:gd name="connsiteX0" fmla="*/ 196355 w 810490"/>
                <a:gd name="connsiteY0" fmla="*/ 88900 h 575129"/>
                <a:gd name="connsiteX1" fmla="*/ 594590 w 810490"/>
                <a:gd name="connsiteY1" fmla="*/ 0 h 575129"/>
                <a:gd name="connsiteX2" fmla="*/ 810490 w 810490"/>
                <a:gd name="connsiteY2" fmla="*/ 79829 h 575129"/>
                <a:gd name="connsiteX3" fmla="*/ 164605 w 810490"/>
                <a:gd name="connsiteY3" fmla="*/ 575129 h 575129"/>
                <a:gd name="connsiteX4" fmla="*/ 196355 w 810490"/>
                <a:gd name="connsiteY4" fmla="*/ 88900 h 575129"/>
                <a:gd name="connsiteX0" fmla="*/ 259407 w 873542"/>
                <a:gd name="connsiteY0" fmla="*/ 88900 h 575129"/>
                <a:gd name="connsiteX1" fmla="*/ 657642 w 873542"/>
                <a:gd name="connsiteY1" fmla="*/ 0 h 575129"/>
                <a:gd name="connsiteX2" fmla="*/ 873542 w 873542"/>
                <a:gd name="connsiteY2" fmla="*/ 79829 h 575129"/>
                <a:gd name="connsiteX3" fmla="*/ 227657 w 873542"/>
                <a:gd name="connsiteY3" fmla="*/ 575129 h 575129"/>
                <a:gd name="connsiteX4" fmla="*/ 259407 w 873542"/>
                <a:gd name="connsiteY4" fmla="*/ 88900 h 575129"/>
                <a:gd name="connsiteX0" fmla="*/ 259407 w 873542"/>
                <a:gd name="connsiteY0" fmla="*/ 159074 h 645303"/>
                <a:gd name="connsiteX1" fmla="*/ 657642 w 873542"/>
                <a:gd name="connsiteY1" fmla="*/ 70174 h 645303"/>
                <a:gd name="connsiteX2" fmla="*/ 873542 w 873542"/>
                <a:gd name="connsiteY2" fmla="*/ 150003 h 645303"/>
                <a:gd name="connsiteX3" fmla="*/ 227657 w 873542"/>
                <a:gd name="connsiteY3" fmla="*/ 645303 h 645303"/>
                <a:gd name="connsiteX4" fmla="*/ 259407 w 873542"/>
                <a:gd name="connsiteY4" fmla="*/ 159074 h 645303"/>
                <a:gd name="connsiteX0" fmla="*/ 259407 w 873542"/>
                <a:gd name="connsiteY0" fmla="*/ 159074 h 645303"/>
                <a:gd name="connsiteX1" fmla="*/ 638592 w 873542"/>
                <a:gd name="connsiteY1" fmla="*/ 70174 h 645303"/>
                <a:gd name="connsiteX2" fmla="*/ 873542 w 873542"/>
                <a:gd name="connsiteY2" fmla="*/ 150003 h 645303"/>
                <a:gd name="connsiteX3" fmla="*/ 227657 w 873542"/>
                <a:gd name="connsiteY3" fmla="*/ 645303 h 645303"/>
                <a:gd name="connsiteX4" fmla="*/ 259407 w 873542"/>
                <a:gd name="connsiteY4" fmla="*/ 159074 h 645303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1037249"/>
                <a:gd name="connsiteY0" fmla="*/ 197339 h 683568"/>
                <a:gd name="connsiteX1" fmla="*/ 638592 w 1037249"/>
                <a:gd name="connsiteY1" fmla="*/ 108439 h 683568"/>
                <a:gd name="connsiteX2" fmla="*/ 1037249 w 1037249"/>
                <a:gd name="connsiteY2" fmla="*/ 102989 h 683568"/>
                <a:gd name="connsiteX3" fmla="*/ 227657 w 1037249"/>
                <a:gd name="connsiteY3" fmla="*/ 683568 h 683568"/>
                <a:gd name="connsiteX4" fmla="*/ 259407 w 1037249"/>
                <a:gd name="connsiteY4" fmla="*/ 197339 h 683568"/>
                <a:gd name="connsiteX0" fmla="*/ 259407 w 1037249"/>
                <a:gd name="connsiteY0" fmla="*/ 323950 h 810179"/>
                <a:gd name="connsiteX1" fmla="*/ 739874 w 1037249"/>
                <a:gd name="connsiteY1" fmla="*/ 38446 h 810179"/>
                <a:gd name="connsiteX2" fmla="*/ 1037249 w 1037249"/>
                <a:gd name="connsiteY2" fmla="*/ 229600 h 810179"/>
                <a:gd name="connsiteX3" fmla="*/ 227657 w 1037249"/>
                <a:gd name="connsiteY3" fmla="*/ 810179 h 810179"/>
                <a:gd name="connsiteX4" fmla="*/ 259407 w 1037249"/>
                <a:gd name="connsiteY4" fmla="*/ 323950 h 810179"/>
                <a:gd name="connsiteX0" fmla="*/ 228532 w 1059584"/>
                <a:gd name="connsiteY0" fmla="*/ 181693 h 901044"/>
                <a:gd name="connsiteX1" fmla="*/ 762209 w 1059584"/>
                <a:gd name="connsiteY1" fmla="*/ 129311 h 901044"/>
                <a:gd name="connsiteX2" fmla="*/ 1059584 w 1059584"/>
                <a:gd name="connsiteY2" fmla="*/ 320465 h 901044"/>
                <a:gd name="connsiteX3" fmla="*/ 249992 w 1059584"/>
                <a:gd name="connsiteY3" fmla="*/ 901044 h 901044"/>
                <a:gd name="connsiteX4" fmla="*/ 228532 w 1059584"/>
                <a:gd name="connsiteY4" fmla="*/ 181693 h 901044"/>
                <a:gd name="connsiteX0" fmla="*/ 148679 w 979731"/>
                <a:gd name="connsiteY0" fmla="*/ 181693 h 915933"/>
                <a:gd name="connsiteX1" fmla="*/ 682356 w 979731"/>
                <a:gd name="connsiteY1" fmla="*/ 129311 h 915933"/>
                <a:gd name="connsiteX2" fmla="*/ 979731 w 979731"/>
                <a:gd name="connsiteY2" fmla="*/ 320465 h 915933"/>
                <a:gd name="connsiteX3" fmla="*/ 170139 w 979731"/>
                <a:gd name="connsiteY3" fmla="*/ 901044 h 915933"/>
                <a:gd name="connsiteX4" fmla="*/ 301 w 979731"/>
                <a:gd name="connsiteY4" fmla="*/ 727852 h 915933"/>
                <a:gd name="connsiteX5" fmla="*/ 148679 w 979731"/>
                <a:gd name="connsiteY5" fmla="*/ 181693 h 915933"/>
                <a:gd name="connsiteX0" fmla="*/ 150331 w 981383"/>
                <a:gd name="connsiteY0" fmla="*/ 181693 h 1008088"/>
                <a:gd name="connsiteX1" fmla="*/ 684008 w 981383"/>
                <a:gd name="connsiteY1" fmla="*/ 129311 h 1008088"/>
                <a:gd name="connsiteX2" fmla="*/ 981383 w 981383"/>
                <a:gd name="connsiteY2" fmla="*/ 320465 h 1008088"/>
                <a:gd name="connsiteX3" fmla="*/ 138240 w 981383"/>
                <a:gd name="connsiteY3" fmla="*/ 998818 h 1008088"/>
                <a:gd name="connsiteX4" fmla="*/ 1953 w 981383"/>
                <a:gd name="connsiteY4" fmla="*/ 727852 h 1008088"/>
                <a:gd name="connsiteX5" fmla="*/ 150331 w 981383"/>
                <a:gd name="connsiteY5" fmla="*/ 181693 h 1008088"/>
                <a:gd name="connsiteX0" fmla="*/ 271843 w 1102895"/>
                <a:gd name="connsiteY0" fmla="*/ 181693 h 1008088"/>
                <a:gd name="connsiteX1" fmla="*/ 805520 w 1102895"/>
                <a:gd name="connsiteY1" fmla="*/ 129311 h 1008088"/>
                <a:gd name="connsiteX2" fmla="*/ 1102895 w 1102895"/>
                <a:gd name="connsiteY2" fmla="*/ 320465 h 1008088"/>
                <a:gd name="connsiteX3" fmla="*/ 259752 w 1102895"/>
                <a:gd name="connsiteY3" fmla="*/ 998818 h 1008088"/>
                <a:gd name="connsiteX4" fmla="*/ 123465 w 1102895"/>
                <a:gd name="connsiteY4" fmla="*/ 727852 h 1008088"/>
                <a:gd name="connsiteX5" fmla="*/ 271843 w 1102895"/>
                <a:gd name="connsiteY5" fmla="*/ 181693 h 1008088"/>
                <a:gd name="connsiteX0" fmla="*/ 315070 w 1146122"/>
                <a:gd name="connsiteY0" fmla="*/ 181693 h 1008088"/>
                <a:gd name="connsiteX1" fmla="*/ 848747 w 1146122"/>
                <a:gd name="connsiteY1" fmla="*/ 129311 h 1008088"/>
                <a:gd name="connsiteX2" fmla="*/ 1146122 w 1146122"/>
                <a:gd name="connsiteY2" fmla="*/ 320465 h 1008088"/>
                <a:gd name="connsiteX3" fmla="*/ 302979 w 1146122"/>
                <a:gd name="connsiteY3" fmla="*/ 998818 h 1008088"/>
                <a:gd name="connsiteX4" fmla="*/ 166692 w 1146122"/>
                <a:gd name="connsiteY4" fmla="*/ 727852 h 1008088"/>
                <a:gd name="connsiteX5" fmla="*/ 315070 w 1146122"/>
                <a:gd name="connsiteY5" fmla="*/ 181693 h 1008088"/>
                <a:gd name="connsiteX0" fmla="*/ 315070 w 1146122"/>
                <a:gd name="connsiteY0" fmla="*/ 212178 h 1038573"/>
                <a:gd name="connsiteX1" fmla="*/ 848747 w 1146122"/>
                <a:gd name="connsiteY1" fmla="*/ 159796 h 1038573"/>
                <a:gd name="connsiteX2" fmla="*/ 1146122 w 1146122"/>
                <a:gd name="connsiteY2" fmla="*/ 350950 h 1038573"/>
                <a:gd name="connsiteX3" fmla="*/ 302979 w 1146122"/>
                <a:gd name="connsiteY3" fmla="*/ 1029303 h 1038573"/>
                <a:gd name="connsiteX4" fmla="*/ 166692 w 1146122"/>
                <a:gd name="connsiteY4" fmla="*/ 758337 h 1038573"/>
                <a:gd name="connsiteX5" fmla="*/ 315070 w 1146122"/>
                <a:gd name="connsiteY5" fmla="*/ 212178 h 1038573"/>
                <a:gd name="connsiteX0" fmla="*/ 315070 w 1146130"/>
                <a:gd name="connsiteY0" fmla="*/ 212178 h 1038573"/>
                <a:gd name="connsiteX1" fmla="*/ 848747 w 1146130"/>
                <a:gd name="connsiteY1" fmla="*/ 159796 h 1038573"/>
                <a:gd name="connsiteX2" fmla="*/ 1146122 w 1146130"/>
                <a:gd name="connsiteY2" fmla="*/ 350950 h 1038573"/>
                <a:gd name="connsiteX3" fmla="*/ 302979 w 1146130"/>
                <a:gd name="connsiteY3" fmla="*/ 1029303 h 1038573"/>
                <a:gd name="connsiteX4" fmla="*/ 166692 w 1146130"/>
                <a:gd name="connsiteY4" fmla="*/ 758337 h 1038573"/>
                <a:gd name="connsiteX5" fmla="*/ 315070 w 1146130"/>
                <a:gd name="connsiteY5" fmla="*/ 212178 h 1038573"/>
                <a:gd name="connsiteX0" fmla="*/ 315070 w 1146130"/>
                <a:gd name="connsiteY0" fmla="*/ 212178 h 1037713"/>
                <a:gd name="connsiteX1" fmla="*/ 848747 w 1146130"/>
                <a:gd name="connsiteY1" fmla="*/ 159796 h 1037713"/>
                <a:gd name="connsiteX2" fmla="*/ 1146122 w 1146130"/>
                <a:gd name="connsiteY2" fmla="*/ 350950 h 1037713"/>
                <a:gd name="connsiteX3" fmla="*/ 302979 w 1146130"/>
                <a:gd name="connsiteY3" fmla="*/ 1029303 h 1037713"/>
                <a:gd name="connsiteX4" fmla="*/ 166692 w 1146130"/>
                <a:gd name="connsiteY4" fmla="*/ 758337 h 1037713"/>
                <a:gd name="connsiteX5" fmla="*/ 315070 w 1146130"/>
                <a:gd name="connsiteY5" fmla="*/ 212178 h 1037713"/>
                <a:gd name="connsiteX0" fmla="*/ 273282 w 1104342"/>
                <a:gd name="connsiteY0" fmla="*/ 212178 h 1036131"/>
                <a:gd name="connsiteX1" fmla="*/ 806959 w 1104342"/>
                <a:gd name="connsiteY1" fmla="*/ 159796 h 1036131"/>
                <a:gd name="connsiteX2" fmla="*/ 1104334 w 1104342"/>
                <a:gd name="connsiteY2" fmla="*/ 350950 h 1036131"/>
                <a:gd name="connsiteX3" fmla="*/ 261191 w 1104342"/>
                <a:gd name="connsiteY3" fmla="*/ 1029303 h 1036131"/>
                <a:gd name="connsiteX4" fmla="*/ 191354 w 1104342"/>
                <a:gd name="connsiteY4" fmla="*/ 694015 h 1036131"/>
                <a:gd name="connsiteX5" fmla="*/ 273282 w 1104342"/>
                <a:gd name="connsiteY5" fmla="*/ 212178 h 1036131"/>
                <a:gd name="connsiteX0" fmla="*/ 273282 w 1104342"/>
                <a:gd name="connsiteY0" fmla="*/ 212178 h 951284"/>
                <a:gd name="connsiteX1" fmla="*/ 806959 w 1104342"/>
                <a:gd name="connsiteY1" fmla="*/ 159796 h 951284"/>
                <a:gd name="connsiteX2" fmla="*/ 1104334 w 1104342"/>
                <a:gd name="connsiteY2" fmla="*/ 350950 h 951284"/>
                <a:gd name="connsiteX3" fmla="*/ 262609 w 1104342"/>
                <a:gd name="connsiteY3" fmla="*/ 942123 h 951284"/>
                <a:gd name="connsiteX4" fmla="*/ 191354 w 1104342"/>
                <a:gd name="connsiteY4" fmla="*/ 694015 h 951284"/>
                <a:gd name="connsiteX5" fmla="*/ 273282 w 1104342"/>
                <a:gd name="connsiteY5" fmla="*/ 212178 h 951284"/>
                <a:gd name="connsiteX0" fmla="*/ 273282 w 1104342"/>
                <a:gd name="connsiteY0" fmla="*/ 212178 h 942123"/>
                <a:gd name="connsiteX1" fmla="*/ 806959 w 1104342"/>
                <a:gd name="connsiteY1" fmla="*/ 159796 h 942123"/>
                <a:gd name="connsiteX2" fmla="*/ 1104334 w 1104342"/>
                <a:gd name="connsiteY2" fmla="*/ 350950 h 942123"/>
                <a:gd name="connsiteX3" fmla="*/ 262609 w 1104342"/>
                <a:gd name="connsiteY3" fmla="*/ 942123 h 942123"/>
                <a:gd name="connsiteX4" fmla="*/ 191354 w 1104342"/>
                <a:gd name="connsiteY4" fmla="*/ 694015 h 942123"/>
                <a:gd name="connsiteX5" fmla="*/ 273282 w 1104342"/>
                <a:gd name="connsiteY5" fmla="*/ 212178 h 942123"/>
                <a:gd name="connsiteX0" fmla="*/ 273282 w 1104339"/>
                <a:gd name="connsiteY0" fmla="*/ 202760 h 932705"/>
                <a:gd name="connsiteX1" fmla="*/ 719424 w 1104339"/>
                <a:gd name="connsiteY1" fmla="*/ 170756 h 932705"/>
                <a:gd name="connsiteX2" fmla="*/ 1104334 w 1104339"/>
                <a:gd name="connsiteY2" fmla="*/ 341532 h 932705"/>
                <a:gd name="connsiteX3" fmla="*/ 262609 w 1104339"/>
                <a:gd name="connsiteY3" fmla="*/ 932705 h 932705"/>
                <a:gd name="connsiteX4" fmla="*/ 191354 w 1104339"/>
                <a:gd name="connsiteY4" fmla="*/ 684597 h 932705"/>
                <a:gd name="connsiteX5" fmla="*/ 273282 w 1104339"/>
                <a:gd name="connsiteY5" fmla="*/ 202760 h 932705"/>
                <a:gd name="connsiteX0" fmla="*/ 273282 w 1104339"/>
                <a:gd name="connsiteY0" fmla="*/ 176308 h 906253"/>
                <a:gd name="connsiteX1" fmla="*/ 719424 w 1104339"/>
                <a:gd name="connsiteY1" fmla="*/ 144304 h 906253"/>
                <a:gd name="connsiteX2" fmla="*/ 1104334 w 1104339"/>
                <a:gd name="connsiteY2" fmla="*/ 315080 h 906253"/>
                <a:gd name="connsiteX3" fmla="*/ 262609 w 1104339"/>
                <a:gd name="connsiteY3" fmla="*/ 906253 h 906253"/>
                <a:gd name="connsiteX4" fmla="*/ 191354 w 1104339"/>
                <a:gd name="connsiteY4" fmla="*/ 658145 h 906253"/>
                <a:gd name="connsiteX5" fmla="*/ 273282 w 1104339"/>
                <a:gd name="connsiteY5" fmla="*/ 176308 h 906253"/>
                <a:gd name="connsiteX0" fmla="*/ 255676 w 1086733"/>
                <a:gd name="connsiteY0" fmla="*/ 176308 h 906253"/>
                <a:gd name="connsiteX1" fmla="*/ 701818 w 1086733"/>
                <a:gd name="connsiteY1" fmla="*/ 144304 h 906253"/>
                <a:gd name="connsiteX2" fmla="*/ 1086728 w 1086733"/>
                <a:gd name="connsiteY2" fmla="*/ 315080 h 906253"/>
                <a:gd name="connsiteX3" fmla="*/ 245003 w 1086733"/>
                <a:gd name="connsiteY3" fmla="*/ 906253 h 906253"/>
                <a:gd name="connsiteX4" fmla="*/ 173748 w 1086733"/>
                <a:gd name="connsiteY4" fmla="*/ 658145 h 906253"/>
                <a:gd name="connsiteX5" fmla="*/ 255676 w 1086733"/>
                <a:gd name="connsiteY5" fmla="*/ 176308 h 906253"/>
                <a:gd name="connsiteX0" fmla="*/ 255676 w 976187"/>
                <a:gd name="connsiteY0" fmla="*/ 176308 h 906253"/>
                <a:gd name="connsiteX1" fmla="*/ 701818 w 976187"/>
                <a:gd name="connsiteY1" fmla="*/ 144304 h 906253"/>
                <a:gd name="connsiteX2" fmla="*/ 976176 w 976187"/>
                <a:gd name="connsiteY2" fmla="*/ 276220 h 906253"/>
                <a:gd name="connsiteX3" fmla="*/ 245003 w 976187"/>
                <a:gd name="connsiteY3" fmla="*/ 906253 h 906253"/>
                <a:gd name="connsiteX4" fmla="*/ 173748 w 976187"/>
                <a:gd name="connsiteY4" fmla="*/ 658145 h 906253"/>
                <a:gd name="connsiteX5" fmla="*/ 255676 w 976187"/>
                <a:gd name="connsiteY5" fmla="*/ 176308 h 906253"/>
                <a:gd name="connsiteX0" fmla="*/ 245003 w 976187"/>
                <a:gd name="connsiteY0" fmla="*/ 906253 h 1039497"/>
                <a:gd name="connsiteX1" fmla="*/ 173748 w 976187"/>
                <a:gd name="connsiteY1" fmla="*/ 658145 h 1039497"/>
                <a:gd name="connsiteX2" fmla="*/ 255676 w 976187"/>
                <a:gd name="connsiteY2" fmla="*/ 176308 h 1039497"/>
                <a:gd name="connsiteX3" fmla="*/ 701818 w 976187"/>
                <a:gd name="connsiteY3" fmla="*/ 144304 h 1039497"/>
                <a:gd name="connsiteX4" fmla="*/ 976176 w 976187"/>
                <a:gd name="connsiteY4" fmla="*/ 276220 h 1039497"/>
                <a:gd name="connsiteX5" fmla="*/ 378089 w 976187"/>
                <a:gd name="connsiteY5" fmla="*/ 1039497 h 1039497"/>
                <a:gd name="connsiteX0" fmla="*/ 245003 w 976187"/>
                <a:gd name="connsiteY0" fmla="*/ 906253 h 906253"/>
                <a:gd name="connsiteX1" fmla="*/ 173748 w 976187"/>
                <a:gd name="connsiteY1" fmla="*/ 658145 h 906253"/>
                <a:gd name="connsiteX2" fmla="*/ 255676 w 976187"/>
                <a:gd name="connsiteY2" fmla="*/ 176308 h 906253"/>
                <a:gd name="connsiteX3" fmla="*/ 701818 w 976187"/>
                <a:gd name="connsiteY3" fmla="*/ 144304 h 906253"/>
                <a:gd name="connsiteX4" fmla="*/ 976176 w 976187"/>
                <a:gd name="connsiteY4" fmla="*/ 276220 h 906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6187" h="906253">
                  <a:moveTo>
                    <a:pt x="245003" y="906253"/>
                  </a:moveTo>
                  <a:cubicBezTo>
                    <a:pt x="137016" y="897394"/>
                    <a:pt x="96270" y="751047"/>
                    <a:pt x="173748" y="658145"/>
                  </a:cubicBezTo>
                  <a:cubicBezTo>
                    <a:pt x="-125377" y="480138"/>
                    <a:pt x="1266" y="239268"/>
                    <a:pt x="255676" y="176308"/>
                  </a:cubicBezTo>
                  <a:cubicBezTo>
                    <a:pt x="377556" y="-71049"/>
                    <a:pt x="589084" y="-35813"/>
                    <a:pt x="701818" y="144304"/>
                  </a:cubicBezTo>
                  <a:cubicBezTo>
                    <a:pt x="888085" y="113764"/>
                    <a:pt x="977336" y="181679"/>
                    <a:pt x="976176" y="276220"/>
                  </a:cubicBezTo>
                </a:path>
              </a:pathLst>
            </a:custGeom>
            <a:solidFill>
              <a:srgbClr val="266F05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4">
              <a:extLst>
                <a:ext uri="{FF2B5EF4-FFF2-40B4-BE49-F238E27FC236}">
                  <a16:creationId xmlns:a16="http://schemas.microsoft.com/office/drawing/2014/main" id="{B782EF46-1472-3FD4-4671-371A81EE0FD2}"/>
                </a:ext>
              </a:extLst>
            </p:cNvPr>
            <p:cNvSpPr/>
            <p:nvPr/>
          </p:nvSpPr>
          <p:spPr>
            <a:xfrm rot="1414239">
              <a:off x="3733590" y="2287232"/>
              <a:ext cx="1146130" cy="1037713"/>
            </a:xfrm>
            <a:custGeom>
              <a:avLst/>
              <a:gdLst>
                <a:gd name="connsiteX0" fmla="*/ 0 w 1001485"/>
                <a:gd name="connsiteY0" fmla="*/ 0 h 638629"/>
                <a:gd name="connsiteX1" fmla="*/ 1001485 w 1001485"/>
                <a:gd name="connsiteY1" fmla="*/ 0 h 638629"/>
                <a:gd name="connsiteX2" fmla="*/ 1001485 w 1001485"/>
                <a:gd name="connsiteY2" fmla="*/ 638629 h 638629"/>
                <a:gd name="connsiteX3" fmla="*/ 0 w 1001485"/>
                <a:gd name="connsiteY3" fmla="*/ 638629 h 638629"/>
                <a:gd name="connsiteX4" fmla="*/ 0 w 1001485"/>
                <a:gd name="connsiteY4" fmla="*/ 0 h 638629"/>
                <a:gd name="connsiteX0" fmla="*/ 0 w 1166585"/>
                <a:gd name="connsiteY0" fmla="*/ 57150 h 638629"/>
                <a:gd name="connsiteX1" fmla="*/ 1166585 w 1166585"/>
                <a:gd name="connsiteY1" fmla="*/ 0 h 638629"/>
                <a:gd name="connsiteX2" fmla="*/ 1166585 w 1166585"/>
                <a:gd name="connsiteY2" fmla="*/ 638629 h 638629"/>
                <a:gd name="connsiteX3" fmla="*/ 165100 w 1166585"/>
                <a:gd name="connsiteY3" fmla="*/ 638629 h 638629"/>
                <a:gd name="connsiteX4" fmla="*/ 0 w 1166585"/>
                <a:gd name="connsiteY4" fmla="*/ 57150 h 638629"/>
                <a:gd name="connsiteX0" fmla="*/ 31750 w 1001485"/>
                <a:gd name="connsiteY0" fmla="*/ 0 h 727529"/>
                <a:gd name="connsiteX1" fmla="*/ 1001485 w 1001485"/>
                <a:gd name="connsiteY1" fmla="*/ 88900 h 727529"/>
                <a:gd name="connsiteX2" fmla="*/ 1001485 w 1001485"/>
                <a:gd name="connsiteY2" fmla="*/ 727529 h 727529"/>
                <a:gd name="connsiteX3" fmla="*/ 0 w 1001485"/>
                <a:gd name="connsiteY3" fmla="*/ 727529 h 727529"/>
                <a:gd name="connsiteX4" fmla="*/ 31750 w 1001485"/>
                <a:gd name="connsiteY4" fmla="*/ 0 h 727529"/>
                <a:gd name="connsiteX0" fmla="*/ 31750 w 1001485"/>
                <a:gd name="connsiteY0" fmla="*/ 88900 h 816429"/>
                <a:gd name="connsiteX1" fmla="*/ 429985 w 1001485"/>
                <a:gd name="connsiteY1" fmla="*/ 0 h 816429"/>
                <a:gd name="connsiteX2" fmla="*/ 1001485 w 1001485"/>
                <a:gd name="connsiteY2" fmla="*/ 816429 h 816429"/>
                <a:gd name="connsiteX3" fmla="*/ 0 w 1001485"/>
                <a:gd name="connsiteY3" fmla="*/ 816429 h 816429"/>
                <a:gd name="connsiteX4" fmla="*/ 31750 w 1001485"/>
                <a:gd name="connsiteY4" fmla="*/ 88900 h 816429"/>
                <a:gd name="connsiteX0" fmla="*/ 31750 w 645885"/>
                <a:gd name="connsiteY0" fmla="*/ 88900 h 816429"/>
                <a:gd name="connsiteX1" fmla="*/ 429985 w 645885"/>
                <a:gd name="connsiteY1" fmla="*/ 0 h 816429"/>
                <a:gd name="connsiteX2" fmla="*/ 645885 w 645885"/>
                <a:gd name="connsiteY2" fmla="*/ 79829 h 816429"/>
                <a:gd name="connsiteX3" fmla="*/ 0 w 645885"/>
                <a:gd name="connsiteY3" fmla="*/ 816429 h 816429"/>
                <a:gd name="connsiteX4" fmla="*/ 31750 w 645885"/>
                <a:gd name="connsiteY4" fmla="*/ 88900 h 816429"/>
                <a:gd name="connsiteX0" fmla="*/ 31750 w 645885"/>
                <a:gd name="connsiteY0" fmla="*/ 88900 h 575129"/>
                <a:gd name="connsiteX1" fmla="*/ 429985 w 645885"/>
                <a:gd name="connsiteY1" fmla="*/ 0 h 575129"/>
                <a:gd name="connsiteX2" fmla="*/ 645885 w 645885"/>
                <a:gd name="connsiteY2" fmla="*/ 79829 h 575129"/>
                <a:gd name="connsiteX3" fmla="*/ 0 w 645885"/>
                <a:gd name="connsiteY3" fmla="*/ 575129 h 575129"/>
                <a:gd name="connsiteX4" fmla="*/ 31750 w 645885"/>
                <a:gd name="connsiteY4" fmla="*/ 88900 h 575129"/>
                <a:gd name="connsiteX0" fmla="*/ 196355 w 810490"/>
                <a:gd name="connsiteY0" fmla="*/ 88900 h 575129"/>
                <a:gd name="connsiteX1" fmla="*/ 594590 w 810490"/>
                <a:gd name="connsiteY1" fmla="*/ 0 h 575129"/>
                <a:gd name="connsiteX2" fmla="*/ 810490 w 810490"/>
                <a:gd name="connsiteY2" fmla="*/ 79829 h 575129"/>
                <a:gd name="connsiteX3" fmla="*/ 164605 w 810490"/>
                <a:gd name="connsiteY3" fmla="*/ 575129 h 575129"/>
                <a:gd name="connsiteX4" fmla="*/ 196355 w 810490"/>
                <a:gd name="connsiteY4" fmla="*/ 88900 h 575129"/>
                <a:gd name="connsiteX0" fmla="*/ 259407 w 873542"/>
                <a:gd name="connsiteY0" fmla="*/ 88900 h 575129"/>
                <a:gd name="connsiteX1" fmla="*/ 657642 w 873542"/>
                <a:gd name="connsiteY1" fmla="*/ 0 h 575129"/>
                <a:gd name="connsiteX2" fmla="*/ 873542 w 873542"/>
                <a:gd name="connsiteY2" fmla="*/ 79829 h 575129"/>
                <a:gd name="connsiteX3" fmla="*/ 227657 w 873542"/>
                <a:gd name="connsiteY3" fmla="*/ 575129 h 575129"/>
                <a:gd name="connsiteX4" fmla="*/ 259407 w 873542"/>
                <a:gd name="connsiteY4" fmla="*/ 88900 h 575129"/>
                <a:gd name="connsiteX0" fmla="*/ 259407 w 873542"/>
                <a:gd name="connsiteY0" fmla="*/ 159074 h 645303"/>
                <a:gd name="connsiteX1" fmla="*/ 657642 w 873542"/>
                <a:gd name="connsiteY1" fmla="*/ 70174 h 645303"/>
                <a:gd name="connsiteX2" fmla="*/ 873542 w 873542"/>
                <a:gd name="connsiteY2" fmla="*/ 150003 h 645303"/>
                <a:gd name="connsiteX3" fmla="*/ 227657 w 873542"/>
                <a:gd name="connsiteY3" fmla="*/ 645303 h 645303"/>
                <a:gd name="connsiteX4" fmla="*/ 259407 w 873542"/>
                <a:gd name="connsiteY4" fmla="*/ 159074 h 645303"/>
                <a:gd name="connsiteX0" fmla="*/ 259407 w 873542"/>
                <a:gd name="connsiteY0" fmla="*/ 159074 h 645303"/>
                <a:gd name="connsiteX1" fmla="*/ 638592 w 873542"/>
                <a:gd name="connsiteY1" fmla="*/ 70174 h 645303"/>
                <a:gd name="connsiteX2" fmla="*/ 873542 w 873542"/>
                <a:gd name="connsiteY2" fmla="*/ 150003 h 645303"/>
                <a:gd name="connsiteX3" fmla="*/ 227657 w 873542"/>
                <a:gd name="connsiteY3" fmla="*/ 645303 h 645303"/>
                <a:gd name="connsiteX4" fmla="*/ 259407 w 873542"/>
                <a:gd name="connsiteY4" fmla="*/ 159074 h 645303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1037249"/>
                <a:gd name="connsiteY0" fmla="*/ 197339 h 683568"/>
                <a:gd name="connsiteX1" fmla="*/ 638592 w 1037249"/>
                <a:gd name="connsiteY1" fmla="*/ 108439 h 683568"/>
                <a:gd name="connsiteX2" fmla="*/ 1037249 w 1037249"/>
                <a:gd name="connsiteY2" fmla="*/ 102989 h 683568"/>
                <a:gd name="connsiteX3" fmla="*/ 227657 w 1037249"/>
                <a:gd name="connsiteY3" fmla="*/ 683568 h 683568"/>
                <a:gd name="connsiteX4" fmla="*/ 259407 w 1037249"/>
                <a:gd name="connsiteY4" fmla="*/ 197339 h 683568"/>
                <a:gd name="connsiteX0" fmla="*/ 259407 w 1037249"/>
                <a:gd name="connsiteY0" fmla="*/ 323950 h 810179"/>
                <a:gd name="connsiteX1" fmla="*/ 739874 w 1037249"/>
                <a:gd name="connsiteY1" fmla="*/ 38446 h 810179"/>
                <a:gd name="connsiteX2" fmla="*/ 1037249 w 1037249"/>
                <a:gd name="connsiteY2" fmla="*/ 229600 h 810179"/>
                <a:gd name="connsiteX3" fmla="*/ 227657 w 1037249"/>
                <a:gd name="connsiteY3" fmla="*/ 810179 h 810179"/>
                <a:gd name="connsiteX4" fmla="*/ 259407 w 1037249"/>
                <a:gd name="connsiteY4" fmla="*/ 323950 h 810179"/>
                <a:gd name="connsiteX0" fmla="*/ 228532 w 1059584"/>
                <a:gd name="connsiteY0" fmla="*/ 181693 h 901044"/>
                <a:gd name="connsiteX1" fmla="*/ 762209 w 1059584"/>
                <a:gd name="connsiteY1" fmla="*/ 129311 h 901044"/>
                <a:gd name="connsiteX2" fmla="*/ 1059584 w 1059584"/>
                <a:gd name="connsiteY2" fmla="*/ 320465 h 901044"/>
                <a:gd name="connsiteX3" fmla="*/ 249992 w 1059584"/>
                <a:gd name="connsiteY3" fmla="*/ 901044 h 901044"/>
                <a:gd name="connsiteX4" fmla="*/ 228532 w 1059584"/>
                <a:gd name="connsiteY4" fmla="*/ 181693 h 901044"/>
                <a:gd name="connsiteX0" fmla="*/ 148679 w 979731"/>
                <a:gd name="connsiteY0" fmla="*/ 181693 h 915933"/>
                <a:gd name="connsiteX1" fmla="*/ 682356 w 979731"/>
                <a:gd name="connsiteY1" fmla="*/ 129311 h 915933"/>
                <a:gd name="connsiteX2" fmla="*/ 979731 w 979731"/>
                <a:gd name="connsiteY2" fmla="*/ 320465 h 915933"/>
                <a:gd name="connsiteX3" fmla="*/ 170139 w 979731"/>
                <a:gd name="connsiteY3" fmla="*/ 901044 h 915933"/>
                <a:gd name="connsiteX4" fmla="*/ 301 w 979731"/>
                <a:gd name="connsiteY4" fmla="*/ 727852 h 915933"/>
                <a:gd name="connsiteX5" fmla="*/ 148679 w 979731"/>
                <a:gd name="connsiteY5" fmla="*/ 181693 h 915933"/>
                <a:gd name="connsiteX0" fmla="*/ 150331 w 981383"/>
                <a:gd name="connsiteY0" fmla="*/ 181693 h 1008088"/>
                <a:gd name="connsiteX1" fmla="*/ 684008 w 981383"/>
                <a:gd name="connsiteY1" fmla="*/ 129311 h 1008088"/>
                <a:gd name="connsiteX2" fmla="*/ 981383 w 981383"/>
                <a:gd name="connsiteY2" fmla="*/ 320465 h 1008088"/>
                <a:gd name="connsiteX3" fmla="*/ 138240 w 981383"/>
                <a:gd name="connsiteY3" fmla="*/ 998818 h 1008088"/>
                <a:gd name="connsiteX4" fmla="*/ 1953 w 981383"/>
                <a:gd name="connsiteY4" fmla="*/ 727852 h 1008088"/>
                <a:gd name="connsiteX5" fmla="*/ 150331 w 981383"/>
                <a:gd name="connsiteY5" fmla="*/ 181693 h 1008088"/>
                <a:gd name="connsiteX0" fmla="*/ 271843 w 1102895"/>
                <a:gd name="connsiteY0" fmla="*/ 181693 h 1008088"/>
                <a:gd name="connsiteX1" fmla="*/ 805520 w 1102895"/>
                <a:gd name="connsiteY1" fmla="*/ 129311 h 1008088"/>
                <a:gd name="connsiteX2" fmla="*/ 1102895 w 1102895"/>
                <a:gd name="connsiteY2" fmla="*/ 320465 h 1008088"/>
                <a:gd name="connsiteX3" fmla="*/ 259752 w 1102895"/>
                <a:gd name="connsiteY3" fmla="*/ 998818 h 1008088"/>
                <a:gd name="connsiteX4" fmla="*/ 123465 w 1102895"/>
                <a:gd name="connsiteY4" fmla="*/ 727852 h 1008088"/>
                <a:gd name="connsiteX5" fmla="*/ 271843 w 1102895"/>
                <a:gd name="connsiteY5" fmla="*/ 181693 h 1008088"/>
                <a:gd name="connsiteX0" fmla="*/ 315070 w 1146122"/>
                <a:gd name="connsiteY0" fmla="*/ 181693 h 1008088"/>
                <a:gd name="connsiteX1" fmla="*/ 848747 w 1146122"/>
                <a:gd name="connsiteY1" fmla="*/ 129311 h 1008088"/>
                <a:gd name="connsiteX2" fmla="*/ 1146122 w 1146122"/>
                <a:gd name="connsiteY2" fmla="*/ 320465 h 1008088"/>
                <a:gd name="connsiteX3" fmla="*/ 302979 w 1146122"/>
                <a:gd name="connsiteY3" fmla="*/ 998818 h 1008088"/>
                <a:gd name="connsiteX4" fmla="*/ 166692 w 1146122"/>
                <a:gd name="connsiteY4" fmla="*/ 727852 h 1008088"/>
                <a:gd name="connsiteX5" fmla="*/ 315070 w 1146122"/>
                <a:gd name="connsiteY5" fmla="*/ 181693 h 1008088"/>
                <a:gd name="connsiteX0" fmla="*/ 315070 w 1146122"/>
                <a:gd name="connsiteY0" fmla="*/ 212178 h 1038573"/>
                <a:gd name="connsiteX1" fmla="*/ 848747 w 1146122"/>
                <a:gd name="connsiteY1" fmla="*/ 159796 h 1038573"/>
                <a:gd name="connsiteX2" fmla="*/ 1146122 w 1146122"/>
                <a:gd name="connsiteY2" fmla="*/ 350950 h 1038573"/>
                <a:gd name="connsiteX3" fmla="*/ 302979 w 1146122"/>
                <a:gd name="connsiteY3" fmla="*/ 1029303 h 1038573"/>
                <a:gd name="connsiteX4" fmla="*/ 166692 w 1146122"/>
                <a:gd name="connsiteY4" fmla="*/ 758337 h 1038573"/>
                <a:gd name="connsiteX5" fmla="*/ 315070 w 1146122"/>
                <a:gd name="connsiteY5" fmla="*/ 212178 h 1038573"/>
                <a:gd name="connsiteX0" fmla="*/ 315070 w 1146130"/>
                <a:gd name="connsiteY0" fmla="*/ 212178 h 1038573"/>
                <a:gd name="connsiteX1" fmla="*/ 848747 w 1146130"/>
                <a:gd name="connsiteY1" fmla="*/ 159796 h 1038573"/>
                <a:gd name="connsiteX2" fmla="*/ 1146122 w 1146130"/>
                <a:gd name="connsiteY2" fmla="*/ 350950 h 1038573"/>
                <a:gd name="connsiteX3" fmla="*/ 302979 w 1146130"/>
                <a:gd name="connsiteY3" fmla="*/ 1029303 h 1038573"/>
                <a:gd name="connsiteX4" fmla="*/ 166692 w 1146130"/>
                <a:gd name="connsiteY4" fmla="*/ 758337 h 1038573"/>
                <a:gd name="connsiteX5" fmla="*/ 315070 w 1146130"/>
                <a:gd name="connsiteY5" fmla="*/ 212178 h 1038573"/>
                <a:gd name="connsiteX0" fmla="*/ 315070 w 1146130"/>
                <a:gd name="connsiteY0" fmla="*/ 212178 h 1037713"/>
                <a:gd name="connsiteX1" fmla="*/ 848747 w 1146130"/>
                <a:gd name="connsiteY1" fmla="*/ 159796 h 1037713"/>
                <a:gd name="connsiteX2" fmla="*/ 1146122 w 1146130"/>
                <a:gd name="connsiteY2" fmla="*/ 350950 h 1037713"/>
                <a:gd name="connsiteX3" fmla="*/ 302979 w 1146130"/>
                <a:gd name="connsiteY3" fmla="*/ 1029303 h 1037713"/>
                <a:gd name="connsiteX4" fmla="*/ 166692 w 1146130"/>
                <a:gd name="connsiteY4" fmla="*/ 758337 h 1037713"/>
                <a:gd name="connsiteX5" fmla="*/ 315070 w 1146130"/>
                <a:gd name="connsiteY5" fmla="*/ 212178 h 1037713"/>
                <a:gd name="connsiteX0" fmla="*/ 302979 w 1146130"/>
                <a:gd name="connsiteY0" fmla="*/ 1029303 h 1120743"/>
                <a:gd name="connsiteX1" fmla="*/ 166692 w 1146130"/>
                <a:gd name="connsiteY1" fmla="*/ 758337 h 1120743"/>
                <a:gd name="connsiteX2" fmla="*/ 315070 w 1146130"/>
                <a:gd name="connsiteY2" fmla="*/ 212178 h 1120743"/>
                <a:gd name="connsiteX3" fmla="*/ 848747 w 1146130"/>
                <a:gd name="connsiteY3" fmla="*/ 159796 h 1120743"/>
                <a:gd name="connsiteX4" fmla="*/ 1146122 w 1146130"/>
                <a:gd name="connsiteY4" fmla="*/ 350950 h 1120743"/>
                <a:gd name="connsiteX5" fmla="*/ 394419 w 1146130"/>
                <a:gd name="connsiteY5" fmla="*/ 1120743 h 1120743"/>
                <a:gd name="connsiteX0" fmla="*/ 302979 w 1146130"/>
                <a:gd name="connsiteY0" fmla="*/ 1029303 h 1037713"/>
                <a:gd name="connsiteX1" fmla="*/ 166692 w 1146130"/>
                <a:gd name="connsiteY1" fmla="*/ 758337 h 1037713"/>
                <a:gd name="connsiteX2" fmla="*/ 315070 w 1146130"/>
                <a:gd name="connsiteY2" fmla="*/ 212178 h 1037713"/>
                <a:gd name="connsiteX3" fmla="*/ 848747 w 1146130"/>
                <a:gd name="connsiteY3" fmla="*/ 159796 h 1037713"/>
                <a:gd name="connsiteX4" fmla="*/ 1146122 w 1146130"/>
                <a:gd name="connsiteY4" fmla="*/ 350950 h 103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6130" h="1037713">
                  <a:moveTo>
                    <a:pt x="302979" y="1029303"/>
                  </a:moveTo>
                  <a:cubicBezTo>
                    <a:pt x="128543" y="1084766"/>
                    <a:pt x="89214" y="851239"/>
                    <a:pt x="166692" y="758337"/>
                  </a:cubicBezTo>
                  <a:cubicBezTo>
                    <a:pt x="-132433" y="580330"/>
                    <a:pt x="4064" y="269858"/>
                    <a:pt x="315070" y="212178"/>
                  </a:cubicBezTo>
                  <a:cubicBezTo>
                    <a:pt x="409715" y="-103205"/>
                    <a:pt x="736013" y="-20321"/>
                    <a:pt x="848747" y="159796"/>
                  </a:cubicBezTo>
                  <a:cubicBezTo>
                    <a:pt x="1035014" y="129256"/>
                    <a:pt x="1147282" y="256409"/>
                    <a:pt x="1146122" y="350950"/>
                  </a:cubicBezTo>
                </a:path>
              </a:pathLst>
            </a:custGeom>
            <a:solidFill>
              <a:srgbClr val="309302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4">
              <a:extLst>
                <a:ext uri="{FF2B5EF4-FFF2-40B4-BE49-F238E27FC236}">
                  <a16:creationId xmlns:a16="http://schemas.microsoft.com/office/drawing/2014/main" id="{9F967158-606B-25D2-2BAB-D48E184927BA}"/>
                </a:ext>
              </a:extLst>
            </p:cNvPr>
            <p:cNvSpPr/>
            <p:nvPr/>
          </p:nvSpPr>
          <p:spPr>
            <a:xfrm rot="3631772">
              <a:off x="5451347" y="2224488"/>
              <a:ext cx="670713" cy="621923"/>
            </a:xfrm>
            <a:custGeom>
              <a:avLst/>
              <a:gdLst>
                <a:gd name="connsiteX0" fmla="*/ 0 w 1001485"/>
                <a:gd name="connsiteY0" fmla="*/ 0 h 638629"/>
                <a:gd name="connsiteX1" fmla="*/ 1001485 w 1001485"/>
                <a:gd name="connsiteY1" fmla="*/ 0 h 638629"/>
                <a:gd name="connsiteX2" fmla="*/ 1001485 w 1001485"/>
                <a:gd name="connsiteY2" fmla="*/ 638629 h 638629"/>
                <a:gd name="connsiteX3" fmla="*/ 0 w 1001485"/>
                <a:gd name="connsiteY3" fmla="*/ 638629 h 638629"/>
                <a:gd name="connsiteX4" fmla="*/ 0 w 1001485"/>
                <a:gd name="connsiteY4" fmla="*/ 0 h 638629"/>
                <a:gd name="connsiteX0" fmla="*/ 0 w 1166585"/>
                <a:gd name="connsiteY0" fmla="*/ 57150 h 638629"/>
                <a:gd name="connsiteX1" fmla="*/ 1166585 w 1166585"/>
                <a:gd name="connsiteY1" fmla="*/ 0 h 638629"/>
                <a:gd name="connsiteX2" fmla="*/ 1166585 w 1166585"/>
                <a:gd name="connsiteY2" fmla="*/ 638629 h 638629"/>
                <a:gd name="connsiteX3" fmla="*/ 165100 w 1166585"/>
                <a:gd name="connsiteY3" fmla="*/ 638629 h 638629"/>
                <a:gd name="connsiteX4" fmla="*/ 0 w 1166585"/>
                <a:gd name="connsiteY4" fmla="*/ 57150 h 638629"/>
                <a:gd name="connsiteX0" fmla="*/ 31750 w 1001485"/>
                <a:gd name="connsiteY0" fmla="*/ 0 h 727529"/>
                <a:gd name="connsiteX1" fmla="*/ 1001485 w 1001485"/>
                <a:gd name="connsiteY1" fmla="*/ 88900 h 727529"/>
                <a:gd name="connsiteX2" fmla="*/ 1001485 w 1001485"/>
                <a:gd name="connsiteY2" fmla="*/ 727529 h 727529"/>
                <a:gd name="connsiteX3" fmla="*/ 0 w 1001485"/>
                <a:gd name="connsiteY3" fmla="*/ 727529 h 727529"/>
                <a:gd name="connsiteX4" fmla="*/ 31750 w 1001485"/>
                <a:gd name="connsiteY4" fmla="*/ 0 h 727529"/>
                <a:gd name="connsiteX0" fmla="*/ 31750 w 1001485"/>
                <a:gd name="connsiteY0" fmla="*/ 88900 h 816429"/>
                <a:gd name="connsiteX1" fmla="*/ 429985 w 1001485"/>
                <a:gd name="connsiteY1" fmla="*/ 0 h 816429"/>
                <a:gd name="connsiteX2" fmla="*/ 1001485 w 1001485"/>
                <a:gd name="connsiteY2" fmla="*/ 816429 h 816429"/>
                <a:gd name="connsiteX3" fmla="*/ 0 w 1001485"/>
                <a:gd name="connsiteY3" fmla="*/ 816429 h 816429"/>
                <a:gd name="connsiteX4" fmla="*/ 31750 w 1001485"/>
                <a:gd name="connsiteY4" fmla="*/ 88900 h 816429"/>
                <a:gd name="connsiteX0" fmla="*/ 31750 w 645885"/>
                <a:gd name="connsiteY0" fmla="*/ 88900 h 816429"/>
                <a:gd name="connsiteX1" fmla="*/ 429985 w 645885"/>
                <a:gd name="connsiteY1" fmla="*/ 0 h 816429"/>
                <a:gd name="connsiteX2" fmla="*/ 645885 w 645885"/>
                <a:gd name="connsiteY2" fmla="*/ 79829 h 816429"/>
                <a:gd name="connsiteX3" fmla="*/ 0 w 645885"/>
                <a:gd name="connsiteY3" fmla="*/ 816429 h 816429"/>
                <a:gd name="connsiteX4" fmla="*/ 31750 w 645885"/>
                <a:gd name="connsiteY4" fmla="*/ 88900 h 816429"/>
                <a:gd name="connsiteX0" fmla="*/ 31750 w 645885"/>
                <a:gd name="connsiteY0" fmla="*/ 88900 h 575129"/>
                <a:gd name="connsiteX1" fmla="*/ 429985 w 645885"/>
                <a:gd name="connsiteY1" fmla="*/ 0 h 575129"/>
                <a:gd name="connsiteX2" fmla="*/ 645885 w 645885"/>
                <a:gd name="connsiteY2" fmla="*/ 79829 h 575129"/>
                <a:gd name="connsiteX3" fmla="*/ 0 w 645885"/>
                <a:gd name="connsiteY3" fmla="*/ 575129 h 575129"/>
                <a:gd name="connsiteX4" fmla="*/ 31750 w 645885"/>
                <a:gd name="connsiteY4" fmla="*/ 88900 h 575129"/>
                <a:gd name="connsiteX0" fmla="*/ 196355 w 810490"/>
                <a:gd name="connsiteY0" fmla="*/ 88900 h 575129"/>
                <a:gd name="connsiteX1" fmla="*/ 594590 w 810490"/>
                <a:gd name="connsiteY1" fmla="*/ 0 h 575129"/>
                <a:gd name="connsiteX2" fmla="*/ 810490 w 810490"/>
                <a:gd name="connsiteY2" fmla="*/ 79829 h 575129"/>
                <a:gd name="connsiteX3" fmla="*/ 164605 w 810490"/>
                <a:gd name="connsiteY3" fmla="*/ 575129 h 575129"/>
                <a:gd name="connsiteX4" fmla="*/ 196355 w 810490"/>
                <a:gd name="connsiteY4" fmla="*/ 88900 h 575129"/>
                <a:gd name="connsiteX0" fmla="*/ 259407 w 873542"/>
                <a:gd name="connsiteY0" fmla="*/ 88900 h 575129"/>
                <a:gd name="connsiteX1" fmla="*/ 657642 w 873542"/>
                <a:gd name="connsiteY1" fmla="*/ 0 h 575129"/>
                <a:gd name="connsiteX2" fmla="*/ 873542 w 873542"/>
                <a:gd name="connsiteY2" fmla="*/ 79829 h 575129"/>
                <a:gd name="connsiteX3" fmla="*/ 227657 w 873542"/>
                <a:gd name="connsiteY3" fmla="*/ 575129 h 575129"/>
                <a:gd name="connsiteX4" fmla="*/ 259407 w 873542"/>
                <a:gd name="connsiteY4" fmla="*/ 88900 h 575129"/>
                <a:gd name="connsiteX0" fmla="*/ 259407 w 873542"/>
                <a:gd name="connsiteY0" fmla="*/ 159074 h 645303"/>
                <a:gd name="connsiteX1" fmla="*/ 657642 w 873542"/>
                <a:gd name="connsiteY1" fmla="*/ 70174 h 645303"/>
                <a:gd name="connsiteX2" fmla="*/ 873542 w 873542"/>
                <a:gd name="connsiteY2" fmla="*/ 150003 h 645303"/>
                <a:gd name="connsiteX3" fmla="*/ 227657 w 873542"/>
                <a:gd name="connsiteY3" fmla="*/ 645303 h 645303"/>
                <a:gd name="connsiteX4" fmla="*/ 259407 w 873542"/>
                <a:gd name="connsiteY4" fmla="*/ 159074 h 645303"/>
                <a:gd name="connsiteX0" fmla="*/ 259407 w 873542"/>
                <a:gd name="connsiteY0" fmla="*/ 159074 h 645303"/>
                <a:gd name="connsiteX1" fmla="*/ 638592 w 873542"/>
                <a:gd name="connsiteY1" fmla="*/ 70174 h 645303"/>
                <a:gd name="connsiteX2" fmla="*/ 873542 w 873542"/>
                <a:gd name="connsiteY2" fmla="*/ 150003 h 645303"/>
                <a:gd name="connsiteX3" fmla="*/ 227657 w 873542"/>
                <a:gd name="connsiteY3" fmla="*/ 645303 h 645303"/>
                <a:gd name="connsiteX4" fmla="*/ 259407 w 873542"/>
                <a:gd name="connsiteY4" fmla="*/ 159074 h 645303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1037249"/>
                <a:gd name="connsiteY0" fmla="*/ 197339 h 683568"/>
                <a:gd name="connsiteX1" fmla="*/ 638592 w 1037249"/>
                <a:gd name="connsiteY1" fmla="*/ 108439 h 683568"/>
                <a:gd name="connsiteX2" fmla="*/ 1037249 w 1037249"/>
                <a:gd name="connsiteY2" fmla="*/ 102989 h 683568"/>
                <a:gd name="connsiteX3" fmla="*/ 227657 w 1037249"/>
                <a:gd name="connsiteY3" fmla="*/ 683568 h 683568"/>
                <a:gd name="connsiteX4" fmla="*/ 259407 w 1037249"/>
                <a:gd name="connsiteY4" fmla="*/ 197339 h 683568"/>
                <a:gd name="connsiteX0" fmla="*/ 259407 w 1037249"/>
                <a:gd name="connsiteY0" fmla="*/ 323950 h 810179"/>
                <a:gd name="connsiteX1" fmla="*/ 739874 w 1037249"/>
                <a:gd name="connsiteY1" fmla="*/ 38446 h 810179"/>
                <a:gd name="connsiteX2" fmla="*/ 1037249 w 1037249"/>
                <a:gd name="connsiteY2" fmla="*/ 229600 h 810179"/>
                <a:gd name="connsiteX3" fmla="*/ 227657 w 1037249"/>
                <a:gd name="connsiteY3" fmla="*/ 810179 h 810179"/>
                <a:gd name="connsiteX4" fmla="*/ 259407 w 1037249"/>
                <a:gd name="connsiteY4" fmla="*/ 323950 h 810179"/>
                <a:gd name="connsiteX0" fmla="*/ 228532 w 1059584"/>
                <a:gd name="connsiteY0" fmla="*/ 181693 h 901044"/>
                <a:gd name="connsiteX1" fmla="*/ 762209 w 1059584"/>
                <a:gd name="connsiteY1" fmla="*/ 129311 h 901044"/>
                <a:gd name="connsiteX2" fmla="*/ 1059584 w 1059584"/>
                <a:gd name="connsiteY2" fmla="*/ 320465 h 901044"/>
                <a:gd name="connsiteX3" fmla="*/ 249992 w 1059584"/>
                <a:gd name="connsiteY3" fmla="*/ 901044 h 901044"/>
                <a:gd name="connsiteX4" fmla="*/ 228532 w 1059584"/>
                <a:gd name="connsiteY4" fmla="*/ 181693 h 901044"/>
                <a:gd name="connsiteX0" fmla="*/ 148679 w 979731"/>
                <a:gd name="connsiteY0" fmla="*/ 181693 h 915933"/>
                <a:gd name="connsiteX1" fmla="*/ 682356 w 979731"/>
                <a:gd name="connsiteY1" fmla="*/ 129311 h 915933"/>
                <a:gd name="connsiteX2" fmla="*/ 979731 w 979731"/>
                <a:gd name="connsiteY2" fmla="*/ 320465 h 915933"/>
                <a:gd name="connsiteX3" fmla="*/ 170139 w 979731"/>
                <a:gd name="connsiteY3" fmla="*/ 901044 h 915933"/>
                <a:gd name="connsiteX4" fmla="*/ 301 w 979731"/>
                <a:gd name="connsiteY4" fmla="*/ 727852 h 915933"/>
                <a:gd name="connsiteX5" fmla="*/ 148679 w 979731"/>
                <a:gd name="connsiteY5" fmla="*/ 181693 h 915933"/>
                <a:gd name="connsiteX0" fmla="*/ 150331 w 981383"/>
                <a:gd name="connsiteY0" fmla="*/ 181693 h 1008088"/>
                <a:gd name="connsiteX1" fmla="*/ 684008 w 981383"/>
                <a:gd name="connsiteY1" fmla="*/ 129311 h 1008088"/>
                <a:gd name="connsiteX2" fmla="*/ 981383 w 981383"/>
                <a:gd name="connsiteY2" fmla="*/ 320465 h 1008088"/>
                <a:gd name="connsiteX3" fmla="*/ 138240 w 981383"/>
                <a:gd name="connsiteY3" fmla="*/ 998818 h 1008088"/>
                <a:gd name="connsiteX4" fmla="*/ 1953 w 981383"/>
                <a:gd name="connsiteY4" fmla="*/ 727852 h 1008088"/>
                <a:gd name="connsiteX5" fmla="*/ 150331 w 981383"/>
                <a:gd name="connsiteY5" fmla="*/ 181693 h 1008088"/>
                <a:gd name="connsiteX0" fmla="*/ 271843 w 1102895"/>
                <a:gd name="connsiteY0" fmla="*/ 181693 h 1008088"/>
                <a:gd name="connsiteX1" fmla="*/ 805520 w 1102895"/>
                <a:gd name="connsiteY1" fmla="*/ 129311 h 1008088"/>
                <a:gd name="connsiteX2" fmla="*/ 1102895 w 1102895"/>
                <a:gd name="connsiteY2" fmla="*/ 320465 h 1008088"/>
                <a:gd name="connsiteX3" fmla="*/ 259752 w 1102895"/>
                <a:gd name="connsiteY3" fmla="*/ 998818 h 1008088"/>
                <a:gd name="connsiteX4" fmla="*/ 123465 w 1102895"/>
                <a:gd name="connsiteY4" fmla="*/ 727852 h 1008088"/>
                <a:gd name="connsiteX5" fmla="*/ 271843 w 1102895"/>
                <a:gd name="connsiteY5" fmla="*/ 181693 h 1008088"/>
                <a:gd name="connsiteX0" fmla="*/ 315070 w 1146122"/>
                <a:gd name="connsiteY0" fmla="*/ 181693 h 1008088"/>
                <a:gd name="connsiteX1" fmla="*/ 848747 w 1146122"/>
                <a:gd name="connsiteY1" fmla="*/ 129311 h 1008088"/>
                <a:gd name="connsiteX2" fmla="*/ 1146122 w 1146122"/>
                <a:gd name="connsiteY2" fmla="*/ 320465 h 1008088"/>
                <a:gd name="connsiteX3" fmla="*/ 302979 w 1146122"/>
                <a:gd name="connsiteY3" fmla="*/ 998818 h 1008088"/>
                <a:gd name="connsiteX4" fmla="*/ 166692 w 1146122"/>
                <a:gd name="connsiteY4" fmla="*/ 727852 h 1008088"/>
                <a:gd name="connsiteX5" fmla="*/ 315070 w 1146122"/>
                <a:gd name="connsiteY5" fmla="*/ 181693 h 1008088"/>
                <a:gd name="connsiteX0" fmla="*/ 315070 w 1146122"/>
                <a:gd name="connsiteY0" fmla="*/ 212178 h 1038573"/>
                <a:gd name="connsiteX1" fmla="*/ 848747 w 1146122"/>
                <a:gd name="connsiteY1" fmla="*/ 159796 h 1038573"/>
                <a:gd name="connsiteX2" fmla="*/ 1146122 w 1146122"/>
                <a:gd name="connsiteY2" fmla="*/ 350950 h 1038573"/>
                <a:gd name="connsiteX3" fmla="*/ 302979 w 1146122"/>
                <a:gd name="connsiteY3" fmla="*/ 1029303 h 1038573"/>
                <a:gd name="connsiteX4" fmla="*/ 166692 w 1146122"/>
                <a:gd name="connsiteY4" fmla="*/ 758337 h 1038573"/>
                <a:gd name="connsiteX5" fmla="*/ 315070 w 1146122"/>
                <a:gd name="connsiteY5" fmla="*/ 212178 h 1038573"/>
                <a:gd name="connsiteX0" fmla="*/ 315070 w 1146130"/>
                <a:gd name="connsiteY0" fmla="*/ 212178 h 1038573"/>
                <a:gd name="connsiteX1" fmla="*/ 848747 w 1146130"/>
                <a:gd name="connsiteY1" fmla="*/ 159796 h 1038573"/>
                <a:gd name="connsiteX2" fmla="*/ 1146122 w 1146130"/>
                <a:gd name="connsiteY2" fmla="*/ 350950 h 1038573"/>
                <a:gd name="connsiteX3" fmla="*/ 302979 w 1146130"/>
                <a:gd name="connsiteY3" fmla="*/ 1029303 h 1038573"/>
                <a:gd name="connsiteX4" fmla="*/ 166692 w 1146130"/>
                <a:gd name="connsiteY4" fmla="*/ 758337 h 1038573"/>
                <a:gd name="connsiteX5" fmla="*/ 315070 w 1146130"/>
                <a:gd name="connsiteY5" fmla="*/ 212178 h 1038573"/>
                <a:gd name="connsiteX0" fmla="*/ 315070 w 1146130"/>
                <a:gd name="connsiteY0" fmla="*/ 212178 h 1037713"/>
                <a:gd name="connsiteX1" fmla="*/ 848747 w 1146130"/>
                <a:gd name="connsiteY1" fmla="*/ 159796 h 1037713"/>
                <a:gd name="connsiteX2" fmla="*/ 1146122 w 1146130"/>
                <a:gd name="connsiteY2" fmla="*/ 350950 h 1037713"/>
                <a:gd name="connsiteX3" fmla="*/ 302979 w 1146130"/>
                <a:gd name="connsiteY3" fmla="*/ 1029303 h 1037713"/>
                <a:gd name="connsiteX4" fmla="*/ 166692 w 1146130"/>
                <a:gd name="connsiteY4" fmla="*/ 758337 h 1037713"/>
                <a:gd name="connsiteX5" fmla="*/ 315070 w 1146130"/>
                <a:gd name="connsiteY5" fmla="*/ 212178 h 1037713"/>
                <a:gd name="connsiteX0" fmla="*/ 273282 w 1104342"/>
                <a:gd name="connsiteY0" fmla="*/ 212178 h 1036131"/>
                <a:gd name="connsiteX1" fmla="*/ 806959 w 1104342"/>
                <a:gd name="connsiteY1" fmla="*/ 159796 h 1036131"/>
                <a:gd name="connsiteX2" fmla="*/ 1104334 w 1104342"/>
                <a:gd name="connsiteY2" fmla="*/ 350950 h 1036131"/>
                <a:gd name="connsiteX3" fmla="*/ 261191 w 1104342"/>
                <a:gd name="connsiteY3" fmla="*/ 1029303 h 1036131"/>
                <a:gd name="connsiteX4" fmla="*/ 191354 w 1104342"/>
                <a:gd name="connsiteY4" fmla="*/ 694015 h 1036131"/>
                <a:gd name="connsiteX5" fmla="*/ 273282 w 1104342"/>
                <a:gd name="connsiteY5" fmla="*/ 212178 h 1036131"/>
                <a:gd name="connsiteX0" fmla="*/ 273282 w 1104342"/>
                <a:gd name="connsiteY0" fmla="*/ 212178 h 951284"/>
                <a:gd name="connsiteX1" fmla="*/ 806959 w 1104342"/>
                <a:gd name="connsiteY1" fmla="*/ 159796 h 951284"/>
                <a:gd name="connsiteX2" fmla="*/ 1104334 w 1104342"/>
                <a:gd name="connsiteY2" fmla="*/ 350950 h 951284"/>
                <a:gd name="connsiteX3" fmla="*/ 262609 w 1104342"/>
                <a:gd name="connsiteY3" fmla="*/ 942123 h 951284"/>
                <a:gd name="connsiteX4" fmla="*/ 191354 w 1104342"/>
                <a:gd name="connsiteY4" fmla="*/ 694015 h 951284"/>
                <a:gd name="connsiteX5" fmla="*/ 273282 w 1104342"/>
                <a:gd name="connsiteY5" fmla="*/ 212178 h 951284"/>
                <a:gd name="connsiteX0" fmla="*/ 273282 w 1104342"/>
                <a:gd name="connsiteY0" fmla="*/ 212178 h 942123"/>
                <a:gd name="connsiteX1" fmla="*/ 806959 w 1104342"/>
                <a:gd name="connsiteY1" fmla="*/ 159796 h 942123"/>
                <a:gd name="connsiteX2" fmla="*/ 1104334 w 1104342"/>
                <a:gd name="connsiteY2" fmla="*/ 350950 h 942123"/>
                <a:gd name="connsiteX3" fmla="*/ 262609 w 1104342"/>
                <a:gd name="connsiteY3" fmla="*/ 942123 h 942123"/>
                <a:gd name="connsiteX4" fmla="*/ 191354 w 1104342"/>
                <a:gd name="connsiteY4" fmla="*/ 694015 h 942123"/>
                <a:gd name="connsiteX5" fmla="*/ 273282 w 1104342"/>
                <a:gd name="connsiteY5" fmla="*/ 212178 h 942123"/>
                <a:gd name="connsiteX0" fmla="*/ 273282 w 1104339"/>
                <a:gd name="connsiteY0" fmla="*/ 202760 h 932705"/>
                <a:gd name="connsiteX1" fmla="*/ 719424 w 1104339"/>
                <a:gd name="connsiteY1" fmla="*/ 170756 h 932705"/>
                <a:gd name="connsiteX2" fmla="*/ 1104334 w 1104339"/>
                <a:gd name="connsiteY2" fmla="*/ 341532 h 932705"/>
                <a:gd name="connsiteX3" fmla="*/ 262609 w 1104339"/>
                <a:gd name="connsiteY3" fmla="*/ 932705 h 932705"/>
                <a:gd name="connsiteX4" fmla="*/ 191354 w 1104339"/>
                <a:gd name="connsiteY4" fmla="*/ 684597 h 932705"/>
                <a:gd name="connsiteX5" fmla="*/ 273282 w 1104339"/>
                <a:gd name="connsiteY5" fmla="*/ 202760 h 932705"/>
                <a:gd name="connsiteX0" fmla="*/ 273282 w 1104339"/>
                <a:gd name="connsiteY0" fmla="*/ 176308 h 906253"/>
                <a:gd name="connsiteX1" fmla="*/ 719424 w 1104339"/>
                <a:gd name="connsiteY1" fmla="*/ 144304 h 906253"/>
                <a:gd name="connsiteX2" fmla="*/ 1104334 w 1104339"/>
                <a:gd name="connsiteY2" fmla="*/ 315080 h 906253"/>
                <a:gd name="connsiteX3" fmla="*/ 262609 w 1104339"/>
                <a:gd name="connsiteY3" fmla="*/ 906253 h 906253"/>
                <a:gd name="connsiteX4" fmla="*/ 191354 w 1104339"/>
                <a:gd name="connsiteY4" fmla="*/ 658145 h 906253"/>
                <a:gd name="connsiteX5" fmla="*/ 273282 w 1104339"/>
                <a:gd name="connsiteY5" fmla="*/ 176308 h 906253"/>
                <a:gd name="connsiteX0" fmla="*/ 255676 w 1086733"/>
                <a:gd name="connsiteY0" fmla="*/ 176308 h 906253"/>
                <a:gd name="connsiteX1" fmla="*/ 701818 w 1086733"/>
                <a:gd name="connsiteY1" fmla="*/ 144304 h 906253"/>
                <a:gd name="connsiteX2" fmla="*/ 1086728 w 1086733"/>
                <a:gd name="connsiteY2" fmla="*/ 315080 h 906253"/>
                <a:gd name="connsiteX3" fmla="*/ 245003 w 1086733"/>
                <a:gd name="connsiteY3" fmla="*/ 906253 h 906253"/>
                <a:gd name="connsiteX4" fmla="*/ 173748 w 1086733"/>
                <a:gd name="connsiteY4" fmla="*/ 658145 h 906253"/>
                <a:gd name="connsiteX5" fmla="*/ 255676 w 1086733"/>
                <a:gd name="connsiteY5" fmla="*/ 176308 h 906253"/>
                <a:gd name="connsiteX0" fmla="*/ 255676 w 976187"/>
                <a:gd name="connsiteY0" fmla="*/ 176308 h 906253"/>
                <a:gd name="connsiteX1" fmla="*/ 701818 w 976187"/>
                <a:gd name="connsiteY1" fmla="*/ 144304 h 906253"/>
                <a:gd name="connsiteX2" fmla="*/ 976176 w 976187"/>
                <a:gd name="connsiteY2" fmla="*/ 276220 h 906253"/>
                <a:gd name="connsiteX3" fmla="*/ 245003 w 976187"/>
                <a:gd name="connsiteY3" fmla="*/ 906253 h 906253"/>
                <a:gd name="connsiteX4" fmla="*/ 173748 w 976187"/>
                <a:gd name="connsiteY4" fmla="*/ 658145 h 906253"/>
                <a:gd name="connsiteX5" fmla="*/ 255676 w 976187"/>
                <a:gd name="connsiteY5" fmla="*/ 176308 h 906253"/>
                <a:gd name="connsiteX0" fmla="*/ 245003 w 976187"/>
                <a:gd name="connsiteY0" fmla="*/ 906253 h 1039497"/>
                <a:gd name="connsiteX1" fmla="*/ 173748 w 976187"/>
                <a:gd name="connsiteY1" fmla="*/ 658145 h 1039497"/>
                <a:gd name="connsiteX2" fmla="*/ 255676 w 976187"/>
                <a:gd name="connsiteY2" fmla="*/ 176308 h 1039497"/>
                <a:gd name="connsiteX3" fmla="*/ 701818 w 976187"/>
                <a:gd name="connsiteY3" fmla="*/ 144304 h 1039497"/>
                <a:gd name="connsiteX4" fmla="*/ 976176 w 976187"/>
                <a:gd name="connsiteY4" fmla="*/ 276220 h 1039497"/>
                <a:gd name="connsiteX5" fmla="*/ 378089 w 976187"/>
                <a:gd name="connsiteY5" fmla="*/ 1039497 h 1039497"/>
                <a:gd name="connsiteX0" fmla="*/ 245003 w 976187"/>
                <a:gd name="connsiteY0" fmla="*/ 906253 h 906253"/>
                <a:gd name="connsiteX1" fmla="*/ 173748 w 976187"/>
                <a:gd name="connsiteY1" fmla="*/ 658145 h 906253"/>
                <a:gd name="connsiteX2" fmla="*/ 255676 w 976187"/>
                <a:gd name="connsiteY2" fmla="*/ 176308 h 906253"/>
                <a:gd name="connsiteX3" fmla="*/ 701818 w 976187"/>
                <a:gd name="connsiteY3" fmla="*/ 144304 h 906253"/>
                <a:gd name="connsiteX4" fmla="*/ 976176 w 976187"/>
                <a:gd name="connsiteY4" fmla="*/ 276220 h 906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6187" h="906253">
                  <a:moveTo>
                    <a:pt x="245003" y="906253"/>
                  </a:moveTo>
                  <a:cubicBezTo>
                    <a:pt x="137016" y="897394"/>
                    <a:pt x="96270" y="751047"/>
                    <a:pt x="173748" y="658145"/>
                  </a:cubicBezTo>
                  <a:cubicBezTo>
                    <a:pt x="-125377" y="480138"/>
                    <a:pt x="1266" y="239268"/>
                    <a:pt x="255676" y="176308"/>
                  </a:cubicBezTo>
                  <a:cubicBezTo>
                    <a:pt x="377556" y="-71049"/>
                    <a:pt x="589084" y="-35813"/>
                    <a:pt x="701818" y="144304"/>
                  </a:cubicBezTo>
                  <a:cubicBezTo>
                    <a:pt x="888085" y="113764"/>
                    <a:pt x="977336" y="181679"/>
                    <a:pt x="976176" y="276220"/>
                  </a:cubicBezTo>
                </a:path>
              </a:pathLst>
            </a:custGeom>
            <a:solidFill>
              <a:srgbClr val="309302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4">
              <a:extLst>
                <a:ext uri="{FF2B5EF4-FFF2-40B4-BE49-F238E27FC236}">
                  <a16:creationId xmlns:a16="http://schemas.microsoft.com/office/drawing/2014/main" id="{564FB58A-6801-E81E-A6B3-2FB11212E800}"/>
                </a:ext>
              </a:extLst>
            </p:cNvPr>
            <p:cNvSpPr/>
            <p:nvPr/>
          </p:nvSpPr>
          <p:spPr>
            <a:xfrm rot="4237993">
              <a:off x="5771658" y="3325127"/>
              <a:ext cx="899271" cy="834847"/>
            </a:xfrm>
            <a:custGeom>
              <a:avLst/>
              <a:gdLst>
                <a:gd name="connsiteX0" fmla="*/ 0 w 1001485"/>
                <a:gd name="connsiteY0" fmla="*/ 0 h 638629"/>
                <a:gd name="connsiteX1" fmla="*/ 1001485 w 1001485"/>
                <a:gd name="connsiteY1" fmla="*/ 0 h 638629"/>
                <a:gd name="connsiteX2" fmla="*/ 1001485 w 1001485"/>
                <a:gd name="connsiteY2" fmla="*/ 638629 h 638629"/>
                <a:gd name="connsiteX3" fmla="*/ 0 w 1001485"/>
                <a:gd name="connsiteY3" fmla="*/ 638629 h 638629"/>
                <a:gd name="connsiteX4" fmla="*/ 0 w 1001485"/>
                <a:gd name="connsiteY4" fmla="*/ 0 h 638629"/>
                <a:gd name="connsiteX0" fmla="*/ 0 w 1166585"/>
                <a:gd name="connsiteY0" fmla="*/ 57150 h 638629"/>
                <a:gd name="connsiteX1" fmla="*/ 1166585 w 1166585"/>
                <a:gd name="connsiteY1" fmla="*/ 0 h 638629"/>
                <a:gd name="connsiteX2" fmla="*/ 1166585 w 1166585"/>
                <a:gd name="connsiteY2" fmla="*/ 638629 h 638629"/>
                <a:gd name="connsiteX3" fmla="*/ 165100 w 1166585"/>
                <a:gd name="connsiteY3" fmla="*/ 638629 h 638629"/>
                <a:gd name="connsiteX4" fmla="*/ 0 w 1166585"/>
                <a:gd name="connsiteY4" fmla="*/ 57150 h 638629"/>
                <a:gd name="connsiteX0" fmla="*/ 31750 w 1001485"/>
                <a:gd name="connsiteY0" fmla="*/ 0 h 727529"/>
                <a:gd name="connsiteX1" fmla="*/ 1001485 w 1001485"/>
                <a:gd name="connsiteY1" fmla="*/ 88900 h 727529"/>
                <a:gd name="connsiteX2" fmla="*/ 1001485 w 1001485"/>
                <a:gd name="connsiteY2" fmla="*/ 727529 h 727529"/>
                <a:gd name="connsiteX3" fmla="*/ 0 w 1001485"/>
                <a:gd name="connsiteY3" fmla="*/ 727529 h 727529"/>
                <a:gd name="connsiteX4" fmla="*/ 31750 w 1001485"/>
                <a:gd name="connsiteY4" fmla="*/ 0 h 727529"/>
                <a:gd name="connsiteX0" fmla="*/ 31750 w 1001485"/>
                <a:gd name="connsiteY0" fmla="*/ 88900 h 816429"/>
                <a:gd name="connsiteX1" fmla="*/ 429985 w 1001485"/>
                <a:gd name="connsiteY1" fmla="*/ 0 h 816429"/>
                <a:gd name="connsiteX2" fmla="*/ 1001485 w 1001485"/>
                <a:gd name="connsiteY2" fmla="*/ 816429 h 816429"/>
                <a:gd name="connsiteX3" fmla="*/ 0 w 1001485"/>
                <a:gd name="connsiteY3" fmla="*/ 816429 h 816429"/>
                <a:gd name="connsiteX4" fmla="*/ 31750 w 1001485"/>
                <a:gd name="connsiteY4" fmla="*/ 88900 h 816429"/>
                <a:gd name="connsiteX0" fmla="*/ 31750 w 645885"/>
                <a:gd name="connsiteY0" fmla="*/ 88900 h 816429"/>
                <a:gd name="connsiteX1" fmla="*/ 429985 w 645885"/>
                <a:gd name="connsiteY1" fmla="*/ 0 h 816429"/>
                <a:gd name="connsiteX2" fmla="*/ 645885 w 645885"/>
                <a:gd name="connsiteY2" fmla="*/ 79829 h 816429"/>
                <a:gd name="connsiteX3" fmla="*/ 0 w 645885"/>
                <a:gd name="connsiteY3" fmla="*/ 816429 h 816429"/>
                <a:gd name="connsiteX4" fmla="*/ 31750 w 645885"/>
                <a:gd name="connsiteY4" fmla="*/ 88900 h 816429"/>
                <a:gd name="connsiteX0" fmla="*/ 31750 w 645885"/>
                <a:gd name="connsiteY0" fmla="*/ 88900 h 575129"/>
                <a:gd name="connsiteX1" fmla="*/ 429985 w 645885"/>
                <a:gd name="connsiteY1" fmla="*/ 0 h 575129"/>
                <a:gd name="connsiteX2" fmla="*/ 645885 w 645885"/>
                <a:gd name="connsiteY2" fmla="*/ 79829 h 575129"/>
                <a:gd name="connsiteX3" fmla="*/ 0 w 645885"/>
                <a:gd name="connsiteY3" fmla="*/ 575129 h 575129"/>
                <a:gd name="connsiteX4" fmla="*/ 31750 w 645885"/>
                <a:gd name="connsiteY4" fmla="*/ 88900 h 575129"/>
                <a:gd name="connsiteX0" fmla="*/ 196355 w 810490"/>
                <a:gd name="connsiteY0" fmla="*/ 88900 h 575129"/>
                <a:gd name="connsiteX1" fmla="*/ 594590 w 810490"/>
                <a:gd name="connsiteY1" fmla="*/ 0 h 575129"/>
                <a:gd name="connsiteX2" fmla="*/ 810490 w 810490"/>
                <a:gd name="connsiteY2" fmla="*/ 79829 h 575129"/>
                <a:gd name="connsiteX3" fmla="*/ 164605 w 810490"/>
                <a:gd name="connsiteY3" fmla="*/ 575129 h 575129"/>
                <a:gd name="connsiteX4" fmla="*/ 196355 w 810490"/>
                <a:gd name="connsiteY4" fmla="*/ 88900 h 575129"/>
                <a:gd name="connsiteX0" fmla="*/ 259407 w 873542"/>
                <a:gd name="connsiteY0" fmla="*/ 88900 h 575129"/>
                <a:gd name="connsiteX1" fmla="*/ 657642 w 873542"/>
                <a:gd name="connsiteY1" fmla="*/ 0 h 575129"/>
                <a:gd name="connsiteX2" fmla="*/ 873542 w 873542"/>
                <a:gd name="connsiteY2" fmla="*/ 79829 h 575129"/>
                <a:gd name="connsiteX3" fmla="*/ 227657 w 873542"/>
                <a:gd name="connsiteY3" fmla="*/ 575129 h 575129"/>
                <a:gd name="connsiteX4" fmla="*/ 259407 w 873542"/>
                <a:gd name="connsiteY4" fmla="*/ 88900 h 575129"/>
                <a:gd name="connsiteX0" fmla="*/ 259407 w 873542"/>
                <a:gd name="connsiteY0" fmla="*/ 159074 h 645303"/>
                <a:gd name="connsiteX1" fmla="*/ 657642 w 873542"/>
                <a:gd name="connsiteY1" fmla="*/ 70174 h 645303"/>
                <a:gd name="connsiteX2" fmla="*/ 873542 w 873542"/>
                <a:gd name="connsiteY2" fmla="*/ 150003 h 645303"/>
                <a:gd name="connsiteX3" fmla="*/ 227657 w 873542"/>
                <a:gd name="connsiteY3" fmla="*/ 645303 h 645303"/>
                <a:gd name="connsiteX4" fmla="*/ 259407 w 873542"/>
                <a:gd name="connsiteY4" fmla="*/ 159074 h 645303"/>
                <a:gd name="connsiteX0" fmla="*/ 259407 w 873542"/>
                <a:gd name="connsiteY0" fmla="*/ 159074 h 645303"/>
                <a:gd name="connsiteX1" fmla="*/ 638592 w 873542"/>
                <a:gd name="connsiteY1" fmla="*/ 70174 h 645303"/>
                <a:gd name="connsiteX2" fmla="*/ 873542 w 873542"/>
                <a:gd name="connsiteY2" fmla="*/ 150003 h 645303"/>
                <a:gd name="connsiteX3" fmla="*/ 227657 w 873542"/>
                <a:gd name="connsiteY3" fmla="*/ 645303 h 645303"/>
                <a:gd name="connsiteX4" fmla="*/ 259407 w 873542"/>
                <a:gd name="connsiteY4" fmla="*/ 159074 h 645303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1037249"/>
                <a:gd name="connsiteY0" fmla="*/ 197339 h 683568"/>
                <a:gd name="connsiteX1" fmla="*/ 638592 w 1037249"/>
                <a:gd name="connsiteY1" fmla="*/ 108439 h 683568"/>
                <a:gd name="connsiteX2" fmla="*/ 1037249 w 1037249"/>
                <a:gd name="connsiteY2" fmla="*/ 102989 h 683568"/>
                <a:gd name="connsiteX3" fmla="*/ 227657 w 1037249"/>
                <a:gd name="connsiteY3" fmla="*/ 683568 h 683568"/>
                <a:gd name="connsiteX4" fmla="*/ 259407 w 1037249"/>
                <a:gd name="connsiteY4" fmla="*/ 197339 h 683568"/>
                <a:gd name="connsiteX0" fmla="*/ 259407 w 1037249"/>
                <a:gd name="connsiteY0" fmla="*/ 323950 h 810179"/>
                <a:gd name="connsiteX1" fmla="*/ 739874 w 1037249"/>
                <a:gd name="connsiteY1" fmla="*/ 38446 h 810179"/>
                <a:gd name="connsiteX2" fmla="*/ 1037249 w 1037249"/>
                <a:gd name="connsiteY2" fmla="*/ 229600 h 810179"/>
                <a:gd name="connsiteX3" fmla="*/ 227657 w 1037249"/>
                <a:gd name="connsiteY3" fmla="*/ 810179 h 810179"/>
                <a:gd name="connsiteX4" fmla="*/ 259407 w 1037249"/>
                <a:gd name="connsiteY4" fmla="*/ 323950 h 810179"/>
                <a:gd name="connsiteX0" fmla="*/ 228532 w 1059584"/>
                <a:gd name="connsiteY0" fmla="*/ 181693 h 901044"/>
                <a:gd name="connsiteX1" fmla="*/ 762209 w 1059584"/>
                <a:gd name="connsiteY1" fmla="*/ 129311 h 901044"/>
                <a:gd name="connsiteX2" fmla="*/ 1059584 w 1059584"/>
                <a:gd name="connsiteY2" fmla="*/ 320465 h 901044"/>
                <a:gd name="connsiteX3" fmla="*/ 249992 w 1059584"/>
                <a:gd name="connsiteY3" fmla="*/ 901044 h 901044"/>
                <a:gd name="connsiteX4" fmla="*/ 228532 w 1059584"/>
                <a:gd name="connsiteY4" fmla="*/ 181693 h 901044"/>
                <a:gd name="connsiteX0" fmla="*/ 148679 w 979731"/>
                <a:gd name="connsiteY0" fmla="*/ 181693 h 915933"/>
                <a:gd name="connsiteX1" fmla="*/ 682356 w 979731"/>
                <a:gd name="connsiteY1" fmla="*/ 129311 h 915933"/>
                <a:gd name="connsiteX2" fmla="*/ 979731 w 979731"/>
                <a:gd name="connsiteY2" fmla="*/ 320465 h 915933"/>
                <a:gd name="connsiteX3" fmla="*/ 170139 w 979731"/>
                <a:gd name="connsiteY3" fmla="*/ 901044 h 915933"/>
                <a:gd name="connsiteX4" fmla="*/ 301 w 979731"/>
                <a:gd name="connsiteY4" fmla="*/ 727852 h 915933"/>
                <a:gd name="connsiteX5" fmla="*/ 148679 w 979731"/>
                <a:gd name="connsiteY5" fmla="*/ 181693 h 915933"/>
                <a:gd name="connsiteX0" fmla="*/ 150331 w 981383"/>
                <a:gd name="connsiteY0" fmla="*/ 181693 h 1008088"/>
                <a:gd name="connsiteX1" fmla="*/ 684008 w 981383"/>
                <a:gd name="connsiteY1" fmla="*/ 129311 h 1008088"/>
                <a:gd name="connsiteX2" fmla="*/ 981383 w 981383"/>
                <a:gd name="connsiteY2" fmla="*/ 320465 h 1008088"/>
                <a:gd name="connsiteX3" fmla="*/ 138240 w 981383"/>
                <a:gd name="connsiteY3" fmla="*/ 998818 h 1008088"/>
                <a:gd name="connsiteX4" fmla="*/ 1953 w 981383"/>
                <a:gd name="connsiteY4" fmla="*/ 727852 h 1008088"/>
                <a:gd name="connsiteX5" fmla="*/ 150331 w 981383"/>
                <a:gd name="connsiteY5" fmla="*/ 181693 h 1008088"/>
                <a:gd name="connsiteX0" fmla="*/ 271843 w 1102895"/>
                <a:gd name="connsiteY0" fmla="*/ 181693 h 1008088"/>
                <a:gd name="connsiteX1" fmla="*/ 805520 w 1102895"/>
                <a:gd name="connsiteY1" fmla="*/ 129311 h 1008088"/>
                <a:gd name="connsiteX2" fmla="*/ 1102895 w 1102895"/>
                <a:gd name="connsiteY2" fmla="*/ 320465 h 1008088"/>
                <a:gd name="connsiteX3" fmla="*/ 259752 w 1102895"/>
                <a:gd name="connsiteY3" fmla="*/ 998818 h 1008088"/>
                <a:gd name="connsiteX4" fmla="*/ 123465 w 1102895"/>
                <a:gd name="connsiteY4" fmla="*/ 727852 h 1008088"/>
                <a:gd name="connsiteX5" fmla="*/ 271843 w 1102895"/>
                <a:gd name="connsiteY5" fmla="*/ 181693 h 1008088"/>
                <a:gd name="connsiteX0" fmla="*/ 315070 w 1146122"/>
                <a:gd name="connsiteY0" fmla="*/ 181693 h 1008088"/>
                <a:gd name="connsiteX1" fmla="*/ 848747 w 1146122"/>
                <a:gd name="connsiteY1" fmla="*/ 129311 h 1008088"/>
                <a:gd name="connsiteX2" fmla="*/ 1146122 w 1146122"/>
                <a:gd name="connsiteY2" fmla="*/ 320465 h 1008088"/>
                <a:gd name="connsiteX3" fmla="*/ 302979 w 1146122"/>
                <a:gd name="connsiteY3" fmla="*/ 998818 h 1008088"/>
                <a:gd name="connsiteX4" fmla="*/ 166692 w 1146122"/>
                <a:gd name="connsiteY4" fmla="*/ 727852 h 1008088"/>
                <a:gd name="connsiteX5" fmla="*/ 315070 w 1146122"/>
                <a:gd name="connsiteY5" fmla="*/ 181693 h 1008088"/>
                <a:gd name="connsiteX0" fmla="*/ 315070 w 1146122"/>
                <a:gd name="connsiteY0" fmla="*/ 212178 h 1038573"/>
                <a:gd name="connsiteX1" fmla="*/ 848747 w 1146122"/>
                <a:gd name="connsiteY1" fmla="*/ 159796 h 1038573"/>
                <a:gd name="connsiteX2" fmla="*/ 1146122 w 1146122"/>
                <a:gd name="connsiteY2" fmla="*/ 350950 h 1038573"/>
                <a:gd name="connsiteX3" fmla="*/ 302979 w 1146122"/>
                <a:gd name="connsiteY3" fmla="*/ 1029303 h 1038573"/>
                <a:gd name="connsiteX4" fmla="*/ 166692 w 1146122"/>
                <a:gd name="connsiteY4" fmla="*/ 758337 h 1038573"/>
                <a:gd name="connsiteX5" fmla="*/ 315070 w 1146122"/>
                <a:gd name="connsiteY5" fmla="*/ 212178 h 1038573"/>
                <a:gd name="connsiteX0" fmla="*/ 315070 w 1146130"/>
                <a:gd name="connsiteY0" fmla="*/ 212178 h 1038573"/>
                <a:gd name="connsiteX1" fmla="*/ 848747 w 1146130"/>
                <a:gd name="connsiteY1" fmla="*/ 159796 h 1038573"/>
                <a:gd name="connsiteX2" fmla="*/ 1146122 w 1146130"/>
                <a:gd name="connsiteY2" fmla="*/ 350950 h 1038573"/>
                <a:gd name="connsiteX3" fmla="*/ 302979 w 1146130"/>
                <a:gd name="connsiteY3" fmla="*/ 1029303 h 1038573"/>
                <a:gd name="connsiteX4" fmla="*/ 166692 w 1146130"/>
                <a:gd name="connsiteY4" fmla="*/ 758337 h 1038573"/>
                <a:gd name="connsiteX5" fmla="*/ 315070 w 1146130"/>
                <a:gd name="connsiteY5" fmla="*/ 212178 h 1038573"/>
                <a:gd name="connsiteX0" fmla="*/ 315070 w 1146130"/>
                <a:gd name="connsiteY0" fmla="*/ 212178 h 1037713"/>
                <a:gd name="connsiteX1" fmla="*/ 848747 w 1146130"/>
                <a:gd name="connsiteY1" fmla="*/ 159796 h 1037713"/>
                <a:gd name="connsiteX2" fmla="*/ 1146122 w 1146130"/>
                <a:gd name="connsiteY2" fmla="*/ 350950 h 1037713"/>
                <a:gd name="connsiteX3" fmla="*/ 302979 w 1146130"/>
                <a:gd name="connsiteY3" fmla="*/ 1029303 h 1037713"/>
                <a:gd name="connsiteX4" fmla="*/ 166692 w 1146130"/>
                <a:gd name="connsiteY4" fmla="*/ 758337 h 1037713"/>
                <a:gd name="connsiteX5" fmla="*/ 315070 w 1146130"/>
                <a:gd name="connsiteY5" fmla="*/ 212178 h 1037713"/>
                <a:gd name="connsiteX0" fmla="*/ 273282 w 1104342"/>
                <a:gd name="connsiteY0" fmla="*/ 212178 h 1036131"/>
                <a:gd name="connsiteX1" fmla="*/ 806959 w 1104342"/>
                <a:gd name="connsiteY1" fmla="*/ 159796 h 1036131"/>
                <a:gd name="connsiteX2" fmla="*/ 1104334 w 1104342"/>
                <a:gd name="connsiteY2" fmla="*/ 350950 h 1036131"/>
                <a:gd name="connsiteX3" fmla="*/ 261191 w 1104342"/>
                <a:gd name="connsiteY3" fmla="*/ 1029303 h 1036131"/>
                <a:gd name="connsiteX4" fmla="*/ 191354 w 1104342"/>
                <a:gd name="connsiteY4" fmla="*/ 694015 h 1036131"/>
                <a:gd name="connsiteX5" fmla="*/ 273282 w 1104342"/>
                <a:gd name="connsiteY5" fmla="*/ 212178 h 1036131"/>
                <a:gd name="connsiteX0" fmla="*/ 273282 w 1104342"/>
                <a:gd name="connsiteY0" fmla="*/ 212178 h 951284"/>
                <a:gd name="connsiteX1" fmla="*/ 806959 w 1104342"/>
                <a:gd name="connsiteY1" fmla="*/ 159796 h 951284"/>
                <a:gd name="connsiteX2" fmla="*/ 1104334 w 1104342"/>
                <a:gd name="connsiteY2" fmla="*/ 350950 h 951284"/>
                <a:gd name="connsiteX3" fmla="*/ 262609 w 1104342"/>
                <a:gd name="connsiteY3" fmla="*/ 942123 h 951284"/>
                <a:gd name="connsiteX4" fmla="*/ 191354 w 1104342"/>
                <a:gd name="connsiteY4" fmla="*/ 694015 h 951284"/>
                <a:gd name="connsiteX5" fmla="*/ 273282 w 1104342"/>
                <a:gd name="connsiteY5" fmla="*/ 212178 h 951284"/>
                <a:gd name="connsiteX0" fmla="*/ 273282 w 1104342"/>
                <a:gd name="connsiteY0" fmla="*/ 212178 h 942123"/>
                <a:gd name="connsiteX1" fmla="*/ 806959 w 1104342"/>
                <a:gd name="connsiteY1" fmla="*/ 159796 h 942123"/>
                <a:gd name="connsiteX2" fmla="*/ 1104334 w 1104342"/>
                <a:gd name="connsiteY2" fmla="*/ 350950 h 942123"/>
                <a:gd name="connsiteX3" fmla="*/ 262609 w 1104342"/>
                <a:gd name="connsiteY3" fmla="*/ 942123 h 942123"/>
                <a:gd name="connsiteX4" fmla="*/ 191354 w 1104342"/>
                <a:gd name="connsiteY4" fmla="*/ 694015 h 942123"/>
                <a:gd name="connsiteX5" fmla="*/ 273282 w 1104342"/>
                <a:gd name="connsiteY5" fmla="*/ 212178 h 942123"/>
                <a:gd name="connsiteX0" fmla="*/ 273282 w 1104339"/>
                <a:gd name="connsiteY0" fmla="*/ 202760 h 932705"/>
                <a:gd name="connsiteX1" fmla="*/ 719424 w 1104339"/>
                <a:gd name="connsiteY1" fmla="*/ 170756 h 932705"/>
                <a:gd name="connsiteX2" fmla="*/ 1104334 w 1104339"/>
                <a:gd name="connsiteY2" fmla="*/ 341532 h 932705"/>
                <a:gd name="connsiteX3" fmla="*/ 262609 w 1104339"/>
                <a:gd name="connsiteY3" fmla="*/ 932705 h 932705"/>
                <a:gd name="connsiteX4" fmla="*/ 191354 w 1104339"/>
                <a:gd name="connsiteY4" fmla="*/ 684597 h 932705"/>
                <a:gd name="connsiteX5" fmla="*/ 273282 w 1104339"/>
                <a:gd name="connsiteY5" fmla="*/ 202760 h 932705"/>
                <a:gd name="connsiteX0" fmla="*/ 273282 w 1104339"/>
                <a:gd name="connsiteY0" fmla="*/ 176308 h 906253"/>
                <a:gd name="connsiteX1" fmla="*/ 719424 w 1104339"/>
                <a:gd name="connsiteY1" fmla="*/ 144304 h 906253"/>
                <a:gd name="connsiteX2" fmla="*/ 1104334 w 1104339"/>
                <a:gd name="connsiteY2" fmla="*/ 315080 h 906253"/>
                <a:gd name="connsiteX3" fmla="*/ 262609 w 1104339"/>
                <a:gd name="connsiteY3" fmla="*/ 906253 h 906253"/>
                <a:gd name="connsiteX4" fmla="*/ 191354 w 1104339"/>
                <a:gd name="connsiteY4" fmla="*/ 658145 h 906253"/>
                <a:gd name="connsiteX5" fmla="*/ 273282 w 1104339"/>
                <a:gd name="connsiteY5" fmla="*/ 176308 h 906253"/>
                <a:gd name="connsiteX0" fmla="*/ 255676 w 1086733"/>
                <a:gd name="connsiteY0" fmla="*/ 176308 h 906253"/>
                <a:gd name="connsiteX1" fmla="*/ 701818 w 1086733"/>
                <a:gd name="connsiteY1" fmla="*/ 144304 h 906253"/>
                <a:gd name="connsiteX2" fmla="*/ 1086728 w 1086733"/>
                <a:gd name="connsiteY2" fmla="*/ 315080 h 906253"/>
                <a:gd name="connsiteX3" fmla="*/ 245003 w 1086733"/>
                <a:gd name="connsiteY3" fmla="*/ 906253 h 906253"/>
                <a:gd name="connsiteX4" fmla="*/ 173748 w 1086733"/>
                <a:gd name="connsiteY4" fmla="*/ 658145 h 906253"/>
                <a:gd name="connsiteX5" fmla="*/ 255676 w 1086733"/>
                <a:gd name="connsiteY5" fmla="*/ 176308 h 906253"/>
                <a:gd name="connsiteX0" fmla="*/ 255676 w 976187"/>
                <a:gd name="connsiteY0" fmla="*/ 176308 h 906253"/>
                <a:gd name="connsiteX1" fmla="*/ 701818 w 976187"/>
                <a:gd name="connsiteY1" fmla="*/ 144304 h 906253"/>
                <a:gd name="connsiteX2" fmla="*/ 976176 w 976187"/>
                <a:gd name="connsiteY2" fmla="*/ 276220 h 906253"/>
                <a:gd name="connsiteX3" fmla="*/ 245003 w 976187"/>
                <a:gd name="connsiteY3" fmla="*/ 906253 h 906253"/>
                <a:gd name="connsiteX4" fmla="*/ 173748 w 976187"/>
                <a:gd name="connsiteY4" fmla="*/ 658145 h 906253"/>
                <a:gd name="connsiteX5" fmla="*/ 255676 w 976187"/>
                <a:gd name="connsiteY5" fmla="*/ 176308 h 906253"/>
                <a:gd name="connsiteX0" fmla="*/ 245003 w 976187"/>
                <a:gd name="connsiteY0" fmla="*/ 906253 h 1005514"/>
                <a:gd name="connsiteX1" fmla="*/ 173748 w 976187"/>
                <a:gd name="connsiteY1" fmla="*/ 658145 h 1005514"/>
                <a:gd name="connsiteX2" fmla="*/ 255676 w 976187"/>
                <a:gd name="connsiteY2" fmla="*/ 176308 h 1005514"/>
                <a:gd name="connsiteX3" fmla="*/ 701818 w 976187"/>
                <a:gd name="connsiteY3" fmla="*/ 144304 h 1005514"/>
                <a:gd name="connsiteX4" fmla="*/ 976176 w 976187"/>
                <a:gd name="connsiteY4" fmla="*/ 276220 h 1005514"/>
                <a:gd name="connsiteX5" fmla="*/ 344264 w 976187"/>
                <a:gd name="connsiteY5" fmla="*/ 1005514 h 1005514"/>
                <a:gd name="connsiteX0" fmla="*/ 245003 w 976187"/>
                <a:gd name="connsiteY0" fmla="*/ 906253 h 906253"/>
                <a:gd name="connsiteX1" fmla="*/ 173748 w 976187"/>
                <a:gd name="connsiteY1" fmla="*/ 658145 h 906253"/>
                <a:gd name="connsiteX2" fmla="*/ 255676 w 976187"/>
                <a:gd name="connsiteY2" fmla="*/ 176308 h 906253"/>
                <a:gd name="connsiteX3" fmla="*/ 701818 w 976187"/>
                <a:gd name="connsiteY3" fmla="*/ 144304 h 906253"/>
                <a:gd name="connsiteX4" fmla="*/ 976176 w 976187"/>
                <a:gd name="connsiteY4" fmla="*/ 276220 h 906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6187" h="906253">
                  <a:moveTo>
                    <a:pt x="245003" y="906253"/>
                  </a:moveTo>
                  <a:cubicBezTo>
                    <a:pt x="137016" y="897394"/>
                    <a:pt x="96270" y="751047"/>
                    <a:pt x="173748" y="658145"/>
                  </a:cubicBezTo>
                  <a:cubicBezTo>
                    <a:pt x="-125377" y="480138"/>
                    <a:pt x="1266" y="239268"/>
                    <a:pt x="255676" y="176308"/>
                  </a:cubicBezTo>
                  <a:cubicBezTo>
                    <a:pt x="377556" y="-71049"/>
                    <a:pt x="589084" y="-35813"/>
                    <a:pt x="701818" y="144304"/>
                  </a:cubicBezTo>
                  <a:cubicBezTo>
                    <a:pt x="888085" y="113764"/>
                    <a:pt x="977336" y="181679"/>
                    <a:pt x="976176" y="276220"/>
                  </a:cubicBezTo>
                </a:path>
              </a:pathLst>
            </a:custGeom>
            <a:solidFill>
              <a:srgbClr val="309302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4">
              <a:extLst>
                <a:ext uri="{FF2B5EF4-FFF2-40B4-BE49-F238E27FC236}">
                  <a16:creationId xmlns:a16="http://schemas.microsoft.com/office/drawing/2014/main" id="{E295D230-A2DD-C152-2595-9FA3D9F9FB53}"/>
                </a:ext>
              </a:extLst>
            </p:cNvPr>
            <p:cNvSpPr/>
            <p:nvPr/>
          </p:nvSpPr>
          <p:spPr>
            <a:xfrm>
              <a:off x="3725732" y="3373040"/>
              <a:ext cx="873542" cy="683568"/>
            </a:xfrm>
            <a:custGeom>
              <a:avLst/>
              <a:gdLst>
                <a:gd name="connsiteX0" fmla="*/ 0 w 1001485"/>
                <a:gd name="connsiteY0" fmla="*/ 0 h 638629"/>
                <a:gd name="connsiteX1" fmla="*/ 1001485 w 1001485"/>
                <a:gd name="connsiteY1" fmla="*/ 0 h 638629"/>
                <a:gd name="connsiteX2" fmla="*/ 1001485 w 1001485"/>
                <a:gd name="connsiteY2" fmla="*/ 638629 h 638629"/>
                <a:gd name="connsiteX3" fmla="*/ 0 w 1001485"/>
                <a:gd name="connsiteY3" fmla="*/ 638629 h 638629"/>
                <a:gd name="connsiteX4" fmla="*/ 0 w 1001485"/>
                <a:gd name="connsiteY4" fmla="*/ 0 h 638629"/>
                <a:gd name="connsiteX0" fmla="*/ 0 w 1166585"/>
                <a:gd name="connsiteY0" fmla="*/ 57150 h 638629"/>
                <a:gd name="connsiteX1" fmla="*/ 1166585 w 1166585"/>
                <a:gd name="connsiteY1" fmla="*/ 0 h 638629"/>
                <a:gd name="connsiteX2" fmla="*/ 1166585 w 1166585"/>
                <a:gd name="connsiteY2" fmla="*/ 638629 h 638629"/>
                <a:gd name="connsiteX3" fmla="*/ 165100 w 1166585"/>
                <a:gd name="connsiteY3" fmla="*/ 638629 h 638629"/>
                <a:gd name="connsiteX4" fmla="*/ 0 w 1166585"/>
                <a:gd name="connsiteY4" fmla="*/ 57150 h 638629"/>
                <a:gd name="connsiteX0" fmla="*/ 31750 w 1001485"/>
                <a:gd name="connsiteY0" fmla="*/ 0 h 727529"/>
                <a:gd name="connsiteX1" fmla="*/ 1001485 w 1001485"/>
                <a:gd name="connsiteY1" fmla="*/ 88900 h 727529"/>
                <a:gd name="connsiteX2" fmla="*/ 1001485 w 1001485"/>
                <a:gd name="connsiteY2" fmla="*/ 727529 h 727529"/>
                <a:gd name="connsiteX3" fmla="*/ 0 w 1001485"/>
                <a:gd name="connsiteY3" fmla="*/ 727529 h 727529"/>
                <a:gd name="connsiteX4" fmla="*/ 31750 w 1001485"/>
                <a:gd name="connsiteY4" fmla="*/ 0 h 727529"/>
                <a:gd name="connsiteX0" fmla="*/ 31750 w 1001485"/>
                <a:gd name="connsiteY0" fmla="*/ 88900 h 816429"/>
                <a:gd name="connsiteX1" fmla="*/ 429985 w 1001485"/>
                <a:gd name="connsiteY1" fmla="*/ 0 h 816429"/>
                <a:gd name="connsiteX2" fmla="*/ 1001485 w 1001485"/>
                <a:gd name="connsiteY2" fmla="*/ 816429 h 816429"/>
                <a:gd name="connsiteX3" fmla="*/ 0 w 1001485"/>
                <a:gd name="connsiteY3" fmla="*/ 816429 h 816429"/>
                <a:gd name="connsiteX4" fmla="*/ 31750 w 1001485"/>
                <a:gd name="connsiteY4" fmla="*/ 88900 h 816429"/>
                <a:gd name="connsiteX0" fmla="*/ 31750 w 645885"/>
                <a:gd name="connsiteY0" fmla="*/ 88900 h 816429"/>
                <a:gd name="connsiteX1" fmla="*/ 429985 w 645885"/>
                <a:gd name="connsiteY1" fmla="*/ 0 h 816429"/>
                <a:gd name="connsiteX2" fmla="*/ 645885 w 645885"/>
                <a:gd name="connsiteY2" fmla="*/ 79829 h 816429"/>
                <a:gd name="connsiteX3" fmla="*/ 0 w 645885"/>
                <a:gd name="connsiteY3" fmla="*/ 816429 h 816429"/>
                <a:gd name="connsiteX4" fmla="*/ 31750 w 645885"/>
                <a:gd name="connsiteY4" fmla="*/ 88900 h 816429"/>
                <a:gd name="connsiteX0" fmla="*/ 31750 w 645885"/>
                <a:gd name="connsiteY0" fmla="*/ 88900 h 575129"/>
                <a:gd name="connsiteX1" fmla="*/ 429985 w 645885"/>
                <a:gd name="connsiteY1" fmla="*/ 0 h 575129"/>
                <a:gd name="connsiteX2" fmla="*/ 645885 w 645885"/>
                <a:gd name="connsiteY2" fmla="*/ 79829 h 575129"/>
                <a:gd name="connsiteX3" fmla="*/ 0 w 645885"/>
                <a:gd name="connsiteY3" fmla="*/ 575129 h 575129"/>
                <a:gd name="connsiteX4" fmla="*/ 31750 w 645885"/>
                <a:gd name="connsiteY4" fmla="*/ 88900 h 575129"/>
                <a:gd name="connsiteX0" fmla="*/ 196355 w 810490"/>
                <a:gd name="connsiteY0" fmla="*/ 88900 h 575129"/>
                <a:gd name="connsiteX1" fmla="*/ 594590 w 810490"/>
                <a:gd name="connsiteY1" fmla="*/ 0 h 575129"/>
                <a:gd name="connsiteX2" fmla="*/ 810490 w 810490"/>
                <a:gd name="connsiteY2" fmla="*/ 79829 h 575129"/>
                <a:gd name="connsiteX3" fmla="*/ 164605 w 810490"/>
                <a:gd name="connsiteY3" fmla="*/ 575129 h 575129"/>
                <a:gd name="connsiteX4" fmla="*/ 196355 w 810490"/>
                <a:gd name="connsiteY4" fmla="*/ 88900 h 575129"/>
                <a:gd name="connsiteX0" fmla="*/ 259407 w 873542"/>
                <a:gd name="connsiteY0" fmla="*/ 88900 h 575129"/>
                <a:gd name="connsiteX1" fmla="*/ 657642 w 873542"/>
                <a:gd name="connsiteY1" fmla="*/ 0 h 575129"/>
                <a:gd name="connsiteX2" fmla="*/ 873542 w 873542"/>
                <a:gd name="connsiteY2" fmla="*/ 79829 h 575129"/>
                <a:gd name="connsiteX3" fmla="*/ 227657 w 873542"/>
                <a:gd name="connsiteY3" fmla="*/ 575129 h 575129"/>
                <a:gd name="connsiteX4" fmla="*/ 259407 w 873542"/>
                <a:gd name="connsiteY4" fmla="*/ 88900 h 575129"/>
                <a:gd name="connsiteX0" fmla="*/ 259407 w 873542"/>
                <a:gd name="connsiteY0" fmla="*/ 159074 h 645303"/>
                <a:gd name="connsiteX1" fmla="*/ 657642 w 873542"/>
                <a:gd name="connsiteY1" fmla="*/ 70174 h 645303"/>
                <a:gd name="connsiteX2" fmla="*/ 873542 w 873542"/>
                <a:gd name="connsiteY2" fmla="*/ 150003 h 645303"/>
                <a:gd name="connsiteX3" fmla="*/ 227657 w 873542"/>
                <a:gd name="connsiteY3" fmla="*/ 645303 h 645303"/>
                <a:gd name="connsiteX4" fmla="*/ 259407 w 873542"/>
                <a:gd name="connsiteY4" fmla="*/ 159074 h 645303"/>
                <a:gd name="connsiteX0" fmla="*/ 259407 w 873542"/>
                <a:gd name="connsiteY0" fmla="*/ 159074 h 645303"/>
                <a:gd name="connsiteX1" fmla="*/ 638592 w 873542"/>
                <a:gd name="connsiteY1" fmla="*/ 70174 h 645303"/>
                <a:gd name="connsiteX2" fmla="*/ 873542 w 873542"/>
                <a:gd name="connsiteY2" fmla="*/ 150003 h 645303"/>
                <a:gd name="connsiteX3" fmla="*/ 227657 w 873542"/>
                <a:gd name="connsiteY3" fmla="*/ 645303 h 645303"/>
                <a:gd name="connsiteX4" fmla="*/ 259407 w 873542"/>
                <a:gd name="connsiteY4" fmla="*/ 159074 h 645303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27657 w 873542"/>
                <a:gd name="connsiteY0" fmla="*/ 683568 h 775008"/>
                <a:gd name="connsiteX1" fmla="*/ 259407 w 873542"/>
                <a:gd name="connsiteY1" fmla="*/ 197339 h 775008"/>
                <a:gd name="connsiteX2" fmla="*/ 638592 w 873542"/>
                <a:gd name="connsiteY2" fmla="*/ 108439 h 775008"/>
                <a:gd name="connsiteX3" fmla="*/ 873542 w 873542"/>
                <a:gd name="connsiteY3" fmla="*/ 188268 h 775008"/>
                <a:gd name="connsiteX4" fmla="*/ 319097 w 873542"/>
                <a:gd name="connsiteY4" fmla="*/ 775008 h 775008"/>
                <a:gd name="connsiteX0" fmla="*/ 227657 w 873542"/>
                <a:gd name="connsiteY0" fmla="*/ 683568 h 683568"/>
                <a:gd name="connsiteX1" fmla="*/ 259407 w 873542"/>
                <a:gd name="connsiteY1" fmla="*/ 197339 h 683568"/>
                <a:gd name="connsiteX2" fmla="*/ 638592 w 873542"/>
                <a:gd name="connsiteY2" fmla="*/ 108439 h 683568"/>
                <a:gd name="connsiteX3" fmla="*/ 873542 w 873542"/>
                <a:gd name="connsiteY3" fmla="*/ 188268 h 683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3542" h="683568">
                  <a:moveTo>
                    <a:pt x="227657" y="683568"/>
                  </a:moveTo>
                  <a:cubicBezTo>
                    <a:pt x="-155460" y="521492"/>
                    <a:pt x="7524" y="251465"/>
                    <a:pt x="259407" y="197339"/>
                  </a:cubicBezTo>
                  <a:cubicBezTo>
                    <a:pt x="354052" y="-118044"/>
                    <a:pt x="543947" y="17422"/>
                    <a:pt x="638592" y="108439"/>
                  </a:cubicBezTo>
                  <a:cubicBezTo>
                    <a:pt x="824859" y="77899"/>
                    <a:pt x="814275" y="161658"/>
                    <a:pt x="873542" y="188268"/>
                  </a:cubicBezTo>
                </a:path>
              </a:pathLst>
            </a:custGeom>
            <a:solidFill>
              <a:srgbClr val="309302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EE5E31A4-8943-49E9-7799-5B7415210886}"/>
              </a:ext>
            </a:extLst>
          </p:cNvPr>
          <p:cNvGrpSpPr/>
          <p:nvPr/>
        </p:nvGrpSpPr>
        <p:grpSpPr>
          <a:xfrm>
            <a:off x="5804686" y="1797405"/>
            <a:ext cx="4464455" cy="4678391"/>
            <a:chOff x="2715263" y="1672310"/>
            <a:chExt cx="4464455" cy="4678391"/>
          </a:xfrm>
        </p:grpSpPr>
        <p:sp>
          <p:nvSpPr>
            <p:cNvPr id="13" name="Rectangle 2">
              <a:extLst>
                <a:ext uri="{FF2B5EF4-FFF2-40B4-BE49-F238E27FC236}">
                  <a16:creationId xmlns:a16="http://schemas.microsoft.com/office/drawing/2014/main" id="{59408FF9-6562-868F-8BC8-4B72D1853883}"/>
                </a:ext>
              </a:extLst>
            </p:cNvPr>
            <p:cNvSpPr/>
            <p:nvPr/>
          </p:nvSpPr>
          <p:spPr>
            <a:xfrm rot="2375296">
              <a:off x="4090115" y="1672310"/>
              <a:ext cx="2571062" cy="2276248"/>
            </a:xfrm>
            <a:custGeom>
              <a:avLst/>
              <a:gdLst>
                <a:gd name="connsiteX0" fmla="*/ 0 w 1001485"/>
                <a:gd name="connsiteY0" fmla="*/ 0 h 638629"/>
                <a:gd name="connsiteX1" fmla="*/ 1001485 w 1001485"/>
                <a:gd name="connsiteY1" fmla="*/ 0 h 638629"/>
                <a:gd name="connsiteX2" fmla="*/ 1001485 w 1001485"/>
                <a:gd name="connsiteY2" fmla="*/ 638629 h 638629"/>
                <a:gd name="connsiteX3" fmla="*/ 0 w 1001485"/>
                <a:gd name="connsiteY3" fmla="*/ 638629 h 638629"/>
                <a:gd name="connsiteX4" fmla="*/ 0 w 1001485"/>
                <a:gd name="connsiteY4" fmla="*/ 0 h 638629"/>
                <a:gd name="connsiteX0" fmla="*/ 246743 w 1248228"/>
                <a:gd name="connsiteY0" fmla="*/ 0 h 914401"/>
                <a:gd name="connsiteX1" fmla="*/ 1248228 w 1248228"/>
                <a:gd name="connsiteY1" fmla="*/ 0 h 914401"/>
                <a:gd name="connsiteX2" fmla="*/ 1248228 w 1248228"/>
                <a:gd name="connsiteY2" fmla="*/ 638629 h 914401"/>
                <a:gd name="connsiteX3" fmla="*/ 0 w 1248228"/>
                <a:gd name="connsiteY3" fmla="*/ 914401 h 914401"/>
                <a:gd name="connsiteX4" fmla="*/ 246743 w 1248228"/>
                <a:gd name="connsiteY4" fmla="*/ 0 h 914401"/>
                <a:gd name="connsiteX0" fmla="*/ 457977 w 1459462"/>
                <a:gd name="connsiteY0" fmla="*/ 43543 h 957944"/>
                <a:gd name="connsiteX1" fmla="*/ 1459462 w 1459462"/>
                <a:gd name="connsiteY1" fmla="*/ 43543 h 957944"/>
                <a:gd name="connsiteX2" fmla="*/ 1459462 w 1459462"/>
                <a:gd name="connsiteY2" fmla="*/ 682172 h 957944"/>
                <a:gd name="connsiteX3" fmla="*/ 211234 w 1459462"/>
                <a:gd name="connsiteY3" fmla="*/ 957944 h 957944"/>
                <a:gd name="connsiteX4" fmla="*/ 8034 w 1459462"/>
                <a:gd name="connsiteY4" fmla="*/ 0 h 957944"/>
                <a:gd name="connsiteX5" fmla="*/ 457977 w 1459462"/>
                <a:gd name="connsiteY5" fmla="*/ 43543 h 957944"/>
                <a:gd name="connsiteX0" fmla="*/ 516034 w 1459462"/>
                <a:gd name="connsiteY0" fmla="*/ 0 h 1915887"/>
                <a:gd name="connsiteX1" fmla="*/ 1459462 w 1459462"/>
                <a:gd name="connsiteY1" fmla="*/ 1001486 h 1915887"/>
                <a:gd name="connsiteX2" fmla="*/ 1459462 w 1459462"/>
                <a:gd name="connsiteY2" fmla="*/ 1640115 h 1915887"/>
                <a:gd name="connsiteX3" fmla="*/ 211234 w 1459462"/>
                <a:gd name="connsiteY3" fmla="*/ 1915887 h 1915887"/>
                <a:gd name="connsiteX4" fmla="*/ 8034 w 1459462"/>
                <a:gd name="connsiteY4" fmla="*/ 957943 h 1915887"/>
                <a:gd name="connsiteX5" fmla="*/ 516034 w 1459462"/>
                <a:gd name="connsiteY5" fmla="*/ 0 h 1915887"/>
                <a:gd name="connsiteX0" fmla="*/ 516034 w 1488491"/>
                <a:gd name="connsiteY0" fmla="*/ 153248 h 2069135"/>
                <a:gd name="connsiteX1" fmla="*/ 1488491 w 1488491"/>
                <a:gd name="connsiteY1" fmla="*/ 37135 h 2069135"/>
                <a:gd name="connsiteX2" fmla="*/ 1459462 w 1488491"/>
                <a:gd name="connsiteY2" fmla="*/ 1154734 h 2069135"/>
                <a:gd name="connsiteX3" fmla="*/ 1459462 w 1488491"/>
                <a:gd name="connsiteY3" fmla="*/ 1793363 h 2069135"/>
                <a:gd name="connsiteX4" fmla="*/ 211234 w 1488491"/>
                <a:gd name="connsiteY4" fmla="*/ 2069135 h 2069135"/>
                <a:gd name="connsiteX5" fmla="*/ 8034 w 1488491"/>
                <a:gd name="connsiteY5" fmla="*/ 1111191 h 2069135"/>
                <a:gd name="connsiteX6" fmla="*/ 516034 w 1488491"/>
                <a:gd name="connsiteY6" fmla="*/ 153248 h 2069135"/>
                <a:gd name="connsiteX0" fmla="*/ 516034 w 2069062"/>
                <a:gd name="connsiteY0" fmla="*/ 153248 h 2069135"/>
                <a:gd name="connsiteX1" fmla="*/ 1488491 w 2069062"/>
                <a:gd name="connsiteY1" fmla="*/ 37135 h 2069135"/>
                <a:gd name="connsiteX2" fmla="*/ 2069062 w 2069062"/>
                <a:gd name="connsiteY2" fmla="*/ 603191 h 2069135"/>
                <a:gd name="connsiteX3" fmla="*/ 1459462 w 2069062"/>
                <a:gd name="connsiteY3" fmla="*/ 1793363 h 2069135"/>
                <a:gd name="connsiteX4" fmla="*/ 211234 w 2069062"/>
                <a:gd name="connsiteY4" fmla="*/ 2069135 h 2069135"/>
                <a:gd name="connsiteX5" fmla="*/ 8034 w 2069062"/>
                <a:gd name="connsiteY5" fmla="*/ 1111191 h 2069135"/>
                <a:gd name="connsiteX6" fmla="*/ 516034 w 2069062"/>
                <a:gd name="connsiteY6" fmla="*/ 153248 h 2069135"/>
                <a:gd name="connsiteX0" fmla="*/ 516034 w 2195583"/>
                <a:gd name="connsiteY0" fmla="*/ 153248 h 2069135"/>
                <a:gd name="connsiteX1" fmla="*/ 1488491 w 2195583"/>
                <a:gd name="connsiteY1" fmla="*/ 37135 h 2069135"/>
                <a:gd name="connsiteX2" fmla="*/ 2069062 w 2195583"/>
                <a:gd name="connsiteY2" fmla="*/ 603191 h 2069135"/>
                <a:gd name="connsiteX3" fmla="*/ 2170661 w 2195583"/>
                <a:gd name="connsiteY3" fmla="*/ 1415992 h 2069135"/>
                <a:gd name="connsiteX4" fmla="*/ 1459462 w 2195583"/>
                <a:gd name="connsiteY4" fmla="*/ 1793363 h 2069135"/>
                <a:gd name="connsiteX5" fmla="*/ 211234 w 2195583"/>
                <a:gd name="connsiteY5" fmla="*/ 2069135 h 2069135"/>
                <a:gd name="connsiteX6" fmla="*/ 8034 w 2195583"/>
                <a:gd name="connsiteY6" fmla="*/ 1111191 h 2069135"/>
                <a:gd name="connsiteX7" fmla="*/ 516034 w 2195583"/>
                <a:gd name="connsiteY7" fmla="*/ 153248 h 2069135"/>
                <a:gd name="connsiteX0" fmla="*/ 516034 w 2195583"/>
                <a:gd name="connsiteY0" fmla="*/ 153248 h 2359420"/>
                <a:gd name="connsiteX1" fmla="*/ 1488491 w 2195583"/>
                <a:gd name="connsiteY1" fmla="*/ 37135 h 2359420"/>
                <a:gd name="connsiteX2" fmla="*/ 2069062 w 2195583"/>
                <a:gd name="connsiteY2" fmla="*/ 603191 h 2359420"/>
                <a:gd name="connsiteX3" fmla="*/ 2170661 w 2195583"/>
                <a:gd name="connsiteY3" fmla="*/ 1415992 h 2359420"/>
                <a:gd name="connsiteX4" fmla="*/ 1227233 w 2195583"/>
                <a:gd name="connsiteY4" fmla="*/ 2359420 h 2359420"/>
                <a:gd name="connsiteX5" fmla="*/ 211234 w 2195583"/>
                <a:gd name="connsiteY5" fmla="*/ 2069135 h 2359420"/>
                <a:gd name="connsiteX6" fmla="*/ 8034 w 2195583"/>
                <a:gd name="connsiteY6" fmla="*/ 1111191 h 2359420"/>
                <a:gd name="connsiteX7" fmla="*/ 516034 w 2195583"/>
                <a:gd name="connsiteY7" fmla="*/ 153248 h 2359420"/>
                <a:gd name="connsiteX0" fmla="*/ 801193 w 2480742"/>
                <a:gd name="connsiteY0" fmla="*/ 153248 h 2359420"/>
                <a:gd name="connsiteX1" fmla="*/ 1773650 w 2480742"/>
                <a:gd name="connsiteY1" fmla="*/ 37135 h 2359420"/>
                <a:gd name="connsiteX2" fmla="*/ 2354221 w 2480742"/>
                <a:gd name="connsiteY2" fmla="*/ 603191 h 2359420"/>
                <a:gd name="connsiteX3" fmla="*/ 2455820 w 2480742"/>
                <a:gd name="connsiteY3" fmla="*/ 1415992 h 2359420"/>
                <a:gd name="connsiteX4" fmla="*/ 1512392 w 2480742"/>
                <a:gd name="connsiteY4" fmla="*/ 2359420 h 2359420"/>
                <a:gd name="connsiteX5" fmla="*/ 496393 w 2480742"/>
                <a:gd name="connsiteY5" fmla="*/ 2069135 h 2359420"/>
                <a:gd name="connsiteX6" fmla="*/ 293193 w 2480742"/>
                <a:gd name="connsiteY6" fmla="*/ 1111191 h 2359420"/>
                <a:gd name="connsiteX7" fmla="*/ 801193 w 2480742"/>
                <a:gd name="connsiteY7" fmla="*/ 153248 h 2359420"/>
                <a:gd name="connsiteX0" fmla="*/ 751841 w 2431390"/>
                <a:gd name="connsiteY0" fmla="*/ 153248 h 2359420"/>
                <a:gd name="connsiteX1" fmla="*/ 1724298 w 2431390"/>
                <a:gd name="connsiteY1" fmla="*/ 37135 h 2359420"/>
                <a:gd name="connsiteX2" fmla="*/ 2304869 w 2431390"/>
                <a:gd name="connsiteY2" fmla="*/ 603191 h 2359420"/>
                <a:gd name="connsiteX3" fmla="*/ 2406468 w 2431390"/>
                <a:gd name="connsiteY3" fmla="*/ 1415992 h 2359420"/>
                <a:gd name="connsiteX4" fmla="*/ 1463040 w 2431390"/>
                <a:gd name="connsiteY4" fmla="*/ 2359420 h 2359420"/>
                <a:gd name="connsiteX5" fmla="*/ 447041 w 2431390"/>
                <a:gd name="connsiteY5" fmla="*/ 2069135 h 2359420"/>
                <a:gd name="connsiteX6" fmla="*/ 243841 w 2431390"/>
                <a:gd name="connsiteY6" fmla="*/ 1111191 h 2359420"/>
                <a:gd name="connsiteX7" fmla="*/ 751841 w 2431390"/>
                <a:gd name="connsiteY7" fmla="*/ 153248 h 2359420"/>
                <a:gd name="connsiteX0" fmla="*/ 751841 w 2431390"/>
                <a:gd name="connsiteY0" fmla="*/ 153248 h 2359420"/>
                <a:gd name="connsiteX1" fmla="*/ 1724298 w 2431390"/>
                <a:gd name="connsiteY1" fmla="*/ 37135 h 2359420"/>
                <a:gd name="connsiteX2" fmla="*/ 2304869 w 2431390"/>
                <a:gd name="connsiteY2" fmla="*/ 603191 h 2359420"/>
                <a:gd name="connsiteX3" fmla="*/ 2406468 w 2431390"/>
                <a:gd name="connsiteY3" fmla="*/ 1415992 h 2359420"/>
                <a:gd name="connsiteX4" fmla="*/ 1463040 w 2431390"/>
                <a:gd name="connsiteY4" fmla="*/ 2359420 h 2359420"/>
                <a:gd name="connsiteX5" fmla="*/ 447041 w 2431390"/>
                <a:gd name="connsiteY5" fmla="*/ 2069135 h 2359420"/>
                <a:gd name="connsiteX6" fmla="*/ 243841 w 2431390"/>
                <a:gd name="connsiteY6" fmla="*/ 1111191 h 2359420"/>
                <a:gd name="connsiteX7" fmla="*/ 751841 w 2431390"/>
                <a:gd name="connsiteY7" fmla="*/ 153248 h 2359420"/>
                <a:gd name="connsiteX0" fmla="*/ 751841 w 2431390"/>
                <a:gd name="connsiteY0" fmla="*/ 335920 h 2542092"/>
                <a:gd name="connsiteX1" fmla="*/ 1724298 w 2431390"/>
                <a:gd name="connsiteY1" fmla="*/ 219807 h 2542092"/>
                <a:gd name="connsiteX2" fmla="*/ 2304869 w 2431390"/>
                <a:gd name="connsiteY2" fmla="*/ 785863 h 2542092"/>
                <a:gd name="connsiteX3" fmla="*/ 2406468 w 2431390"/>
                <a:gd name="connsiteY3" fmla="*/ 1598664 h 2542092"/>
                <a:gd name="connsiteX4" fmla="*/ 1463040 w 2431390"/>
                <a:gd name="connsiteY4" fmla="*/ 2542092 h 2542092"/>
                <a:gd name="connsiteX5" fmla="*/ 447041 w 2431390"/>
                <a:gd name="connsiteY5" fmla="*/ 2251807 h 2542092"/>
                <a:gd name="connsiteX6" fmla="*/ 243841 w 2431390"/>
                <a:gd name="connsiteY6" fmla="*/ 1293863 h 2542092"/>
                <a:gd name="connsiteX7" fmla="*/ 751841 w 2431390"/>
                <a:gd name="connsiteY7" fmla="*/ 335920 h 2542092"/>
                <a:gd name="connsiteX0" fmla="*/ 751841 w 2431390"/>
                <a:gd name="connsiteY0" fmla="*/ 335920 h 2542092"/>
                <a:gd name="connsiteX1" fmla="*/ 1724298 w 2431390"/>
                <a:gd name="connsiteY1" fmla="*/ 219807 h 2542092"/>
                <a:gd name="connsiteX2" fmla="*/ 2304869 w 2431390"/>
                <a:gd name="connsiteY2" fmla="*/ 785863 h 2542092"/>
                <a:gd name="connsiteX3" fmla="*/ 2406468 w 2431390"/>
                <a:gd name="connsiteY3" fmla="*/ 1598664 h 2542092"/>
                <a:gd name="connsiteX4" fmla="*/ 1463040 w 2431390"/>
                <a:gd name="connsiteY4" fmla="*/ 2542092 h 2542092"/>
                <a:gd name="connsiteX5" fmla="*/ 447041 w 2431390"/>
                <a:gd name="connsiteY5" fmla="*/ 2251807 h 2542092"/>
                <a:gd name="connsiteX6" fmla="*/ 243841 w 2431390"/>
                <a:gd name="connsiteY6" fmla="*/ 1293863 h 2542092"/>
                <a:gd name="connsiteX7" fmla="*/ 751841 w 2431390"/>
                <a:gd name="connsiteY7" fmla="*/ 335920 h 2542092"/>
                <a:gd name="connsiteX0" fmla="*/ 751841 w 2431390"/>
                <a:gd name="connsiteY0" fmla="*/ 335920 h 2542092"/>
                <a:gd name="connsiteX1" fmla="*/ 1724298 w 2431390"/>
                <a:gd name="connsiteY1" fmla="*/ 219807 h 2542092"/>
                <a:gd name="connsiteX2" fmla="*/ 2304869 w 2431390"/>
                <a:gd name="connsiteY2" fmla="*/ 785863 h 2542092"/>
                <a:gd name="connsiteX3" fmla="*/ 2406468 w 2431390"/>
                <a:gd name="connsiteY3" fmla="*/ 1598664 h 2542092"/>
                <a:gd name="connsiteX4" fmla="*/ 1463040 w 2431390"/>
                <a:gd name="connsiteY4" fmla="*/ 2542092 h 2542092"/>
                <a:gd name="connsiteX5" fmla="*/ 447041 w 2431390"/>
                <a:gd name="connsiteY5" fmla="*/ 2251807 h 2542092"/>
                <a:gd name="connsiteX6" fmla="*/ 243841 w 2431390"/>
                <a:gd name="connsiteY6" fmla="*/ 1293863 h 2542092"/>
                <a:gd name="connsiteX7" fmla="*/ 751841 w 2431390"/>
                <a:gd name="connsiteY7" fmla="*/ 335920 h 2542092"/>
                <a:gd name="connsiteX0" fmla="*/ 751841 w 2643407"/>
                <a:gd name="connsiteY0" fmla="*/ 335920 h 2542092"/>
                <a:gd name="connsiteX1" fmla="*/ 1724298 w 2643407"/>
                <a:gd name="connsiteY1" fmla="*/ 219807 h 2542092"/>
                <a:gd name="connsiteX2" fmla="*/ 2304869 w 2643407"/>
                <a:gd name="connsiteY2" fmla="*/ 785863 h 2542092"/>
                <a:gd name="connsiteX3" fmla="*/ 2406468 w 2643407"/>
                <a:gd name="connsiteY3" fmla="*/ 1598664 h 2542092"/>
                <a:gd name="connsiteX4" fmla="*/ 1463040 w 2643407"/>
                <a:gd name="connsiteY4" fmla="*/ 2542092 h 2542092"/>
                <a:gd name="connsiteX5" fmla="*/ 447041 w 2643407"/>
                <a:gd name="connsiteY5" fmla="*/ 2251807 h 2542092"/>
                <a:gd name="connsiteX6" fmla="*/ 243841 w 2643407"/>
                <a:gd name="connsiteY6" fmla="*/ 1293863 h 2542092"/>
                <a:gd name="connsiteX7" fmla="*/ 751841 w 2643407"/>
                <a:gd name="connsiteY7" fmla="*/ 335920 h 2542092"/>
                <a:gd name="connsiteX0" fmla="*/ 751841 w 2643407"/>
                <a:gd name="connsiteY0" fmla="*/ 335920 h 2545648"/>
                <a:gd name="connsiteX1" fmla="*/ 1724298 w 2643407"/>
                <a:gd name="connsiteY1" fmla="*/ 219807 h 2545648"/>
                <a:gd name="connsiteX2" fmla="*/ 2304869 w 2643407"/>
                <a:gd name="connsiteY2" fmla="*/ 785863 h 2545648"/>
                <a:gd name="connsiteX3" fmla="*/ 2406468 w 2643407"/>
                <a:gd name="connsiteY3" fmla="*/ 1598664 h 2545648"/>
                <a:gd name="connsiteX4" fmla="*/ 1463040 w 2643407"/>
                <a:gd name="connsiteY4" fmla="*/ 2542092 h 2545648"/>
                <a:gd name="connsiteX5" fmla="*/ 447041 w 2643407"/>
                <a:gd name="connsiteY5" fmla="*/ 2251807 h 2545648"/>
                <a:gd name="connsiteX6" fmla="*/ 243841 w 2643407"/>
                <a:gd name="connsiteY6" fmla="*/ 1293863 h 2545648"/>
                <a:gd name="connsiteX7" fmla="*/ 751841 w 2643407"/>
                <a:gd name="connsiteY7" fmla="*/ 335920 h 2545648"/>
                <a:gd name="connsiteX0" fmla="*/ 751841 w 2643407"/>
                <a:gd name="connsiteY0" fmla="*/ 335920 h 2545880"/>
                <a:gd name="connsiteX1" fmla="*/ 1724298 w 2643407"/>
                <a:gd name="connsiteY1" fmla="*/ 219807 h 2545880"/>
                <a:gd name="connsiteX2" fmla="*/ 2304869 w 2643407"/>
                <a:gd name="connsiteY2" fmla="*/ 785863 h 2545880"/>
                <a:gd name="connsiteX3" fmla="*/ 2406468 w 2643407"/>
                <a:gd name="connsiteY3" fmla="*/ 1598664 h 2545880"/>
                <a:gd name="connsiteX4" fmla="*/ 1463040 w 2643407"/>
                <a:gd name="connsiteY4" fmla="*/ 2542092 h 2545880"/>
                <a:gd name="connsiteX5" fmla="*/ 447041 w 2643407"/>
                <a:gd name="connsiteY5" fmla="*/ 2251807 h 2545880"/>
                <a:gd name="connsiteX6" fmla="*/ 243841 w 2643407"/>
                <a:gd name="connsiteY6" fmla="*/ 1293863 h 2545880"/>
                <a:gd name="connsiteX7" fmla="*/ 751841 w 2643407"/>
                <a:gd name="connsiteY7" fmla="*/ 335920 h 2545880"/>
                <a:gd name="connsiteX0" fmla="*/ 751841 w 2643407"/>
                <a:gd name="connsiteY0" fmla="*/ 335920 h 2543048"/>
                <a:gd name="connsiteX1" fmla="*/ 1724298 w 2643407"/>
                <a:gd name="connsiteY1" fmla="*/ 219807 h 2543048"/>
                <a:gd name="connsiteX2" fmla="*/ 2304869 w 2643407"/>
                <a:gd name="connsiteY2" fmla="*/ 785863 h 2543048"/>
                <a:gd name="connsiteX3" fmla="*/ 2406468 w 2643407"/>
                <a:gd name="connsiteY3" fmla="*/ 1598664 h 2543048"/>
                <a:gd name="connsiteX4" fmla="*/ 1463040 w 2643407"/>
                <a:gd name="connsiteY4" fmla="*/ 2542092 h 2543048"/>
                <a:gd name="connsiteX5" fmla="*/ 447041 w 2643407"/>
                <a:gd name="connsiteY5" fmla="*/ 2251807 h 2543048"/>
                <a:gd name="connsiteX6" fmla="*/ 243841 w 2643407"/>
                <a:gd name="connsiteY6" fmla="*/ 1293863 h 2543048"/>
                <a:gd name="connsiteX7" fmla="*/ 751841 w 2643407"/>
                <a:gd name="connsiteY7" fmla="*/ 335920 h 2543048"/>
                <a:gd name="connsiteX0" fmla="*/ 751841 w 2643407"/>
                <a:gd name="connsiteY0" fmla="*/ 335920 h 2543015"/>
                <a:gd name="connsiteX1" fmla="*/ 1724298 w 2643407"/>
                <a:gd name="connsiteY1" fmla="*/ 219807 h 2543015"/>
                <a:gd name="connsiteX2" fmla="*/ 2304869 w 2643407"/>
                <a:gd name="connsiteY2" fmla="*/ 785863 h 2543015"/>
                <a:gd name="connsiteX3" fmla="*/ 2406468 w 2643407"/>
                <a:gd name="connsiteY3" fmla="*/ 1598664 h 2543015"/>
                <a:gd name="connsiteX4" fmla="*/ 1463040 w 2643407"/>
                <a:gd name="connsiteY4" fmla="*/ 2542092 h 2543015"/>
                <a:gd name="connsiteX5" fmla="*/ 447041 w 2643407"/>
                <a:gd name="connsiteY5" fmla="*/ 2251807 h 2543015"/>
                <a:gd name="connsiteX6" fmla="*/ 243841 w 2643407"/>
                <a:gd name="connsiteY6" fmla="*/ 1293863 h 2543015"/>
                <a:gd name="connsiteX7" fmla="*/ 751841 w 2643407"/>
                <a:gd name="connsiteY7" fmla="*/ 335920 h 2543015"/>
                <a:gd name="connsiteX0" fmla="*/ 751841 w 2643407"/>
                <a:gd name="connsiteY0" fmla="*/ 335920 h 2710275"/>
                <a:gd name="connsiteX1" fmla="*/ 1724298 w 2643407"/>
                <a:gd name="connsiteY1" fmla="*/ 219807 h 2710275"/>
                <a:gd name="connsiteX2" fmla="*/ 2304869 w 2643407"/>
                <a:gd name="connsiteY2" fmla="*/ 785863 h 2710275"/>
                <a:gd name="connsiteX3" fmla="*/ 2406468 w 2643407"/>
                <a:gd name="connsiteY3" fmla="*/ 1598664 h 2710275"/>
                <a:gd name="connsiteX4" fmla="*/ 1463040 w 2643407"/>
                <a:gd name="connsiteY4" fmla="*/ 2542092 h 2710275"/>
                <a:gd name="connsiteX5" fmla="*/ 447041 w 2643407"/>
                <a:gd name="connsiteY5" fmla="*/ 2251807 h 2710275"/>
                <a:gd name="connsiteX6" fmla="*/ 243841 w 2643407"/>
                <a:gd name="connsiteY6" fmla="*/ 1293863 h 2710275"/>
                <a:gd name="connsiteX7" fmla="*/ 751841 w 2643407"/>
                <a:gd name="connsiteY7" fmla="*/ 335920 h 2710275"/>
                <a:gd name="connsiteX0" fmla="*/ 751841 w 2643407"/>
                <a:gd name="connsiteY0" fmla="*/ 335920 h 2716951"/>
                <a:gd name="connsiteX1" fmla="*/ 1724298 w 2643407"/>
                <a:gd name="connsiteY1" fmla="*/ 219807 h 2716951"/>
                <a:gd name="connsiteX2" fmla="*/ 2304869 w 2643407"/>
                <a:gd name="connsiteY2" fmla="*/ 785863 h 2716951"/>
                <a:gd name="connsiteX3" fmla="*/ 2406468 w 2643407"/>
                <a:gd name="connsiteY3" fmla="*/ 1598664 h 2716951"/>
                <a:gd name="connsiteX4" fmla="*/ 1463040 w 2643407"/>
                <a:gd name="connsiteY4" fmla="*/ 2542092 h 2716951"/>
                <a:gd name="connsiteX5" fmla="*/ 447041 w 2643407"/>
                <a:gd name="connsiteY5" fmla="*/ 2251807 h 2716951"/>
                <a:gd name="connsiteX6" fmla="*/ 243841 w 2643407"/>
                <a:gd name="connsiteY6" fmla="*/ 1293863 h 2716951"/>
                <a:gd name="connsiteX7" fmla="*/ 751841 w 2643407"/>
                <a:gd name="connsiteY7" fmla="*/ 335920 h 2716951"/>
                <a:gd name="connsiteX0" fmla="*/ 751841 w 2448209"/>
                <a:gd name="connsiteY0" fmla="*/ 335920 h 2716951"/>
                <a:gd name="connsiteX1" fmla="*/ 1724298 w 2448209"/>
                <a:gd name="connsiteY1" fmla="*/ 219807 h 2716951"/>
                <a:gd name="connsiteX2" fmla="*/ 2406468 w 2448209"/>
                <a:gd name="connsiteY2" fmla="*/ 1598664 h 2716951"/>
                <a:gd name="connsiteX3" fmla="*/ 1463040 w 2448209"/>
                <a:gd name="connsiteY3" fmla="*/ 2542092 h 2716951"/>
                <a:gd name="connsiteX4" fmla="*/ 447041 w 2448209"/>
                <a:gd name="connsiteY4" fmla="*/ 2251807 h 2716951"/>
                <a:gd name="connsiteX5" fmla="*/ 243841 w 2448209"/>
                <a:gd name="connsiteY5" fmla="*/ 1293863 h 2716951"/>
                <a:gd name="connsiteX6" fmla="*/ 751841 w 2448209"/>
                <a:gd name="connsiteY6" fmla="*/ 335920 h 2716951"/>
                <a:gd name="connsiteX0" fmla="*/ 751841 w 2409721"/>
                <a:gd name="connsiteY0" fmla="*/ 335920 h 2716951"/>
                <a:gd name="connsiteX1" fmla="*/ 1724298 w 2409721"/>
                <a:gd name="connsiteY1" fmla="*/ 219807 h 2716951"/>
                <a:gd name="connsiteX2" fmla="*/ 2359350 w 2409721"/>
                <a:gd name="connsiteY2" fmla="*/ 1102852 h 2716951"/>
                <a:gd name="connsiteX3" fmla="*/ 1463040 w 2409721"/>
                <a:gd name="connsiteY3" fmla="*/ 2542092 h 2716951"/>
                <a:gd name="connsiteX4" fmla="*/ 447041 w 2409721"/>
                <a:gd name="connsiteY4" fmla="*/ 2251807 h 2716951"/>
                <a:gd name="connsiteX5" fmla="*/ 243841 w 2409721"/>
                <a:gd name="connsiteY5" fmla="*/ 1293863 h 2716951"/>
                <a:gd name="connsiteX6" fmla="*/ 751841 w 2409721"/>
                <a:gd name="connsiteY6" fmla="*/ 335920 h 2716951"/>
                <a:gd name="connsiteX0" fmla="*/ 751841 w 2409721"/>
                <a:gd name="connsiteY0" fmla="*/ 335920 h 2716951"/>
                <a:gd name="connsiteX1" fmla="*/ 1724298 w 2409721"/>
                <a:gd name="connsiteY1" fmla="*/ 219807 h 2716951"/>
                <a:gd name="connsiteX2" fmla="*/ 2359350 w 2409721"/>
                <a:gd name="connsiteY2" fmla="*/ 1102852 h 2716951"/>
                <a:gd name="connsiteX3" fmla="*/ 1463040 w 2409721"/>
                <a:gd name="connsiteY3" fmla="*/ 2542092 h 2716951"/>
                <a:gd name="connsiteX4" fmla="*/ 447041 w 2409721"/>
                <a:gd name="connsiteY4" fmla="*/ 2251807 h 2716951"/>
                <a:gd name="connsiteX5" fmla="*/ 243841 w 2409721"/>
                <a:gd name="connsiteY5" fmla="*/ 1293863 h 2716951"/>
                <a:gd name="connsiteX6" fmla="*/ 751841 w 2409721"/>
                <a:gd name="connsiteY6" fmla="*/ 335920 h 2716951"/>
                <a:gd name="connsiteX0" fmla="*/ 751841 w 2409721"/>
                <a:gd name="connsiteY0" fmla="*/ 335920 h 2716951"/>
                <a:gd name="connsiteX1" fmla="*/ 1724298 w 2409721"/>
                <a:gd name="connsiteY1" fmla="*/ 219807 h 2716951"/>
                <a:gd name="connsiteX2" fmla="*/ 2359350 w 2409721"/>
                <a:gd name="connsiteY2" fmla="*/ 1102852 h 2716951"/>
                <a:gd name="connsiteX3" fmla="*/ 1463040 w 2409721"/>
                <a:gd name="connsiteY3" fmla="*/ 2542092 h 2716951"/>
                <a:gd name="connsiteX4" fmla="*/ 447041 w 2409721"/>
                <a:gd name="connsiteY4" fmla="*/ 2251807 h 2716951"/>
                <a:gd name="connsiteX5" fmla="*/ 243841 w 2409721"/>
                <a:gd name="connsiteY5" fmla="*/ 1293863 h 2716951"/>
                <a:gd name="connsiteX6" fmla="*/ 751841 w 2409721"/>
                <a:gd name="connsiteY6" fmla="*/ 335920 h 2716951"/>
                <a:gd name="connsiteX0" fmla="*/ 832304 w 2490184"/>
                <a:gd name="connsiteY0" fmla="*/ 335920 h 2716951"/>
                <a:gd name="connsiteX1" fmla="*/ 1804761 w 2490184"/>
                <a:gd name="connsiteY1" fmla="*/ 219807 h 2716951"/>
                <a:gd name="connsiteX2" fmla="*/ 2439813 w 2490184"/>
                <a:gd name="connsiteY2" fmla="*/ 1102852 h 2716951"/>
                <a:gd name="connsiteX3" fmla="*/ 1543503 w 2490184"/>
                <a:gd name="connsiteY3" fmla="*/ 2542092 h 2716951"/>
                <a:gd name="connsiteX4" fmla="*/ 527504 w 2490184"/>
                <a:gd name="connsiteY4" fmla="*/ 2251807 h 2716951"/>
                <a:gd name="connsiteX5" fmla="*/ 228109 w 2490184"/>
                <a:gd name="connsiteY5" fmla="*/ 1316113 h 2716951"/>
                <a:gd name="connsiteX6" fmla="*/ 832304 w 2490184"/>
                <a:gd name="connsiteY6" fmla="*/ 335920 h 2716951"/>
                <a:gd name="connsiteX0" fmla="*/ 832304 w 2481016"/>
                <a:gd name="connsiteY0" fmla="*/ 335920 h 2674099"/>
                <a:gd name="connsiteX1" fmla="*/ 1804761 w 2481016"/>
                <a:gd name="connsiteY1" fmla="*/ 219807 h 2674099"/>
                <a:gd name="connsiteX2" fmla="*/ 2439813 w 2481016"/>
                <a:gd name="connsiteY2" fmla="*/ 1102852 h 2674099"/>
                <a:gd name="connsiteX3" fmla="*/ 1493114 w 2481016"/>
                <a:gd name="connsiteY3" fmla="*/ 2411868 h 2674099"/>
                <a:gd name="connsiteX4" fmla="*/ 527504 w 2481016"/>
                <a:gd name="connsiteY4" fmla="*/ 2251807 h 2674099"/>
                <a:gd name="connsiteX5" fmla="*/ 228109 w 2481016"/>
                <a:gd name="connsiteY5" fmla="*/ 1316113 h 2674099"/>
                <a:gd name="connsiteX6" fmla="*/ 832304 w 2481016"/>
                <a:gd name="connsiteY6" fmla="*/ 335920 h 2674099"/>
                <a:gd name="connsiteX0" fmla="*/ 832304 w 2479178"/>
                <a:gd name="connsiteY0" fmla="*/ 335920 h 2674099"/>
                <a:gd name="connsiteX1" fmla="*/ 1804761 w 2479178"/>
                <a:gd name="connsiteY1" fmla="*/ 219807 h 2674099"/>
                <a:gd name="connsiteX2" fmla="*/ 2439813 w 2479178"/>
                <a:gd name="connsiteY2" fmla="*/ 1102852 h 2674099"/>
                <a:gd name="connsiteX3" fmla="*/ 2213297 w 2479178"/>
                <a:gd name="connsiteY3" fmla="*/ 1838534 h 2674099"/>
                <a:gd name="connsiteX4" fmla="*/ 1493114 w 2479178"/>
                <a:gd name="connsiteY4" fmla="*/ 2411868 h 2674099"/>
                <a:gd name="connsiteX5" fmla="*/ 527504 w 2479178"/>
                <a:gd name="connsiteY5" fmla="*/ 2251807 h 2674099"/>
                <a:gd name="connsiteX6" fmla="*/ 228109 w 2479178"/>
                <a:gd name="connsiteY6" fmla="*/ 1316113 h 2674099"/>
                <a:gd name="connsiteX7" fmla="*/ 832304 w 2479178"/>
                <a:gd name="connsiteY7" fmla="*/ 335920 h 2674099"/>
                <a:gd name="connsiteX0" fmla="*/ 832304 w 2479178"/>
                <a:gd name="connsiteY0" fmla="*/ 335920 h 2674099"/>
                <a:gd name="connsiteX1" fmla="*/ 1804761 w 2479178"/>
                <a:gd name="connsiteY1" fmla="*/ 219807 h 2674099"/>
                <a:gd name="connsiteX2" fmla="*/ 2439813 w 2479178"/>
                <a:gd name="connsiteY2" fmla="*/ 1102852 h 2674099"/>
                <a:gd name="connsiteX3" fmla="*/ 2213297 w 2479178"/>
                <a:gd name="connsiteY3" fmla="*/ 1838534 h 2674099"/>
                <a:gd name="connsiteX4" fmla="*/ 1493114 w 2479178"/>
                <a:gd name="connsiteY4" fmla="*/ 2411868 h 2674099"/>
                <a:gd name="connsiteX5" fmla="*/ 527504 w 2479178"/>
                <a:gd name="connsiteY5" fmla="*/ 2251807 h 2674099"/>
                <a:gd name="connsiteX6" fmla="*/ 228109 w 2479178"/>
                <a:gd name="connsiteY6" fmla="*/ 1316113 h 2674099"/>
                <a:gd name="connsiteX7" fmla="*/ 832304 w 2479178"/>
                <a:gd name="connsiteY7" fmla="*/ 335920 h 2674099"/>
                <a:gd name="connsiteX0" fmla="*/ 832304 w 2488072"/>
                <a:gd name="connsiteY0" fmla="*/ 335920 h 2674099"/>
                <a:gd name="connsiteX1" fmla="*/ 1804761 w 2488072"/>
                <a:gd name="connsiteY1" fmla="*/ 219807 h 2674099"/>
                <a:gd name="connsiteX2" fmla="*/ 2439813 w 2488072"/>
                <a:gd name="connsiteY2" fmla="*/ 1102852 h 2674099"/>
                <a:gd name="connsiteX3" fmla="*/ 2213297 w 2488072"/>
                <a:gd name="connsiteY3" fmla="*/ 1838534 h 2674099"/>
                <a:gd name="connsiteX4" fmla="*/ 1493114 w 2488072"/>
                <a:gd name="connsiteY4" fmla="*/ 2411868 h 2674099"/>
                <a:gd name="connsiteX5" fmla="*/ 527504 w 2488072"/>
                <a:gd name="connsiteY5" fmla="*/ 2251807 h 2674099"/>
                <a:gd name="connsiteX6" fmla="*/ 228109 w 2488072"/>
                <a:gd name="connsiteY6" fmla="*/ 1316113 h 2674099"/>
                <a:gd name="connsiteX7" fmla="*/ 832304 w 2488072"/>
                <a:gd name="connsiteY7" fmla="*/ 335920 h 2674099"/>
                <a:gd name="connsiteX0" fmla="*/ 832304 w 2502160"/>
                <a:gd name="connsiteY0" fmla="*/ 335920 h 2674099"/>
                <a:gd name="connsiteX1" fmla="*/ 1804761 w 2502160"/>
                <a:gd name="connsiteY1" fmla="*/ 219807 h 2674099"/>
                <a:gd name="connsiteX2" fmla="*/ 2439813 w 2502160"/>
                <a:gd name="connsiteY2" fmla="*/ 1102852 h 2674099"/>
                <a:gd name="connsiteX3" fmla="*/ 2213297 w 2502160"/>
                <a:gd name="connsiteY3" fmla="*/ 1838534 h 2674099"/>
                <a:gd name="connsiteX4" fmla="*/ 1493114 w 2502160"/>
                <a:gd name="connsiteY4" fmla="*/ 2411868 h 2674099"/>
                <a:gd name="connsiteX5" fmla="*/ 527504 w 2502160"/>
                <a:gd name="connsiteY5" fmla="*/ 2251807 h 2674099"/>
                <a:gd name="connsiteX6" fmla="*/ 228109 w 2502160"/>
                <a:gd name="connsiteY6" fmla="*/ 1316113 h 2674099"/>
                <a:gd name="connsiteX7" fmla="*/ 832304 w 2502160"/>
                <a:gd name="connsiteY7" fmla="*/ 335920 h 2674099"/>
                <a:gd name="connsiteX0" fmla="*/ 832304 w 2502160"/>
                <a:gd name="connsiteY0" fmla="*/ 335920 h 2674099"/>
                <a:gd name="connsiteX1" fmla="*/ 1804761 w 2502160"/>
                <a:gd name="connsiteY1" fmla="*/ 219807 h 2674099"/>
                <a:gd name="connsiteX2" fmla="*/ 2439813 w 2502160"/>
                <a:gd name="connsiteY2" fmla="*/ 1102852 h 2674099"/>
                <a:gd name="connsiteX3" fmla="*/ 2213297 w 2502160"/>
                <a:gd name="connsiteY3" fmla="*/ 1838534 h 2674099"/>
                <a:gd name="connsiteX4" fmla="*/ 1493114 w 2502160"/>
                <a:gd name="connsiteY4" fmla="*/ 2411868 h 2674099"/>
                <a:gd name="connsiteX5" fmla="*/ 527504 w 2502160"/>
                <a:gd name="connsiteY5" fmla="*/ 2251807 h 2674099"/>
                <a:gd name="connsiteX6" fmla="*/ 228109 w 2502160"/>
                <a:gd name="connsiteY6" fmla="*/ 1316113 h 2674099"/>
                <a:gd name="connsiteX7" fmla="*/ 832304 w 2502160"/>
                <a:gd name="connsiteY7" fmla="*/ 335920 h 2674099"/>
                <a:gd name="connsiteX0" fmla="*/ 832304 w 2502160"/>
                <a:gd name="connsiteY0" fmla="*/ 335920 h 2674099"/>
                <a:gd name="connsiteX1" fmla="*/ 1804761 w 2502160"/>
                <a:gd name="connsiteY1" fmla="*/ 219807 h 2674099"/>
                <a:gd name="connsiteX2" fmla="*/ 2439813 w 2502160"/>
                <a:gd name="connsiteY2" fmla="*/ 1102852 h 2674099"/>
                <a:gd name="connsiteX3" fmla="*/ 2213297 w 2502160"/>
                <a:gd name="connsiteY3" fmla="*/ 1838534 h 2674099"/>
                <a:gd name="connsiteX4" fmla="*/ 1493114 w 2502160"/>
                <a:gd name="connsiteY4" fmla="*/ 2411868 h 2674099"/>
                <a:gd name="connsiteX5" fmla="*/ 527504 w 2502160"/>
                <a:gd name="connsiteY5" fmla="*/ 2251807 h 2674099"/>
                <a:gd name="connsiteX6" fmla="*/ 228109 w 2502160"/>
                <a:gd name="connsiteY6" fmla="*/ 1316113 h 2674099"/>
                <a:gd name="connsiteX7" fmla="*/ 832304 w 2502160"/>
                <a:gd name="connsiteY7" fmla="*/ 335920 h 2674099"/>
                <a:gd name="connsiteX0" fmla="*/ 874110 w 2543966"/>
                <a:gd name="connsiteY0" fmla="*/ 335920 h 2537724"/>
                <a:gd name="connsiteX1" fmla="*/ 1846567 w 2543966"/>
                <a:gd name="connsiteY1" fmla="*/ 219807 h 2537724"/>
                <a:gd name="connsiteX2" fmla="*/ 2481619 w 2543966"/>
                <a:gd name="connsiteY2" fmla="*/ 1102852 h 2537724"/>
                <a:gd name="connsiteX3" fmla="*/ 2255103 w 2543966"/>
                <a:gd name="connsiteY3" fmla="*/ 1838534 h 2537724"/>
                <a:gd name="connsiteX4" fmla="*/ 1534920 w 2543966"/>
                <a:gd name="connsiteY4" fmla="*/ 2411868 h 2537724"/>
                <a:gd name="connsiteX5" fmla="*/ 338309 w 2543966"/>
                <a:gd name="connsiteY5" fmla="*/ 2041747 h 2537724"/>
                <a:gd name="connsiteX6" fmla="*/ 269915 w 2543966"/>
                <a:gd name="connsiteY6" fmla="*/ 1316113 h 2537724"/>
                <a:gd name="connsiteX7" fmla="*/ 874110 w 2543966"/>
                <a:gd name="connsiteY7" fmla="*/ 335920 h 2537724"/>
                <a:gd name="connsiteX0" fmla="*/ 900004 w 2569860"/>
                <a:gd name="connsiteY0" fmla="*/ 335920 h 2537724"/>
                <a:gd name="connsiteX1" fmla="*/ 1872461 w 2569860"/>
                <a:gd name="connsiteY1" fmla="*/ 219807 h 2537724"/>
                <a:gd name="connsiteX2" fmla="*/ 2507513 w 2569860"/>
                <a:gd name="connsiteY2" fmla="*/ 1102852 h 2537724"/>
                <a:gd name="connsiteX3" fmla="*/ 2280997 w 2569860"/>
                <a:gd name="connsiteY3" fmla="*/ 1838534 h 2537724"/>
                <a:gd name="connsiteX4" fmla="*/ 1560814 w 2569860"/>
                <a:gd name="connsiteY4" fmla="*/ 2411868 h 2537724"/>
                <a:gd name="connsiteX5" fmla="*/ 364203 w 2569860"/>
                <a:gd name="connsiteY5" fmla="*/ 2041747 h 2537724"/>
                <a:gd name="connsiteX6" fmla="*/ 263088 w 2569860"/>
                <a:gd name="connsiteY6" fmla="*/ 999386 h 2537724"/>
                <a:gd name="connsiteX7" fmla="*/ 900004 w 2569860"/>
                <a:gd name="connsiteY7" fmla="*/ 335920 h 2537724"/>
                <a:gd name="connsiteX0" fmla="*/ 900004 w 2569860"/>
                <a:gd name="connsiteY0" fmla="*/ 335920 h 2537724"/>
                <a:gd name="connsiteX1" fmla="*/ 1872461 w 2569860"/>
                <a:gd name="connsiteY1" fmla="*/ 219807 h 2537724"/>
                <a:gd name="connsiteX2" fmla="*/ 2507513 w 2569860"/>
                <a:gd name="connsiteY2" fmla="*/ 1102852 h 2537724"/>
                <a:gd name="connsiteX3" fmla="*/ 2280997 w 2569860"/>
                <a:gd name="connsiteY3" fmla="*/ 1838534 h 2537724"/>
                <a:gd name="connsiteX4" fmla="*/ 1560814 w 2569860"/>
                <a:gd name="connsiteY4" fmla="*/ 2411868 h 2537724"/>
                <a:gd name="connsiteX5" fmla="*/ 364203 w 2569860"/>
                <a:gd name="connsiteY5" fmla="*/ 2041747 h 2537724"/>
                <a:gd name="connsiteX6" fmla="*/ 263088 w 2569860"/>
                <a:gd name="connsiteY6" fmla="*/ 999386 h 2537724"/>
                <a:gd name="connsiteX7" fmla="*/ 900004 w 2569860"/>
                <a:gd name="connsiteY7" fmla="*/ 335920 h 2537724"/>
                <a:gd name="connsiteX0" fmla="*/ 900004 w 2569860"/>
                <a:gd name="connsiteY0" fmla="*/ 335920 h 2661561"/>
                <a:gd name="connsiteX1" fmla="*/ 1872461 w 2569860"/>
                <a:gd name="connsiteY1" fmla="*/ 219807 h 2661561"/>
                <a:gd name="connsiteX2" fmla="*/ 2507513 w 2569860"/>
                <a:gd name="connsiteY2" fmla="*/ 1102852 h 2661561"/>
                <a:gd name="connsiteX3" fmla="*/ 2280997 w 2569860"/>
                <a:gd name="connsiteY3" fmla="*/ 1838534 h 2661561"/>
                <a:gd name="connsiteX4" fmla="*/ 1560814 w 2569860"/>
                <a:gd name="connsiteY4" fmla="*/ 2411868 h 2661561"/>
                <a:gd name="connsiteX5" fmla="*/ 364203 w 2569860"/>
                <a:gd name="connsiteY5" fmla="*/ 2041747 h 2661561"/>
                <a:gd name="connsiteX6" fmla="*/ 263088 w 2569860"/>
                <a:gd name="connsiteY6" fmla="*/ 999386 h 2661561"/>
                <a:gd name="connsiteX7" fmla="*/ 900004 w 2569860"/>
                <a:gd name="connsiteY7" fmla="*/ 335920 h 2661561"/>
                <a:gd name="connsiteX0" fmla="*/ 900004 w 2569860"/>
                <a:gd name="connsiteY0" fmla="*/ 335920 h 2661561"/>
                <a:gd name="connsiteX1" fmla="*/ 1872461 w 2569860"/>
                <a:gd name="connsiteY1" fmla="*/ 219807 h 2661561"/>
                <a:gd name="connsiteX2" fmla="*/ 2507513 w 2569860"/>
                <a:gd name="connsiteY2" fmla="*/ 1102852 h 2661561"/>
                <a:gd name="connsiteX3" fmla="*/ 2280997 w 2569860"/>
                <a:gd name="connsiteY3" fmla="*/ 1838534 h 2661561"/>
                <a:gd name="connsiteX4" fmla="*/ 1560814 w 2569860"/>
                <a:gd name="connsiteY4" fmla="*/ 2411868 h 2661561"/>
                <a:gd name="connsiteX5" fmla="*/ 364203 w 2569860"/>
                <a:gd name="connsiteY5" fmla="*/ 2041747 h 2661561"/>
                <a:gd name="connsiteX6" fmla="*/ 263088 w 2569860"/>
                <a:gd name="connsiteY6" fmla="*/ 999386 h 2661561"/>
                <a:gd name="connsiteX7" fmla="*/ 900004 w 2569860"/>
                <a:gd name="connsiteY7" fmla="*/ 335920 h 2661561"/>
                <a:gd name="connsiteX0" fmla="*/ 900004 w 2569860"/>
                <a:gd name="connsiteY0" fmla="*/ 335920 h 2638009"/>
                <a:gd name="connsiteX1" fmla="*/ 1872461 w 2569860"/>
                <a:gd name="connsiteY1" fmla="*/ 219807 h 2638009"/>
                <a:gd name="connsiteX2" fmla="*/ 2507513 w 2569860"/>
                <a:gd name="connsiteY2" fmla="*/ 1102852 h 2638009"/>
                <a:gd name="connsiteX3" fmla="*/ 2280997 w 2569860"/>
                <a:gd name="connsiteY3" fmla="*/ 1838534 h 2638009"/>
                <a:gd name="connsiteX4" fmla="*/ 1638251 w 2569860"/>
                <a:gd name="connsiteY4" fmla="*/ 2366932 h 2638009"/>
                <a:gd name="connsiteX5" fmla="*/ 364203 w 2569860"/>
                <a:gd name="connsiteY5" fmla="*/ 2041747 h 2638009"/>
                <a:gd name="connsiteX6" fmla="*/ 263088 w 2569860"/>
                <a:gd name="connsiteY6" fmla="*/ 999386 h 2638009"/>
                <a:gd name="connsiteX7" fmla="*/ 900004 w 2569860"/>
                <a:gd name="connsiteY7" fmla="*/ 335920 h 2638009"/>
                <a:gd name="connsiteX0" fmla="*/ 900004 w 2569860"/>
                <a:gd name="connsiteY0" fmla="*/ 335920 h 2638009"/>
                <a:gd name="connsiteX1" fmla="*/ 1872461 w 2569860"/>
                <a:gd name="connsiteY1" fmla="*/ 219807 h 2638009"/>
                <a:gd name="connsiteX2" fmla="*/ 2507513 w 2569860"/>
                <a:gd name="connsiteY2" fmla="*/ 1102852 h 2638009"/>
                <a:gd name="connsiteX3" fmla="*/ 2280997 w 2569860"/>
                <a:gd name="connsiteY3" fmla="*/ 1838534 h 2638009"/>
                <a:gd name="connsiteX4" fmla="*/ 1638251 w 2569860"/>
                <a:gd name="connsiteY4" fmla="*/ 2366932 h 2638009"/>
                <a:gd name="connsiteX5" fmla="*/ 364203 w 2569860"/>
                <a:gd name="connsiteY5" fmla="*/ 2041747 h 2638009"/>
                <a:gd name="connsiteX6" fmla="*/ 263088 w 2569860"/>
                <a:gd name="connsiteY6" fmla="*/ 999386 h 2638009"/>
                <a:gd name="connsiteX7" fmla="*/ 900004 w 2569860"/>
                <a:gd name="connsiteY7" fmla="*/ 335920 h 2638009"/>
                <a:gd name="connsiteX0" fmla="*/ 900004 w 2776297"/>
                <a:gd name="connsiteY0" fmla="*/ 335920 h 2638009"/>
                <a:gd name="connsiteX1" fmla="*/ 1872461 w 2776297"/>
                <a:gd name="connsiteY1" fmla="*/ 219807 h 2638009"/>
                <a:gd name="connsiteX2" fmla="*/ 2746891 w 2776297"/>
                <a:gd name="connsiteY2" fmla="*/ 893446 h 2638009"/>
                <a:gd name="connsiteX3" fmla="*/ 2280997 w 2776297"/>
                <a:gd name="connsiteY3" fmla="*/ 1838534 h 2638009"/>
                <a:gd name="connsiteX4" fmla="*/ 1638251 w 2776297"/>
                <a:gd name="connsiteY4" fmla="*/ 2366932 h 2638009"/>
                <a:gd name="connsiteX5" fmla="*/ 364203 w 2776297"/>
                <a:gd name="connsiteY5" fmla="*/ 2041747 h 2638009"/>
                <a:gd name="connsiteX6" fmla="*/ 263088 w 2776297"/>
                <a:gd name="connsiteY6" fmla="*/ 999386 h 2638009"/>
                <a:gd name="connsiteX7" fmla="*/ 900004 w 2776297"/>
                <a:gd name="connsiteY7" fmla="*/ 335920 h 2638009"/>
                <a:gd name="connsiteX0" fmla="*/ 900004 w 2776635"/>
                <a:gd name="connsiteY0" fmla="*/ 335920 h 2638009"/>
                <a:gd name="connsiteX1" fmla="*/ 1872461 w 2776635"/>
                <a:gd name="connsiteY1" fmla="*/ 219807 h 2638009"/>
                <a:gd name="connsiteX2" fmla="*/ 2746891 w 2776635"/>
                <a:gd name="connsiteY2" fmla="*/ 893446 h 2638009"/>
                <a:gd name="connsiteX3" fmla="*/ 2280997 w 2776635"/>
                <a:gd name="connsiteY3" fmla="*/ 1838534 h 2638009"/>
                <a:gd name="connsiteX4" fmla="*/ 1638251 w 2776635"/>
                <a:gd name="connsiteY4" fmla="*/ 2366932 h 2638009"/>
                <a:gd name="connsiteX5" fmla="*/ 364203 w 2776635"/>
                <a:gd name="connsiteY5" fmla="*/ 2041747 h 2638009"/>
                <a:gd name="connsiteX6" fmla="*/ 263088 w 2776635"/>
                <a:gd name="connsiteY6" fmla="*/ 999386 h 2638009"/>
                <a:gd name="connsiteX7" fmla="*/ 900004 w 2776635"/>
                <a:gd name="connsiteY7" fmla="*/ 335920 h 2638009"/>
                <a:gd name="connsiteX0" fmla="*/ 711538 w 2776635"/>
                <a:gd name="connsiteY0" fmla="*/ 440502 h 2540905"/>
                <a:gd name="connsiteX1" fmla="*/ 1872461 w 2776635"/>
                <a:gd name="connsiteY1" fmla="*/ 122703 h 2540905"/>
                <a:gd name="connsiteX2" fmla="*/ 2746891 w 2776635"/>
                <a:gd name="connsiteY2" fmla="*/ 796342 h 2540905"/>
                <a:gd name="connsiteX3" fmla="*/ 2280997 w 2776635"/>
                <a:gd name="connsiteY3" fmla="*/ 1741430 h 2540905"/>
                <a:gd name="connsiteX4" fmla="*/ 1638251 w 2776635"/>
                <a:gd name="connsiteY4" fmla="*/ 2269828 h 2540905"/>
                <a:gd name="connsiteX5" fmla="*/ 364203 w 2776635"/>
                <a:gd name="connsiteY5" fmla="*/ 1944643 h 2540905"/>
                <a:gd name="connsiteX6" fmla="*/ 263088 w 2776635"/>
                <a:gd name="connsiteY6" fmla="*/ 902282 h 2540905"/>
                <a:gd name="connsiteX7" fmla="*/ 711538 w 2776635"/>
                <a:gd name="connsiteY7" fmla="*/ 440502 h 2540905"/>
                <a:gd name="connsiteX0" fmla="*/ 711538 w 2776635"/>
                <a:gd name="connsiteY0" fmla="*/ 537650 h 2638053"/>
                <a:gd name="connsiteX1" fmla="*/ 1872461 w 2776635"/>
                <a:gd name="connsiteY1" fmla="*/ 219851 h 2638053"/>
                <a:gd name="connsiteX2" fmla="*/ 2746891 w 2776635"/>
                <a:gd name="connsiteY2" fmla="*/ 893490 h 2638053"/>
                <a:gd name="connsiteX3" fmla="*/ 2280997 w 2776635"/>
                <a:gd name="connsiteY3" fmla="*/ 1838578 h 2638053"/>
                <a:gd name="connsiteX4" fmla="*/ 1638251 w 2776635"/>
                <a:gd name="connsiteY4" fmla="*/ 2366976 h 2638053"/>
                <a:gd name="connsiteX5" fmla="*/ 364203 w 2776635"/>
                <a:gd name="connsiteY5" fmla="*/ 2041791 h 2638053"/>
                <a:gd name="connsiteX6" fmla="*/ 263088 w 2776635"/>
                <a:gd name="connsiteY6" fmla="*/ 999430 h 2638053"/>
                <a:gd name="connsiteX7" fmla="*/ 711538 w 2776635"/>
                <a:gd name="connsiteY7" fmla="*/ 537650 h 2638053"/>
                <a:gd name="connsiteX0" fmla="*/ 914631 w 2979728"/>
                <a:gd name="connsiteY0" fmla="*/ 537650 h 2638053"/>
                <a:gd name="connsiteX1" fmla="*/ 2075554 w 2979728"/>
                <a:gd name="connsiteY1" fmla="*/ 219851 h 2638053"/>
                <a:gd name="connsiteX2" fmla="*/ 2949984 w 2979728"/>
                <a:gd name="connsiteY2" fmla="*/ 893490 h 2638053"/>
                <a:gd name="connsiteX3" fmla="*/ 2484090 w 2979728"/>
                <a:gd name="connsiteY3" fmla="*/ 1838578 h 2638053"/>
                <a:gd name="connsiteX4" fmla="*/ 1841344 w 2979728"/>
                <a:gd name="connsiteY4" fmla="*/ 2366976 h 2638053"/>
                <a:gd name="connsiteX5" fmla="*/ 567296 w 2979728"/>
                <a:gd name="connsiteY5" fmla="*/ 2041791 h 2638053"/>
                <a:gd name="connsiteX6" fmla="*/ 221176 w 2979728"/>
                <a:gd name="connsiteY6" fmla="*/ 1202032 h 2638053"/>
                <a:gd name="connsiteX7" fmla="*/ 914631 w 2979728"/>
                <a:gd name="connsiteY7" fmla="*/ 537650 h 2638053"/>
                <a:gd name="connsiteX0" fmla="*/ 914631 w 2979728"/>
                <a:gd name="connsiteY0" fmla="*/ 537650 h 2638053"/>
                <a:gd name="connsiteX1" fmla="*/ 2075554 w 2979728"/>
                <a:gd name="connsiteY1" fmla="*/ 219851 h 2638053"/>
                <a:gd name="connsiteX2" fmla="*/ 2949984 w 2979728"/>
                <a:gd name="connsiteY2" fmla="*/ 893490 h 2638053"/>
                <a:gd name="connsiteX3" fmla="*/ 2484090 w 2979728"/>
                <a:gd name="connsiteY3" fmla="*/ 1838578 h 2638053"/>
                <a:gd name="connsiteX4" fmla="*/ 1841344 w 2979728"/>
                <a:gd name="connsiteY4" fmla="*/ 2366976 h 2638053"/>
                <a:gd name="connsiteX5" fmla="*/ 567296 w 2979728"/>
                <a:gd name="connsiteY5" fmla="*/ 2041791 h 2638053"/>
                <a:gd name="connsiteX6" fmla="*/ 221176 w 2979728"/>
                <a:gd name="connsiteY6" fmla="*/ 1202032 h 2638053"/>
                <a:gd name="connsiteX7" fmla="*/ 914631 w 2979728"/>
                <a:gd name="connsiteY7" fmla="*/ 537650 h 2638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979728" h="2638053">
                  <a:moveTo>
                    <a:pt x="914631" y="537650"/>
                  </a:moveTo>
                  <a:cubicBezTo>
                    <a:pt x="1325181" y="-307362"/>
                    <a:pt x="1915897" y="55355"/>
                    <a:pt x="2075554" y="219851"/>
                  </a:cubicBezTo>
                  <a:cubicBezTo>
                    <a:pt x="2362448" y="180460"/>
                    <a:pt x="3140765" y="-54593"/>
                    <a:pt x="2949984" y="893490"/>
                  </a:cubicBezTo>
                  <a:cubicBezTo>
                    <a:pt x="3055810" y="1151171"/>
                    <a:pt x="2815505" y="1553223"/>
                    <a:pt x="2484090" y="1838578"/>
                  </a:cubicBezTo>
                  <a:cubicBezTo>
                    <a:pt x="2467656" y="2551034"/>
                    <a:pt x="2189714" y="2414254"/>
                    <a:pt x="1841344" y="2366976"/>
                  </a:cubicBezTo>
                  <a:cubicBezTo>
                    <a:pt x="1536124" y="2634014"/>
                    <a:pt x="860242" y="2931033"/>
                    <a:pt x="567296" y="2041791"/>
                  </a:cubicBezTo>
                  <a:cubicBezTo>
                    <a:pt x="630191" y="1838591"/>
                    <a:pt x="-451319" y="2113892"/>
                    <a:pt x="221176" y="1202032"/>
                  </a:cubicBezTo>
                  <a:cubicBezTo>
                    <a:pt x="297691" y="603588"/>
                    <a:pt x="447882" y="594116"/>
                    <a:pt x="914631" y="537650"/>
                  </a:cubicBezTo>
                  <a:close/>
                </a:path>
              </a:pathLst>
            </a:custGeom>
            <a:solidFill>
              <a:srgbClr val="309302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1">
              <a:extLst>
                <a:ext uri="{FF2B5EF4-FFF2-40B4-BE49-F238E27FC236}">
                  <a16:creationId xmlns:a16="http://schemas.microsoft.com/office/drawing/2014/main" id="{7D682F86-1D8A-23F9-4DB4-A9CBBD7DC90B}"/>
                </a:ext>
              </a:extLst>
            </p:cNvPr>
            <p:cNvSpPr/>
            <p:nvPr/>
          </p:nvSpPr>
          <p:spPr>
            <a:xfrm>
              <a:off x="3738331" y="3627034"/>
              <a:ext cx="2180504" cy="2723667"/>
            </a:xfrm>
            <a:custGeom>
              <a:avLst/>
              <a:gdLst>
                <a:gd name="connsiteX0" fmla="*/ 0 w 1029884"/>
                <a:gd name="connsiteY0" fmla="*/ 0 h 1495425"/>
                <a:gd name="connsiteX1" fmla="*/ 1029884 w 1029884"/>
                <a:gd name="connsiteY1" fmla="*/ 0 h 1495425"/>
                <a:gd name="connsiteX2" fmla="*/ 1029884 w 1029884"/>
                <a:gd name="connsiteY2" fmla="*/ 1495425 h 1495425"/>
                <a:gd name="connsiteX3" fmla="*/ 0 w 1029884"/>
                <a:gd name="connsiteY3" fmla="*/ 1495425 h 1495425"/>
                <a:gd name="connsiteX4" fmla="*/ 0 w 1029884"/>
                <a:gd name="connsiteY4" fmla="*/ 0 h 1495425"/>
                <a:gd name="connsiteX0" fmla="*/ 0 w 1029884"/>
                <a:gd name="connsiteY0" fmla="*/ 0 h 1495425"/>
                <a:gd name="connsiteX1" fmla="*/ 1029884 w 1029884"/>
                <a:gd name="connsiteY1" fmla="*/ 0 h 1495425"/>
                <a:gd name="connsiteX2" fmla="*/ 1029884 w 1029884"/>
                <a:gd name="connsiteY2" fmla="*/ 1495425 h 1495425"/>
                <a:gd name="connsiteX3" fmla="*/ 76200 w 1029884"/>
                <a:gd name="connsiteY3" fmla="*/ 1438275 h 1495425"/>
                <a:gd name="connsiteX4" fmla="*/ 0 w 1029884"/>
                <a:gd name="connsiteY4" fmla="*/ 0 h 1495425"/>
                <a:gd name="connsiteX0" fmla="*/ 0 w 1029884"/>
                <a:gd name="connsiteY0" fmla="*/ 0 h 1555994"/>
                <a:gd name="connsiteX1" fmla="*/ 1029884 w 1029884"/>
                <a:gd name="connsiteY1" fmla="*/ 0 h 1555994"/>
                <a:gd name="connsiteX2" fmla="*/ 1029884 w 1029884"/>
                <a:gd name="connsiteY2" fmla="*/ 1495425 h 1555994"/>
                <a:gd name="connsiteX3" fmla="*/ 76200 w 1029884"/>
                <a:gd name="connsiteY3" fmla="*/ 1438275 h 1555994"/>
                <a:gd name="connsiteX4" fmla="*/ 0 w 1029884"/>
                <a:gd name="connsiteY4" fmla="*/ 0 h 1555994"/>
                <a:gd name="connsiteX0" fmla="*/ 0 w 1029884"/>
                <a:gd name="connsiteY0" fmla="*/ 0 h 1592092"/>
                <a:gd name="connsiteX1" fmla="*/ 1029884 w 1029884"/>
                <a:gd name="connsiteY1" fmla="*/ 0 h 1592092"/>
                <a:gd name="connsiteX2" fmla="*/ 1029884 w 1029884"/>
                <a:gd name="connsiteY2" fmla="*/ 1495425 h 1592092"/>
                <a:gd name="connsiteX3" fmla="*/ 76200 w 1029884"/>
                <a:gd name="connsiteY3" fmla="*/ 1438275 h 1592092"/>
                <a:gd name="connsiteX4" fmla="*/ 0 w 1029884"/>
                <a:gd name="connsiteY4" fmla="*/ 0 h 1592092"/>
                <a:gd name="connsiteX0" fmla="*/ 0 w 1029884"/>
                <a:gd name="connsiteY0" fmla="*/ 0 h 1575735"/>
                <a:gd name="connsiteX1" fmla="*/ 1029884 w 1029884"/>
                <a:gd name="connsiteY1" fmla="*/ 0 h 1575735"/>
                <a:gd name="connsiteX2" fmla="*/ 1029884 w 1029884"/>
                <a:gd name="connsiteY2" fmla="*/ 1457325 h 1575735"/>
                <a:gd name="connsiteX3" fmla="*/ 76200 w 1029884"/>
                <a:gd name="connsiteY3" fmla="*/ 1438275 h 1575735"/>
                <a:gd name="connsiteX4" fmla="*/ 0 w 1029884"/>
                <a:gd name="connsiteY4" fmla="*/ 0 h 1575735"/>
                <a:gd name="connsiteX0" fmla="*/ 0 w 1029884"/>
                <a:gd name="connsiteY0" fmla="*/ 0 h 1588201"/>
                <a:gd name="connsiteX1" fmla="*/ 1029884 w 1029884"/>
                <a:gd name="connsiteY1" fmla="*/ 0 h 1588201"/>
                <a:gd name="connsiteX2" fmla="*/ 1029884 w 1029884"/>
                <a:gd name="connsiteY2" fmla="*/ 1457325 h 1588201"/>
                <a:gd name="connsiteX3" fmla="*/ 76200 w 1029884"/>
                <a:gd name="connsiteY3" fmla="*/ 1438275 h 1588201"/>
                <a:gd name="connsiteX4" fmla="*/ 0 w 1029884"/>
                <a:gd name="connsiteY4" fmla="*/ 0 h 1588201"/>
                <a:gd name="connsiteX0" fmla="*/ 0 w 1700444"/>
                <a:gd name="connsiteY0" fmla="*/ 0 h 1992061"/>
                <a:gd name="connsiteX1" fmla="*/ 1700444 w 1700444"/>
                <a:gd name="connsiteY1" fmla="*/ 403860 h 1992061"/>
                <a:gd name="connsiteX2" fmla="*/ 1700444 w 1700444"/>
                <a:gd name="connsiteY2" fmla="*/ 1861185 h 1992061"/>
                <a:gd name="connsiteX3" fmla="*/ 746760 w 1700444"/>
                <a:gd name="connsiteY3" fmla="*/ 1842135 h 1992061"/>
                <a:gd name="connsiteX4" fmla="*/ 0 w 1700444"/>
                <a:gd name="connsiteY4" fmla="*/ 0 h 1992061"/>
                <a:gd name="connsiteX0" fmla="*/ 0 w 1700444"/>
                <a:gd name="connsiteY0" fmla="*/ 0 h 1992061"/>
                <a:gd name="connsiteX1" fmla="*/ 1700444 w 1700444"/>
                <a:gd name="connsiteY1" fmla="*/ 403860 h 1992061"/>
                <a:gd name="connsiteX2" fmla="*/ 1700444 w 1700444"/>
                <a:gd name="connsiteY2" fmla="*/ 1861185 h 1992061"/>
                <a:gd name="connsiteX3" fmla="*/ 746760 w 1700444"/>
                <a:gd name="connsiteY3" fmla="*/ 1842135 h 1992061"/>
                <a:gd name="connsiteX4" fmla="*/ 0 w 1700444"/>
                <a:gd name="connsiteY4" fmla="*/ 0 h 1992061"/>
                <a:gd name="connsiteX0" fmla="*/ 0 w 1852844"/>
                <a:gd name="connsiteY0" fmla="*/ 0 h 2014921"/>
                <a:gd name="connsiteX1" fmla="*/ 1852844 w 1852844"/>
                <a:gd name="connsiteY1" fmla="*/ 426720 h 2014921"/>
                <a:gd name="connsiteX2" fmla="*/ 1852844 w 1852844"/>
                <a:gd name="connsiteY2" fmla="*/ 1884045 h 2014921"/>
                <a:gd name="connsiteX3" fmla="*/ 899160 w 1852844"/>
                <a:gd name="connsiteY3" fmla="*/ 1864995 h 2014921"/>
                <a:gd name="connsiteX4" fmla="*/ 0 w 1852844"/>
                <a:gd name="connsiteY4" fmla="*/ 0 h 2014921"/>
                <a:gd name="connsiteX0" fmla="*/ 0 w 1852844"/>
                <a:gd name="connsiteY0" fmla="*/ 0 h 2014921"/>
                <a:gd name="connsiteX1" fmla="*/ 1852844 w 1852844"/>
                <a:gd name="connsiteY1" fmla="*/ 426720 h 2014921"/>
                <a:gd name="connsiteX2" fmla="*/ 1852844 w 1852844"/>
                <a:gd name="connsiteY2" fmla="*/ 1884045 h 2014921"/>
                <a:gd name="connsiteX3" fmla="*/ 899160 w 1852844"/>
                <a:gd name="connsiteY3" fmla="*/ 1864995 h 2014921"/>
                <a:gd name="connsiteX4" fmla="*/ 0 w 1852844"/>
                <a:gd name="connsiteY4" fmla="*/ 0 h 2014921"/>
                <a:gd name="connsiteX0" fmla="*/ 0 w 1982384"/>
                <a:gd name="connsiteY0" fmla="*/ 0 h 2014921"/>
                <a:gd name="connsiteX1" fmla="*/ 1982384 w 1982384"/>
                <a:gd name="connsiteY1" fmla="*/ 182880 h 2014921"/>
                <a:gd name="connsiteX2" fmla="*/ 1852844 w 1982384"/>
                <a:gd name="connsiteY2" fmla="*/ 1884045 h 2014921"/>
                <a:gd name="connsiteX3" fmla="*/ 899160 w 1982384"/>
                <a:gd name="connsiteY3" fmla="*/ 1864995 h 2014921"/>
                <a:gd name="connsiteX4" fmla="*/ 0 w 1982384"/>
                <a:gd name="connsiteY4" fmla="*/ 0 h 2014921"/>
                <a:gd name="connsiteX0" fmla="*/ 0 w 1982384"/>
                <a:gd name="connsiteY0" fmla="*/ 0 h 2014921"/>
                <a:gd name="connsiteX1" fmla="*/ 1982384 w 1982384"/>
                <a:gd name="connsiteY1" fmla="*/ 182880 h 2014921"/>
                <a:gd name="connsiteX2" fmla="*/ 1852844 w 1982384"/>
                <a:gd name="connsiteY2" fmla="*/ 1884045 h 2014921"/>
                <a:gd name="connsiteX3" fmla="*/ 899160 w 1982384"/>
                <a:gd name="connsiteY3" fmla="*/ 1864995 h 2014921"/>
                <a:gd name="connsiteX4" fmla="*/ 0 w 1982384"/>
                <a:gd name="connsiteY4" fmla="*/ 0 h 2014921"/>
                <a:gd name="connsiteX0" fmla="*/ 0 w 1982384"/>
                <a:gd name="connsiteY0" fmla="*/ 382744 h 2397665"/>
                <a:gd name="connsiteX1" fmla="*/ 368849 w 1982384"/>
                <a:gd name="connsiteY1" fmla="*/ 1744 h 2397665"/>
                <a:gd name="connsiteX2" fmla="*/ 1982384 w 1982384"/>
                <a:gd name="connsiteY2" fmla="*/ 565624 h 2397665"/>
                <a:gd name="connsiteX3" fmla="*/ 1852844 w 1982384"/>
                <a:gd name="connsiteY3" fmla="*/ 2266789 h 2397665"/>
                <a:gd name="connsiteX4" fmla="*/ 899160 w 1982384"/>
                <a:gd name="connsiteY4" fmla="*/ 2247739 h 2397665"/>
                <a:gd name="connsiteX5" fmla="*/ 0 w 1982384"/>
                <a:gd name="connsiteY5" fmla="*/ 382744 h 2397665"/>
                <a:gd name="connsiteX0" fmla="*/ 0 w 1982384"/>
                <a:gd name="connsiteY0" fmla="*/ 382744 h 2397665"/>
                <a:gd name="connsiteX1" fmla="*/ 368849 w 1982384"/>
                <a:gd name="connsiteY1" fmla="*/ 1744 h 2397665"/>
                <a:gd name="connsiteX2" fmla="*/ 940349 w 1982384"/>
                <a:gd name="connsiteY2" fmla="*/ 740884 h 2397665"/>
                <a:gd name="connsiteX3" fmla="*/ 1982384 w 1982384"/>
                <a:gd name="connsiteY3" fmla="*/ 565624 h 2397665"/>
                <a:gd name="connsiteX4" fmla="*/ 1852844 w 1982384"/>
                <a:gd name="connsiteY4" fmla="*/ 2266789 h 2397665"/>
                <a:gd name="connsiteX5" fmla="*/ 899160 w 1982384"/>
                <a:gd name="connsiteY5" fmla="*/ 2247739 h 2397665"/>
                <a:gd name="connsiteX6" fmla="*/ 0 w 1982384"/>
                <a:gd name="connsiteY6" fmla="*/ 382744 h 2397665"/>
                <a:gd name="connsiteX0" fmla="*/ 0 w 1982384"/>
                <a:gd name="connsiteY0" fmla="*/ 655320 h 2670241"/>
                <a:gd name="connsiteX1" fmla="*/ 368849 w 1982384"/>
                <a:gd name="connsiteY1" fmla="*/ 274320 h 2670241"/>
                <a:gd name="connsiteX2" fmla="*/ 940349 w 1982384"/>
                <a:gd name="connsiteY2" fmla="*/ 1013460 h 2670241"/>
                <a:gd name="connsiteX3" fmla="*/ 787949 w 1982384"/>
                <a:gd name="connsiteY3" fmla="*/ 0 h 2670241"/>
                <a:gd name="connsiteX4" fmla="*/ 1982384 w 1982384"/>
                <a:gd name="connsiteY4" fmla="*/ 838200 h 2670241"/>
                <a:gd name="connsiteX5" fmla="*/ 1852844 w 1982384"/>
                <a:gd name="connsiteY5" fmla="*/ 2539365 h 2670241"/>
                <a:gd name="connsiteX6" fmla="*/ 899160 w 1982384"/>
                <a:gd name="connsiteY6" fmla="*/ 2520315 h 2670241"/>
                <a:gd name="connsiteX7" fmla="*/ 0 w 1982384"/>
                <a:gd name="connsiteY7" fmla="*/ 655320 h 2670241"/>
                <a:gd name="connsiteX0" fmla="*/ 0 w 1982384"/>
                <a:gd name="connsiteY0" fmla="*/ 708746 h 2723667"/>
                <a:gd name="connsiteX1" fmla="*/ 368849 w 1982384"/>
                <a:gd name="connsiteY1" fmla="*/ 327746 h 2723667"/>
                <a:gd name="connsiteX2" fmla="*/ 940349 w 1982384"/>
                <a:gd name="connsiteY2" fmla="*/ 1066886 h 2723667"/>
                <a:gd name="connsiteX3" fmla="*/ 787949 w 1982384"/>
                <a:gd name="connsiteY3" fmla="*/ 53426 h 2723667"/>
                <a:gd name="connsiteX4" fmla="*/ 1222289 w 1982384"/>
                <a:gd name="connsiteY4" fmla="*/ 30566 h 2723667"/>
                <a:gd name="connsiteX5" fmla="*/ 1982384 w 1982384"/>
                <a:gd name="connsiteY5" fmla="*/ 891626 h 2723667"/>
                <a:gd name="connsiteX6" fmla="*/ 1852844 w 1982384"/>
                <a:gd name="connsiteY6" fmla="*/ 2592791 h 2723667"/>
                <a:gd name="connsiteX7" fmla="*/ 899160 w 1982384"/>
                <a:gd name="connsiteY7" fmla="*/ 2573741 h 2723667"/>
                <a:gd name="connsiteX8" fmla="*/ 0 w 1982384"/>
                <a:gd name="connsiteY8" fmla="*/ 708746 h 2723667"/>
                <a:gd name="connsiteX0" fmla="*/ 0 w 1982384"/>
                <a:gd name="connsiteY0" fmla="*/ 708746 h 2723667"/>
                <a:gd name="connsiteX1" fmla="*/ 368849 w 1982384"/>
                <a:gd name="connsiteY1" fmla="*/ 327746 h 2723667"/>
                <a:gd name="connsiteX2" fmla="*/ 940349 w 1982384"/>
                <a:gd name="connsiteY2" fmla="*/ 1066886 h 2723667"/>
                <a:gd name="connsiteX3" fmla="*/ 787949 w 1982384"/>
                <a:gd name="connsiteY3" fmla="*/ 53426 h 2723667"/>
                <a:gd name="connsiteX4" fmla="*/ 1222289 w 1982384"/>
                <a:gd name="connsiteY4" fmla="*/ 30566 h 2723667"/>
                <a:gd name="connsiteX5" fmla="*/ 1450889 w 1982384"/>
                <a:gd name="connsiteY5" fmla="*/ 1112606 h 2723667"/>
                <a:gd name="connsiteX6" fmla="*/ 1982384 w 1982384"/>
                <a:gd name="connsiteY6" fmla="*/ 891626 h 2723667"/>
                <a:gd name="connsiteX7" fmla="*/ 1852844 w 1982384"/>
                <a:gd name="connsiteY7" fmla="*/ 2592791 h 2723667"/>
                <a:gd name="connsiteX8" fmla="*/ 899160 w 1982384"/>
                <a:gd name="connsiteY8" fmla="*/ 2573741 h 2723667"/>
                <a:gd name="connsiteX9" fmla="*/ 0 w 1982384"/>
                <a:gd name="connsiteY9" fmla="*/ 708746 h 2723667"/>
                <a:gd name="connsiteX0" fmla="*/ 0 w 1982384"/>
                <a:gd name="connsiteY0" fmla="*/ 708746 h 2723667"/>
                <a:gd name="connsiteX1" fmla="*/ 368849 w 1982384"/>
                <a:gd name="connsiteY1" fmla="*/ 327746 h 2723667"/>
                <a:gd name="connsiteX2" fmla="*/ 940349 w 1982384"/>
                <a:gd name="connsiteY2" fmla="*/ 1066886 h 2723667"/>
                <a:gd name="connsiteX3" fmla="*/ 787949 w 1982384"/>
                <a:gd name="connsiteY3" fmla="*/ 53426 h 2723667"/>
                <a:gd name="connsiteX4" fmla="*/ 1222289 w 1982384"/>
                <a:gd name="connsiteY4" fmla="*/ 30566 h 2723667"/>
                <a:gd name="connsiteX5" fmla="*/ 1450889 w 1982384"/>
                <a:gd name="connsiteY5" fmla="*/ 1112606 h 2723667"/>
                <a:gd name="connsiteX6" fmla="*/ 1786169 w 1982384"/>
                <a:gd name="connsiteY6" fmla="*/ 182966 h 2723667"/>
                <a:gd name="connsiteX7" fmla="*/ 1982384 w 1982384"/>
                <a:gd name="connsiteY7" fmla="*/ 891626 h 2723667"/>
                <a:gd name="connsiteX8" fmla="*/ 1852844 w 1982384"/>
                <a:gd name="connsiteY8" fmla="*/ 2592791 h 2723667"/>
                <a:gd name="connsiteX9" fmla="*/ 899160 w 1982384"/>
                <a:gd name="connsiteY9" fmla="*/ 2573741 h 2723667"/>
                <a:gd name="connsiteX10" fmla="*/ 0 w 1982384"/>
                <a:gd name="connsiteY10" fmla="*/ 708746 h 2723667"/>
                <a:gd name="connsiteX0" fmla="*/ 0 w 2180504"/>
                <a:gd name="connsiteY0" fmla="*/ 708746 h 2723667"/>
                <a:gd name="connsiteX1" fmla="*/ 368849 w 2180504"/>
                <a:gd name="connsiteY1" fmla="*/ 327746 h 2723667"/>
                <a:gd name="connsiteX2" fmla="*/ 940349 w 2180504"/>
                <a:gd name="connsiteY2" fmla="*/ 1066886 h 2723667"/>
                <a:gd name="connsiteX3" fmla="*/ 787949 w 2180504"/>
                <a:gd name="connsiteY3" fmla="*/ 53426 h 2723667"/>
                <a:gd name="connsiteX4" fmla="*/ 1222289 w 2180504"/>
                <a:gd name="connsiteY4" fmla="*/ 30566 h 2723667"/>
                <a:gd name="connsiteX5" fmla="*/ 1450889 w 2180504"/>
                <a:gd name="connsiteY5" fmla="*/ 1112606 h 2723667"/>
                <a:gd name="connsiteX6" fmla="*/ 1786169 w 2180504"/>
                <a:gd name="connsiteY6" fmla="*/ 182966 h 2723667"/>
                <a:gd name="connsiteX7" fmla="*/ 2180504 w 2180504"/>
                <a:gd name="connsiteY7" fmla="*/ 282026 h 2723667"/>
                <a:gd name="connsiteX8" fmla="*/ 1852844 w 2180504"/>
                <a:gd name="connsiteY8" fmla="*/ 2592791 h 2723667"/>
                <a:gd name="connsiteX9" fmla="*/ 899160 w 2180504"/>
                <a:gd name="connsiteY9" fmla="*/ 2573741 h 2723667"/>
                <a:gd name="connsiteX10" fmla="*/ 0 w 2180504"/>
                <a:gd name="connsiteY10" fmla="*/ 708746 h 2723667"/>
                <a:gd name="connsiteX0" fmla="*/ 0 w 2180504"/>
                <a:gd name="connsiteY0" fmla="*/ 708746 h 2723667"/>
                <a:gd name="connsiteX1" fmla="*/ 368849 w 2180504"/>
                <a:gd name="connsiteY1" fmla="*/ 327746 h 2723667"/>
                <a:gd name="connsiteX2" fmla="*/ 940349 w 2180504"/>
                <a:gd name="connsiteY2" fmla="*/ 1066886 h 2723667"/>
                <a:gd name="connsiteX3" fmla="*/ 787949 w 2180504"/>
                <a:gd name="connsiteY3" fmla="*/ 53426 h 2723667"/>
                <a:gd name="connsiteX4" fmla="*/ 1222289 w 2180504"/>
                <a:gd name="connsiteY4" fmla="*/ 30566 h 2723667"/>
                <a:gd name="connsiteX5" fmla="*/ 1450889 w 2180504"/>
                <a:gd name="connsiteY5" fmla="*/ 1112606 h 2723667"/>
                <a:gd name="connsiteX6" fmla="*/ 1786169 w 2180504"/>
                <a:gd name="connsiteY6" fmla="*/ 182966 h 2723667"/>
                <a:gd name="connsiteX7" fmla="*/ 2180504 w 2180504"/>
                <a:gd name="connsiteY7" fmla="*/ 282026 h 2723667"/>
                <a:gd name="connsiteX8" fmla="*/ 1852844 w 2180504"/>
                <a:gd name="connsiteY8" fmla="*/ 2592791 h 2723667"/>
                <a:gd name="connsiteX9" fmla="*/ 899160 w 2180504"/>
                <a:gd name="connsiteY9" fmla="*/ 2573741 h 2723667"/>
                <a:gd name="connsiteX10" fmla="*/ 0 w 2180504"/>
                <a:gd name="connsiteY10" fmla="*/ 708746 h 2723667"/>
                <a:gd name="connsiteX0" fmla="*/ 0 w 2180504"/>
                <a:gd name="connsiteY0" fmla="*/ 708746 h 2723667"/>
                <a:gd name="connsiteX1" fmla="*/ 368849 w 2180504"/>
                <a:gd name="connsiteY1" fmla="*/ 327746 h 2723667"/>
                <a:gd name="connsiteX2" fmla="*/ 940349 w 2180504"/>
                <a:gd name="connsiteY2" fmla="*/ 1066886 h 2723667"/>
                <a:gd name="connsiteX3" fmla="*/ 787949 w 2180504"/>
                <a:gd name="connsiteY3" fmla="*/ 53426 h 2723667"/>
                <a:gd name="connsiteX4" fmla="*/ 1222289 w 2180504"/>
                <a:gd name="connsiteY4" fmla="*/ 30566 h 2723667"/>
                <a:gd name="connsiteX5" fmla="*/ 1450889 w 2180504"/>
                <a:gd name="connsiteY5" fmla="*/ 1112606 h 2723667"/>
                <a:gd name="connsiteX6" fmla="*/ 1786169 w 2180504"/>
                <a:gd name="connsiteY6" fmla="*/ 182966 h 2723667"/>
                <a:gd name="connsiteX7" fmla="*/ 2180504 w 2180504"/>
                <a:gd name="connsiteY7" fmla="*/ 282026 h 2723667"/>
                <a:gd name="connsiteX8" fmla="*/ 1852844 w 2180504"/>
                <a:gd name="connsiteY8" fmla="*/ 2592791 h 2723667"/>
                <a:gd name="connsiteX9" fmla="*/ 899160 w 2180504"/>
                <a:gd name="connsiteY9" fmla="*/ 2573741 h 2723667"/>
                <a:gd name="connsiteX10" fmla="*/ 0 w 2180504"/>
                <a:gd name="connsiteY10" fmla="*/ 708746 h 2723667"/>
                <a:gd name="connsiteX0" fmla="*/ 0 w 2180504"/>
                <a:gd name="connsiteY0" fmla="*/ 708746 h 2723667"/>
                <a:gd name="connsiteX1" fmla="*/ 368849 w 2180504"/>
                <a:gd name="connsiteY1" fmla="*/ 327746 h 2723667"/>
                <a:gd name="connsiteX2" fmla="*/ 940349 w 2180504"/>
                <a:gd name="connsiteY2" fmla="*/ 1066886 h 2723667"/>
                <a:gd name="connsiteX3" fmla="*/ 787949 w 2180504"/>
                <a:gd name="connsiteY3" fmla="*/ 53426 h 2723667"/>
                <a:gd name="connsiteX4" fmla="*/ 1222289 w 2180504"/>
                <a:gd name="connsiteY4" fmla="*/ 30566 h 2723667"/>
                <a:gd name="connsiteX5" fmla="*/ 1450889 w 2180504"/>
                <a:gd name="connsiteY5" fmla="*/ 1112606 h 2723667"/>
                <a:gd name="connsiteX6" fmla="*/ 1786169 w 2180504"/>
                <a:gd name="connsiteY6" fmla="*/ 182966 h 2723667"/>
                <a:gd name="connsiteX7" fmla="*/ 2180504 w 2180504"/>
                <a:gd name="connsiteY7" fmla="*/ 282026 h 2723667"/>
                <a:gd name="connsiteX8" fmla="*/ 1852844 w 2180504"/>
                <a:gd name="connsiteY8" fmla="*/ 2592791 h 2723667"/>
                <a:gd name="connsiteX9" fmla="*/ 899160 w 2180504"/>
                <a:gd name="connsiteY9" fmla="*/ 2573741 h 2723667"/>
                <a:gd name="connsiteX10" fmla="*/ 0 w 2180504"/>
                <a:gd name="connsiteY10" fmla="*/ 708746 h 2723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80504" h="2723667">
                  <a:moveTo>
                    <a:pt x="0" y="708746"/>
                  </a:moveTo>
                  <a:cubicBezTo>
                    <a:pt x="343930" y="741766"/>
                    <a:pt x="24919" y="294726"/>
                    <a:pt x="368849" y="327746"/>
                  </a:cubicBezTo>
                  <a:cubicBezTo>
                    <a:pt x="437429" y="350606"/>
                    <a:pt x="871769" y="1044026"/>
                    <a:pt x="940349" y="1066886"/>
                  </a:cubicBezTo>
                  <a:cubicBezTo>
                    <a:pt x="998769" y="1054186"/>
                    <a:pt x="729529" y="66126"/>
                    <a:pt x="787949" y="53426"/>
                  </a:cubicBezTo>
                  <a:cubicBezTo>
                    <a:pt x="955589" y="167726"/>
                    <a:pt x="1054649" y="-83734"/>
                    <a:pt x="1222289" y="30566"/>
                  </a:cubicBezTo>
                  <a:cubicBezTo>
                    <a:pt x="1275629" y="94066"/>
                    <a:pt x="1397549" y="1049106"/>
                    <a:pt x="1450889" y="1112606"/>
                  </a:cubicBezTo>
                  <a:cubicBezTo>
                    <a:pt x="1549949" y="1071966"/>
                    <a:pt x="1687109" y="223606"/>
                    <a:pt x="1786169" y="182966"/>
                  </a:cubicBezTo>
                  <a:cubicBezTo>
                    <a:pt x="1917614" y="215986"/>
                    <a:pt x="2003339" y="149946"/>
                    <a:pt x="2180504" y="282026"/>
                  </a:cubicBezTo>
                  <a:cubicBezTo>
                    <a:pt x="1817284" y="1268181"/>
                    <a:pt x="1896024" y="2025736"/>
                    <a:pt x="1852844" y="2592791"/>
                  </a:cubicBezTo>
                  <a:cubicBezTo>
                    <a:pt x="1611149" y="2726141"/>
                    <a:pt x="1074180" y="2811866"/>
                    <a:pt x="899160" y="2573741"/>
                  </a:cubicBezTo>
                  <a:cubicBezTo>
                    <a:pt x="772160" y="2058756"/>
                    <a:pt x="1170940" y="1642831"/>
                    <a:pt x="0" y="708746"/>
                  </a:cubicBezTo>
                  <a:close/>
                </a:path>
              </a:pathLst>
            </a:custGeom>
            <a:solidFill>
              <a:srgbClr val="A1EF27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2">
              <a:extLst>
                <a:ext uri="{FF2B5EF4-FFF2-40B4-BE49-F238E27FC236}">
                  <a16:creationId xmlns:a16="http://schemas.microsoft.com/office/drawing/2014/main" id="{A7E4367C-DE6E-5934-D1CE-C893EAB1DA4C}"/>
                </a:ext>
              </a:extLst>
            </p:cNvPr>
            <p:cNvSpPr/>
            <p:nvPr/>
          </p:nvSpPr>
          <p:spPr>
            <a:xfrm rot="2375296">
              <a:off x="2715263" y="2678477"/>
              <a:ext cx="2217407" cy="2276210"/>
            </a:xfrm>
            <a:custGeom>
              <a:avLst/>
              <a:gdLst>
                <a:gd name="connsiteX0" fmla="*/ 0 w 1001485"/>
                <a:gd name="connsiteY0" fmla="*/ 0 h 638629"/>
                <a:gd name="connsiteX1" fmla="*/ 1001485 w 1001485"/>
                <a:gd name="connsiteY1" fmla="*/ 0 h 638629"/>
                <a:gd name="connsiteX2" fmla="*/ 1001485 w 1001485"/>
                <a:gd name="connsiteY2" fmla="*/ 638629 h 638629"/>
                <a:gd name="connsiteX3" fmla="*/ 0 w 1001485"/>
                <a:gd name="connsiteY3" fmla="*/ 638629 h 638629"/>
                <a:gd name="connsiteX4" fmla="*/ 0 w 1001485"/>
                <a:gd name="connsiteY4" fmla="*/ 0 h 638629"/>
                <a:gd name="connsiteX0" fmla="*/ 246743 w 1248228"/>
                <a:gd name="connsiteY0" fmla="*/ 0 h 914401"/>
                <a:gd name="connsiteX1" fmla="*/ 1248228 w 1248228"/>
                <a:gd name="connsiteY1" fmla="*/ 0 h 914401"/>
                <a:gd name="connsiteX2" fmla="*/ 1248228 w 1248228"/>
                <a:gd name="connsiteY2" fmla="*/ 638629 h 914401"/>
                <a:gd name="connsiteX3" fmla="*/ 0 w 1248228"/>
                <a:gd name="connsiteY3" fmla="*/ 914401 h 914401"/>
                <a:gd name="connsiteX4" fmla="*/ 246743 w 1248228"/>
                <a:gd name="connsiteY4" fmla="*/ 0 h 914401"/>
                <a:gd name="connsiteX0" fmla="*/ 457977 w 1459462"/>
                <a:gd name="connsiteY0" fmla="*/ 43543 h 957944"/>
                <a:gd name="connsiteX1" fmla="*/ 1459462 w 1459462"/>
                <a:gd name="connsiteY1" fmla="*/ 43543 h 957944"/>
                <a:gd name="connsiteX2" fmla="*/ 1459462 w 1459462"/>
                <a:gd name="connsiteY2" fmla="*/ 682172 h 957944"/>
                <a:gd name="connsiteX3" fmla="*/ 211234 w 1459462"/>
                <a:gd name="connsiteY3" fmla="*/ 957944 h 957944"/>
                <a:gd name="connsiteX4" fmla="*/ 8034 w 1459462"/>
                <a:gd name="connsiteY4" fmla="*/ 0 h 957944"/>
                <a:gd name="connsiteX5" fmla="*/ 457977 w 1459462"/>
                <a:gd name="connsiteY5" fmla="*/ 43543 h 957944"/>
                <a:gd name="connsiteX0" fmla="*/ 516034 w 1459462"/>
                <a:gd name="connsiteY0" fmla="*/ 0 h 1915887"/>
                <a:gd name="connsiteX1" fmla="*/ 1459462 w 1459462"/>
                <a:gd name="connsiteY1" fmla="*/ 1001486 h 1915887"/>
                <a:gd name="connsiteX2" fmla="*/ 1459462 w 1459462"/>
                <a:gd name="connsiteY2" fmla="*/ 1640115 h 1915887"/>
                <a:gd name="connsiteX3" fmla="*/ 211234 w 1459462"/>
                <a:gd name="connsiteY3" fmla="*/ 1915887 h 1915887"/>
                <a:gd name="connsiteX4" fmla="*/ 8034 w 1459462"/>
                <a:gd name="connsiteY4" fmla="*/ 957943 h 1915887"/>
                <a:gd name="connsiteX5" fmla="*/ 516034 w 1459462"/>
                <a:gd name="connsiteY5" fmla="*/ 0 h 1915887"/>
                <a:gd name="connsiteX0" fmla="*/ 516034 w 1488491"/>
                <a:gd name="connsiteY0" fmla="*/ 153248 h 2069135"/>
                <a:gd name="connsiteX1" fmla="*/ 1488491 w 1488491"/>
                <a:gd name="connsiteY1" fmla="*/ 37135 h 2069135"/>
                <a:gd name="connsiteX2" fmla="*/ 1459462 w 1488491"/>
                <a:gd name="connsiteY2" fmla="*/ 1154734 h 2069135"/>
                <a:gd name="connsiteX3" fmla="*/ 1459462 w 1488491"/>
                <a:gd name="connsiteY3" fmla="*/ 1793363 h 2069135"/>
                <a:gd name="connsiteX4" fmla="*/ 211234 w 1488491"/>
                <a:gd name="connsiteY4" fmla="*/ 2069135 h 2069135"/>
                <a:gd name="connsiteX5" fmla="*/ 8034 w 1488491"/>
                <a:gd name="connsiteY5" fmla="*/ 1111191 h 2069135"/>
                <a:gd name="connsiteX6" fmla="*/ 516034 w 1488491"/>
                <a:gd name="connsiteY6" fmla="*/ 153248 h 2069135"/>
                <a:gd name="connsiteX0" fmla="*/ 516034 w 2069062"/>
                <a:gd name="connsiteY0" fmla="*/ 153248 h 2069135"/>
                <a:gd name="connsiteX1" fmla="*/ 1488491 w 2069062"/>
                <a:gd name="connsiteY1" fmla="*/ 37135 h 2069135"/>
                <a:gd name="connsiteX2" fmla="*/ 2069062 w 2069062"/>
                <a:gd name="connsiteY2" fmla="*/ 603191 h 2069135"/>
                <a:gd name="connsiteX3" fmla="*/ 1459462 w 2069062"/>
                <a:gd name="connsiteY3" fmla="*/ 1793363 h 2069135"/>
                <a:gd name="connsiteX4" fmla="*/ 211234 w 2069062"/>
                <a:gd name="connsiteY4" fmla="*/ 2069135 h 2069135"/>
                <a:gd name="connsiteX5" fmla="*/ 8034 w 2069062"/>
                <a:gd name="connsiteY5" fmla="*/ 1111191 h 2069135"/>
                <a:gd name="connsiteX6" fmla="*/ 516034 w 2069062"/>
                <a:gd name="connsiteY6" fmla="*/ 153248 h 2069135"/>
                <a:gd name="connsiteX0" fmla="*/ 516034 w 2195583"/>
                <a:gd name="connsiteY0" fmla="*/ 153248 h 2069135"/>
                <a:gd name="connsiteX1" fmla="*/ 1488491 w 2195583"/>
                <a:gd name="connsiteY1" fmla="*/ 37135 h 2069135"/>
                <a:gd name="connsiteX2" fmla="*/ 2069062 w 2195583"/>
                <a:gd name="connsiteY2" fmla="*/ 603191 h 2069135"/>
                <a:gd name="connsiteX3" fmla="*/ 2170661 w 2195583"/>
                <a:gd name="connsiteY3" fmla="*/ 1415992 h 2069135"/>
                <a:gd name="connsiteX4" fmla="*/ 1459462 w 2195583"/>
                <a:gd name="connsiteY4" fmla="*/ 1793363 h 2069135"/>
                <a:gd name="connsiteX5" fmla="*/ 211234 w 2195583"/>
                <a:gd name="connsiteY5" fmla="*/ 2069135 h 2069135"/>
                <a:gd name="connsiteX6" fmla="*/ 8034 w 2195583"/>
                <a:gd name="connsiteY6" fmla="*/ 1111191 h 2069135"/>
                <a:gd name="connsiteX7" fmla="*/ 516034 w 2195583"/>
                <a:gd name="connsiteY7" fmla="*/ 153248 h 2069135"/>
                <a:gd name="connsiteX0" fmla="*/ 516034 w 2195583"/>
                <a:gd name="connsiteY0" fmla="*/ 153248 h 2359420"/>
                <a:gd name="connsiteX1" fmla="*/ 1488491 w 2195583"/>
                <a:gd name="connsiteY1" fmla="*/ 37135 h 2359420"/>
                <a:gd name="connsiteX2" fmla="*/ 2069062 w 2195583"/>
                <a:gd name="connsiteY2" fmla="*/ 603191 h 2359420"/>
                <a:gd name="connsiteX3" fmla="*/ 2170661 w 2195583"/>
                <a:gd name="connsiteY3" fmla="*/ 1415992 h 2359420"/>
                <a:gd name="connsiteX4" fmla="*/ 1227233 w 2195583"/>
                <a:gd name="connsiteY4" fmla="*/ 2359420 h 2359420"/>
                <a:gd name="connsiteX5" fmla="*/ 211234 w 2195583"/>
                <a:gd name="connsiteY5" fmla="*/ 2069135 h 2359420"/>
                <a:gd name="connsiteX6" fmla="*/ 8034 w 2195583"/>
                <a:gd name="connsiteY6" fmla="*/ 1111191 h 2359420"/>
                <a:gd name="connsiteX7" fmla="*/ 516034 w 2195583"/>
                <a:gd name="connsiteY7" fmla="*/ 153248 h 2359420"/>
                <a:gd name="connsiteX0" fmla="*/ 801193 w 2480742"/>
                <a:gd name="connsiteY0" fmla="*/ 153248 h 2359420"/>
                <a:gd name="connsiteX1" fmla="*/ 1773650 w 2480742"/>
                <a:gd name="connsiteY1" fmla="*/ 37135 h 2359420"/>
                <a:gd name="connsiteX2" fmla="*/ 2354221 w 2480742"/>
                <a:gd name="connsiteY2" fmla="*/ 603191 h 2359420"/>
                <a:gd name="connsiteX3" fmla="*/ 2455820 w 2480742"/>
                <a:gd name="connsiteY3" fmla="*/ 1415992 h 2359420"/>
                <a:gd name="connsiteX4" fmla="*/ 1512392 w 2480742"/>
                <a:gd name="connsiteY4" fmla="*/ 2359420 h 2359420"/>
                <a:gd name="connsiteX5" fmla="*/ 496393 w 2480742"/>
                <a:gd name="connsiteY5" fmla="*/ 2069135 h 2359420"/>
                <a:gd name="connsiteX6" fmla="*/ 293193 w 2480742"/>
                <a:gd name="connsiteY6" fmla="*/ 1111191 h 2359420"/>
                <a:gd name="connsiteX7" fmla="*/ 801193 w 2480742"/>
                <a:gd name="connsiteY7" fmla="*/ 153248 h 2359420"/>
                <a:gd name="connsiteX0" fmla="*/ 751841 w 2431390"/>
                <a:gd name="connsiteY0" fmla="*/ 153248 h 2359420"/>
                <a:gd name="connsiteX1" fmla="*/ 1724298 w 2431390"/>
                <a:gd name="connsiteY1" fmla="*/ 37135 h 2359420"/>
                <a:gd name="connsiteX2" fmla="*/ 2304869 w 2431390"/>
                <a:gd name="connsiteY2" fmla="*/ 603191 h 2359420"/>
                <a:gd name="connsiteX3" fmla="*/ 2406468 w 2431390"/>
                <a:gd name="connsiteY3" fmla="*/ 1415992 h 2359420"/>
                <a:gd name="connsiteX4" fmla="*/ 1463040 w 2431390"/>
                <a:gd name="connsiteY4" fmla="*/ 2359420 h 2359420"/>
                <a:gd name="connsiteX5" fmla="*/ 447041 w 2431390"/>
                <a:gd name="connsiteY5" fmla="*/ 2069135 h 2359420"/>
                <a:gd name="connsiteX6" fmla="*/ 243841 w 2431390"/>
                <a:gd name="connsiteY6" fmla="*/ 1111191 h 2359420"/>
                <a:gd name="connsiteX7" fmla="*/ 751841 w 2431390"/>
                <a:gd name="connsiteY7" fmla="*/ 153248 h 2359420"/>
                <a:gd name="connsiteX0" fmla="*/ 751841 w 2431390"/>
                <a:gd name="connsiteY0" fmla="*/ 153248 h 2359420"/>
                <a:gd name="connsiteX1" fmla="*/ 1724298 w 2431390"/>
                <a:gd name="connsiteY1" fmla="*/ 37135 h 2359420"/>
                <a:gd name="connsiteX2" fmla="*/ 2304869 w 2431390"/>
                <a:gd name="connsiteY2" fmla="*/ 603191 h 2359420"/>
                <a:gd name="connsiteX3" fmla="*/ 2406468 w 2431390"/>
                <a:gd name="connsiteY3" fmla="*/ 1415992 h 2359420"/>
                <a:gd name="connsiteX4" fmla="*/ 1463040 w 2431390"/>
                <a:gd name="connsiteY4" fmla="*/ 2359420 h 2359420"/>
                <a:gd name="connsiteX5" fmla="*/ 447041 w 2431390"/>
                <a:gd name="connsiteY5" fmla="*/ 2069135 h 2359420"/>
                <a:gd name="connsiteX6" fmla="*/ 243841 w 2431390"/>
                <a:gd name="connsiteY6" fmla="*/ 1111191 h 2359420"/>
                <a:gd name="connsiteX7" fmla="*/ 751841 w 2431390"/>
                <a:gd name="connsiteY7" fmla="*/ 153248 h 2359420"/>
                <a:gd name="connsiteX0" fmla="*/ 751841 w 2431390"/>
                <a:gd name="connsiteY0" fmla="*/ 335920 h 2542092"/>
                <a:gd name="connsiteX1" fmla="*/ 1724298 w 2431390"/>
                <a:gd name="connsiteY1" fmla="*/ 219807 h 2542092"/>
                <a:gd name="connsiteX2" fmla="*/ 2304869 w 2431390"/>
                <a:gd name="connsiteY2" fmla="*/ 785863 h 2542092"/>
                <a:gd name="connsiteX3" fmla="*/ 2406468 w 2431390"/>
                <a:gd name="connsiteY3" fmla="*/ 1598664 h 2542092"/>
                <a:gd name="connsiteX4" fmla="*/ 1463040 w 2431390"/>
                <a:gd name="connsiteY4" fmla="*/ 2542092 h 2542092"/>
                <a:gd name="connsiteX5" fmla="*/ 447041 w 2431390"/>
                <a:gd name="connsiteY5" fmla="*/ 2251807 h 2542092"/>
                <a:gd name="connsiteX6" fmla="*/ 243841 w 2431390"/>
                <a:gd name="connsiteY6" fmla="*/ 1293863 h 2542092"/>
                <a:gd name="connsiteX7" fmla="*/ 751841 w 2431390"/>
                <a:gd name="connsiteY7" fmla="*/ 335920 h 2542092"/>
                <a:gd name="connsiteX0" fmla="*/ 751841 w 2431390"/>
                <a:gd name="connsiteY0" fmla="*/ 335920 h 2542092"/>
                <a:gd name="connsiteX1" fmla="*/ 1724298 w 2431390"/>
                <a:gd name="connsiteY1" fmla="*/ 219807 h 2542092"/>
                <a:gd name="connsiteX2" fmla="*/ 2304869 w 2431390"/>
                <a:gd name="connsiteY2" fmla="*/ 785863 h 2542092"/>
                <a:gd name="connsiteX3" fmla="*/ 2406468 w 2431390"/>
                <a:gd name="connsiteY3" fmla="*/ 1598664 h 2542092"/>
                <a:gd name="connsiteX4" fmla="*/ 1463040 w 2431390"/>
                <a:gd name="connsiteY4" fmla="*/ 2542092 h 2542092"/>
                <a:gd name="connsiteX5" fmla="*/ 447041 w 2431390"/>
                <a:gd name="connsiteY5" fmla="*/ 2251807 h 2542092"/>
                <a:gd name="connsiteX6" fmla="*/ 243841 w 2431390"/>
                <a:gd name="connsiteY6" fmla="*/ 1293863 h 2542092"/>
                <a:gd name="connsiteX7" fmla="*/ 751841 w 2431390"/>
                <a:gd name="connsiteY7" fmla="*/ 335920 h 2542092"/>
                <a:gd name="connsiteX0" fmla="*/ 751841 w 2431390"/>
                <a:gd name="connsiteY0" fmla="*/ 335920 h 2542092"/>
                <a:gd name="connsiteX1" fmla="*/ 1724298 w 2431390"/>
                <a:gd name="connsiteY1" fmla="*/ 219807 h 2542092"/>
                <a:gd name="connsiteX2" fmla="*/ 2304869 w 2431390"/>
                <a:gd name="connsiteY2" fmla="*/ 785863 h 2542092"/>
                <a:gd name="connsiteX3" fmla="*/ 2406468 w 2431390"/>
                <a:gd name="connsiteY3" fmla="*/ 1598664 h 2542092"/>
                <a:gd name="connsiteX4" fmla="*/ 1463040 w 2431390"/>
                <a:gd name="connsiteY4" fmla="*/ 2542092 h 2542092"/>
                <a:gd name="connsiteX5" fmla="*/ 447041 w 2431390"/>
                <a:gd name="connsiteY5" fmla="*/ 2251807 h 2542092"/>
                <a:gd name="connsiteX6" fmla="*/ 243841 w 2431390"/>
                <a:gd name="connsiteY6" fmla="*/ 1293863 h 2542092"/>
                <a:gd name="connsiteX7" fmla="*/ 751841 w 2431390"/>
                <a:gd name="connsiteY7" fmla="*/ 335920 h 2542092"/>
                <a:gd name="connsiteX0" fmla="*/ 751841 w 2643407"/>
                <a:gd name="connsiteY0" fmla="*/ 335920 h 2542092"/>
                <a:gd name="connsiteX1" fmla="*/ 1724298 w 2643407"/>
                <a:gd name="connsiteY1" fmla="*/ 219807 h 2542092"/>
                <a:gd name="connsiteX2" fmla="*/ 2304869 w 2643407"/>
                <a:gd name="connsiteY2" fmla="*/ 785863 h 2542092"/>
                <a:gd name="connsiteX3" fmla="*/ 2406468 w 2643407"/>
                <a:gd name="connsiteY3" fmla="*/ 1598664 h 2542092"/>
                <a:gd name="connsiteX4" fmla="*/ 1463040 w 2643407"/>
                <a:gd name="connsiteY4" fmla="*/ 2542092 h 2542092"/>
                <a:gd name="connsiteX5" fmla="*/ 447041 w 2643407"/>
                <a:gd name="connsiteY5" fmla="*/ 2251807 h 2542092"/>
                <a:gd name="connsiteX6" fmla="*/ 243841 w 2643407"/>
                <a:gd name="connsiteY6" fmla="*/ 1293863 h 2542092"/>
                <a:gd name="connsiteX7" fmla="*/ 751841 w 2643407"/>
                <a:gd name="connsiteY7" fmla="*/ 335920 h 2542092"/>
                <a:gd name="connsiteX0" fmla="*/ 751841 w 2643407"/>
                <a:gd name="connsiteY0" fmla="*/ 335920 h 2545648"/>
                <a:gd name="connsiteX1" fmla="*/ 1724298 w 2643407"/>
                <a:gd name="connsiteY1" fmla="*/ 219807 h 2545648"/>
                <a:gd name="connsiteX2" fmla="*/ 2304869 w 2643407"/>
                <a:gd name="connsiteY2" fmla="*/ 785863 h 2545648"/>
                <a:gd name="connsiteX3" fmla="*/ 2406468 w 2643407"/>
                <a:gd name="connsiteY3" fmla="*/ 1598664 h 2545648"/>
                <a:gd name="connsiteX4" fmla="*/ 1463040 w 2643407"/>
                <a:gd name="connsiteY4" fmla="*/ 2542092 h 2545648"/>
                <a:gd name="connsiteX5" fmla="*/ 447041 w 2643407"/>
                <a:gd name="connsiteY5" fmla="*/ 2251807 h 2545648"/>
                <a:gd name="connsiteX6" fmla="*/ 243841 w 2643407"/>
                <a:gd name="connsiteY6" fmla="*/ 1293863 h 2545648"/>
                <a:gd name="connsiteX7" fmla="*/ 751841 w 2643407"/>
                <a:gd name="connsiteY7" fmla="*/ 335920 h 2545648"/>
                <a:gd name="connsiteX0" fmla="*/ 751841 w 2643407"/>
                <a:gd name="connsiteY0" fmla="*/ 335920 h 2545880"/>
                <a:gd name="connsiteX1" fmla="*/ 1724298 w 2643407"/>
                <a:gd name="connsiteY1" fmla="*/ 219807 h 2545880"/>
                <a:gd name="connsiteX2" fmla="*/ 2304869 w 2643407"/>
                <a:gd name="connsiteY2" fmla="*/ 785863 h 2545880"/>
                <a:gd name="connsiteX3" fmla="*/ 2406468 w 2643407"/>
                <a:gd name="connsiteY3" fmla="*/ 1598664 h 2545880"/>
                <a:gd name="connsiteX4" fmla="*/ 1463040 w 2643407"/>
                <a:gd name="connsiteY4" fmla="*/ 2542092 h 2545880"/>
                <a:gd name="connsiteX5" fmla="*/ 447041 w 2643407"/>
                <a:gd name="connsiteY5" fmla="*/ 2251807 h 2545880"/>
                <a:gd name="connsiteX6" fmla="*/ 243841 w 2643407"/>
                <a:gd name="connsiteY6" fmla="*/ 1293863 h 2545880"/>
                <a:gd name="connsiteX7" fmla="*/ 751841 w 2643407"/>
                <a:gd name="connsiteY7" fmla="*/ 335920 h 2545880"/>
                <a:gd name="connsiteX0" fmla="*/ 751841 w 2643407"/>
                <a:gd name="connsiteY0" fmla="*/ 335920 h 2543048"/>
                <a:gd name="connsiteX1" fmla="*/ 1724298 w 2643407"/>
                <a:gd name="connsiteY1" fmla="*/ 219807 h 2543048"/>
                <a:gd name="connsiteX2" fmla="*/ 2304869 w 2643407"/>
                <a:gd name="connsiteY2" fmla="*/ 785863 h 2543048"/>
                <a:gd name="connsiteX3" fmla="*/ 2406468 w 2643407"/>
                <a:gd name="connsiteY3" fmla="*/ 1598664 h 2543048"/>
                <a:gd name="connsiteX4" fmla="*/ 1463040 w 2643407"/>
                <a:gd name="connsiteY4" fmla="*/ 2542092 h 2543048"/>
                <a:gd name="connsiteX5" fmla="*/ 447041 w 2643407"/>
                <a:gd name="connsiteY5" fmla="*/ 2251807 h 2543048"/>
                <a:gd name="connsiteX6" fmla="*/ 243841 w 2643407"/>
                <a:gd name="connsiteY6" fmla="*/ 1293863 h 2543048"/>
                <a:gd name="connsiteX7" fmla="*/ 751841 w 2643407"/>
                <a:gd name="connsiteY7" fmla="*/ 335920 h 2543048"/>
                <a:gd name="connsiteX0" fmla="*/ 751841 w 2643407"/>
                <a:gd name="connsiteY0" fmla="*/ 335920 h 2543015"/>
                <a:gd name="connsiteX1" fmla="*/ 1724298 w 2643407"/>
                <a:gd name="connsiteY1" fmla="*/ 219807 h 2543015"/>
                <a:gd name="connsiteX2" fmla="*/ 2304869 w 2643407"/>
                <a:gd name="connsiteY2" fmla="*/ 785863 h 2543015"/>
                <a:gd name="connsiteX3" fmla="*/ 2406468 w 2643407"/>
                <a:gd name="connsiteY3" fmla="*/ 1598664 h 2543015"/>
                <a:gd name="connsiteX4" fmla="*/ 1463040 w 2643407"/>
                <a:gd name="connsiteY4" fmla="*/ 2542092 h 2543015"/>
                <a:gd name="connsiteX5" fmla="*/ 447041 w 2643407"/>
                <a:gd name="connsiteY5" fmla="*/ 2251807 h 2543015"/>
                <a:gd name="connsiteX6" fmla="*/ 243841 w 2643407"/>
                <a:gd name="connsiteY6" fmla="*/ 1293863 h 2543015"/>
                <a:gd name="connsiteX7" fmla="*/ 751841 w 2643407"/>
                <a:gd name="connsiteY7" fmla="*/ 335920 h 2543015"/>
                <a:gd name="connsiteX0" fmla="*/ 751841 w 2643407"/>
                <a:gd name="connsiteY0" fmla="*/ 335920 h 2710275"/>
                <a:gd name="connsiteX1" fmla="*/ 1724298 w 2643407"/>
                <a:gd name="connsiteY1" fmla="*/ 219807 h 2710275"/>
                <a:gd name="connsiteX2" fmla="*/ 2304869 w 2643407"/>
                <a:gd name="connsiteY2" fmla="*/ 785863 h 2710275"/>
                <a:gd name="connsiteX3" fmla="*/ 2406468 w 2643407"/>
                <a:gd name="connsiteY3" fmla="*/ 1598664 h 2710275"/>
                <a:gd name="connsiteX4" fmla="*/ 1463040 w 2643407"/>
                <a:gd name="connsiteY4" fmla="*/ 2542092 h 2710275"/>
                <a:gd name="connsiteX5" fmla="*/ 447041 w 2643407"/>
                <a:gd name="connsiteY5" fmla="*/ 2251807 h 2710275"/>
                <a:gd name="connsiteX6" fmla="*/ 243841 w 2643407"/>
                <a:gd name="connsiteY6" fmla="*/ 1293863 h 2710275"/>
                <a:gd name="connsiteX7" fmla="*/ 751841 w 2643407"/>
                <a:gd name="connsiteY7" fmla="*/ 335920 h 2710275"/>
                <a:gd name="connsiteX0" fmla="*/ 751841 w 2643407"/>
                <a:gd name="connsiteY0" fmla="*/ 335920 h 2716951"/>
                <a:gd name="connsiteX1" fmla="*/ 1724298 w 2643407"/>
                <a:gd name="connsiteY1" fmla="*/ 219807 h 2716951"/>
                <a:gd name="connsiteX2" fmla="*/ 2304869 w 2643407"/>
                <a:gd name="connsiteY2" fmla="*/ 785863 h 2716951"/>
                <a:gd name="connsiteX3" fmla="*/ 2406468 w 2643407"/>
                <a:gd name="connsiteY3" fmla="*/ 1598664 h 2716951"/>
                <a:gd name="connsiteX4" fmla="*/ 1463040 w 2643407"/>
                <a:gd name="connsiteY4" fmla="*/ 2542092 h 2716951"/>
                <a:gd name="connsiteX5" fmla="*/ 447041 w 2643407"/>
                <a:gd name="connsiteY5" fmla="*/ 2251807 h 2716951"/>
                <a:gd name="connsiteX6" fmla="*/ 243841 w 2643407"/>
                <a:gd name="connsiteY6" fmla="*/ 1293863 h 2716951"/>
                <a:gd name="connsiteX7" fmla="*/ 751841 w 2643407"/>
                <a:gd name="connsiteY7" fmla="*/ 335920 h 2716951"/>
                <a:gd name="connsiteX0" fmla="*/ 751841 w 2448209"/>
                <a:gd name="connsiteY0" fmla="*/ 335920 h 2716951"/>
                <a:gd name="connsiteX1" fmla="*/ 1724298 w 2448209"/>
                <a:gd name="connsiteY1" fmla="*/ 219807 h 2716951"/>
                <a:gd name="connsiteX2" fmla="*/ 2406468 w 2448209"/>
                <a:gd name="connsiteY2" fmla="*/ 1598664 h 2716951"/>
                <a:gd name="connsiteX3" fmla="*/ 1463040 w 2448209"/>
                <a:gd name="connsiteY3" fmla="*/ 2542092 h 2716951"/>
                <a:gd name="connsiteX4" fmla="*/ 447041 w 2448209"/>
                <a:gd name="connsiteY4" fmla="*/ 2251807 h 2716951"/>
                <a:gd name="connsiteX5" fmla="*/ 243841 w 2448209"/>
                <a:gd name="connsiteY5" fmla="*/ 1293863 h 2716951"/>
                <a:gd name="connsiteX6" fmla="*/ 751841 w 2448209"/>
                <a:gd name="connsiteY6" fmla="*/ 335920 h 2716951"/>
                <a:gd name="connsiteX0" fmla="*/ 751841 w 2409721"/>
                <a:gd name="connsiteY0" fmla="*/ 335920 h 2716951"/>
                <a:gd name="connsiteX1" fmla="*/ 1724298 w 2409721"/>
                <a:gd name="connsiteY1" fmla="*/ 219807 h 2716951"/>
                <a:gd name="connsiteX2" fmla="*/ 2359350 w 2409721"/>
                <a:gd name="connsiteY2" fmla="*/ 1102852 h 2716951"/>
                <a:gd name="connsiteX3" fmla="*/ 1463040 w 2409721"/>
                <a:gd name="connsiteY3" fmla="*/ 2542092 h 2716951"/>
                <a:gd name="connsiteX4" fmla="*/ 447041 w 2409721"/>
                <a:gd name="connsiteY4" fmla="*/ 2251807 h 2716951"/>
                <a:gd name="connsiteX5" fmla="*/ 243841 w 2409721"/>
                <a:gd name="connsiteY5" fmla="*/ 1293863 h 2716951"/>
                <a:gd name="connsiteX6" fmla="*/ 751841 w 2409721"/>
                <a:gd name="connsiteY6" fmla="*/ 335920 h 2716951"/>
                <a:gd name="connsiteX0" fmla="*/ 751841 w 2409721"/>
                <a:gd name="connsiteY0" fmla="*/ 335920 h 2716951"/>
                <a:gd name="connsiteX1" fmla="*/ 1724298 w 2409721"/>
                <a:gd name="connsiteY1" fmla="*/ 219807 h 2716951"/>
                <a:gd name="connsiteX2" fmla="*/ 2359350 w 2409721"/>
                <a:gd name="connsiteY2" fmla="*/ 1102852 h 2716951"/>
                <a:gd name="connsiteX3" fmla="*/ 1463040 w 2409721"/>
                <a:gd name="connsiteY3" fmla="*/ 2542092 h 2716951"/>
                <a:gd name="connsiteX4" fmla="*/ 447041 w 2409721"/>
                <a:gd name="connsiteY4" fmla="*/ 2251807 h 2716951"/>
                <a:gd name="connsiteX5" fmla="*/ 243841 w 2409721"/>
                <a:gd name="connsiteY5" fmla="*/ 1293863 h 2716951"/>
                <a:gd name="connsiteX6" fmla="*/ 751841 w 2409721"/>
                <a:gd name="connsiteY6" fmla="*/ 335920 h 2716951"/>
                <a:gd name="connsiteX0" fmla="*/ 751841 w 2409721"/>
                <a:gd name="connsiteY0" fmla="*/ 335920 h 2716951"/>
                <a:gd name="connsiteX1" fmla="*/ 1724298 w 2409721"/>
                <a:gd name="connsiteY1" fmla="*/ 219807 h 2716951"/>
                <a:gd name="connsiteX2" fmla="*/ 2359350 w 2409721"/>
                <a:gd name="connsiteY2" fmla="*/ 1102852 h 2716951"/>
                <a:gd name="connsiteX3" fmla="*/ 1463040 w 2409721"/>
                <a:gd name="connsiteY3" fmla="*/ 2542092 h 2716951"/>
                <a:gd name="connsiteX4" fmla="*/ 447041 w 2409721"/>
                <a:gd name="connsiteY4" fmla="*/ 2251807 h 2716951"/>
                <a:gd name="connsiteX5" fmla="*/ 243841 w 2409721"/>
                <a:gd name="connsiteY5" fmla="*/ 1293863 h 2716951"/>
                <a:gd name="connsiteX6" fmla="*/ 751841 w 2409721"/>
                <a:gd name="connsiteY6" fmla="*/ 335920 h 2716951"/>
                <a:gd name="connsiteX0" fmla="*/ 832304 w 2490184"/>
                <a:gd name="connsiteY0" fmla="*/ 335920 h 2716951"/>
                <a:gd name="connsiteX1" fmla="*/ 1804761 w 2490184"/>
                <a:gd name="connsiteY1" fmla="*/ 219807 h 2716951"/>
                <a:gd name="connsiteX2" fmla="*/ 2439813 w 2490184"/>
                <a:gd name="connsiteY2" fmla="*/ 1102852 h 2716951"/>
                <a:gd name="connsiteX3" fmla="*/ 1543503 w 2490184"/>
                <a:gd name="connsiteY3" fmla="*/ 2542092 h 2716951"/>
                <a:gd name="connsiteX4" fmla="*/ 527504 w 2490184"/>
                <a:gd name="connsiteY4" fmla="*/ 2251807 h 2716951"/>
                <a:gd name="connsiteX5" fmla="*/ 228109 w 2490184"/>
                <a:gd name="connsiteY5" fmla="*/ 1316113 h 2716951"/>
                <a:gd name="connsiteX6" fmla="*/ 832304 w 2490184"/>
                <a:gd name="connsiteY6" fmla="*/ 335920 h 2716951"/>
                <a:gd name="connsiteX0" fmla="*/ 832304 w 2481016"/>
                <a:gd name="connsiteY0" fmla="*/ 335920 h 2674099"/>
                <a:gd name="connsiteX1" fmla="*/ 1804761 w 2481016"/>
                <a:gd name="connsiteY1" fmla="*/ 219807 h 2674099"/>
                <a:gd name="connsiteX2" fmla="*/ 2439813 w 2481016"/>
                <a:gd name="connsiteY2" fmla="*/ 1102852 h 2674099"/>
                <a:gd name="connsiteX3" fmla="*/ 1493114 w 2481016"/>
                <a:gd name="connsiteY3" fmla="*/ 2411868 h 2674099"/>
                <a:gd name="connsiteX4" fmla="*/ 527504 w 2481016"/>
                <a:gd name="connsiteY4" fmla="*/ 2251807 h 2674099"/>
                <a:gd name="connsiteX5" fmla="*/ 228109 w 2481016"/>
                <a:gd name="connsiteY5" fmla="*/ 1316113 h 2674099"/>
                <a:gd name="connsiteX6" fmla="*/ 832304 w 2481016"/>
                <a:gd name="connsiteY6" fmla="*/ 335920 h 2674099"/>
                <a:gd name="connsiteX0" fmla="*/ 832304 w 2479178"/>
                <a:gd name="connsiteY0" fmla="*/ 335920 h 2674099"/>
                <a:gd name="connsiteX1" fmla="*/ 1804761 w 2479178"/>
                <a:gd name="connsiteY1" fmla="*/ 219807 h 2674099"/>
                <a:gd name="connsiteX2" fmla="*/ 2439813 w 2479178"/>
                <a:gd name="connsiteY2" fmla="*/ 1102852 h 2674099"/>
                <a:gd name="connsiteX3" fmla="*/ 2213297 w 2479178"/>
                <a:gd name="connsiteY3" fmla="*/ 1838534 h 2674099"/>
                <a:gd name="connsiteX4" fmla="*/ 1493114 w 2479178"/>
                <a:gd name="connsiteY4" fmla="*/ 2411868 h 2674099"/>
                <a:gd name="connsiteX5" fmla="*/ 527504 w 2479178"/>
                <a:gd name="connsiteY5" fmla="*/ 2251807 h 2674099"/>
                <a:gd name="connsiteX6" fmla="*/ 228109 w 2479178"/>
                <a:gd name="connsiteY6" fmla="*/ 1316113 h 2674099"/>
                <a:gd name="connsiteX7" fmla="*/ 832304 w 2479178"/>
                <a:gd name="connsiteY7" fmla="*/ 335920 h 2674099"/>
                <a:gd name="connsiteX0" fmla="*/ 832304 w 2479178"/>
                <a:gd name="connsiteY0" fmla="*/ 335920 h 2674099"/>
                <a:gd name="connsiteX1" fmla="*/ 1804761 w 2479178"/>
                <a:gd name="connsiteY1" fmla="*/ 219807 h 2674099"/>
                <a:gd name="connsiteX2" fmla="*/ 2439813 w 2479178"/>
                <a:gd name="connsiteY2" fmla="*/ 1102852 h 2674099"/>
                <a:gd name="connsiteX3" fmla="*/ 2213297 w 2479178"/>
                <a:gd name="connsiteY3" fmla="*/ 1838534 h 2674099"/>
                <a:gd name="connsiteX4" fmla="*/ 1493114 w 2479178"/>
                <a:gd name="connsiteY4" fmla="*/ 2411868 h 2674099"/>
                <a:gd name="connsiteX5" fmla="*/ 527504 w 2479178"/>
                <a:gd name="connsiteY5" fmla="*/ 2251807 h 2674099"/>
                <a:gd name="connsiteX6" fmla="*/ 228109 w 2479178"/>
                <a:gd name="connsiteY6" fmla="*/ 1316113 h 2674099"/>
                <a:gd name="connsiteX7" fmla="*/ 832304 w 2479178"/>
                <a:gd name="connsiteY7" fmla="*/ 335920 h 2674099"/>
                <a:gd name="connsiteX0" fmla="*/ 832304 w 2488072"/>
                <a:gd name="connsiteY0" fmla="*/ 335920 h 2674099"/>
                <a:gd name="connsiteX1" fmla="*/ 1804761 w 2488072"/>
                <a:gd name="connsiteY1" fmla="*/ 219807 h 2674099"/>
                <a:gd name="connsiteX2" fmla="*/ 2439813 w 2488072"/>
                <a:gd name="connsiteY2" fmla="*/ 1102852 h 2674099"/>
                <a:gd name="connsiteX3" fmla="*/ 2213297 w 2488072"/>
                <a:gd name="connsiteY3" fmla="*/ 1838534 h 2674099"/>
                <a:gd name="connsiteX4" fmla="*/ 1493114 w 2488072"/>
                <a:gd name="connsiteY4" fmla="*/ 2411868 h 2674099"/>
                <a:gd name="connsiteX5" fmla="*/ 527504 w 2488072"/>
                <a:gd name="connsiteY5" fmla="*/ 2251807 h 2674099"/>
                <a:gd name="connsiteX6" fmla="*/ 228109 w 2488072"/>
                <a:gd name="connsiteY6" fmla="*/ 1316113 h 2674099"/>
                <a:gd name="connsiteX7" fmla="*/ 832304 w 2488072"/>
                <a:gd name="connsiteY7" fmla="*/ 335920 h 2674099"/>
                <a:gd name="connsiteX0" fmla="*/ 832304 w 2502160"/>
                <a:gd name="connsiteY0" fmla="*/ 335920 h 2674099"/>
                <a:gd name="connsiteX1" fmla="*/ 1804761 w 2502160"/>
                <a:gd name="connsiteY1" fmla="*/ 219807 h 2674099"/>
                <a:gd name="connsiteX2" fmla="*/ 2439813 w 2502160"/>
                <a:gd name="connsiteY2" fmla="*/ 1102852 h 2674099"/>
                <a:gd name="connsiteX3" fmla="*/ 2213297 w 2502160"/>
                <a:gd name="connsiteY3" fmla="*/ 1838534 h 2674099"/>
                <a:gd name="connsiteX4" fmla="*/ 1493114 w 2502160"/>
                <a:gd name="connsiteY4" fmla="*/ 2411868 h 2674099"/>
                <a:gd name="connsiteX5" fmla="*/ 527504 w 2502160"/>
                <a:gd name="connsiteY5" fmla="*/ 2251807 h 2674099"/>
                <a:gd name="connsiteX6" fmla="*/ 228109 w 2502160"/>
                <a:gd name="connsiteY6" fmla="*/ 1316113 h 2674099"/>
                <a:gd name="connsiteX7" fmla="*/ 832304 w 2502160"/>
                <a:gd name="connsiteY7" fmla="*/ 335920 h 2674099"/>
                <a:gd name="connsiteX0" fmla="*/ 832304 w 2502160"/>
                <a:gd name="connsiteY0" fmla="*/ 335920 h 2674099"/>
                <a:gd name="connsiteX1" fmla="*/ 1804761 w 2502160"/>
                <a:gd name="connsiteY1" fmla="*/ 219807 h 2674099"/>
                <a:gd name="connsiteX2" fmla="*/ 2439813 w 2502160"/>
                <a:gd name="connsiteY2" fmla="*/ 1102852 h 2674099"/>
                <a:gd name="connsiteX3" fmla="*/ 2213297 w 2502160"/>
                <a:gd name="connsiteY3" fmla="*/ 1838534 h 2674099"/>
                <a:gd name="connsiteX4" fmla="*/ 1493114 w 2502160"/>
                <a:gd name="connsiteY4" fmla="*/ 2411868 h 2674099"/>
                <a:gd name="connsiteX5" fmla="*/ 527504 w 2502160"/>
                <a:gd name="connsiteY5" fmla="*/ 2251807 h 2674099"/>
                <a:gd name="connsiteX6" fmla="*/ 228109 w 2502160"/>
                <a:gd name="connsiteY6" fmla="*/ 1316113 h 2674099"/>
                <a:gd name="connsiteX7" fmla="*/ 832304 w 2502160"/>
                <a:gd name="connsiteY7" fmla="*/ 335920 h 2674099"/>
                <a:gd name="connsiteX0" fmla="*/ 832304 w 2502160"/>
                <a:gd name="connsiteY0" fmla="*/ 335920 h 2674099"/>
                <a:gd name="connsiteX1" fmla="*/ 1804761 w 2502160"/>
                <a:gd name="connsiteY1" fmla="*/ 219807 h 2674099"/>
                <a:gd name="connsiteX2" fmla="*/ 2439813 w 2502160"/>
                <a:gd name="connsiteY2" fmla="*/ 1102852 h 2674099"/>
                <a:gd name="connsiteX3" fmla="*/ 2213297 w 2502160"/>
                <a:gd name="connsiteY3" fmla="*/ 1838534 h 2674099"/>
                <a:gd name="connsiteX4" fmla="*/ 1493114 w 2502160"/>
                <a:gd name="connsiteY4" fmla="*/ 2411868 h 2674099"/>
                <a:gd name="connsiteX5" fmla="*/ 527504 w 2502160"/>
                <a:gd name="connsiteY5" fmla="*/ 2251807 h 2674099"/>
                <a:gd name="connsiteX6" fmla="*/ 228109 w 2502160"/>
                <a:gd name="connsiteY6" fmla="*/ 1316113 h 2674099"/>
                <a:gd name="connsiteX7" fmla="*/ 832304 w 2502160"/>
                <a:gd name="connsiteY7" fmla="*/ 335920 h 2674099"/>
                <a:gd name="connsiteX0" fmla="*/ 874110 w 2543966"/>
                <a:gd name="connsiteY0" fmla="*/ 335920 h 2537724"/>
                <a:gd name="connsiteX1" fmla="*/ 1846567 w 2543966"/>
                <a:gd name="connsiteY1" fmla="*/ 219807 h 2537724"/>
                <a:gd name="connsiteX2" fmla="*/ 2481619 w 2543966"/>
                <a:gd name="connsiteY2" fmla="*/ 1102852 h 2537724"/>
                <a:gd name="connsiteX3" fmla="*/ 2255103 w 2543966"/>
                <a:gd name="connsiteY3" fmla="*/ 1838534 h 2537724"/>
                <a:gd name="connsiteX4" fmla="*/ 1534920 w 2543966"/>
                <a:gd name="connsiteY4" fmla="*/ 2411868 h 2537724"/>
                <a:gd name="connsiteX5" fmla="*/ 338309 w 2543966"/>
                <a:gd name="connsiteY5" fmla="*/ 2041747 h 2537724"/>
                <a:gd name="connsiteX6" fmla="*/ 269915 w 2543966"/>
                <a:gd name="connsiteY6" fmla="*/ 1316113 h 2537724"/>
                <a:gd name="connsiteX7" fmla="*/ 874110 w 2543966"/>
                <a:gd name="connsiteY7" fmla="*/ 335920 h 2537724"/>
                <a:gd name="connsiteX0" fmla="*/ 900004 w 2569860"/>
                <a:gd name="connsiteY0" fmla="*/ 335920 h 2537724"/>
                <a:gd name="connsiteX1" fmla="*/ 1872461 w 2569860"/>
                <a:gd name="connsiteY1" fmla="*/ 219807 h 2537724"/>
                <a:gd name="connsiteX2" fmla="*/ 2507513 w 2569860"/>
                <a:gd name="connsiteY2" fmla="*/ 1102852 h 2537724"/>
                <a:gd name="connsiteX3" fmla="*/ 2280997 w 2569860"/>
                <a:gd name="connsiteY3" fmla="*/ 1838534 h 2537724"/>
                <a:gd name="connsiteX4" fmla="*/ 1560814 w 2569860"/>
                <a:gd name="connsiteY4" fmla="*/ 2411868 h 2537724"/>
                <a:gd name="connsiteX5" fmla="*/ 364203 w 2569860"/>
                <a:gd name="connsiteY5" fmla="*/ 2041747 h 2537724"/>
                <a:gd name="connsiteX6" fmla="*/ 263088 w 2569860"/>
                <a:gd name="connsiteY6" fmla="*/ 999386 h 2537724"/>
                <a:gd name="connsiteX7" fmla="*/ 900004 w 2569860"/>
                <a:gd name="connsiteY7" fmla="*/ 335920 h 2537724"/>
                <a:gd name="connsiteX0" fmla="*/ 900004 w 2569860"/>
                <a:gd name="connsiteY0" fmla="*/ 335920 h 2537724"/>
                <a:gd name="connsiteX1" fmla="*/ 1872461 w 2569860"/>
                <a:gd name="connsiteY1" fmla="*/ 219807 h 2537724"/>
                <a:gd name="connsiteX2" fmla="*/ 2507513 w 2569860"/>
                <a:gd name="connsiteY2" fmla="*/ 1102852 h 2537724"/>
                <a:gd name="connsiteX3" fmla="*/ 2280997 w 2569860"/>
                <a:gd name="connsiteY3" fmla="*/ 1838534 h 2537724"/>
                <a:gd name="connsiteX4" fmla="*/ 1560814 w 2569860"/>
                <a:gd name="connsiteY4" fmla="*/ 2411868 h 2537724"/>
                <a:gd name="connsiteX5" fmla="*/ 364203 w 2569860"/>
                <a:gd name="connsiteY5" fmla="*/ 2041747 h 2537724"/>
                <a:gd name="connsiteX6" fmla="*/ 263088 w 2569860"/>
                <a:gd name="connsiteY6" fmla="*/ 999386 h 2537724"/>
                <a:gd name="connsiteX7" fmla="*/ 900004 w 2569860"/>
                <a:gd name="connsiteY7" fmla="*/ 335920 h 2537724"/>
                <a:gd name="connsiteX0" fmla="*/ 900004 w 2569860"/>
                <a:gd name="connsiteY0" fmla="*/ 335920 h 2661561"/>
                <a:gd name="connsiteX1" fmla="*/ 1872461 w 2569860"/>
                <a:gd name="connsiteY1" fmla="*/ 219807 h 2661561"/>
                <a:gd name="connsiteX2" fmla="*/ 2507513 w 2569860"/>
                <a:gd name="connsiteY2" fmla="*/ 1102852 h 2661561"/>
                <a:gd name="connsiteX3" fmla="*/ 2280997 w 2569860"/>
                <a:gd name="connsiteY3" fmla="*/ 1838534 h 2661561"/>
                <a:gd name="connsiteX4" fmla="*/ 1560814 w 2569860"/>
                <a:gd name="connsiteY4" fmla="*/ 2411868 h 2661561"/>
                <a:gd name="connsiteX5" fmla="*/ 364203 w 2569860"/>
                <a:gd name="connsiteY5" fmla="*/ 2041747 h 2661561"/>
                <a:gd name="connsiteX6" fmla="*/ 263088 w 2569860"/>
                <a:gd name="connsiteY6" fmla="*/ 999386 h 2661561"/>
                <a:gd name="connsiteX7" fmla="*/ 900004 w 2569860"/>
                <a:gd name="connsiteY7" fmla="*/ 335920 h 2661561"/>
                <a:gd name="connsiteX0" fmla="*/ 900004 w 2569860"/>
                <a:gd name="connsiteY0" fmla="*/ 335920 h 2661561"/>
                <a:gd name="connsiteX1" fmla="*/ 1872461 w 2569860"/>
                <a:gd name="connsiteY1" fmla="*/ 219807 h 2661561"/>
                <a:gd name="connsiteX2" fmla="*/ 2507513 w 2569860"/>
                <a:gd name="connsiteY2" fmla="*/ 1102852 h 2661561"/>
                <a:gd name="connsiteX3" fmla="*/ 2280997 w 2569860"/>
                <a:gd name="connsiteY3" fmla="*/ 1838534 h 2661561"/>
                <a:gd name="connsiteX4" fmla="*/ 1560814 w 2569860"/>
                <a:gd name="connsiteY4" fmla="*/ 2411868 h 2661561"/>
                <a:gd name="connsiteX5" fmla="*/ 364203 w 2569860"/>
                <a:gd name="connsiteY5" fmla="*/ 2041747 h 2661561"/>
                <a:gd name="connsiteX6" fmla="*/ 263088 w 2569860"/>
                <a:gd name="connsiteY6" fmla="*/ 999386 h 2661561"/>
                <a:gd name="connsiteX7" fmla="*/ 900004 w 2569860"/>
                <a:gd name="connsiteY7" fmla="*/ 335920 h 2661561"/>
                <a:gd name="connsiteX0" fmla="*/ 900004 w 2569860"/>
                <a:gd name="connsiteY0" fmla="*/ 335920 h 2638009"/>
                <a:gd name="connsiteX1" fmla="*/ 1872461 w 2569860"/>
                <a:gd name="connsiteY1" fmla="*/ 219807 h 2638009"/>
                <a:gd name="connsiteX2" fmla="*/ 2507513 w 2569860"/>
                <a:gd name="connsiteY2" fmla="*/ 1102852 h 2638009"/>
                <a:gd name="connsiteX3" fmla="*/ 2280997 w 2569860"/>
                <a:gd name="connsiteY3" fmla="*/ 1838534 h 2638009"/>
                <a:gd name="connsiteX4" fmla="*/ 1638251 w 2569860"/>
                <a:gd name="connsiteY4" fmla="*/ 2366932 h 2638009"/>
                <a:gd name="connsiteX5" fmla="*/ 364203 w 2569860"/>
                <a:gd name="connsiteY5" fmla="*/ 2041747 h 2638009"/>
                <a:gd name="connsiteX6" fmla="*/ 263088 w 2569860"/>
                <a:gd name="connsiteY6" fmla="*/ 999386 h 2638009"/>
                <a:gd name="connsiteX7" fmla="*/ 900004 w 2569860"/>
                <a:gd name="connsiteY7" fmla="*/ 335920 h 2638009"/>
                <a:gd name="connsiteX0" fmla="*/ 900004 w 2569860"/>
                <a:gd name="connsiteY0" fmla="*/ 335920 h 2638009"/>
                <a:gd name="connsiteX1" fmla="*/ 1872461 w 2569860"/>
                <a:gd name="connsiteY1" fmla="*/ 219807 h 2638009"/>
                <a:gd name="connsiteX2" fmla="*/ 2507513 w 2569860"/>
                <a:gd name="connsiteY2" fmla="*/ 1102852 h 2638009"/>
                <a:gd name="connsiteX3" fmla="*/ 2280997 w 2569860"/>
                <a:gd name="connsiteY3" fmla="*/ 1838534 h 2638009"/>
                <a:gd name="connsiteX4" fmla="*/ 1638251 w 2569860"/>
                <a:gd name="connsiteY4" fmla="*/ 2366932 h 2638009"/>
                <a:gd name="connsiteX5" fmla="*/ 364203 w 2569860"/>
                <a:gd name="connsiteY5" fmla="*/ 2041747 h 2638009"/>
                <a:gd name="connsiteX6" fmla="*/ 263088 w 2569860"/>
                <a:gd name="connsiteY6" fmla="*/ 999386 h 2638009"/>
                <a:gd name="connsiteX7" fmla="*/ 900004 w 2569860"/>
                <a:gd name="connsiteY7" fmla="*/ 335920 h 2638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69860" h="2638009">
                  <a:moveTo>
                    <a:pt x="900004" y="335920"/>
                  </a:moveTo>
                  <a:cubicBezTo>
                    <a:pt x="1265401" y="-231104"/>
                    <a:pt x="1712804" y="55311"/>
                    <a:pt x="1872461" y="219807"/>
                  </a:cubicBezTo>
                  <a:cubicBezTo>
                    <a:pt x="2148232" y="430264"/>
                    <a:pt x="2698294" y="154769"/>
                    <a:pt x="2507513" y="1102852"/>
                  </a:cubicBezTo>
                  <a:cubicBezTo>
                    <a:pt x="2613339" y="1360533"/>
                    <a:pt x="2612412" y="1553179"/>
                    <a:pt x="2280997" y="1838534"/>
                  </a:cubicBezTo>
                  <a:cubicBezTo>
                    <a:pt x="2264563" y="2550990"/>
                    <a:pt x="1986621" y="2414210"/>
                    <a:pt x="1638251" y="2366932"/>
                  </a:cubicBezTo>
                  <a:cubicBezTo>
                    <a:pt x="1333031" y="2633970"/>
                    <a:pt x="657149" y="2930989"/>
                    <a:pt x="364203" y="2041747"/>
                  </a:cubicBezTo>
                  <a:cubicBezTo>
                    <a:pt x="427098" y="1838547"/>
                    <a:pt x="-409407" y="1911246"/>
                    <a:pt x="263088" y="999386"/>
                  </a:cubicBezTo>
                  <a:cubicBezTo>
                    <a:pt x="337769" y="287863"/>
                    <a:pt x="433255" y="392386"/>
                    <a:pt x="900004" y="335920"/>
                  </a:cubicBezTo>
                  <a:close/>
                </a:path>
              </a:pathLst>
            </a:custGeom>
            <a:solidFill>
              <a:srgbClr val="309302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2">
              <a:extLst>
                <a:ext uri="{FF2B5EF4-FFF2-40B4-BE49-F238E27FC236}">
                  <a16:creationId xmlns:a16="http://schemas.microsoft.com/office/drawing/2014/main" id="{4F074287-96CE-B0A6-7CAD-E89E5AD4690A}"/>
                </a:ext>
              </a:extLst>
            </p:cNvPr>
            <p:cNvSpPr/>
            <p:nvPr/>
          </p:nvSpPr>
          <p:spPr>
            <a:xfrm>
              <a:off x="3094446" y="1768650"/>
              <a:ext cx="2643407" cy="2716951"/>
            </a:xfrm>
            <a:custGeom>
              <a:avLst/>
              <a:gdLst>
                <a:gd name="connsiteX0" fmla="*/ 0 w 1001485"/>
                <a:gd name="connsiteY0" fmla="*/ 0 h 638629"/>
                <a:gd name="connsiteX1" fmla="*/ 1001485 w 1001485"/>
                <a:gd name="connsiteY1" fmla="*/ 0 h 638629"/>
                <a:gd name="connsiteX2" fmla="*/ 1001485 w 1001485"/>
                <a:gd name="connsiteY2" fmla="*/ 638629 h 638629"/>
                <a:gd name="connsiteX3" fmla="*/ 0 w 1001485"/>
                <a:gd name="connsiteY3" fmla="*/ 638629 h 638629"/>
                <a:gd name="connsiteX4" fmla="*/ 0 w 1001485"/>
                <a:gd name="connsiteY4" fmla="*/ 0 h 638629"/>
                <a:gd name="connsiteX0" fmla="*/ 246743 w 1248228"/>
                <a:gd name="connsiteY0" fmla="*/ 0 h 914401"/>
                <a:gd name="connsiteX1" fmla="*/ 1248228 w 1248228"/>
                <a:gd name="connsiteY1" fmla="*/ 0 h 914401"/>
                <a:gd name="connsiteX2" fmla="*/ 1248228 w 1248228"/>
                <a:gd name="connsiteY2" fmla="*/ 638629 h 914401"/>
                <a:gd name="connsiteX3" fmla="*/ 0 w 1248228"/>
                <a:gd name="connsiteY3" fmla="*/ 914401 h 914401"/>
                <a:gd name="connsiteX4" fmla="*/ 246743 w 1248228"/>
                <a:gd name="connsiteY4" fmla="*/ 0 h 914401"/>
                <a:gd name="connsiteX0" fmla="*/ 457977 w 1459462"/>
                <a:gd name="connsiteY0" fmla="*/ 43543 h 957944"/>
                <a:gd name="connsiteX1" fmla="*/ 1459462 w 1459462"/>
                <a:gd name="connsiteY1" fmla="*/ 43543 h 957944"/>
                <a:gd name="connsiteX2" fmla="*/ 1459462 w 1459462"/>
                <a:gd name="connsiteY2" fmla="*/ 682172 h 957944"/>
                <a:gd name="connsiteX3" fmla="*/ 211234 w 1459462"/>
                <a:gd name="connsiteY3" fmla="*/ 957944 h 957944"/>
                <a:gd name="connsiteX4" fmla="*/ 8034 w 1459462"/>
                <a:gd name="connsiteY4" fmla="*/ 0 h 957944"/>
                <a:gd name="connsiteX5" fmla="*/ 457977 w 1459462"/>
                <a:gd name="connsiteY5" fmla="*/ 43543 h 957944"/>
                <a:gd name="connsiteX0" fmla="*/ 516034 w 1459462"/>
                <a:gd name="connsiteY0" fmla="*/ 0 h 1915887"/>
                <a:gd name="connsiteX1" fmla="*/ 1459462 w 1459462"/>
                <a:gd name="connsiteY1" fmla="*/ 1001486 h 1915887"/>
                <a:gd name="connsiteX2" fmla="*/ 1459462 w 1459462"/>
                <a:gd name="connsiteY2" fmla="*/ 1640115 h 1915887"/>
                <a:gd name="connsiteX3" fmla="*/ 211234 w 1459462"/>
                <a:gd name="connsiteY3" fmla="*/ 1915887 h 1915887"/>
                <a:gd name="connsiteX4" fmla="*/ 8034 w 1459462"/>
                <a:gd name="connsiteY4" fmla="*/ 957943 h 1915887"/>
                <a:gd name="connsiteX5" fmla="*/ 516034 w 1459462"/>
                <a:gd name="connsiteY5" fmla="*/ 0 h 1915887"/>
                <a:gd name="connsiteX0" fmla="*/ 516034 w 1488491"/>
                <a:gd name="connsiteY0" fmla="*/ 153248 h 2069135"/>
                <a:gd name="connsiteX1" fmla="*/ 1488491 w 1488491"/>
                <a:gd name="connsiteY1" fmla="*/ 37135 h 2069135"/>
                <a:gd name="connsiteX2" fmla="*/ 1459462 w 1488491"/>
                <a:gd name="connsiteY2" fmla="*/ 1154734 h 2069135"/>
                <a:gd name="connsiteX3" fmla="*/ 1459462 w 1488491"/>
                <a:gd name="connsiteY3" fmla="*/ 1793363 h 2069135"/>
                <a:gd name="connsiteX4" fmla="*/ 211234 w 1488491"/>
                <a:gd name="connsiteY4" fmla="*/ 2069135 h 2069135"/>
                <a:gd name="connsiteX5" fmla="*/ 8034 w 1488491"/>
                <a:gd name="connsiteY5" fmla="*/ 1111191 h 2069135"/>
                <a:gd name="connsiteX6" fmla="*/ 516034 w 1488491"/>
                <a:gd name="connsiteY6" fmla="*/ 153248 h 2069135"/>
                <a:gd name="connsiteX0" fmla="*/ 516034 w 2069062"/>
                <a:gd name="connsiteY0" fmla="*/ 153248 h 2069135"/>
                <a:gd name="connsiteX1" fmla="*/ 1488491 w 2069062"/>
                <a:gd name="connsiteY1" fmla="*/ 37135 h 2069135"/>
                <a:gd name="connsiteX2" fmla="*/ 2069062 w 2069062"/>
                <a:gd name="connsiteY2" fmla="*/ 603191 h 2069135"/>
                <a:gd name="connsiteX3" fmla="*/ 1459462 w 2069062"/>
                <a:gd name="connsiteY3" fmla="*/ 1793363 h 2069135"/>
                <a:gd name="connsiteX4" fmla="*/ 211234 w 2069062"/>
                <a:gd name="connsiteY4" fmla="*/ 2069135 h 2069135"/>
                <a:gd name="connsiteX5" fmla="*/ 8034 w 2069062"/>
                <a:gd name="connsiteY5" fmla="*/ 1111191 h 2069135"/>
                <a:gd name="connsiteX6" fmla="*/ 516034 w 2069062"/>
                <a:gd name="connsiteY6" fmla="*/ 153248 h 2069135"/>
                <a:gd name="connsiteX0" fmla="*/ 516034 w 2195583"/>
                <a:gd name="connsiteY0" fmla="*/ 153248 h 2069135"/>
                <a:gd name="connsiteX1" fmla="*/ 1488491 w 2195583"/>
                <a:gd name="connsiteY1" fmla="*/ 37135 h 2069135"/>
                <a:gd name="connsiteX2" fmla="*/ 2069062 w 2195583"/>
                <a:gd name="connsiteY2" fmla="*/ 603191 h 2069135"/>
                <a:gd name="connsiteX3" fmla="*/ 2170661 w 2195583"/>
                <a:gd name="connsiteY3" fmla="*/ 1415992 h 2069135"/>
                <a:gd name="connsiteX4" fmla="*/ 1459462 w 2195583"/>
                <a:gd name="connsiteY4" fmla="*/ 1793363 h 2069135"/>
                <a:gd name="connsiteX5" fmla="*/ 211234 w 2195583"/>
                <a:gd name="connsiteY5" fmla="*/ 2069135 h 2069135"/>
                <a:gd name="connsiteX6" fmla="*/ 8034 w 2195583"/>
                <a:gd name="connsiteY6" fmla="*/ 1111191 h 2069135"/>
                <a:gd name="connsiteX7" fmla="*/ 516034 w 2195583"/>
                <a:gd name="connsiteY7" fmla="*/ 153248 h 2069135"/>
                <a:gd name="connsiteX0" fmla="*/ 516034 w 2195583"/>
                <a:gd name="connsiteY0" fmla="*/ 153248 h 2359420"/>
                <a:gd name="connsiteX1" fmla="*/ 1488491 w 2195583"/>
                <a:gd name="connsiteY1" fmla="*/ 37135 h 2359420"/>
                <a:gd name="connsiteX2" fmla="*/ 2069062 w 2195583"/>
                <a:gd name="connsiteY2" fmla="*/ 603191 h 2359420"/>
                <a:gd name="connsiteX3" fmla="*/ 2170661 w 2195583"/>
                <a:gd name="connsiteY3" fmla="*/ 1415992 h 2359420"/>
                <a:gd name="connsiteX4" fmla="*/ 1227233 w 2195583"/>
                <a:gd name="connsiteY4" fmla="*/ 2359420 h 2359420"/>
                <a:gd name="connsiteX5" fmla="*/ 211234 w 2195583"/>
                <a:gd name="connsiteY5" fmla="*/ 2069135 h 2359420"/>
                <a:gd name="connsiteX6" fmla="*/ 8034 w 2195583"/>
                <a:gd name="connsiteY6" fmla="*/ 1111191 h 2359420"/>
                <a:gd name="connsiteX7" fmla="*/ 516034 w 2195583"/>
                <a:gd name="connsiteY7" fmla="*/ 153248 h 2359420"/>
                <a:gd name="connsiteX0" fmla="*/ 801193 w 2480742"/>
                <a:gd name="connsiteY0" fmla="*/ 153248 h 2359420"/>
                <a:gd name="connsiteX1" fmla="*/ 1773650 w 2480742"/>
                <a:gd name="connsiteY1" fmla="*/ 37135 h 2359420"/>
                <a:gd name="connsiteX2" fmla="*/ 2354221 w 2480742"/>
                <a:gd name="connsiteY2" fmla="*/ 603191 h 2359420"/>
                <a:gd name="connsiteX3" fmla="*/ 2455820 w 2480742"/>
                <a:gd name="connsiteY3" fmla="*/ 1415992 h 2359420"/>
                <a:gd name="connsiteX4" fmla="*/ 1512392 w 2480742"/>
                <a:gd name="connsiteY4" fmla="*/ 2359420 h 2359420"/>
                <a:gd name="connsiteX5" fmla="*/ 496393 w 2480742"/>
                <a:gd name="connsiteY5" fmla="*/ 2069135 h 2359420"/>
                <a:gd name="connsiteX6" fmla="*/ 293193 w 2480742"/>
                <a:gd name="connsiteY6" fmla="*/ 1111191 h 2359420"/>
                <a:gd name="connsiteX7" fmla="*/ 801193 w 2480742"/>
                <a:gd name="connsiteY7" fmla="*/ 153248 h 2359420"/>
                <a:gd name="connsiteX0" fmla="*/ 751841 w 2431390"/>
                <a:gd name="connsiteY0" fmla="*/ 153248 h 2359420"/>
                <a:gd name="connsiteX1" fmla="*/ 1724298 w 2431390"/>
                <a:gd name="connsiteY1" fmla="*/ 37135 h 2359420"/>
                <a:gd name="connsiteX2" fmla="*/ 2304869 w 2431390"/>
                <a:gd name="connsiteY2" fmla="*/ 603191 h 2359420"/>
                <a:gd name="connsiteX3" fmla="*/ 2406468 w 2431390"/>
                <a:gd name="connsiteY3" fmla="*/ 1415992 h 2359420"/>
                <a:gd name="connsiteX4" fmla="*/ 1463040 w 2431390"/>
                <a:gd name="connsiteY4" fmla="*/ 2359420 h 2359420"/>
                <a:gd name="connsiteX5" fmla="*/ 447041 w 2431390"/>
                <a:gd name="connsiteY5" fmla="*/ 2069135 h 2359420"/>
                <a:gd name="connsiteX6" fmla="*/ 243841 w 2431390"/>
                <a:gd name="connsiteY6" fmla="*/ 1111191 h 2359420"/>
                <a:gd name="connsiteX7" fmla="*/ 751841 w 2431390"/>
                <a:gd name="connsiteY7" fmla="*/ 153248 h 2359420"/>
                <a:gd name="connsiteX0" fmla="*/ 751841 w 2431390"/>
                <a:gd name="connsiteY0" fmla="*/ 153248 h 2359420"/>
                <a:gd name="connsiteX1" fmla="*/ 1724298 w 2431390"/>
                <a:gd name="connsiteY1" fmla="*/ 37135 h 2359420"/>
                <a:gd name="connsiteX2" fmla="*/ 2304869 w 2431390"/>
                <a:gd name="connsiteY2" fmla="*/ 603191 h 2359420"/>
                <a:gd name="connsiteX3" fmla="*/ 2406468 w 2431390"/>
                <a:gd name="connsiteY3" fmla="*/ 1415992 h 2359420"/>
                <a:gd name="connsiteX4" fmla="*/ 1463040 w 2431390"/>
                <a:gd name="connsiteY4" fmla="*/ 2359420 h 2359420"/>
                <a:gd name="connsiteX5" fmla="*/ 447041 w 2431390"/>
                <a:gd name="connsiteY5" fmla="*/ 2069135 h 2359420"/>
                <a:gd name="connsiteX6" fmla="*/ 243841 w 2431390"/>
                <a:gd name="connsiteY6" fmla="*/ 1111191 h 2359420"/>
                <a:gd name="connsiteX7" fmla="*/ 751841 w 2431390"/>
                <a:gd name="connsiteY7" fmla="*/ 153248 h 2359420"/>
                <a:gd name="connsiteX0" fmla="*/ 751841 w 2431390"/>
                <a:gd name="connsiteY0" fmla="*/ 335920 h 2542092"/>
                <a:gd name="connsiteX1" fmla="*/ 1724298 w 2431390"/>
                <a:gd name="connsiteY1" fmla="*/ 219807 h 2542092"/>
                <a:gd name="connsiteX2" fmla="*/ 2304869 w 2431390"/>
                <a:gd name="connsiteY2" fmla="*/ 785863 h 2542092"/>
                <a:gd name="connsiteX3" fmla="*/ 2406468 w 2431390"/>
                <a:gd name="connsiteY3" fmla="*/ 1598664 h 2542092"/>
                <a:gd name="connsiteX4" fmla="*/ 1463040 w 2431390"/>
                <a:gd name="connsiteY4" fmla="*/ 2542092 h 2542092"/>
                <a:gd name="connsiteX5" fmla="*/ 447041 w 2431390"/>
                <a:gd name="connsiteY5" fmla="*/ 2251807 h 2542092"/>
                <a:gd name="connsiteX6" fmla="*/ 243841 w 2431390"/>
                <a:gd name="connsiteY6" fmla="*/ 1293863 h 2542092"/>
                <a:gd name="connsiteX7" fmla="*/ 751841 w 2431390"/>
                <a:gd name="connsiteY7" fmla="*/ 335920 h 2542092"/>
                <a:gd name="connsiteX0" fmla="*/ 751841 w 2431390"/>
                <a:gd name="connsiteY0" fmla="*/ 335920 h 2542092"/>
                <a:gd name="connsiteX1" fmla="*/ 1724298 w 2431390"/>
                <a:gd name="connsiteY1" fmla="*/ 219807 h 2542092"/>
                <a:gd name="connsiteX2" fmla="*/ 2304869 w 2431390"/>
                <a:gd name="connsiteY2" fmla="*/ 785863 h 2542092"/>
                <a:gd name="connsiteX3" fmla="*/ 2406468 w 2431390"/>
                <a:gd name="connsiteY3" fmla="*/ 1598664 h 2542092"/>
                <a:gd name="connsiteX4" fmla="*/ 1463040 w 2431390"/>
                <a:gd name="connsiteY4" fmla="*/ 2542092 h 2542092"/>
                <a:gd name="connsiteX5" fmla="*/ 447041 w 2431390"/>
                <a:gd name="connsiteY5" fmla="*/ 2251807 h 2542092"/>
                <a:gd name="connsiteX6" fmla="*/ 243841 w 2431390"/>
                <a:gd name="connsiteY6" fmla="*/ 1293863 h 2542092"/>
                <a:gd name="connsiteX7" fmla="*/ 751841 w 2431390"/>
                <a:gd name="connsiteY7" fmla="*/ 335920 h 2542092"/>
                <a:gd name="connsiteX0" fmla="*/ 751841 w 2431390"/>
                <a:gd name="connsiteY0" fmla="*/ 335920 h 2542092"/>
                <a:gd name="connsiteX1" fmla="*/ 1724298 w 2431390"/>
                <a:gd name="connsiteY1" fmla="*/ 219807 h 2542092"/>
                <a:gd name="connsiteX2" fmla="*/ 2304869 w 2431390"/>
                <a:gd name="connsiteY2" fmla="*/ 785863 h 2542092"/>
                <a:gd name="connsiteX3" fmla="*/ 2406468 w 2431390"/>
                <a:gd name="connsiteY3" fmla="*/ 1598664 h 2542092"/>
                <a:gd name="connsiteX4" fmla="*/ 1463040 w 2431390"/>
                <a:gd name="connsiteY4" fmla="*/ 2542092 h 2542092"/>
                <a:gd name="connsiteX5" fmla="*/ 447041 w 2431390"/>
                <a:gd name="connsiteY5" fmla="*/ 2251807 h 2542092"/>
                <a:gd name="connsiteX6" fmla="*/ 243841 w 2431390"/>
                <a:gd name="connsiteY6" fmla="*/ 1293863 h 2542092"/>
                <a:gd name="connsiteX7" fmla="*/ 751841 w 2431390"/>
                <a:gd name="connsiteY7" fmla="*/ 335920 h 2542092"/>
                <a:gd name="connsiteX0" fmla="*/ 751841 w 2643407"/>
                <a:gd name="connsiteY0" fmla="*/ 335920 h 2542092"/>
                <a:gd name="connsiteX1" fmla="*/ 1724298 w 2643407"/>
                <a:gd name="connsiteY1" fmla="*/ 219807 h 2542092"/>
                <a:gd name="connsiteX2" fmla="*/ 2304869 w 2643407"/>
                <a:gd name="connsiteY2" fmla="*/ 785863 h 2542092"/>
                <a:gd name="connsiteX3" fmla="*/ 2406468 w 2643407"/>
                <a:gd name="connsiteY3" fmla="*/ 1598664 h 2542092"/>
                <a:gd name="connsiteX4" fmla="*/ 1463040 w 2643407"/>
                <a:gd name="connsiteY4" fmla="*/ 2542092 h 2542092"/>
                <a:gd name="connsiteX5" fmla="*/ 447041 w 2643407"/>
                <a:gd name="connsiteY5" fmla="*/ 2251807 h 2542092"/>
                <a:gd name="connsiteX6" fmla="*/ 243841 w 2643407"/>
                <a:gd name="connsiteY6" fmla="*/ 1293863 h 2542092"/>
                <a:gd name="connsiteX7" fmla="*/ 751841 w 2643407"/>
                <a:gd name="connsiteY7" fmla="*/ 335920 h 2542092"/>
                <a:gd name="connsiteX0" fmla="*/ 751841 w 2643407"/>
                <a:gd name="connsiteY0" fmla="*/ 335920 h 2545648"/>
                <a:gd name="connsiteX1" fmla="*/ 1724298 w 2643407"/>
                <a:gd name="connsiteY1" fmla="*/ 219807 h 2545648"/>
                <a:gd name="connsiteX2" fmla="*/ 2304869 w 2643407"/>
                <a:gd name="connsiteY2" fmla="*/ 785863 h 2545648"/>
                <a:gd name="connsiteX3" fmla="*/ 2406468 w 2643407"/>
                <a:gd name="connsiteY3" fmla="*/ 1598664 h 2545648"/>
                <a:gd name="connsiteX4" fmla="*/ 1463040 w 2643407"/>
                <a:gd name="connsiteY4" fmla="*/ 2542092 h 2545648"/>
                <a:gd name="connsiteX5" fmla="*/ 447041 w 2643407"/>
                <a:gd name="connsiteY5" fmla="*/ 2251807 h 2545648"/>
                <a:gd name="connsiteX6" fmla="*/ 243841 w 2643407"/>
                <a:gd name="connsiteY6" fmla="*/ 1293863 h 2545648"/>
                <a:gd name="connsiteX7" fmla="*/ 751841 w 2643407"/>
                <a:gd name="connsiteY7" fmla="*/ 335920 h 2545648"/>
                <a:gd name="connsiteX0" fmla="*/ 751841 w 2643407"/>
                <a:gd name="connsiteY0" fmla="*/ 335920 h 2545880"/>
                <a:gd name="connsiteX1" fmla="*/ 1724298 w 2643407"/>
                <a:gd name="connsiteY1" fmla="*/ 219807 h 2545880"/>
                <a:gd name="connsiteX2" fmla="*/ 2304869 w 2643407"/>
                <a:gd name="connsiteY2" fmla="*/ 785863 h 2545880"/>
                <a:gd name="connsiteX3" fmla="*/ 2406468 w 2643407"/>
                <a:gd name="connsiteY3" fmla="*/ 1598664 h 2545880"/>
                <a:gd name="connsiteX4" fmla="*/ 1463040 w 2643407"/>
                <a:gd name="connsiteY4" fmla="*/ 2542092 h 2545880"/>
                <a:gd name="connsiteX5" fmla="*/ 447041 w 2643407"/>
                <a:gd name="connsiteY5" fmla="*/ 2251807 h 2545880"/>
                <a:gd name="connsiteX6" fmla="*/ 243841 w 2643407"/>
                <a:gd name="connsiteY6" fmla="*/ 1293863 h 2545880"/>
                <a:gd name="connsiteX7" fmla="*/ 751841 w 2643407"/>
                <a:gd name="connsiteY7" fmla="*/ 335920 h 2545880"/>
                <a:gd name="connsiteX0" fmla="*/ 751841 w 2643407"/>
                <a:gd name="connsiteY0" fmla="*/ 335920 h 2543048"/>
                <a:gd name="connsiteX1" fmla="*/ 1724298 w 2643407"/>
                <a:gd name="connsiteY1" fmla="*/ 219807 h 2543048"/>
                <a:gd name="connsiteX2" fmla="*/ 2304869 w 2643407"/>
                <a:gd name="connsiteY2" fmla="*/ 785863 h 2543048"/>
                <a:gd name="connsiteX3" fmla="*/ 2406468 w 2643407"/>
                <a:gd name="connsiteY3" fmla="*/ 1598664 h 2543048"/>
                <a:gd name="connsiteX4" fmla="*/ 1463040 w 2643407"/>
                <a:gd name="connsiteY4" fmla="*/ 2542092 h 2543048"/>
                <a:gd name="connsiteX5" fmla="*/ 447041 w 2643407"/>
                <a:gd name="connsiteY5" fmla="*/ 2251807 h 2543048"/>
                <a:gd name="connsiteX6" fmla="*/ 243841 w 2643407"/>
                <a:gd name="connsiteY6" fmla="*/ 1293863 h 2543048"/>
                <a:gd name="connsiteX7" fmla="*/ 751841 w 2643407"/>
                <a:gd name="connsiteY7" fmla="*/ 335920 h 2543048"/>
                <a:gd name="connsiteX0" fmla="*/ 751841 w 2643407"/>
                <a:gd name="connsiteY0" fmla="*/ 335920 h 2543015"/>
                <a:gd name="connsiteX1" fmla="*/ 1724298 w 2643407"/>
                <a:gd name="connsiteY1" fmla="*/ 219807 h 2543015"/>
                <a:gd name="connsiteX2" fmla="*/ 2304869 w 2643407"/>
                <a:gd name="connsiteY2" fmla="*/ 785863 h 2543015"/>
                <a:gd name="connsiteX3" fmla="*/ 2406468 w 2643407"/>
                <a:gd name="connsiteY3" fmla="*/ 1598664 h 2543015"/>
                <a:gd name="connsiteX4" fmla="*/ 1463040 w 2643407"/>
                <a:gd name="connsiteY4" fmla="*/ 2542092 h 2543015"/>
                <a:gd name="connsiteX5" fmla="*/ 447041 w 2643407"/>
                <a:gd name="connsiteY5" fmla="*/ 2251807 h 2543015"/>
                <a:gd name="connsiteX6" fmla="*/ 243841 w 2643407"/>
                <a:gd name="connsiteY6" fmla="*/ 1293863 h 2543015"/>
                <a:gd name="connsiteX7" fmla="*/ 751841 w 2643407"/>
                <a:gd name="connsiteY7" fmla="*/ 335920 h 2543015"/>
                <a:gd name="connsiteX0" fmla="*/ 751841 w 2643407"/>
                <a:gd name="connsiteY0" fmla="*/ 335920 h 2710275"/>
                <a:gd name="connsiteX1" fmla="*/ 1724298 w 2643407"/>
                <a:gd name="connsiteY1" fmla="*/ 219807 h 2710275"/>
                <a:gd name="connsiteX2" fmla="*/ 2304869 w 2643407"/>
                <a:gd name="connsiteY2" fmla="*/ 785863 h 2710275"/>
                <a:gd name="connsiteX3" fmla="*/ 2406468 w 2643407"/>
                <a:gd name="connsiteY3" fmla="*/ 1598664 h 2710275"/>
                <a:gd name="connsiteX4" fmla="*/ 1463040 w 2643407"/>
                <a:gd name="connsiteY4" fmla="*/ 2542092 h 2710275"/>
                <a:gd name="connsiteX5" fmla="*/ 447041 w 2643407"/>
                <a:gd name="connsiteY5" fmla="*/ 2251807 h 2710275"/>
                <a:gd name="connsiteX6" fmla="*/ 243841 w 2643407"/>
                <a:gd name="connsiteY6" fmla="*/ 1293863 h 2710275"/>
                <a:gd name="connsiteX7" fmla="*/ 751841 w 2643407"/>
                <a:gd name="connsiteY7" fmla="*/ 335920 h 2710275"/>
                <a:gd name="connsiteX0" fmla="*/ 751841 w 2643407"/>
                <a:gd name="connsiteY0" fmla="*/ 335920 h 2716951"/>
                <a:gd name="connsiteX1" fmla="*/ 1724298 w 2643407"/>
                <a:gd name="connsiteY1" fmla="*/ 219807 h 2716951"/>
                <a:gd name="connsiteX2" fmla="*/ 2304869 w 2643407"/>
                <a:gd name="connsiteY2" fmla="*/ 785863 h 2716951"/>
                <a:gd name="connsiteX3" fmla="*/ 2406468 w 2643407"/>
                <a:gd name="connsiteY3" fmla="*/ 1598664 h 2716951"/>
                <a:gd name="connsiteX4" fmla="*/ 1463040 w 2643407"/>
                <a:gd name="connsiteY4" fmla="*/ 2542092 h 2716951"/>
                <a:gd name="connsiteX5" fmla="*/ 447041 w 2643407"/>
                <a:gd name="connsiteY5" fmla="*/ 2251807 h 2716951"/>
                <a:gd name="connsiteX6" fmla="*/ 243841 w 2643407"/>
                <a:gd name="connsiteY6" fmla="*/ 1293863 h 2716951"/>
                <a:gd name="connsiteX7" fmla="*/ 751841 w 2643407"/>
                <a:gd name="connsiteY7" fmla="*/ 335920 h 2716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43407" h="2716951">
                  <a:moveTo>
                    <a:pt x="751841" y="335920"/>
                  </a:moveTo>
                  <a:cubicBezTo>
                    <a:pt x="1117238" y="-231104"/>
                    <a:pt x="1564641" y="55311"/>
                    <a:pt x="1724298" y="219807"/>
                  </a:cubicBezTo>
                  <a:cubicBezTo>
                    <a:pt x="2344542" y="339912"/>
                    <a:pt x="2111345" y="597178"/>
                    <a:pt x="2304869" y="785863"/>
                  </a:cubicBezTo>
                  <a:cubicBezTo>
                    <a:pt x="2927894" y="1092962"/>
                    <a:pt x="2522583" y="1390625"/>
                    <a:pt x="2406468" y="1598664"/>
                  </a:cubicBezTo>
                  <a:cubicBezTo>
                    <a:pt x="2488232" y="1936000"/>
                    <a:pt x="2562376" y="2570516"/>
                    <a:pt x="1463040" y="2542092"/>
                  </a:cubicBezTo>
                  <a:cubicBezTo>
                    <a:pt x="1200574" y="2468190"/>
                    <a:pt x="739987" y="3141049"/>
                    <a:pt x="447041" y="2251807"/>
                  </a:cubicBezTo>
                  <a:cubicBezTo>
                    <a:pt x="509936" y="2048607"/>
                    <a:pt x="-428654" y="2205723"/>
                    <a:pt x="243841" y="1293863"/>
                  </a:cubicBezTo>
                  <a:cubicBezTo>
                    <a:pt x="-51646" y="296369"/>
                    <a:pt x="521548" y="655234"/>
                    <a:pt x="751841" y="335920"/>
                  </a:cubicBezTo>
                  <a:close/>
                </a:path>
              </a:pathLst>
            </a:custGeom>
            <a:solidFill>
              <a:srgbClr val="309302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2">
              <a:extLst>
                <a:ext uri="{FF2B5EF4-FFF2-40B4-BE49-F238E27FC236}">
                  <a16:creationId xmlns:a16="http://schemas.microsoft.com/office/drawing/2014/main" id="{1C0540EF-B182-2ED6-06F4-8E84AAE0F85B}"/>
                </a:ext>
              </a:extLst>
            </p:cNvPr>
            <p:cNvSpPr/>
            <p:nvPr/>
          </p:nvSpPr>
          <p:spPr>
            <a:xfrm rot="2375296">
              <a:off x="5020726" y="2733572"/>
              <a:ext cx="2158992" cy="2307350"/>
            </a:xfrm>
            <a:custGeom>
              <a:avLst/>
              <a:gdLst>
                <a:gd name="connsiteX0" fmla="*/ 0 w 1001485"/>
                <a:gd name="connsiteY0" fmla="*/ 0 h 638629"/>
                <a:gd name="connsiteX1" fmla="*/ 1001485 w 1001485"/>
                <a:gd name="connsiteY1" fmla="*/ 0 h 638629"/>
                <a:gd name="connsiteX2" fmla="*/ 1001485 w 1001485"/>
                <a:gd name="connsiteY2" fmla="*/ 638629 h 638629"/>
                <a:gd name="connsiteX3" fmla="*/ 0 w 1001485"/>
                <a:gd name="connsiteY3" fmla="*/ 638629 h 638629"/>
                <a:gd name="connsiteX4" fmla="*/ 0 w 1001485"/>
                <a:gd name="connsiteY4" fmla="*/ 0 h 638629"/>
                <a:gd name="connsiteX0" fmla="*/ 246743 w 1248228"/>
                <a:gd name="connsiteY0" fmla="*/ 0 h 914401"/>
                <a:gd name="connsiteX1" fmla="*/ 1248228 w 1248228"/>
                <a:gd name="connsiteY1" fmla="*/ 0 h 914401"/>
                <a:gd name="connsiteX2" fmla="*/ 1248228 w 1248228"/>
                <a:gd name="connsiteY2" fmla="*/ 638629 h 914401"/>
                <a:gd name="connsiteX3" fmla="*/ 0 w 1248228"/>
                <a:gd name="connsiteY3" fmla="*/ 914401 h 914401"/>
                <a:gd name="connsiteX4" fmla="*/ 246743 w 1248228"/>
                <a:gd name="connsiteY4" fmla="*/ 0 h 914401"/>
                <a:gd name="connsiteX0" fmla="*/ 457977 w 1459462"/>
                <a:gd name="connsiteY0" fmla="*/ 43543 h 957944"/>
                <a:gd name="connsiteX1" fmla="*/ 1459462 w 1459462"/>
                <a:gd name="connsiteY1" fmla="*/ 43543 h 957944"/>
                <a:gd name="connsiteX2" fmla="*/ 1459462 w 1459462"/>
                <a:gd name="connsiteY2" fmla="*/ 682172 h 957944"/>
                <a:gd name="connsiteX3" fmla="*/ 211234 w 1459462"/>
                <a:gd name="connsiteY3" fmla="*/ 957944 h 957944"/>
                <a:gd name="connsiteX4" fmla="*/ 8034 w 1459462"/>
                <a:gd name="connsiteY4" fmla="*/ 0 h 957944"/>
                <a:gd name="connsiteX5" fmla="*/ 457977 w 1459462"/>
                <a:gd name="connsiteY5" fmla="*/ 43543 h 957944"/>
                <a:gd name="connsiteX0" fmla="*/ 516034 w 1459462"/>
                <a:gd name="connsiteY0" fmla="*/ 0 h 1915887"/>
                <a:gd name="connsiteX1" fmla="*/ 1459462 w 1459462"/>
                <a:gd name="connsiteY1" fmla="*/ 1001486 h 1915887"/>
                <a:gd name="connsiteX2" fmla="*/ 1459462 w 1459462"/>
                <a:gd name="connsiteY2" fmla="*/ 1640115 h 1915887"/>
                <a:gd name="connsiteX3" fmla="*/ 211234 w 1459462"/>
                <a:gd name="connsiteY3" fmla="*/ 1915887 h 1915887"/>
                <a:gd name="connsiteX4" fmla="*/ 8034 w 1459462"/>
                <a:gd name="connsiteY4" fmla="*/ 957943 h 1915887"/>
                <a:gd name="connsiteX5" fmla="*/ 516034 w 1459462"/>
                <a:gd name="connsiteY5" fmla="*/ 0 h 1915887"/>
                <a:gd name="connsiteX0" fmla="*/ 516034 w 1488491"/>
                <a:gd name="connsiteY0" fmla="*/ 153248 h 2069135"/>
                <a:gd name="connsiteX1" fmla="*/ 1488491 w 1488491"/>
                <a:gd name="connsiteY1" fmla="*/ 37135 h 2069135"/>
                <a:gd name="connsiteX2" fmla="*/ 1459462 w 1488491"/>
                <a:gd name="connsiteY2" fmla="*/ 1154734 h 2069135"/>
                <a:gd name="connsiteX3" fmla="*/ 1459462 w 1488491"/>
                <a:gd name="connsiteY3" fmla="*/ 1793363 h 2069135"/>
                <a:gd name="connsiteX4" fmla="*/ 211234 w 1488491"/>
                <a:gd name="connsiteY4" fmla="*/ 2069135 h 2069135"/>
                <a:gd name="connsiteX5" fmla="*/ 8034 w 1488491"/>
                <a:gd name="connsiteY5" fmla="*/ 1111191 h 2069135"/>
                <a:gd name="connsiteX6" fmla="*/ 516034 w 1488491"/>
                <a:gd name="connsiteY6" fmla="*/ 153248 h 2069135"/>
                <a:gd name="connsiteX0" fmla="*/ 516034 w 2069062"/>
                <a:gd name="connsiteY0" fmla="*/ 153248 h 2069135"/>
                <a:gd name="connsiteX1" fmla="*/ 1488491 w 2069062"/>
                <a:gd name="connsiteY1" fmla="*/ 37135 h 2069135"/>
                <a:gd name="connsiteX2" fmla="*/ 2069062 w 2069062"/>
                <a:gd name="connsiteY2" fmla="*/ 603191 h 2069135"/>
                <a:gd name="connsiteX3" fmla="*/ 1459462 w 2069062"/>
                <a:gd name="connsiteY3" fmla="*/ 1793363 h 2069135"/>
                <a:gd name="connsiteX4" fmla="*/ 211234 w 2069062"/>
                <a:gd name="connsiteY4" fmla="*/ 2069135 h 2069135"/>
                <a:gd name="connsiteX5" fmla="*/ 8034 w 2069062"/>
                <a:gd name="connsiteY5" fmla="*/ 1111191 h 2069135"/>
                <a:gd name="connsiteX6" fmla="*/ 516034 w 2069062"/>
                <a:gd name="connsiteY6" fmla="*/ 153248 h 2069135"/>
                <a:gd name="connsiteX0" fmla="*/ 516034 w 2195583"/>
                <a:gd name="connsiteY0" fmla="*/ 153248 h 2069135"/>
                <a:gd name="connsiteX1" fmla="*/ 1488491 w 2195583"/>
                <a:gd name="connsiteY1" fmla="*/ 37135 h 2069135"/>
                <a:gd name="connsiteX2" fmla="*/ 2069062 w 2195583"/>
                <a:gd name="connsiteY2" fmla="*/ 603191 h 2069135"/>
                <a:gd name="connsiteX3" fmla="*/ 2170661 w 2195583"/>
                <a:gd name="connsiteY3" fmla="*/ 1415992 h 2069135"/>
                <a:gd name="connsiteX4" fmla="*/ 1459462 w 2195583"/>
                <a:gd name="connsiteY4" fmla="*/ 1793363 h 2069135"/>
                <a:gd name="connsiteX5" fmla="*/ 211234 w 2195583"/>
                <a:gd name="connsiteY5" fmla="*/ 2069135 h 2069135"/>
                <a:gd name="connsiteX6" fmla="*/ 8034 w 2195583"/>
                <a:gd name="connsiteY6" fmla="*/ 1111191 h 2069135"/>
                <a:gd name="connsiteX7" fmla="*/ 516034 w 2195583"/>
                <a:gd name="connsiteY7" fmla="*/ 153248 h 2069135"/>
                <a:gd name="connsiteX0" fmla="*/ 516034 w 2195583"/>
                <a:gd name="connsiteY0" fmla="*/ 153248 h 2359420"/>
                <a:gd name="connsiteX1" fmla="*/ 1488491 w 2195583"/>
                <a:gd name="connsiteY1" fmla="*/ 37135 h 2359420"/>
                <a:gd name="connsiteX2" fmla="*/ 2069062 w 2195583"/>
                <a:gd name="connsiteY2" fmla="*/ 603191 h 2359420"/>
                <a:gd name="connsiteX3" fmla="*/ 2170661 w 2195583"/>
                <a:gd name="connsiteY3" fmla="*/ 1415992 h 2359420"/>
                <a:gd name="connsiteX4" fmla="*/ 1227233 w 2195583"/>
                <a:gd name="connsiteY4" fmla="*/ 2359420 h 2359420"/>
                <a:gd name="connsiteX5" fmla="*/ 211234 w 2195583"/>
                <a:gd name="connsiteY5" fmla="*/ 2069135 h 2359420"/>
                <a:gd name="connsiteX6" fmla="*/ 8034 w 2195583"/>
                <a:gd name="connsiteY6" fmla="*/ 1111191 h 2359420"/>
                <a:gd name="connsiteX7" fmla="*/ 516034 w 2195583"/>
                <a:gd name="connsiteY7" fmla="*/ 153248 h 2359420"/>
                <a:gd name="connsiteX0" fmla="*/ 801193 w 2480742"/>
                <a:gd name="connsiteY0" fmla="*/ 153248 h 2359420"/>
                <a:gd name="connsiteX1" fmla="*/ 1773650 w 2480742"/>
                <a:gd name="connsiteY1" fmla="*/ 37135 h 2359420"/>
                <a:gd name="connsiteX2" fmla="*/ 2354221 w 2480742"/>
                <a:gd name="connsiteY2" fmla="*/ 603191 h 2359420"/>
                <a:gd name="connsiteX3" fmla="*/ 2455820 w 2480742"/>
                <a:gd name="connsiteY3" fmla="*/ 1415992 h 2359420"/>
                <a:gd name="connsiteX4" fmla="*/ 1512392 w 2480742"/>
                <a:gd name="connsiteY4" fmla="*/ 2359420 h 2359420"/>
                <a:gd name="connsiteX5" fmla="*/ 496393 w 2480742"/>
                <a:gd name="connsiteY5" fmla="*/ 2069135 h 2359420"/>
                <a:gd name="connsiteX6" fmla="*/ 293193 w 2480742"/>
                <a:gd name="connsiteY6" fmla="*/ 1111191 h 2359420"/>
                <a:gd name="connsiteX7" fmla="*/ 801193 w 2480742"/>
                <a:gd name="connsiteY7" fmla="*/ 153248 h 2359420"/>
                <a:gd name="connsiteX0" fmla="*/ 751841 w 2431390"/>
                <a:gd name="connsiteY0" fmla="*/ 153248 h 2359420"/>
                <a:gd name="connsiteX1" fmla="*/ 1724298 w 2431390"/>
                <a:gd name="connsiteY1" fmla="*/ 37135 h 2359420"/>
                <a:gd name="connsiteX2" fmla="*/ 2304869 w 2431390"/>
                <a:gd name="connsiteY2" fmla="*/ 603191 h 2359420"/>
                <a:gd name="connsiteX3" fmla="*/ 2406468 w 2431390"/>
                <a:gd name="connsiteY3" fmla="*/ 1415992 h 2359420"/>
                <a:gd name="connsiteX4" fmla="*/ 1463040 w 2431390"/>
                <a:gd name="connsiteY4" fmla="*/ 2359420 h 2359420"/>
                <a:gd name="connsiteX5" fmla="*/ 447041 w 2431390"/>
                <a:gd name="connsiteY5" fmla="*/ 2069135 h 2359420"/>
                <a:gd name="connsiteX6" fmla="*/ 243841 w 2431390"/>
                <a:gd name="connsiteY6" fmla="*/ 1111191 h 2359420"/>
                <a:gd name="connsiteX7" fmla="*/ 751841 w 2431390"/>
                <a:gd name="connsiteY7" fmla="*/ 153248 h 2359420"/>
                <a:gd name="connsiteX0" fmla="*/ 751841 w 2431390"/>
                <a:gd name="connsiteY0" fmla="*/ 153248 h 2359420"/>
                <a:gd name="connsiteX1" fmla="*/ 1724298 w 2431390"/>
                <a:gd name="connsiteY1" fmla="*/ 37135 h 2359420"/>
                <a:gd name="connsiteX2" fmla="*/ 2304869 w 2431390"/>
                <a:gd name="connsiteY2" fmla="*/ 603191 h 2359420"/>
                <a:gd name="connsiteX3" fmla="*/ 2406468 w 2431390"/>
                <a:gd name="connsiteY3" fmla="*/ 1415992 h 2359420"/>
                <a:gd name="connsiteX4" fmla="*/ 1463040 w 2431390"/>
                <a:gd name="connsiteY4" fmla="*/ 2359420 h 2359420"/>
                <a:gd name="connsiteX5" fmla="*/ 447041 w 2431390"/>
                <a:gd name="connsiteY5" fmla="*/ 2069135 h 2359420"/>
                <a:gd name="connsiteX6" fmla="*/ 243841 w 2431390"/>
                <a:gd name="connsiteY6" fmla="*/ 1111191 h 2359420"/>
                <a:gd name="connsiteX7" fmla="*/ 751841 w 2431390"/>
                <a:gd name="connsiteY7" fmla="*/ 153248 h 2359420"/>
                <a:gd name="connsiteX0" fmla="*/ 751841 w 2431390"/>
                <a:gd name="connsiteY0" fmla="*/ 335920 h 2542092"/>
                <a:gd name="connsiteX1" fmla="*/ 1724298 w 2431390"/>
                <a:gd name="connsiteY1" fmla="*/ 219807 h 2542092"/>
                <a:gd name="connsiteX2" fmla="*/ 2304869 w 2431390"/>
                <a:gd name="connsiteY2" fmla="*/ 785863 h 2542092"/>
                <a:gd name="connsiteX3" fmla="*/ 2406468 w 2431390"/>
                <a:gd name="connsiteY3" fmla="*/ 1598664 h 2542092"/>
                <a:gd name="connsiteX4" fmla="*/ 1463040 w 2431390"/>
                <a:gd name="connsiteY4" fmla="*/ 2542092 h 2542092"/>
                <a:gd name="connsiteX5" fmla="*/ 447041 w 2431390"/>
                <a:gd name="connsiteY5" fmla="*/ 2251807 h 2542092"/>
                <a:gd name="connsiteX6" fmla="*/ 243841 w 2431390"/>
                <a:gd name="connsiteY6" fmla="*/ 1293863 h 2542092"/>
                <a:gd name="connsiteX7" fmla="*/ 751841 w 2431390"/>
                <a:gd name="connsiteY7" fmla="*/ 335920 h 2542092"/>
                <a:gd name="connsiteX0" fmla="*/ 751841 w 2431390"/>
                <a:gd name="connsiteY0" fmla="*/ 335920 h 2542092"/>
                <a:gd name="connsiteX1" fmla="*/ 1724298 w 2431390"/>
                <a:gd name="connsiteY1" fmla="*/ 219807 h 2542092"/>
                <a:gd name="connsiteX2" fmla="*/ 2304869 w 2431390"/>
                <a:gd name="connsiteY2" fmla="*/ 785863 h 2542092"/>
                <a:gd name="connsiteX3" fmla="*/ 2406468 w 2431390"/>
                <a:gd name="connsiteY3" fmla="*/ 1598664 h 2542092"/>
                <a:gd name="connsiteX4" fmla="*/ 1463040 w 2431390"/>
                <a:gd name="connsiteY4" fmla="*/ 2542092 h 2542092"/>
                <a:gd name="connsiteX5" fmla="*/ 447041 w 2431390"/>
                <a:gd name="connsiteY5" fmla="*/ 2251807 h 2542092"/>
                <a:gd name="connsiteX6" fmla="*/ 243841 w 2431390"/>
                <a:gd name="connsiteY6" fmla="*/ 1293863 h 2542092"/>
                <a:gd name="connsiteX7" fmla="*/ 751841 w 2431390"/>
                <a:gd name="connsiteY7" fmla="*/ 335920 h 2542092"/>
                <a:gd name="connsiteX0" fmla="*/ 751841 w 2431390"/>
                <a:gd name="connsiteY0" fmla="*/ 335920 h 2542092"/>
                <a:gd name="connsiteX1" fmla="*/ 1724298 w 2431390"/>
                <a:gd name="connsiteY1" fmla="*/ 219807 h 2542092"/>
                <a:gd name="connsiteX2" fmla="*/ 2304869 w 2431390"/>
                <a:gd name="connsiteY2" fmla="*/ 785863 h 2542092"/>
                <a:gd name="connsiteX3" fmla="*/ 2406468 w 2431390"/>
                <a:gd name="connsiteY3" fmla="*/ 1598664 h 2542092"/>
                <a:gd name="connsiteX4" fmla="*/ 1463040 w 2431390"/>
                <a:gd name="connsiteY4" fmla="*/ 2542092 h 2542092"/>
                <a:gd name="connsiteX5" fmla="*/ 447041 w 2431390"/>
                <a:gd name="connsiteY5" fmla="*/ 2251807 h 2542092"/>
                <a:gd name="connsiteX6" fmla="*/ 243841 w 2431390"/>
                <a:gd name="connsiteY6" fmla="*/ 1293863 h 2542092"/>
                <a:gd name="connsiteX7" fmla="*/ 751841 w 2431390"/>
                <a:gd name="connsiteY7" fmla="*/ 335920 h 2542092"/>
                <a:gd name="connsiteX0" fmla="*/ 751841 w 2643407"/>
                <a:gd name="connsiteY0" fmla="*/ 335920 h 2542092"/>
                <a:gd name="connsiteX1" fmla="*/ 1724298 w 2643407"/>
                <a:gd name="connsiteY1" fmla="*/ 219807 h 2542092"/>
                <a:gd name="connsiteX2" fmla="*/ 2304869 w 2643407"/>
                <a:gd name="connsiteY2" fmla="*/ 785863 h 2542092"/>
                <a:gd name="connsiteX3" fmla="*/ 2406468 w 2643407"/>
                <a:gd name="connsiteY3" fmla="*/ 1598664 h 2542092"/>
                <a:gd name="connsiteX4" fmla="*/ 1463040 w 2643407"/>
                <a:gd name="connsiteY4" fmla="*/ 2542092 h 2542092"/>
                <a:gd name="connsiteX5" fmla="*/ 447041 w 2643407"/>
                <a:gd name="connsiteY5" fmla="*/ 2251807 h 2542092"/>
                <a:gd name="connsiteX6" fmla="*/ 243841 w 2643407"/>
                <a:gd name="connsiteY6" fmla="*/ 1293863 h 2542092"/>
                <a:gd name="connsiteX7" fmla="*/ 751841 w 2643407"/>
                <a:gd name="connsiteY7" fmla="*/ 335920 h 2542092"/>
                <a:gd name="connsiteX0" fmla="*/ 751841 w 2643407"/>
                <a:gd name="connsiteY0" fmla="*/ 335920 h 2545648"/>
                <a:gd name="connsiteX1" fmla="*/ 1724298 w 2643407"/>
                <a:gd name="connsiteY1" fmla="*/ 219807 h 2545648"/>
                <a:gd name="connsiteX2" fmla="*/ 2304869 w 2643407"/>
                <a:gd name="connsiteY2" fmla="*/ 785863 h 2545648"/>
                <a:gd name="connsiteX3" fmla="*/ 2406468 w 2643407"/>
                <a:gd name="connsiteY3" fmla="*/ 1598664 h 2545648"/>
                <a:gd name="connsiteX4" fmla="*/ 1463040 w 2643407"/>
                <a:gd name="connsiteY4" fmla="*/ 2542092 h 2545648"/>
                <a:gd name="connsiteX5" fmla="*/ 447041 w 2643407"/>
                <a:gd name="connsiteY5" fmla="*/ 2251807 h 2545648"/>
                <a:gd name="connsiteX6" fmla="*/ 243841 w 2643407"/>
                <a:gd name="connsiteY6" fmla="*/ 1293863 h 2545648"/>
                <a:gd name="connsiteX7" fmla="*/ 751841 w 2643407"/>
                <a:gd name="connsiteY7" fmla="*/ 335920 h 2545648"/>
                <a:gd name="connsiteX0" fmla="*/ 751841 w 2643407"/>
                <a:gd name="connsiteY0" fmla="*/ 335920 h 2545880"/>
                <a:gd name="connsiteX1" fmla="*/ 1724298 w 2643407"/>
                <a:gd name="connsiteY1" fmla="*/ 219807 h 2545880"/>
                <a:gd name="connsiteX2" fmla="*/ 2304869 w 2643407"/>
                <a:gd name="connsiteY2" fmla="*/ 785863 h 2545880"/>
                <a:gd name="connsiteX3" fmla="*/ 2406468 w 2643407"/>
                <a:gd name="connsiteY3" fmla="*/ 1598664 h 2545880"/>
                <a:gd name="connsiteX4" fmla="*/ 1463040 w 2643407"/>
                <a:gd name="connsiteY4" fmla="*/ 2542092 h 2545880"/>
                <a:gd name="connsiteX5" fmla="*/ 447041 w 2643407"/>
                <a:gd name="connsiteY5" fmla="*/ 2251807 h 2545880"/>
                <a:gd name="connsiteX6" fmla="*/ 243841 w 2643407"/>
                <a:gd name="connsiteY6" fmla="*/ 1293863 h 2545880"/>
                <a:gd name="connsiteX7" fmla="*/ 751841 w 2643407"/>
                <a:gd name="connsiteY7" fmla="*/ 335920 h 2545880"/>
                <a:gd name="connsiteX0" fmla="*/ 751841 w 2643407"/>
                <a:gd name="connsiteY0" fmla="*/ 335920 h 2543048"/>
                <a:gd name="connsiteX1" fmla="*/ 1724298 w 2643407"/>
                <a:gd name="connsiteY1" fmla="*/ 219807 h 2543048"/>
                <a:gd name="connsiteX2" fmla="*/ 2304869 w 2643407"/>
                <a:gd name="connsiteY2" fmla="*/ 785863 h 2543048"/>
                <a:gd name="connsiteX3" fmla="*/ 2406468 w 2643407"/>
                <a:gd name="connsiteY3" fmla="*/ 1598664 h 2543048"/>
                <a:gd name="connsiteX4" fmla="*/ 1463040 w 2643407"/>
                <a:gd name="connsiteY4" fmla="*/ 2542092 h 2543048"/>
                <a:gd name="connsiteX5" fmla="*/ 447041 w 2643407"/>
                <a:gd name="connsiteY5" fmla="*/ 2251807 h 2543048"/>
                <a:gd name="connsiteX6" fmla="*/ 243841 w 2643407"/>
                <a:gd name="connsiteY6" fmla="*/ 1293863 h 2543048"/>
                <a:gd name="connsiteX7" fmla="*/ 751841 w 2643407"/>
                <a:gd name="connsiteY7" fmla="*/ 335920 h 2543048"/>
                <a:gd name="connsiteX0" fmla="*/ 751841 w 2643407"/>
                <a:gd name="connsiteY0" fmla="*/ 335920 h 2543015"/>
                <a:gd name="connsiteX1" fmla="*/ 1724298 w 2643407"/>
                <a:gd name="connsiteY1" fmla="*/ 219807 h 2543015"/>
                <a:gd name="connsiteX2" fmla="*/ 2304869 w 2643407"/>
                <a:gd name="connsiteY2" fmla="*/ 785863 h 2543015"/>
                <a:gd name="connsiteX3" fmla="*/ 2406468 w 2643407"/>
                <a:gd name="connsiteY3" fmla="*/ 1598664 h 2543015"/>
                <a:gd name="connsiteX4" fmla="*/ 1463040 w 2643407"/>
                <a:gd name="connsiteY4" fmla="*/ 2542092 h 2543015"/>
                <a:gd name="connsiteX5" fmla="*/ 447041 w 2643407"/>
                <a:gd name="connsiteY5" fmla="*/ 2251807 h 2543015"/>
                <a:gd name="connsiteX6" fmla="*/ 243841 w 2643407"/>
                <a:gd name="connsiteY6" fmla="*/ 1293863 h 2543015"/>
                <a:gd name="connsiteX7" fmla="*/ 751841 w 2643407"/>
                <a:gd name="connsiteY7" fmla="*/ 335920 h 2543015"/>
                <a:gd name="connsiteX0" fmla="*/ 751841 w 2643407"/>
                <a:gd name="connsiteY0" fmla="*/ 335920 h 2710275"/>
                <a:gd name="connsiteX1" fmla="*/ 1724298 w 2643407"/>
                <a:gd name="connsiteY1" fmla="*/ 219807 h 2710275"/>
                <a:gd name="connsiteX2" fmla="*/ 2304869 w 2643407"/>
                <a:gd name="connsiteY2" fmla="*/ 785863 h 2710275"/>
                <a:gd name="connsiteX3" fmla="*/ 2406468 w 2643407"/>
                <a:gd name="connsiteY3" fmla="*/ 1598664 h 2710275"/>
                <a:gd name="connsiteX4" fmla="*/ 1463040 w 2643407"/>
                <a:gd name="connsiteY4" fmla="*/ 2542092 h 2710275"/>
                <a:gd name="connsiteX5" fmla="*/ 447041 w 2643407"/>
                <a:gd name="connsiteY5" fmla="*/ 2251807 h 2710275"/>
                <a:gd name="connsiteX6" fmla="*/ 243841 w 2643407"/>
                <a:gd name="connsiteY6" fmla="*/ 1293863 h 2710275"/>
                <a:gd name="connsiteX7" fmla="*/ 751841 w 2643407"/>
                <a:gd name="connsiteY7" fmla="*/ 335920 h 2710275"/>
                <a:gd name="connsiteX0" fmla="*/ 751841 w 2643407"/>
                <a:gd name="connsiteY0" fmla="*/ 335920 h 2716951"/>
                <a:gd name="connsiteX1" fmla="*/ 1724298 w 2643407"/>
                <a:gd name="connsiteY1" fmla="*/ 219807 h 2716951"/>
                <a:gd name="connsiteX2" fmla="*/ 2304869 w 2643407"/>
                <a:gd name="connsiteY2" fmla="*/ 785863 h 2716951"/>
                <a:gd name="connsiteX3" fmla="*/ 2406468 w 2643407"/>
                <a:gd name="connsiteY3" fmla="*/ 1598664 h 2716951"/>
                <a:gd name="connsiteX4" fmla="*/ 1463040 w 2643407"/>
                <a:gd name="connsiteY4" fmla="*/ 2542092 h 2716951"/>
                <a:gd name="connsiteX5" fmla="*/ 447041 w 2643407"/>
                <a:gd name="connsiteY5" fmla="*/ 2251807 h 2716951"/>
                <a:gd name="connsiteX6" fmla="*/ 243841 w 2643407"/>
                <a:gd name="connsiteY6" fmla="*/ 1293863 h 2716951"/>
                <a:gd name="connsiteX7" fmla="*/ 751841 w 2643407"/>
                <a:gd name="connsiteY7" fmla="*/ 335920 h 2716951"/>
                <a:gd name="connsiteX0" fmla="*/ 751841 w 2448209"/>
                <a:gd name="connsiteY0" fmla="*/ 335920 h 2716951"/>
                <a:gd name="connsiteX1" fmla="*/ 1724298 w 2448209"/>
                <a:gd name="connsiteY1" fmla="*/ 219807 h 2716951"/>
                <a:gd name="connsiteX2" fmla="*/ 2406468 w 2448209"/>
                <a:gd name="connsiteY2" fmla="*/ 1598664 h 2716951"/>
                <a:gd name="connsiteX3" fmla="*/ 1463040 w 2448209"/>
                <a:gd name="connsiteY3" fmla="*/ 2542092 h 2716951"/>
                <a:gd name="connsiteX4" fmla="*/ 447041 w 2448209"/>
                <a:gd name="connsiteY4" fmla="*/ 2251807 h 2716951"/>
                <a:gd name="connsiteX5" fmla="*/ 243841 w 2448209"/>
                <a:gd name="connsiteY5" fmla="*/ 1293863 h 2716951"/>
                <a:gd name="connsiteX6" fmla="*/ 751841 w 2448209"/>
                <a:gd name="connsiteY6" fmla="*/ 335920 h 2716951"/>
                <a:gd name="connsiteX0" fmla="*/ 751841 w 2409721"/>
                <a:gd name="connsiteY0" fmla="*/ 335920 h 2716951"/>
                <a:gd name="connsiteX1" fmla="*/ 1724298 w 2409721"/>
                <a:gd name="connsiteY1" fmla="*/ 219807 h 2716951"/>
                <a:gd name="connsiteX2" fmla="*/ 2359350 w 2409721"/>
                <a:gd name="connsiteY2" fmla="*/ 1102852 h 2716951"/>
                <a:gd name="connsiteX3" fmla="*/ 1463040 w 2409721"/>
                <a:gd name="connsiteY3" fmla="*/ 2542092 h 2716951"/>
                <a:gd name="connsiteX4" fmla="*/ 447041 w 2409721"/>
                <a:gd name="connsiteY4" fmla="*/ 2251807 h 2716951"/>
                <a:gd name="connsiteX5" fmla="*/ 243841 w 2409721"/>
                <a:gd name="connsiteY5" fmla="*/ 1293863 h 2716951"/>
                <a:gd name="connsiteX6" fmla="*/ 751841 w 2409721"/>
                <a:gd name="connsiteY6" fmla="*/ 335920 h 2716951"/>
                <a:gd name="connsiteX0" fmla="*/ 751841 w 2409721"/>
                <a:gd name="connsiteY0" fmla="*/ 335920 h 2716951"/>
                <a:gd name="connsiteX1" fmla="*/ 1724298 w 2409721"/>
                <a:gd name="connsiteY1" fmla="*/ 219807 h 2716951"/>
                <a:gd name="connsiteX2" fmla="*/ 2359350 w 2409721"/>
                <a:gd name="connsiteY2" fmla="*/ 1102852 h 2716951"/>
                <a:gd name="connsiteX3" fmla="*/ 1463040 w 2409721"/>
                <a:gd name="connsiteY3" fmla="*/ 2542092 h 2716951"/>
                <a:gd name="connsiteX4" fmla="*/ 447041 w 2409721"/>
                <a:gd name="connsiteY4" fmla="*/ 2251807 h 2716951"/>
                <a:gd name="connsiteX5" fmla="*/ 243841 w 2409721"/>
                <a:gd name="connsiteY5" fmla="*/ 1293863 h 2716951"/>
                <a:gd name="connsiteX6" fmla="*/ 751841 w 2409721"/>
                <a:gd name="connsiteY6" fmla="*/ 335920 h 2716951"/>
                <a:gd name="connsiteX0" fmla="*/ 751841 w 2409721"/>
                <a:gd name="connsiteY0" fmla="*/ 335920 h 2716951"/>
                <a:gd name="connsiteX1" fmla="*/ 1724298 w 2409721"/>
                <a:gd name="connsiteY1" fmla="*/ 219807 h 2716951"/>
                <a:gd name="connsiteX2" fmla="*/ 2359350 w 2409721"/>
                <a:gd name="connsiteY2" fmla="*/ 1102852 h 2716951"/>
                <a:gd name="connsiteX3" fmla="*/ 1463040 w 2409721"/>
                <a:gd name="connsiteY3" fmla="*/ 2542092 h 2716951"/>
                <a:gd name="connsiteX4" fmla="*/ 447041 w 2409721"/>
                <a:gd name="connsiteY4" fmla="*/ 2251807 h 2716951"/>
                <a:gd name="connsiteX5" fmla="*/ 243841 w 2409721"/>
                <a:gd name="connsiteY5" fmla="*/ 1293863 h 2716951"/>
                <a:gd name="connsiteX6" fmla="*/ 751841 w 2409721"/>
                <a:gd name="connsiteY6" fmla="*/ 335920 h 2716951"/>
                <a:gd name="connsiteX0" fmla="*/ 832304 w 2490184"/>
                <a:gd name="connsiteY0" fmla="*/ 335920 h 2716951"/>
                <a:gd name="connsiteX1" fmla="*/ 1804761 w 2490184"/>
                <a:gd name="connsiteY1" fmla="*/ 219807 h 2716951"/>
                <a:gd name="connsiteX2" fmla="*/ 2439813 w 2490184"/>
                <a:gd name="connsiteY2" fmla="*/ 1102852 h 2716951"/>
                <a:gd name="connsiteX3" fmla="*/ 1543503 w 2490184"/>
                <a:gd name="connsiteY3" fmla="*/ 2542092 h 2716951"/>
                <a:gd name="connsiteX4" fmla="*/ 527504 w 2490184"/>
                <a:gd name="connsiteY4" fmla="*/ 2251807 h 2716951"/>
                <a:gd name="connsiteX5" fmla="*/ 228109 w 2490184"/>
                <a:gd name="connsiteY5" fmla="*/ 1316113 h 2716951"/>
                <a:gd name="connsiteX6" fmla="*/ 832304 w 2490184"/>
                <a:gd name="connsiteY6" fmla="*/ 335920 h 2716951"/>
                <a:gd name="connsiteX0" fmla="*/ 832304 w 2481016"/>
                <a:gd name="connsiteY0" fmla="*/ 335920 h 2674099"/>
                <a:gd name="connsiteX1" fmla="*/ 1804761 w 2481016"/>
                <a:gd name="connsiteY1" fmla="*/ 219807 h 2674099"/>
                <a:gd name="connsiteX2" fmla="*/ 2439813 w 2481016"/>
                <a:gd name="connsiteY2" fmla="*/ 1102852 h 2674099"/>
                <a:gd name="connsiteX3" fmla="*/ 1493114 w 2481016"/>
                <a:gd name="connsiteY3" fmla="*/ 2411868 h 2674099"/>
                <a:gd name="connsiteX4" fmla="*/ 527504 w 2481016"/>
                <a:gd name="connsiteY4" fmla="*/ 2251807 h 2674099"/>
                <a:gd name="connsiteX5" fmla="*/ 228109 w 2481016"/>
                <a:gd name="connsiteY5" fmla="*/ 1316113 h 2674099"/>
                <a:gd name="connsiteX6" fmla="*/ 832304 w 2481016"/>
                <a:gd name="connsiteY6" fmla="*/ 335920 h 2674099"/>
                <a:gd name="connsiteX0" fmla="*/ 832304 w 2479178"/>
                <a:gd name="connsiteY0" fmla="*/ 335920 h 2674099"/>
                <a:gd name="connsiteX1" fmla="*/ 1804761 w 2479178"/>
                <a:gd name="connsiteY1" fmla="*/ 219807 h 2674099"/>
                <a:gd name="connsiteX2" fmla="*/ 2439813 w 2479178"/>
                <a:gd name="connsiteY2" fmla="*/ 1102852 h 2674099"/>
                <a:gd name="connsiteX3" fmla="*/ 2213297 w 2479178"/>
                <a:gd name="connsiteY3" fmla="*/ 1838534 h 2674099"/>
                <a:gd name="connsiteX4" fmla="*/ 1493114 w 2479178"/>
                <a:gd name="connsiteY4" fmla="*/ 2411868 h 2674099"/>
                <a:gd name="connsiteX5" fmla="*/ 527504 w 2479178"/>
                <a:gd name="connsiteY5" fmla="*/ 2251807 h 2674099"/>
                <a:gd name="connsiteX6" fmla="*/ 228109 w 2479178"/>
                <a:gd name="connsiteY6" fmla="*/ 1316113 h 2674099"/>
                <a:gd name="connsiteX7" fmla="*/ 832304 w 2479178"/>
                <a:gd name="connsiteY7" fmla="*/ 335920 h 2674099"/>
                <a:gd name="connsiteX0" fmla="*/ 832304 w 2479178"/>
                <a:gd name="connsiteY0" fmla="*/ 335920 h 2674099"/>
                <a:gd name="connsiteX1" fmla="*/ 1804761 w 2479178"/>
                <a:gd name="connsiteY1" fmla="*/ 219807 h 2674099"/>
                <a:gd name="connsiteX2" fmla="*/ 2439813 w 2479178"/>
                <a:gd name="connsiteY2" fmla="*/ 1102852 h 2674099"/>
                <a:gd name="connsiteX3" fmla="*/ 2213297 w 2479178"/>
                <a:gd name="connsiteY3" fmla="*/ 1838534 h 2674099"/>
                <a:gd name="connsiteX4" fmla="*/ 1493114 w 2479178"/>
                <a:gd name="connsiteY4" fmla="*/ 2411868 h 2674099"/>
                <a:gd name="connsiteX5" fmla="*/ 527504 w 2479178"/>
                <a:gd name="connsiteY5" fmla="*/ 2251807 h 2674099"/>
                <a:gd name="connsiteX6" fmla="*/ 228109 w 2479178"/>
                <a:gd name="connsiteY6" fmla="*/ 1316113 h 2674099"/>
                <a:gd name="connsiteX7" fmla="*/ 832304 w 2479178"/>
                <a:gd name="connsiteY7" fmla="*/ 335920 h 2674099"/>
                <a:gd name="connsiteX0" fmla="*/ 832304 w 2488072"/>
                <a:gd name="connsiteY0" fmla="*/ 335920 h 2674099"/>
                <a:gd name="connsiteX1" fmla="*/ 1804761 w 2488072"/>
                <a:gd name="connsiteY1" fmla="*/ 219807 h 2674099"/>
                <a:gd name="connsiteX2" fmla="*/ 2439813 w 2488072"/>
                <a:gd name="connsiteY2" fmla="*/ 1102852 h 2674099"/>
                <a:gd name="connsiteX3" fmla="*/ 2213297 w 2488072"/>
                <a:gd name="connsiteY3" fmla="*/ 1838534 h 2674099"/>
                <a:gd name="connsiteX4" fmla="*/ 1493114 w 2488072"/>
                <a:gd name="connsiteY4" fmla="*/ 2411868 h 2674099"/>
                <a:gd name="connsiteX5" fmla="*/ 527504 w 2488072"/>
                <a:gd name="connsiteY5" fmla="*/ 2251807 h 2674099"/>
                <a:gd name="connsiteX6" fmla="*/ 228109 w 2488072"/>
                <a:gd name="connsiteY6" fmla="*/ 1316113 h 2674099"/>
                <a:gd name="connsiteX7" fmla="*/ 832304 w 2488072"/>
                <a:gd name="connsiteY7" fmla="*/ 335920 h 2674099"/>
                <a:gd name="connsiteX0" fmla="*/ 832304 w 2502160"/>
                <a:gd name="connsiteY0" fmla="*/ 335920 h 2674099"/>
                <a:gd name="connsiteX1" fmla="*/ 1804761 w 2502160"/>
                <a:gd name="connsiteY1" fmla="*/ 219807 h 2674099"/>
                <a:gd name="connsiteX2" fmla="*/ 2439813 w 2502160"/>
                <a:gd name="connsiteY2" fmla="*/ 1102852 h 2674099"/>
                <a:gd name="connsiteX3" fmla="*/ 2213297 w 2502160"/>
                <a:gd name="connsiteY3" fmla="*/ 1838534 h 2674099"/>
                <a:gd name="connsiteX4" fmla="*/ 1493114 w 2502160"/>
                <a:gd name="connsiteY4" fmla="*/ 2411868 h 2674099"/>
                <a:gd name="connsiteX5" fmla="*/ 527504 w 2502160"/>
                <a:gd name="connsiteY5" fmla="*/ 2251807 h 2674099"/>
                <a:gd name="connsiteX6" fmla="*/ 228109 w 2502160"/>
                <a:gd name="connsiteY6" fmla="*/ 1316113 h 2674099"/>
                <a:gd name="connsiteX7" fmla="*/ 832304 w 2502160"/>
                <a:gd name="connsiteY7" fmla="*/ 335920 h 2674099"/>
                <a:gd name="connsiteX0" fmla="*/ 832304 w 2502160"/>
                <a:gd name="connsiteY0" fmla="*/ 335920 h 2674099"/>
                <a:gd name="connsiteX1" fmla="*/ 1804761 w 2502160"/>
                <a:gd name="connsiteY1" fmla="*/ 219807 h 2674099"/>
                <a:gd name="connsiteX2" fmla="*/ 2439813 w 2502160"/>
                <a:gd name="connsiteY2" fmla="*/ 1102852 h 2674099"/>
                <a:gd name="connsiteX3" fmla="*/ 2213297 w 2502160"/>
                <a:gd name="connsiteY3" fmla="*/ 1838534 h 2674099"/>
                <a:gd name="connsiteX4" fmla="*/ 1493114 w 2502160"/>
                <a:gd name="connsiteY4" fmla="*/ 2411868 h 2674099"/>
                <a:gd name="connsiteX5" fmla="*/ 527504 w 2502160"/>
                <a:gd name="connsiteY5" fmla="*/ 2251807 h 2674099"/>
                <a:gd name="connsiteX6" fmla="*/ 228109 w 2502160"/>
                <a:gd name="connsiteY6" fmla="*/ 1316113 h 2674099"/>
                <a:gd name="connsiteX7" fmla="*/ 832304 w 2502160"/>
                <a:gd name="connsiteY7" fmla="*/ 335920 h 2674099"/>
                <a:gd name="connsiteX0" fmla="*/ 832304 w 2502160"/>
                <a:gd name="connsiteY0" fmla="*/ 335920 h 2674099"/>
                <a:gd name="connsiteX1" fmla="*/ 1804761 w 2502160"/>
                <a:gd name="connsiteY1" fmla="*/ 219807 h 2674099"/>
                <a:gd name="connsiteX2" fmla="*/ 2439813 w 2502160"/>
                <a:gd name="connsiteY2" fmla="*/ 1102852 h 2674099"/>
                <a:gd name="connsiteX3" fmla="*/ 2213297 w 2502160"/>
                <a:gd name="connsiteY3" fmla="*/ 1838534 h 2674099"/>
                <a:gd name="connsiteX4" fmla="*/ 1493114 w 2502160"/>
                <a:gd name="connsiteY4" fmla="*/ 2411868 h 2674099"/>
                <a:gd name="connsiteX5" fmla="*/ 527504 w 2502160"/>
                <a:gd name="connsiteY5" fmla="*/ 2251807 h 2674099"/>
                <a:gd name="connsiteX6" fmla="*/ 228109 w 2502160"/>
                <a:gd name="connsiteY6" fmla="*/ 1316113 h 2674099"/>
                <a:gd name="connsiteX7" fmla="*/ 832304 w 2502160"/>
                <a:gd name="connsiteY7" fmla="*/ 335920 h 267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02160" h="2674099">
                  <a:moveTo>
                    <a:pt x="832304" y="335920"/>
                  </a:moveTo>
                  <a:cubicBezTo>
                    <a:pt x="1197701" y="-231104"/>
                    <a:pt x="1645104" y="55311"/>
                    <a:pt x="1804761" y="219807"/>
                  </a:cubicBezTo>
                  <a:cubicBezTo>
                    <a:pt x="2080532" y="430264"/>
                    <a:pt x="2630594" y="154769"/>
                    <a:pt x="2439813" y="1102852"/>
                  </a:cubicBezTo>
                  <a:cubicBezTo>
                    <a:pt x="2545639" y="1360533"/>
                    <a:pt x="2544712" y="1553179"/>
                    <a:pt x="2213297" y="1838534"/>
                  </a:cubicBezTo>
                  <a:cubicBezTo>
                    <a:pt x="2196863" y="2550990"/>
                    <a:pt x="1868095" y="2398942"/>
                    <a:pt x="1493114" y="2411868"/>
                  </a:cubicBezTo>
                  <a:cubicBezTo>
                    <a:pt x="1230648" y="2337966"/>
                    <a:pt x="820450" y="3141049"/>
                    <a:pt x="527504" y="2251807"/>
                  </a:cubicBezTo>
                  <a:cubicBezTo>
                    <a:pt x="590399" y="2048607"/>
                    <a:pt x="-444386" y="2227973"/>
                    <a:pt x="228109" y="1316113"/>
                  </a:cubicBezTo>
                  <a:cubicBezTo>
                    <a:pt x="-67378" y="318619"/>
                    <a:pt x="365555" y="392386"/>
                    <a:pt x="832304" y="335920"/>
                  </a:cubicBezTo>
                  <a:close/>
                </a:path>
              </a:pathLst>
            </a:custGeom>
            <a:solidFill>
              <a:srgbClr val="309302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4">
              <a:extLst>
                <a:ext uri="{FF2B5EF4-FFF2-40B4-BE49-F238E27FC236}">
                  <a16:creationId xmlns:a16="http://schemas.microsoft.com/office/drawing/2014/main" id="{5081213E-2DFE-C31E-EB83-7BC04FD116A0}"/>
                </a:ext>
              </a:extLst>
            </p:cNvPr>
            <p:cNvSpPr/>
            <p:nvPr/>
          </p:nvSpPr>
          <p:spPr>
            <a:xfrm>
              <a:off x="3687749" y="3280646"/>
              <a:ext cx="873542" cy="683568"/>
            </a:xfrm>
            <a:custGeom>
              <a:avLst/>
              <a:gdLst>
                <a:gd name="connsiteX0" fmla="*/ 0 w 1001485"/>
                <a:gd name="connsiteY0" fmla="*/ 0 h 638629"/>
                <a:gd name="connsiteX1" fmla="*/ 1001485 w 1001485"/>
                <a:gd name="connsiteY1" fmla="*/ 0 h 638629"/>
                <a:gd name="connsiteX2" fmla="*/ 1001485 w 1001485"/>
                <a:gd name="connsiteY2" fmla="*/ 638629 h 638629"/>
                <a:gd name="connsiteX3" fmla="*/ 0 w 1001485"/>
                <a:gd name="connsiteY3" fmla="*/ 638629 h 638629"/>
                <a:gd name="connsiteX4" fmla="*/ 0 w 1001485"/>
                <a:gd name="connsiteY4" fmla="*/ 0 h 638629"/>
                <a:gd name="connsiteX0" fmla="*/ 0 w 1166585"/>
                <a:gd name="connsiteY0" fmla="*/ 57150 h 638629"/>
                <a:gd name="connsiteX1" fmla="*/ 1166585 w 1166585"/>
                <a:gd name="connsiteY1" fmla="*/ 0 h 638629"/>
                <a:gd name="connsiteX2" fmla="*/ 1166585 w 1166585"/>
                <a:gd name="connsiteY2" fmla="*/ 638629 h 638629"/>
                <a:gd name="connsiteX3" fmla="*/ 165100 w 1166585"/>
                <a:gd name="connsiteY3" fmla="*/ 638629 h 638629"/>
                <a:gd name="connsiteX4" fmla="*/ 0 w 1166585"/>
                <a:gd name="connsiteY4" fmla="*/ 57150 h 638629"/>
                <a:gd name="connsiteX0" fmla="*/ 31750 w 1001485"/>
                <a:gd name="connsiteY0" fmla="*/ 0 h 727529"/>
                <a:gd name="connsiteX1" fmla="*/ 1001485 w 1001485"/>
                <a:gd name="connsiteY1" fmla="*/ 88900 h 727529"/>
                <a:gd name="connsiteX2" fmla="*/ 1001485 w 1001485"/>
                <a:gd name="connsiteY2" fmla="*/ 727529 h 727529"/>
                <a:gd name="connsiteX3" fmla="*/ 0 w 1001485"/>
                <a:gd name="connsiteY3" fmla="*/ 727529 h 727529"/>
                <a:gd name="connsiteX4" fmla="*/ 31750 w 1001485"/>
                <a:gd name="connsiteY4" fmla="*/ 0 h 727529"/>
                <a:gd name="connsiteX0" fmla="*/ 31750 w 1001485"/>
                <a:gd name="connsiteY0" fmla="*/ 88900 h 816429"/>
                <a:gd name="connsiteX1" fmla="*/ 429985 w 1001485"/>
                <a:gd name="connsiteY1" fmla="*/ 0 h 816429"/>
                <a:gd name="connsiteX2" fmla="*/ 1001485 w 1001485"/>
                <a:gd name="connsiteY2" fmla="*/ 816429 h 816429"/>
                <a:gd name="connsiteX3" fmla="*/ 0 w 1001485"/>
                <a:gd name="connsiteY3" fmla="*/ 816429 h 816429"/>
                <a:gd name="connsiteX4" fmla="*/ 31750 w 1001485"/>
                <a:gd name="connsiteY4" fmla="*/ 88900 h 816429"/>
                <a:gd name="connsiteX0" fmla="*/ 31750 w 645885"/>
                <a:gd name="connsiteY0" fmla="*/ 88900 h 816429"/>
                <a:gd name="connsiteX1" fmla="*/ 429985 w 645885"/>
                <a:gd name="connsiteY1" fmla="*/ 0 h 816429"/>
                <a:gd name="connsiteX2" fmla="*/ 645885 w 645885"/>
                <a:gd name="connsiteY2" fmla="*/ 79829 h 816429"/>
                <a:gd name="connsiteX3" fmla="*/ 0 w 645885"/>
                <a:gd name="connsiteY3" fmla="*/ 816429 h 816429"/>
                <a:gd name="connsiteX4" fmla="*/ 31750 w 645885"/>
                <a:gd name="connsiteY4" fmla="*/ 88900 h 816429"/>
                <a:gd name="connsiteX0" fmla="*/ 31750 w 645885"/>
                <a:gd name="connsiteY0" fmla="*/ 88900 h 575129"/>
                <a:gd name="connsiteX1" fmla="*/ 429985 w 645885"/>
                <a:gd name="connsiteY1" fmla="*/ 0 h 575129"/>
                <a:gd name="connsiteX2" fmla="*/ 645885 w 645885"/>
                <a:gd name="connsiteY2" fmla="*/ 79829 h 575129"/>
                <a:gd name="connsiteX3" fmla="*/ 0 w 645885"/>
                <a:gd name="connsiteY3" fmla="*/ 575129 h 575129"/>
                <a:gd name="connsiteX4" fmla="*/ 31750 w 645885"/>
                <a:gd name="connsiteY4" fmla="*/ 88900 h 575129"/>
                <a:gd name="connsiteX0" fmla="*/ 196355 w 810490"/>
                <a:gd name="connsiteY0" fmla="*/ 88900 h 575129"/>
                <a:gd name="connsiteX1" fmla="*/ 594590 w 810490"/>
                <a:gd name="connsiteY1" fmla="*/ 0 h 575129"/>
                <a:gd name="connsiteX2" fmla="*/ 810490 w 810490"/>
                <a:gd name="connsiteY2" fmla="*/ 79829 h 575129"/>
                <a:gd name="connsiteX3" fmla="*/ 164605 w 810490"/>
                <a:gd name="connsiteY3" fmla="*/ 575129 h 575129"/>
                <a:gd name="connsiteX4" fmla="*/ 196355 w 810490"/>
                <a:gd name="connsiteY4" fmla="*/ 88900 h 575129"/>
                <a:gd name="connsiteX0" fmla="*/ 259407 w 873542"/>
                <a:gd name="connsiteY0" fmla="*/ 88900 h 575129"/>
                <a:gd name="connsiteX1" fmla="*/ 657642 w 873542"/>
                <a:gd name="connsiteY1" fmla="*/ 0 h 575129"/>
                <a:gd name="connsiteX2" fmla="*/ 873542 w 873542"/>
                <a:gd name="connsiteY2" fmla="*/ 79829 h 575129"/>
                <a:gd name="connsiteX3" fmla="*/ 227657 w 873542"/>
                <a:gd name="connsiteY3" fmla="*/ 575129 h 575129"/>
                <a:gd name="connsiteX4" fmla="*/ 259407 w 873542"/>
                <a:gd name="connsiteY4" fmla="*/ 88900 h 575129"/>
                <a:gd name="connsiteX0" fmla="*/ 259407 w 873542"/>
                <a:gd name="connsiteY0" fmla="*/ 159074 h 645303"/>
                <a:gd name="connsiteX1" fmla="*/ 657642 w 873542"/>
                <a:gd name="connsiteY1" fmla="*/ 70174 h 645303"/>
                <a:gd name="connsiteX2" fmla="*/ 873542 w 873542"/>
                <a:gd name="connsiteY2" fmla="*/ 150003 h 645303"/>
                <a:gd name="connsiteX3" fmla="*/ 227657 w 873542"/>
                <a:gd name="connsiteY3" fmla="*/ 645303 h 645303"/>
                <a:gd name="connsiteX4" fmla="*/ 259407 w 873542"/>
                <a:gd name="connsiteY4" fmla="*/ 159074 h 645303"/>
                <a:gd name="connsiteX0" fmla="*/ 259407 w 873542"/>
                <a:gd name="connsiteY0" fmla="*/ 159074 h 645303"/>
                <a:gd name="connsiteX1" fmla="*/ 638592 w 873542"/>
                <a:gd name="connsiteY1" fmla="*/ 70174 h 645303"/>
                <a:gd name="connsiteX2" fmla="*/ 873542 w 873542"/>
                <a:gd name="connsiteY2" fmla="*/ 150003 h 645303"/>
                <a:gd name="connsiteX3" fmla="*/ 227657 w 873542"/>
                <a:gd name="connsiteY3" fmla="*/ 645303 h 645303"/>
                <a:gd name="connsiteX4" fmla="*/ 259407 w 873542"/>
                <a:gd name="connsiteY4" fmla="*/ 159074 h 645303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27657 w 873542"/>
                <a:gd name="connsiteY0" fmla="*/ 683568 h 775008"/>
                <a:gd name="connsiteX1" fmla="*/ 259407 w 873542"/>
                <a:gd name="connsiteY1" fmla="*/ 197339 h 775008"/>
                <a:gd name="connsiteX2" fmla="*/ 638592 w 873542"/>
                <a:gd name="connsiteY2" fmla="*/ 108439 h 775008"/>
                <a:gd name="connsiteX3" fmla="*/ 873542 w 873542"/>
                <a:gd name="connsiteY3" fmla="*/ 188268 h 775008"/>
                <a:gd name="connsiteX4" fmla="*/ 319097 w 873542"/>
                <a:gd name="connsiteY4" fmla="*/ 775008 h 775008"/>
                <a:gd name="connsiteX0" fmla="*/ 227657 w 873542"/>
                <a:gd name="connsiteY0" fmla="*/ 683568 h 683568"/>
                <a:gd name="connsiteX1" fmla="*/ 259407 w 873542"/>
                <a:gd name="connsiteY1" fmla="*/ 197339 h 683568"/>
                <a:gd name="connsiteX2" fmla="*/ 638592 w 873542"/>
                <a:gd name="connsiteY2" fmla="*/ 108439 h 683568"/>
                <a:gd name="connsiteX3" fmla="*/ 873542 w 873542"/>
                <a:gd name="connsiteY3" fmla="*/ 188268 h 683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3542" h="683568">
                  <a:moveTo>
                    <a:pt x="227657" y="683568"/>
                  </a:moveTo>
                  <a:cubicBezTo>
                    <a:pt x="-155460" y="521492"/>
                    <a:pt x="7524" y="251465"/>
                    <a:pt x="259407" y="197339"/>
                  </a:cubicBezTo>
                  <a:cubicBezTo>
                    <a:pt x="354052" y="-118044"/>
                    <a:pt x="543947" y="17422"/>
                    <a:pt x="638592" y="108439"/>
                  </a:cubicBezTo>
                  <a:cubicBezTo>
                    <a:pt x="824859" y="77899"/>
                    <a:pt x="814275" y="161658"/>
                    <a:pt x="873542" y="188268"/>
                  </a:cubicBezTo>
                </a:path>
              </a:pathLst>
            </a:custGeom>
            <a:solidFill>
              <a:srgbClr val="266F05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4">
              <a:extLst>
                <a:ext uri="{FF2B5EF4-FFF2-40B4-BE49-F238E27FC236}">
                  <a16:creationId xmlns:a16="http://schemas.microsoft.com/office/drawing/2014/main" id="{80D92E30-88C7-E666-33D9-77C700F49D24}"/>
                </a:ext>
              </a:extLst>
            </p:cNvPr>
            <p:cNvSpPr/>
            <p:nvPr/>
          </p:nvSpPr>
          <p:spPr>
            <a:xfrm rot="1414239">
              <a:off x="3705167" y="2186393"/>
              <a:ext cx="1146130" cy="1037713"/>
            </a:xfrm>
            <a:custGeom>
              <a:avLst/>
              <a:gdLst>
                <a:gd name="connsiteX0" fmla="*/ 0 w 1001485"/>
                <a:gd name="connsiteY0" fmla="*/ 0 h 638629"/>
                <a:gd name="connsiteX1" fmla="*/ 1001485 w 1001485"/>
                <a:gd name="connsiteY1" fmla="*/ 0 h 638629"/>
                <a:gd name="connsiteX2" fmla="*/ 1001485 w 1001485"/>
                <a:gd name="connsiteY2" fmla="*/ 638629 h 638629"/>
                <a:gd name="connsiteX3" fmla="*/ 0 w 1001485"/>
                <a:gd name="connsiteY3" fmla="*/ 638629 h 638629"/>
                <a:gd name="connsiteX4" fmla="*/ 0 w 1001485"/>
                <a:gd name="connsiteY4" fmla="*/ 0 h 638629"/>
                <a:gd name="connsiteX0" fmla="*/ 0 w 1166585"/>
                <a:gd name="connsiteY0" fmla="*/ 57150 h 638629"/>
                <a:gd name="connsiteX1" fmla="*/ 1166585 w 1166585"/>
                <a:gd name="connsiteY1" fmla="*/ 0 h 638629"/>
                <a:gd name="connsiteX2" fmla="*/ 1166585 w 1166585"/>
                <a:gd name="connsiteY2" fmla="*/ 638629 h 638629"/>
                <a:gd name="connsiteX3" fmla="*/ 165100 w 1166585"/>
                <a:gd name="connsiteY3" fmla="*/ 638629 h 638629"/>
                <a:gd name="connsiteX4" fmla="*/ 0 w 1166585"/>
                <a:gd name="connsiteY4" fmla="*/ 57150 h 638629"/>
                <a:gd name="connsiteX0" fmla="*/ 31750 w 1001485"/>
                <a:gd name="connsiteY0" fmla="*/ 0 h 727529"/>
                <a:gd name="connsiteX1" fmla="*/ 1001485 w 1001485"/>
                <a:gd name="connsiteY1" fmla="*/ 88900 h 727529"/>
                <a:gd name="connsiteX2" fmla="*/ 1001485 w 1001485"/>
                <a:gd name="connsiteY2" fmla="*/ 727529 h 727529"/>
                <a:gd name="connsiteX3" fmla="*/ 0 w 1001485"/>
                <a:gd name="connsiteY3" fmla="*/ 727529 h 727529"/>
                <a:gd name="connsiteX4" fmla="*/ 31750 w 1001485"/>
                <a:gd name="connsiteY4" fmla="*/ 0 h 727529"/>
                <a:gd name="connsiteX0" fmla="*/ 31750 w 1001485"/>
                <a:gd name="connsiteY0" fmla="*/ 88900 h 816429"/>
                <a:gd name="connsiteX1" fmla="*/ 429985 w 1001485"/>
                <a:gd name="connsiteY1" fmla="*/ 0 h 816429"/>
                <a:gd name="connsiteX2" fmla="*/ 1001485 w 1001485"/>
                <a:gd name="connsiteY2" fmla="*/ 816429 h 816429"/>
                <a:gd name="connsiteX3" fmla="*/ 0 w 1001485"/>
                <a:gd name="connsiteY3" fmla="*/ 816429 h 816429"/>
                <a:gd name="connsiteX4" fmla="*/ 31750 w 1001485"/>
                <a:gd name="connsiteY4" fmla="*/ 88900 h 816429"/>
                <a:gd name="connsiteX0" fmla="*/ 31750 w 645885"/>
                <a:gd name="connsiteY0" fmla="*/ 88900 h 816429"/>
                <a:gd name="connsiteX1" fmla="*/ 429985 w 645885"/>
                <a:gd name="connsiteY1" fmla="*/ 0 h 816429"/>
                <a:gd name="connsiteX2" fmla="*/ 645885 w 645885"/>
                <a:gd name="connsiteY2" fmla="*/ 79829 h 816429"/>
                <a:gd name="connsiteX3" fmla="*/ 0 w 645885"/>
                <a:gd name="connsiteY3" fmla="*/ 816429 h 816429"/>
                <a:gd name="connsiteX4" fmla="*/ 31750 w 645885"/>
                <a:gd name="connsiteY4" fmla="*/ 88900 h 816429"/>
                <a:gd name="connsiteX0" fmla="*/ 31750 w 645885"/>
                <a:gd name="connsiteY0" fmla="*/ 88900 h 575129"/>
                <a:gd name="connsiteX1" fmla="*/ 429985 w 645885"/>
                <a:gd name="connsiteY1" fmla="*/ 0 h 575129"/>
                <a:gd name="connsiteX2" fmla="*/ 645885 w 645885"/>
                <a:gd name="connsiteY2" fmla="*/ 79829 h 575129"/>
                <a:gd name="connsiteX3" fmla="*/ 0 w 645885"/>
                <a:gd name="connsiteY3" fmla="*/ 575129 h 575129"/>
                <a:gd name="connsiteX4" fmla="*/ 31750 w 645885"/>
                <a:gd name="connsiteY4" fmla="*/ 88900 h 575129"/>
                <a:gd name="connsiteX0" fmla="*/ 196355 w 810490"/>
                <a:gd name="connsiteY0" fmla="*/ 88900 h 575129"/>
                <a:gd name="connsiteX1" fmla="*/ 594590 w 810490"/>
                <a:gd name="connsiteY1" fmla="*/ 0 h 575129"/>
                <a:gd name="connsiteX2" fmla="*/ 810490 w 810490"/>
                <a:gd name="connsiteY2" fmla="*/ 79829 h 575129"/>
                <a:gd name="connsiteX3" fmla="*/ 164605 w 810490"/>
                <a:gd name="connsiteY3" fmla="*/ 575129 h 575129"/>
                <a:gd name="connsiteX4" fmla="*/ 196355 w 810490"/>
                <a:gd name="connsiteY4" fmla="*/ 88900 h 575129"/>
                <a:gd name="connsiteX0" fmla="*/ 259407 w 873542"/>
                <a:gd name="connsiteY0" fmla="*/ 88900 h 575129"/>
                <a:gd name="connsiteX1" fmla="*/ 657642 w 873542"/>
                <a:gd name="connsiteY1" fmla="*/ 0 h 575129"/>
                <a:gd name="connsiteX2" fmla="*/ 873542 w 873542"/>
                <a:gd name="connsiteY2" fmla="*/ 79829 h 575129"/>
                <a:gd name="connsiteX3" fmla="*/ 227657 w 873542"/>
                <a:gd name="connsiteY3" fmla="*/ 575129 h 575129"/>
                <a:gd name="connsiteX4" fmla="*/ 259407 w 873542"/>
                <a:gd name="connsiteY4" fmla="*/ 88900 h 575129"/>
                <a:gd name="connsiteX0" fmla="*/ 259407 w 873542"/>
                <a:gd name="connsiteY0" fmla="*/ 159074 h 645303"/>
                <a:gd name="connsiteX1" fmla="*/ 657642 w 873542"/>
                <a:gd name="connsiteY1" fmla="*/ 70174 h 645303"/>
                <a:gd name="connsiteX2" fmla="*/ 873542 w 873542"/>
                <a:gd name="connsiteY2" fmla="*/ 150003 h 645303"/>
                <a:gd name="connsiteX3" fmla="*/ 227657 w 873542"/>
                <a:gd name="connsiteY3" fmla="*/ 645303 h 645303"/>
                <a:gd name="connsiteX4" fmla="*/ 259407 w 873542"/>
                <a:gd name="connsiteY4" fmla="*/ 159074 h 645303"/>
                <a:gd name="connsiteX0" fmla="*/ 259407 w 873542"/>
                <a:gd name="connsiteY0" fmla="*/ 159074 h 645303"/>
                <a:gd name="connsiteX1" fmla="*/ 638592 w 873542"/>
                <a:gd name="connsiteY1" fmla="*/ 70174 h 645303"/>
                <a:gd name="connsiteX2" fmla="*/ 873542 w 873542"/>
                <a:gd name="connsiteY2" fmla="*/ 150003 h 645303"/>
                <a:gd name="connsiteX3" fmla="*/ 227657 w 873542"/>
                <a:gd name="connsiteY3" fmla="*/ 645303 h 645303"/>
                <a:gd name="connsiteX4" fmla="*/ 259407 w 873542"/>
                <a:gd name="connsiteY4" fmla="*/ 159074 h 645303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1037249"/>
                <a:gd name="connsiteY0" fmla="*/ 197339 h 683568"/>
                <a:gd name="connsiteX1" fmla="*/ 638592 w 1037249"/>
                <a:gd name="connsiteY1" fmla="*/ 108439 h 683568"/>
                <a:gd name="connsiteX2" fmla="*/ 1037249 w 1037249"/>
                <a:gd name="connsiteY2" fmla="*/ 102989 h 683568"/>
                <a:gd name="connsiteX3" fmla="*/ 227657 w 1037249"/>
                <a:gd name="connsiteY3" fmla="*/ 683568 h 683568"/>
                <a:gd name="connsiteX4" fmla="*/ 259407 w 1037249"/>
                <a:gd name="connsiteY4" fmla="*/ 197339 h 683568"/>
                <a:gd name="connsiteX0" fmla="*/ 259407 w 1037249"/>
                <a:gd name="connsiteY0" fmla="*/ 323950 h 810179"/>
                <a:gd name="connsiteX1" fmla="*/ 739874 w 1037249"/>
                <a:gd name="connsiteY1" fmla="*/ 38446 h 810179"/>
                <a:gd name="connsiteX2" fmla="*/ 1037249 w 1037249"/>
                <a:gd name="connsiteY2" fmla="*/ 229600 h 810179"/>
                <a:gd name="connsiteX3" fmla="*/ 227657 w 1037249"/>
                <a:gd name="connsiteY3" fmla="*/ 810179 h 810179"/>
                <a:gd name="connsiteX4" fmla="*/ 259407 w 1037249"/>
                <a:gd name="connsiteY4" fmla="*/ 323950 h 810179"/>
                <a:gd name="connsiteX0" fmla="*/ 228532 w 1059584"/>
                <a:gd name="connsiteY0" fmla="*/ 181693 h 901044"/>
                <a:gd name="connsiteX1" fmla="*/ 762209 w 1059584"/>
                <a:gd name="connsiteY1" fmla="*/ 129311 h 901044"/>
                <a:gd name="connsiteX2" fmla="*/ 1059584 w 1059584"/>
                <a:gd name="connsiteY2" fmla="*/ 320465 h 901044"/>
                <a:gd name="connsiteX3" fmla="*/ 249992 w 1059584"/>
                <a:gd name="connsiteY3" fmla="*/ 901044 h 901044"/>
                <a:gd name="connsiteX4" fmla="*/ 228532 w 1059584"/>
                <a:gd name="connsiteY4" fmla="*/ 181693 h 901044"/>
                <a:gd name="connsiteX0" fmla="*/ 148679 w 979731"/>
                <a:gd name="connsiteY0" fmla="*/ 181693 h 915933"/>
                <a:gd name="connsiteX1" fmla="*/ 682356 w 979731"/>
                <a:gd name="connsiteY1" fmla="*/ 129311 h 915933"/>
                <a:gd name="connsiteX2" fmla="*/ 979731 w 979731"/>
                <a:gd name="connsiteY2" fmla="*/ 320465 h 915933"/>
                <a:gd name="connsiteX3" fmla="*/ 170139 w 979731"/>
                <a:gd name="connsiteY3" fmla="*/ 901044 h 915933"/>
                <a:gd name="connsiteX4" fmla="*/ 301 w 979731"/>
                <a:gd name="connsiteY4" fmla="*/ 727852 h 915933"/>
                <a:gd name="connsiteX5" fmla="*/ 148679 w 979731"/>
                <a:gd name="connsiteY5" fmla="*/ 181693 h 915933"/>
                <a:gd name="connsiteX0" fmla="*/ 150331 w 981383"/>
                <a:gd name="connsiteY0" fmla="*/ 181693 h 1008088"/>
                <a:gd name="connsiteX1" fmla="*/ 684008 w 981383"/>
                <a:gd name="connsiteY1" fmla="*/ 129311 h 1008088"/>
                <a:gd name="connsiteX2" fmla="*/ 981383 w 981383"/>
                <a:gd name="connsiteY2" fmla="*/ 320465 h 1008088"/>
                <a:gd name="connsiteX3" fmla="*/ 138240 w 981383"/>
                <a:gd name="connsiteY3" fmla="*/ 998818 h 1008088"/>
                <a:gd name="connsiteX4" fmla="*/ 1953 w 981383"/>
                <a:gd name="connsiteY4" fmla="*/ 727852 h 1008088"/>
                <a:gd name="connsiteX5" fmla="*/ 150331 w 981383"/>
                <a:gd name="connsiteY5" fmla="*/ 181693 h 1008088"/>
                <a:gd name="connsiteX0" fmla="*/ 271843 w 1102895"/>
                <a:gd name="connsiteY0" fmla="*/ 181693 h 1008088"/>
                <a:gd name="connsiteX1" fmla="*/ 805520 w 1102895"/>
                <a:gd name="connsiteY1" fmla="*/ 129311 h 1008088"/>
                <a:gd name="connsiteX2" fmla="*/ 1102895 w 1102895"/>
                <a:gd name="connsiteY2" fmla="*/ 320465 h 1008088"/>
                <a:gd name="connsiteX3" fmla="*/ 259752 w 1102895"/>
                <a:gd name="connsiteY3" fmla="*/ 998818 h 1008088"/>
                <a:gd name="connsiteX4" fmla="*/ 123465 w 1102895"/>
                <a:gd name="connsiteY4" fmla="*/ 727852 h 1008088"/>
                <a:gd name="connsiteX5" fmla="*/ 271843 w 1102895"/>
                <a:gd name="connsiteY5" fmla="*/ 181693 h 1008088"/>
                <a:gd name="connsiteX0" fmla="*/ 315070 w 1146122"/>
                <a:gd name="connsiteY0" fmla="*/ 181693 h 1008088"/>
                <a:gd name="connsiteX1" fmla="*/ 848747 w 1146122"/>
                <a:gd name="connsiteY1" fmla="*/ 129311 h 1008088"/>
                <a:gd name="connsiteX2" fmla="*/ 1146122 w 1146122"/>
                <a:gd name="connsiteY2" fmla="*/ 320465 h 1008088"/>
                <a:gd name="connsiteX3" fmla="*/ 302979 w 1146122"/>
                <a:gd name="connsiteY3" fmla="*/ 998818 h 1008088"/>
                <a:gd name="connsiteX4" fmla="*/ 166692 w 1146122"/>
                <a:gd name="connsiteY4" fmla="*/ 727852 h 1008088"/>
                <a:gd name="connsiteX5" fmla="*/ 315070 w 1146122"/>
                <a:gd name="connsiteY5" fmla="*/ 181693 h 1008088"/>
                <a:gd name="connsiteX0" fmla="*/ 315070 w 1146122"/>
                <a:gd name="connsiteY0" fmla="*/ 212178 h 1038573"/>
                <a:gd name="connsiteX1" fmla="*/ 848747 w 1146122"/>
                <a:gd name="connsiteY1" fmla="*/ 159796 h 1038573"/>
                <a:gd name="connsiteX2" fmla="*/ 1146122 w 1146122"/>
                <a:gd name="connsiteY2" fmla="*/ 350950 h 1038573"/>
                <a:gd name="connsiteX3" fmla="*/ 302979 w 1146122"/>
                <a:gd name="connsiteY3" fmla="*/ 1029303 h 1038573"/>
                <a:gd name="connsiteX4" fmla="*/ 166692 w 1146122"/>
                <a:gd name="connsiteY4" fmla="*/ 758337 h 1038573"/>
                <a:gd name="connsiteX5" fmla="*/ 315070 w 1146122"/>
                <a:gd name="connsiteY5" fmla="*/ 212178 h 1038573"/>
                <a:gd name="connsiteX0" fmla="*/ 315070 w 1146130"/>
                <a:gd name="connsiteY0" fmla="*/ 212178 h 1038573"/>
                <a:gd name="connsiteX1" fmla="*/ 848747 w 1146130"/>
                <a:gd name="connsiteY1" fmla="*/ 159796 h 1038573"/>
                <a:gd name="connsiteX2" fmla="*/ 1146122 w 1146130"/>
                <a:gd name="connsiteY2" fmla="*/ 350950 h 1038573"/>
                <a:gd name="connsiteX3" fmla="*/ 302979 w 1146130"/>
                <a:gd name="connsiteY3" fmla="*/ 1029303 h 1038573"/>
                <a:gd name="connsiteX4" fmla="*/ 166692 w 1146130"/>
                <a:gd name="connsiteY4" fmla="*/ 758337 h 1038573"/>
                <a:gd name="connsiteX5" fmla="*/ 315070 w 1146130"/>
                <a:gd name="connsiteY5" fmla="*/ 212178 h 1038573"/>
                <a:gd name="connsiteX0" fmla="*/ 315070 w 1146130"/>
                <a:gd name="connsiteY0" fmla="*/ 212178 h 1037713"/>
                <a:gd name="connsiteX1" fmla="*/ 848747 w 1146130"/>
                <a:gd name="connsiteY1" fmla="*/ 159796 h 1037713"/>
                <a:gd name="connsiteX2" fmla="*/ 1146122 w 1146130"/>
                <a:gd name="connsiteY2" fmla="*/ 350950 h 1037713"/>
                <a:gd name="connsiteX3" fmla="*/ 302979 w 1146130"/>
                <a:gd name="connsiteY3" fmla="*/ 1029303 h 1037713"/>
                <a:gd name="connsiteX4" fmla="*/ 166692 w 1146130"/>
                <a:gd name="connsiteY4" fmla="*/ 758337 h 1037713"/>
                <a:gd name="connsiteX5" fmla="*/ 315070 w 1146130"/>
                <a:gd name="connsiteY5" fmla="*/ 212178 h 1037713"/>
                <a:gd name="connsiteX0" fmla="*/ 302979 w 1146130"/>
                <a:gd name="connsiteY0" fmla="*/ 1029303 h 1120743"/>
                <a:gd name="connsiteX1" fmla="*/ 166692 w 1146130"/>
                <a:gd name="connsiteY1" fmla="*/ 758337 h 1120743"/>
                <a:gd name="connsiteX2" fmla="*/ 315070 w 1146130"/>
                <a:gd name="connsiteY2" fmla="*/ 212178 h 1120743"/>
                <a:gd name="connsiteX3" fmla="*/ 848747 w 1146130"/>
                <a:gd name="connsiteY3" fmla="*/ 159796 h 1120743"/>
                <a:gd name="connsiteX4" fmla="*/ 1146122 w 1146130"/>
                <a:gd name="connsiteY4" fmla="*/ 350950 h 1120743"/>
                <a:gd name="connsiteX5" fmla="*/ 394419 w 1146130"/>
                <a:gd name="connsiteY5" fmla="*/ 1120743 h 1120743"/>
                <a:gd name="connsiteX0" fmla="*/ 302979 w 1146130"/>
                <a:gd name="connsiteY0" fmla="*/ 1029303 h 1037713"/>
                <a:gd name="connsiteX1" fmla="*/ 166692 w 1146130"/>
                <a:gd name="connsiteY1" fmla="*/ 758337 h 1037713"/>
                <a:gd name="connsiteX2" fmla="*/ 315070 w 1146130"/>
                <a:gd name="connsiteY2" fmla="*/ 212178 h 1037713"/>
                <a:gd name="connsiteX3" fmla="*/ 848747 w 1146130"/>
                <a:gd name="connsiteY3" fmla="*/ 159796 h 1037713"/>
                <a:gd name="connsiteX4" fmla="*/ 1146122 w 1146130"/>
                <a:gd name="connsiteY4" fmla="*/ 350950 h 103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6130" h="1037713">
                  <a:moveTo>
                    <a:pt x="302979" y="1029303"/>
                  </a:moveTo>
                  <a:cubicBezTo>
                    <a:pt x="128543" y="1084766"/>
                    <a:pt x="89214" y="851239"/>
                    <a:pt x="166692" y="758337"/>
                  </a:cubicBezTo>
                  <a:cubicBezTo>
                    <a:pt x="-132433" y="580330"/>
                    <a:pt x="4064" y="269858"/>
                    <a:pt x="315070" y="212178"/>
                  </a:cubicBezTo>
                  <a:cubicBezTo>
                    <a:pt x="409715" y="-103205"/>
                    <a:pt x="736013" y="-20321"/>
                    <a:pt x="848747" y="159796"/>
                  </a:cubicBezTo>
                  <a:cubicBezTo>
                    <a:pt x="1035014" y="129256"/>
                    <a:pt x="1147282" y="256409"/>
                    <a:pt x="1146122" y="350950"/>
                  </a:cubicBezTo>
                </a:path>
              </a:pathLst>
            </a:custGeom>
            <a:solidFill>
              <a:srgbClr val="266F05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4">
              <a:extLst>
                <a:ext uri="{FF2B5EF4-FFF2-40B4-BE49-F238E27FC236}">
                  <a16:creationId xmlns:a16="http://schemas.microsoft.com/office/drawing/2014/main" id="{8F567AA5-B249-E68E-99B7-7627EEA646E9}"/>
                </a:ext>
              </a:extLst>
            </p:cNvPr>
            <p:cNvSpPr/>
            <p:nvPr/>
          </p:nvSpPr>
          <p:spPr>
            <a:xfrm rot="4237993">
              <a:off x="5821817" y="3248157"/>
              <a:ext cx="899271" cy="834847"/>
            </a:xfrm>
            <a:custGeom>
              <a:avLst/>
              <a:gdLst>
                <a:gd name="connsiteX0" fmla="*/ 0 w 1001485"/>
                <a:gd name="connsiteY0" fmla="*/ 0 h 638629"/>
                <a:gd name="connsiteX1" fmla="*/ 1001485 w 1001485"/>
                <a:gd name="connsiteY1" fmla="*/ 0 h 638629"/>
                <a:gd name="connsiteX2" fmla="*/ 1001485 w 1001485"/>
                <a:gd name="connsiteY2" fmla="*/ 638629 h 638629"/>
                <a:gd name="connsiteX3" fmla="*/ 0 w 1001485"/>
                <a:gd name="connsiteY3" fmla="*/ 638629 h 638629"/>
                <a:gd name="connsiteX4" fmla="*/ 0 w 1001485"/>
                <a:gd name="connsiteY4" fmla="*/ 0 h 638629"/>
                <a:gd name="connsiteX0" fmla="*/ 0 w 1166585"/>
                <a:gd name="connsiteY0" fmla="*/ 57150 h 638629"/>
                <a:gd name="connsiteX1" fmla="*/ 1166585 w 1166585"/>
                <a:gd name="connsiteY1" fmla="*/ 0 h 638629"/>
                <a:gd name="connsiteX2" fmla="*/ 1166585 w 1166585"/>
                <a:gd name="connsiteY2" fmla="*/ 638629 h 638629"/>
                <a:gd name="connsiteX3" fmla="*/ 165100 w 1166585"/>
                <a:gd name="connsiteY3" fmla="*/ 638629 h 638629"/>
                <a:gd name="connsiteX4" fmla="*/ 0 w 1166585"/>
                <a:gd name="connsiteY4" fmla="*/ 57150 h 638629"/>
                <a:gd name="connsiteX0" fmla="*/ 31750 w 1001485"/>
                <a:gd name="connsiteY0" fmla="*/ 0 h 727529"/>
                <a:gd name="connsiteX1" fmla="*/ 1001485 w 1001485"/>
                <a:gd name="connsiteY1" fmla="*/ 88900 h 727529"/>
                <a:gd name="connsiteX2" fmla="*/ 1001485 w 1001485"/>
                <a:gd name="connsiteY2" fmla="*/ 727529 h 727529"/>
                <a:gd name="connsiteX3" fmla="*/ 0 w 1001485"/>
                <a:gd name="connsiteY3" fmla="*/ 727529 h 727529"/>
                <a:gd name="connsiteX4" fmla="*/ 31750 w 1001485"/>
                <a:gd name="connsiteY4" fmla="*/ 0 h 727529"/>
                <a:gd name="connsiteX0" fmla="*/ 31750 w 1001485"/>
                <a:gd name="connsiteY0" fmla="*/ 88900 h 816429"/>
                <a:gd name="connsiteX1" fmla="*/ 429985 w 1001485"/>
                <a:gd name="connsiteY1" fmla="*/ 0 h 816429"/>
                <a:gd name="connsiteX2" fmla="*/ 1001485 w 1001485"/>
                <a:gd name="connsiteY2" fmla="*/ 816429 h 816429"/>
                <a:gd name="connsiteX3" fmla="*/ 0 w 1001485"/>
                <a:gd name="connsiteY3" fmla="*/ 816429 h 816429"/>
                <a:gd name="connsiteX4" fmla="*/ 31750 w 1001485"/>
                <a:gd name="connsiteY4" fmla="*/ 88900 h 816429"/>
                <a:gd name="connsiteX0" fmla="*/ 31750 w 645885"/>
                <a:gd name="connsiteY0" fmla="*/ 88900 h 816429"/>
                <a:gd name="connsiteX1" fmla="*/ 429985 w 645885"/>
                <a:gd name="connsiteY1" fmla="*/ 0 h 816429"/>
                <a:gd name="connsiteX2" fmla="*/ 645885 w 645885"/>
                <a:gd name="connsiteY2" fmla="*/ 79829 h 816429"/>
                <a:gd name="connsiteX3" fmla="*/ 0 w 645885"/>
                <a:gd name="connsiteY3" fmla="*/ 816429 h 816429"/>
                <a:gd name="connsiteX4" fmla="*/ 31750 w 645885"/>
                <a:gd name="connsiteY4" fmla="*/ 88900 h 816429"/>
                <a:gd name="connsiteX0" fmla="*/ 31750 w 645885"/>
                <a:gd name="connsiteY0" fmla="*/ 88900 h 575129"/>
                <a:gd name="connsiteX1" fmla="*/ 429985 w 645885"/>
                <a:gd name="connsiteY1" fmla="*/ 0 h 575129"/>
                <a:gd name="connsiteX2" fmla="*/ 645885 w 645885"/>
                <a:gd name="connsiteY2" fmla="*/ 79829 h 575129"/>
                <a:gd name="connsiteX3" fmla="*/ 0 w 645885"/>
                <a:gd name="connsiteY3" fmla="*/ 575129 h 575129"/>
                <a:gd name="connsiteX4" fmla="*/ 31750 w 645885"/>
                <a:gd name="connsiteY4" fmla="*/ 88900 h 575129"/>
                <a:gd name="connsiteX0" fmla="*/ 196355 w 810490"/>
                <a:gd name="connsiteY0" fmla="*/ 88900 h 575129"/>
                <a:gd name="connsiteX1" fmla="*/ 594590 w 810490"/>
                <a:gd name="connsiteY1" fmla="*/ 0 h 575129"/>
                <a:gd name="connsiteX2" fmla="*/ 810490 w 810490"/>
                <a:gd name="connsiteY2" fmla="*/ 79829 h 575129"/>
                <a:gd name="connsiteX3" fmla="*/ 164605 w 810490"/>
                <a:gd name="connsiteY3" fmla="*/ 575129 h 575129"/>
                <a:gd name="connsiteX4" fmla="*/ 196355 w 810490"/>
                <a:gd name="connsiteY4" fmla="*/ 88900 h 575129"/>
                <a:gd name="connsiteX0" fmla="*/ 259407 w 873542"/>
                <a:gd name="connsiteY0" fmla="*/ 88900 h 575129"/>
                <a:gd name="connsiteX1" fmla="*/ 657642 w 873542"/>
                <a:gd name="connsiteY1" fmla="*/ 0 h 575129"/>
                <a:gd name="connsiteX2" fmla="*/ 873542 w 873542"/>
                <a:gd name="connsiteY2" fmla="*/ 79829 h 575129"/>
                <a:gd name="connsiteX3" fmla="*/ 227657 w 873542"/>
                <a:gd name="connsiteY3" fmla="*/ 575129 h 575129"/>
                <a:gd name="connsiteX4" fmla="*/ 259407 w 873542"/>
                <a:gd name="connsiteY4" fmla="*/ 88900 h 575129"/>
                <a:gd name="connsiteX0" fmla="*/ 259407 w 873542"/>
                <a:gd name="connsiteY0" fmla="*/ 159074 h 645303"/>
                <a:gd name="connsiteX1" fmla="*/ 657642 w 873542"/>
                <a:gd name="connsiteY1" fmla="*/ 70174 h 645303"/>
                <a:gd name="connsiteX2" fmla="*/ 873542 w 873542"/>
                <a:gd name="connsiteY2" fmla="*/ 150003 h 645303"/>
                <a:gd name="connsiteX3" fmla="*/ 227657 w 873542"/>
                <a:gd name="connsiteY3" fmla="*/ 645303 h 645303"/>
                <a:gd name="connsiteX4" fmla="*/ 259407 w 873542"/>
                <a:gd name="connsiteY4" fmla="*/ 159074 h 645303"/>
                <a:gd name="connsiteX0" fmla="*/ 259407 w 873542"/>
                <a:gd name="connsiteY0" fmla="*/ 159074 h 645303"/>
                <a:gd name="connsiteX1" fmla="*/ 638592 w 873542"/>
                <a:gd name="connsiteY1" fmla="*/ 70174 h 645303"/>
                <a:gd name="connsiteX2" fmla="*/ 873542 w 873542"/>
                <a:gd name="connsiteY2" fmla="*/ 150003 h 645303"/>
                <a:gd name="connsiteX3" fmla="*/ 227657 w 873542"/>
                <a:gd name="connsiteY3" fmla="*/ 645303 h 645303"/>
                <a:gd name="connsiteX4" fmla="*/ 259407 w 873542"/>
                <a:gd name="connsiteY4" fmla="*/ 159074 h 645303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1037249"/>
                <a:gd name="connsiteY0" fmla="*/ 197339 h 683568"/>
                <a:gd name="connsiteX1" fmla="*/ 638592 w 1037249"/>
                <a:gd name="connsiteY1" fmla="*/ 108439 h 683568"/>
                <a:gd name="connsiteX2" fmla="*/ 1037249 w 1037249"/>
                <a:gd name="connsiteY2" fmla="*/ 102989 h 683568"/>
                <a:gd name="connsiteX3" fmla="*/ 227657 w 1037249"/>
                <a:gd name="connsiteY3" fmla="*/ 683568 h 683568"/>
                <a:gd name="connsiteX4" fmla="*/ 259407 w 1037249"/>
                <a:gd name="connsiteY4" fmla="*/ 197339 h 683568"/>
                <a:gd name="connsiteX0" fmla="*/ 259407 w 1037249"/>
                <a:gd name="connsiteY0" fmla="*/ 323950 h 810179"/>
                <a:gd name="connsiteX1" fmla="*/ 739874 w 1037249"/>
                <a:gd name="connsiteY1" fmla="*/ 38446 h 810179"/>
                <a:gd name="connsiteX2" fmla="*/ 1037249 w 1037249"/>
                <a:gd name="connsiteY2" fmla="*/ 229600 h 810179"/>
                <a:gd name="connsiteX3" fmla="*/ 227657 w 1037249"/>
                <a:gd name="connsiteY3" fmla="*/ 810179 h 810179"/>
                <a:gd name="connsiteX4" fmla="*/ 259407 w 1037249"/>
                <a:gd name="connsiteY4" fmla="*/ 323950 h 810179"/>
                <a:gd name="connsiteX0" fmla="*/ 228532 w 1059584"/>
                <a:gd name="connsiteY0" fmla="*/ 181693 h 901044"/>
                <a:gd name="connsiteX1" fmla="*/ 762209 w 1059584"/>
                <a:gd name="connsiteY1" fmla="*/ 129311 h 901044"/>
                <a:gd name="connsiteX2" fmla="*/ 1059584 w 1059584"/>
                <a:gd name="connsiteY2" fmla="*/ 320465 h 901044"/>
                <a:gd name="connsiteX3" fmla="*/ 249992 w 1059584"/>
                <a:gd name="connsiteY3" fmla="*/ 901044 h 901044"/>
                <a:gd name="connsiteX4" fmla="*/ 228532 w 1059584"/>
                <a:gd name="connsiteY4" fmla="*/ 181693 h 901044"/>
                <a:gd name="connsiteX0" fmla="*/ 148679 w 979731"/>
                <a:gd name="connsiteY0" fmla="*/ 181693 h 915933"/>
                <a:gd name="connsiteX1" fmla="*/ 682356 w 979731"/>
                <a:gd name="connsiteY1" fmla="*/ 129311 h 915933"/>
                <a:gd name="connsiteX2" fmla="*/ 979731 w 979731"/>
                <a:gd name="connsiteY2" fmla="*/ 320465 h 915933"/>
                <a:gd name="connsiteX3" fmla="*/ 170139 w 979731"/>
                <a:gd name="connsiteY3" fmla="*/ 901044 h 915933"/>
                <a:gd name="connsiteX4" fmla="*/ 301 w 979731"/>
                <a:gd name="connsiteY4" fmla="*/ 727852 h 915933"/>
                <a:gd name="connsiteX5" fmla="*/ 148679 w 979731"/>
                <a:gd name="connsiteY5" fmla="*/ 181693 h 915933"/>
                <a:gd name="connsiteX0" fmla="*/ 150331 w 981383"/>
                <a:gd name="connsiteY0" fmla="*/ 181693 h 1008088"/>
                <a:gd name="connsiteX1" fmla="*/ 684008 w 981383"/>
                <a:gd name="connsiteY1" fmla="*/ 129311 h 1008088"/>
                <a:gd name="connsiteX2" fmla="*/ 981383 w 981383"/>
                <a:gd name="connsiteY2" fmla="*/ 320465 h 1008088"/>
                <a:gd name="connsiteX3" fmla="*/ 138240 w 981383"/>
                <a:gd name="connsiteY3" fmla="*/ 998818 h 1008088"/>
                <a:gd name="connsiteX4" fmla="*/ 1953 w 981383"/>
                <a:gd name="connsiteY4" fmla="*/ 727852 h 1008088"/>
                <a:gd name="connsiteX5" fmla="*/ 150331 w 981383"/>
                <a:gd name="connsiteY5" fmla="*/ 181693 h 1008088"/>
                <a:gd name="connsiteX0" fmla="*/ 271843 w 1102895"/>
                <a:gd name="connsiteY0" fmla="*/ 181693 h 1008088"/>
                <a:gd name="connsiteX1" fmla="*/ 805520 w 1102895"/>
                <a:gd name="connsiteY1" fmla="*/ 129311 h 1008088"/>
                <a:gd name="connsiteX2" fmla="*/ 1102895 w 1102895"/>
                <a:gd name="connsiteY2" fmla="*/ 320465 h 1008088"/>
                <a:gd name="connsiteX3" fmla="*/ 259752 w 1102895"/>
                <a:gd name="connsiteY3" fmla="*/ 998818 h 1008088"/>
                <a:gd name="connsiteX4" fmla="*/ 123465 w 1102895"/>
                <a:gd name="connsiteY4" fmla="*/ 727852 h 1008088"/>
                <a:gd name="connsiteX5" fmla="*/ 271843 w 1102895"/>
                <a:gd name="connsiteY5" fmla="*/ 181693 h 1008088"/>
                <a:gd name="connsiteX0" fmla="*/ 315070 w 1146122"/>
                <a:gd name="connsiteY0" fmla="*/ 181693 h 1008088"/>
                <a:gd name="connsiteX1" fmla="*/ 848747 w 1146122"/>
                <a:gd name="connsiteY1" fmla="*/ 129311 h 1008088"/>
                <a:gd name="connsiteX2" fmla="*/ 1146122 w 1146122"/>
                <a:gd name="connsiteY2" fmla="*/ 320465 h 1008088"/>
                <a:gd name="connsiteX3" fmla="*/ 302979 w 1146122"/>
                <a:gd name="connsiteY3" fmla="*/ 998818 h 1008088"/>
                <a:gd name="connsiteX4" fmla="*/ 166692 w 1146122"/>
                <a:gd name="connsiteY4" fmla="*/ 727852 h 1008088"/>
                <a:gd name="connsiteX5" fmla="*/ 315070 w 1146122"/>
                <a:gd name="connsiteY5" fmla="*/ 181693 h 1008088"/>
                <a:gd name="connsiteX0" fmla="*/ 315070 w 1146122"/>
                <a:gd name="connsiteY0" fmla="*/ 212178 h 1038573"/>
                <a:gd name="connsiteX1" fmla="*/ 848747 w 1146122"/>
                <a:gd name="connsiteY1" fmla="*/ 159796 h 1038573"/>
                <a:gd name="connsiteX2" fmla="*/ 1146122 w 1146122"/>
                <a:gd name="connsiteY2" fmla="*/ 350950 h 1038573"/>
                <a:gd name="connsiteX3" fmla="*/ 302979 w 1146122"/>
                <a:gd name="connsiteY3" fmla="*/ 1029303 h 1038573"/>
                <a:gd name="connsiteX4" fmla="*/ 166692 w 1146122"/>
                <a:gd name="connsiteY4" fmla="*/ 758337 h 1038573"/>
                <a:gd name="connsiteX5" fmla="*/ 315070 w 1146122"/>
                <a:gd name="connsiteY5" fmla="*/ 212178 h 1038573"/>
                <a:gd name="connsiteX0" fmla="*/ 315070 w 1146130"/>
                <a:gd name="connsiteY0" fmla="*/ 212178 h 1038573"/>
                <a:gd name="connsiteX1" fmla="*/ 848747 w 1146130"/>
                <a:gd name="connsiteY1" fmla="*/ 159796 h 1038573"/>
                <a:gd name="connsiteX2" fmla="*/ 1146122 w 1146130"/>
                <a:gd name="connsiteY2" fmla="*/ 350950 h 1038573"/>
                <a:gd name="connsiteX3" fmla="*/ 302979 w 1146130"/>
                <a:gd name="connsiteY3" fmla="*/ 1029303 h 1038573"/>
                <a:gd name="connsiteX4" fmla="*/ 166692 w 1146130"/>
                <a:gd name="connsiteY4" fmla="*/ 758337 h 1038573"/>
                <a:gd name="connsiteX5" fmla="*/ 315070 w 1146130"/>
                <a:gd name="connsiteY5" fmla="*/ 212178 h 1038573"/>
                <a:gd name="connsiteX0" fmla="*/ 315070 w 1146130"/>
                <a:gd name="connsiteY0" fmla="*/ 212178 h 1037713"/>
                <a:gd name="connsiteX1" fmla="*/ 848747 w 1146130"/>
                <a:gd name="connsiteY1" fmla="*/ 159796 h 1037713"/>
                <a:gd name="connsiteX2" fmla="*/ 1146122 w 1146130"/>
                <a:gd name="connsiteY2" fmla="*/ 350950 h 1037713"/>
                <a:gd name="connsiteX3" fmla="*/ 302979 w 1146130"/>
                <a:gd name="connsiteY3" fmla="*/ 1029303 h 1037713"/>
                <a:gd name="connsiteX4" fmla="*/ 166692 w 1146130"/>
                <a:gd name="connsiteY4" fmla="*/ 758337 h 1037713"/>
                <a:gd name="connsiteX5" fmla="*/ 315070 w 1146130"/>
                <a:gd name="connsiteY5" fmla="*/ 212178 h 1037713"/>
                <a:gd name="connsiteX0" fmla="*/ 273282 w 1104342"/>
                <a:gd name="connsiteY0" fmla="*/ 212178 h 1036131"/>
                <a:gd name="connsiteX1" fmla="*/ 806959 w 1104342"/>
                <a:gd name="connsiteY1" fmla="*/ 159796 h 1036131"/>
                <a:gd name="connsiteX2" fmla="*/ 1104334 w 1104342"/>
                <a:gd name="connsiteY2" fmla="*/ 350950 h 1036131"/>
                <a:gd name="connsiteX3" fmla="*/ 261191 w 1104342"/>
                <a:gd name="connsiteY3" fmla="*/ 1029303 h 1036131"/>
                <a:gd name="connsiteX4" fmla="*/ 191354 w 1104342"/>
                <a:gd name="connsiteY4" fmla="*/ 694015 h 1036131"/>
                <a:gd name="connsiteX5" fmla="*/ 273282 w 1104342"/>
                <a:gd name="connsiteY5" fmla="*/ 212178 h 1036131"/>
                <a:gd name="connsiteX0" fmla="*/ 273282 w 1104342"/>
                <a:gd name="connsiteY0" fmla="*/ 212178 h 951284"/>
                <a:gd name="connsiteX1" fmla="*/ 806959 w 1104342"/>
                <a:gd name="connsiteY1" fmla="*/ 159796 h 951284"/>
                <a:gd name="connsiteX2" fmla="*/ 1104334 w 1104342"/>
                <a:gd name="connsiteY2" fmla="*/ 350950 h 951284"/>
                <a:gd name="connsiteX3" fmla="*/ 262609 w 1104342"/>
                <a:gd name="connsiteY3" fmla="*/ 942123 h 951284"/>
                <a:gd name="connsiteX4" fmla="*/ 191354 w 1104342"/>
                <a:gd name="connsiteY4" fmla="*/ 694015 h 951284"/>
                <a:gd name="connsiteX5" fmla="*/ 273282 w 1104342"/>
                <a:gd name="connsiteY5" fmla="*/ 212178 h 951284"/>
                <a:gd name="connsiteX0" fmla="*/ 273282 w 1104342"/>
                <a:gd name="connsiteY0" fmla="*/ 212178 h 942123"/>
                <a:gd name="connsiteX1" fmla="*/ 806959 w 1104342"/>
                <a:gd name="connsiteY1" fmla="*/ 159796 h 942123"/>
                <a:gd name="connsiteX2" fmla="*/ 1104334 w 1104342"/>
                <a:gd name="connsiteY2" fmla="*/ 350950 h 942123"/>
                <a:gd name="connsiteX3" fmla="*/ 262609 w 1104342"/>
                <a:gd name="connsiteY3" fmla="*/ 942123 h 942123"/>
                <a:gd name="connsiteX4" fmla="*/ 191354 w 1104342"/>
                <a:gd name="connsiteY4" fmla="*/ 694015 h 942123"/>
                <a:gd name="connsiteX5" fmla="*/ 273282 w 1104342"/>
                <a:gd name="connsiteY5" fmla="*/ 212178 h 942123"/>
                <a:gd name="connsiteX0" fmla="*/ 273282 w 1104339"/>
                <a:gd name="connsiteY0" fmla="*/ 202760 h 932705"/>
                <a:gd name="connsiteX1" fmla="*/ 719424 w 1104339"/>
                <a:gd name="connsiteY1" fmla="*/ 170756 h 932705"/>
                <a:gd name="connsiteX2" fmla="*/ 1104334 w 1104339"/>
                <a:gd name="connsiteY2" fmla="*/ 341532 h 932705"/>
                <a:gd name="connsiteX3" fmla="*/ 262609 w 1104339"/>
                <a:gd name="connsiteY3" fmla="*/ 932705 h 932705"/>
                <a:gd name="connsiteX4" fmla="*/ 191354 w 1104339"/>
                <a:gd name="connsiteY4" fmla="*/ 684597 h 932705"/>
                <a:gd name="connsiteX5" fmla="*/ 273282 w 1104339"/>
                <a:gd name="connsiteY5" fmla="*/ 202760 h 932705"/>
                <a:gd name="connsiteX0" fmla="*/ 273282 w 1104339"/>
                <a:gd name="connsiteY0" fmla="*/ 176308 h 906253"/>
                <a:gd name="connsiteX1" fmla="*/ 719424 w 1104339"/>
                <a:gd name="connsiteY1" fmla="*/ 144304 h 906253"/>
                <a:gd name="connsiteX2" fmla="*/ 1104334 w 1104339"/>
                <a:gd name="connsiteY2" fmla="*/ 315080 h 906253"/>
                <a:gd name="connsiteX3" fmla="*/ 262609 w 1104339"/>
                <a:gd name="connsiteY3" fmla="*/ 906253 h 906253"/>
                <a:gd name="connsiteX4" fmla="*/ 191354 w 1104339"/>
                <a:gd name="connsiteY4" fmla="*/ 658145 h 906253"/>
                <a:gd name="connsiteX5" fmla="*/ 273282 w 1104339"/>
                <a:gd name="connsiteY5" fmla="*/ 176308 h 906253"/>
                <a:gd name="connsiteX0" fmla="*/ 255676 w 1086733"/>
                <a:gd name="connsiteY0" fmla="*/ 176308 h 906253"/>
                <a:gd name="connsiteX1" fmla="*/ 701818 w 1086733"/>
                <a:gd name="connsiteY1" fmla="*/ 144304 h 906253"/>
                <a:gd name="connsiteX2" fmla="*/ 1086728 w 1086733"/>
                <a:gd name="connsiteY2" fmla="*/ 315080 h 906253"/>
                <a:gd name="connsiteX3" fmla="*/ 245003 w 1086733"/>
                <a:gd name="connsiteY3" fmla="*/ 906253 h 906253"/>
                <a:gd name="connsiteX4" fmla="*/ 173748 w 1086733"/>
                <a:gd name="connsiteY4" fmla="*/ 658145 h 906253"/>
                <a:gd name="connsiteX5" fmla="*/ 255676 w 1086733"/>
                <a:gd name="connsiteY5" fmla="*/ 176308 h 906253"/>
                <a:gd name="connsiteX0" fmla="*/ 255676 w 976187"/>
                <a:gd name="connsiteY0" fmla="*/ 176308 h 906253"/>
                <a:gd name="connsiteX1" fmla="*/ 701818 w 976187"/>
                <a:gd name="connsiteY1" fmla="*/ 144304 h 906253"/>
                <a:gd name="connsiteX2" fmla="*/ 976176 w 976187"/>
                <a:gd name="connsiteY2" fmla="*/ 276220 h 906253"/>
                <a:gd name="connsiteX3" fmla="*/ 245003 w 976187"/>
                <a:gd name="connsiteY3" fmla="*/ 906253 h 906253"/>
                <a:gd name="connsiteX4" fmla="*/ 173748 w 976187"/>
                <a:gd name="connsiteY4" fmla="*/ 658145 h 906253"/>
                <a:gd name="connsiteX5" fmla="*/ 255676 w 976187"/>
                <a:gd name="connsiteY5" fmla="*/ 176308 h 906253"/>
                <a:gd name="connsiteX0" fmla="*/ 245003 w 976187"/>
                <a:gd name="connsiteY0" fmla="*/ 906253 h 1005514"/>
                <a:gd name="connsiteX1" fmla="*/ 173748 w 976187"/>
                <a:gd name="connsiteY1" fmla="*/ 658145 h 1005514"/>
                <a:gd name="connsiteX2" fmla="*/ 255676 w 976187"/>
                <a:gd name="connsiteY2" fmla="*/ 176308 h 1005514"/>
                <a:gd name="connsiteX3" fmla="*/ 701818 w 976187"/>
                <a:gd name="connsiteY3" fmla="*/ 144304 h 1005514"/>
                <a:gd name="connsiteX4" fmla="*/ 976176 w 976187"/>
                <a:gd name="connsiteY4" fmla="*/ 276220 h 1005514"/>
                <a:gd name="connsiteX5" fmla="*/ 344264 w 976187"/>
                <a:gd name="connsiteY5" fmla="*/ 1005514 h 1005514"/>
                <a:gd name="connsiteX0" fmla="*/ 245003 w 976187"/>
                <a:gd name="connsiteY0" fmla="*/ 906253 h 906253"/>
                <a:gd name="connsiteX1" fmla="*/ 173748 w 976187"/>
                <a:gd name="connsiteY1" fmla="*/ 658145 h 906253"/>
                <a:gd name="connsiteX2" fmla="*/ 255676 w 976187"/>
                <a:gd name="connsiteY2" fmla="*/ 176308 h 906253"/>
                <a:gd name="connsiteX3" fmla="*/ 701818 w 976187"/>
                <a:gd name="connsiteY3" fmla="*/ 144304 h 906253"/>
                <a:gd name="connsiteX4" fmla="*/ 976176 w 976187"/>
                <a:gd name="connsiteY4" fmla="*/ 276220 h 906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6187" h="906253">
                  <a:moveTo>
                    <a:pt x="245003" y="906253"/>
                  </a:moveTo>
                  <a:cubicBezTo>
                    <a:pt x="137016" y="897394"/>
                    <a:pt x="96270" y="751047"/>
                    <a:pt x="173748" y="658145"/>
                  </a:cubicBezTo>
                  <a:cubicBezTo>
                    <a:pt x="-125377" y="480138"/>
                    <a:pt x="1266" y="239268"/>
                    <a:pt x="255676" y="176308"/>
                  </a:cubicBezTo>
                  <a:cubicBezTo>
                    <a:pt x="377556" y="-71049"/>
                    <a:pt x="589084" y="-35813"/>
                    <a:pt x="701818" y="144304"/>
                  </a:cubicBezTo>
                  <a:cubicBezTo>
                    <a:pt x="888085" y="113764"/>
                    <a:pt x="977336" y="181679"/>
                    <a:pt x="976176" y="276220"/>
                  </a:cubicBezTo>
                </a:path>
              </a:pathLst>
            </a:custGeom>
            <a:solidFill>
              <a:srgbClr val="266F05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4">
              <a:extLst>
                <a:ext uri="{FF2B5EF4-FFF2-40B4-BE49-F238E27FC236}">
                  <a16:creationId xmlns:a16="http://schemas.microsoft.com/office/drawing/2014/main" id="{01B75FC9-01DA-7766-3736-65E9C76718FE}"/>
                </a:ext>
              </a:extLst>
            </p:cNvPr>
            <p:cNvSpPr/>
            <p:nvPr/>
          </p:nvSpPr>
          <p:spPr>
            <a:xfrm rot="3631772">
              <a:off x="5464630" y="2147209"/>
              <a:ext cx="670713" cy="621923"/>
            </a:xfrm>
            <a:custGeom>
              <a:avLst/>
              <a:gdLst>
                <a:gd name="connsiteX0" fmla="*/ 0 w 1001485"/>
                <a:gd name="connsiteY0" fmla="*/ 0 h 638629"/>
                <a:gd name="connsiteX1" fmla="*/ 1001485 w 1001485"/>
                <a:gd name="connsiteY1" fmla="*/ 0 h 638629"/>
                <a:gd name="connsiteX2" fmla="*/ 1001485 w 1001485"/>
                <a:gd name="connsiteY2" fmla="*/ 638629 h 638629"/>
                <a:gd name="connsiteX3" fmla="*/ 0 w 1001485"/>
                <a:gd name="connsiteY3" fmla="*/ 638629 h 638629"/>
                <a:gd name="connsiteX4" fmla="*/ 0 w 1001485"/>
                <a:gd name="connsiteY4" fmla="*/ 0 h 638629"/>
                <a:gd name="connsiteX0" fmla="*/ 0 w 1166585"/>
                <a:gd name="connsiteY0" fmla="*/ 57150 h 638629"/>
                <a:gd name="connsiteX1" fmla="*/ 1166585 w 1166585"/>
                <a:gd name="connsiteY1" fmla="*/ 0 h 638629"/>
                <a:gd name="connsiteX2" fmla="*/ 1166585 w 1166585"/>
                <a:gd name="connsiteY2" fmla="*/ 638629 h 638629"/>
                <a:gd name="connsiteX3" fmla="*/ 165100 w 1166585"/>
                <a:gd name="connsiteY3" fmla="*/ 638629 h 638629"/>
                <a:gd name="connsiteX4" fmla="*/ 0 w 1166585"/>
                <a:gd name="connsiteY4" fmla="*/ 57150 h 638629"/>
                <a:gd name="connsiteX0" fmla="*/ 31750 w 1001485"/>
                <a:gd name="connsiteY0" fmla="*/ 0 h 727529"/>
                <a:gd name="connsiteX1" fmla="*/ 1001485 w 1001485"/>
                <a:gd name="connsiteY1" fmla="*/ 88900 h 727529"/>
                <a:gd name="connsiteX2" fmla="*/ 1001485 w 1001485"/>
                <a:gd name="connsiteY2" fmla="*/ 727529 h 727529"/>
                <a:gd name="connsiteX3" fmla="*/ 0 w 1001485"/>
                <a:gd name="connsiteY3" fmla="*/ 727529 h 727529"/>
                <a:gd name="connsiteX4" fmla="*/ 31750 w 1001485"/>
                <a:gd name="connsiteY4" fmla="*/ 0 h 727529"/>
                <a:gd name="connsiteX0" fmla="*/ 31750 w 1001485"/>
                <a:gd name="connsiteY0" fmla="*/ 88900 h 816429"/>
                <a:gd name="connsiteX1" fmla="*/ 429985 w 1001485"/>
                <a:gd name="connsiteY1" fmla="*/ 0 h 816429"/>
                <a:gd name="connsiteX2" fmla="*/ 1001485 w 1001485"/>
                <a:gd name="connsiteY2" fmla="*/ 816429 h 816429"/>
                <a:gd name="connsiteX3" fmla="*/ 0 w 1001485"/>
                <a:gd name="connsiteY3" fmla="*/ 816429 h 816429"/>
                <a:gd name="connsiteX4" fmla="*/ 31750 w 1001485"/>
                <a:gd name="connsiteY4" fmla="*/ 88900 h 816429"/>
                <a:gd name="connsiteX0" fmla="*/ 31750 w 645885"/>
                <a:gd name="connsiteY0" fmla="*/ 88900 h 816429"/>
                <a:gd name="connsiteX1" fmla="*/ 429985 w 645885"/>
                <a:gd name="connsiteY1" fmla="*/ 0 h 816429"/>
                <a:gd name="connsiteX2" fmla="*/ 645885 w 645885"/>
                <a:gd name="connsiteY2" fmla="*/ 79829 h 816429"/>
                <a:gd name="connsiteX3" fmla="*/ 0 w 645885"/>
                <a:gd name="connsiteY3" fmla="*/ 816429 h 816429"/>
                <a:gd name="connsiteX4" fmla="*/ 31750 w 645885"/>
                <a:gd name="connsiteY4" fmla="*/ 88900 h 816429"/>
                <a:gd name="connsiteX0" fmla="*/ 31750 w 645885"/>
                <a:gd name="connsiteY0" fmla="*/ 88900 h 575129"/>
                <a:gd name="connsiteX1" fmla="*/ 429985 w 645885"/>
                <a:gd name="connsiteY1" fmla="*/ 0 h 575129"/>
                <a:gd name="connsiteX2" fmla="*/ 645885 w 645885"/>
                <a:gd name="connsiteY2" fmla="*/ 79829 h 575129"/>
                <a:gd name="connsiteX3" fmla="*/ 0 w 645885"/>
                <a:gd name="connsiteY3" fmla="*/ 575129 h 575129"/>
                <a:gd name="connsiteX4" fmla="*/ 31750 w 645885"/>
                <a:gd name="connsiteY4" fmla="*/ 88900 h 575129"/>
                <a:gd name="connsiteX0" fmla="*/ 196355 w 810490"/>
                <a:gd name="connsiteY0" fmla="*/ 88900 h 575129"/>
                <a:gd name="connsiteX1" fmla="*/ 594590 w 810490"/>
                <a:gd name="connsiteY1" fmla="*/ 0 h 575129"/>
                <a:gd name="connsiteX2" fmla="*/ 810490 w 810490"/>
                <a:gd name="connsiteY2" fmla="*/ 79829 h 575129"/>
                <a:gd name="connsiteX3" fmla="*/ 164605 w 810490"/>
                <a:gd name="connsiteY3" fmla="*/ 575129 h 575129"/>
                <a:gd name="connsiteX4" fmla="*/ 196355 w 810490"/>
                <a:gd name="connsiteY4" fmla="*/ 88900 h 575129"/>
                <a:gd name="connsiteX0" fmla="*/ 259407 w 873542"/>
                <a:gd name="connsiteY0" fmla="*/ 88900 h 575129"/>
                <a:gd name="connsiteX1" fmla="*/ 657642 w 873542"/>
                <a:gd name="connsiteY1" fmla="*/ 0 h 575129"/>
                <a:gd name="connsiteX2" fmla="*/ 873542 w 873542"/>
                <a:gd name="connsiteY2" fmla="*/ 79829 h 575129"/>
                <a:gd name="connsiteX3" fmla="*/ 227657 w 873542"/>
                <a:gd name="connsiteY3" fmla="*/ 575129 h 575129"/>
                <a:gd name="connsiteX4" fmla="*/ 259407 w 873542"/>
                <a:gd name="connsiteY4" fmla="*/ 88900 h 575129"/>
                <a:gd name="connsiteX0" fmla="*/ 259407 w 873542"/>
                <a:gd name="connsiteY0" fmla="*/ 159074 h 645303"/>
                <a:gd name="connsiteX1" fmla="*/ 657642 w 873542"/>
                <a:gd name="connsiteY1" fmla="*/ 70174 h 645303"/>
                <a:gd name="connsiteX2" fmla="*/ 873542 w 873542"/>
                <a:gd name="connsiteY2" fmla="*/ 150003 h 645303"/>
                <a:gd name="connsiteX3" fmla="*/ 227657 w 873542"/>
                <a:gd name="connsiteY3" fmla="*/ 645303 h 645303"/>
                <a:gd name="connsiteX4" fmla="*/ 259407 w 873542"/>
                <a:gd name="connsiteY4" fmla="*/ 159074 h 645303"/>
                <a:gd name="connsiteX0" fmla="*/ 259407 w 873542"/>
                <a:gd name="connsiteY0" fmla="*/ 159074 h 645303"/>
                <a:gd name="connsiteX1" fmla="*/ 638592 w 873542"/>
                <a:gd name="connsiteY1" fmla="*/ 70174 h 645303"/>
                <a:gd name="connsiteX2" fmla="*/ 873542 w 873542"/>
                <a:gd name="connsiteY2" fmla="*/ 150003 h 645303"/>
                <a:gd name="connsiteX3" fmla="*/ 227657 w 873542"/>
                <a:gd name="connsiteY3" fmla="*/ 645303 h 645303"/>
                <a:gd name="connsiteX4" fmla="*/ 259407 w 873542"/>
                <a:gd name="connsiteY4" fmla="*/ 159074 h 645303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1037249"/>
                <a:gd name="connsiteY0" fmla="*/ 197339 h 683568"/>
                <a:gd name="connsiteX1" fmla="*/ 638592 w 1037249"/>
                <a:gd name="connsiteY1" fmla="*/ 108439 h 683568"/>
                <a:gd name="connsiteX2" fmla="*/ 1037249 w 1037249"/>
                <a:gd name="connsiteY2" fmla="*/ 102989 h 683568"/>
                <a:gd name="connsiteX3" fmla="*/ 227657 w 1037249"/>
                <a:gd name="connsiteY3" fmla="*/ 683568 h 683568"/>
                <a:gd name="connsiteX4" fmla="*/ 259407 w 1037249"/>
                <a:gd name="connsiteY4" fmla="*/ 197339 h 683568"/>
                <a:gd name="connsiteX0" fmla="*/ 259407 w 1037249"/>
                <a:gd name="connsiteY0" fmla="*/ 323950 h 810179"/>
                <a:gd name="connsiteX1" fmla="*/ 739874 w 1037249"/>
                <a:gd name="connsiteY1" fmla="*/ 38446 h 810179"/>
                <a:gd name="connsiteX2" fmla="*/ 1037249 w 1037249"/>
                <a:gd name="connsiteY2" fmla="*/ 229600 h 810179"/>
                <a:gd name="connsiteX3" fmla="*/ 227657 w 1037249"/>
                <a:gd name="connsiteY3" fmla="*/ 810179 h 810179"/>
                <a:gd name="connsiteX4" fmla="*/ 259407 w 1037249"/>
                <a:gd name="connsiteY4" fmla="*/ 323950 h 810179"/>
                <a:gd name="connsiteX0" fmla="*/ 228532 w 1059584"/>
                <a:gd name="connsiteY0" fmla="*/ 181693 h 901044"/>
                <a:gd name="connsiteX1" fmla="*/ 762209 w 1059584"/>
                <a:gd name="connsiteY1" fmla="*/ 129311 h 901044"/>
                <a:gd name="connsiteX2" fmla="*/ 1059584 w 1059584"/>
                <a:gd name="connsiteY2" fmla="*/ 320465 h 901044"/>
                <a:gd name="connsiteX3" fmla="*/ 249992 w 1059584"/>
                <a:gd name="connsiteY3" fmla="*/ 901044 h 901044"/>
                <a:gd name="connsiteX4" fmla="*/ 228532 w 1059584"/>
                <a:gd name="connsiteY4" fmla="*/ 181693 h 901044"/>
                <a:gd name="connsiteX0" fmla="*/ 148679 w 979731"/>
                <a:gd name="connsiteY0" fmla="*/ 181693 h 915933"/>
                <a:gd name="connsiteX1" fmla="*/ 682356 w 979731"/>
                <a:gd name="connsiteY1" fmla="*/ 129311 h 915933"/>
                <a:gd name="connsiteX2" fmla="*/ 979731 w 979731"/>
                <a:gd name="connsiteY2" fmla="*/ 320465 h 915933"/>
                <a:gd name="connsiteX3" fmla="*/ 170139 w 979731"/>
                <a:gd name="connsiteY3" fmla="*/ 901044 h 915933"/>
                <a:gd name="connsiteX4" fmla="*/ 301 w 979731"/>
                <a:gd name="connsiteY4" fmla="*/ 727852 h 915933"/>
                <a:gd name="connsiteX5" fmla="*/ 148679 w 979731"/>
                <a:gd name="connsiteY5" fmla="*/ 181693 h 915933"/>
                <a:gd name="connsiteX0" fmla="*/ 150331 w 981383"/>
                <a:gd name="connsiteY0" fmla="*/ 181693 h 1008088"/>
                <a:gd name="connsiteX1" fmla="*/ 684008 w 981383"/>
                <a:gd name="connsiteY1" fmla="*/ 129311 h 1008088"/>
                <a:gd name="connsiteX2" fmla="*/ 981383 w 981383"/>
                <a:gd name="connsiteY2" fmla="*/ 320465 h 1008088"/>
                <a:gd name="connsiteX3" fmla="*/ 138240 w 981383"/>
                <a:gd name="connsiteY3" fmla="*/ 998818 h 1008088"/>
                <a:gd name="connsiteX4" fmla="*/ 1953 w 981383"/>
                <a:gd name="connsiteY4" fmla="*/ 727852 h 1008088"/>
                <a:gd name="connsiteX5" fmla="*/ 150331 w 981383"/>
                <a:gd name="connsiteY5" fmla="*/ 181693 h 1008088"/>
                <a:gd name="connsiteX0" fmla="*/ 271843 w 1102895"/>
                <a:gd name="connsiteY0" fmla="*/ 181693 h 1008088"/>
                <a:gd name="connsiteX1" fmla="*/ 805520 w 1102895"/>
                <a:gd name="connsiteY1" fmla="*/ 129311 h 1008088"/>
                <a:gd name="connsiteX2" fmla="*/ 1102895 w 1102895"/>
                <a:gd name="connsiteY2" fmla="*/ 320465 h 1008088"/>
                <a:gd name="connsiteX3" fmla="*/ 259752 w 1102895"/>
                <a:gd name="connsiteY3" fmla="*/ 998818 h 1008088"/>
                <a:gd name="connsiteX4" fmla="*/ 123465 w 1102895"/>
                <a:gd name="connsiteY4" fmla="*/ 727852 h 1008088"/>
                <a:gd name="connsiteX5" fmla="*/ 271843 w 1102895"/>
                <a:gd name="connsiteY5" fmla="*/ 181693 h 1008088"/>
                <a:gd name="connsiteX0" fmla="*/ 315070 w 1146122"/>
                <a:gd name="connsiteY0" fmla="*/ 181693 h 1008088"/>
                <a:gd name="connsiteX1" fmla="*/ 848747 w 1146122"/>
                <a:gd name="connsiteY1" fmla="*/ 129311 h 1008088"/>
                <a:gd name="connsiteX2" fmla="*/ 1146122 w 1146122"/>
                <a:gd name="connsiteY2" fmla="*/ 320465 h 1008088"/>
                <a:gd name="connsiteX3" fmla="*/ 302979 w 1146122"/>
                <a:gd name="connsiteY3" fmla="*/ 998818 h 1008088"/>
                <a:gd name="connsiteX4" fmla="*/ 166692 w 1146122"/>
                <a:gd name="connsiteY4" fmla="*/ 727852 h 1008088"/>
                <a:gd name="connsiteX5" fmla="*/ 315070 w 1146122"/>
                <a:gd name="connsiteY5" fmla="*/ 181693 h 1008088"/>
                <a:gd name="connsiteX0" fmla="*/ 315070 w 1146122"/>
                <a:gd name="connsiteY0" fmla="*/ 212178 h 1038573"/>
                <a:gd name="connsiteX1" fmla="*/ 848747 w 1146122"/>
                <a:gd name="connsiteY1" fmla="*/ 159796 h 1038573"/>
                <a:gd name="connsiteX2" fmla="*/ 1146122 w 1146122"/>
                <a:gd name="connsiteY2" fmla="*/ 350950 h 1038573"/>
                <a:gd name="connsiteX3" fmla="*/ 302979 w 1146122"/>
                <a:gd name="connsiteY3" fmla="*/ 1029303 h 1038573"/>
                <a:gd name="connsiteX4" fmla="*/ 166692 w 1146122"/>
                <a:gd name="connsiteY4" fmla="*/ 758337 h 1038573"/>
                <a:gd name="connsiteX5" fmla="*/ 315070 w 1146122"/>
                <a:gd name="connsiteY5" fmla="*/ 212178 h 1038573"/>
                <a:gd name="connsiteX0" fmla="*/ 315070 w 1146130"/>
                <a:gd name="connsiteY0" fmla="*/ 212178 h 1038573"/>
                <a:gd name="connsiteX1" fmla="*/ 848747 w 1146130"/>
                <a:gd name="connsiteY1" fmla="*/ 159796 h 1038573"/>
                <a:gd name="connsiteX2" fmla="*/ 1146122 w 1146130"/>
                <a:gd name="connsiteY2" fmla="*/ 350950 h 1038573"/>
                <a:gd name="connsiteX3" fmla="*/ 302979 w 1146130"/>
                <a:gd name="connsiteY3" fmla="*/ 1029303 h 1038573"/>
                <a:gd name="connsiteX4" fmla="*/ 166692 w 1146130"/>
                <a:gd name="connsiteY4" fmla="*/ 758337 h 1038573"/>
                <a:gd name="connsiteX5" fmla="*/ 315070 w 1146130"/>
                <a:gd name="connsiteY5" fmla="*/ 212178 h 1038573"/>
                <a:gd name="connsiteX0" fmla="*/ 315070 w 1146130"/>
                <a:gd name="connsiteY0" fmla="*/ 212178 h 1037713"/>
                <a:gd name="connsiteX1" fmla="*/ 848747 w 1146130"/>
                <a:gd name="connsiteY1" fmla="*/ 159796 h 1037713"/>
                <a:gd name="connsiteX2" fmla="*/ 1146122 w 1146130"/>
                <a:gd name="connsiteY2" fmla="*/ 350950 h 1037713"/>
                <a:gd name="connsiteX3" fmla="*/ 302979 w 1146130"/>
                <a:gd name="connsiteY3" fmla="*/ 1029303 h 1037713"/>
                <a:gd name="connsiteX4" fmla="*/ 166692 w 1146130"/>
                <a:gd name="connsiteY4" fmla="*/ 758337 h 1037713"/>
                <a:gd name="connsiteX5" fmla="*/ 315070 w 1146130"/>
                <a:gd name="connsiteY5" fmla="*/ 212178 h 1037713"/>
                <a:gd name="connsiteX0" fmla="*/ 273282 w 1104342"/>
                <a:gd name="connsiteY0" fmla="*/ 212178 h 1036131"/>
                <a:gd name="connsiteX1" fmla="*/ 806959 w 1104342"/>
                <a:gd name="connsiteY1" fmla="*/ 159796 h 1036131"/>
                <a:gd name="connsiteX2" fmla="*/ 1104334 w 1104342"/>
                <a:gd name="connsiteY2" fmla="*/ 350950 h 1036131"/>
                <a:gd name="connsiteX3" fmla="*/ 261191 w 1104342"/>
                <a:gd name="connsiteY3" fmla="*/ 1029303 h 1036131"/>
                <a:gd name="connsiteX4" fmla="*/ 191354 w 1104342"/>
                <a:gd name="connsiteY4" fmla="*/ 694015 h 1036131"/>
                <a:gd name="connsiteX5" fmla="*/ 273282 w 1104342"/>
                <a:gd name="connsiteY5" fmla="*/ 212178 h 1036131"/>
                <a:gd name="connsiteX0" fmla="*/ 273282 w 1104342"/>
                <a:gd name="connsiteY0" fmla="*/ 212178 h 951284"/>
                <a:gd name="connsiteX1" fmla="*/ 806959 w 1104342"/>
                <a:gd name="connsiteY1" fmla="*/ 159796 h 951284"/>
                <a:gd name="connsiteX2" fmla="*/ 1104334 w 1104342"/>
                <a:gd name="connsiteY2" fmla="*/ 350950 h 951284"/>
                <a:gd name="connsiteX3" fmla="*/ 262609 w 1104342"/>
                <a:gd name="connsiteY3" fmla="*/ 942123 h 951284"/>
                <a:gd name="connsiteX4" fmla="*/ 191354 w 1104342"/>
                <a:gd name="connsiteY4" fmla="*/ 694015 h 951284"/>
                <a:gd name="connsiteX5" fmla="*/ 273282 w 1104342"/>
                <a:gd name="connsiteY5" fmla="*/ 212178 h 951284"/>
                <a:gd name="connsiteX0" fmla="*/ 273282 w 1104342"/>
                <a:gd name="connsiteY0" fmla="*/ 212178 h 942123"/>
                <a:gd name="connsiteX1" fmla="*/ 806959 w 1104342"/>
                <a:gd name="connsiteY1" fmla="*/ 159796 h 942123"/>
                <a:gd name="connsiteX2" fmla="*/ 1104334 w 1104342"/>
                <a:gd name="connsiteY2" fmla="*/ 350950 h 942123"/>
                <a:gd name="connsiteX3" fmla="*/ 262609 w 1104342"/>
                <a:gd name="connsiteY3" fmla="*/ 942123 h 942123"/>
                <a:gd name="connsiteX4" fmla="*/ 191354 w 1104342"/>
                <a:gd name="connsiteY4" fmla="*/ 694015 h 942123"/>
                <a:gd name="connsiteX5" fmla="*/ 273282 w 1104342"/>
                <a:gd name="connsiteY5" fmla="*/ 212178 h 942123"/>
                <a:gd name="connsiteX0" fmla="*/ 273282 w 1104339"/>
                <a:gd name="connsiteY0" fmla="*/ 202760 h 932705"/>
                <a:gd name="connsiteX1" fmla="*/ 719424 w 1104339"/>
                <a:gd name="connsiteY1" fmla="*/ 170756 h 932705"/>
                <a:gd name="connsiteX2" fmla="*/ 1104334 w 1104339"/>
                <a:gd name="connsiteY2" fmla="*/ 341532 h 932705"/>
                <a:gd name="connsiteX3" fmla="*/ 262609 w 1104339"/>
                <a:gd name="connsiteY3" fmla="*/ 932705 h 932705"/>
                <a:gd name="connsiteX4" fmla="*/ 191354 w 1104339"/>
                <a:gd name="connsiteY4" fmla="*/ 684597 h 932705"/>
                <a:gd name="connsiteX5" fmla="*/ 273282 w 1104339"/>
                <a:gd name="connsiteY5" fmla="*/ 202760 h 932705"/>
                <a:gd name="connsiteX0" fmla="*/ 273282 w 1104339"/>
                <a:gd name="connsiteY0" fmla="*/ 176308 h 906253"/>
                <a:gd name="connsiteX1" fmla="*/ 719424 w 1104339"/>
                <a:gd name="connsiteY1" fmla="*/ 144304 h 906253"/>
                <a:gd name="connsiteX2" fmla="*/ 1104334 w 1104339"/>
                <a:gd name="connsiteY2" fmla="*/ 315080 h 906253"/>
                <a:gd name="connsiteX3" fmla="*/ 262609 w 1104339"/>
                <a:gd name="connsiteY3" fmla="*/ 906253 h 906253"/>
                <a:gd name="connsiteX4" fmla="*/ 191354 w 1104339"/>
                <a:gd name="connsiteY4" fmla="*/ 658145 h 906253"/>
                <a:gd name="connsiteX5" fmla="*/ 273282 w 1104339"/>
                <a:gd name="connsiteY5" fmla="*/ 176308 h 906253"/>
                <a:gd name="connsiteX0" fmla="*/ 255676 w 1086733"/>
                <a:gd name="connsiteY0" fmla="*/ 176308 h 906253"/>
                <a:gd name="connsiteX1" fmla="*/ 701818 w 1086733"/>
                <a:gd name="connsiteY1" fmla="*/ 144304 h 906253"/>
                <a:gd name="connsiteX2" fmla="*/ 1086728 w 1086733"/>
                <a:gd name="connsiteY2" fmla="*/ 315080 h 906253"/>
                <a:gd name="connsiteX3" fmla="*/ 245003 w 1086733"/>
                <a:gd name="connsiteY3" fmla="*/ 906253 h 906253"/>
                <a:gd name="connsiteX4" fmla="*/ 173748 w 1086733"/>
                <a:gd name="connsiteY4" fmla="*/ 658145 h 906253"/>
                <a:gd name="connsiteX5" fmla="*/ 255676 w 1086733"/>
                <a:gd name="connsiteY5" fmla="*/ 176308 h 906253"/>
                <a:gd name="connsiteX0" fmla="*/ 255676 w 976187"/>
                <a:gd name="connsiteY0" fmla="*/ 176308 h 906253"/>
                <a:gd name="connsiteX1" fmla="*/ 701818 w 976187"/>
                <a:gd name="connsiteY1" fmla="*/ 144304 h 906253"/>
                <a:gd name="connsiteX2" fmla="*/ 976176 w 976187"/>
                <a:gd name="connsiteY2" fmla="*/ 276220 h 906253"/>
                <a:gd name="connsiteX3" fmla="*/ 245003 w 976187"/>
                <a:gd name="connsiteY3" fmla="*/ 906253 h 906253"/>
                <a:gd name="connsiteX4" fmla="*/ 173748 w 976187"/>
                <a:gd name="connsiteY4" fmla="*/ 658145 h 906253"/>
                <a:gd name="connsiteX5" fmla="*/ 255676 w 976187"/>
                <a:gd name="connsiteY5" fmla="*/ 176308 h 906253"/>
                <a:gd name="connsiteX0" fmla="*/ 245003 w 976187"/>
                <a:gd name="connsiteY0" fmla="*/ 906253 h 1039497"/>
                <a:gd name="connsiteX1" fmla="*/ 173748 w 976187"/>
                <a:gd name="connsiteY1" fmla="*/ 658145 h 1039497"/>
                <a:gd name="connsiteX2" fmla="*/ 255676 w 976187"/>
                <a:gd name="connsiteY2" fmla="*/ 176308 h 1039497"/>
                <a:gd name="connsiteX3" fmla="*/ 701818 w 976187"/>
                <a:gd name="connsiteY3" fmla="*/ 144304 h 1039497"/>
                <a:gd name="connsiteX4" fmla="*/ 976176 w 976187"/>
                <a:gd name="connsiteY4" fmla="*/ 276220 h 1039497"/>
                <a:gd name="connsiteX5" fmla="*/ 378089 w 976187"/>
                <a:gd name="connsiteY5" fmla="*/ 1039497 h 1039497"/>
                <a:gd name="connsiteX0" fmla="*/ 245003 w 976187"/>
                <a:gd name="connsiteY0" fmla="*/ 906253 h 906253"/>
                <a:gd name="connsiteX1" fmla="*/ 173748 w 976187"/>
                <a:gd name="connsiteY1" fmla="*/ 658145 h 906253"/>
                <a:gd name="connsiteX2" fmla="*/ 255676 w 976187"/>
                <a:gd name="connsiteY2" fmla="*/ 176308 h 906253"/>
                <a:gd name="connsiteX3" fmla="*/ 701818 w 976187"/>
                <a:gd name="connsiteY3" fmla="*/ 144304 h 906253"/>
                <a:gd name="connsiteX4" fmla="*/ 976176 w 976187"/>
                <a:gd name="connsiteY4" fmla="*/ 276220 h 906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6187" h="906253">
                  <a:moveTo>
                    <a:pt x="245003" y="906253"/>
                  </a:moveTo>
                  <a:cubicBezTo>
                    <a:pt x="137016" y="897394"/>
                    <a:pt x="96270" y="751047"/>
                    <a:pt x="173748" y="658145"/>
                  </a:cubicBezTo>
                  <a:cubicBezTo>
                    <a:pt x="-125377" y="480138"/>
                    <a:pt x="1266" y="239268"/>
                    <a:pt x="255676" y="176308"/>
                  </a:cubicBezTo>
                  <a:cubicBezTo>
                    <a:pt x="377556" y="-71049"/>
                    <a:pt x="589084" y="-35813"/>
                    <a:pt x="701818" y="144304"/>
                  </a:cubicBezTo>
                  <a:cubicBezTo>
                    <a:pt x="888085" y="113764"/>
                    <a:pt x="977336" y="181679"/>
                    <a:pt x="976176" y="276220"/>
                  </a:cubicBezTo>
                </a:path>
              </a:pathLst>
            </a:custGeom>
            <a:solidFill>
              <a:srgbClr val="266F05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4">
              <a:extLst>
                <a:ext uri="{FF2B5EF4-FFF2-40B4-BE49-F238E27FC236}">
                  <a16:creationId xmlns:a16="http://schemas.microsoft.com/office/drawing/2014/main" id="{A66BC8B4-3EA0-573E-0608-235CB0E43281}"/>
                </a:ext>
              </a:extLst>
            </p:cNvPr>
            <p:cNvSpPr/>
            <p:nvPr/>
          </p:nvSpPr>
          <p:spPr>
            <a:xfrm rot="1414239">
              <a:off x="3733590" y="2287232"/>
              <a:ext cx="1146130" cy="1037713"/>
            </a:xfrm>
            <a:custGeom>
              <a:avLst/>
              <a:gdLst>
                <a:gd name="connsiteX0" fmla="*/ 0 w 1001485"/>
                <a:gd name="connsiteY0" fmla="*/ 0 h 638629"/>
                <a:gd name="connsiteX1" fmla="*/ 1001485 w 1001485"/>
                <a:gd name="connsiteY1" fmla="*/ 0 h 638629"/>
                <a:gd name="connsiteX2" fmla="*/ 1001485 w 1001485"/>
                <a:gd name="connsiteY2" fmla="*/ 638629 h 638629"/>
                <a:gd name="connsiteX3" fmla="*/ 0 w 1001485"/>
                <a:gd name="connsiteY3" fmla="*/ 638629 h 638629"/>
                <a:gd name="connsiteX4" fmla="*/ 0 w 1001485"/>
                <a:gd name="connsiteY4" fmla="*/ 0 h 638629"/>
                <a:gd name="connsiteX0" fmla="*/ 0 w 1166585"/>
                <a:gd name="connsiteY0" fmla="*/ 57150 h 638629"/>
                <a:gd name="connsiteX1" fmla="*/ 1166585 w 1166585"/>
                <a:gd name="connsiteY1" fmla="*/ 0 h 638629"/>
                <a:gd name="connsiteX2" fmla="*/ 1166585 w 1166585"/>
                <a:gd name="connsiteY2" fmla="*/ 638629 h 638629"/>
                <a:gd name="connsiteX3" fmla="*/ 165100 w 1166585"/>
                <a:gd name="connsiteY3" fmla="*/ 638629 h 638629"/>
                <a:gd name="connsiteX4" fmla="*/ 0 w 1166585"/>
                <a:gd name="connsiteY4" fmla="*/ 57150 h 638629"/>
                <a:gd name="connsiteX0" fmla="*/ 31750 w 1001485"/>
                <a:gd name="connsiteY0" fmla="*/ 0 h 727529"/>
                <a:gd name="connsiteX1" fmla="*/ 1001485 w 1001485"/>
                <a:gd name="connsiteY1" fmla="*/ 88900 h 727529"/>
                <a:gd name="connsiteX2" fmla="*/ 1001485 w 1001485"/>
                <a:gd name="connsiteY2" fmla="*/ 727529 h 727529"/>
                <a:gd name="connsiteX3" fmla="*/ 0 w 1001485"/>
                <a:gd name="connsiteY3" fmla="*/ 727529 h 727529"/>
                <a:gd name="connsiteX4" fmla="*/ 31750 w 1001485"/>
                <a:gd name="connsiteY4" fmla="*/ 0 h 727529"/>
                <a:gd name="connsiteX0" fmla="*/ 31750 w 1001485"/>
                <a:gd name="connsiteY0" fmla="*/ 88900 h 816429"/>
                <a:gd name="connsiteX1" fmla="*/ 429985 w 1001485"/>
                <a:gd name="connsiteY1" fmla="*/ 0 h 816429"/>
                <a:gd name="connsiteX2" fmla="*/ 1001485 w 1001485"/>
                <a:gd name="connsiteY2" fmla="*/ 816429 h 816429"/>
                <a:gd name="connsiteX3" fmla="*/ 0 w 1001485"/>
                <a:gd name="connsiteY3" fmla="*/ 816429 h 816429"/>
                <a:gd name="connsiteX4" fmla="*/ 31750 w 1001485"/>
                <a:gd name="connsiteY4" fmla="*/ 88900 h 816429"/>
                <a:gd name="connsiteX0" fmla="*/ 31750 w 645885"/>
                <a:gd name="connsiteY0" fmla="*/ 88900 h 816429"/>
                <a:gd name="connsiteX1" fmla="*/ 429985 w 645885"/>
                <a:gd name="connsiteY1" fmla="*/ 0 h 816429"/>
                <a:gd name="connsiteX2" fmla="*/ 645885 w 645885"/>
                <a:gd name="connsiteY2" fmla="*/ 79829 h 816429"/>
                <a:gd name="connsiteX3" fmla="*/ 0 w 645885"/>
                <a:gd name="connsiteY3" fmla="*/ 816429 h 816429"/>
                <a:gd name="connsiteX4" fmla="*/ 31750 w 645885"/>
                <a:gd name="connsiteY4" fmla="*/ 88900 h 816429"/>
                <a:gd name="connsiteX0" fmla="*/ 31750 w 645885"/>
                <a:gd name="connsiteY0" fmla="*/ 88900 h 575129"/>
                <a:gd name="connsiteX1" fmla="*/ 429985 w 645885"/>
                <a:gd name="connsiteY1" fmla="*/ 0 h 575129"/>
                <a:gd name="connsiteX2" fmla="*/ 645885 w 645885"/>
                <a:gd name="connsiteY2" fmla="*/ 79829 h 575129"/>
                <a:gd name="connsiteX3" fmla="*/ 0 w 645885"/>
                <a:gd name="connsiteY3" fmla="*/ 575129 h 575129"/>
                <a:gd name="connsiteX4" fmla="*/ 31750 w 645885"/>
                <a:gd name="connsiteY4" fmla="*/ 88900 h 575129"/>
                <a:gd name="connsiteX0" fmla="*/ 196355 w 810490"/>
                <a:gd name="connsiteY0" fmla="*/ 88900 h 575129"/>
                <a:gd name="connsiteX1" fmla="*/ 594590 w 810490"/>
                <a:gd name="connsiteY1" fmla="*/ 0 h 575129"/>
                <a:gd name="connsiteX2" fmla="*/ 810490 w 810490"/>
                <a:gd name="connsiteY2" fmla="*/ 79829 h 575129"/>
                <a:gd name="connsiteX3" fmla="*/ 164605 w 810490"/>
                <a:gd name="connsiteY3" fmla="*/ 575129 h 575129"/>
                <a:gd name="connsiteX4" fmla="*/ 196355 w 810490"/>
                <a:gd name="connsiteY4" fmla="*/ 88900 h 575129"/>
                <a:gd name="connsiteX0" fmla="*/ 259407 w 873542"/>
                <a:gd name="connsiteY0" fmla="*/ 88900 h 575129"/>
                <a:gd name="connsiteX1" fmla="*/ 657642 w 873542"/>
                <a:gd name="connsiteY1" fmla="*/ 0 h 575129"/>
                <a:gd name="connsiteX2" fmla="*/ 873542 w 873542"/>
                <a:gd name="connsiteY2" fmla="*/ 79829 h 575129"/>
                <a:gd name="connsiteX3" fmla="*/ 227657 w 873542"/>
                <a:gd name="connsiteY3" fmla="*/ 575129 h 575129"/>
                <a:gd name="connsiteX4" fmla="*/ 259407 w 873542"/>
                <a:gd name="connsiteY4" fmla="*/ 88900 h 575129"/>
                <a:gd name="connsiteX0" fmla="*/ 259407 w 873542"/>
                <a:gd name="connsiteY0" fmla="*/ 159074 h 645303"/>
                <a:gd name="connsiteX1" fmla="*/ 657642 w 873542"/>
                <a:gd name="connsiteY1" fmla="*/ 70174 h 645303"/>
                <a:gd name="connsiteX2" fmla="*/ 873542 w 873542"/>
                <a:gd name="connsiteY2" fmla="*/ 150003 h 645303"/>
                <a:gd name="connsiteX3" fmla="*/ 227657 w 873542"/>
                <a:gd name="connsiteY3" fmla="*/ 645303 h 645303"/>
                <a:gd name="connsiteX4" fmla="*/ 259407 w 873542"/>
                <a:gd name="connsiteY4" fmla="*/ 159074 h 645303"/>
                <a:gd name="connsiteX0" fmla="*/ 259407 w 873542"/>
                <a:gd name="connsiteY0" fmla="*/ 159074 h 645303"/>
                <a:gd name="connsiteX1" fmla="*/ 638592 w 873542"/>
                <a:gd name="connsiteY1" fmla="*/ 70174 h 645303"/>
                <a:gd name="connsiteX2" fmla="*/ 873542 w 873542"/>
                <a:gd name="connsiteY2" fmla="*/ 150003 h 645303"/>
                <a:gd name="connsiteX3" fmla="*/ 227657 w 873542"/>
                <a:gd name="connsiteY3" fmla="*/ 645303 h 645303"/>
                <a:gd name="connsiteX4" fmla="*/ 259407 w 873542"/>
                <a:gd name="connsiteY4" fmla="*/ 159074 h 645303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1037249"/>
                <a:gd name="connsiteY0" fmla="*/ 197339 h 683568"/>
                <a:gd name="connsiteX1" fmla="*/ 638592 w 1037249"/>
                <a:gd name="connsiteY1" fmla="*/ 108439 h 683568"/>
                <a:gd name="connsiteX2" fmla="*/ 1037249 w 1037249"/>
                <a:gd name="connsiteY2" fmla="*/ 102989 h 683568"/>
                <a:gd name="connsiteX3" fmla="*/ 227657 w 1037249"/>
                <a:gd name="connsiteY3" fmla="*/ 683568 h 683568"/>
                <a:gd name="connsiteX4" fmla="*/ 259407 w 1037249"/>
                <a:gd name="connsiteY4" fmla="*/ 197339 h 683568"/>
                <a:gd name="connsiteX0" fmla="*/ 259407 w 1037249"/>
                <a:gd name="connsiteY0" fmla="*/ 323950 h 810179"/>
                <a:gd name="connsiteX1" fmla="*/ 739874 w 1037249"/>
                <a:gd name="connsiteY1" fmla="*/ 38446 h 810179"/>
                <a:gd name="connsiteX2" fmla="*/ 1037249 w 1037249"/>
                <a:gd name="connsiteY2" fmla="*/ 229600 h 810179"/>
                <a:gd name="connsiteX3" fmla="*/ 227657 w 1037249"/>
                <a:gd name="connsiteY3" fmla="*/ 810179 h 810179"/>
                <a:gd name="connsiteX4" fmla="*/ 259407 w 1037249"/>
                <a:gd name="connsiteY4" fmla="*/ 323950 h 810179"/>
                <a:gd name="connsiteX0" fmla="*/ 228532 w 1059584"/>
                <a:gd name="connsiteY0" fmla="*/ 181693 h 901044"/>
                <a:gd name="connsiteX1" fmla="*/ 762209 w 1059584"/>
                <a:gd name="connsiteY1" fmla="*/ 129311 h 901044"/>
                <a:gd name="connsiteX2" fmla="*/ 1059584 w 1059584"/>
                <a:gd name="connsiteY2" fmla="*/ 320465 h 901044"/>
                <a:gd name="connsiteX3" fmla="*/ 249992 w 1059584"/>
                <a:gd name="connsiteY3" fmla="*/ 901044 h 901044"/>
                <a:gd name="connsiteX4" fmla="*/ 228532 w 1059584"/>
                <a:gd name="connsiteY4" fmla="*/ 181693 h 901044"/>
                <a:gd name="connsiteX0" fmla="*/ 148679 w 979731"/>
                <a:gd name="connsiteY0" fmla="*/ 181693 h 915933"/>
                <a:gd name="connsiteX1" fmla="*/ 682356 w 979731"/>
                <a:gd name="connsiteY1" fmla="*/ 129311 h 915933"/>
                <a:gd name="connsiteX2" fmla="*/ 979731 w 979731"/>
                <a:gd name="connsiteY2" fmla="*/ 320465 h 915933"/>
                <a:gd name="connsiteX3" fmla="*/ 170139 w 979731"/>
                <a:gd name="connsiteY3" fmla="*/ 901044 h 915933"/>
                <a:gd name="connsiteX4" fmla="*/ 301 w 979731"/>
                <a:gd name="connsiteY4" fmla="*/ 727852 h 915933"/>
                <a:gd name="connsiteX5" fmla="*/ 148679 w 979731"/>
                <a:gd name="connsiteY5" fmla="*/ 181693 h 915933"/>
                <a:gd name="connsiteX0" fmla="*/ 150331 w 981383"/>
                <a:gd name="connsiteY0" fmla="*/ 181693 h 1008088"/>
                <a:gd name="connsiteX1" fmla="*/ 684008 w 981383"/>
                <a:gd name="connsiteY1" fmla="*/ 129311 h 1008088"/>
                <a:gd name="connsiteX2" fmla="*/ 981383 w 981383"/>
                <a:gd name="connsiteY2" fmla="*/ 320465 h 1008088"/>
                <a:gd name="connsiteX3" fmla="*/ 138240 w 981383"/>
                <a:gd name="connsiteY3" fmla="*/ 998818 h 1008088"/>
                <a:gd name="connsiteX4" fmla="*/ 1953 w 981383"/>
                <a:gd name="connsiteY4" fmla="*/ 727852 h 1008088"/>
                <a:gd name="connsiteX5" fmla="*/ 150331 w 981383"/>
                <a:gd name="connsiteY5" fmla="*/ 181693 h 1008088"/>
                <a:gd name="connsiteX0" fmla="*/ 271843 w 1102895"/>
                <a:gd name="connsiteY0" fmla="*/ 181693 h 1008088"/>
                <a:gd name="connsiteX1" fmla="*/ 805520 w 1102895"/>
                <a:gd name="connsiteY1" fmla="*/ 129311 h 1008088"/>
                <a:gd name="connsiteX2" fmla="*/ 1102895 w 1102895"/>
                <a:gd name="connsiteY2" fmla="*/ 320465 h 1008088"/>
                <a:gd name="connsiteX3" fmla="*/ 259752 w 1102895"/>
                <a:gd name="connsiteY3" fmla="*/ 998818 h 1008088"/>
                <a:gd name="connsiteX4" fmla="*/ 123465 w 1102895"/>
                <a:gd name="connsiteY4" fmla="*/ 727852 h 1008088"/>
                <a:gd name="connsiteX5" fmla="*/ 271843 w 1102895"/>
                <a:gd name="connsiteY5" fmla="*/ 181693 h 1008088"/>
                <a:gd name="connsiteX0" fmla="*/ 315070 w 1146122"/>
                <a:gd name="connsiteY0" fmla="*/ 181693 h 1008088"/>
                <a:gd name="connsiteX1" fmla="*/ 848747 w 1146122"/>
                <a:gd name="connsiteY1" fmla="*/ 129311 h 1008088"/>
                <a:gd name="connsiteX2" fmla="*/ 1146122 w 1146122"/>
                <a:gd name="connsiteY2" fmla="*/ 320465 h 1008088"/>
                <a:gd name="connsiteX3" fmla="*/ 302979 w 1146122"/>
                <a:gd name="connsiteY3" fmla="*/ 998818 h 1008088"/>
                <a:gd name="connsiteX4" fmla="*/ 166692 w 1146122"/>
                <a:gd name="connsiteY4" fmla="*/ 727852 h 1008088"/>
                <a:gd name="connsiteX5" fmla="*/ 315070 w 1146122"/>
                <a:gd name="connsiteY5" fmla="*/ 181693 h 1008088"/>
                <a:gd name="connsiteX0" fmla="*/ 315070 w 1146122"/>
                <a:gd name="connsiteY0" fmla="*/ 212178 h 1038573"/>
                <a:gd name="connsiteX1" fmla="*/ 848747 w 1146122"/>
                <a:gd name="connsiteY1" fmla="*/ 159796 h 1038573"/>
                <a:gd name="connsiteX2" fmla="*/ 1146122 w 1146122"/>
                <a:gd name="connsiteY2" fmla="*/ 350950 h 1038573"/>
                <a:gd name="connsiteX3" fmla="*/ 302979 w 1146122"/>
                <a:gd name="connsiteY3" fmla="*/ 1029303 h 1038573"/>
                <a:gd name="connsiteX4" fmla="*/ 166692 w 1146122"/>
                <a:gd name="connsiteY4" fmla="*/ 758337 h 1038573"/>
                <a:gd name="connsiteX5" fmla="*/ 315070 w 1146122"/>
                <a:gd name="connsiteY5" fmla="*/ 212178 h 1038573"/>
                <a:gd name="connsiteX0" fmla="*/ 315070 w 1146130"/>
                <a:gd name="connsiteY0" fmla="*/ 212178 h 1038573"/>
                <a:gd name="connsiteX1" fmla="*/ 848747 w 1146130"/>
                <a:gd name="connsiteY1" fmla="*/ 159796 h 1038573"/>
                <a:gd name="connsiteX2" fmla="*/ 1146122 w 1146130"/>
                <a:gd name="connsiteY2" fmla="*/ 350950 h 1038573"/>
                <a:gd name="connsiteX3" fmla="*/ 302979 w 1146130"/>
                <a:gd name="connsiteY3" fmla="*/ 1029303 h 1038573"/>
                <a:gd name="connsiteX4" fmla="*/ 166692 w 1146130"/>
                <a:gd name="connsiteY4" fmla="*/ 758337 h 1038573"/>
                <a:gd name="connsiteX5" fmla="*/ 315070 w 1146130"/>
                <a:gd name="connsiteY5" fmla="*/ 212178 h 1038573"/>
                <a:gd name="connsiteX0" fmla="*/ 315070 w 1146130"/>
                <a:gd name="connsiteY0" fmla="*/ 212178 h 1037713"/>
                <a:gd name="connsiteX1" fmla="*/ 848747 w 1146130"/>
                <a:gd name="connsiteY1" fmla="*/ 159796 h 1037713"/>
                <a:gd name="connsiteX2" fmla="*/ 1146122 w 1146130"/>
                <a:gd name="connsiteY2" fmla="*/ 350950 h 1037713"/>
                <a:gd name="connsiteX3" fmla="*/ 302979 w 1146130"/>
                <a:gd name="connsiteY3" fmla="*/ 1029303 h 1037713"/>
                <a:gd name="connsiteX4" fmla="*/ 166692 w 1146130"/>
                <a:gd name="connsiteY4" fmla="*/ 758337 h 1037713"/>
                <a:gd name="connsiteX5" fmla="*/ 315070 w 1146130"/>
                <a:gd name="connsiteY5" fmla="*/ 212178 h 1037713"/>
                <a:gd name="connsiteX0" fmla="*/ 302979 w 1146130"/>
                <a:gd name="connsiteY0" fmla="*/ 1029303 h 1120743"/>
                <a:gd name="connsiteX1" fmla="*/ 166692 w 1146130"/>
                <a:gd name="connsiteY1" fmla="*/ 758337 h 1120743"/>
                <a:gd name="connsiteX2" fmla="*/ 315070 w 1146130"/>
                <a:gd name="connsiteY2" fmla="*/ 212178 h 1120743"/>
                <a:gd name="connsiteX3" fmla="*/ 848747 w 1146130"/>
                <a:gd name="connsiteY3" fmla="*/ 159796 h 1120743"/>
                <a:gd name="connsiteX4" fmla="*/ 1146122 w 1146130"/>
                <a:gd name="connsiteY4" fmla="*/ 350950 h 1120743"/>
                <a:gd name="connsiteX5" fmla="*/ 394419 w 1146130"/>
                <a:gd name="connsiteY5" fmla="*/ 1120743 h 1120743"/>
                <a:gd name="connsiteX0" fmla="*/ 302979 w 1146130"/>
                <a:gd name="connsiteY0" fmla="*/ 1029303 h 1037713"/>
                <a:gd name="connsiteX1" fmla="*/ 166692 w 1146130"/>
                <a:gd name="connsiteY1" fmla="*/ 758337 h 1037713"/>
                <a:gd name="connsiteX2" fmla="*/ 315070 w 1146130"/>
                <a:gd name="connsiteY2" fmla="*/ 212178 h 1037713"/>
                <a:gd name="connsiteX3" fmla="*/ 848747 w 1146130"/>
                <a:gd name="connsiteY3" fmla="*/ 159796 h 1037713"/>
                <a:gd name="connsiteX4" fmla="*/ 1146122 w 1146130"/>
                <a:gd name="connsiteY4" fmla="*/ 350950 h 103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6130" h="1037713">
                  <a:moveTo>
                    <a:pt x="302979" y="1029303"/>
                  </a:moveTo>
                  <a:cubicBezTo>
                    <a:pt x="128543" y="1084766"/>
                    <a:pt x="89214" y="851239"/>
                    <a:pt x="166692" y="758337"/>
                  </a:cubicBezTo>
                  <a:cubicBezTo>
                    <a:pt x="-132433" y="580330"/>
                    <a:pt x="4064" y="269858"/>
                    <a:pt x="315070" y="212178"/>
                  </a:cubicBezTo>
                  <a:cubicBezTo>
                    <a:pt x="409715" y="-103205"/>
                    <a:pt x="736013" y="-20321"/>
                    <a:pt x="848747" y="159796"/>
                  </a:cubicBezTo>
                  <a:cubicBezTo>
                    <a:pt x="1035014" y="129256"/>
                    <a:pt x="1147282" y="256409"/>
                    <a:pt x="1146122" y="350950"/>
                  </a:cubicBezTo>
                </a:path>
              </a:pathLst>
            </a:custGeom>
            <a:solidFill>
              <a:srgbClr val="309302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4">
              <a:extLst>
                <a:ext uri="{FF2B5EF4-FFF2-40B4-BE49-F238E27FC236}">
                  <a16:creationId xmlns:a16="http://schemas.microsoft.com/office/drawing/2014/main" id="{04612EF1-81E8-AB0D-4658-44474E4FC991}"/>
                </a:ext>
              </a:extLst>
            </p:cNvPr>
            <p:cNvSpPr/>
            <p:nvPr/>
          </p:nvSpPr>
          <p:spPr>
            <a:xfrm rot="3631772">
              <a:off x="5451347" y="2224488"/>
              <a:ext cx="670713" cy="621923"/>
            </a:xfrm>
            <a:custGeom>
              <a:avLst/>
              <a:gdLst>
                <a:gd name="connsiteX0" fmla="*/ 0 w 1001485"/>
                <a:gd name="connsiteY0" fmla="*/ 0 h 638629"/>
                <a:gd name="connsiteX1" fmla="*/ 1001485 w 1001485"/>
                <a:gd name="connsiteY1" fmla="*/ 0 h 638629"/>
                <a:gd name="connsiteX2" fmla="*/ 1001485 w 1001485"/>
                <a:gd name="connsiteY2" fmla="*/ 638629 h 638629"/>
                <a:gd name="connsiteX3" fmla="*/ 0 w 1001485"/>
                <a:gd name="connsiteY3" fmla="*/ 638629 h 638629"/>
                <a:gd name="connsiteX4" fmla="*/ 0 w 1001485"/>
                <a:gd name="connsiteY4" fmla="*/ 0 h 638629"/>
                <a:gd name="connsiteX0" fmla="*/ 0 w 1166585"/>
                <a:gd name="connsiteY0" fmla="*/ 57150 h 638629"/>
                <a:gd name="connsiteX1" fmla="*/ 1166585 w 1166585"/>
                <a:gd name="connsiteY1" fmla="*/ 0 h 638629"/>
                <a:gd name="connsiteX2" fmla="*/ 1166585 w 1166585"/>
                <a:gd name="connsiteY2" fmla="*/ 638629 h 638629"/>
                <a:gd name="connsiteX3" fmla="*/ 165100 w 1166585"/>
                <a:gd name="connsiteY3" fmla="*/ 638629 h 638629"/>
                <a:gd name="connsiteX4" fmla="*/ 0 w 1166585"/>
                <a:gd name="connsiteY4" fmla="*/ 57150 h 638629"/>
                <a:gd name="connsiteX0" fmla="*/ 31750 w 1001485"/>
                <a:gd name="connsiteY0" fmla="*/ 0 h 727529"/>
                <a:gd name="connsiteX1" fmla="*/ 1001485 w 1001485"/>
                <a:gd name="connsiteY1" fmla="*/ 88900 h 727529"/>
                <a:gd name="connsiteX2" fmla="*/ 1001485 w 1001485"/>
                <a:gd name="connsiteY2" fmla="*/ 727529 h 727529"/>
                <a:gd name="connsiteX3" fmla="*/ 0 w 1001485"/>
                <a:gd name="connsiteY3" fmla="*/ 727529 h 727529"/>
                <a:gd name="connsiteX4" fmla="*/ 31750 w 1001485"/>
                <a:gd name="connsiteY4" fmla="*/ 0 h 727529"/>
                <a:gd name="connsiteX0" fmla="*/ 31750 w 1001485"/>
                <a:gd name="connsiteY0" fmla="*/ 88900 h 816429"/>
                <a:gd name="connsiteX1" fmla="*/ 429985 w 1001485"/>
                <a:gd name="connsiteY1" fmla="*/ 0 h 816429"/>
                <a:gd name="connsiteX2" fmla="*/ 1001485 w 1001485"/>
                <a:gd name="connsiteY2" fmla="*/ 816429 h 816429"/>
                <a:gd name="connsiteX3" fmla="*/ 0 w 1001485"/>
                <a:gd name="connsiteY3" fmla="*/ 816429 h 816429"/>
                <a:gd name="connsiteX4" fmla="*/ 31750 w 1001485"/>
                <a:gd name="connsiteY4" fmla="*/ 88900 h 816429"/>
                <a:gd name="connsiteX0" fmla="*/ 31750 w 645885"/>
                <a:gd name="connsiteY0" fmla="*/ 88900 h 816429"/>
                <a:gd name="connsiteX1" fmla="*/ 429985 w 645885"/>
                <a:gd name="connsiteY1" fmla="*/ 0 h 816429"/>
                <a:gd name="connsiteX2" fmla="*/ 645885 w 645885"/>
                <a:gd name="connsiteY2" fmla="*/ 79829 h 816429"/>
                <a:gd name="connsiteX3" fmla="*/ 0 w 645885"/>
                <a:gd name="connsiteY3" fmla="*/ 816429 h 816429"/>
                <a:gd name="connsiteX4" fmla="*/ 31750 w 645885"/>
                <a:gd name="connsiteY4" fmla="*/ 88900 h 816429"/>
                <a:gd name="connsiteX0" fmla="*/ 31750 w 645885"/>
                <a:gd name="connsiteY0" fmla="*/ 88900 h 575129"/>
                <a:gd name="connsiteX1" fmla="*/ 429985 w 645885"/>
                <a:gd name="connsiteY1" fmla="*/ 0 h 575129"/>
                <a:gd name="connsiteX2" fmla="*/ 645885 w 645885"/>
                <a:gd name="connsiteY2" fmla="*/ 79829 h 575129"/>
                <a:gd name="connsiteX3" fmla="*/ 0 w 645885"/>
                <a:gd name="connsiteY3" fmla="*/ 575129 h 575129"/>
                <a:gd name="connsiteX4" fmla="*/ 31750 w 645885"/>
                <a:gd name="connsiteY4" fmla="*/ 88900 h 575129"/>
                <a:gd name="connsiteX0" fmla="*/ 196355 w 810490"/>
                <a:gd name="connsiteY0" fmla="*/ 88900 h 575129"/>
                <a:gd name="connsiteX1" fmla="*/ 594590 w 810490"/>
                <a:gd name="connsiteY1" fmla="*/ 0 h 575129"/>
                <a:gd name="connsiteX2" fmla="*/ 810490 w 810490"/>
                <a:gd name="connsiteY2" fmla="*/ 79829 h 575129"/>
                <a:gd name="connsiteX3" fmla="*/ 164605 w 810490"/>
                <a:gd name="connsiteY3" fmla="*/ 575129 h 575129"/>
                <a:gd name="connsiteX4" fmla="*/ 196355 w 810490"/>
                <a:gd name="connsiteY4" fmla="*/ 88900 h 575129"/>
                <a:gd name="connsiteX0" fmla="*/ 259407 w 873542"/>
                <a:gd name="connsiteY0" fmla="*/ 88900 h 575129"/>
                <a:gd name="connsiteX1" fmla="*/ 657642 w 873542"/>
                <a:gd name="connsiteY1" fmla="*/ 0 h 575129"/>
                <a:gd name="connsiteX2" fmla="*/ 873542 w 873542"/>
                <a:gd name="connsiteY2" fmla="*/ 79829 h 575129"/>
                <a:gd name="connsiteX3" fmla="*/ 227657 w 873542"/>
                <a:gd name="connsiteY3" fmla="*/ 575129 h 575129"/>
                <a:gd name="connsiteX4" fmla="*/ 259407 w 873542"/>
                <a:gd name="connsiteY4" fmla="*/ 88900 h 575129"/>
                <a:gd name="connsiteX0" fmla="*/ 259407 w 873542"/>
                <a:gd name="connsiteY0" fmla="*/ 159074 h 645303"/>
                <a:gd name="connsiteX1" fmla="*/ 657642 w 873542"/>
                <a:gd name="connsiteY1" fmla="*/ 70174 h 645303"/>
                <a:gd name="connsiteX2" fmla="*/ 873542 w 873542"/>
                <a:gd name="connsiteY2" fmla="*/ 150003 h 645303"/>
                <a:gd name="connsiteX3" fmla="*/ 227657 w 873542"/>
                <a:gd name="connsiteY3" fmla="*/ 645303 h 645303"/>
                <a:gd name="connsiteX4" fmla="*/ 259407 w 873542"/>
                <a:gd name="connsiteY4" fmla="*/ 159074 h 645303"/>
                <a:gd name="connsiteX0" fmla="*/ 259407 w 873542"/>
                <a:gd name="connsiteY0" fmla="*/ 159074 h 645303"/>
                <a:gd name="connsiteX1" fmla="*/ 638592 w 873542"/>
                <a:gd name="connsiteY1" fmla="*/ 70174 h 645303"/>
                <a:gd name="connsiteX2" fmla="*/ 873542 w 873542"/>
                <a:gd name="connsiteY2" fmla="*/ 150003 h 645303"/>
                <a:gd name="connsiteX3" fmla="*/ 227657 w 873542"/>
                <a:gd name="connsiteY3" fmla="*/ 645303 h 645303"/>
                <a:gd name="connsiteX4" fmla="*/ 259407 w 873542"/>
                <a:gd name="connsiteY4" fmla="*/ 159074 h 645303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1037249"/>
                <a:gd name="connsiteY0" fmla="*/ 197339 h 683568"/>
                <a:gd name="connsiteX1" fmla="*/ 638592 w 1037249"/>
                <a:gd name="connsiteY1" fmla="*/ 108439 h 683568"/>
                <a:gd name="connsiteX2" fmla="*/ 1037249 w 1037249"/>
                <a:gd name="connsiteY2" fmla="*/ 102989 h 683568"/>
                <a:gd name="connsiteX3" fmla="*/ 227657 w 1037249"/>
                <a:gd name="connsiteY3" fmla="*/ 683568 h 683568"/>
                <a:gd name="connsiteX4" fmla="*/ 259407 w 1037249"/>
                <a:gd name="connsiteY4" fmla="*/ 197339 h 683568"/>
                <a:gd name="connsiteX0" fmla="*/ 259407 w 1037249"/>
                <a:gd name="connsiteY0" fmla="*/ 323950 h 810179"/>
                <a:gd name="connsiteX1" fmla="*/ 739874 w 1037249"/>
                <a:gd name="connsiteY1" fmla="*/ 38446 h 810179"/>
                <a:gd name="connsiteX2" fmla="*/ 1037249 w 1037249"/>
                <a:gd name="connsiteY2" fmla="*/ 229600 h 810179"/>
                <a:gd name="connsiteX3" fmla="*/ 227657 w 1037249"/>
                <a:gd name="connsiteY3" fmla="*/ 810179 h 810179"/>
                <a:gd name="connsiteX4" fmla="*/ 259407 w 1037249"/>
                <a:gd name="connsiteY4" fmla="*/ 323950 h 810179"/>
                <a:gd name="connsiteX0" fmla="*/ 228532 w 1059584"/>
                <a:gd name="connsiteY0" fmla="*/ 181693 h 901044"/>
                <a:gd name="connsiteX1" fmla="*/ 762209 w 1059584"/>
                <a:gd name="connsiteY1" fmla="*/ 129311 h 901044"/>
                <a:gd name="connsiteX2" fmla="*/ 1059584 w 1059584"/>
                <a:gd name="connsiteY2" fmla="*/ 320465 h 901044"/>
                <a:gd name="connsiteX3" fmla="*/ 249992 w 1059584"/>
                <a:gd name="connsiteY3" fmla="*/ 901044 h 901044"/>
                <a:gd name="connsiteX4" fmla="*/ 228532 w 1059584"/>
                <a:gd name="connsiteY4" fmla="*/ 181693 h 901044"/>
                <a:gd name="connsiteX0" fmla="*/ 148679 w 979731"/>
                <a:gd name="connsiteY0" fmla="*/ 181693 h 915933"/>
                <a:gd name="connsiteX1" fmla="*/ 682356 w 979731"/>
                <a:gd name="connsiteY1" fmla="*/ 129311 h 915933"/>
                <a:gd name="connsiteX2" fmla="*/ 979731 w 979731"/>
                <a:gd name="connsiteY2" fmla="*/ 320465 h 915933"/>
                <a:gd name="connsiteX3" fmla="*/ 170139 w 979731"/>
                <a:gd name="connsiteY3" fmla="*/ 901044 h 915933"/>
                <a:gd name="connsiteX4" fmla="*/ 301 w 979731"/>
                <a:gd name="connsiteY4" fmla="*/ 727852 h 915933"/>
                <a:gd name="connsiteX5" fmla="*/ 148679 w 979731"/>
                <a:gd name="connsiteY5" fmla="*/ 181693 h 915933"/>
                <a:gd name="connsiteX0" fmla="*/ 150331 w 981383"/>
                <a:gd name="connsiteY0" fmla="*/ 181693 h 1008088"/>
                <a:gd name="connsiteX1" fmla="*/ 684008 w 981383"/>
                <a:gd name="connsiteY1" fmla="*/ 129311 h 1008088"/>
                <a:gd name="connsiteX2" fmla="*/ 981383 w 981383"/>
                <a:gd name="connsiteY2" fmla="*/ 320465 h 1008088"/>
                <a:gd name="connsiteX3" fmla="*/ 138240 w 981383"/>
                <a:gd name="connsiteY3" fmla="*/ 998818 h 1008088"/>
                <a:gd name="connsiteX4" fmla="*/ 1953 w 981383"/>
                <a:gd name="connsiteY4" fmla="*/ 727852 h 1008088"/>
                <a:gd name="connsiteX5" fmla="*/ 150331 w 981383"/>
                <a:gd name="connsiteY5" fmla="*/ 181693 h 1008088"/>
                <a:gd name="connsiteX0" fmla="*/ 271843 w 1102895"/>
                <a:gd name="connsiteY0" fmla="*/ 181693 h 1008088"/>
                <a:gd name="connsiteX1" fmla="*/ 805520 w 1102895"/>
                <a:gd name="connsiteY1" fmla="*/ 129311 h 1008088"/>
                <a:gd name="connsiteX2" fmla="*/ 1102895 w 1102895"/>
                <a:gd name="connsiteY2" fmla="*/ 320465 h 1008088"/>
                <a:gd name="connsiteX3" fmla="*/ 259752 w 1102895"/>
                <a:gd name="connsiteY3" fmla="*/ 998818 h 1008088"/>
                <a:gd name="connsiteX4" fmla="*/ 123465 w 1102895"/>
                <a:gd name="connsiteY4" fmla="*/ 727852 h 1008088"/>
                <a:gd name="connsiteX5" fmla="*/ 271843 w 1102895"/>
                <a:gd name="connsiteY5" fmla="*/ 181693 h 1008088"/>
                <a:gd name="connsiteX0" fmla="*/ 315070 w 1146122"/>
                <a:gd name="connsiteY0" fmla="*/ 181693 h 1008088"/>
                <a:gd name="connsiteX1" fmla="*/ 848747 w 1146122"/>
                <a:gd name="connsiteY1" fmla="*/ 129311 h 1008088"/>
                <a:gd name="connsiteX2" fmla="*/ 1146122 w 1146122"/>
                <a:gd name="connsiteY2" fmla="*/ 320465 h 1008088"/>
                <a:gd name="connsiteX3" fmla="*/ 302979 w 1146122"/>
                <a:gd name="connsiteY3" fmla="*/ 998818 h 1008088"/>
                <a:gd name="connsiteX4" fmla="*/ 166692 w 1146122"/>
                <a:gd name="connsiteY4" fmla="*/ 727852 h 1008088"/>
                <a:gd name="connsiteX5" fmla="*/ 315070 w 1146122"/>
                <a:gd name="connsiteY5" fmla="*/ 181693 h 1008088"/>
                <a:gd name="connsiteX0" fmla="*/ 315070 w 1146122"/>
                <a:gd name="connsiteY0" fmla="*/ 212178 h 1038573"/>
                <a:gd name="connsiteX1" fmla="*/ 848747 w 1146122"/>
                <a:gd name="connsiteY1" fmla="*/ 159796 h 1038573"/>
                <a:gd name="connsiteX2" fmla="*/ 1146122 w 1146122"/>
                <a:gd name="connsiteY2" fmla="*/ 350950 h 1038573"/>
                <a:gd name="connsiteX3" fmla="*/ 302979 w 1146122"/>
                <a:gd name="connsiteY3" fmla="*/ 1029303 h 1038573"/>
                <a:gd name="connsiteX4" fmla="*/ 166692 w 1146122"/>
                <a:gd name="connsiteY4" fmla="*/ 758337 h 1038573"/>
                <a:gd name="connsiteX5" fmla="*/ 315070 w 1146122"/>
                <a:gd name="connsiteY5" fmla="*/ 212178 h 1038573"/>
                <a:gd name="connsiteX0" fmla="*/ 315070 w 1146130"/>
                <a:gd name="connsiteY0" fmla="*/ 212178 h 1038573"/>
                <a:gd name="connsiteX1" fmla="*/ 848747 w 1146130"/>
                <a:gd name="connsiteY1" fmla="*/ 159796 h 1038573"/>
                <a:gd name="connsiteX2" fmla="*/ 1146122 w 1146130"/>
                <a:gd name="connsiteY2" fmla="*/ 350950 h 1038573"/>
                <a:gd name="connsiteX3" fmla="*/ 302979 w 1146130"/>
                <a:gd name="connsiteY3" fmla="*/ 1029303 h 1038573"/>
                <a:gd name="connsiteX4" fmla="*/ 166692 w 1146130"/>
                <a:gd name="connsiteY4" fmla="*/ 758337 h 1038573"/>
                <a:gd name="connsiteX5" fmla="*/ 315070 w 1146130"/>
                <a:gd name="connsiteY5" fmla="*/ 212178 h 1038573"/>
                <a:gd name="connsiteX0" fmla="*/ 315070 w 1146130"/>
                <a:gd name="connsiteY0" fmla="*/ 212178 h 1037713"/>
                <a:gd name="connsiteX1" fmla="*/ 848747 w 1146130"/>
                <a:gd name="connsiteY1" fmla="*/ 159796 h 1037713"/>
                <a:gd name="connsiteX2" fmla="*/ 1146122 w 1146130"/>
                <a:gd name="connsiteY2" fmla="*/ 350950 h 1037713"/>
                <a:gd name="connsiteX3" fmla="*/ 302979 w 1146130"/>
                <a:gd name="connsiteY3" fmla="*/ 1029303 h 1037713"/>
                <a:gd name="connsiteX4" fmla="*/ 166692 w 1146130"/>
                <a:gd name="connsiteY4" fmla="*/ 758337 h 1037713"/>
                <a:gd name="connsiteX5" fmla="*/ 315070 w 1146130"/>
                <a:gd name="connsiteY5" fmla="*/ 212178 h 1037713"/>
                <a:gd name="connsiteX0" fmla="*/ 273282 w 1104342"/>
                <a:gd name="connsiteY0" fmla="*/ 212178 h 1036131"/>
                <a:gd name="connsiteX1" fmla="*/ 806959 w 1104342"/>
                <a:gd name="connsiteY1" fmla="*/ 159796 h 1036131"/>
                <a:gd name="connsiteX2" fmla="*/ 1104334 w 1104342"/>
                <a:gd name="connsiteY2" fmla="*/ 350950 h 1036131"/>
                <a:gd name="connsiteX3" fmla="*/ 261191 w 1104342"/>
                <a:gd name="connsiteY3" fmla="*/ 1029303 h 1036131"/>
                <a:gd name="connsiteX4" fmla="*/ 191354 w 1104342"/>
                <a:gd name="connsiteY4" fmla="*/ 694015 h 1036131"/>
                <a:gd name="connsiteX5" fmla="*/ 273282 w 1104342"/>
                <a:gd name="connsiteY5" fmla="*/ 212178 h 1036131"/>
                <a:gd name="connsiteX0" fmla="*/ 273282 w 1104342"/>
                <a:gd name="connsiteY0" fmla="*/ 212178 h 951284"/>
                <a:gd name="connsiteX1" fmla="*/ 806959 w 1104342"/>
                <a:gd name="connsiteY1" fmla="*/ 159796 h 951284"/>
                <a:gd name="connsiteX2" fmla="*/ 1104334 w 1104342"/>
                <a:gd name="connsiteY2" fmla="*/ 350950 h 951284"/>
                <a:gd name="connsiteX3" fmla="*/ 262609 w 1104342"/>
                <a:gd name="connsiteY3" fmla="*/ 942123 h 951284"/>
                <a:gd name="connsiteX4" fmla="*/ 191354 w 1104342"/>
                <a:gd name="connsiteY4" fmla="*/ 694015 h 951284"/>
                <a:gd name="connsiteX5" fmla="*/ 273282 w 1104342"/>
                <a:gd name="connsiteY5" fmla="*/ 212178 h 951284"/>
                <a:gd name="connsiteX0" fmla="*/ 273282 w 1104342"/>
                <a:gd name="connsiteY0" fmla="*/ 212178 h 942123"/>
                <a:gd name="connsiteX1" fmla="*/ 806959 w 1104342"/>
                <a:gd name="connsiteY1" fmla="*/ 159796 h 942123"/>
                <a:gd name="connsiteX2" fmla="*/ 1104334 w 1104342"/>
                <a:gd name="connsiteY2" fmla="*/ 350950 h 942123"/>
                <a:gd name="connsiteX3" fmla="*/ 262609 w 1104342"/>
                <a:gd name="connsiteY3" fmla="*/ 942123 h 942123"/>
                <a:gd name="connsiteX4" fmla="*/ 191354 w 1104342"/>
                <a:gd name="connsiteY4" fmla="*/ 694015 h 942123"/>
                <a:gd name="connsiteX5" fmla="*/ 273282 w 1104342"/>
                <a:gd name="connsiteY5" fmla="*/ 212178 h 942123"/>
                <a:gd name="connsiteX0" fmla="*/ 273282 w 1104339"/>
                <a:gd name="connsiteY0" fmla="*/ 202760 h 932705"/>
                <a:gd name="connsiteX1" fmla="*/ 719424 w 1104339"/>
                <a:gd name="connsiteY1" fmla="*/ 170756 h 932705"/>
                <a:gd name="connsiteX2" fmla="*/ 1104334 w 1104339"/>
                <a:gd name="connsiteY2" fmla="*/ 341532 h 932705"/>
                <a:gd name="connsiteX3" fmla="*/ 262609 w 1104339"/>
                <a:gd name="connsiteY3" fmla="*/ 932705 h 932705"/>
                <a:gd name="connsiteX4" fmla="*/ 191354 w 1104339"/>
                <a:gd name="connsiteY4" fmla="*/ 684597 h 932705"/>
                <a:gd name="connsiteX5" fmla="*/ 273282 w 1104339"/>
                <a:gd name="connsiteY5" fmla="*/ 202760 h 932705"/>
                <a:gd name="connsiteX0" fmla="*/ 273282 w 1104339"/>
                <a:gd name="connsiteY0" fmla="*/ 176308 h 906253"/>
                <a:gd name="connsiteX1" fmla="*/ 719424 w 1104339"/>
                <a:gd name="connsiteY1" fmla="*/ 144304 h 906253"/>
                <a:gd name="connsiteX2" fmla="*/ 1104334 w 1104339"/>
                <a:gd name="connsiteY2" fmla="*/ 315080 h 906253"/>
                <a:gd name="connsiteX3" fmla="*/ 262609 w 1104339"/>
                <a:gd name="connsiteY3" fmla="*/ 906253 h 906253"/>
                <a:gd name="connsiteX4" fmla="*/ 191354 w 1104339"/>
                <a:gd name="connsiteY4" fmla="*/ 658145 h 906253"/>
                <a:gd name="connsiteX5" fmla="*/ 273282 w 1104339"/>
                <a:gd name="connsiteY5" fmla="*/ 176308 h 906253"/>
                <a:gd name="connsiteX0" fmla="*/ 255676 w 1086733"/>
                <a:gd name="connsiteY0" fmla="*/ 176308 h 906253"/>
                <a:gd name="connsiteX1" fmla="*/ 701818 w 1086733"/>
                <a:gd name="connsiteY1" fmla="*/ 144304 h 906253"/>
                <a:gd name="connsiteX2" fmla="*/ 1086728 w 1086733"/>
                <a:gd name="connsiteY2" fmla="*/ 315080 h 906253"/>
                <a:gd name="connsiteX3" fmla="*/ 245003 w 1086733"/>
                <a:gd name="connsiteY3" fmla="*/ 906253 h 906253"/>
                <a:gd name="connsiteX4" fmla="*/ 173748 w 1086733"/>
                <a:gd name="connsiteY4" fmla="*/ 658145 h 906253"/>
                <a:gd name="connsiteX5" fmla="*/ 255676 w 1086733"/>
                <a:gd name="connsiteY5" fmla="*/ 176308 h 906253"/>
                <a:gd name="connsiteX0" fmla="*/ 255676 w 976187"/>
                <a:gd name="connsiteY0" fmla="*/ 176308 h 906253"/>
                <a:gd name="connsiteX1" fmla="*/ 701818 w 976187"/>
                <a:gd name="connsiteY1" fmla="*/ 144304 h 906253"/>
                <a:gd name="connsiteX2" fmla="*/ 976176 w 976187"/>
                <a:gd name="connsiteY2" fmla="*/ 276220 h 906253"/>
                <a:gd name="connsiteX3" fmla="*/ 245003 w 976187"/>
                <a:gd name="connsiteY3" fmla="*/ 906253 h 906253"/>
                <a:gd name="connsiteX4" fmla="*/ 173748 w 976187"/>
                <a:gd name="connsiteY4" fmla="*/ 658145 h 906253"/>
                <a:gd name="connsiteX5" fmla="*/ 255676 w 976187"/>
                <a:gd name="connsiteY5" fmla="*/ 176308 h 906253"/>
                <a:gd name="connsiteX0" fmla="*/ 245003 w 976187"/>
                <a:gd name="connsiteY0" fmla="*/ 906253 h 1039497"/>
                <a:gd name="connsiteX1" fmla="*/ 173748 w 976187"/>
                <a:gd name="connsiteY1" fmla="*/ 658145 h 1039497"/>
                <a:gd name="connsiteX2" fmla="*/ 255676 w 976187"/>
                <a:gd name="connsiteY2" fmla="*/ 176308 h 1039497"/>
                <a:gd name="connsiteX3" fmla="*/ 701818 w 976187"/>
                <a:gd name="connsiteY3" fmla="*/ 144304 h 1039497"/>
                <a:gd name="connsiteX4" fmla="*/ 976176 w 976187"/>
                <a:gd name="connsiteY4" fmla="*/ 276220 h 1039497"/>
                <a:gd name="connsiteX5" fmla="*/ 378089 w 976187"/>
                <a:gd name="connsiteY5" fmla="*/ 1039497 h 1039497"/>
                <a:gd name="connsiteX0" fmla="*/ 245003 w 976187"/>
                <a:gd name="connsiteY0" fmla="*/ 906253 h 906253"/>
                <a:gd name="connsiteX1" fmla="*/ 173748 w 976187"/>
                <a:gd name="connsiteY1" fmla="*/ 658145 h 906253"/>
                <a:gd name="connsiteX2" fmla="*/ 255676 w 976187"/>
                <a:gd name="connsiteY2" fmla="*/ 176308 h 906253"/>
                <a:gd name="connsiteX3" fmla="*/ 701818 w 976187"/>
                <a:gd name="connsiteY3" fmla="*/ 144304 h 906253"/>
                <a:gd name="connsiteX4" fmla="*/ 976176 w 976187"/>
                <a:gd name="connsiteY4" fmla="*/ 276220 h 906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6187" h="906253">
                  <a:moveTo>
                    <a:pt x="245003" y="906253"/>
                  </a:moveTo>
                  <a:cubicBezTo>
                    <a:pt x="137016" y="897394"/>
                    <a:pt x="96270" y="751047"/>
                    <a:pt x="173748" y="658145"/>
                  </a:cubicBezTo>
                  <a:cubicBezTo>
                    <a:pt x="-125377" y="480138"/>
                    <a:pt x="1266" y="239268"/>
                    <a:pt x="255676" y="176308"/>
                  </a:cubicBezTo>
                  <a:cubicBezTo>
                    <a:pt x="377556" y="-71049"/>
                    <a:pt x="589084" y="-35813"/>
                    <a:pt x="701818" y="144304"/>
                  </a:cubicBezTo>
                  <a:cubicBezTo>
                    <a:pt x="888085" y="113764"/>
                    <a:pt x="977336" y="181679"/>
                    <a:pt x="976176" y="276220"/>
                  </a:cubicBezTo>
                </a:path>
              </a:pathLst>
            </a:custGeom>
            <a:solidFill>
              <a:srgbClr val="309302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4">
              <a:extLst>
                <a:ext uri="{FF2B5EF4-FFF2-40B4-BE49-F238E27FC236}">
                  <a16:creationId xmlns:a16="http://schemas.microsoft.com/office/drawing/2014/main" id="{D085AD9D-2E0C-AF55-DFBA-61A515D1AC26}"/>
                </a:ext>
              </a:extLst>
            </p:cNvPr>
            <p:cNvSpPr/>
            <p:nvPr/>
          </p:nvSpPr>
          <p:spPr>
            <a:xfrm rot="4237993">
              <a:off x="5771658" y="3325127"/>
              <a:ext cx="899271" cy="834847"/>
            </a:xfrm>
            <a:custGeom>
              <a:avLst/>
              <a:gdLst>
                <a:gd name="connsiteX0" fmla="*/ 0 w 1001485"/>
                <a:gd name="connsiteY0" fmla="*/ 0 h 638629"/>
                <a:gd name="connsiteX1" fmla="*/ 1001485 w 1001485"/>
                <a:gd name="connsiteY1" fmla="*/ 0 h 638629"/>
                <a:gd name="connsiteX2" fmla="*/ 1001485 w 1001485"/>
                <a:gd name="connsiteY2" fmla="*/ 638629 h 638629"/>
                <a:gd name="connsiteX3" fmla="*/ 0 w 1001485"/>
                <a:gd name="connsiteY3" fmla="*/ 638629 h 638629"/>
                <a:gd name="connsiteX4" fmla="*/ 0 w 1001485"/>
                <a:gd name="connsiteY4" fmla="*/ 0 h 638629"/>
                <a:gd name="connsiteX0" fmla="*/ 0 w 1166585"/>
                <a:gd name="connsiteY0" fmla="*/ 57150 h 638629"/>
                <a:gd name="connsiteX1" fmla="*/ 1166585 w 1166585"/>
                <a:gd name="connsiteY1" fmla="*/ 0 h 638629"/>
                <a:gd name="connsiteX2" fmla="*/ 1166585 w 1166585"/>
                <a:gd name="connsiteY2" fmla="*/ 638629 h 638629"/>
                <a:gd name="connsiteX3" fmla="*/ 165100 w 1166585"/>
                <a:gd name="connsiteY3" fmla="*/ 638629 h 638629"/>
                <a:gd name="connsiteX4" fmla="*/ 0 w 1166585"/>
                <a:gd name="connsiteY4" fmla="*/ 57150 h 638629"/>
                <a:gd name="connsiteX0" fmla="*/ 31750 w 1001485"/>
                <a:gd name="connsiteY0" fmla="*/ 0 h 727529"/>
                <a:gd name="connsiteX1" fmla="*/ 1001485 w 1001485"/>
                <a:gd name="connsiteY1" fmla="*/ 88900 h 727529"/>
                <a:gd name="connsiteX2" fmla="*/ 1001485 w 1001485"/>
                <a:gd name="connsiteY2" fmla="*/ 727529 h 727529"/>
                <a:gd name="connsiteX3" fmla="*/ 0 w 1001485"/>
                <a:gd name="connsiteY3" fmla="*/ 727529 h 727529"/>
                <a:gd name="connsiteX4" fmla="*/ 31750 w 1001485"/>
                <a:gd name="connsiteY4" fmla="*/ 0 h 727529"/>
                <a:gd name="connsiteX0" fmla="*/ 31750 w 1001485"/>
                <a:gd name="connsiteY0" fmla="*/ 88900 h 816429"/>
                <a:gd name="connsiteX1" fmla="*/ 429985 w 1001485"/>
                <a:gd name="connsiteY1" fmla="*/ 0 h 816429"/>
                <a:gd name="connsiteX2" fmla="*/ 1001485 w 1001485"/>
                <a:gd name="connsiteY2" fmla="*/ 816429 h 816429"/>
                <a:gd name="connsiteX3" fmla="*/ 0 w 1001485"/>
                <a:gd name="connsiteY3" fmla="*/ 816429 h 816429"/>
                <a:gd name="connsiteX4" fmla="*/ 31750 w 1001485"/>
                <a:gd name="connsiteY4" fmla="*/ 88900 h 816429"/>
                <a:gd name="connsiteX0" fmla="*/ 31750 w 645885"/>
                <a:gd name="connsiteY0" fmla="*/ 88900 h 816429"/>
                <a:gd name="connsiteX1" fmla="*/ 429985 w 645885"/>
                <a:gd name="connsiteY1" fmla="*/ 0 h 816429"/>
                <a:gd name="connsiteX2" fmla="*/ 645885 w 645885"/>
                <a:gd name="connsiteY2" fmla="*/ 79829 h 816429"/>
                <a:gd name="connsiteX3" fmla="*/ 0 w 645885"/>
                <a:gd name="connsiteY3" fmla="*/ 816429 h 816429"/>
                <a:gd name="connsiteX4" fmla="*/ 31750 w 645885"/>
                <a:gd name="connsiteY4" fmla="*/ 88900 h 816429"/>
                <a:gd name="connsiteX0" fmla="*/ 31750 w 645885"/>
                <a:gd name="connsiteY0" fmla="*/ 88900 h 575129"/>
                <a:gd name="connsiteX1" fmla="*/ 429985 w 645885"/>
                <a:gd name="connsiteY1" fmla="*/ 0 h 575129"/>
                <a:gd name="connsiteX2" fmla="*/ 645885 w 645885"/>
                <a:gd name="connsiteY2" fmla="*/ 79829 h 575129"/>
                <a:gd name="connsiteX3" fmla="*/ 0 w 645885"/>
                <a:gd name="connsiteY3" fmla="*/ 575129 h 575129"/>
                <a:gd name="connsiteX4" fmla="*/ 31750 w 645885"/>
                <a:gd name="connsiteY4" fmla="*/ 88900 h 575129"/>
                <a:gd name="connsiteX0" fmla="*/ 196355 w 810490"/>
                <a:gd name="connsiteY0" fmla="*/ 88900 h 575129"/>
                <a:gd name="connsiteX1" fmla="*/ 594590 w 810490"/>
                <a:gd name="connsiteY1" fmla="*/ 0 h 575129"/>
                <a:gd name="connsiteX2" fmla="*/ 810490 w 810490"/>
                <a:gd name="connsiteY2" fmla="*/ 79829 h 575129"/>
                <a:gd name="connsiteX3" fmla="*/ 164605 w 810490"/>
                <a:gd name="connsiteY3" fmla="*/ 575129 h 575129"/>
                <a:gd name="connsiteX4" fmla="*/ 196355 w 810490"/>
                <a:gd name="connsiteY4" fmla="*/ 88900 h 575129"/>
                <a:gd name="connsiteX0" fmla="*/ 259407 w 873542"/>
                <a:gd name="connsiteY0" fmla="*/ 88900 h 575129"/>
                <a:gd name="connsiteX1" fmla="*/ 657642 w 873542"/>
                <a:gd name="connsiteY1" fmla="*/ 0 h 575129"/>
                <a:gd name="connsiteX2" fmla="*/ 873542 w 873542"/>
                <a:gd name="connsiteY2" fmla="*/ 79829 h 575129"/>
                <a:gd name="connsiteX3" fmla="*/ 227657 w 873542"/>
                <a:gd name="connsiteY3" fmla="*/ 575129 h 575129"/>
                <a:gd name="connsiteX4" fmla="*/ 259407 w 873542"/>
                <a:gd name="connsiteY4" fmla="*/ 88900 h 575129"/>
                <a:gd name="connsiteX0" fmla="*/ 259407 w 873542"/>
                <a:gd name="connsiteY0" fmla="*/ 159074 h 645303"/>
                <a:gd name="connsiteX1" fmla="*/ 657642 w 873542"/>
                <a:gd name="connsiteY1" fmla="*/ 70174 h 645303"/>
                <a:gd name="connsiteX2" fmla="*/ 873542 w 873542"/>
                <a:gd name="connsiteY2" fmla="*/ 150003 h 645303"/>
                <a:gd name="connsiteX3" fmla="*/ 227657 w 873542"/>
                <a:gd name="connsiteY3" fmla="*/ 645303 h 645303"/>
                <a:gd name="connsiteX4" fmla="*/ 259407 w 873542"/>
                <a:gd name="connsiteY4" fmla="*/ 159074 h 645303"/>
                <a:gd name="connsiteX0" fmla="*/ 259407 w 873542"/>
                <a:gd name="connsiteY0" fmla="*/ 159074 h 645303"/>
                <a:gd name="connsiteX1" fmla="*/ 638592 w 873542"/>
                <a:gd name="connsiteY1" fmla="*/ 70174 h 645303"/>
                <a:gd name="connsiteX2" fmla="*/ 873542 w 873542"/>
                <a:gd name="connsiteY2" fmla="*/ 150003 h 645303"/>
                <a:gd name="connsiteX3" fmla="*/ 227657 w 873542"/>
                <a:gd name="connsiteY3" fmla="*/ 645303 h 645303"/>
                <a:gd name="connsiteX4" fmla="*/ 259407 w 873542"/>
                <a:gd name="connsiteY4" fmla="*/ 159074 h 645303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1037249"/>
                <a:gd name="connsiteY0" fmla="*/ 197339 h 683568"/>
                <a:gd name="connsiteX1" fmla="*/ 638592 w 1037249"/>
                <a:gd name="connsiteY1" fmla="*/ 108439 h 683568"/>
                <a:gd name="connsiteX2" fmla="*/ 1037249 w 1037249"/>
                <a:gd name="connsiteY2" fmla="*/ 102989 h 683568"/>
                <a:gd name="connsiteX3" fmla="*/ 227657 w 1037249"/>
                <a:gd name="connsiteY3" fmla="*/ 683568 h 683568"/>
                <a:gd name="connsiteX4" fmla="*/ 259407 w 1037249"/>
                <a:gd name="connsiteY4" fmla="*/ 197339 h 683568"/>
                <a:gd name="connsiteX0" fmla="*/ 259407 w 1037249"/>
                <a:gd name="connsiteY0" fmla="*/ 323950 h 810179"/>
                <a:gd name="connsiteX1" fmla="*/ 739874 w 1037249"/>
                <a:gd name="connsiteY1" fmla="*/ 38446 h 810179"/>
                <a:gd name="connsiteX2" fmla="*/ 1037249 w 1037249"/>
                <a:gd name="connsiteY2" fmla="*/ 229600 h 810179"/>
                <a:gd name="connsiteX3" fmla="*/ 227657 w 1037249"/>
                <a:gd name="connsiteY3" fmla="*/ 810179 h 810179"/>
                <a:gd name="connsiteX4" fmla="*/ 259407 w 1037249"/>
                <a:gd name="connsiteY4" fmla="*/ 323950 h 810179"/>
                <a:gd name="connsiteX0" fmla="*/ 228532 w 1059584"/>
                <a:gd name="connsiteY0" fmla="*/ 181693 h 901044"/>
                <a:gd name="connsiteX1" fmla="*/ 762209 w 1059584"/>
                <a:gd name="connsiteY1" fmla="*/ 129311 h 901044"/>
                <a:gd name="connsiteX2" fmla="*/ 1059584 w 1059584"/>
                <a:gd name="connsiteY2" fmla="*/ 320465 h 901044"/>
                <a:gd name="connsiteX3" fmla="*/ 249992 w 1059584"/>
                <a:gd name="connsiteY3" fmla="*/ 901044 h 901044"/>
                <a:gd name="connsiteX4" fmla="*/ 228532 w 1059584"/>
                <a:gd name="connsiteY4" fmla="*/ 181693 h 901044"/>
                <a:gd name="connsiteX0" fmla="*/ 148679 w 979731"/>
                <a:gd name="connsiteY0" fmla="*/ 181693 h 915933"/>
                <a:gd name="connsiteX1" fmla="*/ 682356 w 979731"/>
                <a:gd name="connsiteY1" fmla="*/ 129311 h 915933"/>
                <a:gd name="connsiteX2" fmla="*/ 979731 w 979731"/>
                <a:gd name="connsiteY2" fmla="*/ 320465 h 915933"/>
                <a:gd name="connsiteX3" fmla="*/ 170139 w 979731"/>
                <a:gd name="connsiteY3" fmla="*/ 901044 h 915933"/>
                <a:gd name="connsiteX4" fmla="*/ 301 w 979731"/>
                <a:gd name="connsiteY4" fmla="*/ 727852 h 915933"/>
                <a:gd name="connsiteX5" fmla="*/ 148679 w 979731"/>
                <a:gd name="connsiteY5" fmla="*/ 181693 h 915933"/>
                <a:gd name="connsiteX0" fmla="*/ 150331 w 981383"/>
                <a:gd name="connsiteY0" fmla="*/ 181693 h 1008088"/>
                <a:gd name="connsiteX1" fmla="*/ 684008 w 981383"/>
                <a:gd name="connsiteY1" fmla="*/ 129311 h 1008088"/>
                <a:gd name="connsiteX2" fmla="*/ 981383 w 981383"/>
                <a:gd name="connsiteY2" fmla="*/ 320465 h 1008088"/>
                <a:gd name="connsiteX3" fmla="*/ 138240 w 981383"/>
                <a:gd name="connsiteY3" fmla="*/ 998818 h 1008088"/>
                <a:gd name="connsiteX4" fmla="*/ 1953 w 981383"/>
                <a:gd name="connsiteY4" fmla="*/ 727852 h 1008088"/>
                <a:gd name="connsiteX5" fmla="*/ 150331 w 981383"/>
                <a:gd name="connsiteY5" fmla="*/ 181693 h 1008088"/>
                <a:gd name="connsiteX0" fmla="*/ 271843 w 1102895"/>
                <a:gd name="connsiteY0" fmla="*/ 181693 h 1008088"/>
                <a:gd name="connsiteX1" fmla="*/ 805520 w 1102895"/>
                <a:gd name="connsiteY1" fmla="*/ 129311 h 1008088"/>
                <a:gd name="connsiteX2" fmla="*/ 1102895 w 1102895"/>
                <a:gd name="connsiteY2" fmla="*/ 320465 h 1008088"/>
                <a:gd name="connsiteX3" fmla="*/ 259752 w 1102895"/>
                <a:gd name="connsiteY3" fmla="*/ 998818 h 1008088"/>
                <a:gd name="connsiteX4" fmla="*/ 123465 w 1102895"/>
                <a:gd name="connsiteY4" fmla="*/ 727852 h 1008088"/>
                <a:gd name="connsiteX5" fmla="*/ 271843 w 1102895"/>
                <a:gd name="connsiteY5" fmla="*/ 181693 h 1008088"/>
                <a:gd name="connsiteX0" fmla="*/ 315070 w 1146122"/>
                <a:gd name="connsiteY0" fmla="*/ 181693 h 1008088"/>
                <a:gd name="connsiteX1" fmla="*/ 848747 w 1146122"/>
                <a:gd name="connsiteY1" fmla="*/ 129311 h 1008088"/>
                <a:gd name="connsiteX2" fmla="*/ 1146122 w 1146122"/>
                <a:gd name="connsiteY2" fmla="*/ 320465 h 1008088"/>
                <a:gd name="connsiteX3" fmla="*/ 302979 w 1146122"/>
                <a:gd name="connsiteY3" fmla="*/ 998818 h 1008088"/>
                <a:gd name="connsiteX4" fmla="*/ 166692 w 1146122"/>
                <a:gd name="connsiteY4" fmla="*/ 727852 h 1008088"/>
                <a:gd name="connsiteX5" fmla="*/ 315070 w 1146122"/>
                <a:gd name="connsiteY5" fmla="*/ 181693 h 1008088"/>
                <a:gd name="connsiteX0" fmla="*/ 315070 w 1146122"/>
                <a:gd name="connsiteY0" fmla="*/ 212178 h 1038573"/>
                <a:gd name="connsiteX1" fmla="*/ 848747 w 1146122"/>
                <a:gd name="connsiteY1" fmla="*/ 159796 h 1038573"/>
                <a:gd name="connsiteX2" fmla="*/ 1146122 w 1146122"/>
                <a:gd name="connsiteY2" fmla="*/ 350950 h 1038573"/>
                <a:gd name="connsiteX3" fmla="*/ 302979 w 1146122"/>
                <a:gd name="connsiteY3" fmla="*/ 1029303 h 1038573"/>
                <a:gd name="connsiteX4" fmla="*/ 166692 w 1146122"/>
                <a:gd name="connsiteY4" fmla="*/ 758337 h 1038573"/>
                <a:gd name="connsiteX5" fmla="*/ 315070 w 1146122"/>
                <a:gd name="connsiteY5" fmla="*/ 212178 h 1038573"/>
                <a:gd name="connsiteX0" fmla="*/ 315070 w 1146130"/>
                <a:gd name="connsiteY0" fmla="*/ 212178 h 1038573"/>
                <a:gd name="connsiteX1" fmla="*/ 848747 w 1146130"/>
                <a:gd name="connsiteY1" fmla="*/ 159796 h 1038573"/>
                <a:gd name="connsiteX2" fmla="*/ 1146122 w 1146130"/>
                <a:gd name="connsiteY2" fmla="*/ 350950 h 1038573"/>
                <a:gd name="connsiteX3" fmla="*/ 302979 w 1146130"/>
                <a:gd name="connsiteY3" fmla="*/ 1029303 h 1038573"/>
                <a:gd name="connsiteX4" fmla="*/ 166692 w 1146130"/>
                <a:gd name="connsiteY4" fmla="*/ 758337 h 1038573"/>
                <a:gd name="connsiteX5" fmla="*/ 315070 w 1146130"/>
                <a:gd name="connsiteY5" fmla="*/ 212178 h 1038573"/>
                <a:gd name="connsiteX0" fmla="*/ 315070 w 1146130"/>
                <a:gd name="connsiteY0" fmla="*/ 212178 h 1037713"/>
                <a:gd name="connsiteX1" fmla="*/ 848747 w 1146130"/>
                <a:gd name="connsiteY1" fmla="*/ 159796 h 1037713"/>
                <a:gd name="connsiteX2" fmla="*/ 1146122 w 1146130"/>
                <a:gd name="connsiteY2" fmla="*/ 350950 h 1037713"/>
                <a:gd name="connsiteX3" fmla="*/ 302979 w 1146130"/>
                <a:gd name="connsiteY3" fmla="*/ 1029303 h 1037713"/>
                <a:gd name="connsiteX4" fmla="*/ 166692 w 1146130"/>
                <a:gd name="connsiteY4" fmla="*/ 758337 h 1037713"/>
                <a:gd name="connsiteX5" fmla="*/ 315070 w 1146130"/>
                <a:gd name="connsiteY5" fmla="*/ 212178 h 1037713"/>
                <a:gd name="connsiteX0" fmla="*/ 273282 w 1104342"/>
                <a:gd name="connsiteY0" fmla="*/ 212178 h 1036131"/>
                <a:gd name="connsiteX1" fmla="*/ 806959 w 1104342"/>
                <a:gd name="connsiteY1" fmla="*/ 159796 h 1036131"/>
                <a:gd name="connsiteX2" fmla="*/ 1104334 w 1104342"/>
                <a:gd name="connsiteY2" fmla="*/ 350950 h 1036131"/>
                <a:gd name="connsiteX3" fmla="*/ 261191 w 1104342"/>
                <a:gd name="connsiteY3" fmla="*/ 1029303 h 1036131"/>
                <a:gd name="connsiteX4" fmla="*/ 191354 w 1104342"/>
                <a:gd name="connsiteY4" fmla="*/ 694015 h 1036131"/>
                <a:gd name="connsiteX5" fmla="*/ 273282 w 1104342"/>
                <a:gd name="connsiteY5" fmla="*/ 212178 h 1036131"/>
                <a:gd name="connsiteX0" fmla="*/ 273282 w 1104342"/>
                <a:gd name="connsiteY0" fmla="*/ 212178 h 951284"/>
                <a:gd name="connsiteX1" fmla="*/ 806959 w 1104342"/>
                <a:gd name="connsiteY1" fmla="*/ 159796 h 951284"/>
                <a:gd name="connsiteX2" fmla="*/ 1104334 w 1104342"/>
                <a:gd name="connsiteY2" fmla="*/ 350950 h 951284"/>
                <a:gd name="connsiteX3" fmla="*/ 262609 w 1104342"/>
                <a:gd name="connsiteY3" fmla="*/ 942123 h 951284"/>
                <a:gd name="connsiteX4" fmla="*/ 191354 w 1104342"/>
                <a:gd name="connsiteY4" fmla="*/ 694015 h 951284"/>
                <a:gd name="connsiteX5" fmla="*/ 273282 w 1104342"/>
                <a:gd name="connsiteY5" fmla="*/ 212178 h 951284"/>
                <a:gd name="connsiteX0" fmla="*/ 273282 w 1104342"/>
                <a:gd name="connsiteY0" fmla="*/ 212178 h 942123"/>
                <a:gd name="connsiteX1" fmla="*/ 806959 w 1104342"/>
                <a:gd name="connsiteY1" fmla="*/ 159796 h 942123"/>
                <a:gd name="connsiteX2" fmla="*/ 1104334 w 1104342"/>
                <a:gd name="connsiteY2" fmla="*/ 350950 h 942123"/>
                <a:gd name="connsiteX3" fmla="*/ 262609 w 1104342"/>
                <a:gd name="connsiteY3" fmla="*/ 942123 h 942123"/>
                <a:gd name="connsiteX4" fmla="*/ 191354 w 1104342"/>
                <a:gd name="connsiteY4" fmla="*/ 694015 h 942123"/>
                <a:gd name="connsiteX5" fmla="*/ 273282 w 1104342"/>
                <a:gd name="connsiteY5" fmla="*/ 212178 h 942123"/>
                <a:gd name="connsiteX0" fmla="*/ 273282 w 1104339"/>
                <a:gd name="connsiteY0" fmla="*/ 202760 h 932705"/>
                <a:gd name="connsiteX1" fmla="*/ 719424 w 1104339"/>
                <a:gd name="connsiteY1" fmla="*/ 170756 h 932705"/>
                <a:gd name="connsiteX2" fmla="*/ 1104334 w 1104339"/>
                <a:gd name="connsiteY2" fmla="*/ 341532 h 932705"/>
                <a:gd name="connsiteX3" fmla="*/ 262609 w 1104339"/>
                <a:gd name="connsiteY3" fmla="*/ 932705 h 932705"/>
                <a:gd name="connsiteX4" fmla="*/ 191354 w 1104339"/>
                <a:gd name="connsiteY4" fmla="*/ 684597 h 932705"/>
                <a:gd name="connsiteX5" fmla="*/ 273282 w 1104339"/>
                <a:gd name="connsiteY5" fmla="*/ 202760 h 932705"/>
                <a:gd name="connsiteX0" fmla="*/ 273282 w 1104339"/>
                <a:gd name="connsiteY0" fmla="*/ 176308 h 906253"/>
                <a:gd name="connsiteX1" fmla="*/ 719424 w 1104339"/>
                <a:gd name="connsiteY1" fmla="*/ 144304 h 906253"/>
                <a:gd name="connsiteX2" fmla="*/ 1104334 w 1104339"/>
                <a:gd name="connsiteY2" fmla="*/ 315080 h 906253"/>
                <a:gd name="connsiteX3" fmla="*/ 262609 w 1104339"/>
                <a:gd name="connsiteY3" fmla="*/ 906253 h 906253"/>
                <a:gd name="connsiteX4" fmla="*/ 191354 w 1104339"/>
                <a:gd name="connsiteY4" fmla="*/ 658145 h 906253"/>
                <a:gd name="connsiteX5" fmla="*/ 273282 w 1104339"/>
                <a:gd name="connsiteY5" fmla="*/ 176308 h 906253"/>
                <a:gd name="connsiteX0" fmla="*/ 255676 w 1086733"/>
                <a:gd name="connsiteY0" fmla="*/ 176308 h 906253"/>
                <a:gd name="connsiteX1" fmla="*/ 701818 w 1086733"/>
                <a:gd name="connsiteY1" fmla="*/ 144304 h 906253"/>
                <a:gd name="connsiteX2" fmla="*/ 1086728 w 1086733"/>
                <a:gd name="connsiteY2" fmla="*/ 315080 h 906253"/>
                <a:gd name="connsiteX3" fmla="*/ 245003 w 1086733"/>
                <a:gd name="connsiteY3" fmla="*/ 906253 h 906253"/>
                <a:gd name="connsiteX4" fmla="*/ 173748 w 1086733"/>
                <a:gd name="connsiteY4" fmla="*/ 658145 h 906253"/>
                <a:gd name="connsiteX5" fmla="*/ 255676 w 1086733"/>
                <a:gd name="connsiteY5" fmla="*/ 176308 h 906253"/>
                <a:gd name="connsiteX0" fmla="*/ 255676 w 976187"/>
                <a:gd name="connsiteY0" fmla="*/ 176308 h 906253"/>
                <a:gd name="connsiteX1" fmla="*/ 701818 w 976187"/>
                <a:gd name="connsiteY1" fmla="*/ 144304 h 906253"/>
                <a:gd name="connsiteX2" fmla="*/ 976176 w 976187"/>
                <a:gd name="connsiteY2" fmla="*/ 276220 h 906253"/>
                <a:gd name="connsiteX3" fmla="*/ 245003 w 976187"/>
                <a:gd name="connsiteY3" fmla="*/ 906253 h 906253"/>
                <a:gd name="connsiteX4" fmla="*/ 173748 w 976187"/>
                <a:gd name="connsiteY4" fmla="*/ 658145 h 906253"/>
                <a:gd name="connsiteX5" fmla="*/ 255676 w 976187"/>
                <a:gd name="connsiteY5" fmla="*/ 176308 h 906253"/>
                <a:gd name="connsiteX0" fmla="*/ 245003 w 976187"/>
                <a:gd name="connsiteY0" fmla="*/ 906253 h 1005514"/>
                <a:gd name="connsiteX1" fmla="*/ 173748 w 976187"/>
                <a:gd name="connsiteY1" fmla="*/ 658145 h 1005514"/>
                <a:gd name="connsiteX2" fmla="*/ 255676 w 976187"/>
                <a:gd name="connsiteY2" fmla="*/ 176308 h 1005514"/>
                <a:gd name="connsiteX3" fmla="*/ 701818 w 976187"/>
                <a:gd name="connsiteY3" fmla="*/ 144304 h 1005514"/>
                <a:gd name="connsiteX4" fmla="*/ 976176 w 976187"/>
                <a:gd name="connsiteY4" fmla="*/ 276220 h 1005514"/>
                <a:gd name="connsiteX5" fmla="*/ 344264 w 976187"/>
                <a:gd name="connsiteY5" fmla="*/ 1005514 h 1005514"/>
                <a:gd name="connsiteX0" fmla="*/ 245003 w 976187"/>
                <a:gd name="connsiteY0" fmla="*/ 906253 h 906253"/>
                <a:gd name="connsiteX1" fmla="*/ 173748 w 976187"/>
                <a:gd name="connsiteY1" fmla="*/ 658145 h 906253"/>
                <a:gd name="connsiteX2" fmla="*/ 255676 w 976187"/>
                <a:gd name="connsiteY2" fmla="*/ 176308 h 906253"/>
                <a:gd name="connsiteX3" fmla="*/ 701818 w 976187"/>
                <a:gd name="connsiteY3" fmla="*/ 144304 h 906253"/>
                <a:gd name="connsiteX4" fmla="*/ 976176 w 976187"/>
                <a:gd name="connsiteY4" fmla="*/ 276220 h 906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6187" h="906253">
                  <a:moveTo>
                    <a:pt x="245003" y="906253"/>
                  </a:moveTo>
                  <a:cubicBezTo>
                    <a:pt x="137016" y="897394"/>
                    <a:pt x="96270" y="751047"/>
                    <a:pt x="173748" y="658145"/>
                  </a:cubicBezTo>
                  <a:cubicBezTo>
                    <a:pt x="-125377" y="480138"/>
                    <a:pt x="1266" y="239268"/>
                    <a:pt x="255676" y="176308"/>
                  </a:cubicBezTo>
                  <a:cubicBezTo>
                    <a:pt x="377556" y="-71049"/>
                    <a:pt x="589084" y="-35813"/>
                    <a:pt x="701818" y="144304"/>
                  </a:cubicBezTo>
                  <a:cubicBezTo>
                    <a:pt x="888085" y="113764"/>
                    <a:pt x="977336" y="181679"/>
                    <a:pt x="976176" y="276220"/>
                  </a:cubicBezTo>
                </a:path>
              </a:pathLst>
            </a:custGeom>
            <a:solidFill>
              <a:srgbClr val="309302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4">
              <a:extLst>
                <a:ext uri="{FF2B5EF4-FFF2-40B4-BE49-F238E27FC236}">
                  <a16:creationId xmlns:a16="http://schemas.microsoft.com/office/drawing/2014/main" id="{7CA3C3D4-83A6-B68B-676F-0E89D2BCCB0F}"/>
                </a:ext>
              </a:extLst>
            </p:cNvPr>
            <p:cNvSpPr/>
            <p:nvPr/>
          </p:nvSpPr>
          <p:spPr>
            <a:xfrm>
              <a:off x="3725732" y="3373040"/>
              <a:ext cx="873542" cy="683568"/>
            </a:xfrm>
            <a:custGeom>
              <a:avLst/>
              <a:gdLst>
                <a:gd name="connsiteX0" fmla="*/ 0 w 1001485"/>
                <a:gd name="connsiteY0" fmla="*/ 0 h 638629"/>
                <a:gd name="connsiteX1" fmla="*/ 1001485 w 1001485"/>
                <a:gd name="connsiteY1" fmla="*/ 0 h 638629"/>
                <a:gd name="connsiteX2" fmla="*/ 1001485 w 1001485"/>
                <a:gd name="connsiteY2" fmla="*/ 638629 h 638629"/>
                <a:gd name="connsiteX3" fmla="*/ 0 w 1001485"/>
                <a:gd name="connsiteY3" fmla="*/ 638629 h 638629"/>
                <a:gd name="connsiteX4" fmla="*/ 0 w 1001485"/>
                <a:gd name="connsiteY4" fmla="*/ 0 h 638629"/>
                <a:gd name="connsiteX0" fmla="*/ 0 w 1166585"/>
                <a:gd name="connsiteY0" fmla="*/ 57150 h 638629"/>
                <a:gd name="connsiteX1" fmla="*/ 1166585 w 1166585"/>
                <a:gd name="connsiteY1" fmla="*/ 0 h 638629"/>
                <a:gd name="connsiteX2" fmla="*/ 1166585 w 1166585"/>
                <a:gd name="connsiteY2" fmla="*/ 638629 h 638629"/>
                <a:gd name="connsiteX3" fmla="*/ 165100 w 1166585"/>
                <a:gd name="connsiteY3" fmla="*/ 638629 h 638629"/>
                <a:gd name="connsiteX4" fmla="*/ 0 w 1166585"/>
                <a:gd name="connsiteY4" fmla="*/ 57150 h 638629"/>
                <a:gd name="connsiteX0" fmla="*/ 31750 w 1001485"/>
                <a:gd name="connsiteY0" fmla="*/ 0 h 727529"/>
                <a:gd name="connsiteX1" fmla="*/ 1001485 w 1001485"/>
                <a:gd name="connsiteY1" fmla="*/ 88900 h 727529"/>
                <a:gd name="connsiteX2" fmla="*/ 1001485 w 1001485"/>
                <a:gd name="connsiteY2" fmla="*/ 727529 h 727529"/>
                <a:gd name="connsiteX3" fmla="*/ 0 w 1001485"/>
                <a:gd name="connsiteY3" fmla="*/ 727529 h 727529"/>
                <a:gd name="connsiteX4" fmla="*/ 31750 w 1001485"/>
                <a:gd name="connsiteY4" fmla="*/ 0 h 727529"/>
                <a:gd name="connsiteX0" fmla="*/ 31750 w 1001485"/>
                <a:gd name="connsiteY0" fmla="*/ 88900 h 816429"/>
                <a:gd name="connsiteX1" fmla="*/ 429985 w 1001485"/>
                <a:gd name="connsiteY1" fmla="*/ 0 h 816429"/>
                <a:gd name="connsiteX2" fmla="*/ 1001485 w 1001485"/>
                <a:gd name="connsiteY2" fmla="*/ 816429 h 816429"/>
                <a:gd name="connsiteX3" fmla="*/ 0 w 1001485"/>
                <a:gd name="connsiteY3" fmla="*/ 816429 h 816429"/>
                <a:gd name="connsiteX4" fmla="*/ 31750 w 1001485"/>
                <a:gd name="connsiteY4" fmla="*/ 88900 h 816429"/>
                <a:gd name="connsiteX0" fmla="*/ 31750 w 645885"/>
                <a:gd name="connsiteY0" fmla="*/ 88900 h 816429"/>
                <a:gd name="connsiteX1" fmla="*/ 429985 w 645885"/>
                <a:gd name="connsiteY1" fmla="*/ 0 h 816429"/>
                <a:gd name="connsiteX2" fmla="*/ 645885 w 645885"/>
                <a:gd name="connsiteY2" fmla="*/ 79829 h 816429"/>
                <a:gd name="connsiteX3" fmla="*/ 0 w 645885"/>
                <a:gd name="connsiteY3" fmla="*/ 816429 h 816429"/>
                <a:gd name="connsiteX4" fmla="*/ 31750 w 645885"/>
                <a:gd name="connsiteY4" fmla="*/ 88900 h 816429"/>
                <a:gd name="connsiteX0" fmla="*/ 31750 w 645885"/>
                <a:gd name="connsiteY0" fmla="*/ 88900 h 575129"/>
                <a:gd name="connsiteX1" fmla="*/ 429985 w 645885"/>
                <a:gd name="connsiteY1" fmla="*/ 0 h 575129"/>
                <a:gd name="connsiteX2" fmla="*/ 645885 w 645885"/>
                <a:gd name="connsiteY2" fmla="*/ 79829 h 575129"/>
                <a:gd name="connsiteX3" fmla="*/ 0 w 645885"/>
                <a:gd name="connsiteY3" fmla="*/ 575129 h 575129"/>
                <a:gd name="connsiteX4" fmla="*/ 31750 w 645885"/>
                <a:gd name="connsiteY4" fmla="*/ 88900 h 575129"/>
                <a:gd name="connsiteX0" fmla="*/ 196355 w 810490"/>
                <a:gd name="connsiteY0" fmla="*/ 88900 h 575129"/>
                <a:gd name="connsiteX1" fmla="*/ 594590 w 810490"/>
                <a:gd name="connsiteY1" fmla="*/ 0 h 575129"/>
                <a:gd name="connsiteX2" fmla="*/ 810490 w 810490"/>
                <a:gd name="connsiteY2" fmla="*/ 79829 h 575129"/>
                <a:gd name="connsiteX3" fmla="*/ 164605 w 810490"/>
                <a:gd name="connsiteY3" fmla="*/ 575129 h 575129"/>
                <a:gd name="connsiteX4" fmla="*/ 196355 w 810490"/>
                <a:gd name="connsiteY4" fmla="*/ 88900 h 575129"/>
                <a:gd name="connsiteX0" fmla="*/ 259407 w 873542"/>
                <a:gd name="connsiteY0" fmla="*/ 88900 h 575129"/>
                <a:gd name="connsiteX1" fmla="*/ 657642 w 873542"/>
                <a:gd name="connsiteY1" fmla="*/ 0 h 575129"/>
                <a:gd name="connsiteX2" fmla="*/ 873542 w 873542"/>
                <a:gd name="connsiteY2" fmla="*/ 79829 h 575129"/>
                <a:gd name="connsiteX3" fmla="*/ 227657 w 873542"/>
                <a:gd name="connsiteY3" fmla="*/ 575129 h 575129"/>
                <a:gd name="connsiteX4" fmla="*/ 259407 w 873542"/>
                <a:gd name="connsiteY4" fmla="*/ 88900 h 575129"/>
                <a:gd name="connsiteX0" fmla="*/ 259407 w 873542"/>
                <a:gd name="connsiteY0" fmla="*/ 159074 h 645303"/>
                <a:gd name="connsiteX1" fmla="*/ 657642 w 873542"/>
                <a:gd name="connsiteY1" fmla="*/ 70174 h 645303"/>
                <a:gd name="connsiteX2" fmla="*/ 873542 w 873542"/>
                <a:gd name="connsiteY2" fmla="*/ 150003 h 645303"/>
                <a:gd name="connsiteX3" fmla="*/ 227657 w 873542"/>
                <a:gd name="connsiteY3" fmla="*/ 645303 h 645303"/>
                <a:gd name="connsiteX4" fmla="*/ 259407 w 873542"/>
                <a:gd name="connsiteY4" fmla="*/ 159074 h 645303"/>
                <a:gd name="connsiteX0" fmla="*/ 259407 w 873542"/>
                <a:gd name="connsiteY0" fmla="*/ 159074 h 645303"/>
                <a:gd name="connsiteX1" fmla="*/ 638592 w 873542"/>
                <a:gd name="connsiteY1" fmla="*/ 70174 h 645303"/>
                <a:gd name="connsiteX2" fmla="*/ 873542 w 873542"/>
                <a:gd name="connsiteY2" fmla="*/ 150003 h 645303"/>
                <a:gd name="connsiteX3" fmla="*/ 227657 w 873542"/>
                <a:gd name="connsiteY3" fmla="*/ 645303 h 645303"/>
                <a:gd name="connsiteX4" fmla="*/ 259407 w 873542"/>
                <a:gd name="connsiteY4" fmla="*/ 159074 h 645303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27657 w 873542"/>
                <a:gd name="connsiteY0" fmla="*/ 683568 h 775008"/>
                <a:gd name="connsiteX1" fmla="*/ 259407 w 873542"/>
                <a:gd name="connsiteY1" fmla="*/ 197339 h 775008"/>
                <a:gd name="connsiteX2" fmla="*/ 638592 w 873542"/>
                <a:gd name="connsiteY2" fmla="*/ 108439 h 775008"/>
                <a:gd name="connsiteX3" fmla="*/ 873542 w 873542"/>
                <a:gd name="connsiteY3" fmla="*/ 188268 h 775008"/>
                <a:gd name="connsiteX4" fmla="*/ 319097 w 873542"/>
                <a:gd name="connsiteY4" fmla="*/ 775008 h 775008"/>
                <a:gd name="connsiteX0" fmla="*/ 227657 w 873542"/>
                <a:gd name="connsiteY0" fmla="*/ 683568 h 683568"/>
                <a:gd name="connsiteX1" fmla="*/ 259407 w 873542"/>
                <a:gd name="connsiteY1" fmla="*/ 197339 h 683568"/>
                <a:gd name="connsiteX2" fmla="*/ 638592 w 873542"/>
                <a:gd name="connsiteY2" fmla="*/ 108439 h 683568"/>
                <a:gd name="connsiteX3" fmla="*/ 873542 w 873542"/>
                <a:gd name="connsiteY3" fmla="*/ 188268 h 683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3542" h="683568">
                  <a:moveTo>
                    <a:pt x="227657" y="683568"/>
                  </a:moveTo>
                  <a:cubicBezTo>
                    <a:pt x="-155460" y="521492"/>
                    <a:pt x="7524" y="251465"/>
                    <a:pt x="259407" y="197339"/>
                  </a:cubicBezTo>
                  <a:cubicBezTo>
                    <a:pt x="354052" y="-118044"/>
                    <a:pt x="543947" y="17422"/>
                    <a:pt x="638592" y="108439"/>
                  </a:cubicBezTo>
                  <a:cubicBezTo>
                    <a:pt x="824859" y="77899"/>
                    <a:pt x="814275" y="161658"/>
                    <a:pt x="873542" y="188268"/>
                  </a:cubicBezTo>
                </a:path>
              </a:pathLst>
            </a:custGeom>
            <a:solidFill>
              <a:srgbClr val="309302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AC41867-137E-34E0-A9C6-3449F5ADFC89}"/>
              </a:ext>
            </a:extLst>
          </p:cNvPr>
          <p:cNvGrpSpPr/>
          <p:nvPr/>
        </p:nvGrpSpPr>
        <p:grpSpPr>
          <a:xfrm>
            <a:off x="465550" y="2435343"/>
            <a:ext cx="4464455" cy="4678391"/>
            <a:chOff x="2715263" y="1672310"/>
            <a:chExt cx="4464455" cy="4678391"/>
          </a:xfrm>
          <a:solidFill>
            <a:schemeClr val="bg1"/>
          </a:solidFill>
        </p:grpSpPr>
        <p:sp>
          <p:nvSpPr>
            <p:cNvPr id="32" name="Rectangle 2">
              <a:extLst>
                <a:ext uri="{FF2B5EF4-FFF2-40B4-BE49-F238E27FC236}">
                  <a16:creationId xmlns:a16="http://schemas.microsoft.com/office/drawing/2014/main" id="{05E33AAD-69AB-F2EF-3D7F-A13E9016CBA5}"/>
                </a:ext>
              </a:extLst>
            </p:cNvPr>
            <p:cNvSpPr/>
            <p:nvPr/>
          </p:nvSpPr>
          <p:spPr>
            <a:xfrm rot="2375296">
              <a:off x="4090115" y="1672310"/>
              <a:ext cx="2571062" cy="2276248"/>
            </a:xfrm>
            <a:custGeom>
              <a:avLst/>
              <a:gdLst>
                <a:gd name="connsiteX0" fmla="*/ 0 w 1001485"/>
                <a:gd name="connsiteY0" fmla="*/ 0 h 638629"/>
                <a:gd name="connsiteX1" fmla="*/ 1001485 w 1001485"/>
                <a:gd name="connsiteY1" fmla="*/ 0 h 638629"/>
                <a:gd name="connsiteX2" fmla="*/ 1001485 w 1001485"/>
                <a:gd name="connsiteY2" fmla="*/ 638629 h 638629"/>
                <a:gd name="connsiteX3" fmla="*/ 0 w 1001485"/>
                <a:gd name="connsiteY3" fmla="*/ 638629 h 638629"/>
                <a:gd name="connsiteX4" fmla="*/ 0 w 1001485"/>
                <a:gd name="connsiteY4" fmla="*/ 0 h 638629"/>
                <a:gd name="connsiteX0" fmla="*/ 246743 w 1248228"/>
                <a:gd name="connsiteY0" fmla="*/ 0 h 914401"/>
                <a:gd name="connsiteX1" fmla="*/ 1248228 w 1248228"/>
                <a:gd name="connsiteY1" fmla="*/ 0 h 914401"/>
                <a:gd name="connsiteX2" fmla="*/ 1248228 w 1248228"/>
                <a:gd name="connsiteY2" fmla="*/ 638629 h 914401"/>
                <a:gd name="connsiteX3" fmla="*/ 0 w 1248228"/>
                <a:gd name="connsiteY3" fmla="*/ 914401 h 914401"/>
                <a:gd name="connsiteX4" fmla="*/ 246743 w 1248228"/>
                <a:gd name="connsiteY4" fmla="*/ 0 h 914401"/>
                <a:gd name="connsiteX0" fmla="*/ 457977 w 1459462"/>
                <a:gd name="connsiteY0" fmla="*/ 43543 h 957944"/>
                <a:gd name="connsiteX1" fmla="*/ 1459462 w 1459462"/>
                <a:gd name="connsiteY1" fmla="*/ 43543 h 957944"/>
                <a:gd name="connsiteX2" fmla="*/ 1459462 w 1459462"/>
                <a:gd name="connsiteY2" fmla="*/ 682172 h 957944"/>
                <a:gd name="connsiteX3" fmla="*/ 211234 w 1459462"/>
                <a:gd name="connsiteY3" fmla="*/ 957944 h 957944"/>
                <a:gd name="connsiteX4" fmla="*/ 8034 w 1459462"/>
                <a:gd name="connsiteY4" fmla="*/ 0 h 957944"/>
                <a:gd name="connsiteX5" fmla="*/ 457977 w 1459462"/>
                <a:gd name="connsiteY5" fmla="*/ 43543 h 957944"/>
                <a:gd name="connsiteX0" fmla="*/ 516034 w 1459462"/>
                <a:gd name="connsiteY0" fmla="*/ 0 h 1915887"/>
                <a:gd name="connsiteX1" fmla="*/ 1459462 w 1459462"/>
                <a:gd name="connsiteY1" fmla="*/ 1001486 h 1915887"/>
                <a:gd name="connsiteX2" fmla="*/ 1459462 w 1459462"/>
                <a:gd name="connsiteY2" fmla="*/ 1640115 h 1915887"/>
                <a:gd name="connsiteX3" fmla="*/ 211234 w 1459462"/>
                <a:gd name="connsiteY3" fmla="*/ 1915887 h 1915887"/>
                <a:gd name="connsiteX4" fmla="*/ 8034 w 1459462"/>
                <a:gd name="connsiteY4" fmla="*/ 957943 h 1915887"/>
                <a:gd name="connsiteX5" fmla="*/ 516034 w 1459462"/>
                <a:gd name="connsiteY5" fmla="*/ 0 h 1915887"/>
                <a:gd name="connsiteX0" fmla="*/ 516034 w 1488491"/>
                <a:gd name="connsiteY0" fmla="*/ 153248 h 2069135"/>
                <a:gd name="connsiteX1" fmla="*/ 1488491 w 1488491"/>
                <a:gd name="connsiteY1" fmla="*/ 37135 h 2069135"/>
                <a:gd name="connsiteX2" fmla="*/ 1459462 w 1488491"/>
                <a:gd name="connsiteY2" fmla="*/ 1154734 h 2069135"/>
                <a:gd name="connsiteX3" fmla="*/ 1459462 w 1488491"/>
                <a:gd name="connsiteY3" fmla="*/ 1793363 h 2069135"/>
                <a:gd name="connsiteX4" fmla="*/ 211234 w 1488491"/>
                <a:gd name="connsiteY4" fmla="*/ 2069135 h 2069135"/>
                <a:gd name="connsiteX5" fmla="*/ 8034 w 1488491"/>
                <a:gd name="connsiteY5" fmla="*/ 1111191 h 2069135"/>
                <a:gd name="connsiteX6" fmla="*/ 516034 w 1488491"/>
                <a:gd name="connsiteY6" fmla="*/ 153248 h 2069135"/>
                <a:gd name="connsiteX0" fmla="*/ 516034 w 2069062"/>
                <a:gd name="connsiteY0" fmla="*/ 153248 h 2069135"/>
                <a:gd name="connsiteX1" fmla="*/ 1488491 w 2069062"/>
                <a:gd name="connsiteY1" fmla="*/ 37135 h 2069135"/>
                <a:gd name="connsiteX2" fmla="*/ 2069062 w 2069062"/>
                <a:gd name="connsiteY2" fmla="*/ 603191 h 2069135"/>
                <a:gd name="connsiteX3" fmla="*/ 1459462 w 2069062"/>
                <a:gd name="connsiteY3" fmla="*/ 1793363 h 2069135"/>
                <a:gd name="connsiteX4" fmla="*/ 211234 w 2069062"/>
                <a:gd name="connsiteY4" fmla="*/ 2069135 h 2069135"/>
                <a:gd name="connsiteX5" fmla="*/ 8034 w 2069062"/>
                <a:gd name="connsiteY5" fmla="*/ 1111191 h 2069135"/>
                <a:gd name="connsiteX6" fmla="*/ 516034 w 2069062"/>
                <a:gd name="connsiteY6" fmla="*/ 153248 h 2069135"/>
                <a:gd name="connsiteX0" fmla="*/ 516034 w 2195583"/>
                <a:gd name="connsiteY0" fmla="*/ 153248 h 2069135"/>
                <a:gd name="connsiteX1" fmla="*/ 1488491 w 2195583"/>
                <a:gd name="connsiteY1" fmla="*/ 37135 h 2069135"/>
                <a:gd name="connsiteX2" fmla="*/ 2069062 w 2195583"/>
                <a:gd name="connsiteY2" fmla="*/ 603191 h 2069135"/>
                <a:gd name="connsiteX3" fmla="*/ 2170661 w 2195583"/>
                <a:gd name="connsiteY3" fmla="*/ 1415992 h 2069135"/>
                <a:gd name="connsiteX4" fmla="*/ 1459462 w 2195583"/>
                <a:gd name="connsiteY4" fmla="*/ 1793363 h 2069135"/>
                <a:gd name="connsiteX5" fmla="*/ 211234 w 2195583"/>
                <a:gd name="connsiteY5" fmla="*/ 2069135 h 2069135"/>
                <a:gd name="connsiteX6" fmla="*/ 8034 w 2195583"/>
                <a:gd name="connsiteY6" fmla="*/ 1111191 h 2069135"/>
                <a:gd name="connsiteX7" fmla="*/ 516034 w 2195583"/>
                <a:gd name="connsiteY7" fmla="*/ 153248 h 2069135"/>
                <a:gd name="connsiteX0" fmla="*/ 516034 w 2195583"/>
                <a:gd name="connsiteY0" fmla="*/ 153248 h 2359420"/>
                <a:gd name="connsiteX1" fmla="*/ 1488491 w 2195583"/>
                <a:gd name="connsiteY1" fmla="*/ 37135 h 2359420"/>
                <a:gd name="connsiteX2" fmla="*/ 2069062 w 2195583"/>
                <a:gd name="connsiteY2" fmla="*/ 603191 h 2359420"/>
                <a:gd name="connsiteX3" fmla="*/ 2170661 w 2195583"/>
                <a:gd name="connsiteY3" fmla="*/ 1415992 h 2359420"/>
                <a:gd name="connsiteX4" fmla="*/ 1227233 w 2195583"/>
                <a:gd name="connsiteY4" fmla="*/ 2359420 h 2359420"/>
                <a:gd name="connsiteX5" fmla="*/ 211234 w 2195583"/>
                <a:gd name="connsiteY5" fmla="*/ 2069135 h 2359420"/>
                <a:gd name="connsiteX6" fmla="*/ 8034 w 2195583"/>
                <a:gd name="connsiteY6" fmla="*/ 1111191 h 2359420"/>
                <a:gd name="connsiteX7" fmla="*/ 516034 w 2195583"/>
                <a:gd name="connsiteY7" fmla="*/ 153248 h 2359420"/>
                <a:gd name="connsiteX0" fmla="*/ 801193 w 2480742"/>
                <a:gd name="connsiteY0" fmla="*/ 153248 h 2359420"/>
                <a:gd name="connsiteX1" fmla="*/ 1773650 w 2480742"/>
                <a:gd name="connsiteY1" fmla="*/ 37135 h 2359420"/>
                <a:gd name="connsiteX2" fmla="*/ 2354221 w 2480742"/>
                <a:gd name="connsiteY2" fmla="*/ 603191 h 2359420"/>
                <a:gd name="connsiteX3" fmla="*/ 2455820 w 2480742"/>
                <a:gd name="connsiteY3" fmla="*/ 1415992 h 2359420"/>
                <a:gd name="connsiteX4" fmla="*/ 1512392 w 2480742"/>
                <a:gd name="connsiteY4" fmla="*/ 2359420 h 2359420"/>
                <a:gd name="connsiteX5" fmla="*/ 496393 w 2480742"/>
                <a:gd name="connsiteY5" fmla="*/ 2069135 h 2359420"/>
                <a:gd name="connsiteX6" fmla="*/ 293193 w 2480742"/>
                <a:gd name="connsiteY6" fmla="*/ 1111191 h 2359420"/>
                <a:gd name="connsiteX7" fmla="*/ 801193 w 2480742"/>
                <a:gd name="connsiteY7" fmla="*/ 153248 h 2359420"/>
                <a:gd name="connsiteX0" fmla="*/ 751841 w 2431390"/>
                <a:gd name="connsiteY0" fmla="*/ 153248 h 2359420"/>
                <a:gd name="connsiteX1" fmla="*/ 1724298 w 2431390"/>
                <a:gd name="connsiteY1" fmla="*/ 37135 h 2359420"/>
                <a:gd name="connsiteX2" fmla="*/ 2304869 w 2431390"/>
                <a:gd name="connsiteY2" fmla="*/ 603191 h 2359420"/>
                <a:gd name="connsiteX3" fmla="*/ 2406468 w 2431390"/>
                <a:gd name="connsiteY3" fmla="*/ 1415992 h 2359420"/>
                <a:gd name="connsiteX4" fmla="*/ 1463040 w 2431390"/>
                <a:gd name="connsiteY4" fmla="*/ 2359420 h 2359420"/>
                <a:gd name="connsiteX5" fmla="*/ 447041 w 2431390"/>
                <a:gd name="connsiteY5" fmla="*/ 2069135 h 2359420"/>
                <a:gd name="connsiteX6" fmla="*/ 243841 w 2431390"/>
                <a:gd name="connsiteY6" fmla="*/ 1111191 h 2359420"/>
                <a:gd name="connsiteX7" fmla="*/ 751841 w 2431390"/>
                <a:gd name="connsiteY7" fmla="*/ 153248 h 2359420"/>
                <a:gd name="connsiteX0" fmla="*/ 751841 w 2431390"/>
                <a:gd name="connsiteY0" fmla="*/ 153248 h 2359420"/>
                <a:gd name="connsiteX1" fmla="*/ 1724298 w 2431390"/>
                <a:gd name="connsiteY1" fmla="*/ 37135 h 2359420"/>
                <a:gd name="connsiteX2" fmla="*/ 2304869 w 2431390"/>
                <a:gd name="connsiteY2" fmla="*/ 603191 h 2359420"/>
                <a:gd name="connsiteX3" fmla="*/ 2406468 w 2431390"/>
                <a:gd name="connsiteY3" fmla="*/ 1415992 h 2359420"/>
                <a:gd name="connsiteX4" fmla="*/ 1463040 w 2431390"/>
                <a:gd name="connsiteY4" fmla="*/ 2359420 h 2359420"/>
                <a:gd name="connsiteX5" fmla="*/ 447041 w 2431390"/>
                <a:gd name="connsiteY5" fmla="*/ 2069135 h 2359420"/>
                <a:gd name="connsiteX6" fmla="*/ 243841 w 2431390"/>
                <a:gd name="connsiteY6" fmla="*/ 1111191 h 2359420"/>
                <a:gd name="connsiteX7" fmla="*/ 751841 w 2431390"/>
                <a:gd name="connsiteY7" fmla="*/ 153248 h 2359420"/>
                <a:gd name="connsiteX0" fmla="*/ 751841 w 2431390"/>
                <a:gd name="connsiteY0" fmla="*/ 335920 h 2542092"/>
                <a:gd name="connsiteX1" fmla="*/ 1724298 w 2431390"/>
                <a:gd name="connsiteY1" fmla="*/ 219807 h 2542092"/>
                <a:gd name="connsiteX2" fmla="*/ 2304869 w 2431390"/>
                <a:gd name="connsiteY2" fmla="*/ 785863 h 2542092"/>
                <a:gd name="connsiteX3" fmla="*/ 2406468 w 2431390"/>
                <a:gd name="connsiteY3" fmla="*/ 1598664 h 2542092"/>
                <a:gd name="connsiteX4" fmla="*/ 1463040 w 2431390"/>
                <a:gd name="connsiteY4" fmla="*/ 2542092 h 2542092"/>
                <a:gd name="connsiteX5" fmla="*/ 447041 w 2431390"/>
                <a:gd name="connsiteY5" fmla="*/ 2251807 h 2542092"/>
                <a:gd name="connsiteX6" fmla="*/ 243841 w 2431390"/>
                <a:gd name="connsiteY6" fmla="*/ 1293863 h 2542092"/>
                <a:gd name="connsiteX7" fmla="*/ 751841 w 2431390"/>
                <a:gd name="connsiteY7" fmla="*/ 335920 h 2542092"/>
                <a:gd name="connsiteX0" fmla="*/ 751841 w 2431390"/>
                <a:gd name="connsiteY0" fmla="*/ 335920 h 2542092"/>
                <a:gd name="connsiteX1" fmla="*/ 1724298 w 2431390"/>
                <a:gd name="connsiteY1" fmla="*/ 219807 h 2542092"/>
                <a:gd name="connsiteX2" fmla="*/ 2304869 w 2431390"/>
                <a:gd name="connsiteY2" fmla="*/ 785863 h 2542092"/>
                <a:gd name="connsiteX3" fmla="*/ 2406468 w 2431390"/>
                <a:gd name="connsiteY3" fmla="*/ 1598664 h 2542092"/>
                <a:gd name="connsiteX4" fmla="*/ 1463040 w 2431390"/>
                <a:gd name="connsiteY4" fmla="*/ 2542092 h 2542092"/>
                <a:gd name="connsiteX5" fmla="*/ 447041 w 2431390"/>
                <a:gd name="connsiteY5" fmla="*/ 2251807 h 2542092"/>
                <a:gd name="connsiteX6" fmla="*/ 243841 w 2431390"/>
                <a:gd name="connsiteY6" fmla="*/ 1293863 h 2542092"/>
                <a:gd name="connsiteX7" fmla="*/ 751841 w 2431390"/>
                <a:gd name="connsiteY7" fmla="*/ 335920 h 2542092"/>
                <a:gd name="connsiteX0" fmla="*/ 751841 w 2431390"/>
                <a:gd name="connsiteY0" fmla="*/ 335920 h 2542092"/>
                <a:gd name="connsiteX1" fmla="*/ 1724298 w 2431390"/>
                <a:gd name="connsiteY1" fmla="*/ 219807 h 2542092"/>
                <a:gd name="connsiteX2" fmla="*/ 2304869 w 2431390"/>
                <a:gd name="connsiteY2" fmla="*/ 785863 h 2542092"/>
                <a:gd name="connsiteX3" fmla="*/ 2406468 w 2431390"/>
                <a:gd name="connsiteY3" fmla="*/ 1598664 h 2542092"/>
                <a:gd name="connsiteX4" fmla="*/ 1463040 w 2431390"/>
                <a:gd name="connsiteY4" fmla="*/ 2542092 h 2542092"/>
                <a:gd name="connsiteX5" fmla="*/ 447041 w 2431390"/>
                <a:gd name="connsiteY5" fmla="*/ 2251807 h 2542092"/>
                <a:gd name="connsiteX6" fmla="*/ 243841 w 2431390"/>
                <a:gd name="connsiteY6" fmla="*/ 1293863 h 2542092"/>
                <a:gd name="connsiteX7" fmla="*/ 751841 w 2431390"/>
                <a:gd name="connsiteY7" fmla="*/ 335920 h 2542092"/>
                <a:gd name="connsiteX0" fmla="*/ 751841 w 2643407"/>
                <a:gd name="connsiteY0" fmla="*/ 335920 h 2542092"/>
                <a:gd name="connsiteX1" fmla="*/ 1724298 w 2643407"/>
                <a:gd name="connsiteY1" fmla="*/ 219807 h 2542092"/>
                <a:gd name="connsiteX2" fmla="*/ 2304869 w 2643407"/>
                <a:gd name="connsiteY2" fmla="*/ 785863 h 2542092"/>
                <a:gd name="connsiteX3" fmla="*/ 2406468 w 2643407"/>
                <a:gd name="connsiteY3" fmla="*/ 1598664 h 2542092"/>
                <a:gd name="connsiteX4" fmla="*/ 1463040 w 2643407"/>
                <a:gd name="connsiteY4" fmla="*/ 2542092 h 2542092"/>
                <a:gd name="connsiteX5" fmla="*/ 447041 w 2643407"/>
                <a:gd name="connsiteY5" fmla="*/ 2251807 h 2542092"/>
                <a:gd name="connsiteX6" fmla="*/ 243841 w 2643407"/>
                <a:gd name="connsiteY6" fmla="*/ 1293863 h 2542092"/>
                <a:gd name="connsiteX7" fmla="*/ 751841 w 2643407"/>
                <a:gd name="connsiteY7" fmla="*/ 335920 h 2542092"/>
                <a:gd name="connsiteX0" fmla="*/ 751841 w 2643407"/>
                <a:gd name="connsiteY0" fmla="*/ 335920 h 2545648"/>
                <a:gd name="connsiteX1" fmla="*/ 1724298 w 2643407"/>
                <a:gd name="connsiteY1" fmla="*/ 219807 h 2545648"/>
                <a:gd name="connsiteX2" fmla="*/ 2304869 w 2643407"/>
                <a:gd name="connsiteY2" fmla="*/ 785863 h 2545648"/>
                <a:gd name="connsiteX3" fmla="*/ 2406468 w 2643407"/>
                <a:gd name="connsiteY3" fmla="*/ 1598664 h 2545648"/>
                <a:gd name="connsiteX4" fmla="*/ 1463040 w 2643407"/>
                <a:gd name="connsiteY4" fmla="*/ 2542092 h 2545648"/>
                <a:gd name="connsiteX5" fmla="*/ 447041 w 2643407"/>
                <a:gd name="connsiteY5" fmla="*/ 2251807 h 2545648"/>
                <a:gd name="connsiteX6" fmla="*/ 243841 w 2643407"/>
                <a:gd name="connsiteY6" fmla="*/ 1293863 h 2545648"/>
                <a:gd name="connsiteX7" fmla="*/ 751841 w 2643407"/>
                <a:gd name="connsiteY7" fmla="*/ 335920 h 2545648"/>
                <a:gd name="connsiteX0" fmla="*/ 751841 w 2643407"/>
                <a:gd name="connsiteY0" fmla="*/ 335920 h 2545880"/>
                <a:gd name="connsiteX1" fmla="*/ 1724298 w 2643407"/>
                <a:gd name="connsiteY1" fmla="*/ 219807 h 2545880"/>
                <a:gd name="connsiteX2" fmla="*/ 2304869 w 2643407"/>
                <a:gd name="connsiteY2" fmla="*/ 785863 h 2545880"/>
                <a:gd name="connsiteX3" fmla="*/ 2406468 w 2643407"/>
                <a:gd name="connsiteY3" fmla="*/ 1598664 h 2545880"/>
                <a:gd name="connsiteX4" fmla="*/ 1463040 w 2643407"/>
                <a:gd name="connsiteY4" fmla="*/ 2542092 h 2545880"/>
                <a:gd name="connsiteX5" fmla="*/ 447041 w 2643407"/>
                <a:gd name="connsiteY5" fmla="*/ 2251807 h 2545880"/>
                <a:gd name="connsiteX6" fmla="*/ 243841 w 2643407"/>
                <a:gd name="connsiteY6" fmla="*/ 1293863 h 2545880"/>
                <a:gd name="connsiteX7" fmla="*/ 751841 w 2643407"/>
                <a:gd name="connsiteY7" fmla="*/ 335920 h 2545880"/>
                <a:gd name="connsiteX0" fmla="*/ 751841 w 2643407"/>
                <a:gd name="connsiteY0" fmla="*/ 335920 h 2543048"/>
                <a:gd name="connsiteX1" fmla="*/ 1724298 w 2643407"/>
                <a:gd name="connsiteY1" fmla="*/ 219807 h 2543048"/>
                <a:gd name="connsiteX2" fmla="*/ 2304869 w 2643407"/>
                <a:gd name="connsiteY2" fmla="*/ 785863 h 2543048"/>
                <a:gd name="connsiteX3" fmla="*/ 2406468 w 2643407"/>
                <a:gd name="connsiteY3" fmla="*/ 1598664 h 2543048"/>
                <a:gd name="connsiteX4" fmla="*/ 1463040 w 2643407"/>
                <a:gd name="connsiteY4" fmla="*/ 2542092 h 2543048"/>
                <a:gd name="connsiteX5" fmla="*/ 447041 w 2643407"/>
                <a:gd name="connsiteY5" fmla="*/ 2251807 h 2543048"/>
                <a:gd name="connsiteX6" fmla="*/ 243841 w 2643407"/>
                <a:gd name="connsiteY6" fmla="*/ 1293863 h 2543048"/>
                <a:gd name="connsiteX7" fmla="*/ 751841 w 2643407"/>
                <a:gd name="connsiteY7" fmla="*/ 335920 h 2543048"/>
                <a:gd name="connsiteX0" fmla="*/ 751841 w 2643407"/>
                <a:gd name="connsiteY0" fmla="*/ 335920 h 2543015"/>
                <a:gd name="connsiteX1" fmla="*/ 1724298 w 2643407"/>
                <a:gd name="connsiteY1" fmla="*/ 219807 h 2543015"/>
                <a:gd name="connsiteX2" fmla="*/ 2304869 w 2643407"/>
                <a:gd name="connsiteY2" fmla="*/ 785863 h 2543015"/>
                <a:gd name="connsiteX3" fmla="*/ 2406468 w 2643407"/>
                <a:gd name="connsiteY3" fmla="*/ 1598664 h 2543015"/>
                <a:gd name="connsiteX4" fmla="*/ 1463040 w 2643407"/>
                <a:gd name="connsiteY4" fmla="*/ 2542092 h 2543015"/>
                <a:gd name="connsiteX5" fmla="*/ 447041 w 2643407"/>
                <a:gd name="connsiteY5" fmla="*/ 2251807 h 2543015"/>
                <a:gd name="connsiteX6" fmla="*/ 243841 w 2643407"/>
                <a:gd name="connsiteY6" fmla="*/ 1293863 h 2543015"/>
                <a:gd name="connsiteX7" fmla="*/ 751841 w 2643407"/>
                <a:gd name="connsiteY7" fmla="*/ 335920 h 2543015"/>
                <a:gd name="connsiteX0" fmla="*/ 751841 w 2643407"/>
                <a:gd name="connsiteY0" fmla="*/ 335920 h 2710275"/>
                <a:gd name="connsiteX1" fmla="*/ 1724298 w 2643407"/>
                <a:gd name="connsiteY1" fmla="*/ 219807 h 2710275"/>
                <a:gd name="connsiteX2" fmla="*/ 2304869 w 2643407"/>
                <a:gd name="connsiteY2" fmla="*/ 785863 h 2710275"/>
                <a:gd name="connsiteX3" fmla="*/ 2406468 w 2643407"/>
                <a:gd name="connsiteY3" fmla="*/ 1598664 h 2710275"/>
                <a:gd name="connsiteX4" fmla="*/ 1463040 w 2643407"/>
                <a:gd name="connsiteY4" fmla="*/ 2542092 h 2710275"/>
                <a:gd name="connsiteX5" fmla="*/ 447041 w 2643407"/>
                <a:gd name="connsiteY5" fmla="*/ 2251807 h 2710275"/>
                <a:gd name="connsiteX6" fmla="*/ 243841 w 2643407"/>
                <a:gd name="connsiteY6" fmla="*/ 1293863 h 2710275"/>
                <a:gd name="connsiteX7" fmla="*/ 751841 w 2643407"/>
                <a:gd name="connsiteY7" fmla="*/ 335920 h 2710275"/>
                <a:gd name="connsiteX0" fmla="*/ 751841 w 2643407"/>
                <a:gd name="connsiteY0" fmla="*/ 335920 h 2716951"/>
                <a:gd name="connsiteX1" fmla="*/ 1724298 w 2643407"/>
                <a:gd name="connsiteY1" fmla="*/ 219807 h 2716951"/>
                <a:gd name="connsiteX2" fmla="*/ 2304869 w 2643407"/>
                <a:gd name="connsiteY2" fmla="*/ 785863 h 2716951"/>
                <a:gd name="connsiteX3" fmla="*/ 2406468 w 2643407"/>
                <a:gd name="connsiteY3" fmla="*/ 1598664 h 2716951"/>
                <a:gd name="connsiteX4" fmla="*/ 1463040 w 2643407"/>
                <a:gd name="connsiteY4" fmla="*/ 2542092 h 2716951"/>
                <a:gd name="connsiteX5" fmla="*/ 447041 w 2643407"/>
                <a:gd name="connsiteY5" fmla="*/ 2251807 h 2716951"/>
                <a:gd name="connsiteX6" fmla="*/ 243841 w 2643407"/>
                <a:gd name="connsiteY6" fmla="*/ 1293863 h 2716951"/>
                <a:gd name="connsiteX7" fmla="*/ 751841 w 2643407"/>
                <a:gd name="connsiteY7" fmla="*/ 335920 h 2716951"/>
                <a:gd name="connsiteX0" fmla="*/ 751841 w 2448209"/>
                <a:gd name="connsiteY0" fmla="*/ 335920 h 2716951"/>
                <a:gd name="connsiteX1" fmla="*/ 1724298 w 2448209"/>
                <a:gd name="connsiteY1" fmla="*/ 219807 h 2716951"/>
                <a:gd name="connsiteX2" fmla="*/ 2406468 w 2448209"/>
                <a:gd name="connsiteY2" fmla="*/ 1598664 h 2716951"/>
                <a:gd name="connsiteX3" fmla="*/ 1463040 w 2448209"/>
                <a:gd name="connsiteY3" fmla="*/ 2542092 h 2716951"/>
                <a:gd name="connsiteX4" fmla="*/ 447041 w 2448209"/>
                <a:gd name="connsiteY4" fmla="*/ 2251807 h 2716951"/>
                <a:gd name="connsiteX5" fmla="*/ 243841 w 2448209"/>
                <a:gd name="connsiteY5" fmla="*/ 1293863 h 2716951"/>
                <a:gd name="connsiteX6" fmla="*/ 751841 w 2448209"/>
                <a:gd name="connsiteY6" fmla="*/ 335920 h 2716951"/>
                <a:gd name="connsiteX0" fmla="*/ 751841 w 2409721"/>
                <a:gd name="connsiteY0" fmla="*/ 335920 h 2716951"/>
                <a:gd name="connsiteX1" fmla="*/ 1724298 w 2409721"/>
                <a:gd name="connsiteY1" fmla="*/ 219807 h 2716951"/>
                <a:gd name="connsiteX2" fmla="*/ 2359350 w 2409721"/>
                <a:gd name="connsiteY2" fmla="*/ 1102852 h 2716951"/>
                <a:gd name="connsiteX3" fmla="*/ 1463040 w 2409721"/>
                <a:gd name="connsiteY3" fmla="*/ 2542092 h 2716951"/>
                <a:gd name="connsiteX4" fmla="*/ 447041 w 2409721"/>
                <a:gd name="connsiteY4" fmla="*/ 2251807 h 2716951"/>
                <a:gd name="connsiteX5" fmla="*/ 243841 w 2409721"/>
                <a:gd name="connsiteY5" fmla="*/ 1293863 h 2716951"/>
                <a:gd name="connsiteX6" fmla="*/ 751841 w 2409721"/>
                <a:gd name="connsiteY6" fmla="*/ 335920 h 2716951"/>
                <a:gd name="connsiteX0" fmla="*/ 751841 w 2409721"/>
                <a:gd name="connsiteY0" fmla="*/ 335920 h 2716951"/>
                <a:gd name="connsiteX1" fmla="*/ 1724298 w 2409721"/>
                <a:gd name="connsiteY1" fmla="*/ 219807 h 2716951"/>
                <a:gd name="connsiteX2" fmla="*/ 2359350 w 2409721"/>
                <a:gd name="connsiteY2" fmla="*/ 1102852 h 2716951"/>
                <a:gd name="connsiteX3" fmla="*/ 1463040 w 2409721"/>
                <a:gd name="connsiteY3" fmla="*/ 2542092 h 2716951"/>
                <a:gd name="connsiteX4" fmla="*/ 447041 w 2409721"/>
                <a:gd name="connsiteY4" fmla="*/ 2251807 h 2716951"/>
                <a:gd name="connsiteX5" fmla="*/ 243841 w 2409721"/>
                <a:gd name="connsiteY5" fmla="*/ 1293863 h 2716951"/>
                <a:gd name="connsiteX6" fmla="*/ 751841 w 2409721"/>
                <a:gd name="connsiteY6" fmla="*/ 335920 h 2716951"/>
                <a:gd name="connsiteX0" fmla="*/ 751841 w 2409721"/>
                <a:gd name="connsiteY0" fmla="*/ 335920 h 2716951"/>
                <a:gd name="connsiteX1" fmla="*/ 1724298 w 2409721"/>
                <a:gd name="connsiteY1" fmla="*/ 219807 h 2716951"/>
                <a:gd name="connsiteX2" fmla="*/ 2359350 w 2409721"/>
                <a:gd name="connsiteY2" fmla="*/ 1102852 h 2716951"/>
                <a:gd name="connsiteX3" fmla="*/ 1463040 w 2409721"/>
                <a:gd name="connsiteY3" fmla="*/ 2542092 h 2716951"/>
                <a:gd name="connsiteX4" fmla="*/ 447041 w 2409721"/>
                <a:gd name="connsiteY4" fmla="*/ 2251807 h 2716951"/>
                <a:gd name="connsiteX5" fmla="*/ 243841 w 2409721"/>
                <a:gd name="connsiteY5" fmla="*/ 1293863 h 2716951"/>
                <a:gd name="connsiteX6" fmla="*/ 751841 w 2409721"/>
                <a:gd name="connsiteY6" fmla="*/ 335920 h 2716951"/>
                <a:gd name="connsiteX0" fmla="*/ 832304 w 2490184"/>
                <a:gd name="connsiteY0" fmla="*/ 335920 h 2716951"/>
                <a:gd name="connsiteX1" fmla="*/ 1804761 w 2490184"/>
                <a:gd name="connsiteY1" fmla="*/ 219807 h 2716951"/>
                <a:gd name="connsiteX2" fmla="*/ 2439813 w 2490184"/>
                <a:gd name="connsiteY2" fmla="*/ 1102852 h 2716951"/>
                <a:gd name="connsiteX3" fmla="*/ 1543503 w 2490184"/>
                <a:gd name="connsiteY3" fmla="*/ 2542092 h 2716951"/>
                <a:gd name="connsiteX4" fmla="*/ 527504 w 2490184"/>
                <a:gd name="connsiteY4" fmla="*/ 2251807 h 2716951"/>
                <a:gd name="connsiteX5" fmla="*/ 228109 w 2490184"/>
                <a:gd name="connsiteY5" fmla="*/ 1316113 h 2716951"/>
                <a:gd name="connsiteX6" fmla="*/ 832304 w 2490184"/>
                <a:gd name="connsiteY6" fmla="*/ 335920 h 2716951"/>
                <a:gd name="connsiteX0" fmla="*/ 832304 w 2481016"/>
                <a:gd name="connsiteY0" fmla="*/ 335920 h 2674099"/>
                <a:gd name="connsiteX1" fmla="*/ 1804761 w 2481016"/>
                <a:gd name="connsiteY1" fmla="*/ 219807 h 2674099"/>
                <a:gd name="connsiteX2" fmla="*/ 2439813 w 2481016"/>
                <a:gd name="connsiteY2" fmla="*/ 1102852 h 2674099"/>
                <a:gd name="connsiteX3" fmla="*/ 1493114 w 2481016"/>
                <a:gd name="connsiteY3" fmla="*/ 2411868 h 2674099"/>
                <a:gd name="connsiteX4" fmla="*/ 527504 w 2481016"/>
                <a:gd name="connsiteY4" fmla="*/ 2251807 h 2674099"/>
                <a:gd name="connsiteX5" fmla="*/ 228109 w 2481016"/>
                <a:gd name="connsiteY5" fmla="*/ 1316113 h 2674099"/>
                <a:gd name="connsiteX6" fmla="*/ 832304 w 2481016"/>
                <a:gd name="connsiteY6" fmla="*/ 335920 h 2674099"/>
                <a:gd name="connsiteX0" fmla="*/ 832304 w 2479178"/>
                <a:gd name="connsiteY0" fmla="*/ 335920 h 2674099"/>
                <a:gd name="connsiteX1" fmla="*/ 1804761 w 2479178"/>
                <a:gd name="connsiteY1" fmla="*/ 219807 h 2674099"/>
                <a:gd name="connsiteX2" fmla="*/ 2439813 w 2479178"/>
                <a:gd name="connsiteY2" fmla="*/ 1102852 h 2674099"/>
                <a:gd name="connsiteX3" fmla="*/ 2213297 w 2479178"/>
                <a:gd name="connsiteY3" fmla="*/ 1838534 h 2674099"/>
                <a:gd name="connsiteX4" fmla="*/ 1493114 w 2479178"/>
                <a:gd name="connsiteY4" fmla="*/ 2411868 h 2674099"/>
                <a:gd name="connsiteX5" fmla="*/ 527504 w 2479178"/>
                <a:gd name="connsiteY5" fmla="*/ 2251807 h 2674099"/>
                <a:gd name="connsiteX6" fmla="*/ 228109 w 2479178"/>
                <a:gd name="connsiteY6" fmla="*/ 1316113 h 2674099"/>
                <a:gd name="connsiteX7" fmla="*/ 832304 w 2479178"/>
                <a:gd name="connsiteY7" fmla="*/ 335920 h 2674099"/>
                <a:gd name="connsiteX0" fmla="*/ 832304 w 2479178"/>
                <a:gd name="connsiteY0" fmla="*/ 335920 h 2674099"/>
                <a:gd name="connsiteX1" fmla="*/ 1804761 w 2479178"/>
                <a:gd name="connsiteY1" fmla="*/ 219807 h 2674099"/>
                <a:gd name="connsiteX2" fmla="*/ 2439813 w 2479178"/>
                <a:gd name="connsiteY2" fmla="*/ 1102852 h 2674099"/>
                <a:gd name="connsiteX3" fmla="*/ 2213297 w 2479178"/>
                <a:gd name="connsiteY3" fmla="*/ 1838534 h 2674099"/>
                <a:gd name="connsiteX4" fmla="*/ 1493114 w 2479178"/>
                <a:gd name="connsiteY4" fmla="*/ 2411868 h 2674099"/>
                <a:gd name="connsiteX5" fmla="*/ 527504 w 2479178"/>
                <a:gd name="connsiteY5" fmla="*/ 2251807 h 2674099"/>
                <a:gd name="connsiteX6" fmla="*/ 228109 w 2479178"/>
                <a:gd name="connsiteY6" fmla="*/ 1316113 h 2674099"/>
                <a:gd name="connsiteX7" fmla="*/ 832304 w 2479178"/>
                <a:gd name="connsiteY7" fmla="*/ 335920 h 2674099"/>
                <a:gd name="connsiteX0" fmla="*/ 832304 w 2488072"/>
                <a:gd name="connsiteY0" fmla="*/ 335920 h 2674099"/>
                <a:gd name="connsiteX1" fmla="*/ 1804761 w 2488072"/>
                <a:gd name="connsiteY1" fmla="*/ 219807 h 2674099"/>
                <a:gd name="connsiteX2" fmla="*/ 2439813 w 2488072"/>
                <a:gd name="connsiteY2" fmla="*/ 1102852 h 2674099"/>
                <a:gd name="connsiteX3" fmla="*/ 2213297 w 2488072"/>
                <a:gd name="connsiteY3" fmla="*/ 1838534 h 2674099"/>
                <a:gd name="connsiteX4" fmla="*/ 1493114 w 2488072"/>
                <a:gd name="connsiteY4" fmla="*/ 2411868 h 2674099"/>
                <a:gd name="connsiteX5" fmla="*/ 527504 w 2488072"/>
                <a:gd name="connsiteY5" fmla="*/ 2251807 h 2674099"/>
                <a:gd name="connsiteX6" fmla="*/ 228109 w 2488072"/>
                <a:gd name="connsiteY6" fmla="*/ 1316113 h 2674099"/>
                <a:gd name="connsiteX7" fmla="*/ 832304 w 2488072"/>
                <a:gd name="connsiteY7" fmla="*/ 335920 h 2674099"/>
                <a:gd name="connsiteX0" fmla="*/ 832304 w 2502160"/>
                <a:gd name="connsiteY0" fmla="*/ 335920 h 2674099"/>
                <a:gd name="connsiteX1" fmla="*/ 1804761 w 2502160"/>
                <a:gd name="connsiteY1" fmla="*/ 219807 h 2674099"/>
                <a:gd name="connsiteX2" fmla="*/ 2439813 w 2502160"/>
                <a:gd name="connsiteY2" fmla="*/ 1102852 h 2674099"/>
                <a:gd name="connsiteX3" fmla="*/ 2213297 w 2502160"/>
                <a:gd name="connsiteY3" fmla="*/ 1838534 h 2674099"/>
                <a:gd name="connsiteX4" fmla="*/ 1493114 w 2502160"/>
                <a:gd name="connsiteY4" fmla="*/ 2411868 h 2674099"/>
                <a:gd name="connsiteX5" fmla="*/ 527504 w 2502160"/>
                <a:gd name="connsiteY5" fmla="*/ 2251807 h 2674099"/>
                <a:gd name="connsiteX6" fmla="*/ 228109 w 2502160"/>
                <a:gd name="connsiteY6" fmla="*/ 1316113 h 2674099"/>
                <a:gd name="connsiteX7" fmla="*/ 832304 w 2502160"/>
                <a:gd name="connsiteY7" fmla="*/ 335920 h 2674099"/>
                <a:gd name="connsiteX0" fmla="*/ 832304 w 2502160"/>
                <a:gd name="connsiteY0" fmla="*/ 335920 h 2674099"/>
                <a:gd name="connsiteX1" fmla="*/ 1804761 w 2502160"/>
                <a:gd name="connsiteY1" fmla="*/ 219807 h 2674099"/>
                <a:gd name="connsiteX2" fmla="*/ 2439813 w 2502160"/>
                <a:gd name="connsiteY2" fmla="*/ 1102852 h 2674099"/>
                <a:gd name="connsiteX3" fmla="*/ 2213297 w 2502160"/>
                <a:gd name="connsiteY3" fmla="*/ 1838534 h 2674099"/>
                <a:gd name="connsiteX4" fmla="*/ 1493114 w 2502160"/>
                <a:gd name="connsiteY4" fmla="*/ 2411868 h 2674099"/>
                <a:gd name="connsiteX5" fmla="*/ 527504 w 2502160"/>
                <a:gd name="connsiteY5" fmla="*/ 2251807 h 2674099"/>
                <a:gd name="connsiteX6" fmla="*/ 228109 w 2502160"/>
                <a:gd name="connsiteY6" fmla="*/ 1316113 h 2674099"/>
                <a:gd name="connsiteX7" fmla="*/ 832304 w 2502160"/>
                <a:gd name="connsiteY7" fmla="*/ 335920 h 2674099"/>
                <a:gd name="connsiteX0" fmla="*/ 832304 w 2502160"/>
                <a:gd name="connsiteY0" fmla="*/ 335920 h 2674099"/>
                <a:gd name="connsiteX1" fmla="*/ 1804761 w 2502160"/>
                <a:gd name="connsiteY1" fmla="*/ 219807 h 2674099"/>
                <a:gd name="connsiteX2" fmla="*/ 2439813 w 2502160"/>
                <a:gd name="connsiteY2" fmla="*/ 1102852 h 2674099"/>
                <a:gd name="connsiteX3" fmla="*/ 2213297 w 2502160"/>
                <a:gd name="connsiteY3" fmla="*/ 1838534 h 2674099"/>
                <a:gd name="connsiteX4" fmla="*/ 1493114 w 2502160"/>
                <a:gd name="connsiteY4" fmla="*/ 2411868 h 2674099"/>
                <a:gd name="connsiteX5" fmla="*/ 527504 w 2502160"/>
                <a:gd name="connsiteY5" fmla="*/ 2251807 h 2674099"/>
                <a:gd name="connsiteX6" fmla="*/ 228109 w 2502160"/>
                <a:gd name="connsiteY6" fmla="*/ 1316113 h 2674099"/>
                <a:gd name="connsiteX7" fmla="*/ 832304 w 2502160"/>
                <a:gd name="connsiteY7" fmla="*/ 335920 h 2674099"/>
                <a:gd name="connsiteX0" fmla="*/ 874110 w 2543966"/>
                <a:gd name="connsiteY0" fmla="*/ 335920 h 2537724"/>
                <a:gd name="connsiteX1" fmla="*/ 1846567 w 2543966"/>
                <a:gd name="connsiteY1" fmla="*/ 219807 h 2537724"/>
                <a:gd name="connsiteX2" fmla="*/ 2481619 w 2543966"/>
                <a:gd name="connsiteY2" fmla="*/ 1102852 h 2537724"/>
                <a:gd name="connsiteX3" fmla="*/ 2255103 w 2543966"/>
                <a:gd name="connsiteY3" fmla="*/ 1838534 h 2537724"/>
                <a:gd name="connsiteX4" fmla="*/ 1534920 w 2543966"/>
                <a:gd name="connsiteY4" fmla="*/ 2411868 h 2537724"/>
                <a:gd name="connsiteX5" fmla="*/ 338309 w 2543966"/>
                <a:gd name="connsiteY5" fmla="*/ 2041747 h 2537724"/>
                <a:gd name="connsiteX6" fmla="*/ 269915 w 2543966"/>
                <a:gd name="connsiteY6" fmla="*/ 1316113 h 2537724"/>
                <a:gd name="connsiteX7" fmla="*/ 874110 w 2543966"/>
                <a:gd name="connsiteY7" fmla="*/ 335920 h 2537724"/>
                <a:gd name="connsiteX0" fmla="*/ 900004 w 2569860"/>
                <a:gd name="connsiteY0" fmla="*/ 335920 h 2537724"/>
                <a:gd name="connsiteX1" fmla="*/ 1872461 w 2569860"/>
                <a:gd name="connsiteY1" fmla="*/ 219807 h 2537724"/>
                <a:gd name="connsiteX2" fmla="*/ 2507513 w 2569860"/>
                <a:gd name="connsiteY2" fmla="*/ 1102852 h 2537724"/>
                <a:gd name="connsiteX3" fmla="*/ 2280997 w 2569860"/>
                <a:gd name="connsiteY3" fmla="*/ 1838534 h 2537724"/>
                <a:gd name="connsiteX4" fmla="*/ 1560814 w 2569860"/>
                <a:gd name="connsiteY4" fmla="*/ 2411868 h 2537724"/>
                <a:gd name="connsiteX5" fmla="*/ 364203 w 2569860"/>
                <a:gd name="connsiteY5" fmla="*/ 2041747 h 2537724"/>
                <a:gd name="connsiteX6" fmla="*/ 263088 w 2569860"/>
                <a:gd name="connsiteY6" fmla="*/ 999386 h 2537724"/>
                <a:gd name="connsiteX7" fmla="*/ 900004 w 2569860"/>
                <a:gd name="connsiteY7" fmla="*/ 335920 h 2537724"/>
                <a:gd name="connsiteX0" fmla="*/ 900004 w 2569860"/>
                <a:gd name="connsiteY0" fmla="*/ 335920 h 2537724"/>
                <a:gd name="connsiteX1" fmla="*/ 1872461 w 2569860"/>
                <a:gd name="connsiteY1" fmla="*/ 219807 h 2537724"/>
                <a:gd name="connsiteX2" fmla="*/ 2507513 w 2569860"/>
                <a:gd name="connsiteY2" fmla="*/ 1102852 h 2537724"/>
                <a:gd name="connsiteX3" fmla="*/ 2280997 w 2569860"/>
                <a:gd name="connsiteY3" fmla="*/ 1838534 h 2537724"/>
                <a:gd name="connsiteX4" fmla="*/ 1560814 w 2569860"/>
                <a:gd name="connsiteY4" fmla="*/ 2411868 h 2537724"/>
                <a:gd name="connsiteX5" fmla="*/ 364203 w 2569860"/>
                <a:gd name="connsiteY5" fmla="*/ 2041747 h 2537724"/>
                <a:gd name="connsiteX6" fmla="*/ 263088 w 2569860"/>
                <a:gd name="connsiteY6" fmla="*/ 999386 h 2537724"/>
                <a:gd name="connsiteX7" fmla="*/ 900004 w 2569860"/>
                <a:gd name="connsiteY7" fmla="*/ 335920 h 2537724"/>
                <a:gd name="connsiteX0" fmla="*/ 900004 w 2569860"/>
                <a:gd name="connsiteY0" fmla="*/ 335920 h 2661561"/>
                <a:gd name="connsiteX1" fmla="*/ 1872461 w 2569860"/>
                <a:gd name="connsiteY1" fmla="*/ 219807 h 2661561"/>
                <a:gd name="connsiteX2" fmla="*/ 2507513 w 2569860"/>
                <a:gd name="connsiteY2" fmla="*/ 1102852 h 2661561"/>
                <a:gd name="connsiteX3" fmla="*/ 2280997 w 2569860"/>
                <a:gd name="connsiteY3" fmla="*/ 1838534 h 2661561"/>
                <a:gd name="connsiteX4" fmla="*/ 1560814 w 2569860"/>
                <a:gd name="connsiteY4" fmla="*/ 2411868 h 2661561"/>
                <a:gd name="connsiteX5" fmla="*/ 364203 w 2569860"/>
                <a:gd name="connsiteY5" fmla="*/ 2041747 h 2661561"/>
                <a:gd name="connsiteX6" fmla="*/ 263088 w 2569860"/>
                <a:gd name="connsiteY6" fmla="*/ 999386 h 2661561"/>
                <a:gd name="connsiteX7" fmla="*/ 900004 w 2569860"/>
                <a:gd name="connsiteY7" fmla="*/ 335920 h 2661561"/>
                <a:gd name="connsiteX0" fmla="*/ 900004 w 2569860"/>
                <a:gd name="connsiteY0" fmla="*/ 335920 h 2661561"/>
                <a:gd name="connsiteX1" fmla="*/ 1872461 w 2569860"/>
                <a:gd name="connsiteY1" fmla="*/ 219807 h 2661561"/>
                <a:gd name="connsiteX2" fmla="*/ 2507513 w 2569860"/>
                <a:gd name="connsiteY2" fmla="*/ 1102852 h 2661561"/>
                <a:gd name="connsiteX3" fmla="*/ 2280997 w 2569860"/>
                <a:gd name="connsiteY3" fmla="*/ 1838534 h 2661561"/>
                <a:gd name="connsiteX4" fmla="*/ 1560814 w 2569860"/>
                <a:gd name="connsiteY4" fmla="*/ 2411868 h 2661561"/>
                <a:gd name="connsiteX5" fmla="*/ 364203 w 2569860"/>
                <a:gd name="connsiteY5" fmla="*/ 2041747 h 2661561"/>
                <a:gd name="connsiteX6" fmla="*/ 263088 w 2569860"/>
                <a:gd name="connsiteY6" fmla="*/ 999386 h 2661561"/>
                <a:gd name="connsiteX7" fmla="*/ 900004 w 2569860"/>
                <a:gd name="connsiteY7" fmla="*/ 335920 h 2661561"/>
                <a:gd name="connsiteX0" fmla="*/ 900004 w 2569860"/>
                <a:gd name="connsiteY0" fmla="*/ 335920 h 2638009"/>
                <a:gd name="connsiteX1" fmla="*/ 1872461 w 2569860"/>
                <a:gd name="connsiteY1" fmla="*/ 219807 h 2638009"/>
                <a:gd name="connsiteX2" fmla="*/ 2507513 w 2569860"/>
                <a:gd name="connsiteY2" fmla="*/ 1102852 h 2638009"/>
                <a:gd name="connsiteX3" fmla="*/ 2280997 w 2569860"/>
                <a:gd name="connsiteY3" fmla="*/ 1838534 h 2638009"/>
                <a:gd name="connsiteX4" fmla="*/ 1638251 w 2569860"/>
                <a:gd name="connsiteY4" fmla="*/ 2366932 h 2638009"/>
                <a:gd name="connsiteX5" fmla="*/ 364203 w 2569860"/>
                <a:gd name="connsiteY5" fmla="*/ 2041747 h 2638009"/>
                <a:gd name="connsiteX6" fmla="*/ 263088 w 2569860"/>
                <a:gd name="connsiteY6" fmla="*/ 999386 h 2638009"/>
                <a:gd name="connsiteX7" fmla="*/ 900004 w 2569860"/>
                <a:gd name="connsiteY7" fmla="*/ 335920 h 2638009"/>
                <a:gd name="connsiteX0" fmla="*/ 900004 w 2569860"/>
                <a:gd name="connsiteY0" fmla="*/ 335920 h 2638009"/>
                <a:gd name="connsiteX1" fmla="*/ 1872461 w 2569860"/>
                <a:gd name="connsiteY1" fmla="*/ 219807 h 2638009"/>
                <a:gd name="connsiteX2" fmla="*/ 2507513 w 2569860"/>
                <a:gd name="connsiteY2" fmla="*/ 1102852 h 2638009"/>
                <a:gd name="connsiteX3" fmla="*/ 2280997 w 2569860"/>
                <a:gd name="connsiteY3" fmla="*/ 1838534 h 2638009"/>
                <a:gd name="connsiteX4" fmla="*/ 1638251 w 2569860"/>
                <a:gd name="connsiteY4" fmla="*/ 2366932 h 2638009"/>
                <a:gd name="connsiteX5" fmla="*/ 364203 w 2569860"/>
                <a:gd name="connsiteY5" fmla="*/ 2041747 h 2638009"/>
                <a:gd name="connsiteX6" fmla="*/ 263088 w 2569860"/>
                <a:gd name="connsiteY6" fmla="*/ 999386 h 2638009"/>
                <a:gd name="connsiteX7" fmla="*/ 900004 w 2569860"/>
                <a:gd name="connsiteY7" fmla="*/ 335920 h 2638009"/>
                <a:gd name="connsiteX0" fmla="*/ 900004 w 2776297"/>
                <a:gd name="connsiteY0" fmla="*/ 335920 h 2638009"/>
                <a:gd name="connsiteX1" fmla="*/ 1872461 w 2776297"/>
                <a:gd name="connsiteY1" fmla="*/ 219807 h 2638009"/>
                <a:gd name="connsiteX2" fmla="*/ 2746891 w 2776297"/>
                <a:gd name="connsiteY2" fmla="*/ 893446 h 2638009"/>
                <a:gd name="connsiteX3" fmla="*/ 2280997 w 2776297"/>
                <a:gd name="connsiteY3" fmla="*/ 1838534 h 2638009"/>
                <a:gd name="connsiteX4" fmla="*/ 1638251 w 2776297"/>
                <a:gd name="connsiteY4" fmla="*/ 2366932 h 2638009"/>
                <a:gd name="connsiteX5" fmla="*/ 364203 w 2776297"/>
                <a:gd name="connsiteY5" fmla="*/ 2041747 h 2638009"/>
                <a:gd name="connsiteX6" fmla="*/ 263088 w 2776297"/>
                <a:gd name="connsiteY6" fmla="*/ 999386 h 2638009"/>
                <a:gd name="connsiteX7" fmla="*/ 900004 w 2776297"/>
                <a:gd name="connsiteY7" fmla="*/ 335920 h 2638009"/>
                <a:gd name="connsiteX0" fmla="*/ 900004 w 2776635"/>
                <a:gd name="connsiteY0" fmla="*/ 335920 h 2638009"/>
                <a:gd name="connsiteX1" fmla="*/ 1872461 w 2776635"/>
                <a:gd name="connsiteY1" fmla="*/ 219807 h 2638009"/>
                <a:gd name="connsiteX2" fmla="*/ 2746891 w 2776635"/>
                <a:gd name="connsiteY2" fmla="*/ 893446 h 2638009"/>
                <a:gd name="connsiteX3" fmla="*/ 2280997 w 2776635"/>
                <a:gd name="connsiteY3" fmla="*/ 1838534 h 2638009"/>
                <a:gd name="connsiteX4" fmla="*/ 1638251 w 2776635"/>
                <a:gd name="connsiteY4" fmla="*/ 2366932 h 2638009"/>
                <a:gd name="connsiteX5" fmla="*/ 364203 w 2776635"/>
                <a:gd name="connsiteY5" fmla="*/ 2041747 h 2638009"/>
                <a:gd name="connsiteX6" fmla="*/ 263088 w 2776635"/>
                <a:gd name="connsiteY6" fmla="*/ 999386 h 2638009"/>
                <a:gd name="connsiteX7" fmla="*/ 900004 w 2776635"/>
                <a:gd name="connsiteY7" fmla="*/ 335920 h 2638009"/>
                <a:gd name="connsiteX0" fmla="*/ 711538 w 2776635"/>
                <a:gd name="connsiteY0" fmla="*/ 440502 h 2540905"/>
                <a:gd name="connsiteX1" fmla="*/ 1872461 w 2776635"/>
                <a:gd name="connsiteY1" fmla="*/ 122703 h 2540905"/>
                <a:gd name="connsiteX2" fmla="*/ 2746891 w 2776635"/>
                <a:gd name="connsiteY2" fmla="*/ 796342 h 2540905"/>
                <a:gd name="connsiteX3" fmla="*/ 2280997 w 2776635"/>
                <a:gd name="connsiteY3" fmla="*/ 1741430 h 2540905"/>
                <a:gd name="connsiteX4" fmla="*/ 1638251 w 2776635"/>
                <a:gd name="connsiteY4" fmla="*/ 2269828 h 2540905"/>
                <a:gd name="connsiteX5" fmla="*/ 364203 w 2776635"/>
                <a:gd name="connsiteY5" fmla="*/ 1944643 h 2540905"/>
                <a:gd name="connsiteX6" fmla="*/ 263088 w 2776635"/>
                <a:gd name="connsiteY6" fmla="*/ 902282 h 2540905"/>
                <a:gd name="connsiteX7" fmla="*/ 711538 w 2776635"/>
                <a:gd name="connsiteY7" fmla="*/ 440502 h 2540905"/>
                <a:gd name="connsiteX0" fmla="*/ 711538 w 2776635"/>
                <a:gd name="connsiteY0" fmla="*/ 537650 h 2638053"/>
                <a:gd name="connsiteX1" fmla="*/ 1872461 w 2776635"/>
                <a:gd name="connsiteY1" fmla="*/ 219851 h 2638053"/>
                <a:gd name="connsiteX2" fmla="*/ 2746891 w 2776635"/>
                <a:gd name="connsiteY2" fmla="*/ 893490 h 2638053"/>
                <a:gd name="connsiteX3" fmla="*/ 2280997 w 2776635"/>
                <a:gd name="connsiteY3" fmla="*/ 1838578 h 2638053"/>
                <a:gd name="connsiteX4" fmla="*/ 1638251 w 2776635"/>
                <a:gd name="connsiteY4" fmla="*/ 2366976 h 2638053"/>
                <a:gd name="connsiteX5" fmla="*/ 364203 w 2776635"/>
                <a:gd name="connsiteY5" fmla="*/ 2041791 h 2638053"/>
                <a:gd name="connsiteX6" fmla="*/ 263088 w 2776635"/>
                <a:gd name="connsiteY6" fmla="*/ 999430 h 2638053"/>
                <a:gd name="connsiteX7" fmla="*/ 711538 w 2776635"/>
                <a:gd name="connsiteY7" fmla="*/ 537650 h 2638053"/>
                <a:gd name="connsiteX0" fmla="*/ 914631 w 2979728"/>
                <a:gd name="connsiteY0" fmla="*/ 537650 h 2638053"/>
                <a:gd name="connsiteX1" fmla="*/ 2075554 w 2979728"/>
                <a:gd name="connsiteY1" fmla="*/ 219851 h 2638053"/>
                <a:gd name="connsiteX2" fmla="*/ 2949984 w 2979728"/>
                <a:gd name="connsiteY2" fmla="*/ 893490 h 2638053"/>
                <a:gd name="connsiteX3" fmla="*/ 2484090 w 2979728"/>
                <a:gd name="connsiteY3" fmla="*/ 1838578 h 2638053"/>
                <a:gd name="connsiteX4" fmla="*/ 1841344 w 2979728"/>
                <a:gd name="connsiteY4" fmla="*/ 2366976 h 2638053"/>
                <a:gd name="connsiteX5" fmla="*/ 567296 w 2979728"/>
                <a:gd name="connsiteY5" fmla="*/ 2041791 h 2638053"/>
                <a:gd name="connsiteX6" fmla="*/ 221176 w 2979728"/>
                <a:gd name="connsiteY6" fmla="*/ 1202032 h 2638053"/>
                <a:gd name="connsiteX7" fmla="*/ 914631 w 2979728"/>
                <a:gd name="connsiteY7" fmla="*/ 537650 h 2638053"/>
                <a:gd name="connsiteX0" fmla="*/ 914631 w 2979728"/>
                <a:gd name="connsiteY0" fmla="*/ 537650 h 2638053"/>
                <a:gd name="connsiteX1" fmla="*/ 2075554 w 2979728"/>
                <a:gd name="connsiteY1" fmla="*/ 219851 h 2638053"/>
                <a:gd name="connsiteX2" fmla="*/ 2949984 w 2979728"/>
                <a:gd name="connsiteY2" fmla="*/ 893490 h 2638053"/>
                <a:gd name="connsiteX3" fmla="*/ 2484090 w 2979728"/>
                <a:gd name="connsiteY3" fmla="*/ 1838578 h 2638053"/>
                <a:gd name="connsiteX4" fmla="*/ 1841344 w 2979728"/>
                <a:gd name="connsiteY4" fmla="*/ 2366976 h 2638053"/>
                <a:gd name="connsiteX5" fmla="*/ 567296 w 2979728"/>
                <a:gd name="connsiteY5" fmla="*/ 2041791 h 2638053"/>
                <a:gd name="connsiteX6" fmla="*/ 221176 w 2979728"/>
                <a:gd name="connsiteY6" fmla="*/ 1202032 h 2638053"/>
                <a:gd name="connsiteX7" fmla="*/ 914631 w 2979728"/>
                <a:gd name="connsiteY7" fmla="*/ 537650 h 2638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979728" h="2638053">
                  <a:moveTo>
                    <a:pt x="914631" y="537650"/>
                  </a:moveTo>
                  <a:cubicBezTo>
                    <a:pt x="1325181" y="-307362"/>
                    <a:pt x="1915897" y="55355"/>
                    <a:pt x="2075554" y="219851"/>
                  </a:cubicBezTo>
                  <a:cubicBezTo>
                    <a:pt x="2362448" y="180460"/>
                    <a:pt x="3140765" y="-54593"/>
                    <a:pt x="2949984" y="893490"/>
                  </a:cubicBezTo>
                  <a:cubicBezTo>
                    <a:pt x="3055810" y="1151171"/>
                    <a:pt x="2815505" y="1553223"/>
                    <a:pt x="2484090" y="1838578"/>
                  </a:cubicBezTo>
                  <a:cubicBezTo>
                    <a:pt x="2467656" y="2551034"/>
                    <a:pt x="2189714" y="2414254"/>
                    <a:pt x="1841344" y="2366976"/>
                  </a:cubicBezTo>
                  <a:cubicBezTo>
                    <a:pt x="1536124" y="2634014"/>
                    <a:pt x="860242" y="2931033"/>
                    <a:pt x="567296" y="2041791"/>
                  </a:cubicBezTo>
                  <a:cubicBezTo>
                    <a:pt x="630191" y="1838591"/>
                    <a:pt x="-451319" y="2113892"/>
                    <a:pt x="221176" y="1202032"/>
                  </a:cubicBezTo>
                  <a:cubicBezTo>
                    <a:pt x="297691" y="603588"/>
                    <a:pt x="447882" y="594116"/>
                    <a:pt x="914631" y="537650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11">
              <a:extLst>
                <a:ext uri="{FF2B5EF4-FFF2-40B4-BE49-F238E27FC236}">
                  <a16:creationId xmlns:a16="http://schemas.microsoft.com/office/drawing/2014/main" id="{EA2B26AF-7E4B-47F4-AD70-6F4C6F2D811B}"/>
                </a:ext>
              </a:extLst>
            </p:cNvPr>
            <p:cNvSpPr/>
            <p:nvPr/>
          </p:nvSpPr>
          <p:spPr>
            <a:xfrm>
              <a:off x="3738331" y="3627034"/>
              <a:ext cx="2180504" cy="2723667"/>
            </a:xfrm>
            <a:custGeom>
              <a:avLst/>
              <a:gdLst>
                <a:gd name="connsiteX0" fmla="*/ 0 w 1029884"/>
                <a:gd name="connsiteY0" fmla="*/ 0 h 1495425"/>
                <a:gd name="connsiteX1" fmla="*/ 1029884 w 1029884"/>
                <a:gd name="connsiteY1" fmla="*/ 0 h 1495425"/>
                <a:gd name="connsiteX2" fmla="*/ 1029884 w 1029884"/>
                <a:gd name="connsiteY2" fmla="*/ 1495425 h 1495425"/>
                <a:gd name="connsiteX3" fmla="*/ 0 w 1029884"/>
                <a:gd name="connsiteY3" fmla="*/ 1495425 h 1495425"/>
                <a:gd name="connsiteX4" fmla="*/ 0 w 1029884"/>
                <a:gd name="connsiteY4" fmla="*/ 0 h 1495425"/>
                <a:gd name="connsiteX0" fmla="*/ 0 w 1029884"/>
                <a:gd name="connsiteY0" fmla="*/ 0 h 1495425"/>
                <a:gd name="connsiteX1" fmla="*/ 1029884 w 1029884"/>
                <a:gd name="connsiteY1" fmla="*/ 0 h 1495425"/>
                <a:gd name="connsiteX2" fmla="*/ 1029884 w 1029884"/>
                <a:gd name="connsiteY2" fmla="*/ 1495425 h 1495425"/>
                <a:gd name="connsiteX3" fmla="*/ 76200 w 1029884"/>
                <a:gd name="connsiteY3" fmla="*/ 1438275 h 1495425"/>
                <a:gd name="connsiteX4" fmla="*/ 0 w 1029884"/>
                <a:gd name="connsiteY4" fmla="*/ 0 h 1495425"/>
                <a:gd name="connsiteX0" fmla="*/ 0 w 1029884"/>
                <a:gd name="connsiteY0" fmla="*/ 0 h 1555994"/>
                <a:gd name="connsiteX1" fmla="*/ 1029884 w 1029884"/>
                <a:gd name="connsiteY1" fmla="*/ 0 h 1555994"/>
                <a:gd name="connsiteX2" fmla="*/ 1029884 w 1029884"/>
                <a:gd name="connsiteY2" fmla="*/ 1495425 h 1555994"/>
                <a:gd name="connsiteX3" fmla="*/ 76200 w 1029884"/>
                <a:gd name="connsiteY3" fmla="*/ 1438275 h 1555994"/>
                <a:gd name="connsiteX4" fmla="*/ 0 w 1029884"/>
                <a:gd name="connsiteY4" fmla="*/ 0 h 1555994"/>
                <a:gd name="connsiteX0" fmla="*/ 0 w 1029884"/>
                <a:gd name="connsiteY0" fmla="*/ 0 h 1592092"/>
                <a:gd name="connsiteX1" fmla="*/ 1029884 w 1029884"/>
                <a:gd name="connsiteY1" fmla="*/ 0 h 1592092"/>
                <a:gd name="connsiteX2" fmla="*/ 1029884 w 1029884"/>
                <a:gd name="connsiteY2" fmla="*/ 1495425 h 1592092"/>
                <a:gd name="connsiteX3" fmla="*/ 76200 w 1029884"/>
                <a:gd name="connsiteY3" fmla="*/ 1438275 h 1592092"/>
                <a:gd name="connsiteX4" fmla="*/ 0 w 1029884"/>
                <a:gd name="connsiteY4" fmla="*/ 0 h 1592092"/>
                <a:gd name="connsiteX0" fmla="*/ 0 w 1029884"/>
                <a:gd name="connsiteY0" fmla="*/ 0 h 1575735"/>
                <a:gd name="connsiteX1" fmla="*/ 1029884 w 1029884"/>
                <a:gd name="connsiteY1" fmla="*/ 0 h 1575735"/>
                <a:gd name="connsiteX2" fmla="*/ 1029884 w 1029884"/>
                <a:gd name="connsiteY2" fmla="*/ 1457325 h 1575735"/>
                <a:gd name="connsiteX3" fmla="*/ 76200 w 1029884"/>
                <a:gd name="connsiteY3" fmla="*/ 1438275 h 1575735"/>
                <a:gd name="connsiteX4" fmla="*/ 0 w 1029884"/>
                <a:gd name="connsiteY4" fmla="*/ 0 h 1575735"/>
                <a:gd name="connsiteX0" fmla="*/ 0 w 1029884"/>
                <a:gd name="connsiteY0" fmla="*/ 0 h 1588201"/>
                <a:gd name="connsiteX1" fmla="*/ 1029884 w 1029884"/>
                <a:gd name="connsiteY1" fmla="*/ 0 h 1588201"/>
                <a:gd name="connsiteX2" fmla="*/ 1029884 w 1029884"/>
                <a:gd name="connsiteY2" fmla="*/ 1457325 h 1588201"/>
                <a:gd name="connsiteX3" fmla="*/ 76200 w 1029884"/>
                <a:gd name="connsiteY3" fmla="*/ 1438275 h 1588201"/>
                <a:gd name="connsiteX4" fmla="*/ 0 w 1029884"/>
                <a:gd name="connsiteY4" fmla="*/ 0 h 1588201"/>
                <a:gd name="connsiteX0" fmla="*/ 0 w 1700444"/>
                <a:gd name="connsiteY0" fmla="*/ 0 h 1992061"/>
                <a:gd name="connsiteX1" fmla="*/ 1700444 w 1700444"/>
                <a:gd name="connsiteY1" fmla="*/ 403860 h 1992061"/>
                <a:gd name="connsiteX2" fmla="*/ 1700444 w 1700444"/>
                <a:gd name="connsiteY2" fmla="*/ 1861185 h 1992061"/>
                <a:gd name="connsiteX3" fmla="*/ 746760 w 1700444"/>
                <a:gd name="connsiteY3" fmla="*/ 1842135 h 1992061"/>
                <a:gd name="connsiteX4" fmla="*/ 0 w 1700444"/>
                <a:gd name="connsiteY4" fmla="*/ 0 h 1992061"/>
                <a:gd name="connsiteX0" fmla="*/ 0 w 1700444"/>
                <a:gd name="connsiteY0" fmla="*/ 0 h 1992061"/>
                <a:gd name="connsiteX1" fmla="*/ 1700444 w 1700444"/>
                <a:gd name="connsiteY1" fmla="*/ 403860 h 1992061"/>
                <a:gd name="connsiteX2" fmla="*/ 1700444 w 1700444"/>
                <a:gd name="connsiteY2" fmla="*/ 1861185 h 1992061"/>
                <a:gd name="connsiteX3" fmla="*/ 746760 w 1700444"/>
                <a:gd name="connsiteY3" fmla="*/ 1842135 h 1992061"/>
                <a:gd name="connsiteX4" fmla="*/ 0 w 1700444"/>
                <a:gd name="connsiteY4" fmla="*/ 0 h 1992061"/>
                <a:gd name="connsiteX0" fmla="*/ 0 w 1852844"/>
                <a:gd name="connsiteY0" fmla="*/ 0 h 2014921"/>
                <a:gd name="connsiteX1" fmla="*/ 1852844 w 1852844"/>
                <a:gd name="connsiteY1" fmla="*/ 426720 h 2014921"/>
                <a:gd name="connsiteX2" fmla="*/ 1852844 w 1852844"/>
                <a:gd name="connsiteY2" fmla="*/ 1884045 h 2014921"/>
                <a:gd name="connsiteX3" fmla="*/ 899160 w 1852844"/>
                <a:gd name="connsiteY3" fmla="*/ 1864995 h 2014921"/>
                <a:gd name="connsiteX4" fmla="*/ 0 w 1852844"/>
                <a:gd name="connsiteY4" fmla="*/ 0 h 2014921"/>
                <a:gd name="connsiteX0" fmla="*/ 0 w 1852844"/>
                <a:gd name="connsiteY0" fmla="*/ 0 h 2014921"/>
                <a:gd name="connsiteX1" fmla="*/ 1852844 w 1852844"/>
                <a:gd name="connsiteY1" fmla="*/ 426720 h 2014921"/>
                <a:gd name="connsiteX2" fmla="*/ 1852844 w 1852844"/>
                <a:gd name="connsiteY2" fmla="*/ 1884045 h 2014921"/>
                <a:gd name="connsiteX3" fmla="*/ 899160 w 1852844"/>
                <a:gd name="connsiteY3" fmla="*/ 1864995 h 2014921"/>
                <a:gd name="connsiteX4" fmla="*/ 0 w 1852844"/>
                <a:gd name="connsiteY4" fmla="*/ 0 h 2014921"/>
                <a:gd name="connsiteX0" fmla="*/ 0 w 1982384"/>
                <a:gd name="connsiteY0" fmla="*/ 0 h 2014921"/>
                <a:gd name="connsiteX1" fmla="*/ 1982384 w 1982384"/>
                <a:gd name="connsiteY1" fmla="*/ 182880 h 2014921"/>
                <a:gd name="connsiteX2" fmla="*/ 1852844 w 1982384"/>
                <a:gd name="connsiteY2" fmla="*/ 1884045 h 2014921"/>
                <a:gd name="connsiteX3" fmla="*/ 899160 w 1982384"/>
                <a:gd name="connsiteY3" fmla="*/ 1864995 h 2014921"/>
                <a:gd name="connsiteX4" fmla="*/ 0 w 1982384"/>
                <a:gd name="connsiteY4" fmla="*/ 0 h 2014921"/>
                <a:gd name="connsiteX0" fmla="*/ 0 w 1982384"/>
                <a:gd name="connsiteY0" fmla="*/ 0 h 2014921"/>
                <a:gd name="connsiteX1" fmla="*/ 1982384 w 1982384"/>
                <a:gd name="connsiteY1" fmla="*/ 182880 h 2014921"/>
                <a:gd name="connsiteX2" fmla="*/ 1852844 w 1982384"/>
                <a:gd name="connsiteY2" fmla="*/ 1884045 h 2014921"/>
                <a:gd name="connsiteX3" fmla="*/ 899160 w 1982384"/>
                <a:gd name="connsiteY3" fmla="*/ 1864995 h 2014921"/>
                <a:gd name="connsiteX4" fmla="*/ 0 w 1982384"/>
                <a:gd name="connsiteY4" fmla="*/ 0 h 2014921"/>
                <a:gd name="connsiteX0" fmla="*/ 0 w 1982384"/>
                <a:gd name="connsiteY0" fmla="*/ 382744 h 2397665"/>
                <a:gd name="connsiteX1" fmla="*/ 368849 w 1982384"/>
                <a:gd name="connsiteY1" fmla="*/ 1744 h 2397665"/>
                <a:gd name="connsiteX2" fmla="*/ 1982384 w 1982384"/>
                <a:gd name="connsiteY2" fmla="*/ 565624 h 2397665"/>
                <a:gd name="connsiteX3" fmla="*/ 1852844 w 1982384"/>
                <a:gd name="connsiteY3" fmla="*/ 2266789 h 2397665"/>
                <a:gd name="connsiteX4" fmla="*/ 899160 w 1982384"/>
                <a:gd name="connsiteY4" fmla="*/ 2247739 h 2397665"/>
                <a:gd name="connsiteX5" fmla="*/ 0 w 1982384"/>
                <a:gd name="connsiteY5" fmla="*/ 382744 h 2397665"/>
                <a:gd name="connsiteX0" fmla="*/ 0 w 1982384"/>
                <a:gd name="connsiteY0" fmla="*/ 382744 h 2397665"/>
                <a:gd name="connsiteX1" fmla="*/ 368849 w 1982384"/>
                <a:gd name="connsiteY1" fmla="*/ 1744 h 2397665"/>
                <a:gd name="connsiteX2" fmla="*/ 940349 w 1982384"/>
                <a:gd name="connsiteY2" fmla="*/ 740884 h 2397665"/>
                <a:gd name="connsiteX3" fmla="*/ 1982384 w 1982384"/>
                <a:gd name="connsiteY3" fmla="*/ 565624 h 2397665"/>
                <a:gd name="connsiteX4" fmla="*/ 1852844 w 1982384"/>
                <a:gd name="connsiteY4" fmla="*/ 2266789 h 2397665"/>
                <a:gd name="connsiteX5" fmla="*/ 899160 w 1982384"/>
                <a:gd name="connsiteY5" fmla="*/ 2247739 h 2397665"/>
                <a:gd name="connsiteX6" fmla="*/ 0 w 1982384"/>
                <a:gd name="connsiteY6" fmla="*/ 382744 h 2397665"/>
                <a:gd name="connsiteX0" fmla="*/ 0 w 1982384"/>
                <a:gd name="connsiteY0" fmla="*/ 655320 h 2670241"/>
                <a:gd name="connsiteX1" fmla="*/ 368849 w 1982384"/>
                <a:gd name="connsiteY1" fmla="*/ 274320 h 2670241"/>
                <a:gd name="connsiteX2" fmla="*/ 940349 w 1982384"/>
                <a:gd name="connsiteY2" fmla="*/ 1013460 h 2670241"/>
                <a:gd name="connsiteX3" fmla="*/ 787949 w 1982384"/>
                <a:gd name="connsiteY3" fmla="*/ 0 h 2670241"/>
                <a:gd name="connsiteX4" fmla="*/ 1982384 w 1982384"/>
                <a:gd name="connsiteY4" fmla="*/ 838200 h 2670241"/>
                <a:gd name="connsiteX5" fmla="*/ 1852844 w 1982384"/>
                <a:gd name="connsiteY5" fmla="*/ 2539365 h 2670241"/>
                <a:gd name="connsiteX6" fmla="*/ 899160 w 1982384"/>
                <a:gd name="connsiteY6" fmla="*/ 2520315 h 2670241"/>
                <a:gd name="connsiteX7" fmla="*/ 0 w 1982384"/>
                <a:gd name="connsiteY7" fmla="*/ 655320 h 2670241"/>
                <a:gd name="connsiteX0" fmla="*/ 0 w 1982384"/>
                <a:gd name="connsiteY0" fmla="*/ 708746 h 2723667"/>
                <a:gd name="connsiteX1" fmla="*/ 368849 w 1982384"/>
                <a:gd name="connsiteY1" fmla="*/ 327746 h 2723667"/>
                <a:gd name="connsiteX2" fmla="*/ 940349 w 1982384"/>
                <a:gd name="connsiteY2" fmla="*/ 1066886 h 2723667"/>
                <a:gd name="connsiteX3" fmla="*/ 787949 w 1982384"/>
                <a:gd name="connsiteY3" fmla="*/ 53426 h 2723667"/>
                <a:gd name="connsiteX4" fmla="*/ 1222289 w 1982384"/>
                <a:gd name="connsiteY4" fmla="*/ 30566 h 2723667"/>
                <a:gd name="connsiteX5" fmla="*/ 1982384 w 1982384"/>
                <a:gd name="connsiteY5" fmla="*/ 891626 h 2723667"/>
                <a:gd name="connsiteX6" fmla="*/ 1852844 w 1982384"/>
                <a:gd name="connsiteY6" fmla="*/ 2592791 h 2723667"/>
                <a:gd name="connsiteX7" fmla="*/ 899160 w 1982384"/>
                <a:gd name="connsiteY7" fmla="*/ 2573741 h 2723667"/>
                <a:gd name="connsiteX8" fmla="*/ 0 w 1982384"/>
                <a:gd name="connsiteY8" fmla="*/ 708746 h 2723667"/>
                <a:gd name="connsiteX0" fmla="*/ 0 w 1982384"/>
                <a:gd name="connsiteY0" fmla="*/ 708746 h 2723667"/>
                <a:gd name="connsiteX1" fmla="*/ 368849 w 1982384"/>
                <a:gd name="connsiteY1" fmla="*/ 327746 h 2723667"/>
                <a:gd name="connsiteX2" fmla="*/ 940349 w 1982384"/>
                <a:gd name="connsiteY2" fmla="*/ 1066886 h 2723667"/>
                <a:gd name="connsiteX3" fmla="*/ 787949 w 1982384"/>
                <a:gd name="connsiteY3" fmla="*/ 53426 h 2723667"/>
                <a:gd name="connsiteX4" fmla="*/ 1222289 w 1982384"/>
                <a:gd name="connsiteY4" fmla="*/ 30566 h 2723667"/>
                <a:gd name="connsiteX5" fmla="*/ 1450889 w 1982384"/>
                <a:gd name="connsiteY5" fmla="*/ 1112606 h 2723667"/>
                <a:gd name="connsiteX6" fmla="*/ 1982384 w 1982384"/>
                <a:gd name="connsiteY6" fmla="*/ 891626 h 2723667"/>
                <a:gd name="connsiteX7" fmla="*/ 1852844 w 1982384"/>
                <a:gd name="connsiteY7" fmla="*/ 2592791 h 2723667"/>
                <a:gd name="connsiteX8" fmla="*/ 899160 w 1982384"/>
                <a:gd name="connsiteY8" fmla="*/ 2573741 h 2723667"/>
                <a:gd name="connsiteX9" fmla="*/ 0 w 1982384"/>
                <a:gd name="connsiteY9" fmla="*/ 708746 h 2723667"/>
                <a:gd name="connsiteX0" fmla="*/ 0 w 1982384"/>
                <a:gd name="connsiteY0" fmla="*/ 708746 h 2723667"/>
                <a:gd name="connsiteX1" fmla="*/ 368849 w 1982384"/>
                <a:gd name="connsiteY1" fmla="*/ 327746 h 2723667"/>
                <a:gd name="connsiteX2" fmla="*/ 940349 w 1982384"/>
                <a:gd name="connsiteY2" fmla="*/ 1066886 h 2723667"/>
                <a:gd name="connsiteX3" fmla="*/ 787949 w 1982384"/>
                <a:gd name="connsiteY3" fmla="*/ 53426 h 2723667"/>
                <a:gd name="connsiteX4" fmla="*/ 1222289 w 1982384"/>
                <a:gd name="connsiteY4" fmla="*/ 30566 h 2723667"/>
                <a:gd name="connsiteX5" fmla="*/ 1450889 w 1982384"/>
                <a:gd name="connsiteY5" fmla="*/ 1112606 h 2723667"/>
                <a:gd name="connsiteX6" fmla="*/ 1786169 w 1982384"/>
                <a:gd name="connsiteY6" fmla="*/ 182966 h 2723667"/>
                <a:gd name="connsiteX7" fmla="*/ 1982384 w 1982384"/>
                <a:gd name="connsiteY7" fmla="*/ 891626 h 2723667"/>
                <a:gd name="connsiteX8" fmla="*/ 1852844 w 1982384"/>
                <a:gd name="connsiteY8" fmla="*/ 2592791 h 2723667"/>
                <a:gd name="connsiteX9" fmla="*/ 899160 w 1982384"/>
                <a:gd name="connsiteY9" fmla="*/ 2573741 h 2723667"/>
                <a:gd name="connsiteX10" fmla="*/ 0 w 1982384"/>
                <a:gd name="connsiteY10" fmla="*/ 708746 h 2723667"/>
                <a:gd name="connsiteX0" fmla="*/ 0 w 2180504"/>
                <a:gd name="connsiteY0" fmla="*/ 708746 h 2723667"/>
                <a:gd name="connsiteX1" fmla="*/ 368849 w 2180504"/>
                <a:gd name="connsiteY1" fmla="*/ 327746 h 2723667"/>
                <a:gd name="connsiteX2" fmla="*/ 940349 w 2180504"/>
                <a:gd name="connsiteY2" fmla="*/ 1066886 h 2723667"/>
                <a:gd name="connsiteX3" fmla="*/ 787949 w 2180504"/>
                <a:gd name="connsiteY3" fmla="*/ 53426 h 2723667"/>
                <a:gd name="connsiteX4" fmla="*/ 1222289 w 2180504"/>
                <a:gd name="connsiteY4" fmla="*/ 30566 h 2723667"/>
                <a:gd name="connsiteX5" fmla="*/ 1450889 w 2180504"/>
                <a:gd name="connsiteY5" fmla="*/ 1112606 h 2723667"/>
                <a:gd name="connsiteX6" fmla="*/ 1786169 w 2180504"/>
                <a:gd name="connsiteY6" fmla="*/ 182966 h 2723667"/>
                <a:gd name="connsiteX7" fmla="*/ 2180504 w 2180504"/>
                <a:gd name="connsiteY7" fmla="*/ 282026 h 2723667"/>
                <a:gd name="connsiteX8" fmla="*/ 1852844 w 2180504"/>
                <a:gd name="connsiteY8" fmla="*/ 2592791 h 2723667"/>
                <a:gd name="connsiteX9" fmla="*/ 899160 w 2180504"/>
                <a:gd name="connsiteY9" fmla="*/ 2573741 h 2723667"/>
                <a:gd name="connsiteX10" fmla="*/ 0 w 2180504"/>
                <a:gd name="connsiteY10" fmla="*/ 708746 h 2723667"/>
                <a:gd name="connsiteX0" fmla="*/ 0 w 2180504"/>
                <a:gd name="connsiteY0" fmla="*/ 708746 h 2723667"/>
                <a:gd name="connsiteX1" fmla="*/ 368849 w 2180504"/>
                <a:gd name="connsiteY1" fmla="*/ 327746 h 2723667"/>
                <a:gd name="connsiteX2" fmla="*/ 940349 w 2180504"/>
                <a:gd name="connsiteY2" fmla="*/ 1066886 h 2723667"/>
                <a:gd name="connsiteX3" fmla="*/ 787949 w 2180504"/>
                <a:gd name="connsiteY3" fmla="*/ 53426 h 2723667"/>
                <a:gd name="connsiteX4" fmla="*/ 1222289 w 2180504"/>
                <a:gd name="connsiteY4" fmla="*/ 30566 h 2723667"/>
                <a:gd name="connsiteX5" fmla="*/ 1450889 w 2180504"/>
                <a:gd name="connsiteY5" fmla="*/ 1112606 h 2723667"/>
                <a:gd name="connsiteX6" fmla="*/ 1786169 w 2180504"/>
                <a:gd name="connsiteY6" fmla="*/ 182966 h 2723667"/>
                <a:gd name="connsiteX7" fmla="*/ 2180504 w 2180504"/>
                <a:gd name="connsiteY7" fmla="*/ 282026 h 2723667"/>
                <a:gd name="connsiteX8" fmla="*/ 1852844 w 2180504"/>
                <a:gd name="connsiteY8" fmla="*/ 2592791 h 2723667"/>
                <a:gd name="connsiteX9" fmla="*/ 899160 w 2180504"/>
                <a:gd name="connsiteY9" fmla="*/ 2573741 h 2723667"/>
                <a:gd name="connsiteX10" fmla="*/ 0 w 2180504"/>
                <a:gd name="connsiteY10" fmla="*/ 708746 h 2723667"/>
                <a:gd name="connsiteX0" fmla="*/ 0 w 2180504"/>
                <a:gd name="connsiteY0" fmla="*/ 708746 h 2723667"/>
                <a:gd name="connsiteX1" fmla="*/ 368849 w 2180504"/>
                <a:gd name="connsiteY1" fmla="*/ 327746 h 2723667"/>
                <a:gd name="connsiteX2" fmla="*/ 940349 w 2180504"/>
                <a:gd name="connsiteY2" fmla="*/ 1066886 h 2723667"/>
                <a:gd name="connsiteX3" fmla="*/ 787949 w 2180504"/>
                <a:gd name="connsiteY3" fmla="*/ 53426 h 2723667"/>
                <a:gd name="connsiteX4" fmla="*/ 1222289 w 2180504"/>
                <a:gd name="connsiteY4" fmla="*/ 30566 h 2723667"/>
                <a:gd name="connsiteX5" fmla="*/ 1450889 w 2180504"/>
                <a:gd name="connsiteY5" fmla="*/ 1112606 h 2723667"/>
                <a:gd name="connsiteX6" fmla="*/ 1786169 w 2180504"/>
                <a:gd name="connsiteY6" fmla="*/ 182966 h 2723667"/>
                <a:gd name="connsiteX7" fmla="*/ 2180504 w 2180504"/>
                <a:gd name="connsiteY7" fmla="*/ 282026 h 2723667"/>
                <a:gd name="connsiteX8" fmla="*/ 1852844 w 2180504"/>
                <a:gd name="connsiteY8" fmla="*/ 2592791 h 2723667"/>
                <a:gd name="connsiteX9" fmla="*/ 899160 w 2180504"/>
                <a:gd name="connsiteY9" fmla="*/ 2573741 h 2723667"/>
                <a:gd name="connsiteX10" fmla="*/ 0 w 2180504"/>
                <a:gd name="connsiteY10" fmla="*/ 708746 h 2723667"/>
                <a:gd name="connsiteX0" fmla="*/ 0 w 2180504"/>
                <a:gd name="connsiteY0" fmla="*/ 708746 h 2723667"/>
                <a:gd name="connsiteX1" fmla="*/ 368849 w 2180504"/>
                <a:gd name="connsiteY1" fmla="*/ 327746 h 2723667"/>
                <a:gd name="connsiteX2" fmla="*/ 940349 w 2180504"/>
                <a:gd name="connsiteY2" fmla="*/ 1066886 h 2723667"/>
                <a:gd name="connsiteX3" fmla="*/ 787949 w 2180504"/>
                <a:gd name="connsiteY3" fmla="*/ 53426 h 2723667"/>
                <a:gd name="connsiteX4" fmla="*/ 1222289 w 2180504"/>
                <a:gd name="connsiteY4" fmla="*/ 30566 h 2723667"/>
                <a:gd name="connsiteX5" fmla="*/ 1450889 w 2180504"/>
                <a:gd name="connsiteY5" fmla="*/ 1112606 h 2723667"/>
                <a:gd name="connsiteX6" fmla="*/ 1786169 w 2180504"/>
                <a:gd name="connsiteY6" fmla="*/ 182966 h 2723667"/>
                <a:gd name="connsiteX7" fmla="*/ 2180504 w 2180504"/>
                <a:gd name="connsiteY7" fmla="*/ 282026 h 2723667"/>
                <a:gd name="connsiteX8" fmla="*/ 1852844 w 2180504"/>
                <a:gd name="connsiteY8" fmla="*/ 2592791 h 2723667"/>
                <a:gd name="connsiteX9" fmla="*/ 899160 w 2180504"/>
                <a:gd name="connsiteY9" fmla="*/ 2573741 h 2723667"/>
                <a:gd name="connsiteX10" fmla="*/ 0 w 2180504"/>
                <a:gd name="connsiteY10" fmla="*/ 708746 h 2723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80504" h="2723667">
                  <a:moveTo>
                    <a:pt x="0" y="708746"/>
                  </a:moveTo>
                  <a:cubicBezTo>
                    <a:pt x="343930" y="741766"/>
                    <a:pt x="24919" y="294726"/>
                    <a:pt x="368849" y="327746"/>
                  </a:cubicBezTo>
                  <a:cubicBezTo>
                    <a:pt x="437429" y="350606"/>
                    <a:pt x="871769" y="1044026"/>
                    <a:pt x="940349" y="1066886"/>
                  </a:cubicBezTo>
                  <a:cubicBezTo>
                    <a:pt x="998769" y="1054186"/>
                    <a:pt x="729529" y="66126"/>
                    <a:pt x="787949" y="53426"/>
                  </a:cubicBezTo>
                  <a:cubicBezTo>
                    <a:pt x="955589" y="167726"/>
                    <a:pt x="1054649" y="-83734"/>
                    <a:pt x="1222289" y="30566"/>
                  </a:cubicBezTo>
                  <a:cubicBezTo>
                    <a:pt x="1275629" y="94066"/>
                    <a:pt x="1397549" y="1049106"/>
                    <a:pt x="1450889" y="1112606"/>
                  </a:cubicBezTo>
                  <a:cubicBezTo>
                    <a:pt x="1549949" y="1071966"/>
                    <a:pt x="1687109" y="223606"/>
                    <a:pt x="1786169" y="182966"/>
                  </a:cubicBezTo>
                  <a:cubicBezTo>
                    <a:pt x="1917614" y="215986"/>
                    <a:pt x="2003339" y="149946"/>
                    <a:pt x="2180504" y="282026"/>
                  </a:cubicBezTo>
                  <a:cubicBezTo>
                    <a:pt x="1817284" y="1268181"/>
                    <a:pt x="1896024" y="2025736"/>
                    <a:pt x="1852844" y="2592791"/>
                  </a:cubicBezTo>
                  <a:cubicBezTo>
                    <a:pt x="1611149" y="2726141"/>
                    <a:pt x="1074180" y="2811866"/>
                    <a:pt x="899160" y="2573741"/>
                  </a:cubicBezTo>
                  <a:cubicBezTo>
                    <a:pt x="772160" y="2058756"/>
                    <a:pt x="1170940" y="1642831"/>
                    <a:pt x="0" y="708746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2">
              <a:extLst>
                <a:ext uri="{FF2B5EF4-FFF2-40B4-BE49-F238E27FC236}">
                  <a16:creationId xmlns:a16="http://schemas.microsoft.com/office/drawing/2014/main" id="{EF70C911-071C-EADE-3EC6-79D8B96812B3}"/>
                </a:ext>
              </a:extLst>
            </p:cNvPr>
            <p:cNvSpPr/>
            <p:nvPr/>
          </p:nvSpPr>
          <p:spPr>
            <a:xfrm rot="2375296">
              <a:off x="2715263" y="2678477"/>
              <a:ext cx="2217407" cy="2276210"/>
            </a:xfrm>
            <a:custGeom>
              <a:avLst/>
              <a:gdLst>
                <a:gd name="connsiteX0" fmla="*/ 0 w 1001485"/>
                <a:gd name="connsiteY0" fmla="*/ 0 h 638629"/>
                <a:gd name="connsiteX1" fmla="*/ 1001485 w 1001485"/>
                <a:gd name="connsiteY1" fmla="*/ 0 h 638629"/>
                <a:gd name="connsiteX2" fmla="*/ 1001485 w 1001485"/>
                <a:gd name="connsiteY2" fmla="*/ 638629 h 638629"/>
                <a:gd name="connsiteX3" fmla="*/ 0 w 1001485"/>
                <a:gd name="connsiteY3" fmla="*/ 638629 h 638629"/>
                <a:gd name="connsiteX4" fmla="*/ 0 w 1001485"/>
                <a:gd name="connsiteY4" fmla="*/ 0 h 638629"/>
                <a:gd name="connsiteX0" fmla="*/ 246743 w 1248228"/>
                <a:gd name="connsiteY0" fmla="*/ 0 h 914401"/>
                <a:gd name="connsiteX1" fmla="*/ 1248228 w 1248228"/>
                <a:gd name="connsiteY1" fmla="*/ 0 h 914401"/>
                <a:gd name="connsiteX2" fmla="*/ 1248228 w 1248228"/>
                <a:gd name="connsiteY2" fmla="*/ 638629 h 914401"/>
                <a:gd name="connsiteX3" fmla="*/ 0 w 1248228"/>
                <a:gd name="connsiteY3" fmla="*/ 914401 h 914401"/>
                <a:gd name="connsiteX4" fmla="*/ 246743 w 1248228"/>
                <a:gd name="connsiteY4" fmla="*/ 0 h 914401"/>
                <a:gd name="connsiteX0" fmla="*/ 457977 w 1459462"/>
                <a:gd name="connsiteY0" fmla="*/ 43543 h 957944"/>
                <a:gd name="connsiteX1" fmla="*/ 1459462 w 1459462"/>
                <a:gd name="connsiteY1" fmla="*/ 43543 h 957944"/>
                <a:gd name="connsiteX2" fmla="*/ 1459462 w 1459462"/>
                <a:gd name="connsiteY2" fmla="*/ 682172 h 957944"/>
                <a:gd name="connsiteX3" fmla="*/ 211234 w 1459462"/>
                <a:gd name="connsiteY3" fmla="*/ 957944 h 957944"/>
                <a:gd name="connsiteX4" fmla="*/ 8034 w 1459462"/>
                <a:gd name="connsiteY4" fmla="*/ 0 h 957944"/>
                <a:gd name="connsiteX5" fmla="*/ 457977 w 1459462"/>
                <a:gd name="connsiteY5" fmla="*/ 43543 h 957944"/>
                <a:gd name="connsiteX0" fmla="*/ 516034 w 1459462"/>
                <a:gd name="connsiteY0" fmla="*/ 0 h 1915887"/>
                <a:gd name="connsiteX1" fmla="*/ 1459462 w 1459462"/>
                <a:gd name="connsiteY1" fmla="*/ 1001486 h 1915887"/>
                <a:gd name="connsiteX2" fmla="*/ 1459462 w 1459462"/>
                <a:gd name="connsiteY2" fmla="*/ 1640115 h 1915887"/>
                <a:gd name="connsiteX3" fmla="*/ 211234 w 1459462"/>
                <a:gd name="connsiteY3" fmla="*/ 1915887 h 1915887"/>
                <a:gd name="connsiteX4" fmla="*/ 8034 w 1459462"/>
                <a:gd name="connsiteY4" fmla="*/ 957943 h 1915887"/>
                <a:gd name="connsiteX5" fmla="*/ 516034 w 1459462"/>
                <a:gd name="connsiteY5" fmla="*/ 0 h 1915887"/>
                <a:gd name="connsiteX0" fmla="*/ 516034 w 1488491"/>
                <a:gd name="connsiteY0" fmla="*/ 153248 h 2069135"/>
                <a:gd name="connsiteX1" fmla="*/ 1488491 w 1488491"/>
                <a:gd name="connsiteY1" fmla="*/ 37135 h 2069135"/>
                <a:gd name="connsiteX2" fmla="*/ 1459462 w 1488491"/>
                <a:gd name="connsiteY2" fmla="*/ 1154734 h 2069135"/>
                <a:gd name="connsiteX3" fmla="*/ 1459462 w 1488491"/>
                <a:gd name="connsiteY3" fmla="*/ 1793363 h 2069135"/>
                <a:gd name="connsiteX4" fmla="*/ 211234 w 1488491"/>
                <a:gd name="connsiteY4" fmla="*/ 2069135 h 2069135"/>
                <a:gd name="connsiteX5" fmla="*/ 8034 w 1488491"/>
                <a:gd name="connsiteY5" fmla="*/ 1111191 h 2069135"/>
                <a:gd name="connsiteX6" fmla="*/ 516034 w 1488491"/>
                <a:gd name="connsiteY6" fmla="*/ 153248 h 2069135"/>
                <a:gd name="connsiteX0" fmla="*/ 516034 w 2069062"/>
                <a:gd name="connsiteY0" fmla="*/ 153248 h 2069135"/>
                <a:gd name="connsiteX1" fmla="*/ 1488491 w 2069062"/>
                <a:gd name="connsiteY1" fmla="*/ 37135 h 2069135"/>
                <a:gd name="connsiteX2" fmla="*/ 2069062 w 2069062"/>
                <a:gd name="connsiteY2" fmla="*/ 603191 h 2069135"/>
                <a:gd name="connsiteX3" fmla="*/ 1459462 w 2069062"/>
                <a:gd name="connsiteY3" fmla="*/ 1793363 h 2069135"/>
                <a:gd name="connsiteX4" fmla="*/ 211234 w 2069062"/>
                <a:gd name="connsiteY4" fmla="*/ 2069135 h 2069135"/>
                <a:gd name="connsiteX5" fmla="*/ 8034 w 2069062"/>
                <a:gd name="connsiteY5" fmla="*/ 1111191 h 2069135"/>
                <a:gd name="connsiteX6" fmla="*/ 516034 w 2069062"/>
                <a:gd name="connsiteY6" fmla="*/ 153248 h 2069135"/>
                <a:gd name="connsiteX0" fmla="*/ 516034 w 2195583"/>
                <a:gd name="connsiteY0" fmla="*/ 153248 h 2069135"/>
                <a:gd name="connsiteX1" fmla="*/ 1488491 w 2195583"/>
                <a:gd name="connsiteY1" fmla="*/ 37135 h 2069135"/>
                <a:gd name="connsiteX2" fmla="*/ 2069062 w 2195583"/>
                <a:gd name="connsiteY2" fmla="*/ 603191 h 2069135"/>
                <a:gd name="connsiteX3" fmla="*/ 2170661 w 2195583"/>
                <a:gd name="connsiteY3" fmla="*/ 1415992 h 2069135"/>
                <a:gd name="connsiteX4" fmla="*/ 1459462 w 2195583"/>
                <a:gd name="connsiteY4" fmla="*/ 1793363 h 2069135"/>
                <a:gd name="connsiteX5" fmla="*/ 211234 w 2195583"/>
                <a:gd name="connsiteY5" fmla="*/ 2069135 h 2069135"/>
                <a:gd name="connsiteX6" fmla="*/ 8034 w 2195583"/>
                <a:gd name="connsiteY6" fmla="*/ 1111191 h 2069135"/>
                <a:gd name="connsiteX7" fmla="*/ 516034 w 2195583"/>
                <a:gd name="connsiteY7" fmla="*/ 153248 h 2069135"/>
                <a:gd name="connsiteX0" fmla="*/ 516034 w 2195583"/>
                <a:gd name="connsiteY0" fmla="*/ 153248 h 2359420"/>
                <a:gd name="connsiteX1" fmla="*/ 1488491 w 2195583"/>
                <a:gd name="connsiteY1" fmla="*/ 37135 h 2359420"/>
                <a:gd name="connsiteX2" fmla="*/ 2069062 w 2195583"/>
                <a:gd name="connsiteY2" fmla="*/ 603191 h 2359420"/>
                <a:gd name="connsiteX3" fmla="*/ 2170661 w 2195583"/>
                <a:gd name="connsiteY3" fmla="*/ 1415992 h 2359420"/>
                <a:gd name="connsiteX4" fmla="*/ 1227233 w 2195583"/>
                <a:gd name="connsiteY4" fmla="*/ 2359420 h 2359420"/>
                <a:gd name="connsiteX5" fmla="*/ 211234 w 2195583"/>
                <a:gd name="connsiteY5" fmla="*/ 2069135 h 2359420"/>
                <a:gd name="connsiteX6" fmla="*/ 8034 w 2195583"/>
                <a:gd name="connsiteY6" fmla="*/ 1111191 h 2359420"/>
                <a:gd name="connsiteX7" fmla="*/ 516034 w 2195583"/>
                <a:gd name="connsiteY7" fmla="*/ 153248 h 2359420"/>
                <a:gd name="connsiteX0" fmla="*/ 801193 w 2480742"/>
                <a:gd name="connsiteY0" fmla="*/ 153248 h 2359420"/>
                <a:gd name="connsiteX1" fmla="*/ 1773650 w 2480742"/>
                <a:gd name="connsiteY1" fmla="*/ 37135 h 2359420"/>
                <a:gd name="connsiteX2" fmla="*/ 2354221 w 2480742"/>
                <a:gd name="connsiteY2" fmla="*/ 603191 h 2359420"/>
                <a:gd name="connsiteX3" fmla="*/ 2455820 w 2480742"/>
                <a:gd name="connsiteY3" fmla="*/ 1415992 h 2359420"/>
                <a:gd name="connsiteX4" fmla="*/ 1512392 w 2480742"/>
                <a:gd name="connsiteY4" fmla="*/ 2359420 h 2359420"/>
                <a:gd name="connsiteX5" fmla="*/ 496393 w 2480742"/>
                <a:gd name="connsiteY5" fmla="*/ 2069135 h 2359420"/>
                <a:gd name="connsiteX6" fmla="*/ 293193 w 2480742"/>
                <a:gd name="connsiteY6" fmla="*/ 1111191 h 2359420"/>
                <a:gd name="connsiteX7" fmla="*/ 801193 w 2480742"/>
                <a:gd name="connsiteY7" fmla="*/ 153248 h 2359420"/>
                <a:gd name="connsiteX0" fmla="*/ 751841 w 2431390"/>
                <a:gd name="connsiteY0" fmla="*/ 153248 h 2359420"/>
                <a:gd name="connsiteX1" fmla="*/ 1724298 w 2431390"/>
                <a:gd name="connsiteY1" fmla="*/ 37135 h 2359420"/>
                <a:gd name="connsiteX2" fmla="*/ 2304869 w 2431390"/>
                <a:gd name="connsiteY2" fmla="*/ 603191 h 2359420"/>
                <a:gd name="connsiteX3" fmla="*/ 2406468 w 2431390"/>
                <a:gd name="connsiteY3" fmla="*/ 1415992 h 2359420"/>
                <a:gd name="connsiteX4" fmla="*/ 1463040 w 2431390"/>
                <a:gd name="connsiteY4" fmla="*/ 2359420 h 2359420"/>
                <a:gd name="connsiteX5" fmla="*/ 447041 w 2431390"/>
                <a:gd name="connsiteY5" fmla="*/ 2069135 h 2359420"/>
                <a:gd name="connsiteX6" fmla="*/ 243841 w 2431390"/>
                <a:gd name="connsiteY6" fmla="*/ 1111191 h 2359420"/>
                <a:gd name="connsiteX7" fmla="*/ 751841 w 2431390"/>
                <a:gd name="connsiteY7" fmla="*/ 153248 h 2359420"/>
                <a:gd name="connsiteX0" fmla="*/ 751841 w 2431390"/>
                <a:gd name="connsiteY0" fmla="*/ 153248 h 2359420"/>
                <a:gd name="connsiteX1" fmla="*/ 1724298 w 2431390"/>
                <a:gd name="connsiteY1" fmla="*/ 37135 h 2359420"/>
                <a:gd name="connsiteX2" fmla="*/ 2304869 w 2431390"/>
                <a:gd name="connsiteY2" fmla="*/ 603191 h 2359420"/>
                <a:gd name="connsiteX3" fmla="*/ 2406468 w 2431390"/>
                <a:gd name="connsiteY3" fmla="*/ 1415992 h 2359420"/>
                <a:gd name="connsiteX4" fmla="*/ 1463040 w 2431390"/>
                <a:gd name="connsiteY4" fmla="*/ 2359420 h 2359420"/>
                <a:gd name="connsiteX5" fmla="*/ 447041 w 2431390"/>
                <a:gd name="connsiteY5" fmla="*/ 2069135 h 2359420"/>
                <a:gd name="connsiteX6" fmla="*/ 243841 w 2431390"/>
                <a:gd name="connsiteY6" fmla="*/ 1111191 h 2359420"/>
                <a:gd name="connsiteX7" fmla="*/ 751841 w 2431390"/>
                <a:gd name="connsiteY7" fmla="*/ 153248 h 2359420"/>
                <a:gd name="connsiteX0" fmla="*/ 751841 w 2431390"/>
                <a:gd name="connsiteY0" fmla="*/ 335920 h 2542092"/>
                <a:gd name="connsiteX1" fmla="*/ 1724298 w 2431390"/>
                <a:gd name="connsiteY1" fmla="*/ 219807 h 2542092"/>
                <a:gd name="connsiteX2" fmla="*/ 2304869 w 2431390"/>
                <a:gd name="connsiteY2" fmla="*/ 785863 h 2542092"/>
                <a:gd name="connsiteX3" fmla="*/ 2406468 w 2431390"/>
                <a:gd name="connsiteY3" fmla="*/ 1598664 h 2542092"/>
                <a:gd name="connsiteX4" fmla="*/ 1463040 w 2431390"/>
                <a:gd name="connsiteY4" fmla="*/ 2542092 h 2542092"/>
                <a:gd name="connsiteX5" fmla="*/ 447041 w 2431390"/>
                <a:gd name="connsiteY5" fmla="*/ 2251807 h 2542092"/>
                <a:gd name="connsiteX6" fmla="*/ 243841 w 2431390"/>
                <a:gd name="connsiteY6" fmla="*/ 1293863 h 2542092"/>
                <a:gd name="connsiteX7" fmla="*/ 751841 w 2431390"/>
                <a:gd name="connsiteY7" fmla="*/ 335920 h 2542092"/>
                <a:gd name="connsiteX0" fmla="*/ 751841 w 2431390"/>
                <a:gd name="connsiteY0" fmla="*/ 335920 h 2542092"/>
                <a:gd name="connsiteX1" fmla="*/ 1724298 w 2431390"/>
                <a:gd name="connsiteY1" fmla="*/ 219807 h 2542092"/>
                <a:gd name="connsiteX2" fmla="*/ 2304869 w 2431390"/>
                <a:gd name="connsiteY2" fmla="*/ 785863 h 2542092"/>
                <a:gd name="connsiteX3" fmla="*/ 2406468 w 2431390"/>
                <a:gd name="connsiteY3" fmla="*/ 1598664 h 2542092"/>
                <a:gd name="connsiteX4" fmla="*/ 1463040 w 2431390"/>
                <a:gd name="connsiteY4" fmla="*/ 2542092 h 2542092"/>
                <a:gd name="connsiteX5" fmla="*/ 447041 w 2431390"/>
                <a:gd name="connsiteY5" fmla="*/ 2251807 h 2542092"/>
                <a:gd name="connsiteX6" fmla="*/ 243841 w 2431390"/>
                <a:gd name="connsiteY6" fmla="*/ 1293863 h 2542092"/>
                <a:gd name="connsiteX7" fmla="*/ 751841 w 2431390"/>
                <a:gd name="connsiteY7" fmla="*/ 335920 h 2542092"/>
                <a:gd name="connsiteX0" fmla="*/ 751841 w 2431390"/>
                <a:gd name="connsiteY0" fmla="*/ 335920 h 2542092"/>
                <a:gd name="connsiteX1" fmla="*/ 1724298 w 2431390"/>
                <a:gd name="connsiteY1" fmla="*/ 219807 h 2542092"/>
                <a:gd name="connsiteX2" fmla="*/ 2304869 w 2431390"/>
                <a:gd name="connsiteY2" fmla="*/ 785863 h 2542092"/>
                <a:gd name="connsiteX3" fmla="*/ 2406468 w 2431390"/>
                <a:gd name="connsiteY3" fmla="*/ 1598664 h 2542092"/>
                <a:gd name="connsiteX4" fmla="*/ 1463040 w 2431390"/>
                <a:gd name="connsiteY4" fmla="*/ 2542092 h 2542092"/>
                <a:gd name="connsiteX5" fmla="*/ 447041 w 2431390"/>
                <a:gd name="connsiteY5" fmla="*/ 2251807 h 2542092"/>
                <a:gd name="connsiteX6" fmla="*/ 243841 w 2431390"/>
                <a:gd name="connsiteY6" fmla="*/ 1293863 h 2542092"/>
                <a:gd name="connsiteX7" fmla="*/ 751841 w 2431390"/>
                <a:gd name="connsiteY7" fmla="*/ 335920 h 2542092"/>
                <a:gd name="connsiteX0" fmla="*/ 751841 w 2643407"/>
                <a:gd name="connsiteY0" fmla="*/ 335920 h 2542092"/>
                <a:gd name="connsiteX1" fmla="*/ 1724298 w 2643407"/>
                <a:gd name="connsiteY1" fmla="*/ 219807 h 2542092"/>
                <a:gd name="connsiteX2" fmla="*/ 2304869 w 2643407"/>
                <a:gd name="connsiteY2" fmla="*/ 785863 h 2542092"/>
                <a:gd name="connsiteX3" fmla="*/ 2406468 w 2643407"/>
                <a:gd name="connsiteY3" fmla="*/ 1598664 h 2542092"/>
                <a:gd name="connsiteX4" fmla="*/ 1463040 w 2643407"/>
                <a:gd name="connsiteY4" fmla="*/ 2542092 h 2542092"/>
                <a:gd name="connsiteX5" fmla="*/ 447041 w 2643407"/>
                <a:gd name="connsiteY5" fmla="*/ 2251807 h 2542092"/>
                <a:gd name="connsiteX6" fmla="*/ 243841 w 2643407"/>
                <a:gd name="connsiteY6" fmla="*/ 1293863 h 2542092"/>
                <a:gd name="connsiteX7" fmla="*/ 751841 w 2643407"/>
                <a:gd name="connsiteY7" fmla="*/ 335920 h 2542092"/>
                <a:gd name="connsiteX0" fmla="*/ 751841 w 2643407"/>
                <a:gd name="connsiteY0" fmla="*/ 335920 h 2545648"/>
                <a:gd name="connsiteX1" fmla="*/ 1724298 w 2643407"/>
                <a:gd name="connsiteY1" fmla="*/ 219807 h 2545648"/>
                <a:gd name="connsiteX2" fmla="*/ 2304869 w 2643407"/>
                <a:gd name="connsiteY2" fmla="*/ 785863 h 2545648"/>
                <a:gd name="connsiteX3" fmla="*/ 2406468 w 2643407"/>
                <a:gd name="connsiteY3" fmla="*/ 1598664 h 2545648"/>
                <a:gd name="connsiteX4" fmla="*/ 1463040 w 2643407"/>
                <a:gd name="connsiteY4" fmla="*/ 2542092 h 2545648"/>
                <a:gd name="connsiteX5" fmla="*/ 447041 w 2643407"/>
                <a:gd name="connsiteY5" fmla="*/ 2251807 h 2545648"/>
                <a:gd name="connsiteX6" fmla="*/ 243841 w 2643407"/>
                <a:gd name="connsiteY6" fmla="*/ 1293863 h 2545648"/>
                <a:gd name="connsiteX7" fmla="*/ 751841 w 2643407"/>
                <a:gd name="connsiteY7" fmla="*/ 335920 h 2545648"/>
                <a:gd name="connsiteX0" fmla="*/ 751841 w 2643407"/>
                <a:gd name="connsiteY0" fmla="*/ 335920 h 2545880"/>
                <a:gd name="connsiteX1" fmla="*/ 1724298 w 2643407"/>
                <a:gd name="connsiteY1" fmla="*/ 219807 h 2545880"/>
                <a:gd name="connsiteX2" fmla="*/ 2304869 w 2643407"/>
                <a:gd name="connsiteY2" fmla="*/ 785863 h 2545880"/>
                <a:gd name="connsiteX3" fmla="*/ 2406468 w 2643407"/>
                <a:gd name="connsiteY3" fmla="*/ 1598664 h 2545880"/>
                <a:gd name="connsiteX4" fmla="*/ 1463040 w 2643407"/>
                <a:gd name="connsiteY4" fmla="*/ 2542092 h 2545880"/>
                <a:gd name="connsiteX5" fmla="*/ 447041 w 2643407"/>
                <a:gd name="connsiteY5" fmla="*/ 2251807 h 2545880"/>
                <a:gd name="connsiteX6" fmla="*/ 243841 w 2643407"/>
                <a:gd name="connsiteY6" fmla="*/ 1293863 h 2545880"/>
                <a:gd name="connsiteX7" fmla="*/ 751841 w 2643407"/>
                <a:gd name="connsiteY7" fmla="*/ 335920 h 2545880"/>
                <a:gd name="connsiteX0" fmla="*/ 751841 w 2643407"/>
                <a:gd name="connsiteY0" fmla="*/ 335920 h 2543048"/>
                <a:gd name="connsiteX1" fmla="*/ 1724298 w 2643407"/>
                <a:gd name="connsiteY1" fmla="*/ 219807 h 2543048"/>
                <a:gd name="connsiteX2" fmla="*/ 2304869 w 2643407"/>
                <a:gd name="connsiteY2" fmla="*/ 785863 h 2543048"/>
                <a:gd name="connsiteX3" fmla="*/ 2406468 w 2643407"/>
                <a:gd name="connsiteY3" fmla="*/ 1598664 h 2543048"/>
                <a:gd name="connsiteX4" fmla="*/ 1463040 w 2643407"/>
                <a:gd name="connsiteY4" fmla="*/ 2542092 h 2543048"/>
                <a:gd name="connsiteX5" fmla="*/ 447041 w 2643407"/>
                <a:gd name="connsiteY5" fmla="*/ 2251807 h 2543048"/>
                <a:gd name="connsiteX6" fmla="*/ 243841 w 2643407"/>
                <a:gd name="connsiteY6" fmla="*/ 1293863 h 2543048"/>
                <a:gd name="connsiteX7" fmla="*/ 751841 w 2643407"/>
                <a:gd name="connsiteY7" fmla="*/ 335920 h 2543048"/>
                <a:gd name="connsiteX0" fmla="*/ 751841 w 2643407"/>
                <a:gd name="connsiteY0" fmla="*/ 335920 h 2543015"/>
                <a:gd name="connsiteX1" fmla="*/ 1724298 w 2643407"/>
                <a:gd name="connsiteY1" fmla="*/ 219807 h 2543015"/>
                <a:gd name="connsiteX2" fmla="*/ 2304869 w 2643407"/>
                <a:gd name="connsiteY2" fmla="*/ 785863 h 2543015"/>
                <a:gd name="connsiteX3" fmla="*/ 2406468 w 2643407"/>
                <a:gd name="connsiteY3" fmla="*/ 1598664 h 2543015"/>
                <a:gd name="connsiteX4" fmla="*/ 1463040 w 2643407"/>
                <a:gd name="connsiteY4" fmla="*/ 2542092 h 2543015"/>
                <a:gd name="connsiteX5" fmla="*/ 447041 w 2643407"/>
                <a:gd name="connsiteY5" fmla="*/ 2251807 h 2543015"/>
                <a:gd name="connsiteX6" fmla="*/ 243841 w 2643407"/>
                <a:gd name="connsiteY6" fmla="*/ 1293863 h 2543015"/>
                <a:gd name="connsiteX7" fmla="*/ 751841 w 2643407"/>
                <a:gd name="connsiteY7" fmla="*/ 335920 h 2543015"/>
                <a:gd name="connsiteX0" fmla="*/ 751841 w 2643407"/>
                <a:gd name="connsiteY0" fmla="*/ 335920 h 2710275"/>
                <a:gd name="connsiteX1" fmla="*/ 1724298 w 2643407"/>
                <a:gd name="connsiteY1" fmla="*/ 219807 h 2710275"/>
                <a:gd name="connsiteX2" fmla="*/ 2304869 w 2643407"/>
                <a:gd name="connsiteY2" fmla="*/ 785863 h 2710275"/>
                <a:gd name="connsiteX3" fmla="*/ 2406468 w 2643407"/>
                <a:gd name="connsiteY3" fmla="*/ 1598664 h 2710275"/>
                <a:gd name="connsiteX4" fmla="*/ 1463040 w 2643407"/>
                <a:gd name="connsiteY4" fmla="*/ 2542092 h 2710275"/>
                <a:gd name="connsiteX5" fmla="*/ 447041 w 2643407"/>
                <a:gd name="connsiteY5" fmla="*/ 2251807 h 2710275"/>
                <a:gd name="connsiteX6" fmla="*/ 243841 w 2643407"/>
                <a:gd name="connsiteY6" fmla="*/ 1293863 h 2710275"/>
                <a:gd name="connsiteX7" fmla="*/ 751841 w 2643407"/>
                <a:gd name="connsiteY7" fmla="*/ 335920 h 2710275"/>
                <a:gd name="connsiteX0" fmla="*/ 751841 w 2643407"/>
                <a:gd name="connsiteY0" fmla="*/ 335920 h 2716951"/>
                <a:gd name="connsiteX1" fmla="*/ 1724298 w 2643407"/>
                <a:gd name="connsiteY1" fmla="*/ 219807 h 2716951"/>
                <a:gd name="connsiteX2" fmla="*/ 2304869 w 2643407"/>
                <a:gd name="connsiteY2" fmla="*/ 785863 h 2716951"/>
                <a:gd name="connsiteX3" fmla="*/ 2406468 w 2643407"/>
                <a:gd name="connsiteY3" fmla="*/ 1598664 h 2716951"/>
                <a:gd name="connsiteX4" fmla="*/ 1463040 w 2643407"/>
                <a:gd name="connsiteY4" fmla="*/ 2542092 h 2716951"/>
                <a:gd name="connsiteX5" fmla="*/ 447041 w 2643407"/>
                <a:gd name="connsiteY5" fmla="*/ 2251807 h 2716951"/>
                <a:gd name="connsiteX6" fmla="*/ 243841 w 2643407"/>
                <a:gd name="connsiteY6" fmla="*/ 1293863 h 2716951"/>
                <a:gd name="connsiteX7" fmla="*/ 751841 w 2643407"/>
                <a:gd name="connsiteY7" fmla="*/ 335920 h 2716951"/>
                <a:gd name="connsiteX0" fmla="*/ 751841 w 2448209"/>
                <a:gd name="connsiteY0" fmla="*/ 335920 h 2716951"/>
                <a:gd name="connsiteX1" fmla="*/ 1724298 w 2448209"/>
                <a:gd name="connsiteY1" fmla="*/ 219807 h 2716951"/>
                <a:gd name="connsiteX2" fmla="*/ 2406468 w 2448209"/>
                <a:gd name="connsiteY2" fmla="*/ 1598664 h 2716951"/>
                <a:gd name="connsiteX3" fmla="*/ 1463040 w 2448209"/>
                <a:gd name="connsiteY3" fmla="*/ 2542092 h 2716951"/>
                <a:gd name="connsiteX4" fmla="*/ 447041 w 2448209"/>
                <a:gd name="connsiteY4" fmla="*/ 2251807 h 2716951"/>
                <a:gd name="connsiteX5" fmla="*/ 243841 w 2448209"/>
                <a:gd name="connsiteY5" fmla="*/ 1293863 h 2716951"/>
                <a:gd name="connsiteX6" fmla="*/ 751841 w 2448209"/>
                <a:gd name="connsiteY6" fmla="*/ 335920 h 2716951"/>
                <a:gd name="connsiteX0" fmla="*/ 751841 w 2409721"/>
                <a:gd name="connsiteY0" fmla="*/ 335920 h 2716951"/>
                <a:gd name="connsiteX1" fmla="*/ 1724298 w 2409721"/>
                <a:gd name="connsiteY1" fmla="*/ 219807 h 2716951"/>
                <a:gd name="connsiteX2" fmla="*/ 2359350 w 2409721"/>
                <a:gd name="connsiteY2" fmla="*/ 1102852 h 2716951"/>
                <a:gd name="connsiteX3" fmla="*/ 1463040 w 2409721"/>
                <a:gd name="connsiteY3" fmla="*/ 2542092 h 2716951"/>
                <a:gd name="connsiteX4" fmla="*/ 447041 w 2409721"/>
                <a:gd name="connsiteY4" fmla="*/ 2251807 h 2716951"/>
                <a:gd name="connsiteX5" fmla="*/ 243841 w 2409721"/>
                <a:gd name="connsiteY5" fmla="*/ 1293863 h 2716951"/>
                <a:gd name="connsiteX6" fmla="*/ 751841 w 2409721"/>
                <a:gd name="connsiteY6" fmla="*/ 335920 h 2716951"/>
                <a:gd name="connsiteX0" fmla="*/ 751841 w 2409721"/>
                <a:gd name="connsiteY0" fmla="*/ 335920 h 2716951"/>
                <a:gd name="connsiteX1" fmla="*/ 1724298 w 2409721"/>
                <a:gd name="connsiteY1" fmla="*/ 219807 h 2716951"/>
                <a:gd name="connsiteX2" fmla="*/ 2359350 w 2409721"/>
                <a:gd name="connsiteY2" fmla="*/ 1102852 h 2716951"/>
                <a:gd name="connsiteX3" fmla="*/ 1463040 w 2409721"/>
                <a:gd name="connsiteY3" fmla="*/ 2542092 h 2716951"/>
                <a:gd name="connsiteX4" fmla="*/ 447041 w 2409721"/>
                <a:gd name="connsiteY4" fmla="*/ 2251807 h 2716951"/>
                <a:gd name="connsiteX5" fmla="*/ 243841 w 2409721"/>
                <a:gd name="connsiteY5" fmla="*/ 1293863 h 2716951"/>
                <a:gd name="connsiteX6" fmla="*/ 751841 w 2409721"/>
                <a:gd name="connsiteY6" fmla="*/ 335920 h 2716951"/>
                <a:gd name="connsiteX0" fmla="*/ 751841 w 2409721"/>
                <a:gd name="connsiteY0" fmla="*/ 335920 h 2716951"/>
                <a:gd name="connsiteX1" fmla="*/ 1724298 w 2409721"/>
                <a:gd name="connsiteY1" fmla="*/ 219807 h 2716951"/>
                <a:gd name="connsiteX2" fmla="*/ 2359350 w 2409721"/>
                <a:gd name="connsiteY2" fmla="*/ 1102852 h 2716951"/>
                <a:gd name="connsiteX3" fmla="*/ 1463040 w 2409721"/>
                <a:gd name="connsiteY3" fmla="*/ 2542092 h 2716951"/>
                <a:gd name="connsiteX4" fmla="*/ 447041 w 2409721"/>
                <a:gd name="connsiteY4" fmla="*/ 2251807 h 2716951"/>
                <a:gd name="connsiteX5" fmla="*/ 243841 w 2409721"/>
                <a:gd name="connsiteY5" fmla="*/ 1293863 h 2716951"/>
                <a:gd name="connsiteX6" fmla="*/ 751841 w 2409721"/>
                <a:gd name="connsiteY6" fmla="*/ 335920 h 2716951"/>
                <a:gd name="connsiteX0" fmla="*/ 832304 w 2490184"/>
                <a:gd name="connsiteY0" fmla="*/ 335920 h 2716951"/>
                <a:gd name="connsiteX1" fmla="*/ 1804761 w 2490184"/>
                <a:gd name="connsiteY1" fmla="*/ 219807 h 2716951"/>
                <a:gd name="connsiteX2" fmla="*/ 2439813 w 2490184"/>
                <a:gd name="connsiteY2" fmla="*/ 1102852 h 2716951"/>
                <a:gd name="connsiteX3" fmla="*/ 1543503 w 2490184"/>
                <a:gd name="connsiteY3" fmla="*/ 2542092 h 2716951"/>
                <a:gd name="connsiteX4" fmla="*/ 527504 w 2490184"/>
                <a:gd name="connsiteY4" fmla="*/ 2251807 h 2716951"/>
                <a:gd name="connsiteX5" fmla="*/ 228109 w 2490184"/>
                <a:gd name="connsiteY5" fmla="*/ 1316113 h 2716951"/>
                <a:gd name="connsiteX6" fmla="*/ 832304 w 2490184"/>
                <a:gd name="connsiteY6" fmla="*/ 335920 h 2716951"/>
                <a:gd name="connsiteX0" fmla="*/ 832304 w 2481016"/>
                <a:gd name="connsiteY0" fmla="*/ 335920 h 2674099"/>
                <a:gd name="connsiteX1" fmla="*/ 1804761 w 2481016"/>
                <a:gd name="connsiteY1" fmla="*/ 219807 h 2674099"/>
                <a:gd name="connsiteX2" fmla="*/ 2439813 w 2481016"/>
                <a:gd name="connsiteY2" fmla="*/ 1102852 h 2674099"/>
                <a:gd name="connsiteX3" fmla="*/ 1493114 w 2481016"/>
                <a:gd name="connsiteY3" fmla="*/ 2411868 h 2674099"/>
                <a:gd name="connsiteX4" fmla="*/ 527504 w 2481016"/>
                <a:gd name="connsiteY4" fmla="*/ 2251807 h 2674099"/>
                <a:gd name="connsiteX5" fmla="*/ 228109 w 2481016"/>
                <a:gd name="connsiteY5" fmla="*/ 1316113 h 2674099"/>
                <a:gd name="connsiteX6" fmla="*/ 832304 w 2481016"/>
                <a:gd name="connsiteY6" fmla="*/ 335920 h 2674099"/>
                <a:gd name="connsiteX0" fmla="*/ 832304 w 2479178"/>
                <a:gd name="connsiteY0" fmla="*/ 335920 h 2674099"/>
                <a:gd name="connsiteX1" fmla="*/ 1804761 w 2479178"/>
                <a:gd name="connsiteY1" fmla="*/ 219807 h 2674099"/>
                <a:gd name="connsiteX2" fmla="*/ 2439813 w 2479178"/>
                <a:gd name="connsiteY2" fmla="*/ 1102852 h 2674099"/>
                <a:gd name="connsiteX3" fmla="*/ 2213297 w 2479178"/>
                <a:gd name="connsiteY3" fmla="*/ 1838534 h 2674099"/>
                <a:gd name="connsiteX4" fmla="*/ 1493114 w 2479178"/>
                <a:gd name="connsiteY4" fmla="*/ 2411868 h 2674099"/>
                <a:gd name="connsiteX5" fmla="*/ 527504 w 2479178"/>
                <a:gd name="connsiteY5" fmla="*/ 2251807 h 2674099"/>
                <a:gd name="connsiteX6" fmla="*/ 228109 w 2479178"/>
                <a:gd name="connsiteY6" fmla="*/ 1316113 h 2674099"/>
                <a:gd name="connsiteX7" fmla="*/ 832304 w 2479178"/>
                <a:gd name="connsiteY7" fmla="*/ 335920 h 2674099"/>
                <a:gd name="connsiteX0" fmla="*/ 832304 w 2479178"/>
                <a:gd name="connsiteY0" fmla="*/ 335920 h 2674099"/>
                <a:gd name="connsiteX1" fmla="*/ 1804761 w 2479178"/>
                <a:gd name="connsiteY1" fmla="*/ 219807 h 2674099"/>
                <a:gd name="connsiteX2" fmla="*/ 2439813 w 2479178"/>
                <a:gd name="connsiteY2" fmla="*/ 1102852 h 2674099"/>
                <a:gd name="connsiteX3" fmla="*/ 2213297 w 2479178"/>
                <a:gd name="connsiteY3" fmla="*/ 1838534 h 2674099"/>
                <a:gd name="connsiteX4" fmla="*/ 1493114 w 2479178"/>
                <a:gd name="connsiteY4" fmla="*/ 2411868 h 2674099"/>
                <a:gd name="connsiteX5" fmla="*/ 527504 w 2479178"/>
                <a:gd name="connsiteY5" fmla="*/ 2251807 h 2674099"/>
                <a:gd name="connsiteX6" fmla="*/ 228109 w 2479178"/>
                <a:gd name="connsiteY6" fmla="*/ 1316113 h 2674099"/>
                <a:gd name="connsiteX7" fmla="*/ 832304 w 2479178"/>
                <a:gd name="connsiteY7" fmla="*/ 335920 h 2674099"/>
                <a:gd name="connsiteX0" fmla="*/ 832304 w 2488072"/>
                <a:gd name="connsiteY0" fmla="*/ 335920 h 2674099"/>
                <a:gd name="connsiteX1" fmla="*/ 1804761 w 2488072"/>
                <a:gd name="connsiteY1" fmla="*/ 219807 h 2674099"/>
                <a:gd name="connsiteX2" fmla="*/ 2439813 w 2488072"/>
                <a:gd name="connsiteY2" fmla="*/ 1102852 h 2674099"/>
                <a:gd name="connsiteX3" fmla="*/ 2213297 w 2488072"/>
                <a:gd name="connsiteY3" fmla="*/ 1838534 h 2674099"/>
                <a:gd name="connsiteX4" fmla="*/ 1493114 w 2488072"/>
                <a:gd name="connsiteY4" fmla="*/ 2411868 h 2674099"/>
                <a:gd name="connsiteX5" fmla="*/ 527504 w 2488072"/>
                <a:gd name="connsiteY5" fmla="*/ 2251807 h 2674099"/>
                <a:gd name="connsiteX6" fmla="*/ 228109 w 2488072"/>
                <a:gd name="connsiteY6" fmla="*/ 1316113 h 2674099"/>
                <a:gd name="connsiteX7" fmla="*/ 832304 w 2488072"/>
                <a:gd name="connsiteY7" fmla="*/ 335920 h 2674099"/>
                <a:gd name="connsiteX0" fmla="*/ 832304 w 2502160"/>
                <a:gd name="connsiteY0" fmla="*/ 335920 h 2674099"/>
                <a:gd name="connsiteX1" fmla="*/ 1804761 w 2502160"/>
                <a:gd name="connsiteY1" fmla="*/ 219807 h 2674099"/>
                <a:gd name="connsiteX2" fmla="*/ 2439813 w 2502160"/>
                <a:gd name="connsiteY2" fmla="*/ 1102852 h 2674099"/>
                <a:gd name="connsiteX3" fmla="*/ 2213297 w 2502160"/>
                <a:gd name="connsiteY3" fmla="*/ 1838534 h 2674099"/>
                <a:gd name="connsiteX4" fmla="*/ 1493114 w 2502160"/>
                <a:gd name="connsiteY4" fmla="*/ 2411868 h 2674099"/>
                <a:gd name="connsiteX5" fmla="*/ 527504 w 2502160"/>
                <a:gd name="connsiteY5" fmla="*/ 2251807 h 2674099"/>
                <a:gd name="connsiteX6" fmla="*/ 228109 w 2502160"/>
                <a:gd name="connsiteY6" fmla="*/ 1316113 h 2674099"/>
                <a:gd name="connsiteX7" fmla="*/ 832304 w 2502160"/>
                <a:gd name="connsiteY7" fmla="*/ 335920 h 2674099"/>
                <a:gd name="connsiteX0" fmla="*/ 832304 w 2502160"/>
                <a:gd name="connsiteY0" fmla="*/ 335920 h 2674099"/>
                <a:gd name="connsiteX1" fmla="*/ 1804761 w 2502160"/>
                <a:gd name="connsiteY1" fmla="*/ 219807 h 2674099"/>
                <a:gd name="connsiteX2" fmla="*/ 2439813 w 2502160"/>
                <a:gd name="connsiteY2" fmla="*/ 1102852 h 2674099"/>
                <a:gd name="connsiteX3" fmla="*/ 2213297 w 2502160"/>
                <a:gd name="connsiteY3" fmla="*/ 1838534 h 2674099"/>
                <a:gd name="connsiteX4" fmla="*/ 1493114 w 2502160"/>
                <a:gd name="connsiteY4" fmla="*/ 2411868 h 2674099"/>
                <a:gd name="connsiteX5" fmla="*/ 527504 w 2502160"/>
                <a:gd name="connsiteY5" fmla="*/ 2251807 h 2674099"/>
                <a:gd name="connsiteX6" fmla="*/ 228109 w 2502160"/>
                <a:gd name="connsiteY6" fmla="*/ 1316113 h 2674099"/>
                <a:gd name="connsiteX7" fmla="*/ 832304 w 2502160"/>
                <a:gd name="connsiteY7" fmla="*/ 335920 h 2674099"/>
                <a:gd name="connsiteX0" fmla="*/ 832304 w 2502160"/>
                <a:gd name="connsiteY0" fmla="*/ 335920 h 2674099"/>
                <a:gd name="connsiteX1" fmla="*/ 1804761 w 2502160"/>
                <a:gd name="connsiteY1" fmla="*/ 219807 h 2674099"/>
                <a:gd name="connsiteX2" fmla="*/ 2439813 w 2502160"/>
                <a:gd name="connsiteY2" fmla="*/ 1102852 h 2674099"/>
                <a:gd name="connsiteX3" fmla="*/ 2213297 w 2502160"/>
                <a:gd name="connsiteY3" fmla="*/ 1838534 h 2674099"/>
                <a:gd name="connsiteX4" fmla="*/ 1493114 w 2502160"/>
                <a:gd name="connsiteY4" fmla="*/ 2411868 h 2674099"/>
                <a:gd name="connsiteX5" fmla="*/ 527504 w 2502160"/>
                <a:gd name="connsiteY5" fmla="*/ 2251807 h 2674099"/>
                <a:gd name="connsiteX6" fmla="*/ 228109 w 2502160"/>
                <a:gd name="connsiteY6" fmla="*/ 1316113 h 2674099"/>
                <a:gd name="connsiteX7" fmla="*/ 832304 w 2502160"/>
                <a:gd name="connsiteY7" fmla="*/ 335920 h 2674099"/>
                <a:gd name="connsiteX0" fmla="*/ 874110 w 2543966"/>
                <a:gd name="connsiteY0" fmla="*/ 335920 h 2537724"/>
                <a:gd name="connsiteX1" fmla="*/ 1846567 w 2543966"/>
                <a:gd name="connsiteY1" fmla="*/ 219807 h 2537724"/>
                <a:gd name="connsiteX2" fmla="*/ 2481619 w 2543966"/>
                <a:gd name="connsiteY2" fmla="*/ 1102852 h 2537724"/>
                <a:gd name="connsiteX3" fmla="*/ 2255103 w 2543966"/>
                <a:gd name="connsiteY3" fmla="*/ 1838534 h 2537724"/>
                <a:gd name="connsiteX4" fmla="*/ 1534920 w 2543966"/>
                <a:gd name="connsiteY4" fmla="*/ 2411868 h 2537724"/>
                <a:gd name="connsiteX5" fmla="*/ 338309 w 2543966"/>
                <a:gd name="connsiteY5" fmla="*/ 2041747 h 2537724"/>
                <a:gd name="connsiteX6" fmla="*/ 269915 w 2543966"/>
                <a:gd name="connsiteY6" fmla="*/ 1316113 h 2537724"/>
                <a:gd name="connsiteX7" fmla="*/ 874110 w 2543966"/>
                <a:gd name="connsiteY7" fmla="*/ 335920 h 2537724"/>
                <a:gd name="connsiteX0" fmla="*/ 900004 w 2569860"/>
                <a:gd name="connsiteY0" fmla="*/ 335920 h 2537724"/>
                <a:gd name="connsiteX1" fmla="*/ 1872461 w 2569860"/>
                <a:gd name="connsiteY1" fmla="*/ 219807 h 2537724"/>
                <a:gd name="connsiteX2" fmla="*/ 2507513 w 2569860"/>
                <a:gd name="connsiteY2" fmla="*/ 1102852 h 2537724"/>
                <a:gd name="connsiteX3" fmla="*/ 2280997 w 2569860"/>
                <a:gd name="connsiteY3" fmla="*/ 1838534 h 2537724"/>
                <a:gd name="connsiteX4" fmla="*/ 1560814 w 2569860"/>
                <a:gd name="connsiteY4" fmla="*/ 2411868 h 2537724"/>
                <a:gd name="connsiteX5" fmla="*/ 364203 w 2569860"/>
                <a:gd name="connsiteY5" fmla="*/ 2041747 h 2537724"/>
                <a:gd name="connsiteX6" fmla="*/ 263088 w 2569860"/>
                <a:gd name="connsiteY6" fmla="*/ 999386 h 2537724"/>
                <a:gd name="connsiteX7" fmla="*/ 900004 w 2569860"/>
                <a:gd name="connsiteY7" fmla="*/ 335920 h 2537724"/>
                <a:gd name="connsiteX0" fmla="*/ 900004 w 2569860"/>
                <a:gd name="connsiteY0" fmla="*/ 335920 h 2537724"/>
                <a:gd name="connsiteX1" fmla="*/ 1872461 w 2569860"/>
                <a:gd name="connsiteY1" fmla="*/ 219807 h 2537724"/>
                <a:gd name="connsiteX2" fmla="*/ 2507513 w 2569860"/>
                <a:gd name="connsiteY2" fmla="*/ 1102852 h 2537724"/>
                <a:gd name="connsiteX3" fmla="*/ 2280997 w 2569860"/>
                <a:gd name="connsiteY3" fmla="*/ 1838534 h 2537724"/>
                <a:gd name="connsiteX4" fmla="*/ 1560814 w 2569860"/>
                <a:gd name="connsiteY4" fmla="*/ 2411868 h 2537724"/>
                <a:gd name="connsiteX5" fmla="*/ 364203 w 2569860"/>
                <a:gd name="connsiteY5" fmla="*/ 2041747 h 2537724"/>
                <a:gd name="connsiteX6" fmla="*/ 263088 w 2569860"/>
                <a:gd name="connsiteY6" fmla="*/ 999386 h 2537724"/>
                <a:gd name="connsiteX7" fmla="*/ 900004 w 2569860"/>
                <a:gd name="connsiteY7" fmla="*/ 335920 h 2537724"/>
                <a:gd name="connsiteX0" fmla="*/ 900004 w 2569860"/>
                <a:gd name="connsiteY0" fmla="*/ 335920 h 2661561"/>
                <a:gd name="connsiteX1" fmla="*/ 1872461 w 2569860"/>
                <a:gd name="connsiteY1" fmla="*/ 219807 h 2661561"/>
                <a:gd name="connsiteX2" fmla="*/ 2507513 w 2569860"/>
                <a:gd name="connsiteY2" fmla="*/ 1102852 h 2661561"/>
                <a:gd name="connsiteX3" fmla="*/ 2280997 w 2569860"/>
                <a:gd name="connsiteY3" fmla="*/ 1838534 h 2661561"/>
                <a:gd name="connsiteX4" fmla="*/ 1560814 w 2569860"/>
                <a:gd name="connsiteY4" fmla="*/ 2411868 h 2661561"/>
                <a:gd name="connsiteX5" fmla="*/ 364203 w 2569860"/>
                <a:gd name="connsiteY5" fmla="*/ 2041747 h 2661561"/>
                <a:gd name="connsiteX6" fmla="*/ 263088 w 2569860"/>
                <a:gd name="connsiteY6" fmla="*/ 999386 h 2661561"/>
                <a:gd name="connsiteX7" fmla="*/ 900004 w 2569860"/>
                <a:gd name="connsiteY7" fmla="*/ 335920 h 2661561"/>
                <a:gd name="connsiteX0" fmla="*/ 900004 w 2569860"/>
                <a:gd name="connsiteY0" fmla="*/ 335920 h 2661561"/>
                <a:gd name="connsiteX1" fmla="*/ 1872461 w 2569860"/>
                <a:gd name="connsiteY1" fmla="*/ 219807 h 2661561"/>
                <a:gd name="connsiteX2" fmla="*/ 2507513 w 2569860"/>
                <a:gd name="connsiteY2" fmla="*/ 1102852 h 2661561"/>
                <a:gd name="connsiteX3" fmla="*/ 2280997 w 2569860"/>
                <a:gd name="connsiteY3" fmla="*/ 1838534 h 2661561"/>
                <a:gd name="connsiteX4" fmla="*/ 1560814 w 2569860"/>
                <a:gd name="connsiteY4" fmla="*/ 2411868 h 2661561"/>
                <a:gd name="connsiteX5" fmla="*/ 364203 w 2569860"/>
                <a:gd name="connsiteY5" fmla="*/ 2041747 h 2661561"/>
                <a:gd name="connsiteX6" fmla="*/ 263088 w 2569860"/>
                <a:gd name="connsiteY6" fmla="*/ 999386 h 2661561"/>
                <a:gd name="connsiteX7" fmla="*/ 900004 w 2569860"/>
                <a:gd name="connsiteY7" fmla="*/ 335920 h 2661561"/>
                <a:gd name="connsiteX0" fmla="*/ 900004 w 2569860"/>
                <a:gd name="connsiteY0" fmla="*/ 335920 h 2638009"/>
                <a:gd name="connsiteX1" fmla="*/ 1872461 w 2569860"/>
                <a:gd name="connsiteY1" fmla="*/ 219807 h 2638009"/>
                <a:gd name="connsiteX2" fmla="*/ 2507513 w 2569860"/>
                <a:gd name="connsiteY2" fmla="*/ 1102852 h 2638009"/>
                <a:gd name="connsiteX3" fmla="*/ 2280997 w 2569860"/>
                <a:gd name="connsiteY3" fmla="*/ 1838534 h 2638009"/>
                <a:gd name="connsiteX4" fmla="*/ 1638251 w 2569860"/>
                <a:gd name="connsiteY4" fmla="*/ 2366932 h 2638009"/>
                <a:gd name="connsiteX5" fmla="*/ 364203 w 2569860"/>
                <a:gd name="connsiteY5" fmla="*/ 2041747 h 2638009"/>
                <a:gd name="connsiteX6" fmla="*/ 263088 w 2569860"/>
                <a:gd name="connsiteY6" fmla="*/ 999386 h 2638009"/>
                <a:gd name="connsiteX7" fmla="*/ 900004 w 2569860"/>
                <a:gd name="connsiteY7" fmla="*/ 335920 h 2638009"/>
                <a:gd name="connsiteX0" fmla="*/ 900004 w 2569860"/>
                <a:gd name="connsiteY0" fmla="*/ 335920 h 2638009"/>
                <a:gd name="connsiteX1" fmla="*/ 1872461 w 2569860"/>
                <a:gd name="connsiteY1" fmla="*/ 219807 h 2638009"/>
                <a:gd name="connsiteX2" fmla="*/ 2507513 w 2569860"/>
                <a:gd name="connsiteY2" fmla="*/ 1102852 h 2638009"/>
                <a:gd name="connsiteX3" fmla="*/ 2280997 w 2569860"/>
                <a:gd name="connsiteY3" fmla="*/ 1838534 h 2638009"/>
                <a:gd name="connsiteX4" fmla="*/ 1638251 w 2569860"/>
                <a:gd name="connsiteY4" fmla="*/ 2366932 h 2638009"/>
                <a:gd name="connsiteX5" fmla="*/ 364203 w 2569860"/>
                <a:gd name="connsiteY5" fmla="*/ 2041747 h 2638009"/>
                <a:gd name="connsiteX6" fmla="*/ 263088 w 2569860"/>
                <a:gd name="connsiteY6" fmla="*/ 999386 h 2638009"/>
                <a:gd name="connsiteX7" fmla="*/ 900004 w 2569860"/>
                <a:gd name="connsiteY7" fmla="*/ 335920 h 2638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69860" h="2638009">
                  <a:moveTo>
                    <a:pt x="900004" y="335920"/>
                  </a:moveTo>
                  <a:cubicBezTo>
                    <a:pt x="1265401" y="-231104"/>
                    <a:pt x="1712804" y="55311"/>
                    <a:pt x="1872461" y="219807"/>
                  </a:cubicBezTo>
                  <a:cubicBezTo>
                    <a:pt x="2148232" y="430264"/>
                    <a:pt x="2698294" y="154769"/>
                    <a:pt x="2507513" y="1102852"/>
                  </a:cubicBezTo>
                  <a:cubicBezTo>
                    <a:pt x="2613339" y="1360533"/>
                    <a:pt x="2612412" y="1553179"/>
                    <a:pt x="2280997" y="1838534"/>
                  </a:cubicBezTo>
                  <a:cubicBezTo>
                    <a:pt x="2264563" y="2550990"/>
                    <a:pt x="1986621" y="2414210"/>
                    <a:pt x="1638251" y="2366932"/>
                  </a:cubicBezTo>
                  <a:cubicBezTo>
                    <a:pt x="1333031" y="2633970"/>
                    <a:pt x="657149" y="2930989"/>
                    <a:pt x="364203" y="2041747"/>
                  </a:cubicBezTo>
                  <a:cubicBezTo>
                    <a:pt x="427098" y="1838547"/>
                    <a:pt x="-409407" y="1911246"/>
                    <a:pt x="263088" y="999386"/>
                  </a:cubicBezTo>
                  <a:cubicBezTo>
                    <a:pt x="337769" y="287863"/>
                    <a:pt x="433255" y="392386"/>
                    <a:pt x="900004" y="335920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2">
              <a:extLst>
                <a:ext uri="{FF2B5EF4-FFF2-40B4-BE49-F238E27FC236}">
                  <a16:creationId xmlns:a16="http://schemas.microsoft.com/office/drawing/2014/main" id="{1295D90B-B1DA-D3DA-3800-D040DFCA5358}"/>
                </a:ext>
              </a:extLst>
            </p:cNvPr>
            <p:cNvSpPr/>
            <p:nvPr/>
          </p:nvSpPr>
          <p:spPr>
            <a:xfrm>
              <a:off x="3094446" y="1768650"/>
              <a:ext cx="2643407" cy="2716951"/>
            </a:xfrm>
            <a:custGeom>
              <a:avLst/>
              <a:gdLst>
                <a:gd name="connsiteX0" fmla="*/ 0 w 1001485"/>
                <a:gd name="connsiteY0" fmla="*/ 0 h 638629"/>
                <a:gd name="connsiteX1" fmla="*/ 1001485 w 1001485"/>
                <a:gd name="connsiteY1" fmla="*/ 0 h 638629"/>
                <a:gd name="connsiteX2" fmla="*/ 1001485 w 1001485"/>
                <a:gd name="connsiteY2" fmla="*/ 638629 h 638629"/>
                <a:gd name="connsiteX3" fmla="*/ 0 w 1001485"/>
                <a:gd name="connsiteY3" fmla="*/ 638629 h 638629"/>
                <a:gd name="connsiteX4" fmla="*/ 0 w 1001485"/>
                <a:gd name="connsiteY4" fmla="*/ 0 h 638629"/>
                <a:gd name="connsiteX0" fmla="*/ 246743 w 1248228"/>
                <a:gd name="connsiteY0" fmla="*/ 0 h 914401"/>
                <a:gd name="connsiteX1" fmla="*/ 1248228 w 1248228"/>
                <a:gd name="connsiteY1" fmla="*/ 0 h 914401"/>
                <a:gd name="connsiteX2" fmla="*/ 1248228 w 1248228"/>
                <a:gd name="connsiteY2" fmla="*/ 638629 h 914401"/>
                <a:gd name="connsiteX3" fmla="*/ 0 w 1248228"/>
                <a:gd name="connsiteY3" fmla="*/ 914401 h 914401"/>
                <a:gd name="connsiteX4" fmla="*/ 246743 w 1248228"/>
                <a:gd name="connsiteY4" fmla="*/ 0 h 914401"/>
                <a:gd name="connsiteX0" fmla="*/ 457977 w 1459462"/>
                <a:gd name="connsiteY0" fmla="*/ 43543 h 957944"/>
                <a:gd name="connsiteX1" fmla="*/ 1459462 w 1459462"/>
                <a:gd name="connsiteY1" fmla="*/ 43543 h 957944"/>
                <a:gd name="connsiteX2" fmla="*/ 1459462 w 1459462"/>
                <a:gd name="connsiteY2" fmla="*/ 682172 h 957944"/>
                <a:gd name="connsiteX3" fmla="*/ 211234 w 1459462"/>
                <a:gd name="connsiteY3" fmla="*/ 957944 h 957944"/>
                <a:gd name="connsiteX4" fmla="*/ 8034 w 1459462"/>
                <a:gd name="connsiteY4" fmla="*/ 0 h 957944"/>
                <a:gd name="connsiteX5" fmla="*/ 457977 w 1459462"/>
                <a:gd name="connsiteY5" fmla="*/ 43543 h 957944"/>
                <a:gd name="connsiteX0" fmla="*/ 516034 w 1459462"/>
                <a:gd name="connsiteY0" fmla="*/ 0 h 1915887"/>
                <a:gd name="connsiteX1" fmla="*/ 1459462 w 1459462"/>
                <a:gd name="connsiteY1" fmla="*/ 1001486 h 1915887"/>
                <a:gd name="connsiteX2" fmla="*/ 1459462 w 1459462"/>
                <a:gd name="connsiteY2" fmla="*/ 1640115 h 1915887"/>
                <a:gd name="connsiteX3" fmla="*/ 211234 w 1459462"/>
                <a:gd name="connsiteY3" fmla="*/ 1915887 h 1915887"/>
                <a:gd name="connsiteX4" fmla="*/ 8034 w 1459462"/>
                <a:gd name="connsiteY4" fmla="*/ 957943 h 1915887"/>
                <a:gd name="connsiteX5" fmla="*/ 516034 w 1459462"/>
                <a:gd name="connsiteY5" fmla="*/ 0 h 1915887"/>
                <a:gd name="connsiteX0" fmla="*/ 516034 w 1488491"/>
                <a:gd name="connsiteY0" fmla="*/ 153248 h 2069135"/>
                <a:gd name="connsiteX1" fmla="*/ 1488491 w 1488491"/>
                <a:gd name="connsiteY1" fmla="*/ 37135 h 2069135"/>
                <a:gd name="connsiteX2" fmla="*/ 1459462 w 1488491"/>
                <a:gd name="connsiteY2" fmla="*/ 1154734 h 2069135"/>
                <a:gd name="connsiteX3" fmla="*/ 1459462 w 1488491"/>
                <a:gd name="connsiteY3" fmla="*/ 1793363 h 2069135"/>
                <a:gd name="connsiteX4" fmla="*/ 211234 w 1488491"/>
                <a:gd name="connsiteY4" fmla="*/ 2069135 h 2069135"/>
                <a:gd name="connsiteX5" fmla="*/ 8034 w 1488491"/>
                <a:gd name="connsiteY5" fmla="*/ 1111191 h 2069135"/>
                <a:gd name="connsiteX6" fmla="*/ 516034 w 1488491"/>
                <a:gd name="connsiteY6" fmla="*/ 153248 h 2069135"/>
                <a:gd name="connsiteX0" fmla="*/ 516034 w 2069062"/>
                <a:gd name="connsiteY0" fmla="*/ 153248 h 2069135"/>
                <a:gd name="connsiteX1" fmla="*/ 1488491 w 2069062"/>
                <a:gd name="connsiteY1" fmla="*/ 37135 h 2069135"/>
                <a:gd name="connsiteX2" fmla="*/ 2069062 w 2069062"/>
                <a:gd name="connsiteY2" fmla="*/ 603191 h 2069135"/>
                <a:gd name="connsiteX3" fmla="*/ 1459462 w 2069062"/>
                <a:gd name="connsiteY3" fmla="*/ 1793363 h 2069135"/>
                <a:gd name="connsiteX4" fmla="*/ 211234 w 2069062"/>
                <a:gd name="connsiteY4" fmla="*/ 2069135 h 2069135"/>
                <a:gd name="connsiteX5" fmla="*/ 8034 w 2069062"/>
                <a:gd name="connsiteY5" fmla="*/ 1111191 h 2069135"/>
                <a:gd name="connsiteX6" fmla="*/ 516034 w 2069062"/>
                <a:gd name="connsiteY6" fmla="*/ 153248 h 2069135"/>
                <a:gd name="connsiteX0" fmla="*/ 516034 w 2195583"/>
                <a:gd name="connsiteY0" fmla="*/ 153248 h 2069135"/>
                <a:gd name="connsiteX1" fmla="*/ 1488491 w 2195583"/>
                <a:gd name="connsiteY1" fmla="*/ 37135 h 2069135"/>
                <a:gd name="connsiteX2" fmla="*/ 2069062 w 2195583"/>
                <a:gd name="connsiteY2" fmla="*/ 603191 h 2069135"/>
                <a:gd name="connsiteX3" fmla="*/ 2170661 w 2195583"/>
                <a:gd name="connsiteY3" fmla="*/ 1415992 h 2069135"/>
                <a:gd name="connsiteX4" fmla="*/ 1459462 w 2195583"/>
                <a:gd name="connsiteY4" fmla="*/ 1793363 h 2069135"/>
                <a:gd name="connsiteX5" fmla="*/ 211234 w 2195583"/>
                <a:gd name="connsiteY5" fmla="*/ 2069135 h 2069135"/>
                <a:gd name="connsiteX6" fmla="*/ 8034 w 2195583"/>
                <a:gd name="connsiteY6" fmla="*/ 1111191 h 2069135"/>
                <a:gd name="connsiteX7" fmla="*/ 516034 w 2195583"/>
                <a:gd name="connsiteY7" fmla="*/ 153248 h 2069135"/>
                <a:gd name="connsiteX0" fmla="*/ 516034 w 2195583"/>
                <a:gd name="connsiteY0" fmla="*/ 153248 h 2359420"/>
                <a:gd name="connsiteX1" fmla="*/ 1488491 w 2195583"/>
                <a:gd name="connsiteY1" fmla="*/ 37135 h 2359420"/>
                <a:gd name="connsiteX2" fmla="*/ 2069062 w 2195583"/>
                <a:gd name="connsiteY2" fmla="*/ 603191 h 2359420"/>
                <a:gd name="connsiteX3" fmla="*/ 2170661 w 2195583"/>
                <a:gd name="connsiteY3" fmla="*/ 1415992 h 2359420"/>
                <a:gd name="connsiteX4" fmla="*/ 1227233 w 2195583"/>
                <a:gd name="connsiteY4" fmla="*/ 2359420 h 2359420"/>
                <a:gd name="connsiteX5" fmla="*/ 211234 w 2195583"/>
                <a:gd name="connsiteY5" fmla="*/ 2069135 h 2359420"/>
                <a:gd name="connsiteX6" fmla="*/ 8034 w 2195583"/>
                <a:gd name="connsiteY6" fmla="*/ 1111191 h 2359420"/>
                <a:gd name="connsiteX7" fmla="*/ 516034 w 2195583"/>
                <a:gd name="connsiteY7" fmla="*/ 153248 h 2359420"/>
                <a:gd name="connsiteX0" fmla="*/ 801193 w 2480742"/>
                <a:gd name="connsiteY0" fmla="*/ 153248 h 2359420"/>
                <a:gd name="connsiteX1" fmla="*/ 1773650 w 2480742"/>
                <a:gd name="connsiteY1" fmla="*/ 37135 h 2359420"/>
                <a:gd name="connsiteX2" fmla="*/ 2354221 w 2480742"/>
                <a:gd name="connsiteY2" fmla="*/ 603191 h 2359420"/>
                <a:gd name="connsiteX3" fmla="*/ 2455820 w 2480742"/>
                <a:gd name="connsiteY3" fmla="*/ 1415992 h 2359420"/>
                <a:gd name="connsiteX4" fmla="*/ 1512392 w 2480742"/>
                <a:gd name="connsiteY4" fmla="*/ 2359420 h 2359420"/>
                <a:gd name="connsiteX5" fmla="*/ 496393 w 2480742"/>
                <a:gd name="connsiteY5" fmla="*/ 2069135 h 2359420"/>
                <a:gd name="connsiteX6" fmla="*/ 293193 w 2480742"/>
                <a:gd name="connsiteY6" fmla="*/ 1111191 h 2359420"/>
                <a:gd name="connsiteX7" fmla="*/ 801193 w 2480742"/>
                <a:gd name="connsiteY7" fmla="*/ 153248 h 2359420"/>
                <a:gd name="connsiteX0" fmla="*/ 751841 w 2431390"/>
                <a:gd name="connsiteY0" fmla="*/ 153248 h 2359420"/>
                <a:gd name="connsiteX1" fmla="*/ 1724298 w 2431390"/>
                <a:gd name="connsiteY1" fmla="*/ 37135 h 2359420"/>
                <a:gd name="connsiteX2" fmla="*/ 2304869 w 2431390"/>
                <a:gd name="connsiteY2" fmla="*/ 603191 h 2359420"/>
                <a:gd name="connsiteX3" fmla="*/ 2406468 w 2431390"/>
                <a:gd name="connsiteY3" fmla="*/ 1415992 h 2359420"/>
                <a:gd name="connsiteX4" fmla="*/ 1463040 w 2431390"/>
                <a:gd name="connsiteY4" fmla="*/ 2359420 h 2359420"/>
                <a:gd name="connsiteX5" fmla="*/ 447041 w 2431390"/>
                <a:gd name="connsiteY5" fmla="*/ 2069135 h 2359420"/>
                <a:gd name="connsiteX6" fmla="*/ 243841 w 2431390"/>
                <a:gd name="connsiteY6" fmla="*/ 1111191 h 2359420"/>
                <a:gd name="connsiteX7" fmla="*/ 751841 w 2431390"/>
                <a:gd name="connsiteY7" fmla="*/ 153248 h 2359420"/>
                <a:gd name="connsiteX0" fmla="*/ 751841 w 2431390"/>
                <a:gd name="connsiteY0" fmla="*/ 153248 h 2359420"/>
                <a:gd name="connsiteX1" fmla="*/ 1724298 w 2431390"/>
                <a:gd name="connsiteY1" fmla="*/ 37135 h 2359420"/>
                <a:gd name="connsiteX2" fmla="*/ 2304869 w 2431390"/>
                <a:gd name="connsiteY2" fmla="*/ 603191 h 2359420"/>
                <a:gd name="connsiteX3" fmla="*/ 2406468 w 2431390"/>
                <a:gd name="connsiteY3" fmla="*/ 1415992 h 2359420"/>
                <a:gd name="connsiteX4" fmla="*/ 1463040 w 2431390"/>
                <a:gd name="connsiteY4" fmla="*/ 2359420 h 2359420"/>
                <a:gd name="connsiteX5" fmla="*/ 447041 w 2431390"/>
                <a:gd name="connsiteY5" fmla="*/ 2069135 h 2359420"/>
                <a:gd name="connsiteX6" fmla="*/ 243841 w 2431390"/>
                <a:gd name="connsiteY6" fmla="*/ 1111191 h 2359420"/>
                <a:gd name="connsiteX7" fmla="*/ 751841 w 2431390"/>
                <a:gd name="connsiteY7" fmla="*/ 153248 h 2359420"/>
                <a:gd name="connsiteX0" fmla="*/ 751841 w 2431390"/>
                <a:gd name="connsiteY0" fmla="*/ 335920 h 2542092"/>
                <a:gd name="connsiteX1" fmla="*/ 1724298 w 2431390"/>
                <a:gd name="connsiteY1" fmla="*/ 219807 h 2542092"/>
                <a:gd name="connsiteX2" fmla="*/ 2304869 w 2431390"/>
                <a:gd name="connsiteY2" fmla="*/ 785863 h 2542092"/>
                <a:gd name="connsiteX3" fmla="*/ 2406468 w 2431390"/>
                <a:gd name="connsiteY3" fmla="*/ 1598664 h 2542092"/>
                <a:gd name="connsiteX4" fmla="*/ 1463040 w 2431390"/>
                <a:gd name="connsiteY4" fmla="*/ 2542092 h 2542092"/>
                <a:gd name="connsiteX5" fmla="*/ 447041 w 2431390"/>
                <a:gd name="connsiteY5" fmla="*/ 2251807 h 2542092"/>
                <a:gd name="connsiteX6" fmla="*/ 243841 w 2431390"/>
                <a:gd name="connsiteY6" fmla="*/ 1293863 h 2542092"/>
                <a:gd name="connsiteX7" fmla="*/ 751841 w 2431390"/>
                <a:gd name="connsiteY7" fmla="*/ 335920 h 2542092"/>
                <a:gd name="connsiteX0" fmla="*/ 751841 w 2431390"/>
                <a:gd name="connsiteY0" fmla="*/ 335920 h 2542092"/>
                <a:gd name="connsiteX1" fmla="*/ 1724298 w 2431390"/>
                <a:gd name="connsiteY1" fmla="*/ 219807 h 2542092"/>
                <a:gd name="connsiteX2" fmla="*/ 2304869 w 2431390"/>
                <a:gd name="connsiteY2" fmla="*/ 785863 h 2542092"/>
                <a:gd name="connsiteX3" fmla="*/ 2406468 w 2431390"/>
                <a:gd name="connsiteY3" fmla="*/ 1598664 h 2542092"/>
                <a:gd name="connsiteX4" fmla="*/ 1463040 w 2431390"/>
                <a:gd name="connsiteY4" fmla="*/ 2542092 h 2542092"/>
                <a:gd name="connsiteX5" fmla="*/ 447041 w 2431390"/>
                <a:gd name="connsiteY5" fmla="*/ 2251807 h 2542092"/>
                <a:gd name="connsiteX6" fmla="*/ 243841 w 2431390"/>
                <a:gd name="connsiteY6" fmla="*/ 1293863 h 2542092"/>
                <a:gd name="connsiteX7" fmla="*/ 751841 w 2431390"/>
                <a:gd name="connsiteY7" fmla="*/ 335920 h 2542092"/>
                <a:gd name="connsiteX0" fmla="*/ 751841 w 2431390"/>
                <a:gd name="connsiteY0" fmla="*/ 335920 h 2542092"/>
                <a:gd name="connsiteX1" fmla="*/ 1724298 w 2431390"/>
                <a:gd name="connsiteY1" fmla="*/ 219807 h 2542092"/>
                <a:gd name="connsiteX2" fmla="*/ 2304869 w 2431390"/>
                <a:gd name="connsiteY2" fmla="*/ 785863 h 2542092"/>
                <a:gd name="connsiteX3" fmla="*/ 2406468 w 2431390"/>
                <a:gd name="connsiteY3" fmla="*/ 1598664 h 2542092"/>
                <a:gd name="connsiteX4" fmla="*/ 1463040 w 2431390"/>
                <a:gd name="connsiteY4" fmla="*/ 2542092 h 2542092"/>
                <a:gd name="connsiteX5" fmla="*/ 447041 w 2431390"/>
                <a:gd name="connsiteY5" fmla="*/ 2251807 h 2542092"/>
                <a:gd name="connsiteX6" fmla="*/ 243841 w 2431390"/>
                <a:gd name="connsiteY6" fmla="*/ 1293863 h 2542092"/>
                <a:gd name="connsiteX7" fmla="*/ 751841 w 2431390"/>
                <a:gd name="connsiteY7" fmla="*/ 335920 h 2542092"/>
                <a:gd name="connsiteX0" fmla="*/ 751841 w 2643407"/>
                <a:gd name="connsiteY0" fmla="*/ 335920 h 2542092"/>
                <a:gd name="connsiteX1" fmla="*/ 1724298 w 2643407"/>
                <a:gd name="connsiteY1" fmla="*/ 219807 h 2542092"/>
                <a:gd name="connsiteX2" fmla="*/ 2304869 w 2643407"/>
                <a:gd name="connsiteY2" fmla="*/ 785863 h 2542092"/>
                <a:gd name="connsiteX3" fmla="*/ 2406468 w 2643407"/>
                <a:gd name="connsiteY3" fmla="*/ 1598664 h 2542092"/>
                <a:gd name="connsiteX4" fmla="*/ 1463040 w 2643407"/>
                <a:gd name="connsiteY4" fmla="*/ 2542092 h 2542092"/>
                <a:gd name="connsiteX5" fmla="*/ 447041 w 2643407"/>
                <a:gd name="connsiteY5" fmla="*/ 2251807 h 2542092"/>
                <a:gd name="connsiteX6" fmla="*/ 243841 w 2643407"/>
                <a:gd name="connsiteY6" fmla="*/ 1293863 h 2542092"/>
                <a:gd name="connsiteX7" fmla="*/ 751841 w 2643407"/>
                <a:gd name="connsiteY7" fmla="*/ 335920 h 2542092"/>
                <a:gd name="connsiteX0" fmla="*/ 751841 w 2643407"/>
                <a:gd name="connsiteY0" fmla="*/ 335920 h 2545648"/>
                <a:gd name="connsiteX1" fmla="*/ 1724298 w 2643407"/>
                <a:gd name="connsiteY1" fmla="*/ 219807 h 2545648"/>
                <a:gd name="connsiteX2" fmla="*/ 2304869 w 2643407"/>
                <a:gd name="connsiteY2" fmla="*/ 785863 h 2545648"/>
                <a:gd name="connsiteX3" fmla="*/ 2406468 w 2643407"/>
                <a:gd name="connsiteY3" fmla="*/ 1598664 h 2545648"/>
                <a:gd name="connsiteX4" fmla="*/ 1463040 w 2643407"/>
                <a:gd name="connsiteY4" fmla="*/ 2542092 h 2545648"/>
                <a:gd name="connsiteX5" fmla="*/ 447041 w 2643407"/>
                <a:gd name="connsiteY5" fmla="*/ 2251807 h 2545648"/>
                <a:gd name="connsiteX6" fmla="*/ 243841 w 2643407"/>
                <a:gd name="connsiteY6" fmla="*/ 1293863 h 2545648"/>
                <a:gd name="connsiteX7" fmla="*/ 751841 w 2643407"/>
                <a:gd name="connsiteY7" fmla="*/ 335920 h 2545648"/>
                <a:gd name="connsiteX0" fmla="*/ 751841 w 2643407"/>
                <a:gd name="connsiteY0" fmla="*/ 335920 h 2545880"/>
                <a:gd name="connsiteX1" fmla="*/ 1724298 w 2643407"/>
                <a:gd name="connsiteY1" fmla="*/ 219807 h 2545880"/>
                <a:gd name="connsiteX2" fmla="*/ 2304869 w 2643407"/>
                <a:gd name="connsiteY2" fmla="*/ 785863 h 2545880"/>
                <a:gd name="connsiteX3" fmla="*/ 2406468 w 2643407"/>
                <a:gd name="connsiteY3" fmla="*/ 1598664 h 2545880"/>
                <a:gd name="connsiteX4" fmla="*/ 1463040 w 2643407"/>
                <a:gd name="connsiteY4" fmla="*/ 2542092 h 2545880"/>
                <a:gd name="connsiteX5" fmla="*/ 447041 w 2643407"/>
                <a:gd name="connsiteY5" fmla="*/ 2251807 h 2545880"/>
                <a:gd name="connsiteX6" fmla="*/ 243841 w 2643407"/>
                <a:gd name="connsiteY6" fmla="*/ 1293863 h 2545880"/>
                <a:gd name="connsiteX7" fmla="*/ 751841 w 2643407"/>
                <a:gd name="connsiteY7" fmla="*/ 335920 h 2545880"/>
                <a:gd name="connsiteX0" fmla="*/ 751841 w 2643407"/>
                <a:gd name="connsiteY0" fmla="*/ 335920 h 2543048"/>
                <a:gd name="connsiteX1" fmla="*/ 1724298 w 2643407"/>
                <a:gd name="connsiteY1" fmla="*/ 219807 h 2543048"/>
                <a:gd name="connsiteX2" fmla="*/ 2304869 w 2643407"/>
                <a:gd name="connsiteY2" fmla="*/ 785863 h 2543048"/>
                <a:gd name="connsiteX3" fmla="*/ 2406468 w 2643407"/>
                <a:gd name="connsiteY3" fmla="*/ 1598664 h 2543048"/>
                <a:gd name="connsiteX4" fmla="*/ 1463040 w 2643407"/>
                <a:gd name="connsiteY4" fmla="*/ 2542092 h 2543048"/>
                <a:gd name="connsiteX5" fmla="*/ 447041 w 2643407"/>
                <a:gd name="connsiteY5" fmla="*/ 2251807 h 2543048"/>
                <a:gd name="connsiteX6" fmla="*/ 243841 w 2643407"/>
                <a:gd name="connsiteY6" fmla="*/ 1293863 h 2543048"/>
                <a:gd name="connsiteX7" fmla="*/ 751841 w 2643407"/>
                <a:gd name="connsiteY7" fmla="*/ 335920 h 2543048"/>
                <a:gd name="connsiteX0" fmla="*/ 751841 w 2643407"/>
                <a:gd name="connsiteY0" fmla="*/ 335920 h 2543015"/>
                <a:gd name="connsiteX1" fmla="*/ 1724298 w 2643407"/>
                <a:gd name="connsiteY1" fmla="*/ 219807 h 2543015"/>
                <a:gd name="connsiteX2" fmla="*/ 2304869 w 2643407"/>
                <a:gd name="connsiteY2" fmla="*/ 785863 h 2543015"/>
                <a:gd name="connsiteX3" fmla="*/ 2406468 w 2643407"/>
                <a:gd name="connsiteY3" fmla="*/ 1598664 h 2543015"/>
                <a:gd name="connsiteX4" fmla="*/ 1463040 w 2643407"/>
                <a:gd name="connsiteY4" fmla="*/ 2542092 h 2543015"/>
                <a:gd name="connsiteX5" fmla="*/ 447041 w 2643407"/>
                <a:gd name="connsiteY5" fmla="*/ 2251807 h 2543015"/>
                <a:gd name="connsiteX6" fmla="*/ 243841 w 2643407"/>
                <a:gd name="connsiteY6" fmla="*/ 1293863 h 2543015"/>
                <a:gd name="connsiteX7" fmla="*/ 751841 w 2643407"/>
                <a:gd name="connsiteY7" fmla="*/ 335920 h 2543015"/>
                <a:gd name="connsiteX0" fmla="*/ 751841 w 2643407"/>
                <a:gd name="connsiteY0" fmla="*/ 335920 h 2710275"/>
                <a:gd name="connsiteX1" fmla="*/ 1724298 w 2643407"/>
                <a:gd name="connsiteY1" fmla="*/ 219807 h 2710275"/>
                <a:gd name="connsiteX2" fmla="*/ 2304869 w 2643407"/>
                <a:gd name="connsiteY2" fmla="*/ 785863 h 2710275"/>
                <a:gd name="connsiteX3" fmla="*/ 2406468 w 2643407"/>
                <a:gd name="connsiteY3" fmla="*/ 1598664 h 2710275"/>
                <a:gd name="connsiteX4" fmla="*/ 1463040 w 2643407"/>
                <a:gd name="connsiteY4" fmla="*/ 2542092 h 2710275"/>
                <a:gd name="connsiteX5" fmla="*/ 447041 w 2643407"/>
                <a:gd name="connsiteY5" fmla="*/ 2251807 h 2710275"/>
                <a:gd name="connsiteX6" fmla="*/ 243841 w 2643407"/>
                <a:gd name="connsiteY6" fmla="*/ 1293863 h 2710275"/>
                <a:gd name="connsiteX7" fmla="*/ 751841 w 2643407"/>
                <a:gd name="connsiteY7" fmla="*/ 335920 h 2710275"/>
                <a:gd name="connsiteX0" fmla="*/ 751841 w 2643407"/>
                <a:gd name="connsiteY0" fmla="*/ 335920 h 2716951"/>
                <a:gd name="connsiteX1" fmla="*/ 1724298 w 2643407"/>
                <a:gd name="connsiteY1" fmla="*/ 219807 h 2716951"/>
                <a:gd name="connsiteX2" fmla="*/ 2304869 w 2643407"/>
                <a:gd name="connsiteY2" fmla="*/ 785863 h 2716951"/>
                <a:gd name="connsiteX3" fmla="*/ 2406468 w 2643407"/>
                <a:gd name="connsiteY3" fmla="*/ 1598664 h 2716951"/>
                <a:gd name="connsiteX4" fmla="*/ 1463040 w 2643407"/>
                <a:gd name="connsiteY4" fmla="*/ 2542092 h 2716951"/>
                <a:gd name="connsiteX5" fmla="*/ 447041 w 2643407"/>
                <a:gd name="connsiteY5" fmla="*/ 2251807 h 2716951"/>
                <a:gd name="connsiteX6" fmla="*/ 243841 w 2643407"/>
                <a:gd name="connsiteY6" fmla="*/ 1293863 h 2716951"/>
                <a:gd name="connsiteX7" fmla="*/ 751841 w 2643407"/>
                <a:gd name="connsiteY7" fmla="*/ 335920 h 2716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43407" h="2716951">
                  <a:moveTo>
                    <a:pt x="751841" y="335920"/>
                  </a:moveTo>
                  <a:cubicBezTo>
                    <a:pt x="1117238" y="-231104"/>
                    <a:pt x="1564641" y="55311"/>
                    <a:pt x="1724298" y="219807"/>
                  </a:cubicBezTo>
                  <a:cubicBezTo>
                    <a:pt x="2344542" y="339912"/>
                    <a:pt x="2111345" y="597178"/>
                    <a:pt x="2304869" y="785863"/>
                  </a:cubicBezTo>
                  <a:cubicBezTo>
                    <a:pt x="2927894" y="1092962"/>
                    <a:pt x="2522583" y="1390625"/>
                    <a:pt x="2406468" y="1598664"/>
                  </a:cubicBezTo>
                  <a:cubicBezTo>
                    <a:pt x="2488232" y="1936000"/>
                    <a:pt x="2562376" y="2570516"/>
                    <a:pt x="1463040" y="2542092"/>
                  </a:cubicBezTo>
                  <a:cubicBezTo>
                    <a:pt x="1200574" y="2468190"/>
                    <a:pt x="739987" y="3141049"/>
                    <a:pt x="447041" y="2251807"/>
                  </a:cubicBezTo>
                  <a:cubicBezTo>
                    <a:pt x="509936" y="2048607"/>
                    <a:pt x="-428654" y="2205723"/>
                    <a:pt x="243841" y="1293863"/>
                  </a:cubicBezTo>
                  <a:cubicBezTo>
                    <a:pt x="-51646" y="296369"/>
                    <a:pt x="521548" y="655234"/>
                    <a:pt x="751841" y="335920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2">
              <a:extLst>
                <a:ext uri="{FF2B5EF4-FFF2-40B4-BE49-F238E27FC236}">
                  <a16:creationId xmlns:a16="http://schemas.microsoft.com/office/drawing/2014/main" id="{70522E7B-B6EC-2244-B24F-CC18F13041DC}"/>
                </a:ext>
              </a:extLst>
            </p:cNvPr>
            <p:cNvSpPr/>
            <p:nvPr/>
          </p:nvSpPr>
          <p:spPr>
            <a:xfrm rot="2375296">
              <a:off x="5020726" y="2733572"/>
              <a:ext cx="2158992" cy="2307350"/>
            </a:xfrm>
            <a:custGeom>
              <a:avLst/>
              <a:gdLst>
                <a:gd name="connsiteX0" fmla="*/ 0 w 1001485"/>
                <a:gd name="connsiteY0" fmla="*/ 0 h 638629"/>
                <a:gd name="connsiteX1" fmla="*/ 1001485 w 1001485"/>
                <a:gd name="connsiteY1" fmla="*/ 0 h 638629"/>
                <a:gd name="connsiteX2" fmla="*/ 1001485 w 1001485"/>
                <a:gd name="connsiteY2" fmla="*/ 638629 h 638629"/>
                <a:gd name="connsiteX3" fmla="*/ 0 w 1001485"/>
                <a:gd name="connsiteY3" fmla="*/ 638629 h 638629"/>
                <a:gd name="connsiteX4" fmla="*/ 0 w 1001485"/>
                <a:gd name="connsiteY4" fmla="*/ 0 h 638629"/>
                <a:gd name="connsiteX0" fmla="*/ 246743 w 1248228"/>
                <a:gd name="connsiteY0" fmla="*/ 0 h 914401"/>
                <a:gd name="connsiteX1" fmla="*/ 1248228 w 1248228"/>
                <a:gd name="connsiteY1" fmla="*/ 0 h 914401"/>
                <a:gd name="connsiteX2" fmla="*/ 1248228 w 1248228"/>
                <a:gd name="connsiteY2" fmla="*/ 638629 h 914401"/>
                <a:gd name="connsiteX3" fmla="*/ 0 w 1248228"/>
                <a:gd name="connsiteY3" fmla="*/ 914401 h 914401"/>
                <a:gd name="connsiteX4" fmla="*/ 246743 w 1248228"/>
                <a:gd name="connsiteY4" fmla="*/ 0 h 914401"/>
                <a:gd name="connsiteX0" fmla="*/ 457977 w 1459462"/>
                <a:gd name="connsiteY0" fmla="*/ 43543 h 957944"/>
                <a:gd name="connsiteX1" fmla="*/ 1459462 w 1459462"/>
                <a:gd name="connsiteY1" fmla="*/ 43543 h 957944"/>
                <a:gd name="connsiteX2" fmla="*/ 1459462 w 1459462"/>
                <a:gd name="connsiteY2" fmla="*/ 682172 h 957944"/>
                <a:gd name="connsiteX3" fmla="*/ 211234 w 1459462"/>
                <a:gd name="connsiteY3" fmla="*/ 957944 h 957944"/>
                <a:gd name="connsiteX4" fmla="*/ 8034 w 1459462"/>
                <a:gd name="connsiteY4" fmla="*/ 0 h 957944"/>
                <a:gd name="connsiteX5" fmla="*/ 457977 w 1459462"/>
                <a:gd name="connsiteY5" fmla="*/ 43543 h 957944"/>
                <a:gd name="connsiteX0" fmla="*/ 516034 w 1459462"/>
                <a:gd name="connsiteY0" fmla="*/ 0 h 1915887"/>
                <a:gd name="connsiteX1" fmla="*/ 1459462 w 1459462"/>
                <a:gd name="connsiteY1" fmla="*/ 1001486 h 1915887"/>
                <a:gd name="connsiteX2" fmla="*/ 1459462 w 1459462"/>
                <a:gd name="connsiteY2" fmla="*/ 1640115 h 1915887"/>
                <a:gd name="connsiteX3" fmla="*/ 211234 w 1459462"/>
                <a:gd name="connsiteY3" fmla="*/ 1915887 h 1915887"/>
                <a:gd name="connsiteX4" fmla="*/ 8034 w 1459462"/>
                <a:gd name="connsiteY4" fmla="*/ 957943 h 1915887"/>
                <a:gd name="connsiteX5" fmla="*/ 516034 w 1459462"/>
                <a:gd name="connsiteY5" fmla="*/ 0 h 1915887"/>
                <a:gd name="connsiteX0" fmla="*/ 516034 w 1488491"/>
                <a:gd name="connsiteY0" fmla="*/ 153248 h 2069135"/>
                <a:gd name="connsiteX1" fmla="*/ 1488491 w 1488491"/>
                <a:gd name="connsiteY1" fmla="*/ 37135 h 2069135"/>
                <a:gd name="connsiteX2" fmla="*/ 1459462 w 1488491"/>
                <a:gd name="connsiteY2" fmla="*/ 1154734 h 2069135"/>
                <a:gd name="connsiteX3" fmla="*/ 1459462 w 1488491"/>
                <a:gd name="connsiteY3" fmla="*/ 1793363 h 2069135"/>
                <a:gd name="connsiteX4" fmla="*/ 211234 w 1488491"/>
                <a:gd name="connsiteY4" fmla="*/ 2069135 h 2069135"/>
                <a:gd name="connsiteX5" fmla="*/ 8034 w 1488491"/>
                <a:gd name="connsiteY5" fmla="*/ 1111191 h 2069135"/>
                <a:gd name="connsiteX6" fmla="*/ 516034 w 1488491"/>
                <a:gd name="connsiteY6" fmla="*/ 153248 h 2069135"/>
                <a:gd name="connsiteX0" fmla="*/ 516034 w 2069062"/>
                <a:gd name="connsiteY0" fmla="*/ 153248 h 2069135"/>
                <a:gd name="connsiteX1" fmla="*/ 1488491 w 2069062"/>
                <a:gd name="connsiteY1" fmla="*/ 37135 h 2069135"/>
                <a:gd name="connsiteX2" fmla="*/ 2069062 w 2069062"/>
                <a:gd name="connsiteY2" fmla="*/ 603191 h 2069135"/>
                <a:gd name="connsiteX3" fmla="*/ 1459462 w 2069062"/>
                <a:gd name="connsiteY3" fmla="*/ 1793363 h 2069135"/>
                <a:gd name="connsiteX4" fmla="*/ 211234 w 2069062"/>
                <a:gd name="connsiteY4" fmla="*/ 2069135 h 2069135"/>
                <a:gd name="connsiteX5" fmla="*/ 8034 w 2069062"/>
                <a:gd name="connsiteY5" fmla="*/ 1111191 h 2069135"/>
                <a:gd name="connsiteX6" fmla="*/ 516034 w 2069062"/>
                <a:gd name="connsiteY6" fmla="*/ 153248 h 2069135"/>
                <a:gd name="connsiteX0" fmla="*/ 516034 w 2195583"/>
                <a:gd name="connsiteY0" fmla="*/ 153248 h 2069135"/>
                <a:gd name="connsiteX1" fmla="*/ 1488491 w 2195583"/>
                <a:gd name="connsiteY1" fmla="*/ 37135 h 2069135"/>
                <a:gd name="connsiteX2" fmla="*/ 2069062 w 2195583"/>
                <a:gd name="connsiteY2" fmla="*/ 603191 h 2069135"/>
                <a:gd name="connsiteX3" fmla="*/ 2170661 w 2195583"/>
                <a:gd name="connsiteY3" fmla="*/ 1415992 h 2069135"/>
                <a:gd name="connsiteX4" fmla="*/ 1459462 w 2195583"/>
                <a:gd name="connsiteY4" fmla="*/ 1793363 h 2069135"/>
                <a:gd name="connsiteX5" fmla="*/ 211234 w 2195583"/>
                <a:gd name="connsiteY5" fmla="*/ 2069135 h 2069135"/>
                <a:gd name="connsiteX6" fmla="*/ 8034 w 2195583"/>
                <a:gd name="connsiteY6" fmla="*/ 1111191 h 2069135"/>
                <a:gd name="connsiteX7" fmla="*/ 516034 w 2195583"/>
                <a:gd name="connsiteY7" fmla="*/ 153248 h 2069135"/>
                <a:gd name="connsiteX0" fmla="*/ 516034 w 2195583"/>
                <a:gd name="connsiteY0" fmla="*/ 153248 h 2359420"/>
                <a:gd name="connsiteX1" fmla="*/ 1488491 w 2195583"/>
                <a:gd name="connsiteY1" fmla="*/ 37135 h 2359420"/>
                <a:gd name="connsiteX2" fmla="*/ 2069062 w 2195583"/>
                <a:gd name="connsiteY2" fmla="*/ 603191 h 2359420"/>
                <a:gd name="connsiteX3" fmla="*/ 2170661 w 2195583"/>
                <a:gd name="connsiteY3" fmla="*/ 1415992 h 2359420"/>
                <a:gd name="connsiteX4" fmla="*/ 1227233 w 2195583"/>
                <a:gd name="connsiteY4" fmla="*/ 2359420 h 2359420"/>
                <a:gd name="connsiteX5" fmla="*/ 211234 w 2195583"/>
                <a:gd name="connsiteY5" fmla="*/ 2069135 h 2359420"/>
                <a:gd name="connsiteX6" fmla="*/ 8034 w 2195583"/>
                <a:gd name="connsiteY6" fmla="*/ 1111191 h 2359420"/>
                <a:gd name="connsiteX7" fmla="*/ 516034 w 2195583"/>
                <a:gd name="connsiteY7" fmla="*/ 153248 h 2359420"/>
                <a:gd name="connsiteX0" fmla="*/ 801193 w 2480742"/>
                <a:gd name="connsiteY0" fmla="*/ 153248 h 2359420"/>
                <a:gd name="connsiteX1" fmla="*/ 1773650 w 2480742"/>
                <a:gd name="connsiteY1" fmla="*/ 37135 h 2359420"/>
                <a:gd name="connsiteX2" fmla="*/ 2354221 w 2480742"/>
                <a:gd name="connsiteY2" fmla="*/ 603191 h 2359420"/>
                <a:gd name="connsiteX3" fmla="*/ 2455820 w 2480742"/>
                <a:gd name="connsiteY3" fmla="*/ 1415992 h 2359420"/>
                <a:gd name="connsiteX4" fmla="*/ 1512392 w 2480742"/>
                <a:gd name="connsiteY4" fmla="*/ 2359420 h 2359420"/>
                <a:gd name="connsiteX5" fmla="*/ 496393 w 2480742"/>
                <a:gd name="connsiteY5" fmla="*/ 2069135 h 2359420"/>
                <a:gd name="connsiteX6" fmla="*/ 293193 w 2480742"/>
                <a:gd name="connsiteY6" fmla="*/ 1111191 h 2359420"/>
                <a:gd name="connsiteX7" fmla="*/ 801193 w 2480742"/>
                <a:gd name="connsiteY7" fmla="*/ 153248 h 2359420"/>
                <a:gd name="connsiteX0" fmla="*/ 751841 w 2431390"/>
                <a:gd name="connsiteY0" fmla="*/ 153248 h 2359420"/>
                <a:gd name="connsiteX1" fmla="*/ 1724298 w 2431390"/>
                <a:gd name="connsiteY1" fmla="*/ 37135 h 2359420"/>
                <a:gd name="connsiteX2" fmla="*/ 2304869 w 2431390"/>
                <a:gd name="connsiteY2" fmla="*/ 603191 h 2359420"/>
                <a:gd name="connsiteX3" fmla="*/ 2406468 w 2431390"/>
                <a:gd name="connsiteY3" fmla="*/ 1415992 h 2359420"/>
                <a:gd name="connsiteX4" fmla="*/ 1463040 w 2431390"/>
                <a:gd name="connsiteY4" fmla="*/ 2359420 h 2359420"/>
                <a:gd name="connsiteX5" fmla="*/ 447041 w 2431390"/>
                <a:gd name="connsiteY5" fmla="*/ 2069135 h 2359420"/>
                <a:gd name="connsiteX6" fmla="*/ 243841 w 2431390"/>
                <a:gd name="connsiteY6" fmla="*/ 1111191 h 2359420"/>
                <a:gd name="connsiteX7" fmla="*/ 751841 w 2431390"/>
                <a:gd name="connsiteY7" fmla="*/ 153248 h 2359420"/>
                <a:gd name="connsiteX0" fmla="*/ 751841 w 2431390"/>
                <a:gd name="connsiteY0" fmla="*/ 153248 h 2359420"/>
                <a:gd name="connsiteX1" fmla="*/ 1724298 w 2431390"/>
                <a:gd name="connsiteY1" fmla="*/ 37135 h 2359420"/>
                <a:gd name="connsiteX2" fmla="*/ 2304869 w 2431390"/>
                <a:gd name="connsiteY2" fmla="*/ 603191 h 2359420"/>
                <a:gd name="connsiteX3" fmla="*/ 2406468 w 2431390"/>
                <a:gd name="connsiteY3" fmla="*/ 1415992 h 2359420"/>
                <a:gd name="connsiteX4" fmla="*/ 1463040 w 2431390"/>
                <a:gd name="connsiteY4" fmla="*/ 2359420 h 2359420"/>
                <a:gd name="connsiteX5" fmla="*/ 447041 w 2431390"/>
                <a:gd name="connsiteY5" fmla="*/ 2069135 h 2359420"/>
                <a:gd name="connsiteX6" fmla="*/ 243841 w 2431390"/>
                <a:gd name="connsiteY6" fmla="*/ 1111191 h 2359420"/>
                <a:gd name="connsiteX7" fmla="*/ 751841 w 2431390"/>
                <a:gd name="connsiteY7" fmla="*/ 153248 h 2359420"/>
                <a:gd name="connsiteX0" fmla="*/ 751841 w 2431390"/>
                <a:gd name="connsiteY0" fmla="*/ 335920 h 2542092"/>
                <a:gd name="connsiteX1" fmla="*/ 1724298 w 2431390"/>
                <a:gd name="connsiteY1" fmla="*/ 219807 h 2542092"/>
                <a:gd name="connsiteX2" fmla="*/ 2304869 w 2431390"/>
                <a:gd name="connsiteY2" fmla="*/ 785863 h 2542092"/>
                <a:gd name="connsiteX3" fmla="*/ 2406468 w 2431390"/>
                <a:gd name="connsiteY3" fmla="*/ 1598664 h 2542092"/>
                <a:gd name="connsiteX4" fmla="*/ 1463040 w 2431390"/>
                <a:gd name="connsiteY4" fmla="*/ 2542092 h 2542092"/>
                <a:gd name="connsiteX5" fmla="*/ 447041 w 2431390"/>
                <a:gd name="connsiteY5" fmla="*/ 2251807 h 2542092"/>
                <a:gd name="connsiteX6" fmla="*/ 243841 w 2431390"/>
                <a:gd name="connsiteY6" fmla="*/ 1293863 h 2542092"/>
                <a:gd name="connsiteX7" fmla="*/ 751841 w 2431390"/>
                <a:gd name="connsiteY7" fmla="*/ 335920 h 2542092"/>
                <a:gd name="connsiteX0" fmla="*/ 751841 w 2431390"/>
                <a:gd name="connsiteY0" fmla="*/ 335920 h 2542092"/>
                <a:gd name="connsiteX1" fmla="*/ 1724298 w 2431390"/>
                <a:gd name="connsiteY1" fmla="*/ 219807 h 2542092"/>
                <a:gd name="connsiteX2" fmla="*/ 2304869 w 2431390"/>
                <a:gd name="connsiteY2" fmla="*/ 785863 h 2542092"/>
                <a:gd name="connsiteX3" fmla="*/ 2406468 w 2431390"/>
                <a:gd name="connsiteY3" fmla="*/ 1598664 h 2542092"/>
                <a:gd name="connsiteX4" fmla="*/ 1463040 w 2431390"/>
                <a:gd name="connsiteY4" fmla="*/ 2542092 h 2542092"/>
                <a:gd name="connsiteX5" fmla="*/ 447041 w 2431390"/>
                <a:gd name="connsiteY5" fmla="*/ 2251807 h 2542092"/>
                <a:gd name="connsiteX6" fmla="*/ 243841 w 2431390"/>
                <a:gd name="connsiteY6" fmla="*/ 1293863 h 2542092"/>
                <a:gd name="connsiteX7" fmla="*/ 751841 w 2431390"/>
                <a:gd name="connsiteY7" fmla="*/ 335920 h 2542092"/>
                <a:gd name="connsiteX0" fmla="*/ 751841 w 2431390"/>
                <a:gd name="connsiteY0" fmla="*/ 335920 h 2542092"/>
                <a:gd name="connsiteX1" fmla="*/ 1724298 w 2431390"/>
                <a:gd name="connsiteY1" fmla="*/ 219807 h 2542092"/>
                <a:gd name="connsiteX2" fmla="*/ 2304869 w 2431390"/>
                <a:gd name="connsiteY2" fmla="*/ 785863 h 2542092"/>
                <a:gd name="connsiteX3" fmla="*/ 2406468 w 2431390"/>
                <a:gd name="connsiteY3" fmla="*/ 1598664 h 2542092"/>
                <a:gd name="connsiteX4" fmla="*/ 1463040 w 2431390"/>
                <a:gd name="connsiteY4" fmla="*/ 2542092 h 2542092"/>
                <a:gd name="connsiteX5" fmla="*/ 447041 w 2431390"/>
                <a:gd name="connsiteY5" fmla="*/ 2251807 h 2542092"/>
                <a:gd name="connsiteX6" fmla="*/ 243841 w 2431390"/>
                <a:gd name="connsiteY6" fmla="*/ 1293863 h 2542092"/>
                <a:gd name="connsiteX7" fmla="*/ 751841 w 2431390"/>
                <a:gd name="connsiteY7" fmla="*/ 335920 h 2542092"/>
                <a:gd name="connsiteX0" fmla="*/ 751841 w 2643407"/>
                <a:gd name="connsiteY0" fmla="*/ 335920 h 2542092"/>
                <a:gd name="connsiteX1" fmla="*/ 1724298 w 2643407"/>
                <a:gd name="connsiteY1" fmla="*/ 219807 h 2542092"/>
                <a:gd name="connsiteX2" fmla="*/ 2304869 w 2643407"/>
                <a:gd name="connsiteY2" fmla="*/ 785863 h 2542092"/>
                <a:gd name="connsiteX3" fmla="*/ 2406468 w 2643407"/>
                <a:gd name="connsiteY3" fmla="*/ 1598664 h 2542092"/>
                <a:gd name="connsiteX4" fmla="*/ 1463040 w 2643407"/>
                <a:gd name="connsiteY4" fmla="*/ 2542092 h 2542092"/>
                <a:gd name="connsiteX5" fmla="*/ 447041 w 2643407"/>
                <a:gd name="connsiteY5" fmla="*/ 2251807 h 2542092"/>
                <a:gd name="connsiteX6" fmla="*/ 243841 w 2643407"/>
                <a:gd name="connsiteY6" fmla="*/ 1293863 h 2542092"/>
                <a:gd name="connsiteX7" fmla="*/ 751841 w 2643407"/>
                <a:gd name="connsiteY7" fmla="*/ 335920 h 2542092"/>
                <a:gd name="connsiteX0" fmla="*/ 751841 w 2643407"/>
                <a:gd name="connsiteY0" fmla="*/ 335920 h 2545648"/>
                <a:gd name="connsiteX1" fmla="*/ 1724298 w 2643407"/>
                <a:gd name="connsiteY1" fmla="*/ 219807 h 2545648"/>
                <a:gd name="connsiteX2" fmla="*/ 2304869 w 2643407"/>
                <a:gd name="connsiteY2" fmla="*/ 785863 h 2545648"/>
                <a:gd name="connsiteX3" fmla="*/ 2406468 w 2643407"/>
                <a:gd name="connsiteY3" fmla="*/ 1598664 h 2545648"/>
                <a:gd name="connsiteX4" fmla="*/ 1463040 w 2643407"/>
                <a:gd name="connsiteY4" fmla="*/ 2542092 h 2545648"/>
                <a:gd name="connsiteX5" fmla="*/ 447041 w 2643407"/>
                <a:gd name="connsiteY5" fmla="*/ 2251807 h 2545648"/>
                <a:gd name="connsiteX6" fmla="*/ 243841 w 2643407"/>
                <a:gd name="connsiteY6" fmla="*/ 1293863 h 2545648"/>
                <a:gd name="connsiteX7" fmla="*/ 751841 w 2643407"/>
                <a:gd name="connsiteY7" fmla="*/ 335920 h 2545648"/>
                <a:gd name="connsiteX0" fmla="*/ 751841 w 2643407"/>
                <a:gd name="connsiteY0" fmla="*/ 335920 h 2545880"/>
                <a:gd name="connsiteX1" fmla="*/ 1724298 w 2643407"/>
                <a:gd name="connsiteY1" fmla="*/ 219807 h 2545880"/>
                <a:gd name="connsiteX2" fmla="*/ 2304869 w 2643407"/>
                <a:gd name="connsiteY2" fmla="*/ 785863 h 2545880"/>
                <a:gd name="connsiteX3" fmla="*/ 2406468 w 2643407"/>
                <a:gd name="connsiteY3" fmla="*/ 1598664 h 2545880"/>
                <a:gd name="connsiteX4" fmla="*/ 1463040 w 2643407"/>
                <a:gd name="connsiteY4" fmla="*/ 2542092 h 2545880"/>
                <a:gd name="connsiteX5" fmla="*/ 447041 w 2643407"/>
                <a:gd name="connsiteY5" fmla="*/ 2251807 h 2545880"/>
                <a:gd name="connsiteX6" fmla="*/ 243841 w 2643407"/>
                <a:gd name="connsiteY6" fmla="*/ 1293863 h 2545880"/>
                <a:gd name="connsiteX7" fmla="*/ 751841 w 2643407"/>
                <a:gd name="connsiteY7" fmla="*/ 335920 h 2545880"/>
                <a:gd name="connsiteX0" fmla="*/ 751841 w 2643407"/>
                <a:gd name="connsiteY0" fmla="*/ 335920 h 2543048"/>
                <a:gd name="connsiteX1" fmla="*/ 1724298 w 2643407"/>
                <a:gd name="connsiteY1" fmla="*/ 219807 h 2543048"/>
                <a:gd name="connsiteX2" fmla="*/ 2304869 w 2643407"/>
                <a:gd name="connsiteY2" fmla="*/ 785863 h 2543048"/>
                <a:gd name="connsiteX3" fmla="*/ 2406468 w 2643407"/>
                <a:gd name="connsiteY3" fmla="*/ 1598664 h 2543048"/>
                <a:gd name="connsiteX4" fmla="*/ 1463040 w 2643407"/>
                <a:gd name="connsiteY4" fmla="*/ 2542092 h 2543048"/>
                <a:gd name="connsiteX5" fmla="*/ 447041 w 2643407"/>
                <a:gd name="connsiteY5" fmla="*/ 2251807 h 2543048"/>
                <a:gd name="connsiteX6" fmla="*/ 243841 w 2643407"/>
                <a:gd name="connsiteY6" fmla="*/ 1293863 h 2543048"/>
                <a:gd name="connsiteX7" fmla="*/ 751841 w 2643407"/>
                <a:gd name="connsiteY7" fmla="*/ 335920 h 2543048"/>
                <a:gd name="connsiteX0" fmla="*/ 751841 w 2643407"/>
                <a:gd name="connsiteY0" fmla="*/ 335920 h 2543015"/>
                <a:gd name="connsiteX1" fmla="*/ 1724298 w 2643407"/>
                <a:gd name="connsiteY1" fmla="*/ 219807 h 2543015"/>
                <a:gd name="connsiteX2" fmla="*/ 2304869 w 2643407"/>
                <a:gd name="connsiteY2" fmla="*/ 785863 h 2543015"/>
                <a:gd name="connsiteX3" fmla="*/ 2406468 w 2643407"/>
                <a:gd name="connsiteY3" fmla="*/ 1598664 h 2543015"/>
                <a:gd name="connsiteX4" fmla="*/ 1463040 w 2643407"/>
                <a:gd name="connsiteY4" fmla="*/ 2542092 h 2543015"/>
                <a:gd name="connsiteX5" fmla="*/ 447041 w 2643407"/>
                <a:gd name="connsiteY5" fmla="*/ 2251807 h 2543015"/>
                <a:gd name="connsiteX6" fmla="*/ 243841 w 2643407"/>
                <a:gd name="connsiteY6" fmla="*/ 1293863 h 2543015"/>
                <a:gd name="connsiteX7" fmla="*/ 751841 w 2643407"/>
                <a:gd name="connsiteY7" fmla="*/ 335920 h 2543015"/>
                <a:gd name="connsiteX0" fmla="*/ 751841 w 2643407"/>
                <a:gd name="connsiteY0" fmla="*/ 335920 h 2710275"/>
                <a:gd name="connsiteX1" fmla="*/ 1724298 w 2643407"/>
                <a:gd name="connsiteY1" fmla="*/ 219807 h 2710275"/>
                <a:gd name="connsiteX2" fmla="*/ 2304869 w 2643407"/>
                <a:gd name="connsiteY2" fmla="*/ 785863 h 2710275"/>
                <a:gd name="connsiteX3" fmla="*/ 2406468 w 2643407"/>
                <a:gd name="connsiteY3" fmla="*/ 1598664 h 2710275"/>
                <a:gd name="connsiteX4" fmla="*/ 1463040 w 2643407"/>
                <a:gd name="connsiteY4" fmla="*/ 2542092 h 2710275"/>
                <a:gd name="connsiteX5" fmla="*/ 447041 w 2643407"/>
                <a:gd name="connsiteY5" fmla="*/ 2251807 h 2710275"/>
                <a:gd name="connsiteX6" fmla="*/ 243841 w 2643407"/>
                <a:gd name="connsiteY6" fmla="*/ 1293863 h 2710275"/>
                <a:gd name="connsiteX7" fmla="*/ 751841 w 2643407"/>
                <a:gd name="connsiteY7" fmla="*/ 335920 h 2710275"/>
                <a:gd name="connsiteX0" fmla="*/ 751841 w 2643407"/>
                <a:gd name="connsiteY0" fmla="*/ 335920 h 2716951"/>
                <a:gd name="connsiteX1" fmla="*/ 1724298 w 2643407"/>
                <a:gd name="connsiteY1" fmla="*/ 219807 h 2716951"/>
                <a:gd name="connsiteX2" fmla="*/ 2304869 w 2643407"/>
                <a:gd name="connsiteY2" fmla="*/ 785863 h 2716951"/>
                <a:gd name="connsiteX3" fmla="*/ 2406468 w 2643407"/>
                <a:gd name="connsiteY3" fmla="*/ 1598664 h 2716951"/>
                <a:gd name="connsiteX4" fmla="*/ 1463040 w 2643407"/>
                <a:gd name="connsiteY4" fmla="*/ 2542092 h 2716951"/>
                <a:gd name="connsiteX5" fmla="*/ 447041 w 2643407"/>
                <a:gd name="connsiteY5" fmla="*/ 2251807 h 2716951"/>
                <a:gd name="connsiteX6" fmla="*/ 243841 w 2643407"/>
                <a:gd name="connsiteY6" fmla="*/ 1293863 h 2716951"/>
                <a:gd name="connsiteX7" fmla="*/ 751841 w 2643407"/>
                <a:gd name="connsiteY7" fmla="*/ 335920 h 2716951"/>
                <a:gd name="connsiteX0" fmla="*/ 751841 w 2448209"/>
                <a:gd name="connsiteY0" fmla="*/ 335920 h 2716951"/>
                <a:gd name="connsiteX1" fmla="*/ 1724298 w 2448209"/>
                <a:gd name="connsiteY1" fmla="*/ 219807 h 2716951"/>
                <a:gd name="connsiteX2" fmla="*/ 2406468 w 2448209"/>
                <a:gd name="connsiteY2" fmla="*/ 1598664 h 2716951"/>
                <a:gd name="connsiteX3" fmla="*/ 1463040 w 2448209"/>
                <a:gd name="connsiteY3" fmla="*/ 2542092 h 2716951"/>
                <a:gd name="connsiteX4" fmla="*/ 447041 w 2448209"/>
                <a:gd name="connsiteY4" fmla="*/ 2251807 h 2716951"/>
                <a:gd name="connsiteX5" fmla="*/ 243841 w 2448209"/>
                <a:gd name="connsiteY5" fmla="*/ 1293863 h 2716951"/>
                <a:gd name="connsiteX6" fmla="*/ 751841 w 2448209"/>
                <a:gd name="connsiteY6" fmla="*/ 335920 h 2716951"/>
                <a:gd name="connsiteX0" fmla="*/ 751841 w 2409721"/>
                <a:gd name="connsiteY0" fmla="*/ 335920 h 2716951"/>
                <a:gd name="connsiteX1" fmla="*/ 1724298 w 2409721"/>
                <a:gd name="connsiteY1" fmla="*/ 219807 h 2716951"/>
                <a:gd name="connsiteX2" fmla="*/ 2359350 w 2409721"/>
                <a:gd name="connsiteY2" fmla="*/ 1102852 h 2716951"/>
                <a:gd name="connsiteX3" fmla="*/ 1463040 w 2409721"/>
                <a:gd name="connsiteY3" fmla="*/ 2542092 h 2716951"/>
                <a:gd name="connsiteX4" fmla="*/ 447041 w 2409721"/>
                <a:gd name="connsiteY4" fmla="*/ 2251807 h 2716951"/>
                <a:gd name="connsiteX5" fmla="*/ 243841 w 2409721"/>
                <a:gd name="connsiteY5" fmla="*/ 1293863 h 2716951"/>
                <a:gd name="connsiteX6" fmla="*/ 751841 w 2409721"/>
                <a:gd name="connsiteY6" fmla="*/ 335920 h 2716951"/>
                <a:gd name="connsiteX0" fmla="*/ 751841 w 2409721"/>
                <a:gd name="connsiteY0" fmla="*/ 335920 h 2716951"/>
                <a:gd name="connsiteX1" fmla="*/ 1724298 w 2409721"/>
                <a:gd name="connsiteY1" fmla="*/ 219807 h 2716951"/>
                <a:gd name="connsiteX2" fmla="*/ 2359350 w 2409721"/>
                <a:gd name="connsiteY2" fmla="*/ 1102852 h 2716951"/>
                <a:gd name="connsiteX3" fmla="*/ 1463040 w 2409721"/>
                <a:gd name="connsiteY3" fmla="*/ 2542092 h 2716951"/>
                <a:gd name="connsiteX4" fmla="*/ 447041 w 2409721"/>
                <a:gd name="connsiteY4" fmla="*/ 2251807 h 2716951"/>
                <a:gd name="connsiteX5" fmla="*/ 243841 w 2409721"/>
                <a:gd name="connsiteY5" fmla="*/ 1293863 h 2716951"/>
                <a:gd name="connsiteX6" fmla="*/ 751841 w 2409721"/>
                <a:gd name="connsiteY6" fmla="*/ 335920 h 2716951"/>
                <a:gd name="connsiteX0" fmla="*/ 751841 w 2409721"/>
                <a:gd name="connsiteY0" fmla="*/ 335920 h 2716951"/>
                <a:gd name="connsiteX1" fmla="*/ 1724298 w 2409721"/>
                <a:gd name="connsiteY1" fmla="*/ 219807 h 2716951"/>
                <a:gd name="connsiteX2" fmla="*/ 2359350 w 2409721"/>
                <a:gd name="connsiteY2" fmla="*/ 1102852 h 2716951"/>
                <a:gd name="connsiteX3" fmla="*/ 1463040 w 2409721"/>
                <a:gd name="connsiteY3" fmla="*/ 2542092 h 2716951"/>
                <a:gd name="connsiteX4" fmla="*/ 447041 w 2409721"/>
                <a:gd name="connsiteY4" fmla="*/ 2251807 h 2716951"/>
                <a:gd name="connsiteX5" fmla="*/ 243841 w 2409721"/>
                <a:gd name="connsiteY5" fmla="*/ 1293863 h 2716951"/>
                <a:gd name="connsiteX6" fmla="*/ 751841 w 2409721"/>
                <a:gd name="connsiteY6" fmla="*/ 335920 h 2716951"/>
                <a:gd name="connsiteX0" fmla="*/ 832304 w 2490184"/>
                <a:gd name="connsiteY0" fmla="*/ 335920 h 2716951"/>
                <a:gd name="connsiteX1" fmla="*/ 1804761 w 2490184"/>
                <a:gd name="connsiteY1" fmla="*/ 219807 h 2716951"/>
                <a:gd name="connsiteX2" fmla="*/ 2439813 w 2490184"/>
                <a:gd name="connsiteY2" fmla="*/ 1102852 h 2716951"/>
                <a:gd name="connsiteX3" fmla="*/ 1543503 w 2490184"/>
                <a:gd name="connsiteY3" fmla="*/ 2542092 h 2716951"/>
                <a:gd name="connsiteX4" fmla="*/ 527504 w 2490184"/>
                <a:gd name="connsiteY4" fmla="*/ 2251807 h 2716951"/>
                <a:gd name="connsiteX5" fmla="*/ 228109 w 2490184"/>
                <a:gd name="connsiteY5" fmla="*/ 1316113 h 2716951"/>
                <a:gd name="connsiteX6" fmla="*/ 832304 w 2490184"/>
                <a:gd name="connsiteY6" fmla="*/ 335920 h 2716951"/>
                <a:gd name="connsiteX0" fmla="*/ 832304 w 2481016"/>
                <a:gd name="connsiteY0" fmla="*/ 335920 h 2674099"/>
                <a:gd name="connsiteX1" fmla="*/ 1804761 w 2481016"/>
                <a:gd name="connsiteY1" fmla="*/ 219807 h 2674099"/>
                <a:gd name="connsiteX2" fmla="*/ 2439813 w 2481016"/>
                <a:gd name="connsiteY2" fmla="*/ 1102852 h 2674099"/>
                <a:gd name="connsiteX3" fmla="*/ 1493114 w 2481016"/>
                <a:gd name="connsiteY3" fmla="*/ 2411868 h 2674099"/>
                <a:gd name="connsiteX4" fmla="*/ 527504 w 2481016"/>
                <a:gd name="connsiteY4" fmla="*/ 2251807 h 2674099"/>
                <a:gd name="connsiteX5" fmla="*/ 228109 w 2481016"/>
                <a:gd name="connsiteY5" fmla="*/ 1316113 h 2674099"/>
                <a:gd name="connsiteX6" fmla="*/ 832304 w 2481016"/>
                <a:gd name="connsiteY6" fmla="*/ 335920 h 2674099"/>
                <a:gd name="connsiteX0" fmla="*/ 832304 w 2479178"/>
                <a:gd name="connsiteY0" fmla="*/ 335920 h 2674099"/>
                <a:gd name="connsiteX1" fmla="*/ 1804761 w 2479178"/>
                <a:gd name="connsiteY1" fmla="*/ 219807 h 2674099"/>
                <a:gd name="connsiteX2" fmla="*/ 2439813 w 2479178"/>
                <a:gd name="connsiteY2" fmla="*/ 1102852 h 2674099"/>
                <a:gd name="connsiteX3" fmla="*/ 2213297 w 2479178"/>
                <a:gd name="connsiteY3" fmla="*/ 1838534 h 2674099"/>
                <a:gd name="connsiteX4" fmla="*/ 1493114 w 2479178"/>
                <a:gd name="connsiteY4" fmla="*/ 2411868 h 2674099"/>
                <a:gd name="connsiteX5" fmla="*/ 527504 w 2479178"/>
                <a:gd name="connsiteY5" fmla="*/ 2251807 h 2674099"/>
                <a:gd name="connsiteX6" fmla="*/ 228109 w 2479178"/>
                <a:gd name="connsiteY6" fmla="*/ 1316113 h 2674099"/>
                <a:gd name="connsiteX7" fmla="*/ 832304 w 2479178"/>
                <a:gd name="connsiteY7" fmla="*/ 335920 h 2674099"/>
                <a:gd name="connsiteX0" fmla="*/ 832304 w 2479178"/>
                <a:gd name="connsiteY0" fmla="*/ 335920 h 2674099"/>
                <a:gd name="connsiteX1" fmla="*/ 1804761 w 2479178"/>
                <a:gd name="connsiteY1" fmla="*/ 219807 h 2674099"/>
                <a:gd name="connsiteX2" fmla="*/ 2439813 w 2479178"/>
                <a:gd name="connsiteY2" fmla="*/ 1102852 h 2674099"/>
                <a:gd name="connsiteX3" fmla="*/ 2213297 w 2479178"/>
                <a:gd name="connsiteY3" fmla="*/ 1838534 h 2674099"/>
                <a:gd name="connsiteX4" fmla="*/ 1493114 w 2479178"/>
                <a:gd name="connsiteY4" fmla="*/ 2411868 h 2674099"/>
                <a:gd name="connsiteX5" fmla="*/ 527504 w 2479178"/>
                <a:gd name="connsiteY5" fmla="*/ 2251807 h 2674099"/>
                <a:gd name="connsiteX6" fmla="*/ 228109 w 2479178"/>
                <a:gd name="connsiteY6" fmla="*/ 1316113 h 2674099"/>
                <a:gd name="connsiteX7" fmla="*/ 832304 w 2479178"/>
                <a:gd name="connsiteY7" fmla="*/ 335920 h 2674099"/>
                <a:gd name="connsiteX0" fmla="*/ 832304 w 2488072"/>
                <a:gd name="connsiteY0" fmla="*/ 335920 h 2674099"/>
                <a:gd name="connsiteX1" fmla="*/ 1804761 w 2488072"/>
                <a:gd name="connsiteY1" fmla="*/ 219807 h 2674099"/>
                <a:gd name="connsiteX2" fmla="*/ 2439813 w 2488072"/>
                <a:gd name="connsiteY2" fmla="*/ 1102852 h 2674099"/>
                <a:gd name="connsiteX3" fmla="*/ 2213297 w 2488072"/>
                <a:gd name="connsiteY3" fmla="*/ 1838534 h 2674099"/>
                <a:gd name="connsiteX4" fmla="*/ 1493114 w 2488072"/>
                <a:gd name="connsiteY4" fmla="*/ 2411868 h 2674099"/>
                <a:gd name="connsiteX5" fmla="*/ 527504 w 2488072"/>
                <a:gd name="connsiteY5" fmla="*/ 2251807 h 2674099"/>
                <a:gd name="connsiteX6" fmla="*/ 228109 w 2488072"/>
                <a:gd name="connsiteY6" fmla="*/ 1316113 h 2674099"/>
                <a:gd name="connsiteX7" fmla="*/ 832304 w 2488072"/>
                <a:gd name="connsiteY7" fmla="*/ 335920 h 2674099"/>
                <a:gd name="connsiteX0" fmla="*/ 832304 w 2502160"/>
                <a:gd name="connsiteY0" fmla="*/ 335920 h 2674099"/>
                <a:gd name="connsiteX1" fmla="*/ 1804761 w 2502160"/>
                <a:gd name="connsiteY1" fmla="*/ 219807 h 2674099"/>
                <a:gd name="connsiteX2" fmla="*/ 2439813 w 2502160"/>
                <a:gd name="connsiteY2" fmla="*/ 1102852 h 2674099"/>
                <a:gd name="connsiteX3" fmla="*/ 2213297 w 2502160"/>
                <a:gd name="connsiteY3" fmla="*/ 1838534 h 2674099"/>
                <a:gd name="connsiteX4" fmla="*/ 1493114 w 2502160"/>
                <a:gd name="connsiteY4" fmla="*/ 2411868 h 2674099"/>
                <a:gd name="connsiteX5" fmla="*/ 527504 w 2502160"/>
                <a:gd name="connsiteY5" fmla="*/ 2251807 h 2674099"/>
                <a:gd name="connsiteX6" fmla="*/ 228109 w 2502160"/>
                <a:gd name="connsiteY6" fmla="*/ 1316113 h 2674099"/>
                <a:gd name="connsiteX7" fmla="*/ 832304 w 2502160"/>
                <a:gd name="connsiteY7" fmla="*/ 335920 h 2674099"/>
                <a:gd name="connsiteX0" fmla="*/ 832304 w 2502160"/>
                <a:gd name="connsiteY0" fmla="*/ 335920 h 2674099"/>
                <a:gd name="connsiteX1" fmla="*/ 1804761 w 2502160"/>
                <a:gd name="connsiteY1" fmla="*/ 219807 h 2674099"/>
                <a:gd name="connsiteX2" fmla="*/ 2439813 w 2502160"/>
                <a:gd name="connsiteY2" fmla="*/ 1102852 h 2674099"/>
                <a:gd name="connsiteX3" fmla="*/ 2213297 w 2502160"/>
                <a:gd name="connsiteY3" fmla="*/ 1838534 h 2674099"/>
                <a:gd name="connsiteX4" fmla="*/ 1493114 w 2502160"/>
                <a:gd name="connsiteY4" fmla="*/ 2411868 h 2674099"/>
                <a:gd name="connsiteX5" fmla="*/ 527504 w 2502160"/>
                <a:gd name="connsiteY5" fmla="*/ 2251807 h 2674099"/>
                <a:gd name="connsiteX6" fmla="*/ 228109 w 2502160"/>
                <a:gd name="connsiteY6" fmla="*/ 1316113 h 2674099"/>
                <a:gd name="connsiteX7" fmla="*/ 832304 w 2502160"/>
                <a:gd name="connsiteY7" fmla="*/ 335920 h 2674099"/>
                <a:gd name="connsiteX0" fmla="*/ 832304 w 2502160"/>
                <a:gd name="connsiteY0" fmla="*/ 335920 h 2674099"/>
                <a:gd name="connsiteX1" fmla="*/ 1804761 w 2502160"/>
                <a:gd name="connsiteY1" fmla="*/ 219807 h 2674099"/>
                <a:gd name="connsiteX2" fmla="*/ 2439813 w 2502160"/>
                <a:gd name="connsiteY2" fmla="*/ 1102852 h 2674099"/>
                <a:gd name="connsiteX3" fmla="*/ 2213297 w 2502160"/>
                <a:gd name="connsiteY3" fmla="*/ 1838534 h 2674099"/>
                <a:gd name="connsiteX4" fmla="*/ 1493114 w 2502160"/>
                <a:gd name="connsiteY4" fmla="*/ 2411868 h 2674099"/>
                <a:gd name="connsiteX5" fmla="*/ 527504 w 2502160"/>
                <a:gd name="connsiteY5" fmla="*/ 2251807 h 2674099"/>
                <a:gd name="connsiteX6" fmla="*/ 228109 w 2502160"/>
                <a:gd name="connsiteY6" fmla="*/ 1316113 h 2674099"/>
                <a:gd name="connsiteX7" fmla="*/ 832304 w 2502160"/>
                <a:gd name="connsiteY7" fmla="*/ 335920 h 267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02160" h="2674099">
                  <a:moveTo>
                    <a:pt x="832304" y="335920"/>
                  </a:moveTo>
                  <a:cubicBezTo>
                    <a:pt x="1197701" y="-231104"/>
                    <a:pt x="1645104" y="55311"/>
                    <a:pt x="1804761" y="219807"/>
                  </a:cubicBezTo>
                  <a:cubicBezTo>
                    <a:pt x="2080532" y="430264"/>
                    <a:pt x="2630594" y="154769"/>
                    <a:pt x="2439813" y="1102852"/>
                  </a:cubicBezTo>
                  <a:cubicBezTo>
                    <a:pt x="2545639" y="1360533"/>
                    <a:pt x="2544712" y="1553179"/>
                    <a:pt x="2213297" y="1838534"/>
                  </a:cubicBezTo>
                  <a:cubicBezTo>
                    <a:pt x="2196863" y="2550990"/>
                    <a:pt x="1868095" y="2398942"/>
                    <a:pt x="1493114" y="2411868"/>
                  </a:cubicBezTo>
                  <a:cubicBezTo>
                    <a:pt x="1230648" y="2337966"/>
                    <a:pt x="820450" y="3141049"/>
                    <a:pt x="527504" y="2251807"/>
                  </a:cubicBezTo>
                  <a:cubicBezTo>
                    <a:pt x="590399" y="2048607"/>
                    <a:pt x="-444386" y="2227973"/>
                    <a:pt x="228109" y="1316113"/>
                  </a:cubicBezTo>
                  <a:cubicBezTo>
                    <a:pt x="-67378" y="318619"/>
                    <a:pt x="365555" y="392386"/>
                    <a:pt x="832304" y="335920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4">
              <a:extLst>
                <a:ext uri="{FF2B5EF4-FFF2-40B4-BE49-F238E27FC236}">
                  <a16:creationId xmlns:a16="http://schemas.microsoft.com/office/drawing/2014/main" id="{4E064EF1-9F92-904A-A0B7-E1DDE9C79449}"/>
                </a:ext>
              </a:extLst>
            </p:cNvPr>
            <p:cNvSpPr/>
            <p:nvPr/>
          </p:nvSpPr>
          <p:spPr>
            <a:xfrm>
              <a:off x="3687749" y="3280646"/>
              <a:ext cx="873542" cy="683568"/>
            </a:xfrm>
            <a:custGeom>
              <a:avLst/>
              <a:gdLst>
                <a:gd name="connsiteX0" fmla="*/ 0 w 1001485"/>
                <a:gd name="connsiteY0" fmla="*/ 0 h 638629"/>
                <a:gd name="connsiteX1" fmla="*/ 1001485 w 1001485"/>
                <a:gd name="connsiteY1" fmla="*/ 0 h 638629"/>
                <a:gd name="connsiteX2" fmla="*/ 1001485 w 1001485"/>
                <a:gd name="connsiteY2" fmla="*/ 638629 h 638629"/>
                <a:gd name="connsiteX3" fmla="*/ 0 w 1001485"/>
                <a:gd name="connsiteY3" fmla="*/ 638629 h 638629"/>
                <a:gd name="connsiteX4" fmla="*/ 0 w 1001485"/>
                <a:gd name="connsiteY4" fmla="*/ 0 h 638629"/>
                <a:gd name="connsiteX0" fmla="*/ 0 w 1166585"/>
                <a:gd name="connsiteY0" fmla="*/ 57150 h 638629"/>
                <a:gd name="connsiteX1" fmla="*/ 1166585 w 1166585"/>
                <a:gd name="connsiteY1" fmla="*/ 0 h 638629"/>
                <a:gd name="connsiteX2" fmla="*/ 1166585 w 1166585"/>
                <a:gd name="connsiteY2" fmla="*/ 638629 h 638629"/>
                <a:gd name="connsiteX3" fmla="*/ 165100 w 1166585"/>
                <a:gd name="connsiteY3" fmla="*/ 638629 h 638629"/>
                <a:gd name="connsiteX4" fmla="*/ 0 w 1166585"/>
                <a:gd name="connsiteY4" fmla="*/ 57150 h 638629"/>
                <a:gd name="connsiteX0" fmla="*/ 31750 w 1001485"/>
                <a:gd name="connsiteY0" fmla="*/ 0 h 727529"/>
                <a:gd name="connsiteX1" fmla="*/ 1001485 w 1001485"/>
                <a:gd name="connsiteY1" fmla="*/ 88900 h 727529"/>
                <a:gd name="connsiteX2" fmla="*/ 1001485 w 1001485"/>
                <a:gd name="connsiteY2" fmla="*/ 727529 h 727529"/>
                <a:gd name="connsiteX3" fmla="*/ 0 w 1001485"/>
                <a:gd name="connsiteY3" fmla="*/ 727529 h 727529"/>
                <a:gd name="connsiteX4" fmla="*/ 31750 w 1001485"/>
                <a:gd name="connsiteY4" fmla="*/ 0 h 727529"/>
                <a:gd name="connsiteX0" fmla="*/ 31750 w 1001485"/>
                <a:gd name="connsiteY0" fmla="*/ 88900 h 816429"/>
                <a:gd name="connsiteX1" fmla="*/ 429985 w 1001485"/>
                <a:gd name="connsiteY1" fmla="*/ 0 h 816429"/>
                <a:gd name="connsiteX2" fmla="*/ 1001485 w 1001485"/>
                <a:gd name="connsiteY2" fmla="*/ 816429 h 816429"/>
                <a:gd name="connsiteX3" fmla="*/ 0 w 1001485"/>
                <a:gd name="connsiteY3" fmla="*/ 816429 h 816429"/>
                <a:gd name="connsiteX4" fmla="*/ 31750 w 1001485"/>
                <a:gd name="connsiteY4" fmla="*/ 88900 h 816429"/>
                <a:gd name="connsiteX0" fmla="*/ 31750 w 645885"/>
                <a:gd name="connsiteY0" fmla="*/ 88900 h 816429"/>
                <a:gd name="connsiteX1" fmla="*/ 429985 w 645885"/>
                <a:gd name="connsiteY1" fmla="*/ 0 h 816429"/>
                <a:gd name="connsiteX2" fmla="*/ 645885 w 645885"/>
                <a:gd name="connsiteY2" fmla="*/ 79829 h 816429"/>
                <a:gd name="connsiteX3" fmla="*/ 0 w 645885"/>
                <a:gd name="connsiteY3" fmla="*/ 816429 h 816429"/>
                <a:gd name="connsiteX4" fmla="*/ 31750 w 645885"/>
                <a:gd name="connsiteY4" fmla="*/ 88900 h 816429"/>
                <a:gd name="connsiteX0" fmla="*/ 31750 w 645885"/>
                <a:gd name="connsiteY0" fmla="*/ 88900 h 575129"/>
                <a:gd name="connsiteX1" fmla="*/ 429985 w 645885"/>
                <a:gd name="connsiteY1" fmla="*/ 0 h 575129"/>
                <a:gd name="connsiteX2" fmla="*/ 645885 w 645885"/>
                <a:gd name="connsiteY2" fmla="*/ 79829 h 575129"/>
                <a:gd name="connsiteX3" fmla="*/ 0 w 645885"/>
                <a:gd name="connsiteY3" fmla="*/ 575129 h 575129"/>
                <a:gd name="connsiteX4" fmla="*/ 31750 w 645885"/>
                <a:gd name="connsiteY4" fmla="*/ 88900 h 575129"/>
                <a:gd name="connsiteX0" fmla="*/ 196355 w 810490"/>
                <a:gd name="connsiteY0" fmla="*/ 88900 h 575129"/>
                <a:gd name="connsiteX1" fmla="*/ 594590 w 810490"/>
                <a:gd name="connsiteY1" fmla="*/ 0 h 575129"/>
                <a:gd name="connsiteX2" fmla="*/ 810490 w 810490"/>
                <a:gd name="connsiteY2" fmla="*/ 79829 h 575129"/>
                <a:gd name="connsiteX3" fmla="*/ 164605 w 810490"/>
                <a:gd name="connsiteY3" fmla="*/ 575129 h 575129"/>
                <a:gd name="connsiteX4" fmla="*/ 196355 w 810490"/>
                <a:gd name="connsiteY4" fmla="*/ 88900 h 575129"/>
                <a:gd name="connsiteX0" fmla="*/ 259407 w 873542"/>
                <a:gd name="connsiteY0" fmla="*/ 88900 h 575129"/>
                <a:gd name="connsiteX1" fmla="*/ 657642 w 873542"/>
                <a:gd name="connsiteY1" fmla="*/ 0 h 575129"/>
                <a:gd name="connsiteX2" fmla="*/ 873542 w 873542"/>
                <a:gd name="connsiteY2" fmla="*/ 79829 h 575129"/>
                <a:gd name="connsiteX3" fmla="*/ 227657 w 873542"/>
                <a:gd name="connsiteY3" fmla="*/ 575129 h 575129"/>
                <a:gd name="connsiteX4" fmla="*/ 259407 w 873542"/>
                <a:gd name="connsiteY4" fmla="*/ 88900 h 575129"/>
                <a:gd name="connsiteX0" fmla="*/ 259407 w 873542"/>
                <a:gd name="connsiteY0" fmla="*/ 159074 h 645303"/>
                <a:gd name="connsiteX1" fmla="*/ 657642 w 873542"/>
                <a:gd name="connsiteY1" fmla="*/ 70174 h 645303"/>
                <a:gd name="connsiteX2" fmla="*/ 873542 w 873542"/>
                <a:gd name="connsiteY2" fmla="*/ 150003 h 645303"/>
                <a:gd name="connsiteX3" fmla="*/ 227657 w 873542"/>
                <a:gd name="connsiteY3" fmla="*/ 645303 h 645303"/>
                <a:gd name="connsiteX4" fmla="*/ 259407 w 873542"/>
                <a:gd name="connsiteY4" fmla="*/ 159074 h 645303"/>
                <a:gd name="connsiteX0" fmla="*/ 259407 w 873542"/>
                <a:gd name="connsiteY0" fmla="*/ 159074 h 645303"/>
                <a:gd name="connsiteX1" fmla="*/ 638592 w 873542"/>
                <a:gd name="connsiteY1" fmla="*/ 70174 h 645303"/>
                <a:gd name="connsiteX2" fmla="*/ 873542 w 873542"/>
                <a:gd name="connsiteY2" fmla="*/ 150003 h 645303"/>
                <a:gd name="connsiteX3" fmla="*/ 227657 w 873542"/>
                <a:gd name="connsiteY3" fmla="*/ 645303 h 645303"/>
                <a:gd name="connsiteX4" fmla="*/ 259407 w 873542"/>
                <a:gd name="connsiteY4" fmla="*/ 159074 h 645303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27657 w 873542"/>
                <a:gd name="connsiteY0" fmla="*/ 683568 h 775008"/>
                <a:gd name="connsiteX1" fmla="*/ 259407 w 873542"/>
                <a:gd name="connsiteY1" fmla="*/ 197339 h 775008"/>
                <a:gd name="connsiteX2" fmla="*/ 638592 w 873542"/>
                <a:gd name="connsiteY2" fmla="*/ 108439 h 775008"/>
                <a:gd name="connsiteX3" fmla="*/ 873542 w 873542"/>
                <a:gd name="connsiteY3" fmla="*/ 188268 h 775008"/>
                <a:gd name="connsiteX4" fmla="*/ 319097 w 873542"/>
                <a:gd name="connsiteY4" fmla="*/ 775008 h 775008"/>
                <a:gd name="connsiteX0" fmla="*/ 227657 w 873542"/>
                <a:gd name="connsiteY0" fmla="*/ 683568 h 683568"/>
                <a:gd name="connsiteX1" fmla="*/ 259407 w 873542"/>
                <a:gd name="connsiteY1" fmla="*/ 197339 h 683568"/>
                <a:gd name="connsiteX2" fmla="*/ 638592 w 873542"/>
                <a:gd name="connsiteY2" fmla="*/ 108439 h 683568"/>
                <a:gd name="connsiteX3" fmla="*/ 873542 w 873542"/>
                <a:gd name="connsiteY3" fmla="*/ 188268 h 683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3542" h="683568">
                  <a:moveTo>
                    <a:pt x="227657" y="683568"/>
                  </a:moveTo>
                  <a:cubicBezTo>
                    <a:pt x="-155460" y="521492"/>
                    <a:pt x="7524" y="251465"/>
                    <a:pt x="259407" y="197339"/>
                  </a:cubicBezTo>
                  <a:cubicBezTo>
                    <a:pt x="354052" y="-118044"/>
                    <a:pt x="543947" y="17422"/>
                    <a:pt x="638592" y="108439"/>
                  </a:cubicBezTo>
                  <a:cubicBezTo>
                    <a:pt x="824859" y="77899"/>
                    <a:pt x="814275" y="161658"/>
                    <a:pt x="873542" y="188268"/>
                  </a:cubicBezTo>
                </a:path>
              </a:pathLst>
            </a:custGeom>
            <a:grpFill/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4">
              <a:extLst>
                <a:ext uri="{FF2B5EF4-FFF2-40B4-BE49-F238E27FC236}">
                  <a16:creationId xmlns:a16="http://schemas.microsoft.com/office/drawing/2014/main" id="{92D9C680-7EEF-5010-1725-C315DCDE805E}"/>
                </a:ext>
              </a:extLst>
            </p:cNvPr>
            <p:cNvSpPr/>
            <p:nvPr/>
          </p:nvSpPr>
          <p:spPr>
            <a:xfrm rot="1414239">
              <a:off x="3705167" y="2186393"/>
              <a:ext cx="1146130" cy="1037713"/>
            </a:xfrm>
            <a:custGeom>
              <a:avLst/>
              <a:gdLst>
                <a:gd name="connsiteX0" fmla="*/ 0 w 1001485"/>
                <a:gd name="connsiteY0" fmla="*/ 0 h 638629"/>
                <a:gd name="connsiteX1" fmla="*/ 1001485 w 1001485"/>
                <a:gd name="connsiteY1" fmla="*/ 0 h 638629"/>
                <a:gd name="connsiteX2" fmla="*/ 1001485 w 1001485"/>
                <a:gd name="connsiteY2" fmla="*/ 638629 h 638629"/>
                <a:gd name="connsiteX3" fmla="*/ 0 w 1001485"/>
                <a:gd name="connsiteY3" fmla="*/ 638629 h 638629"/>
                <a:gd name="connsiteX4" fmla="*/ 0 w 1001485"/>
                <a:gd name="connsiteY4" fmla="*/ 0 h 638629"/>
                <a:gd name="connsiteX0" fmla="*/ 0 w 1166585"/>
                <a:gd name="connsiteY0" fmla="*/ 57150 h 638629"/>
                <a:gd name="connsiteX1" fmla="*/ 1166585 w 1166585"/>
                <a:gd name="connsiteY1" fmla="*/ 0 h 638629"/>
                <a:gd name="connsiteX2" fmla="*/ 1166585 w 1166585"/>
                <a:gd name="connsiteY2" fmla="*/ 638629 h 638629"/>
                <a:gd name="connsiteX3" fmla="*/ 165100 w 1166585"/>
                <a:gd name="connsiteY3" fmla="*/ 638629 h 638629"/>
                <a:gd name="connsiteX4" fmla="*/ 0 w 1166585"/>
                <a:gd name="connsiteY4" fmla="*/ 57150 h 638629"/>
                <a:gd name="connsiteX0" fmla="*/ 31750 w 1001485"/>
                <a:gd name="connsiteY0" fmla="*/ 0 h 727529"/>
                <a:gd name="connsiteX1" fmla="*/ 1001485 w 1001485"/>
                <a:gd name="connsiteY1" fmla="*/ 88900 h 727529"/>
                <a:gd name="connsiteX2" fmla="*/ 1001485 w 1001485"/>
                <a:gd name="connsiteY2" fmla="*/ 727529 h 727529"/>
                <a:gd name="connsiteX3" fmla="*/ 0 w 1001485"/>
                <a:gd name="connsiteY3" fmla="*/ 727529 h 727529"/>
                <a:gd name="connsiteX4" fmla="*/ 31750 w 1001485"/>
                <a:gd name="connsiteY4" fmla="*/ 0 h 727529"/>
                <a:gd name="connsiteX0" fmla="*/ 31750 w 1001485"/>
                <a:gd name="connsiteY0" fmla="*/ 88900 h 816429"/>
                <a:gd name="connsiteX1" fmla="*/ 429985 w 1001485"/>
                <a:gd name="connsiteY1" fmla="*/ 0 h 816429"/>
                <a:gd name="connsiteX2" fmla="*/ 1001485 w 1001485"/>
                <a:gd name="connsiteY2" fmla="*/ 816429 h 816429"/>
                <a:gd name="connsiteX3" fmla="*/ 0 w 1001485"/>
                <a:gd name="connsiteY3" fmla="*/ 816429 h 816429"/>
                <a:gd name="connsiteX4" fmla="*/ 31750 w 1001485"/>
                <a:gd name="connsiteY4" fmla="*/ 88900 h 816429"/>
                <a:gd name="connsiteX0" fmla="*/ 31750 w 645885"/>
                <a:gd name="connsiteY0" fmla="*/ 88900 h 816429"/>
                <a:gd name="connsiteX1" fmla="*/ 429985 w 645885"/>
                <a:gd name="connsiteY1" fmla="*/ 0 h 816429"/>
                <a:gd name="connsiteX2" fmla="*/ 645885 w 645885"/>
                <a:gd name="connsiteY2" fmla="*/ 79829 h 816429"/>
                <a:gd name="connsiteX3" fmla="*/ 0 w 645885"/>
                <a:gd name="connsiteY3" fmla="*/ 816429 h 816429"/>
                <a:gd name="connsiteX4" fmla="*/ 31750 w 645885"/>
                <a:gd name="connsiteY4" fmla="*/ 88900 h 816429"/>
                <a:gd name="connsiteX0" fmla="*/ 31750 w 645885"/>
                <a:gd name="connsiteY0" fmla="*/ 88900 h 575129"/>
                <a:gd name="connsiteX1" fmla="*/ 429985 w 645885"/>
                <a:gd name="connsiteY1" fmla="*/ 0 h 575129"/>
                <a:gd name="connsiteX2" fmla="*/ 645885 w 645885"/>
                <a:gd name="connsiteY2" fmla="*/ 79829 h 575129"/>
                <a:gd name="connsiteX3" fmla="*/ 0 w 645885"/>
                <a:gd name="connsiteY3" fmla="*/ 575129 h 575129"/>
                <a:gd name="connsiteX4" fmla="*/ 31750 w 645885"/>
                <a:gd name="connsiteY4" fmla="*/ 88900 h 575129"/>
                <a:gd name="connsiteX0" fmla="*/ 196355 w 810490"/>
                <a:gd name="connsiteY0" fmla="*/ 88900 h 575129"/>
                <a:gd name="connsiteX1" fmla="*/ 594590 w 810490"/>
                <a:gd name="connsiteY1" fmla="*/ 0 h 575129"/>
                <a:gd name="connsiteX2" fmla="*/ 810490 w 810490"/>
                <a:gd name="connsiteY2" fmla="*/ 79829 h 575129"/>
                <a:gd name="connsiteX3" fmla="*/ 164605 w 810490"/>
                <a:gd name="connsiteY3" fmla="*/ 575129 h 575129"/>
                <a:gd name="connsiteX4" fmla="*/ 196355 w 810490"/>
                <a:gd name="connsiteY4" fmla="*/ 88900 h 575129"/>
                <a:gd name="connsiteX0" fmla="*/ 259407 w 873542"/>
                <a:gd name="connsiteY0" fmla="*/ 88900 h 575129"/>
                <a:gd name="connsiteX1" fmla="*/ 657642 w 873542"/>
                <a:gd name="connsiteY1" fmla="*/ 0 h 575129"/>
                <a:gd name="connsiteX2" fmla="*/ 873542 w 873542"/>
                <a:gd name="connsiteY2" fmla="*/ 79829 h 575129"/>
                <a:gd name="connsiteX3" fmla="*/ 227657 w 873542"/>
                <a:gd name="connsiteY3" fmla="*/ 575129 h 575129"/>
                <a:gd name="connsiteX4" fmla="*/ 259407 w 873542"/>
                <a:gd name="connsiteY4" fmla="*/ 88900 h 575129"/>
                <a:gd name="connsiteX0" fmla="*/ 259407 w 873542"/>
                <a:gd name="connsiteY0" fmla="*/ 159074 h 645303"/>
                <a:gd name="connsiteX1" fmla="*/ 657642 w 873542"/>
                <a:gd name="connsiteY1" fmla="*/ 70174 h 645303"/>
                <a:gd name="connsiteX2" fmla="*/ 873542 w 873542"/>
                <a:gd name="connsiteY2" fmla="*/ 150003 h 645303"/>
                <a:gd name="connsiteX3" fmla="*/ 227657 w 873542"/>
                <a:gd name="connsiteY3" fmla="*/ 645303 h 645303"/>
                <a:gd name="connsiteX4" fmla="*/ 259407 w 873542"/>
                <a:gd name="connsiteY4" fmla="*/ 159074 h 645303"/>
                <a:gd name="connsiteX0" fmla="*/ 259407 w 873542"/>
                <a:gd name="connsiteY0" fmla="*/ 159074 h 645303"/>
                <a:gd name="connsiteX1" fmla="*/ 638592 w 873542"/>
                <a:gd name="connsiteY1" fmla="*/ 70174 h 645303"/>
                <a:gd name="connsiteX2" fmla="*/ 873542 w 873542"/>
                <a:gd name="connsiteY2" fmla="*/ 150003 h 645303"/>
                <a:gd name="connsiteX3" fmla="*/ 227657 w 873542"/>
                <a:gd name="connsiteY3" fmla="*/ 645303 h 645303"/>
                <a:gd name="connsiteX4" fmla="*/ 259407 w 873542"/>
                <a:gd name="connsiteY4" fmla="*/ 159074 h 645303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1037249"/>
                <a:gd name="connsiteY0" fmla="*/ 197339 h 683568"/>
                <a:gd name="connsiteX1" fmla="*/ 638592 w 1037249"/>
                <a:gd name="connsiteY1" fmla="*/ 108439 h 683568"/>
                <a:gd name="connsiteX2" fmla="*/ 1037249 w 1037249"/>
                <a:gd name="connsiteY2" fmla="*/ 102989 h 683568"/>
                <a:gd name="connsiteX3" fmla="*/ 227657 w 1037249"/>
                <a:gd name="connsiteY3" fmla="*/ 683568 h 683568"/>
                <a:gd name="connsiteX4" fmla="*/ 259407 w 1037249"/>
                <a:gd name="connsiteY4" fmla="*/ 197339 h 683568"/>
                <a:gd name="connsiteX0" fmla="*/ 259407 w 1037249"/>
                <a:gd name="connsiteY0" fmla="*/ 323950 h 810179"/>
                <a:gd name="connsiteX1" fmla="*/ 739874 w 1037249"/>
                <a:gd name="connsiteY1" fmla="*/ 38446 h 810179"/>
                <a:gd name="connsiteX2" fmla="*/ 1037249 w 1037249"/>
                <a:gd name="connsiteY2" fmla="*/ 229600 h 810179"/>
                <a:gd name="connsiteX3" fmla="*/ 227657 w 1037249"/>
                <a:gd name="connsiteY3" fmla="*/ 810179 h 810179"/>
                <a:gd name="connsiteX4" fmla="*/ 259407 w 1037249"/>
                <a:gd name="connsiteY4" fmla="*/ 323950 h 810179"/>
                <a:gd name="connsiteX0" fmla="*/ 228532 w 1059584"/>
                <a:gd name="connsiteY0" fmla="*/ 181693 h 901044"/>
                <a:gd name="connsiteX1" fmla="*/ 762209 w 1059584"/>
                <a:gd name="connsiteY1" fmla="*/ 129311 h 901044"/>
                <a:gd name="connsiteX2" fmla="*/ 1059584 w 1059584"/>
                <a:gd name="connsiteY2" fmla="*/ 320465 h 901044"/>
                <a:gd name="connsiteX3" fmla="*/ 249992 w 1059584"/>
                <a:gd name="connsiteY3" fmla="*/ 901044 h 901044"/>
                <a:gd name="connsiteX4" fmla="*/ 228532 w 1059584"/>
                <a:gd name="connsiteY4" fmla="*/ 181693 h 901044"/>
                <a:gd name="connsiteX0" fmla="*/ 148679 w 979731"/>
                <a:gd name="connsiteY0" fmla="*/ 181693 h 915933"/>
                <a:gd name="connsiteX1" fmla="*/ 682356 w 979731"/>
                <a:gd name="connsiteY1" fmla="*/ 129311 h 915933"/>
                <a:gd name="connsiteX2" fmla="*/ 979731 w 979731"/>
                <a:gd name="connsiteY2" fmla="*/ 320465 h 915933"/>
                <a:gd name="connsiteX3" fmla="*/ 170139 w 979731"/>
                <a:gd name="connsiteY3" fmla="*/ 901044 h 915933"/>
                <a:gd name="connsiteX4" fmla="*/ 301 w 979731"/>
                <a:gd name="connsiteY4" fmla="*/ 727852 h 915933"/>
                <a:gd name="connsiteX5" fmla="*/ 148679 w 979731"/>
                <a:gd name="connsiteY5" fmla="*/ 181693 h 915933"/>
                <a:gd name="connsiteX0" fmla="*/ 150331 w 981383"/>
                <a:gd name="connsiteY0" fmla="*/ 181693 h 1008088"/>
                <a:gd name="connsiteX1" fmla="*/ 684008 w 981383"/>
                <a:gd name="connsiteY1" fmla="*/ 129311 h 1008088"/>
                <a:gd name="connsiteX2" fmla="*/ 981383 w 981383"/>
                <a:gd name="connsiteY2" fmla="*/ 320465 h 1008088"/>
                <a:gd name="connsiteX3" fmla="*/ 138240 w 981383"/>
                <a:gd name="connsiteY3" fmla="*/ 998818 h 1008088"/>
                <a:gd name="connsiteX4" fmla="*/ 1953 w 981383"/>
                <a:gd name="connsiteY4" fmla="*/ 727852 h 1008088"/>
                <a:gd name="connsiteX5" fmla="*/ 150331 w 981383"/>
                <a:gd name="connsiteY5" fmla="*/ 181693 h 1008088"/>
                <a:gd name="connsiteX0" fmla="*/ 271843 w 1102895"/>
                <a:gd name="connsiteY0" fmla="*/ 181693 h 1008088"/>
                <a:gd name="connsiteX1" fmla="*/ 805520 w 1102895"/>
                <a:gd name="connsiteY1" fmla="*/ 129311 h 1008088"/>
                <a:gd name="connsiteX2" fmla="*/ 1102895 w 1102895"/>
                <a:gd name="connsiteY2" fmla="*/ 320465 h 1008088"/>
                <a:gd name="connsiteX3" fmla="*/ 259752 w 1102895"/>
                <a:gd name="connsiteY3" fmla="*/ 998818 h 1008088"/>
                <a:gd name="connsiteX4" fmla="*/ 123465 w 1102895"/>
                <a:gd name="connsiteY4" fmla="*/ 727852 h 1008088"/>
                <a:gd name="connsiteX5" fmla="*/ 271843 w 1102895"/>
                <a:gd name="connsiteY5" fmla="*/ 181693 h 1008088"/>
                <a:gd name="connsiteX0" fmla="*/ 315070 w 1146122"/>
                <a:gd name="connsiteY0" fmla="*/ 181693 h 1008088"/>
                <a:gd name="connsiteX1" fmla="*/ 848747 w 1146122"/>
                <a:gd name="connsiteY1" fmla="*/ 129311 h 1008088"/>
                <a:gd name="connsiteX2" fmla="*/ 1146122 w 1146122"/>
                <a:gd name="connsiteY2" fmla="*/ 320465 h 1008088"/>
                <a:gd name="connsiteX3" fmla="*/ 302979 w 1146122"/>
                <a:gd name="connsiteY3" fmla="*/ 998818 h 1008088"/>
                <a:gd name="connsiteX4" fmla="*/ 166692 w 1146122"/>
                <a:gd name="connsiteY4" fmla="*/ 727852 h 1008088"/>
                <a:gd name="connsiteX5" fmla="*/ 315070 w 1146122"/>
                <a:gd name="connsiteY5" fmla="*/ 181693 h 1008088"/>
                <a:gd name="connsiteX0" fmla="*/ 315070 w 1146122"/>
                <a:gd name="connsiteY0" fmla="*/ 212178 h 1038573"/>
                <a:gd name="connsiteX1" fmla="*/ 848747 w 1146122"/>
                <a:gd name="connsiteY1" fmla="*/ 159796 h 1038573"/>
                <a:gd name="connsiteX2" fmla="*/ 1146122 w 1146122"/>
                <a:gd name="connsiteY2" fmla="*/ 350950 h 1038573"/>
                <a:gd name="connsiteX3" fmla="*/ 302979 w 1146122"/>
                <a:gd name="connsiteY3" fmla="*/ 1029303 h 1038573"/>
                <a:gd name="connsiteX4" fmla="*/ 166692 w 1146122"/>
                <a:gd name="connsiteY4" fmla="*/ 758337 h 1038573"/>
                <a:gd name="connsiteX5" fmla="*/ 315070 w 1146122"/>
                <a:gd name="connsiteY5" fmla="*/ 212178 h 1038573"/>
                <a:gd name="connsiteX0" fmla="*/ 315070 w 1146130"/>
                <a:gd name="connsiteY0" fmla="*/ 212178 h 1038573"/>
                <a:gd name="connsiteX1" fmla="*/ 848747 w 1146130"/>
                <a:gd name="connsiteY1" fmla="*/ 159796 h 1038573"/>
                <a:gd name="connsiteX2" fmla="*/ 1146122 w 1146130"/>
                <a:gd name="connsiteY2" fmla="*/ 350950 h 1038573"/>
                <a:gd name="connsiteX3" fmla="*/ 302979 w 1146130"/>
                <a:gd name="connsiteY3" fmla="*/ 1029303 h 1038573"/>
                <a:gd name="connsiteX4" fmla="*/ 166692 w 1146130"/>
                <a:gd name="connsiteY4" fmla="*/ 758337 h 1038573"/>
                <a:gd name="connsiteX5" fmla="*/ 315070 w 1146130"/>
                <a:gd name="connsiteY5" fmla="*/ 212178 h 1038573"/>
                <a:gd name="connsiteX0" fmla="*/ 315070 w 1146130"/>
                <a:gd name="connsiteY0" fmla="*/ 212178 h 1037713"/>
                <a:gd name="connsiteX1" fmla="*/ 848747 w 1146130"/>
                <a:gd name="connsiteY1" fmla="*/ 159796 h 1037713"/>
                <a:gd name="connsiteX2" fmla="*/ 1146122 w 1146130"/>
                <a:gd name="connsiteY2" fmla="*/ 350950 h 1037713"/>
                <a:gd name="connsiteX3" fmla="*/ 302979 w 1146130"/>
                <a:gd name="connsiteY3" fmla="*/ 1029303 h 1037713"/>
                <a:gd name="connsiteX4" fmla="*/ 166692 w 1146130"/>
                <a:gd name="connsiteY4" fmla="*/ 758337 h 1037713"/>
                <a:gd name="connsiteX5" fmla="*/ 315070 w 1146130"/>
                <a:gd name="connsiteY5" fmla="*/ 212178 h 1037713"/>
                <a:gd name="connsiteX0" fmla="*/ 302979 w 1146130"/>
                <a:gd name="connsiteY0" fmla="*/ 1029303 h 1120743"/>
                <a:gd name="connsiteX1" fmla="*/ 166692 w 1146130"/>
                <a:gd name="connsiteY1" fmla="*/ 758337 h 1120743"/>
                <a:gd name="connsiteX2" fmla="*/ 315070 w 1146130"/>
                <a:gd name="connsiteY2" fmla="*/ 212178 h 1120743"/>
                <a:gd name="connsiteX3" fmla="*/ 848747 w 1146130"/>
                <a:gd name="connsiteY3" fmla="*/ 159796 h 1120743"/>
                <a:gd name="connsiteX4" fmla="*/ 1146122 w 1146130"/>
                <a:gd name="connsiteY4" fmla="*/ 350950 h 1120743"/>
                <a:gd name="connsiteX5" fmla="*/ 394419 w 1146130"/>
                <a:gd name="connsiteY5" fmla="*/ 1120743 h 1120743"/>
                <a:gd name="connsiteX0" fmla="*/ 302979 w 1146130"/>
                <a:gd name="connsiteY0" fmla="*/ 1029303 h 1037713"/>
                <a:gd name="connsiteX1" fmla="*/ 166692 w 1146130"/>
                <a:gd name="connsiteY1" fmla="*/ 758337 h 1037713"/>
                <a:gd name="connsiteX2" fmla="*/ 315070 w 1146130"/>
                <a:gd name="connsiteY2" fmla="*/ 212178 h 1037713"/>
                <a:gd name="connsiteX3" fmla="*/ 848747 w 1146130"/>
                <a:gd name="connsiteY3" fmla="*/ 159796 h 1037713"/>
                <a:gd name="connsiteX4" fmla="*/ 1146122 w 1146130"/>
                <a:gd name="connsiteY4" fmla="*/ 350950 h 103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6130" h="1037713">
                  <a:moveTo>
                    <a:pt x="302979" y="1029303"/>
                  </a:moveTo>
                  <a:cubicBezTo>
                    <a:pt x="128543" y="1084766"/>
                    <a:pt x="89214" y="851239"/>
                    <a:pt x="166692" y="758337"/>
                  </a:cubicBezTo>
                  <a:cubicBezTo>
                    <a:pt x="-132433" y="580330"/>
                    <a:pt x="4064" y="269858"/>
                    <a:pt x="315070" y="212178"/>
                  </a:cubicBezTo>
                  <a:cubicBezTo>
                    <a:pt x="409715" y="-103205"/>
                    <a:pt x="736013" y="-20321"/>
                    <a:pt x="848747" y="159796"/>
                  </a:cubicBezTo>
                  <a:cubicBezTo>
                    <a:pt x="1035014" y="129256"/>
                    <a:pt x="1147282" y="256409"/>
                    <a:pt x="1146122" y="350950"/>
                  </a:cubicBezTo>
                </a:path>
              </a:pathLst>
            </a:custGeom>
            <a:grpFill/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4">
              <a:extLst>
                <a:ext uri="{FF2B5EF4-FFF2-40B4-BE49-F238E27FC236}">
                  <a16:creationId xmlns:a16="http://schemas.microsoft.com/office/drawing/2014/main" id="{329B9A1D-599E-C00A-A25E-CB6B3DF759B9}"/>
                </a:ext>
              </a:extLst>
            </p:cNvPr>
            <p:cNvSpPr/>
            <p:nvPr/>
          </p:nvSpPr>
          <p:spPr>
            <a:xfrm rot="4237993">
              <a:off x="5821817" y="3248157"/>
              <a:ext cx="899271" cy="834847"/>
            </a:xfrm>
            <a:custGeom>
              <a:avLst/>
              <a:gdLst>
                <a:gd name="connsiteX0" fmla="*/ 0 w 1001485"/>
                <a:gd name="connsiteY0" fmla="*/ 0 h 638629"/>
                <a:gd name="connsiteX1" fmla="*/ 1001485 w 1001485"/>
                <a:gd name="connsiteY1" fmla="*/ 0 h 638629"/>
                <a:gd name="connsiteX2" fmla="*/ 1001485 w 1001485"/>
                <a:gd name="connsiteY2" fmla="*/ 638629 h 638629"/>
                <a:gd name="connsiteX3" fmla="*/ 0 w 1001485"/>
                <a:gd name="connsiteY3" fmla="*/ 638629 h 638629"/>
                <a:gd name="connsiteX4" fmla="*/ 0 w 1001485"/>
                <a:gd name="connsiteY4" fmla="*/ 0 h 638629"/>
                <a:gd name="connsiteX0" fmla="*/ 0 w 1166585"/>
                <a:gd name="connsiteY0" fmla="*/ 57150 h 638629"/>
                <a:gd name="connsiteX1" fmla="*/ 1166585 w 1166585"/>
                <a:gd name="connsiteY1" fmla="*/ 0 h 638629"/>
                <a:gd name="connsiteX2" fmla="*/ 1166585 w 1166585"/>
                <a:gd name="connsiteY2" fmla="*/ 638629 h 638629"/>
                <a:gd name="connsiteX3" fmla="*/ 165100 w 1166585"/>
                <a:gd name="connsiteY3" fmla="*/ 638629 h 638629"/>
                <a:gd name="connsiteX4" fmla="*/ 0 w 1166585"/>
                <a:gd name="connsiteY4" fmla="*/ 57150 h 638629"/>
                <a:gd name="connsiteX0" fmla="*/ 31750 w 1001485"/>
                <a:gd name="connsiteY0" fmla="*/ 0 h 727529"/>
                <a:gd name="connsiteX1" fmla="*/ 1001485 w 1001485"/>
                <a:gd name="connsiteY1" fmla="*/ 88900 h 727529"/>
                <a:gd name="connsiteX2" fmla="*/ 1001485 w 1001485"/>
                <a:gd name="connsiteY2" fmla="*/ 727529 h 727529"/>
                <a:gd name="connsiteX3" fmla="*/ 0 w 1001485"/>
                <a:gd name="connsiteY3" fmla="*/ 727529 h 727529"/>
                <a:gd name="connsiteX4" fmla="*/ 31750 w 1001485"/>
                <a:gd name="connsiteY4" fmla="*/ 0 h 727529"/>
                <a:gd name="connsiteX0" fmla="*/ 31750 w 1001485"/>
                <a:gd name="connsiteY0" fmla="*/ 88900 h 816429"/>
                <a:gd name="connsiteX1" fmla="*/ 429985 w 1001485"/>
                <a:gd name="connsiteY1" fmla="*/ 0 h 816429"/>
                <a:gd name="connsiteX2" fmla="*/ 1001485 w 1001485"/>
                <a:gd name="connsiteY2" fmla="*/ 816429 h 816429"/>
                <a:gd name="connsiteX3" fmla="*/ 0 w 1001485"/>
                <a:gd name="connsiteY3" fmla="*/ 816429 h 816429"/>
                <a:gd name="connsiteX4" fmla="*/ 31750 w 1001485"/>
                <a:gd name="connsiteY4" fmla="*/ 88900 h 816429"/>
                <a:gd name="connsiteX0" fmla="*/ 31750 w 645885"/>
                <a:gd name="connsiteY0" fmla="*/ 88900 h 816429"/>
                <a:gd name="connsiteX1" fmla="*/ 429985 w 645885"/>
                <a:gd name="connsiteY1" fmla="*/ 0 h 816429"/>
                <a:gd name="connsiteX2" fmla="*/ 645885 w 645885"/>
                <a:gd name="connsiteY2" fmla="*/ 79829 h 816429"/>
                <a:gd name="connsiteX3" fmla="*/ 0 w 645885"/>
                <a:gd name="connsiteY3" fmla="*/ 816429 h 816429"/>
                <a:gd name="connsiteX4" fmla="*/ 31750 w 645885"/>
                <a:gd name="connsiteY4" fmla="*/ 88900 h 816429"/>
                <a:gd name="connsiteX0" fmla="*/ 31750 w 645885"/>
                <a:gd name="connsiteY0" fmla="*/ 88900 h 575129"/>
                <a:gd name="connsiteX1" fmla="*/ 429985 w 645885"/>
                <a:gd name="connsiteY1" fmla="*/ 0 h 575129"/>
                <a:gd name="connsiteX2" fmla="*/ 645885 w 645885"/>
                <a:gd name="connsiteY2" fmla="*/ 79829 h 575129"/>
                <a:gd name="connsiteX3" fmla="*/ 0 w 645885"/>
                <a:gd name="connsiteY3" fmla="*/ 575129 h 575129"/>
                <a:gd name="connsiteX4" fmla="*/ 31750 w 645885"/>
                <a:gd name="connsiteY4" fmla="*/ 88900 h 575129"/>
                <a:gd name="connsiteX0" fmla="*/ 196355 w 810490"/>
                <a:gd name="connsiteY0" fmla="*/ 88900 h 575129"/>
                <a:gd name="connsiteX1" fmla="*/ 594590 w 810490"/>
                <a:gd name="connsiteY1" fmla="*/ 0 h 575129"/>
                <a:gd name="connsiteX2" fmla="*/ 810490 w 810490"/>
                <a:gd name="connsiteY2" fmla="*/ 79829 h 575129"/>
                <a:gd name="connsiteX3" fmla="*/ 164605 w 810490"/>
                <a:gd name="connsiteY3" fmla="*/ 575129 h 575129"/>
                <a:gd name="connsiteX4" fmla="*/ 196355 w 810490"/>
                <a:gd name="connsiteY4" fmla="*/ 88900 h 575129"/>
                <a:gd name="connsiteX0" fmla="*/ 259407 w 873542"/>
                <a:gd name="connsiteY0" fmla="*/ 88900 h 575129"/>
                <a:gd name="connsiteX1" fmla="*/ 657642 w 873542"/>
                <a:gd name="connsiteY1" fmla="*/ 0 h 575129"/>
                <a:gd name="connsiteX2" fmla="*/ 873542 w 873542"/>
                <a:gd name="connsiteY2" fmla="*/ 79829 h 575129"/>
                <a:gd name="connsiteX3" fmla="*/ 227657 w 873542"/>
                <a:gd name="connsiteY3" fmla="*/ 575129 h 575129"/>
                <a:gd name="connsiteX4" fmla="*/ 259407 w 873542"/>
                <a:gd name="connsiteY4" fmla="*/ 88900 h 575129"/>
                <a:gd name="connsiteX0" fmla="*/ 259407 w 873542"/>
                <a:gd name="connsiteY0" fmla="*/ 159074 h 645303"/>
                <a:gd name="connsiteX1" fmla="*/ 657642 w 873542"/>
                <a:gd name="connsiteY1" fmla="*/ 70174 h 645303"/>
                <a:gd name="connsiteX2" fmla="*/ 873542 w 873542"/>
                <a:gd name="connsiteY2" fmla="*/ 150003 h 645303"/>
                <a:gd name="connsiteX3" fmla="*/ 227657 w 873542"/>
                <a:gd name="connsiteY3" fmla="*/ 645303 h 645303"/>
                <a:gd name="connsiteX4" fmla="*/ 259407 w 873542"/>
                <a:gd name="connsiteY4" fmla="*/ 159074 h 645303"/>
                <a:gd name="connsiteX0" fmla="*/ 259407 w 873542"/>
                <a:gd name="connsiteY0" fmla="*/ 159074 h 645303"/>
                <a:gd name="connsiteX1" fmla="*/ 638592 w 873542"/>
                <a:gd name="connsiteY1" fmla="*/ 70174 h 645303"/>
                <a:gd name="connsiteX2" fmla="*/ 873542 w 873542"/>
                <a:gd name="connsiteY2" fmla="*/ 150003 h 645303"/>
                <a:gd name="connsiteX3" fmla="*/ 227657 w 873542"/>
                <a:gd name="connsiteY3" fmla="*/ 645303 h 645303"/>
                <a:gd name="connsiteX4" fmla="*/ 259407 w 873542"/>
                <a:gd name="connsiteY4" fmla="*/ 159074 h 645303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1037249"/>
                <a:gd name="connsiteY0" fmla="*/ 197339 h 683568"/>
                <a:gd name="connsiteX1" fmla="*/ 638592 w 1037249"/>
                <a:gd name="connsiteY1" fmla="*/ 108439 h 683568"/>
                <a:gd name="connsiteX2" fmla="*/ 1037249 w 1037249"/>
                <a:gd name="connsiteY2" fmla="*/ 102989 h 683568"/>
                <a:gd name="connsiteX3" fmla="*/ 227657 w 1037249"/>
                <a:gd name="connsiteY3" fmla="*/ 683568 h 683568"/>
                <a:gd name="connsiteX4" fmla="*/ 259407 w 1037249"/>
                <a:gd name="connsiteY4" fmla="*/ 197339 h 683568"/>
                <a:gd name="connsiteX0" fmla="*/ 259407 w 1037249"/>
                <a:gd name="connsiteY0" fmla="*/ 323950 h 810179"/>
                <a:gd name="connsiteX1" fmla="*/ 739874 w 1037249"/>
                <a:gd name="connsiteY1" fmla="*/ 38446 h 810179"/>
                <a:gd name="connsiteX2" fmla="*/ 1037249 w 1037249"/>
                <a:gd name="connsiteY2" fmla="*/ 229600 h 810179"/>
                <a:gd name="connsiteX3" fmla="*/ 227657 w 1037249"/>
                <a:gd name="connsiteY3" fmla="*/ 810179 h 810179"/>
                <a:gd name="connsiteX4" fmla="*/ 259407 w 1037249"/>
                <a:gd name="connsiteY4" fmla="*/ 323950 h 810179"/>
                <a:gd name="connsiteX0" fmla="*/ 228532 w 1059584"/>
                <a:gd name="connsiteY0" fmla="*/ 181693 h 901044"/>
                <a:gd name="connsiteX1" fmla="*/ 762209 w 1059584"/>
                <a:gd name="connsiteY1" fmla="*/ 129311 h 901044"/>
                <a:gd name="connsiteX2" fmla="*/ 1059584 w 1059584"/>
                <a:gd name="connsiteY2" fmla="*/ 320465 h 901044"/>
                <a:gd name="connsiteX3" fmla="*/ 249992 w 1059584"/>
                <a:gd name="connsiteY3" fmla="*/ 901044 h 901044"/>
                <a:gd name="connsiteX4" fmla="*/ 228532 w 1059584"/>
                <a:gd name="connsiteY4" fmla="*/ 181693 h 901044"/>
                <a:gd name="connsiteX0" fmla="*/ 148679 w 979731"/>
                <a:gd name="connsiteY0" fmla="*/ 181693 h 915933"/>
                <a:gd name="connsiteX1" fmla="*/ 682356 w 979731"/>
                <a:gd name="connsiteY1" fmla="*/ 129311 h 915933"/>
                <a:gd name="connsiteX2" fmla="*/ 979731 w 979731"/>
                <a:gd name="connsiteY2" fmla="*/ 320465 h 915933"/>
                <a:gd name="connsiteX3" fmla="*/ 170139 w 979731"/>
                <a:gd name="connsiteY3" fmla="*/ 901044 h 915933"/>
                <a:gd name="connsiteX4" fmla="*/ 301 w 979731"/>
                <a:gd name="connsiteY4" fmla="*/ 727852 h 915933"/>
                <a:gd name="connsiteX5" fmla="*/ 148679 w 979731"/>
                <a:gd name="connsiteY5" fmla="*/ 181693 h 915933"/>
                <a:gd name="connsiteX0" fmla="*/ 150331 w 981383"/>
                <a:gd name="connsiteY0" fmla="*/ 181693 h 1008088"/>
                <a:gd name="connsiteX1" fmla="*/ 684008 w 981383"/>
                <a:gd name="connsiteY1" fmla="*/ 129311 h 1008088"/>
                <a:gd name="connsiteX2" fmla="*/ 981383 w 981383"/>
                <a:gd name="connsiteY2" fmla="*/ 320465 h 1008088"/>
                <a:gd name="connsiteX3" fmla="*/ 138240 w 981383"/>
                <a:gd name="connsiteY3" fmla="*/ 998818 h 1008088"/>
                <a:gd name="connsiteX4" fmla="*/ 1953 w 981383"/>
                <a:gd name="connsiteY4" fmla="*/ 727852 h 1008088"/>
                <a:gd name="connsiteX5" fmla="*/ 150331 w 981383"/>
                <a:gd name="connsiteY5" fmla="*/ 181693 h 1008088"/>
                <a:gd name="connsiteX0" fmla="*/ 271843 w 1102895"/>
                <a:gd name="connsiteY0" fmla="*/ 181693 h 1008088"/>
                <a:gd name="connsiteX1" fmla="*/ 805520 w 1102895"/>
                <a:gd name="connsiteY1" fmla="*/ 129311 h 1008088"/>
                <a:gd name="connsiteX2" fmla="*/ 1102895 w 1102895"/>
                <a:gd name="connsiteY2" fmla="*/ 320465 h 1008088"/>
                <a:gd name="connsiteX3" fmla="*/ 259752 w 1102895"/>
                <a:gd name="connsiteY3" fmla="*/ 998818 h 1008088"/>
                <a:gd name="connsiteX4" fmla="*/ 123465 w 1102895"/>
                <a:gd name="connsiteY4" fmla="*/ 727852 h 1008088"/>
                <a:gd name="connsiteX5" fmla="*/ 271843 w 1102895"/>
                <a:gd name="connsiteY5" fmla="*/ 181693 h 1008088"/>
                <a:gd name="connsiteX0" fmla="*/ 315070 w 1146122"/>
                <a:gd name="connsiteY0" fmla="*/ 181693 h 1008088"/>
                <a:gd name="connsiteX1" fmla="*/ 848747 w 1146122"/>
                <a:gd name="connsiteY1" fmla="*/ 129311 h 1008088"/>
                <a:gd name="connsiteX2" fmla="*/ 1146122 w 1146122"/>
                <a:gd name="connsiteY2" fmla="*/ 320465 h 1008088"/>
                <a:gd name="connsiteX3" fmla="*/ 302979 w 1146122"/>
                <a:gd name="connsiteY3" fmla="*/ 998818 h 1008088"/>
                <a:gd name="connsiteX4" fmla="*/ 166692 w 1146122"/>
                <a:gd name="connsiteY4" fmla="*/ 727852 h 1008088"/>
                <a:gd name="connsiteX5" fmla="*/ 315070 w 1146122"/>
                <a:gd name="connsiteY5" fmla="*/ 181693 h 1008088"/>
                <a:gd name="connsiteX0" fmla="*/ 315070 w 1146122"/>
                <a:gd name="connsiteY0" fmla="*/ 212178 h 1038573"/>
                <a:gd name="connsiteX1" fmla="*/ 848747 w 1146122"/>
                <a:gd name="connsiteY1" fmla="*/ 159796 h 1038573"/>
                <a:gd name="connsiteX2" fmla="*/ 1146122 w 1146122"/>
                <a:gd name="connsiteY2" fmla="*/ 350950 h 1038573"/>
                <a:gd name="connsiteX3" fmla="*/ 302979 w 1146122"/>
                <a:gd name="connsiteY3" fmla="*/ 1029303 h 1038573"/>
                <a:gd name="connsiteX4" fmla="*/ 166692 w 1146122"/>
                <a:gd name="connsiteY4" fmla="*/ 758337 h 1038573"/>
                <a:gd name="connsiteX5" fmla="*/ 315070 w 1146122"/>
                <a:gd name="connsiteY5" fmla="*/ 212178 h 1038573"/>
                <a:gd name="connsiteX0" fmla="*/ 315070 w 1146130"/>
                <a:gd name="connsiteY0" fmla="*/ 212178 h 1038573"/>
                <a:gd name="connsiteX1" fmla="*/ 848747 w 1146130"/>
                <a:gd name="connsiteY1" fmla="*/ 159796 h 1038573"/>
                <a:gd name="connsiteX2" fmla="*/ 1146122 w 1146130"/>
                <a:gd name="connsiteY2" fmla="*/ 350950 h 1038573"/>
                <a:gd name="connsiteX3" fmla="*/ 302979 w 1146130"/>
                <a:gd name="connsiteY3" fmla="*/ 1029303 h 1038573"/>
                <a:gd name="connsiteX4" fmla="*/ 166692 w 1146130"/>
                <a:gd name="connsiteY4" fmla="*/ 758337 h 1038573"/>
                <a:gd name="connsiteX5" fmla="*/ 315070 w 1146130"/>
                <a:gd name="connsiteY5" fmla="*/ 212178 h 1038573"/>
                <a:gd name="connsiteX0" fmla="*/ 315070 w 1146130"/>
                <a:gd name="connsiteY0" fmla="*/ 212178 h 1037713"/>
                <a:gd name="connsiteX1" fmla="*/ 848747 w 1146130"/>
                <a:gd name="connsiteY1" fmla="*/ 159796 h 1037713"/>
                <a:gd name="connsiteX2" fmla="*/ 1146122 w 1146130"/>
                <a:gd name="connsiteY2" fmla="*/ 350950 h 1037713"/>
                <a:gd name="connsiteX3" fmla="*/ 302979 w 1146130"/>
                <a:gd name="connsiteY3" fmla="*/ 1029303 h 1037713"/>
                <a:gd name="connsiteX4" fmla="*/ 166692 w 1146130"/>
                <a:gd name="connsiteY4" fmla="*/ 758337 h 1037713"/>
                <a:gd name="connsiteX5" fmla="*/ 315070 w 1146130"/>
                <a:gd name="connsiteY5" fmla="*/ 212178 h 1037713"/>
                <a:gd name="connsiteX0" fmla="*/ 273282 w 1104342"/>
                <a:gd name="connsiteY0" fmla="*/ 212178 h 1036131"/>
                <a:gd name="connsiteX1" fmla="*/ 806959 w 1104342"/>
                <a:gd name="connsiteY1" fmla="*/ 159796 h 1036131"/>
                <a:gd name="connsiteX2" fmla="*/ 1104334 w 1104342"/>
                <a:gd name="connsiteY2" fmla="*/ 350950 h 1036131"/>
                <a:gd name="connsiteX3" fmla="*/ 261191 w 1104342"/>
                <a:gd name="connsiteY3" fmla="*/ 1029303 h 1036131"/>
                <a:gd name="connsiteX4" fmla="*/ 191354 w 1104342"/>
                <a:gd name="connsiteY4" fmla="*/ 694015 h 1036131"/>
                <a:gd name="connsiteX5" fmla="*/ 273282 w 1104342"/>
                <a:gd name="connsiteY5" fmla="*/ 212178 h 1036131"/>
                <a:gd name="connsiteX0" fmla="*/ 273282 w 1104342"/>
                <a:gd name="connsiteY0" fmla="*/ 212178 h 951284"/>
                <a:gd name="connsiteX1" fmla="*/ 806959 w 1104342"/>
                <a:gd name="connsiteY1" fmla="*/ 159796 h 951284"/>
                <a:gd name="connsiteX2" fmla="*/ 1104334 w 1104342"/>
                <a:gd name="connsiteY2" fmla="*/ 350950 h 951284"/>
                <a:gd name="connsiteX3" fmla="*/ 262609 w 1104342"/>
                <a:gd name="connsiteY3" fmla="*/ 942123 h 951284"/>
                <a:gd name="connsiteX4" fmla="*/ 191354 w 1104342"/>
                <a:gd name="connsiteY4" fmla="*/ 694015 h 951284"/>
                <a:gd name="connsiteX5" fmla="*/ 273282 w 1104342"/>
                <a:gd name="connsiteY5" fmla="*/ 212178 h 951284"/>
                <a:gd name="connsiteX0" fmla="*/ 273282 w 1104342"/>
                <a:gd name="connsiteY0" fmla="*/ 212178 h 942123"/>
                <a:gd name="connsiteX1" fmla="*/ 806959 w 1104342"/>
                <a:gd name="connsiteY1" fmla="*/ 159796 h 942123"/>
                <a:gd name="connsiteX2" fmla="*/ 1104334 w 1104342"/>
                <a:gd name="connsiteY2" fmla="*/ 350950 h 942123"/>
                <a:gd name="connsiteX3" fmla="*/ 262609 w 1104342"/>
                <a:gd name="connsiteY3" fmla="*/ 942123 h 942123"/>
                <a:gd name="connsiteX4" fmla="*/ 191354 w 1104342"/>
                <a:gd name="connsiteY4" fmla="*/ 694015 h 942123"/>
                <a:gd name="connsiteX5" fmla="*/ 273282 w 1104342"/>
                <a:gd name="connsiteY5" fmla="*/ 212178 h 942123"/>
                <a:gd name="connsiteX0" fmla="*/ 273282 w 1104339"/>
                <a:gd name="connsiteY0" fmla="*/ 202760 h 932705"/>
                <a:gd name="connsiteX1" fmla="*/ 719424 w 1104339"/>
                <a:gd name="connsiteY1" fmla="*/ 170756 h 932705"/>
                <a:gd name="connsiteX2" fmla="*/ 1104334 w 1104339"/>
                <a:gd name="connsiteY2" fmla="*/ 341532 h 932705"/>
                <a:gd name="connsiteX3" fmla="*/ 262609 w 1104339"/>
                <a:gd name="connsiteY3" fmla="*/ 932705 h 932705"/>
                <a:gd name="connsiteX4" fmla="*/ 191354 w 1104339"/>
                <a:gd name="connsiteY4" fmla="*/ 684597 h 932705"/>
                <a:gd name="connsiteX5" fmla="*/ 273282 w 1104339"/>
                <a:gd name="connsiteY5" fmla="*/ 202760 h 932705"/>
                <a:gd name="connsiteX0" fmla="*/ 273282 w 1104339"/>
                <a:gd name="connsiteY0" fmla="*/ 176308 h 906253"/>
                <a:gd name="connsiteX1" fmla="*/ 719424 w 1104339"/>
                <a:gd name="connsiteY1" fmla="*/ 144304 h 906253"/>
                <a:gd name="connsiteX2" fmla="*/ 1104334 w 1104339"/>
                <a:gd name="connsiteY2" fmla="*/ 315080 h 906253"/>
                <a:gd name="connsiteX3" fmla="*/ 262609 w 1104339"/>
                <a:gd name="connsiteY3" fmla="*/ 906253 h 906253"/>
                <a:gd name="connsiteX4" fmla="*/ 191354 w 1104339"/>
                <a:gd name="connsiteY4" fmla="*/ 658145 h 906253"/>
                <a:gd name="connsiteX5" fmla="*/ 273282 w 1104339"/>
                <a:gd name="connsiteY5" fmla="*/ 176308 h 906253"/>
                <a:gd name="connsiteX0" fmla="*/ 255676 w 1086733"/>
                <a:gd name="connsiteY0" fmla="*/ 176308 h 906253"/>
                <a:gd name="connsiteX1" fmla="*/ 701818 w 1086733"/>
                <a:gd name="connsiteY1" fmla="*/ 144304 h 906253"/>
                <a:gd name="connsiteX2" fmla="*/ 1086728 w 1086733"/>
                <a:gd name="connsiteY2" fmla="*/ 315080 h 906253"/>
                <a:gd name="connsiteX3" fmla="*/ 245003 w 1086733"/>
                <a:gd name="connsiteY3" fmla="*/ 906253 h 906253"/>
                <a:gd name="connsiteX4" fmla="*/ 173748 w 1086733"/>
                <a:gd name="connsiteY4" fmla="*/ 658145 h 906253"/>
                <a:gd name="connsiteX5" fmla="*/ 255676 w 1086733"/>
                <a:gd name="connsiteY5" fmla="*/ 176308 h 906253"/>
                <a:gd name="connsiteX0" fmla="*/ 255676 w 976187"/>
                <a:gd name="connsiteY0" fmla="*/ 176308 h 906253"/>
                <a:gd name="connsiteX1" fmla="*/ 701818 w 976187"/>
                <a:gd name="connsiteY1" fmla="*/ 144304 h 906253"/>
                <a:gd name="connsiteX2" fmla="*/ 976176 w 976187"/>
                <a:gd name="connsiteY2" fmla="*/ 276220 h 906253"/>
                <a:gd name="connsiteX3" fmla="*/ 245003 w 976187"/>
                <a:gd name="connsiteY3" fmla="*/ 906253 h 906253"/>
                <a:gd name="connsiteX4" fmla="*/ 173748 w 976187"/>
                <a:gd name="connsiteY4" fmla="*/ 658145 h 906253"/>
                <a:gd name="connsiteX5" fmla="*/ 255676 w 976187"/>
                <a:gd name="connsiteY5" fmla="*/ 176308 h 906253"/>
                <a:gd name="connsiteX0" fmla="*/ 245003 w 976187"/>
                <a:gd name="connsiteY0" fmla="*/ 906253 h 1005514"/>
                <a:gd name="connsiteX1" fmla="*/ 173748 w 976187"/>
                <a:gd name="connsiteY1" fmla="*/ 658145 h 1005514"/>
                <a:gd name="connsiteX2" fmla="*/ 255676 w 976187"/>
                <a:gd name="connsiteY2" fmla="*/ 176308 h 1005514"/>
                <a:gd name="connsiteX3" fmla="*/ 701818 w 976187"/>
                <a:gd name="connsiteY3" fmla="*/ 144304 h 1005514"/>
                <a:gd name="connsiteX4" fmla="*/ 976176 w 976187"/>
                <a:gd name="connsiteY4" fmla="*/ 276220 h 1005514"/>
                <a:gd name="connsiteX5" fmla="*/ 344264 w 976187"/>
                <a:gd name="connsiteY5" fmla="*/ 1005514 h 1005514"/>
                <a:gd name="connsiteX0" fmla="*/ 245003 w 976187"/>
                <a:gd name="connsiteY0" fmla="*/ 906253 h 906253"/>
                <a:gd name="connsiteX1" fmla="*/ 173748 w 976187"/>
                <a:gd name="connsiteY1" fmla="*/ 658145 h 906253"/>
                <a:gd name="connsiteX2" fmla="*/ 255676 w 976187"/>
                <a:gd name="connsiteY2" fmla="*/ 176308 h 906253"/>
                <a:gd name="connsiteX3" fmla="*/ 701818 w 976187"/>
                <a:gd name="connsiteY3" fmla="*/ 144304 h 906253"/>
                <a:gd name="connsiteX4" fmla="*/ 976176 w 976187"/>
                <a:gd name="connsiteY4" fmla="*/ 276220 h 906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6187" h="906253">
                  <a:moveTo>
                    <a:pt x="245003" y="906253"/>
                  </a:moveTo>
                  <a:cubicBezTo>
                    <a:pt x="137016" y="897394"/>
                    <a:pt x="96270" y="751047"/>
                    <a:pt x="173748" y="658145"/>
                  </a:cubicBezTo>
                  <a:cubicBezTo>
                    <a:pt x="-125377" y="480138"/>
                    <a:pt x="1266" y="239268"/>
                    <a:pt x="255676" y="176308"/>
                  </a:cubicBezTo>
                  <a:cubicBezTo>
                    <a:pt x="377556" y="-71049"/>
                    <a:pt x="589084" y="-35813"/>
                    <a:pt x="701818" y="144304"/>
                  </a:cubicBezTo>
                  <a:cubicBezTo>
                    <a:pt x="888085" y="113764"/>
                    <a:pt x="977336" y="181679"/>
                    <a:pt x="976176" y="276220"/>
                  </a:cubicBezTo>
                </a:path>
              </a:pathLst>
            </a:custGeom>
            <a:grpFill/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4">
              <a:extLst>
                <a:ext uri="{FF2B5EF4-FFF2-40B4-BE49-F238E27FC236}">
                  <a16:creationId xmlns:a16="http://schemas.microsoft.com/office/drawing/2014/main" id="{7FA51BFD-FDF9-35A5-08B5-D8F8C47A54F3}"/>
                </a:ext>
              </a:extLst>
            </p:cNvPr>
            <p:cNvSpPr/>
            <p:nvPr/>
          </p:nvSpPr>
          <p:spPr>
            <a:xfrm rot="3631772">
              <a:off x="5464630" y="2147209"/>
              <a:ext cx="670713" cy="621923"/>
            </a:xfrm>
            <a:custGeom>
              <a:avLst/>
              <a:gdLst>
                <a:gd name="connsiteX0" fmla="*/ 0 w 1001485"/>
                <a:gd name="connsiteY0" fmla="*/ 0 h 638629"/>
                <a:gd name="connsiteX1" fmla="*/ 1001485 w 1001485"/>
                <a:gd name="connsiteY1" fmla="*/ 0 h 638629"/>
                <a:gd name="connsiteX2" fmla="*/ 1001485 w 1001485"/>
                <a:gd name="connsiteY2" fmla="*/ 638629 h 638629"/>
                <a:gd name="connsiteX3" fmla="*/ 0 w 1001485"/>
                <a:gd name="connsiteY3" fmla="*/ 638629 h 638629"/>
                <a:gd name="connsiteX4" fmla="*/ 0 w 1001485"/>
                <a:gd name="connsiteY4" fmla="*/ 0 h 638629"/>
                <a:gd name="connsiteX0" fmla="*/ 0 w 1166585"/>
                <a:gd name="connsiteY0" fmla="*/ 57150 h 638629"/>
                <a:gd name="connsiteX1" fmla="*/ 1166585 w 1166585"/>
                <a:gd name="connsiteY1" fmla="*/ 0 h 638629"/>
                <a:gd name="connsiteX2" fmla="*/ 1166585 w 1166585"/>
                <a:gd name="connsiteY2" fmla="*/ 638629 h 638629"/>
                <a:gd name="connsiteX3" fmla="*/ 165100 w 1166585"/>
                <a:gd name="connsiteY3" fmla="*/ 638629 h 638629"/>
                <a:gd name="connsiteX4" fmla="*/ 0 w 1166585"/>
                <a:gd name="connsiteY4" fmla="*/ 57150 h 638629"/>
                <a:gd name="connsiteX0" fmla="*/ 31750 w 1001485"/>
                <a:gd name="connsiteY0" fmla="*/ 0 h 727529"/>
                <a:gd name="connsiteX1" fmla="*/ 1001485 w 1001485"/>
                <a:gd name="connsiteY1" fmla="*/ 88900 h 727529"/>
                <a:gd name="connsiteX2" fmla="*/ 1001485 w 1001485"/>
                <a:gd name="connsiteY2" fmla="*/ 727529 h 727529"/>
                <a:gd name="connsiteX3" fmla="*/ 0 w 1001485"/>
                <a:gd name="connsiteY3" fmla="*/ 727529 h 727529"/>
                <a:gd name="connsiteX4" fmla="*/ 31750 w 1001485"/>
                <a:gd name="connsiteY4" fmla="*/ 0 h 727529"/>
                <a:gd name="connsiteX0" fmla="*/ 31750 w 1001485"/>
                <a:gd name="connsiteY0" fmla="*/ 88900 h 816429"/>
                <a:gd name="connsiteX1" fmla="*/ 429985 w 1001485"/>
                <a:gd name="connsiteY1" fmla="*/ 0 h 816429"/>
                <a:gd name="connsiteX2" fmla="*/ 1001485 w 1001485"/>
                <a:gd name="connsiteY2" fmla="*/ 816429 h 816429"/>
                <a:gd name="connsiteX3" fmla="*/ 0 w 1001485"/>
                <a:gd name="connsiteY3" fmla="*/ 816429 h 816429"/>
                <a:gd name="connsiteX4" fmla="*/ 31750 w 1001485"/>
                <a:gd name="connsiteY4" fmla="*/ 88900 h 816429"/>
                <a:gd name="connsiteX0" fmla="*/ 31750 w 645885"/>
                <a:gd name="connsiteY0" fmla="*/ 88900 h 816429"/>
                <a:gd name="connsiteX1" fmla="*/ 429985 w 645885"/>
                <a:gd name="connsiteY1" fmla="*/ 0 h 816429"/>
                <a:gd name="connsiteX2" fmla="*/ 645885 w 645885"/>
                <a:gd name="connsiteY2" fmla="*/ 79829 h 816429"/>
                <a:gd name="connsiteX3" fmla="*/ 0 w 645885"/>
                <a:gd name="connsiteY3" fmla="*/ 816429 h 816429"/>
                <a:gd name="connsiteX4" fmla="*/ 31750 w 645885"/>
                <a:gd name="connsiteY4" fmla="*/ 88900 h 816429"/>
                <a:gd name="connsiteX0" fmla="*/ 31750 w 645885"/>
                <a:gd name="connsiteY0" fmla="*/ 88900 h 575129"/>
                <a:gd name="connsiteX1" fmla="*/ 429985 w 645885"/>
                <a:gd name="connsiteY1" fmla="*/ 0 h 575129"/>
                <a:gd name="connsiteX2" fmla="*/ 645885 w 645885"/>
                <a:gd name="connsiteY2" fmla="*/ 79829 h 575129"/>
                <a:gd name="connsiteX3" fmla="*/ 0 w 645885"/>
                <a:gd name="connsiteY3" fmla="*/ 575129 h 575129"/>
                <a:gd name="connsiteX4" fmla="*/ 31750 w 645885"/>
                <a:gd name="connsiteY4" fmla="*/ 88900 h 575129"/>
                <a:gd name="connsiteX0" fmla="*/ 196355 w 810490"/>
                <a:gd name="connsiteY0" fmla="*/ 88900 h 575129"/>
                <a:gd name="connsiteX1" fmla="*/ 594590 w 810490"/>
                <a:gd name="connsiteY1" fmla="*/ 0 h 575129"/>
                <a:gd name="connsiteX2" fmla="*/ 810490 w 810490"/>
                <a:gd name="connsiteY2" fmla="*/ 79829 h 575129"/>
                <a:gd name="connsiteX3" fmla="*/ 164605 w 810490"/>
                <a:gd name="connsiteY3" fmla="*/ 575129 h 575129"/>
                <a:gd name="connsiteX4" fmla="*/ 196355 w 810490"/>
                <a:gd name="connsiteY4" fmla="*/ 88900 h 575129"/>
                <a:gd name="connsiteX0" fmla="*/ 259407 w 873542"/>
                <a:gd name="connsiteY0" fmla="*/ 88900 h 575129"/>
                <a:gd name="connsiteX1" fmla="*/ 657642 w 873542"/>
                <a:gd name="connsiteY1" fmla="*/ 0 h 575129"/>
                <a:gd name="connsiteX2" fmla="*/ 873542 w 873542"/>
                <a:gd name="connsiteY2" fmla="*/ 79829 h 575129"/>
                <a:gd name="connsiteX3" fmla="*/ 227657 w 873542"/>
                <a:gd name="connsiteY3" fmla="*/ 575129 h 575129"/>
                <a:gd name="connsiteX4" fmla="*/ 259407 w 873542"/>
                <a:gd name="connsiteY4" fmla="*/ 88900 h 575129"/>
                <a:gd name="connsiteX0" fmla="*/ 259407 w 873542"/>
                <a:gd name="connsiteY0" fmla="*/ 159074 h 645303"/>
                <a:gd name="connsiteX1" fmla="*/ 657642 w 873542"/>
                <a:gd name="connsiteY1" fmla="*/ 70174 h 645303"/>
                <a:gd name="connsiteX2" fmla="*/ 873542 w 873542"/>
                <a:gd name="connsiteY2" fmla="*/ 150003 h 645303"/>
                <a:gd name="connsiteX3" fmla="*/ 227657 w 873542"/>
                <a:gd name="connsiteY3" fmla="*/ 645303 h 645303"/>
                <a:gd name="connsiteX4" fmla="*/ 259407 w 873542"/>
                <a:gd name="connsiteY4" fmla="*/ 159074 h 645303"/>
                <a:gd name="connsiteX0" fmla="*/ 259407 w 873542"/>
                <a:gd name="connsiteY0" fmla="*/ 159074 h 645303"/>
                <a:gd name="connsiteX1" fmla="*/ 638592 w 873542"/>
                <a:gd name="connsiteY1" fmla="*/ 70174 h 645303"/>
                <a:gd name="connsiteX2" fmla="*/ 873542 w 873542"/>
                <a:gd name="connsiteY2" fmla="*/ 150003 h 645303"/>
                <a:gd name="connsiteX3" fmla="*/ 227657 w 873542"/>
                <a:gd name="connsiteY3" fmla="*/ 645303 h 645303"/>
                <a:gd name="connsiteX4" fmla="*/ 259407 w 873542"/>
                <a:gd name="connsiteY4" fmla="*/ 159074 h 645303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1037249"/>
                <a:gd name="connsiteY0" fmla="*/ 197339 h 683568"/>
                <a:gd name="connsiteX1" fmla="*/ 638592 w 1037249"/>
                <a:gd name="connsiteY1" fmla="*/ 108439 h 683568"/>
                <a:gd name="connsiteX2" fmla="*/ 1037249 w 1037249"/>
                <a:gd name="connsiteY2" fmla="*/ 102989 h 683568"/>
                <a:gd name="connsiteX3" fmla="*/ 227657 w 1037249"/>
                <a:gd name="connsiteY3" fmla="*/ 683568 h 683568"/>
                <a:gd name="connsiteX4" fmla="*/ 259407 w 1037249"/>
                <a:gd name="connsiteY4" fmla="*/ 197339 h 683568"/>
                <a:gd name="connsiteX0" fmla="*/ 259407 w 1037249"/>
                <a:gd name="connsiteY0" fmla="*/ 323950 h 810179"/>
                <a:gd name="connsiteX1" fmla="*/ 739874 w 1037249"/>
                <a:gd name="connsiteY1" fmla="*/ 38446 h 810179"/>
                <a:gd name="connsiteX2" fmla="*/ 1037249 w 1037249"/>
                <a:gd name="connsiteY2" fmla="*/ 229600 h 810179"/>
                <a:gd name="connsiteX3" fmla="*/ 227657 w 1037249"/>
                <a:gd name="connsiteY3" fmla="*/ 810179 h 810179"/>
                <a:gd name="connsiteX4" fmla="*/ 259407 w 1037249"/>
                <a:gd name="connsiteY4" fmla="*/ 323950 h 810179"/>
                <a:gd name="connsiteX0" fmla="*/ 228532 w 1059584"/>
                <a:gd name="connsiteY0" fmla="*/ 181693 h 901044"/>
                <a:gd name="connsiteX1" fmla="*/ 762209 w 1059584"/>
                <a:gd name="connsiteY1" fmla="*/ 129311 h 901044"/>
                <a:gd name="connsiteX2" fmla="*/ 1059584 w 1059584"/>
                <a:gd name="connsiteY2" fmla="*/ 320465 h 901044"/>
                <a:gd name="connsiteX3" fmla="*/ 249992 w 1059584"/>
                <a:gd name="connsiteY3" fmla="*/ 901044 h 901044"/>
                <a:gd name="connsiteX4" fmla="*/ 228532 w 1059584"/>
                <a:gd name="connsiteY4" fmla="*/ 181693 h 901044"/>
                <a:gd name="connsiteX0" fmla="*/ 148679 w 979731"/>
                <a:gd name="connsiteY0" fmla="*/ 181693 h 915933"/>
                <a:gd name="connsiteX1" fmla="*/ 682356 w 979731"/>
                <a:gd name="connsiteY1" fmla="*/ 129311 h 915933"/>
                <a:gd name="connsiteX2" fmla="*/ 979731 w 979731"/>
                <a:gd name="connsiteY2" fmla="*/ 320465 h 915933"/>
                <a:gd name="connsiteX3" fmla="*/ 170139 w 979731"/>
                <a:gd name="connsiteY3" fmla="*/ 901044 h 915933"/>
                <a:gd name="connsiteX4" fmla="*/ 301 w 979731"/>
                <a:gd name="connsiteY4" fmla="*/ 727852 h 915933"/>
                <a:gd name="connsiteX5" fmla="*/ 148679 w 979731"/>
                <a:gd name="connsiteY5" fmla="*/ 181693 h 915933"/>
                <a:gd name="connsiteX0" fmla="*/ 150331 w 981383"/>
                <a:gd name="connsiteY0" fmla="*/ 181693 h 1008088"/>
                <a:gd name="connsiteX1" fmla="*/ 684008 w 981383"/>
                <a:gd name="connsiteY1" fmla="*/ 129311 h 1008088"/>
                <a:gd name="connsiteX2" fmla="*/ 981383 w 981383"/>
                <a:gd name="connsiteY2" fmla="*/ 320465 h 1008088"/>
                <a:gd name="connsiteX3" fmla="*/ 138240 w 981383"/>
                <a:gd name="connsiteY3" fmla="*/ 998818 h 1008088"/>
                <a:gd name="connsiteX4" fmla="*/ 1953 w 981383"/>
                <a:gd name="connsiteY4" fmla="*/ 727852 h 1008088"/>
                <a:gd name="connsiteX5" fmla="*/ 150331 w 981383"/>
                <a:gd name="connsiteY5" fmla="*/ 181693 h 1008088"/>
                <a:gd name="connsiteX0" fmla="*/ 271843 w 1102895"/>
                <a:gd name="connsiteY0" fmla="*/ 181693 h 1008088"/>
                <a:gd name="connsiteX1" fmla="*/ 805520 w 1102895"/>
                <a:gd name="connsiteY1" fmla="*/ 129311 h 1008088"/>
                <a:gd name="connsiteX2" fmla="*/ 1102895 w 1102895"/>
                <a:gd name="connsiteY2" fmla="*/ 320465 h 1008088"/>
                <a:gd name="connsiteX3" fmla="*/ 259752 w 1102895"/>
                <a:gd name="connsiteY3" fmla="*/ 998818 h 1008088"/>
                <a:gd name="connsiteX4" fmla="*/ 123465 w 1102895"/>
                <a:gd name="connsiteY4" fmla="*/ 727852 h 1008088"/>
                <a:gd name="connsiteX5" fmla="*/ 271843 w 1102895"/>
                <a:gd name="connsiteY5" fmla="*/ 181693 h 1008088"/>
                <a:gd name="connsiteX0" fmla="*/ 315070 w 1146122"/>
                <a:gd name="connsiteY0" fmla="*/ 181693 h 1008088"/>
                <a:gd name="connsiteX1" fmla="*/ 848747 w 1146122"/>
                <a:gd name="connsiteY1" fmla="*/ 129311 h 1008088"/>
                <a:gd name="connsiteX2" fmla="*/ 1146122 w 1146122"/>
                <a:gd name="connsiteY2" fmla="*/ 320465 h 1008088"/>
                <a:gd name="connsiteX3" fmla="*/ 302979 w 1146122"/>
                <a:gd name="connsiteY3" fmla="*/ 998818 h 1008088"/>
                <a:gd name="connsiteX4" fmla="*/ 166692 w 1146122"/>
                <a:gd name="connsiteY4" fmla="*/ 727852 h 1008088"/>
                <a:gd name="connsiteX5" fmla="*/ 315070 w 1146122"/>
                <a:gd name="connsiteY5" fmla="*/ 181693 h 1008088"/>
                <a:gd name="connsiteX0" fmla="*/ 315070 w 1146122"/>
                <a:gd name="connsiteY0" fmla="*/ 212178 h 1038573"/>
                <a:gd name="connsiteX1" fmla="*/ 848747 w 1146122"/>
                <a:gd name="connsiteY1" fmla="*/ 159796 h 1038573"/>
                <a:gd name="connsiteX2" fmla="*/ 1146122 w 1146122"/>
                <a:gd name="connsiteY2" fmla="*/ 350950 h 1038573"/>
                <a:gd name="connsiteX3" fmla="*/ 302979 w 1146122"/>
                <a:gd name="connsiteY3" fmla="*/ 1029303 h 1038573"/>
                <a:gd name="connsiteX4" fmla="*/ 166692 w 1146122"/>
                <a:gd name="connsiteY4" fmla="*/ 758337 h 1038573"/>
                <a:gd name="connsiteX5" fmla="*/ 315070 w 1146122"/>
                <a:gd name="connsiteY5" fmla="*/ 212178 h 1038573"/>
                <a:gd name="connsiteX0" fmla="*/ 315070 w 1146130"/>
                <a:gd name="connsiteY0" fmla="*/ 212178 h 1038573"/>
                <a:gd name="connsiteX1" fmla="*/ 848747 w 1146130"/>
                <a:gd name="connsiteY1" fmla="*/ 159796 h 1038573"/>
                <a:gd name="connsiteX2" fmla="*/ 1146122 w 1146130"/>
                <a:gd name="connsiteY2" fmla="*/ 350950 h 1038573"/>
                <a:gd name="connsiteX3" fmla="*/ 302979 w 1146130"/>
                <a:gd name="connsiteY3" fmla="*/ 1029303 h 1038573"/>
                <a:gd name="connsiteX4" fmla="*/ 166692 w 1146130"/>
                <a:gd name="connsiteY4" fmla="*/ 758337 h 1038573"/>
                <a:gd name="connsiteX5" fmla="*/ 315070 w 1146130"/>
                <a:gd name="connsiteY5" fmla="*/ 212178 h 1038573"/>
                <a:gd name="connsiteX0" fmla="*/ 315070 w 1146130"/>
                <a:gd name="connsiteY0" fmla="*/ 212178 h 1037713"/>
                <a:gd name="connsiteX1" fmla="*/ 848747 w 1146130"/>
                <a:gd name="connsiteY1" fmla="*/ 159796 h 1037713"/>
                <a:gd name="connsiteX2" fmla="*/ 1146122 w 1146130"/>
                <a:gd name="connsiteY2" fmla="*/ 350950 h 1037713"/>
                <a:gd name="connsiteX3" fmla="*/ 302979 w 1146130"/>
                <a:gd name="connsiteY3" fmla="*/ 1029303 h 1037713"/>
                <a:gd name="connsiteX4" fmla="*/ 166692 w 1146130"/>
                <a:gd name="connsiteY4" fmla="*/ 758337 h 1037713"/>
                <a:gd name="connsiteX5" fmla="*/ 315070 w 1146130"/>
                <a:gd name="connsiteY5" fmla="*/ 212178 h 1037713"/>
                <a:gd name="connsiteX0" fmla="*/ 273282 w 1104342"/>
                <a:gd name="connsiteY0" fmla="*/ 212178 h 1036131"/>
                <a:gd name="connsiteX1" fmla="*/ 806959 w 1104342"/>
                <a:gd name="connsiteY1" fmla="*/ 159796 h 1036131"/>
                <a:gd name="connsiteX2" fmla="*/ 1104334 w 1104342"/>
                <a:gd name="connsiteY2" fmla="*/ 350950 h 1036131"/>
                <a:gd name="connsiteX3" fmla="*/ 261191 w 1104342"/>
                <a:gd name="connsiteY3" fmla="*/ 1029303 h 1036131"/>
                <a:gd name="connsiteX4" fmla="*/ 191354 w 1104342"/>
                <a:gd name="connsiteY4" fmla="*/ 694015 h 1036131"/>
                <a:gd name="connsiteX5" fmla="*/ 273282 w 1104342"/>
                <a:gd name="connsiteY5" fmla="*/ 212178 h 1036131"/>
                <a:gd name="connsiteX0" fmla="*/ 273282 w 1104342"/>
                <a:gd name="connsiteY0" fmla="*/ 212178 h 951284"/>
                <a:gd name="connsiteX1" fmla="*/ 806959 w 1104342"/>
                <a:gd name="connsiteY1" fmla="*/ 159796 h 951284"/>
                <a:gd name="connsiteX2" fmla="*/ 1104334 w 1104342"/>
                <a:gd name="connsiteY2" fmla="*/ 350950 h 951284"/>
                <a:gd name="connsiteX3" fmla="*/ 262609 w 1104342"/>
                <a:gd name="connsiteY3" fmla="*/ 942123 h 951284"/>
                <a:gd name="connsiteX4" fmla="*/ 191354 w 1104342"/>
                <a:gd name="connsiteY4" fmla="*/ 694015 h 951284"/>
                <a:gd name="connsiteX5" fmla="*/ 273282 w 1104342"/>
                <a:gd name="connsiteY5" fmla="*/ 212178 h 951284"/>
                <a:gd name="connsiteX0" fmla="*/ 273282 w 1104342"/>
                <a:gd name="connsiteY0" fmla="*/ 212178 h 942123"/>
                <a:gd name="connsiteX1" fmla="*/ 806959 w 1104342"/>
                <a:gd name="connsiteY1" fmla="*/ 159796 h 942123"/>
                <a:gd name="connsiteX2" fmla="*/ 1104334 w 1104342"/>
                <a:gd name="connsiteY2" fmla="*/ 350950 h 942123"/>
                <a:gd name="connsiteX3" fmla="*/ 262609 w 1104342"/>
                <a:gd name="connsiteY3" fmla="*/ 942123 h 942123"/>
                <a:gd name="connsiteX4" fmla="*/ 191354 w 1104342"/>
                <a:gd name="connsiteY4" fmla="*/ 694015 h 942123"/>
                <a:gd name="connsiteX5" fmla="*/ 273282 w 1104342"/>
                <a:gd name="connsiteY5" fmla="*/ 212178 h 942123"/>
                <a:gd name="connsiteX0" fmla="*/ 273282 w 1104339"/>
                <a:gd name="connsiteY0" fmla="*/ 202760 h 932705"/>
                <a:gd name="connsiteX1" fmla="*/ 719424 w 1104339"/>
                <a:gd name="connsiteY1" fmla="*/ 170756 h 932705"/>
                <a:gd name="connsiteX2" fmla="*/ 1104334 w 1104339"/>
                <a:gd name="connsiteY2" fmla="*/ 341532 h 932705"/>
                <a:gd name="connsiteX3" fmla="*/ 262609 w 1104339"/>
                <a:gd name="connsiteY3" fmla="*/ 932705 h 932705"/>
                <a:gd name="connsiteX4" fmla="*/ 191354 w 1104339"/>
                <a:gd name="connsiteY4" fmla="*/ 684597 h 932705"/>
                <a:gd name="connsiteX5" fmla="*/ 273282 w 1104339"/>
                <a:gd name="connsiteY5" fmla="*/ 202760 h 932705"/>
                <a:gd name="connsiteX0" fmla="*/ 273282 w 1104339"/>
                <a:gd name="connsiteY0" fmla="*/ 176308 h 906253"/>
                <a:gd name="connsiteX1" fmla="*/ 719424 w 1104339"/>
                <a:gd name="connsiteY1" fmla="*/ 144304 h 906253"/>
                <a:gd name="connsiteX2" fmla="*/ 1104334 w 1104339"/>
                <a:gd name="connsiteY2" fmla="*/ 315080 h 906253"/>
                <a:gd name="connsiteX3" fmla="*/ 262609 w 1104339"/>
                <a:gd name="connsiteY3" fmla="*/ 906253 h 906253"/>
                <a:gd name="connsiteX4" fmla="*/ 191354 w 1104339"/>
                <a:gd name="connsiteY4" fmla="*/ 658145 h 906253"/>
                <a:gd name="connsiteX5" fmla="*/ 273282 w 1104339"/>
                <a:gd name="connsiteY5" fmla="*/ 176308 h 906253"/>
                <a:gd name="connsiteX0" fmla="*/ 255676 w 1086733"/>
                <a:gd name="connsiteY0" fmla="*/ 176308 h 906253"/>
                <a:gd name="connsiteX1" fmla="*/ 701818 w 1086733"/>
                <a:gd name="connsiteY1" fmla="*/ 144304 h 906253"/>
                <a:gd name="connsiteX2" fmla="*/ 1086728 w 1086733"/>
                <a:gd name="connsiteY2" fmla="*/ 315080 h 906253"/>
                <a:gd name="connsiteX3" fmla="*/ 245003 w 1086733"/>
                <a:gd name="connsiteY3" fmla="*/ 906253 h 906253"/>
                <a:gd name="connsiteX4" fmla="*/ 173748 w 1086733"/>
                <a:gd name="connsiteY4" fmla="*/ 658145 h 906253"/>
                <a:gd name="connsiteX5" fmla="*/ 255676 w 1086733"/>
                <a:gd name="connsiteY5" fmla="*/ 176308 h 906253"/>
                <a:gd name="connsiteX0" fmla="*/ 255676 w 976187"/>
                <a:gd name="connsiteY0" fmla="*/ 176308 h 906253"/>
                <a:gd name="connsiteX1" fmla="*/ 701818 w 976187"/>
                <a:gd name="connsiteY1" fmla="*/ 144304 h 906253"/>
                <a:gd name="connsiteX2" fmla="*/ 976176 w 976187"/>
                <a:gd name="connsiteY2" fmla="*/ 276220 h 906253"/>
                <a:gd name="connsiteX3" fmla="*/ 245003 w 976187"/>
                <a:gd name="connsiteY3" fmla="*/ 906253 h 906253"/>
                <a:gd name="connsiteX4" fmla="*/ 173748 w 976187"/>
                <a:gd name="connsiteY4" fmla="*/ 658145 h 906253"/>
                <a:gd name="connsiteX5" fmla="*/ 255676 w 976187"/>
                <a:gd name="connsiteY5" fmla="*/ 176308 h 906253"/>
                <a:gd name="connsiteX0" fmla="*/ 245003 w 976187"/>
                <a:gd name="connsiteY0" fmla="*/ 906253 h 1039497"/>
                <a:gd name="connsiteX1" fmla="*/ 173748 w 976187"/>
                <a:gd name="connsiteY1" fmla="*/ 658145 h 1039497"/>
                <a:gd name="connsiteX2" fmla="*/ 255676 w 976187"/>
                <a:gd name="connsiteY2" fmla="*/ 176308 h 1039497"/>
                <a:gd name="connsiteX3" fmla="*/ 701818 w 976187"/>
                <a:gd name="connsiteY3" fmla="*/ 144304 h 1039497"/>
                <a:gd name="connsiteX4" fmla="*/ 976176 w 976187"/>
                <a:gd name="connsiteY4" fmla="*/ 276220 h 1039497"/>
                <a:gd name="connsiteX5" fmla="*/ 378089 w 976187"/>
                <a:gd name="connsiteY5" fmla="*/ 1039497 h 1039497"/>
                <a:gd name="connsiteX0" fmla="*/ 245003 w 976187"/>
                <a:gd name="connsiteY0" fmla="*/ 906253 h 906253"/>
                <a:gd name="connsiteX1" fmla="*/ 173748 w 976187"/>
                <a:gd name="connsiteY1" fmla="*/ 658145 h 906253"/>
                <a:gd name="connsiteX2" fmla="*/ 255676 w 976187"/>
                <a:gd name="connsiteY2" fmla="*/ 176308 h 906253"/>
                <a:gd name="connsiteX3" fmla="*/ 701818 w 976187"/>
                <a:gd name="connsiteY3" fmla="*/ 144304 h 906253"/>
                <a:gd name="connsiteX4" fmla="*/ 976176 w 976187"/>
                <a:gd name="connsiteY4" fmla="*/ 276220 h 906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6187" h="906253">
                  <a:moveTo>
                    <a:pt x="245003" y="906253"/>
                  </a:moveTo>
                  <a:cubicBezTo>
                    <a:pt x="137016" y="897394"/>
                    <a:pt x="96270" y="751047"/>
                    <a:pt x="173748" y="658145"/>
                  </a:cubicBezTo>
                  <a:cubicBezTo>
                    <a:pt x="-125377" y="480138"/>
                    <a:pt x="1266" y="239268"/>
                    <a:pt x="255676" y="176308"/>
                  </a:cubicBezTo>
                  <a:cubicBezTo>
                    <a:pt x="377556" y="-71049"/>
                    <a:pt x="589084" y="-35813"/>
                    <a:pt x="701818" y="144304"/>
                  </a:cubicBezTo>
                  <a:cubicBezTo>
                    <a:pt x="888085" y="113764"/>
                    <a:pt x="977336" y="181679"/>
                    <a:pt x="976176" y="276220"/>
                  </a:cubicBezTo>
                </a:path>
              </a:pathLst>
            </a:custGeom>
            <a:grpFill/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">
              <a:extLst>
                <a:ext uri="{FF2B5EF4-FFF2-40B4-BE49-F238E27FC236}">
                  <a16:creationId xmlns:a16="http://schemas.microsoft.com/office/drawing/2014/main" id="{6475B37D-274D-9B77-3743-04CE9B6A6FDE}"/>
                </a:ext>
              </a:extLst>
            </p:cNvPr>
            <p:cNvSpPr/>
            <p:nvPr/>
          </p:nvSpPr>
          <p:spPr>
            <a:xfrm rot="1414239">
              <a:off x="3733590" y="2287232"/>
              <a:ext cx="1146130" cy="1037713"/>
            </a:xfrm>
            <a:custGeom>
              <a:avLst/>
              <a:gdLst>
                <a:gd name="connsiteX0" fmla="*/ 0 w 1001485"/>
                <a:gd name="connsiteY0" fmla="*/ 0 h 638629"/>
                <a:gd name="connsiteX1" fmla="*/ 1001485 w 1001485"/>
                <a:gd name="connsiteY1" fmla="*/ 0 h 638629"/>
                <a:gd name="connsiteX2" fmla="*/ 1001485 w 1001485"/>
                <a:gd name="connsiteY2" fmla="*/ 638629 h 638629"/>
                <a:gd name="connsiteX3" fmla="*/ 0 w 1001485"/>
                <a:gd name="connsiteY3" fmla="*/ 638629 h 638629"/>
                <a:gd name="connsiteX4" fmla="*/ 0 w 1001485"/>
                <a:gd name="connsiteY4" fmla="*/ 0 h 638629"/>
                <a:gd name="connsiteX0" fmla="*/ 0 w 1166585"/>
                <a:gd name="connsiteY0" fmla="*/ 57150 h 638629"/>
                <a:gd name="connsiteX1" fmla="*/ 1166585 w 1166585"/>
                <a:gd name="connsiteY1" fmla="*/ 0 h 638629"/>
                <a:gd name="connsiteX2" fmla="*/ 1166585 w 1166585"/>
                <a:gd name="connsiteY2" fmla="*/ 638629 h 638629"/>
                <a:gd name="connsiteX3" fmla="*/ 165100 w 1166585"/>
                <a:gd name="connsiteY3" fmla="*/ 638629 h 638629"/>
                <a:gd name="connsiteX4" fmla="*/ 0 w 1166585"/>
                <a:gd name="connsiteY4" fmla="*/ 57150 h 638629"/>
                <a:gd name="connsiteX0" fmla="*/ 31750 w 1001485"/>
                <a:gd name="connsiteY0" fmla="*/ 0 h 727529"/>
                <a:gd name="connsiteX1" fmla="*/ 1001485 w 1001485"/>
                <a:gd name="connsiteY1" fmla="*/ 88900 h 727529"/>
                <a:gd name="connsiteX2" fmla="*/ 1001485 w 1001485"/>
                <a:gd name="connsiteY2" fmla="*/ 727529 h 727529"/>
                <a:gd name="connsiteX3" fmla="*/ 0 w 1001485"/>
                <a:gd name="connsiteY3" fmla="*/ 727529 h 727529"/>
                <a:gd name="connsiteX4" fmla="*/ 31750 w 1001485"/>
                <a:gd name="connsiteY4" fmla="*/ 0 h 727529"/>
                <a:gd name="connsiteX0" fmla="*/ 31750 w 1001485"/>
                <a:gd name="connsiteY0" fmla="*/ 88900 h 816429"/>
                <a:gd name="connsiteX1" fmla="*/ 429985 w 1001485"/>
                <a:gd name="connsiteY1" fmla="*/ 0 h 816429"/>
                <a:gd name="connsiteX2" fmla="*/ 1001485 w 1001485"/>
                <a:gd name="connsiteY2" fmla="*/ 816429 h 816429"/>
                <a:gd name="connsiteX3" fmla="*/ 0 w 1001485"/>
                <a:gd name="connsiteY3" fmla="*/ 816429 h 816429"/>
                <a:gd name="connsiteX4" fmla="*/ 31750 w 1001485"/>
                <a:gd name="connsiteY4" fmla="*/ 88900 h 816429"/>
                <a:gd name="connsiteX0" fmla="*/ 31750 w 645885"/>
                <a:gd name="connsiteY0" fmla="*/ 88900 h 816429"/>
                <a:gd name="connsiteX1" fmla="*/ 429985 w 645885"/>
                <a:gd name="connsiteY1" fmla="*/ 0 h 816429"/>
                <a:gd name="connsiteX2" fmla="*/ 645885 w 645885"/>
                <a:gd name="connsiteY2" fmla="*/ 79829 h 816429"/>
                <a:gd name="connsiteX3" fmla="*/ 0 w 645885"/>
                <a:gd name="connsiteY3" fmla="*/ 816429 h 816429"/>
                <a:gd name="connsiteX4" fmla="*/ 31750 w 645885"/>
                <a:gd name="connsiteY4" fmla="*/ 88900 h 816429"/>
                <a:gd name="connsiteX0" fmla="*/ 31750 w 645885"/>
                <a:gd name="connsiteY0" fmla="*/ 88900 h 575129"/>
                <a:gd name="connsiteX1" fmla="*/ 429985 w 645885"/>
                <a:gd name="connsiteY1" fmla="*/ 0 h 575129"/>
                <a:gd name="connsiteX2" fmla="*/ 645885 w 645885"/>
                <a:gd name="connsiteY2" fmla="*/ 79829 h 575129"/>
                <a:gd name="connsiteX3" fmla="*/ 0 w 645885"/>
                <a:gd name="connsiteY3" fmla="*/ 575129 h 575129"/>
                <a:gd name="connsiteX4" fmla="*/ 31750 w 645885"/>
                <a:gd name="connsiteY4" fmla="*/ 88900 h 575129"/>
                <a:gd name="connsiteX0" fmla="*/ 196355 w 810490"/>
                <a:gd name="connsiteY0" fmla="*/ 88900 h 575129"/>
                <a:gd name="connsiteX1" fmla="*/ 594590 w 810490"/>
                <a:gd name="connsiteY1" fmla="*/ 0 h 575129"/>
                <a:gd name="connsiteX2" fmla="*/ 810490 w 810490"/>
                <a:gd name="connsiteY2" fmla="*/ 79829 h 575129"/>
                <a:gd name="connsiteX3" fmla="*/ 164605 w 810490"/>
                <a:gd name="connsiteY3" fmla="*/ 575129 h 575129"/>
                <a:gd name="connsiteX4" fmla="*/ 196355 w 810490"/>
                <a:gd name="connsiteY4" fmla="*/ 88900 h 575129"/>
                <a:gd name="connsiteX0" fmla="*/ 259407 w 873542"/>
                <a:gd name="connsiteY0" fmla="*/ 88900 h 575129"/>
                <a:gd name="connsiteX1" fmla="*/ 657642 w 873542"/>
                <a:gd name="connsiteY1" fmla="*/ 0 h 575129"/>
                <a:gd name="connsiteX2" fmla="*/ 873542 w 873542"/>
                <a:gd name="connsiteY2" fmla="*/ 79829 h 575129"/>
                <a:gd name="connsiteX3" fmla="*/ 227657 w 873542"/>
                <a:gd name="connsiteY3" fmla="*/ 575129 h 575129"/>
                <a:gd name="connsiteX4" fmla="*/ 259407 w 873542"/>
                <a:gd name="connsiteY4" fmla="*/ 88900 h 575129"/>
                <a:gd name="connsiteX0" fmla="*/ 259407 w 873542"/>
                <a:gd name="connsiteY0" fmla="*/ 159074 h 645303"/>
                <a:gd name="connsiteX1" fmla="*/ 657642 w 873542"/>
                <a:gd name="connsiteY1" fmla="*/ 70174 h 645303"/>
                <a:gd name="connsiteX2" fmla="*/ 873542 w 873542"/>
                <a:gd name="connsiteY2" fmla="*/ 150003 h 645303"/>
                <a:gd name="connsiteX3" fmla="*/ 227657 w 873542"/>
                <a:gd name="connsiteY3" fmla="*/ 645303 h 645303"/>
                <a:gd name="connsiteX4" fmla="*/ 259407 w 873542"/>
                <a:gd name="connsiteY4" fmla="*/ 159074 h 645303"/>
                <a:gd name="connsiteX0" fmla="*/ 259407 w 873542"/>
                <a:gd name="connsiteY0" fmla="*/ 159074 h 645303"/>
                <a:gd name="connsiteX1" fmla="*/ 638592 w 873542"/>
                <a:gd name="connsiteY1" fmla="*/ 70174 h 645303"/>
                <a:gd name="connsiteX2" fmla="*/ 873542 w 873542"/>
                <a:gd name="connsiteY2" fmla="*/ 150003 h 645303"/>
                <a:gd name="connsiteX3" fmla="*/ 227657 w 873542"/>
                <a:gd name="connsiteY3" fmla="*/ 645303 h 645303"/>
                <a:gd name="connsiteX4" fmla="*/ 259407 w 873542"/>
                <a:gd name="connsiteY4" fmla="*/ 159074 h 645303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1037249"/>
                <a:gd name="connsiteY0" fmla="*/ 197339 h 683568"/>
                <a:gd name="connsiteX1" fmla="*/ 638592 w 1037249"/>
                <a:gd name="connsiteY1" fmla="*/ 108439 h 683568"/>
                <a:gd name="connsiteX2" fmla="*/ 1037249 w 1037249"/>
                <a:gd name="connsiteY2" fmla="*/ 102989 h 683568"/>
                <a:gd name="connsiteX3" fmla="*/ 227657 w 1037249"/>
                <a:gd name="connsiteY3" fmla="*/ 683568 h 683568"/>
                <a:gd name="connsiteX4" fmla="*/ 259407 w 1037249"/>
                <a:gd name="connsiteY4" fmla="*/ 197339 h 683568"/>
                <a:gd name="connsiteX0" fmla="*/ 259407 w 1037249"/>
                <a:gd name="connsiteY0" fmla="*/ 323950 h 810179"/>
                <a:gd name="connsiteX1" fmla="*/ 739874 w 1037249"/>
                <a:gd name="connsiteY1" fmla="*/ 38446 h 810179"/>
                <a:gd name="connsiteX2" fmla="*/ 1037249 w 1037249"/>
                <a:gd name="connsiteY2" fmla="*/ 229600 h 810179"/>
                <a:gd name="connsiteX3" fmla="*/ 227657 w 1037249"/>
                <a:gd name="connsiteY3" fmla="*/ 810179 h 810179"/>
                <a:gd name="connsiteX4" fmla="*/ 259407 w 1037249"/>
                <a:gd name="connsiteY4" fmla="*/ 323950 h 810179"/>
                <a:gd name="connsiteX0" fmla="*/ 228532 w 1059584"/>
                <a:gd name="connsiteY0" fmla="*/ 181693 h 901044"/>
                <a:gd name="connsiteX1" fmla="*/ 762209 w 1059584"/>
                <a:gd name="connsiteY1" fmla="*/ 129311 h 901044"/>
                <a:gd name="connsiteX2" fmla="*/ 1059584 w 1059584"/>
                <a:gd name="connsiteY2" fmla="*/ 320465 h 901044"/>
                <a:gd name="connsiteX3" fmla="*/ 249992 w 1059584"/>
                <a:gd name="connsiteY3" fmla="*/ 901044 h 901044"/>
                <a:gd name="connsiteX4" fmla="*/ 228532 w 1059584"/>
                <a:gd name="connsiteY4" fmla="*/ 181693 h 901044"/>
                <a:gd name="connsiteX0" fmla="*/ 148679 w 979731"/>
                <a:gd name="connsiteY0" fmla="*/ 181693 h 915933"/>
                <a:gd name="connsiteX1" fmla="*/ 682356 w 979731"/>
                <a:gd name="connsiteY1" fmla="*/ 129311 h 915933"/>
                <a:gd name="connsiteX2" fmla="*/ 979731 w 979731"/>
                <a:gd name="connsiteY2" fmla="*/ 320465 h 915933"/>
                <a:gd name="connsiteX3" fmla="*/ 170139 w 979731"/>
                <a:gd name="connsiteY3" fmla="*/ 901044 h 915933"/>
                <a:gd name="connsiteX4" fmla="*/ 301 w 979731"/>
                <a:gd name="connsiteY4" fmla="*/ 727852 h 915933"/>
                <a:gd name="connsiteX5" fmla="*/ 148679 w 979731"/>
                <a:gd name="connsiteY5" fmla="*/ 181693 h 915933"/>
                <a:gd name="connsiteX0" fmla="*/ 150331 w 981383"/>
                <a:gd name="connsiteY0" fmla="*/ 181693 h 1008088"/>
                <a:gd name="connsiteX1" fmla="*/ 684008 w 981383"/>
                <a:gd name="connsiteY1" fmla="*/ 129311 h 1008088"/>
                <a:gd name="connsiteX2" fmla="*/ 981383 w 981383"/>
                <a:gd name="connsiteY2" fmla="*/ 320465 h 1008088"/>
                <a:gd name="connsiteX3" fmla="*/ 138240 w 981383"/>
                <a:gd name="connsiteY3" fmla="*/ 998818 h 1008088"/>
                <a:gd name="connsiteX4" fmla="*/ 1953 w 981383"/>
                <a:gd name="connsiteY4" fmla="*/ 727852 h 1008088"/>
                <a:gd name="connsiteX5" fmla="*/ 150331 w 981383"/>
                <a:gd name="connsiteY5" fmla="*/ 181693 h 1008088"/>
                <a:gd name="connsiteX0" fmla="*/ 271843 w 1102895"/>
                <a:gd name="connsiteY0" fmla="*/ 181693 h 1008088"/>
                <a:gd name="connsiteX1" fmla="*/ 805520 w 1102895"/>
                <a:gd name="connsiteY1" fmla="*/ 129311 h 1008088"/>
                <a:gd name="connsiteX2" fmla="*/ 1102895 w 1102895"/>
                <a:gd name="connsiteY2" fmla="*/ 320465 h 1008088"/>
                <a:gd name="connsiteX3" fmla="*/ 259752 w 1102895"/>
                <a:gd name="connsiteY3" fmla="*/ 998818 h 1008088"/>
                <a:gd name="connsiteX4" fmla="*/ 123465 w 1102895"/>
                <a:gd name="connsiteY4" fmla="*/ 727852 h 1008088"/>
                <a:gd name="connsiteX5" fmla="*/ 271843 w 1102895"/>
                <a:gd name="connsiteY5" fmla="*/ 181693 h 1008088"/>
                <a:gd name="connsiteX0" fmla="*/ 315070 w 1146122"/>
                <a:gd name="connsiteY0" fmla="*/ 181693 h 1008088"/>
                <a:gd name="connsiteX1" fmla="*/ 848747 w 1146122"/>
                <a:gd name="connsiteY1" fmla="*/ 129311 h 1008088"/>
                <a:gd name="connsiteX2" fmla="*/ 1146122 w 1146122"/>
                <a:gd name="connsiteY2" fmla="*/ 320465 h 1008088"/>
                <a:gd name="connsiteX3" fmla="*/ 302979 w 1146122"/>
                <a:gd name="connsiteY3" fmla="*/ 998818 h 1008088"/>
                <a:gd name="connsiteX4" fmla="*/ 166692 w 1146122"/>
                <a:gd name="connsiteY4" fmla="*/ 727852 h 1008088"/>
                <a:gd name="connsiteX5" fmla="*/ 315070 w 1146122"/>
                <a:gd name="connsiteY5" fmla="*/ 181693 h 1008088"/>
                <a:gd name="connsiteX0" fmla="*/ 315070 w 1146122"/>
                <a:gd name="connsiteY0" fmla="*/ 212178 h 1038573"/>
                <a:gd name="connsiteX1" fmla="*/ 848747 w 1146122"/>
                <a:gd name="connsiteY1" fmla="*/ 159796 h 1038573"/>
                <a:gd name="connsiteX2" fmla="*/ 1146122 w 1146122"/>
                <a:gd name="connsiteY2" fmla="*/ 350950 h 1038573"/>
                <a:gd name="connsiteX3" fmla="*/ 302979 w 1146122"/>
                <a:gd name="connsiteY3" fmla="*/ 1029303 h 1038573"/>
                <a:gd name="connsiteX4" fmla="*/ 166692 w 1146122"/>
                <a:gd name="connsiteY4" fmla="*/ 758337 h 1038573"/>
                <a:gd name="connsiteX5" fmla="*/ 315070 w 1146122"/>
                <a:gd name="connsiteY5" fmla="*/ 212178 h 1038573"/>
                <a:gd name="connsiteX0" fmla="*/ 315070 w 1146130"/>
                <a:gd name="connsiteY0" fmla="*/ 212178 h 1038573"/>
                <a:gd name="connsiteX1" fmla="*/ 848747 w 1146130"/>
                <a:gd name="connsiteY1" fmla="*/ 159796 h 1038573"/>
                <a:gd name="connsiteX2" fmla="*/ 1146122 w 1146130"/>
                <a:gd name="connsiteY2" fmla="*/ 350950 h 1038573"/>
                <a:gd name="connsiteX3" fmla="*/ 302979 w 1146130"/>
                <a:gd name="connsiteY3" fmla="*/ 1029303 h 1038573"/>
                <a:gd name="connsiteX4" fmla="*/ 166692 w 1146130"/>
                <a:gd name="connsiteY4" fmla="*/ 758337 h 1038573"/>
                <a:gd name="connsiteX5" fmla="*/ 315070 w 1146130"/>
                <a:gd name="connsiteY5" fmla="*/ 212178 h 1038573"/>
                <a:gd name="connsiteX0" fmla="*/ 315070 w 1146130"/>
                <a:gd name="connsiteY0" fmla="*/ 212178 h 1037713"/>
                <a:gd name="connsiteX1" fmla="*/ 848747 w 1146130"/>
                <a:gd name="connsiteY1" fmla="*/ 159796 h 1037713"/>
                <a:gd name="connsiteX2" fmla="*/ 1146122 w 1146130"/>
                <a:gd name="connsiteY2" fmla="*/ 350950 h 1037713"/>
                <a:gd name="connsiteX3" fmla="*/ 302979 w 1146130"/>
                <a:gd name="connsiteY3" fmla="*/ 1029303 h 1037713"/>
                <a:gd name="connsiteX4" fmla="*/ 166692 w 1146130"/>
                <a:gd name="connsiteY4" fmla="*/ 758337 h 1037713"/>
                <a:gd name="connsiteX5" fmla="*/ 315070 w 1146130"/>
                <a:gd name="connsiteY5" fmla="*/ 212178 h 1037713"/>
                <a:gd name="connsiteX0" fmla="*/ 302979 w 1146130"/>
                <a:gd name="connsiteY0" fmla="*/ 1029303 h 1120743"/>
                <a:gd name="connsiteX1" fmla="*/ 166692 w 1146130"/>
                <a:gd name="connsiteY1" fmla="*/ 758337 h 1120743"/>
                <a:gd name="connsiteX2" fmla="*/ 315070 w 1146130"/>
                <a:gd name="connsiteY2" fmla="*/ 212178 h 1120743"/>
                <a:gd name="connsiteX3" fmla="*/ 848747 w 1146130"/>
                <a:gd name="connsiteY3" fmla="*/ 159796 h 1120743"/>
                <a:gd name="connsiteX4" fmla="*/ 1146122 w 1146130"/>
                <a:gd name="connsiteY4" fmla="*/ 350950 h 1120743"/>
                <a:gd name="connsiteX5" fmla="*/ 394419 w 1146130"/>
                <a:gd name="connsiteY5" fmla="*/ 1120743 h 1120743"/>
                <a:gd name="connsiteX0" fmla="*/ 302979 w 1146130"/>
                <a:gd name="connsiteY0" fmla="*/ 1029303 h 1037713"/>
                <a:gd name="connsiteX1" fmla="*/ 166692 w 1146130"/>
                <a:gd name="connsiteY1" fmla="*/ 758337 h 1037713"/>
                <a:gd name="connsiteX2" fmla="*/ 315070 w 1146130"/>
                <a:gd name="connsiteY2" fmla="*/ 212178 h 1037713"/>
                <a:gd name="connsiteX3" fmla="*/ 848747 w 1146130"/>
                <a:gd name="connsiteY3" fmla="*/ 159796 h 1037713"/>
                <a:gd name="connsiteX4" fmla="*/ 1146122 w 1146130"/>
                <a:gd name="connsiteY4" fmla="*/ 350950 h 103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6130" h="1037713">
                  <a:moveTo>
                    <a:pt x="302979" y="1029303"/>
                  </a:moveTo>
                  <a:cubicBezTo>
                    <a:pt x="128543" y="1084766"/>
                    <a:pt x="89214" y="851239"/>
                    <a:pt x="166692" y="758337"/>
                  </a:cubicBezTo>
                  <a:cubicBezTo>
                    <a:pt x="-132433" y="580330"/>
                    <a:pt x="4064" y="269858"/>
                    <a:pt x="315070" y="212178"/>
                  </a:cubicBezTo>
                  <a:cubicBezTo>
                    <a:pt x="409715" y="-103205"/>
                    <a:pt x="736013" y="-20321"/>
                    <a:pt x="848747" y="159796"/>
                  </a:cubicBezTo>
                  <a:cubicBezTo>
                    <a:pt x="1035014" y="129256"/>
                    <a:pt x="1147282" y="256409"/>
                    <a:pt x="1146122" y="350950"/>
                  </a:cubicBezTo>
                </a:path>
              </a:pathLst>
            </a:custGeom>
            <a:grpFill/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">
              <a:extLst>
                <a:ext uri="{FF2B5EF4-FFF2-40B4-BE49-F238E27FC236}">
                  <a16:creationId xmlns:a16="http://schemas.microsoft.com/office/drawing/2014/main" id="{C327BC07-A033-569E-E8C5-A38ADC3D9ACD}"/>
                </a:ext>
              </a:extLst>
            </p:cNvPr>
            <p:cNvSpPr/>
            <p:nvPr/>
          </p:nvSpPr>
          <p:spPr>
            <a:xfrm rot="3631772">
              <a:off x="5451347" y="2224488"/>
              <a:ext cx="670713" cy="621923"/>
            </a:xfrm>
            <a:custGeom>
              <a:avLst/>
              <a:gdLst>
                <a:gd name="connsiteX0" fmla="*/ 0 w 1001485"/>
                <a:gd name="connsiteY0" fmla="*/ 0 h 638629"/>
                <a:gd name="connsiteX1" fmla="*/ 1001485 w 1001485"/>
                <a:gd name="connsiteY1" fmla="*/ 0 h 638629"/>
                <a:gd name="connsiteX2" fmla="*/ 1001485 w 1001485"/>
                <a:gd name="connsiteY2" fmla="*/ 638629 h 638629"/>
                <a:gd name="connsiteX3" fmla="*/ 0 w 1001485"/>
                <a:gd name="connsiteY3" fmla="*/ 638629 h 638629"/>
                <a:gd name="connsiteX4" fmla="*/ 0 w 1001485"/>
                <a:gd name="connsiteY4" fmla="*/ 0 h 638629"/>
                <a:gd name="connsiteX0" fmla="*/ 0 w 1166585"/>
                <a:gd name="connsiteY0" fmla="*/ 57150 h 638629"/>
                <a:gd name="connsiteX1" fmla="*/ 1166585 w 1166585"/>
                <a:gd name="connsiteY1" fmla="*/ 0 h 638629"/>
                <a:gd name="connsiteX2" fmla="*/ 1166585 w 1166585"/>
                <a:gd name="connsiteY2" fmla="*/ 638629 h 638629"/>
                <a:gd name="connsiteX3" fmla="*/ 165100 w 1166585"/>
                <a:gd name="connsiteY3" fmla="*/ 638629 h 638629"/>
                <a:gd name="connsiteX4" fmla="*/ 0 w 1166585"/>
                <a:gd name="connsiteY4" fmla="*/ 57150 h 638629"/>
                <a:gd name="connsiteX0" fmla="*/ 31750 w 1001485"/>
                <a:gd name="connsiteY0" fmla="*/ 0 h 727529"/>
                <a:gd name="connsiteX1" fmla="*/ 1001485 w 1001485"/>
                <a:gd name="connsiteY1" fmla="*/ 88900 h 727529"/>
                <a:gd name="connsiteX2" fmla="*/ 1001485 w 1001485"/>
                <a:gd name="connsiteY2" fmla="*/ 727529 h 727529"/>
                <a:gd name="connsiteX3" fmla="*/ 0 w 1001485"/>
                <a:gd name="connsiteY3" fmla="*/ 727529 h 727529"/>
                <a:gd name="connsiteX4" fmla="*/ 31750 w 1001485"/>
                <a:gd name="connsiteY4" fmla="*/ 0 h 727529"/>
                <a:gd name="connsiteX0" fmla="*/ 31750 w 1001485"/>
                <a:gd name="connsiteY0" fmla="*/ 88900 h 816429"/>
                <a:gd name="connsiteX1" fmla="*/ 429985 w 1001485"/>
                <a:gd name="connsiteY1" fmla="*/ 0 h 816429"/>
                <a:gd name="connsiteX2" fmla="*/ 1001485 w 1001485"/>
                <a:gd name="connsiteY2" fmla="*/ 816429 h 816429"/>
                <a:gd name="connsiteX3" fmla="*/ 0 w 1001485"/>
                <a:gd name="connsiteY3" fmla="*/ 816429 h 816429"/>
                <a:gd name="connsiteX4" fmla="*/ 31750 w 1001485"/>
                <a:gd name="connsiteY4" fmla="*/ 88900 h 816429"/>
                <a:gd name="connsiteX0" fmla="*/ 31750 w 645885"/>
                <a:gd name="connsiteY0" fmla="*/ 88900 h 816429"/>
                <a:gd name="connsiteX1" fmla="*/ 429985 w 645885"/>
                <a:gd name="connsiteY1" fmla="*/ 0 h 816429"/>
                <a:gd name="connsiteX2" fmla="*/ 645885 w 645885"/>
                <a:gd name="connsiteY2" fmla="*/ 79829 h 816429"/>
                <a:gd name="connsiteX3" fmla="*/ 0 w 645885"/>
                <a:gd name="connsiteY3" fmla="*/ 816429 h 816429"/>
                <a:gd name="connsiteX4" fmla="*/ 31750 w 645885"/>
                <a:gd name="connsiteY4" fmla="*/ 88900 h 816429"/>
                <a:gd name="connsiteX0" fmla="*/ 31750 w 645885"/>
                <a:gd name="connsiteY0" fmla="*/ 88900 h 575129"/>
                <a:gd name="connsiteX1" fmla="*/ 429985 w 645885"/>
                <a:gd name="connsiteY1" fmla="*/ 0 h 575129"/>
                <a:gd name="connsiteX2" fmla="*/ 645885 w 645885"/>
                <a:gd name="connsiteY2" fmla="*/ 79829 h 575129"/>
                <a:gd name="connsiteX3" fmla="*/ 0 w 645885"/>
                <a:gd name="connsiteY3" fmla="*/ 575129 h 575129"/>
                <a:gd name="connsiteX4" fmla="*/ 31750 w 645885"/>
                <a:gd name="connsiteY4" fmla="*/ 88900 h 575129"/>
                <a:gd name="connsiteX0" fmla="*/ 196355 w 810490"/>
                <a:gd name="connsiteY0" fmla="*/ 88900 h 575129"/>
                <a:gd name="connsiteX1" fmla="*/ 594590 w 810490"/>
                <a:gd name="connsiteY1" fmla="*/ 0 h 575129"/>
                <a:gd name="connsiteX2" fmla="*/ 810490 w 810490"/>
                <a:gd name="connsiteY2" fmla="*/ 79829 h 575129"/>
                <a:gd name="connsiteX3" fmla="*/ 164605 w 810490"/>
                <a:gd name="connsiteY3" fmla="*/ 575129 h 575129"/>
                <a:gd name="connsiteX4" fmla="*/ 196355 w 810490"/>
                <a:gd name="connsiteY4" fmla="*/ 88900 h 575129"/>
                <a:gd name="connsiteX0" fmla="*/ 259407 w 873542"/>
                <a:gd name="connsiteY0" fmla="*/ 88900 h 575129"/>
                <a:gd name="connsiteX1" fmla="*/ 657642 w 873542"/>
                <a:gd name="connsiteY1" fmla="*/ 0 h 575129"/>
                <a:gd name="connsiteX2" fmla="*/ 873542 w 873542"/>
                <a:gd name="connsiteY2" fmla="*/ 79829 h 575129"/>
                <a:gd name="connsiteX3" fmla="*/ 227657 w 873542"/>
                <a:gd name="connsiteY3" fmla="*/ 575129 h 575129"/>
                <a:gd name="connsiteX4" fmla="*/ 259407 w 873542"/>
                <a:gd name="connsiteY4" fmla="*/ 88900 h 575129"/>
                <a:gd name="connsiteX0" fmla="*/ 259407 w 873542"/>
                <a:gd name="connsiteY0" fmla="*/ 159074 h 645303"/>
                <a:gd name="connsiteX1" fmla="*/ 657642 w 873542"/>
                <a:gd name="connsiteY1" fmla="*/ 70174 h 645303"/>
                <a:gd name="connsiteX2" fmla="*/ 873542 w 873542"/>
                <a:gd name="connsiteY2" fmla="*/ 150003 h 645303"/>
                <a:gd name="connsiteX3" fmla="*/ 227657 w 873542"/>
                <a:gd name="connsiteY3" fmla="*/ 645303 h 645303"/>
                <a:gd name="connsiteX4" fmla="*/ 259407 w 873542"/>
                <a:gd name="connsiteY4" fmla="*/ 159074 h 645303"/>
                <a:gd name="connsiteX0" fmla="*/ 259407 w 873542"/>
                <a:gd name="connsiteY0" fmla="*/ 159074 h 645303"/>
                <a:gd name="connsiteX1" fmla="*/ 638592 w 873542"/>
                <a:gd name="connsiteY1" fmla="*/ 70174 h 645303"/>
                <a:gd name="connsiteX2" fmla="*/ 873542 w 873542"/>
                <a:gd name="connsiteY2" fmla="*/ 150003 h 645303"/>
                <a:gd name="connsiteX3" fmla="*/ 227657 w 873542"/>
                <a:gd name="connsiteY3" fmla="*/ 645303 h 645303"/>
                <a:gd name="connsiteX4" fmla="*/ 259407 w 873542"/>
                <a:gd name="connsiteY4" fmla="*/ 159074 h 645303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1037249"/>
                <a:gd name="connsiteY0" fmla="*/ 197339 h 683568"/>
                <a:gd name="connsiteX1" fmla="*/ 638592 w 1037249"/>
                <a:gd name="connsiteY1" fmla="*/ 108439 h 683568"/>
                <a:gd name="connsiteX2" fmla="*/ 1037249 w 1037249"/>
                <a:gd name="connsiteY2" fmla="*/ 102989 h 683568"/>
                <a:gd name="connsiteX3" fmla="*/ 227657 w 1037249"/>
                <a:gd name="connsiteY3" fmla="*/ 683568 h 683568"/>
                <a:gd name="connsiteX4" fmla="*/ 259407 w 1037249"/>
                <a:gd name="connsiteY4" fmla="*/ 197339 h 683568"/>
                <a:gd name="connsiteX0" fmla="*/ 259407 w 1037249"/>
                <a:gd name="connsiteY0" fmla="*/ 323950 h 810179"/>
                <a:gd name="connsiteX1" fmla="*/ 739874 w 1037249"/>
                <a:gd name="connsiteY1" fmla="*/ 38446 h 810179"/>
                <a:gd name="connsiteX2" fmla="*/ 1037249 w 1037249"/>
                <a:gd name="connsiteY2" fmla="*/ 229600 h 810179"/>
                <a:gd name="connsiteX3" fmla="*/ 227657 w 1037249"/>
                <a:gd name="connsiteY3" fmla="*/ 810179 h 810179"/>
                <a:gd name="connsiteX4" fmla="*/ 259407 w 1037249"/>
                <a:gd name="connsiteY4" fmla="*/ 323950 h 810179"/>
                <a:gd name="connsiteX0" fmla="*/ 228532 w 1059584"/>
                <a:gd name="connsiteY0" fmla="*/ 181693 h 901044"/>
                <a:gd name="connsiteX1" fmla="*/ 762209 w 1059584"/>
                <a:gd name="connsiteY1" fmla="*/ 129311 h 901044"/>
                <a:gd name="connsiteX2" fmla="*/ 1059584 w 1059584"/>
                <a:gd name="connsiteY2" fmla="*/ 320465 h 901044"/>
                <a:gd name="connsiteX3" fmla="*/ 249992 w 1059584"/>
                <a:gd name="connsiteY3" fmla="*/ 901044 h 901044"/>
                <a:gd name="connsiteX4" fmla="*/ 228532 w 1059584"/>
                <a:gd name="connsiteY4" fmla="*/ 181693 h 901044"/>
                <a:gd name="connsiteX0" fmla="*/ 148679 w 979731"/>
                <a:gd name="connsiteY0" fmla="*/ 181693 h 915933"/>
                <a:gd name="connsiteX1" fmla="*/ 682356 w 979731"/>
                <a:gd name="connsiteY1" fmla="*/ 129311 h 915933"/>
                <a:gd name="connsiteX2" fmla="*/ 979731 w 979731"/>
                <a:gd name="connsiteY2" fmla="*/ 320465 h 915933"/>
                <a:gd name="connsiteX3" fmla="*/ 170139 w 979731"/>
                <a:gd name="connsiteY3" fmla="*/ 901044 h 915933"/>
                <a:gd name="connsiteX4" fmla="*/ 301 w 979731"/>
                <a:gd name="connsiteY4" fmla="*/ 727852 h 915933"/>
                <a:gd name="connsiteX5" fmla="*/ 148679 w 979731"/>
                <a:gd name="connsiteY5" fmla="*/ 181693 h 915933"/>
                <a:gd name="connsiteX0" fmla="*/ 150331 w 981383"/>
                <a:gd name="connsiteY0" fmla="*/ 181693 h 1008088"/>
                <a:gd name="connsiteX1" fmla="*/ 684008 w 981383"/>
                <a:gd name="connsiteY1" fmla="*/ 129311 h 1008088"/>
                <a:gd name="connsiteX2" fmla="*/ 981383 w 981383"/>
                <a:gd name="connsiteY2" fmla="*/ 320465 h 1008088"/>
                <a:gd name="connsiteX3" fmla="*/ 138240 w 981383"/>
                <a:gd name="connsiteY3" fmla="*/ 998818 h 1008088"/>
                <a:gd name="connsiteX4" fmla="*/ 1953 w 981383"/>
                <a:gd name="connsiteY4" fmla="*/ 727852 h 1008088"/>
                <a:gd name="connsiteX5" fmla="*/ 150331 w 981383"/>
                <a:gd name="connsiteY5" fmla="*/ 181693 h 1008088"/>
                <a:gd name="connsiteX0" fmla="*/ 271843 w 1102895"/>
                <a:gd name="connsiteY0" fmla="*/ 181693 h 1008088"/>
                <a:gd name="connsiteX1" fmla="*/ 805520 w 1102895"/>
                <a:gd name="connsiteY1" fmla="*/ 129311 h 1008088"/>
                <a:gd name="connsiteX2" fmla="*/ 1102895 w 1102895"/>
                <a:gd name="connsiteY2" fmla="*/ 320465 h 1008088"/>
                <a:gd name="connsiteX3" fmla="*/ 259752 w 1102895"/>
                <a:gd name="connsiteY3" fmla="*/ 998818 h 1008088"/>
                <a:gd name="connsiteX4" fmla="*/ 123465 w 1102895"/>
                <a:gd name="connsiteY4" fmla="*/ 727852 h 1008088"/>
                <a:gd name="connsiteX5" fmla="*/ 271843 w 1102895"/>
                <a:gd name="connsiteY5" fmla="*/ 181693 h 1008088"/>
                <a:gd name="connsiteX0" fmla="*/ 315070 w 1146122"/>
                <a:gd name="connsiteY0" fmla="*/ 181693 h 1008088"/>
                <a:gd name="connsiteX1" fmla="*/ 848747 w 1146122"/>
                <a:gd name="connsiteY1" fmla="*/ 129311 h 1008088"/>
                <a:gd name="connsiteX2" fmla="*/ 1146122 w 1146122"/>
                <a:gd name="connsiteY2" fmla="*/ 320465 h 1008088"/>
                <a:gd name="connsiteX3" fmla="*/ 302979 w 1146122"/>
                <a:gd name="connsiteY3" fmla="*/ 998818 h 1008088"/>
                <a:gd name="connsiteX4" fmla="*/ 166692 w 1146122"/>
                <a:gd name="connsiteY4" fmla="*/ 727852 h 1008088"/>
                <a:gd name="connsiteX5" fmla="*/ 315070 w 1146122"/>
                <a:gd name="connsiteY5" fmla="*/ 181693 h 1008088"/>
                <a:gd name="connsiteX0" fmla="*/ 315070 w 1146122"/>
                <a:gd name="connsiteY0" fmla="*/ 212178 h 1038573"/>
                <a:gd name="connsiteX1" fmla="*/ 848747 w 1146122"/>
                <a:gd name="connsiteY1" fmla="*/ 159796 h 1038573"/>
                <a:gd name="connsiteX2" fmla="*/ 1146122 w 1146122"/>
                <a:gd name="connsiteY2" fmla="*/ 350950 h 1038573"/>
                <a:gd name="connsiteX3" fmla="*/ 302979 w 1146122"/>
                <a:gd name="connsiteY3" fmla="*/ 1029303 h 1038573"/>
                <a:gd name="connsiteX4" fmla="*/ 166692 w 1146122"/>
                <a:gd name="connsiteY4" fmla="*/ 758337 h 1038573"/>
                <a:gd name="connsiteX5" fmla="*/ 315070 w 1146122"/>
                <a:gd name="connsiteY5" fmla="*/ 212178 h 1038573"/>
                <a:gd name="connsiteX0" fmla="*/ 315070 w 1146130"/>
                <a:gd name="connsiteY0" fmla="*/ 212178 h 1038573"/>
                <a:gd name="connsiteX1" fmla="*/ 848747 w 1146130"/>
                <a:gd name="connsiteY1" fmla="*/ 159796 h 1038573"/>
                <a:gd name="connsiteX2" fmla="*/ 1146122 w 1146130"/>
                <a:gd name="connsiteY2" fmla="*/ 350950 h 1038573"/>
                <a:gd name="connsiteX3" fmla="*/ 302979 w 1146130"/>
                <a:gd name="connsiteY3" fmla="*/ 1029303 h 1038573"/>
                <a:gd name="connsiteX4" fmla="*/ 166692 w 1146130"/>
                <a:gd name="connsiteY4" fmla="*/ 758337 h 1038573"/>
                <a:gd name="connsiteX5" fmla="*/ 315070 w 1146130"/>
                <a:gd name="connsiteY5" fmla="*/ 212178 h 1038573"/>
                <a:gd name="connsiteX0" fmla="*/ 315070 w 1146130"/>
                <a:gd name="connsiteY0" fmla="*/ 212178 h 1037713"/>
                <a:gd name="connsiteX1" fmla="*/ 848747 w 1146130"/>
                <a:gd name="connsiteY1" fmla="*/ 159796 h 1037713"/>
                <a:gd name="connsiteX2" fmla="*/ 1146122 w 1146130"/>
                <a:gd name="connsiteY2" fmla="*/ 350950 h 1037713"/>
                <a:gd name="connsiteX3" fmla="*/ 302979 w 1146130"/>
                <a:gd name="connsiteY3" fmla="*/ 1029303 h 1037713"/>
                <a:gd name="connsiteX4" fmla="*/ 166692 w 1146130"/>
                <a:gd name="connsiteY4" fmla="*/ 758337 h 1037713"/>
                <a:gd name="connsiteX5" fmla="*/ 315070 w 1146130"/>
                <a:gd name="connsiteY5" fmla="*/ 212178 h 1037713"/>
                <a:gd name="connsiteX0" fmla="*/ 273282 w 1104342"/>
                <a:gd name="connsiteY0" fmla="*/ 212178 h 1036131"/>
                <a:gd name="connsiteX1" fmla="*/ 806959 w 1104342"/>
                <a:gd name="connsiteY1" fmla="*/ 159796 h 1036131"/>
                <a:gd name="connsiteX2" fmla="*/ 1104334 w 1104342"/>
                <a:gd name="connsiteY2" fmla="*/ 350950 h 1036131"/>
                <a:gd name="connsiteX3" fmla="*/ 261191 w 1104342"/>
                <a:gd name="connsiteY3" fmla="*/ 1029303 h 1036131"/>
                <a:gd name="connsiteX4" fmla="*/ 191354 w 1104342"/>
                <a:gd name="connsiteY4" fmla="*/ 694015 h 1036131"/>
                <a:gd name="connsiteX5" fmla="*/ 273282 w 1104342"/>
                <a:gd name="connsiteY5" fmla="*/ 212178 h 1036131"/>
                <a:gd name="connsiteX0" fmla="*/ 273282 w 1104342"/>
                <a:gd name="connsiteY0" fmla="*/ 212178 h 951284"/>
                <a:gd name="connsiteX1" fmla="*/ 806959 w 1104342"/>
                <a:gd name="connsiteY1" fmla="*/ 159796 h 951284"/>
                <a:gd name="connsiteX2" fmla="*/ 1104334 w 1104342"/>
                <a:gd name="connsiteY2" fmla="*/ 350950 h 951284"/>
                <a:gd name="connsiteX3" fmla="*/ 262609 w 1104342"/>
                <a:gd name="connsiteY3" fmla="*/ 942123 h 951284"/>
                <a:gd name="connsiteX4" fmla="*/ 191354 w 1104342"/>
                <a:gd name="connsiteY4" fmla="*/ 694015 h 951284"/>
                <a:gd name="connsiteX5" fmla="*/ 273282 w 1104342"/>
                <a:gd name="connsiteY5" fmla="*/ 212178 h 951284"/>
                <a:gd name="connsiteX0" fmla="*/ 273282 w 1104342"/>
                <a:gd name="connsiteY0" fmla="*/ 212178 h 942123"/>
                <a:gd name="connsiteX1" fmla="*/ 806959 w 1104342"/>
                <a:gd name="connsiteY1" fmla="*/ 159796 h 942123"/>
                <a:gd name="connsiteX2" fmla="*/ 1104334 w 1104342"/>
                <a:gd name="connsiteY2" fmla="*/ 350950 h 942123"/>
                <a:gd name="connsiteX3" fmla="*/ 262609 w 1104342"/>
                <a:gd name="connsiteY3" fmla="*/ 942123 h 942123"/>
                <a:gd name="connsiteX4" fmla="*/ 191354 w 1104342"/>
                <a:gd name="connsiteY4" fmla="*/ 694015 h 942123"/>
                <a:gd name="connsiteX5" fmla="*/ 273282 w 1104342"/>
                <a:gd name="connsiteY5" fmla="*/ 212178 h 942123"/>
                <a:gd name="connsiteX0" fmla="*/ 273282 w 1104339"/>
                <a:gd name="connsiteY0" fmla="*/ 202760 h 932705"/>
                <a:gd name="connsiteX1" fmla="*/ 719424 w 1104339"/>
                <a:gd name="connsiteY1" fmla="*/ 170756 h 932705"/>
                <a:gd name="connsiteX2" fmla="*/ 1104334 w 1104339"/>
                <a:gd name="connsiteY2" fmla="*/ 341532 h 932705"/>
                <a:gd name="connsiteX3" fmla="*/ 262609 w 1104339"/>
                <a:gd name="connsiteY3" fmla="*/ 932705 h 932705"/>
                <a:gd name="connsiteX4" fmla="*/ 191354 w 1104339"/>
                <a:gd name="connsiteY4" fmla="*/ 684597 h 932705"/>
                <a:gd name="connsiteX5" fmla="*/ 273282 w 1104339"/>
                <a:gd name="connsiteY5" fmla="*/ 202760 h 932705"/>
                <a:gd name="connsiteX0" fmla="*/ 273282 w 1104339"/>
                <a:gd name="connsiteY0" fmla="*/ 176308 h 906253"/>
                <a:gd name="connsiteX1" fmla="*/ 719424 w 1104339"/>
                <a:gd name="connsiteY1" fmla="*/ 144304 h 906253"/>
                <a:gd name="connsiteX2" fmla="*/ 1104334 w 1104339"/>
                <a:gd name="connsiteY2" fmla="*/ 315080 h 906253"/>
                <a:gd name="connsiteX3" fmla="*/ 262609 w 1104339"/>
                <a:gd name="connsiteY3" fmla="*/ 906253 h 906253"/>
                <a:gd name="connsiteX4" fmla="*/ 191354 w 1104339"/>
                <a:gd name="connsiteY4" fmla="*/ 658145 h 906253"/>
                <a:gd name="connsiteX5" fmla="*/ 273282 w 1104339"/>
                <a:gd name="connsiteY5" fmla="*/ 176308 h 906253"/>
                <a:gd name="connsiteX0" fmla="*/ 255676 w 1086733"/>
                <a:gd name="connsiteY0" fmla="*/ 176308 h 906253"/>
                <a:gd name="connsiteX1" fmla="*/ 701818 w 1086733"/>
                <a:gd name="connsiteY1" fmla="*/ 144304 h 906253"/>
                <a:gd name="connsiteX2" fmla="*/ 1086728 w 1086733"/>
                <a:gd name="connsiteY2" fmla="*/ 315080 h 906253"/>
                <a:gd name="connsiteX3" fmla="*/ 245003 w 1086733"/>
                <a:gd name="connsiteY3" fmla="*/ 906253 h 906253"/>
                <a:gd name="connsiteX4" fmla="*/ 173748 w 1086733"/>
                <a:gd name="connsiteY4" fmla="*/ 658145 h 906253"/>
                <a:gd name="connsiteX5" fmla="*/ 255676 w 1086733"/>
                <a:gd name="connsiteY5" fmla="*/ 176308 h 906253"/>
                <a:gd name="connsiteX0" fmla="*/ 255676 w 976187"/>
                <a:gd name="connsiteY0" fmla="*/ 176308 h 906253"/>
                <a:gd name="connsiteX1" fmla="*/ 701818 w 976187"/>
                <a:gd name="connsiteY1" fmla="*/ 144304 h 906253"/>
                <a:gd name="connsiteX2" fmla="*/ 976176 w 976187"/>
                <a:gd name="connsiteY2" fmla="*/ 276220 h 906253"/>
                <a:gd name="connsiteX3" fmla="*/ 245003 w 976187"/>
                <a:gd name="connsiteY3" fmla="*/ 906253 h 906253"/>
                <a:gd name="connsiteX4" fmla="*/ 173748 w 976187"/>
                <a:gd name="connsiteY4" fmla="*/ 658145 h 906253"/>
                <a:gd name="connsiteX5" fmla="*/ 255676 w 976187"/>
                <a:gd name="connsiteY5" fmla="*/ 176308 h 906253"/>
                <a:gd name="connsiteX0" fmla="*/ 245003 w 976187"/>
                <a:gd name="connsiteY0" fmla="*/ 906253 h 1039497"/>
                <a:gd name="connsiteX1" fmla="*/ 173748 w 976187"/>
                <a:gd name="connsiteY1" fmla="*/ 658145 h 1039497"/>
                <a:gd name="connsiteX2" fmla="*/ 255676 w 976187"/>
                <a:gd name="connsiteY2" fmla="*/ 176308 h 1039497"/>
                <a:gd name="connsiteX3" fmla="*/ 701818 w 976187"/>
                <a:gd name="connsiteY3" fmla="*/ 144304 h 1039497"/>
                <a:gd name="connsiteX4" fmla="*/ 976176 w 976187"/>
                <a:gd name="connsiteY4" fmla="*/ 276220 h 1039497"/>
                <a:gd name="connsiteX5" fmla="*/ 378089 w 976187"/>
                <a:gd name="connsiteY5" fmla="*/ 1039497 h 1039497"/>
                <a:gd name="connsiteX0" fmla="*/ 245003 w 976187"/>
                <a:gd name="connsiteY0" fmla="*/ 906253 h 906253"/>
                <a:gd name="connsiteX1" fmla="*/ 173748 w 976187"/>
                <a:gd name="connsiteY1" fmla="*/ 658145 h 906253"/>
                <a:gd name="connsiteX2" fmla="*/ 255676 w 976187"/>
                <a:gd name="connsiteY2" fmla="*/ 176308 h 906253"/>
                <a:gd name="connsiteX3" fmla="*/ 701818 w 976187"/>
                <a:gd name="connsiteY3" fmla="*/ 144304 h 906253"/>
                <a:gd name="connsiteX4" fmla="*/ 976176 w 976187"/>
                <a:gd name="connsiteY4" fmla="*/ 276220 h 906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6187" h="906253">
                  <a:moveTo>
                    <a:pt x="245003" y="906253"/>
                  </a:moveTo>
                  <a:cubicBezTo>
                    <a:pt x="137016" y="897394"/>
                    <a:pt x="96270" y="751047"/>
                    <a:pt x="173748" y="658145"/>
                  </a:cubicBezTo>
                  <a:cubicBezTo>
                    <a:pt x="-125377" y="480138"/>
                    <a:pt x="1266" y="239268"/>
                    <a:pt x="255676" y="176308"/>
                  </a:cubicBezTo>
                  <a:cubicBezTo>
                    <a:pt x="377556" y="-71049"/>
                    <a:pt x="589084" y="-35813"/>
                    <a:pt x="701818" y="144304"/>
                  </a:cubicBezTo>
                  <a:cubicBezTo>
                    <a:pt x="888085" y="113764"/>
                    <a:pt x="977336" y="181679"/>
                    <a:pt x="976176" y="276220"/>
                  </a:cubicBezTo>
                </a:path>
              </a:pathLst>
            </a:custGeom>
            <a:grpFill/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">
              <a:extLst>
                <a:ext uri="{FF2B5EF4-FFF2-40B4-BE49-F238E27FC236}">
                  <a16:creationId xmlns:a16="http://schemas.microsoft.com/office/drawing/2014/main" id="{3221D2D1-A0D7-0413-6F15-3A317B66D8D8}"/>
                </a:ext>
              </a:extLst>
            </p:cNvPr>
            <p:cNvSpPr/>
            <p:nvPr/>
          </p:nvSpPr>
          <p:spPr>
            <a:xfrm rot="4237993">
              <a:off x="5771658" y="3325127"/>
              <a:ext cx="899271" cy="834847"/>
            </a:xfrm>
            <a:custGeom>
              <a:avLst/>
              <a:gdLst>
                <a:gd name="connsiteX0" fmla="*/ 0 w 1001485"/>
                <a:gd name="connsiteY0" fmla="*/ 0 h 638629"/>
                <a:gd name="connsiteX1" fmla="*/ 1001485 w 1001485"/>
                <a:gd name="connsiteY1" fmla="*/ 0 h 638629"/>
                <a:gd name="connsiteX2" fmla="*/ 1001485 w 1001485"/>
                <a:gd name="connsiteY2" fmla="*/ 638629 h 638629"/>
                <a:gd name="connsiteX3" fmla="*/ 0 w 1001485"/>
                <a:gd name="connsiteY3" fmla="*/ 638629 h 638629"/>
                <a:gd name="connsiteX4" fmla="*/ 0 w 1001485"/>
                <a:gd name="connsiteY4" fmla="*/ 0 h 638629"/>
                <a:gd name="connsiteX0" fmla="*/ 0 w 1166585"/>
                <a:gd name="connsiteY0" fmla="*/ 57150 h 638629"/>
                <a:gd name="connsiteX1" fmla="*/ 1166585 w 1166585"/>
                <a:gd name="connsiteY1" fmla="*/ 0 h 638629"/>
                <a:gd name="connsiteX2" fmla="*/ 1166585 w 1166585"/>
                <a:gd name="connsiteY2" fmla="*/ 638629 h 638629"/>
                <a:gd name="connsiteX3" fmla="*/ 165100 w 1166585"/>
                <a:gd name="connsiteY3" fmla="*/ 638629 h 638629"/>
                <a:gd name="connsiteX4" fmla="*/ 0 w 1166585"/>
                <a:gd name="connsiteY4" fmla="*/ 57150 h 638629"/>
                <a:gd name="connsiteX0" fmla="*/ 31750 w 1001485"/>
                <a:gd name="connsiteY0" fmla="*/ 0 h 727529"/>
                <a:gd name="connsiteX1" fmla="*/ 1001485 w 1001485"/>
                <a:gd name="connsiteY1" fmla="*/ 88900 h 727529"/>
                <a:gd name="connsiteX2" fmla="*/ 1001485 w 1001485"/>
                <a:gd name="connsiteY2" fmla="*/ 727529 h 727529"/>
                <a:gd name="connsiteX3" fmla="*/ 0 w 1001485"/>
                <a:gd name="connsiteY3" fmla="*/ 727529 h 727529"/>
                <a:gd name="connsiteX4" fmla="*/ 31750 w 1001485"/>
                <a:gd name="connsiteY4" fmla="*/ 0 h 727529"/>
                <a:gd name="connsiteX0" fmla="*/ 31750 w 1001485"/>
                <a:gd name="connsiteY0" fmla="*/ 88900 h 816429"/>
                <a:gd name="connsiteX1" fmla="*/ 429985 w 1001485"/>
                <a:gd name="connsiteY1" fmla="*/ 0 h 816429"/>
                <a:gd name="connsiteX2" fmla="*/ 1001485 w 1001485"/>
                <a:gd name="connsiteY2" fmla="*/ 816429 h 816429"/>
                <a:gd name="connsiteX3" fmla="*/ 0 w 1001485"/>
                <a:gd name="connsiteY3" fmla="*/ 816429 h 816429"/>
                <a:gd name="connsiteX4" fmla="*/ 31750 w 1001485"/>
                <a:gd name="connsiteY4" fmla="*/ 88900 h 816429"/>
                <a:gd name="connsiteX0" fmla="*/ 31750 w 645885"/>
                <a:gd name="connsiteY0" fmla="*/ 88900 h 816429"/>
                <a:gd name="connsiteX1" fmla="*/ 429985 w 645885"/>
                <a:gd name="connsiteY1" fmla="*/ 0 h 816429"/>
                <a:gd name="connsiteX2" fmla="*/ 645885 w 645885"/>
                <a:gd name="connsiteY2" fmla="*/ 79829 h 816429"/>
                <a:gd name="connsiteX3" fmla="*/ 0 w 645885"/>
                <a:gd name="connsiteY3" fmla="*/ 816429 h 816429"/>
                <a:gd name="connsiteX4" fmla="*/ 31750 w 645885"/>
                <a:gd name="connsiteY4" fmla="*/ 88900 h 816429"/>
                <a:gd name="connsiteX0" fmla="*/ 31750 w 645885"/>
                <a:gd name="connsiteY0" fmla="*/ 88900 h 575129"/>
                <a:gd name="connsiteX1" fmla="*/ 429985 w 645885"/>
                <a:gd name="connsiteY1" fmla="*/ 0 h 575129"/>
                <a:gd name="connsiteX2" fmla="*/ 645885 w 645885"/>
                <a:gd name="connsiteY2" fmla="*/ 79829 h 575129"/>
                <a:gd name="connsiteX3" fmla="*/ 0 w 645885"/>
                <a:gd name="connsiteY3" fmla="*/ 575129 h 575129"/>
                <a:gd name="connsiteX4" fmla="*/ 31750 w 645885"/>
                <a:gd name="connsiteY4" fmla="*/ 88900 h 575129"/>
                <a:gd name="connsiteX0" fmla="*/ 196355 w 810490"/>
                <a:gd name="connsiteY0" fmla="*/ 88900 h 575129"/>
                <a:gd name="connsiteX1" fmla="*/ 594590 w 810490"/>
                <a:gd name="connsiteY1" fmla="*/ 0 h 575129"/>
                <a:gd name="connsiteX2" fmla="*/ 810490 w 810490"/>
                <a:gd name="connsiteY2" fmla="*/ 79829 h 575129"/>
                <a:gd name="connsiteX3" fmla="*/ 164605 w 810490"/>
                <a:gd name="connsiteY3" fmla="*/ 575129 h 575129"/>
                <a:gd name="connsiteX4" fmla="*/ 196355 w 810490"/>
                <a:gd name="connsiteY4" fmla="*/ 88900 h 575129"/>
                <a:gd name="connsiteX0" fmla="*/ 259407 w 873542"/>
                <a:gd name="connsiteY0" fmla="*/ 88900 h 575129"/>
                <a:gd name="connsiteX1" fmla="*/ 657642 w 873542"/>
                <a:gd name="connsiteY1" fmla="*/ 0 h 575129"/>
                <a:gd name="connsiteX2" fmla="*/ 873542 w 873542"/>
                <a:gd name="connsiteY2" fmla="*/ 79829 h 575129"/>
                <a:gd name="connsiteX3" fmla="*/ 227657 w 873542"/>
                <a:gd name="connsiteY3" fmla="*/ 575129 h 575129"/>
                <a:gd name="connsiteX4" fmla="*/ 259407 w 873542"/>
                <a:gd name="connsiteY4" fmla="*/ 88900 h 575129"/>
                <a:gd name="connsiteX0" fmla="*/ 259407 w 873542"/>
                <a:gd name="connsiteY0" fmla="*/ 159074 h 645303"/>
                <a:gd name="connsiteX1" fmla="*/ 657642 w 873542"/>
                <a:gd name="connsiteY1" fmla="*/ 70174 h 645303"/>
                <a:gd name="connsiteX2" fmla="*/ 873542 w 873542"/>
                <a:gd name="connsiteY2" fmla="*/ 150003 h 645303"/>
                <a:gd name="connsiteX3" fmla="*/ 227657 w 873542"/>
                <a:gd name="connsiteY3" fmla="*/ 645303 h 645303"/>
                <a:gd name="connsiteX4" fmla="*/ 259407 w 873542"/>
                <a:gd name="connsiteY4" fmla="*/ 159074 h 645303"/>
                <a:gd name="connsiteX0" fmla="*/ 259407 w 873542"/>
                <a:gd name="connsiteY0" fmla="*/ 159074 h 645303"/>
                <a:gd name="connsiteX1" fmla="*/ 638592 w 873542"/>
                <a:gd name="connsiteY1" fmla="*/ 70174 h 645303"/>
                <a:gd name="connsiteX2" fmla="*/ 873542 w 873542"/>
                <a:gd name="connsiteY2" fmla="*/ 150003 h 645303"/>
                <a:gd name="connsiteX3" fmla="*/ 227657 w 873542"/>
                <a:gd name="connsiteY3" fmla="*/ 645303 h 645303"/>
                <a:gd name="connsiteX4" fmla="*/ 259407 w 873542"/>
                <a:gd name="connsiteY4" fmla="*/ 159074 h 645303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1037249"/>
                <a:gd name="connsiteY0" fmla="*/ 197339 h 683568"/>
                <a:gd name="connsiteX1" fmla="*/ 638592 w 1037249"/>
                <a:gd name="connsiteY1" fmla="*/ 108439 h 683568"/>
                <a:gd name="connsiteX2" fmla="*/ 1037249 w 1037249"/>
                <a:gd name="connsiteY2" fmla="*/ 102989 h 683568"/>
                <a:gd name="connsiteX3" fmla="*/ 227657 w 1037249"/>
                <a:gd name="connsiteY3" fmla="*/ 683568 h 683568"/>
                <a:gd name="connsiteX4" fmla="*/ 259407 w 1037249"/>
                <a:gd name="connsiteY4" fmla="*/ 197339 h 683568"/>
                <a:gd name="connsiteX0" fmla="*/ 259407 w 1037249"/>
                <a:gd name="connsiteY0" fmla="*/ 323950 h 810179"/>
                <a:gd name="connsiteX1" fmla="*/ 739874 w 1037249"/>
                <a:gd name="connsiteY1" fmla="*/ 38446 h 810179"/>
                <a:gd name="connsiteX2" fmla="*/ 1037249 w 1037249"/>
                <a:gd name="connsiteY2" fmla="*/ 229600 h 810179"/>
                <a:gd name="connsiteX3" fmla="*/ 227657 w 1037249"/>
                <a:gd name="connsiteY3" fmla="*/ 810179 h 810179"/>
                <a:gd name="connsiteX4" fmla="*/ 259407 w 1037249"/>
                <a:gd name="connsiteY4" fmla="*/ 323950 h 810179"/>
                <a:gd name="connsiteX0" fmla="*/ 228532 w 1059584"/>
                <a:gd name="connsiteY0" fmla="*/ 181693 h 901044"/>
                <a:gd name="connsiteX1" fmla="*/ 762209 w 1059584"/>
                <a:gd name="connsiteY1" fmla="*/ 129311 h 901044"/>
                <a:gd name="connsiteX2" fmla="*/ 1059584 w 1059584"/>
                <a:gd name="connsiteY2" fmla="*/ 320465 h 901044"/>
                <a:gd name="connsiteX3" fmla="*/ 249992 w 1059584"/>
                <a:gd name="connsiteY3" fmla="*/ 901044 h 901044"/>
                <a:gd name="connsiteX4" fmla="*/ 228532 w 1059584"/>
                <a:gd name="connsiteY4" fmla="*/ 181693 h 901044"/>
                <a:gd name="connsiteX0" fmla="*/ 148679 w 979731"/>
                <a:gd name="connsiteY0" fmla="*/ 181693 h 915933"/>
                <a:gd name="connsiteX1" fmla="*/ 682356 w 979731"/>
                <a:gd name="connsiteY1" fmla="*/ 129311 h 915933"/>
                <a:gd name="connsiteX2" fmla="*/ 979731 w 979731"/>
                <a:gd name="connsiteY2" fmla="*/ 320465 h 915933"/>
                <a:gd name="connsiteX3" fmla="*/ 170139 w 979731"/>
                <a:gd name="connsiteY3" fmla="*/ 901044 h 915933"/>
                <a:gd name="connsiteX4" fmla="*/ 301 w 979731"/>
                <a:gd name="connsiteY4" fmla="*/ 727852 h 915933"/>
                <a:gd name="connsiteX5" fmla="*/ 148679 w 979731"/>
                <a:gd name="connsiteY5" fmla="*/ 181693 h 915933"/>
                <a:gd name="connsiteX0" fmla="*/ 150331 w 981383"/>
                <a:gd name="connsiteY0" fmla="*/ 181693 h 1008088"/>
                <a:gd name="connsiteX1" fmla="*/ 684008 w 981383"/>
                <a:gd name="connsiteY1" fmla="*/ 129311 h 1008088"/>
                <a:gd name="connsiteX2" fmla="*/ 981383 w 981383"/>
                <a:gd name="connsiteY2" fmla="*/ 320465 h 1008088"/>
                <a:gd name="connsiteX3" fmla="*/ 138240 w 981383"/>
                <a:gd name="connsiteY3" fmla="*/ 998818 h 1008088"/>
                <a:gd name="connsiteX4" fmla="*/ 1953 w 981383"/>
                <a:gd name="connsiteY4" fmla="*/ 727852 h 1008088"/>
                <a:gd name="connsiteX5" fmla="*/ 150331 w 981383"/>
                <a:gd name="connsiteY5" fmla="*/ 181693 h 1008088"/>
                <a:gd name="connsiteX0" fmla="*/ 271843 w 1102895"/>
                <a:gd name="connsiteY0" fmla="*/ 181693 h 1008088"/>
                <a:gd name="connsiteX1" fmla="*/ 805520 w 1102895"/>
                <a:gd name="connsiteY1" fmla="*/ 129311 h 1008088"/>
                <a:gd name="connsiteX2" fmla="*/ 1102895 w 1102895"/>
                <a:gd name="connsiteY2" fmla="*/ 320465 h 1008088"/>
                <a:gd name="connsiteX3" fmla="*/ 259752 w 1102895"/>
                <a:gd name="connsiteY3" fmla="*/ 998818 h 1008088"/>
                <a:gd name="connsiteX4" fmla="*/ 123465 w 1102895"/>
                <a:gd name="connsiteY4" fmla="*/ 727852 h 1008088"/>
                <a:gd name="connsiteX5" fmla="*/ 271843 w 1102895"/>
                <a:gd name="connsiteY5" fmla="*/ 181693 h 1008088"/>
                <a:gd name="connsiteX0" fmla="*/ 315070 w 1146122"/>
                <a:gd name="connsiteY0" fmla="*/ 181693 h 1008088"/>
                <a:gd name="connsiteX1" fmla="*/ 848747 w 1146122"/>
                <a:gd name="connsiteY1" fmla="*/ 129311 h 1008088"/>
                <a:gd name="connsiteX2" fmla="*/ 1146122 w 1146122"/>
                <a:gd name="connsiteY2" fmla="*/ 320465 h 1008088"/>
                <a:gd name="connsiteX3" fmla="*/ 302979 w 1146122"/>
                <a:gd name="connsiteY3" fmla="*/ 998818 h 1008088"/>
                <a:gd name="connsiteX4" fmla="*/ 166692 w 1146122"/>
                <a:gd name="connsiteY4" fmla="*/ 727852 h 1008088"/>
                <a:gd name="connsiteX5" fmla="*/ 315070 w 1146122"/>
                <a:gd name="connsiteY5" fmla="*/ 181693 h 1008088"/>
                <a:gd name="connsiteX0" fmla="*/ 315070 w 1146122"/>
                <a:gd name="connsiteY0" fmla="*/ 212178 h 1038573"/>
                <a:gd name="connsiteX1" fmla="*/ 848747 w 1146122"/>
                <a:gd name="connsiteY1" fmla="*/ 159796 h 1038573"/>
                <a:gd name="connsiteX2" fmla="*/ 1146122 w 1146122"/>
                <a:gd name="connsiteY2" fmla="*/ 350950 h 1038573"/>
                <a:gd name="connsiteX3" fmla="*/ 302979 w 1146122"/>
                <a:gd name="connsiteY3" fmla="*/ 1029303 h 1038573"/>
                <a:gd name="connsiteX4" fmla="*/ 166692 w 1146122"/>
                <a:gd name="connsiteY4" fmla="*/ 758337 h 1038573"/>
                <a:gd name="connsiteX5" fmla="*/ 315070 w 1146122"/>
                <a:gd name="connsiteY5" fmla="*/ 212178 h 1038573"/>
                <a:gd name="connsiteX0" fmla="*/ 315070 w 1146130"/>
                <a:gd name="connsiteY0" fmla="*/ 212178 h 1038573"/>
                <a:gd name="connsiteX1" fmla="*/ 848747 w 1146130"/>
                <a:gd name="connsiteY1" fmla="*/ 159796 h 1038573"/>
                <a:gd name="connsiteX2" fmla="*/ 1146122 w 1146130"/>
                <a:gd name="connsiteY2" fmla="*/ 350950 h 1038573"/>
                <a:gd name="connsiteX3" fmla="*/ 302979 w 1146130"/>
                <a:gd name="connsiteY3" fmla="*/ 1029303 h 1038573"/>
                <a:gd name="connsiteX4" fmla="*/ 166692 w 1146130"/>
                <a:gd name="connsiteY4" fmla="*/ 758337 h 1038573"/>
                <a:gd name="connsiteX5" fmla="*/ 315070 w 1146130"/>
                <a:gd name="connsiteY5" fmla="*/ 212178 h 1038573"/>
                <a:gd name="connsiteX0" fmla="*/ 315070 w 1146130"/>
                <a:gd name="connsiteY0" fmla="*/ 212178 h 1037713"/>
                <a:gd name="connsiteX1" fmla="*/ 848747 w 1146130"/>
                <a:gd name="connsiteY1" fmla="*/ 159796 h 1037713"/>
                <a:gd name="connsiteX2" fmla="*/ 1146122 w 1146130"/>
                <a:gd name="connsiteY2" fmla="*/ 350950 h 1037713"/>
                <a:gd name="connsiteX3" fmla="*/ 302979 w 1146130"/>
                <a:gd name="connsiteY3" fmla="*/ 1029303 h 1037713"/>
                <a:gd name="connsiteX4" fmla="*/ 166692 w 1146130"/>
                <a:gd name="connsiteY4" fmla="*/ 758337 h 1037713"/>
                <a:gd name="connsiteX5" fmla="*/ 315070 w 1146130"/>
                <a:gd name="connsiteY5" fmla="*/ 212178 h 1037713"/>
                <a:gd name="connsiteX0" fmla="*/ 273282 w 1104342"/>
                <a:gd name="connsiteY0" fmla="*/ 212178 h 1036131"/>
                <a:gd name="connsiteX1" fmla="*/ 806959 w 1104342"/>
                <a:gd name="connsiteY1" fmla="*/ 159796 h 1036131"/>
                <a:gd name="connsiteX2" fmla="*/ 1104334 w 1104342"/>
                <a:gd name="connsiteY2" fmla="*/ 350950 h 1036131"/>
                <a:gd name="connsiteX3" fmla="*/ 261191 w 1104342"/>
                <a:gd name="connsiteY3" fmla="*/ 1029303 h 1036131"/>
                <a:gd name="connsiteX4" fmla="*/ 191354 w 1104342"/>
                <a:gd name="connsiteY4" fmla="*/ 694015 h 1036131"/>
                <a:gd name="connsiteX5" fmla="*/ 273282 w 1104342"/>
                <a:gd name="connsiteY5" fmla="*/ 212178 h 1036131"/>
                <a:gd name="connsiteX0" fmla="*/ 273282 w 1104342"/>
                <a:gd name="connsiteY0" fmla="*/ 212178 h 951284"/>
                <a:gd name="connsiteX1" fmla="*/ 806959 w 1104342"/>
                <a:gd name="connsiteY1" fmla="*/ 159796 h 951284"/>
                <a:gd name="connsiteX2" fmla="*/ 1104334 w 1104342"/>
                <a:gd name="connsiteY2" fmla="*/ 350950 h 951284"/>
                <a:gd name="connsiteX3" fmla="*/ 262609 w 1104342"/>
                <a:gd name="connsiteY3" fmla="*/ 942123 h 951284"/>
                <a:gd name="connsiteX4" fmla="*/ 191354 w 1104342"/>
                <a:gd name="connsiteY4" fmla="*/ 694015 h 951284"/>
                <a:gd name="connsiteX5" fmla="*/ 273282 w 1104342"/>
                <a:gd name="connsiteY5" fmla="*/ 212178 h 951284"/>
                <a:gd name="connsiteX0" fmla="*/ 273282 w 1104342"/>
                <a:gd name="connsiteY0" fmla="*/ 212178 h 942123"/>
                <a:gd name="connsiteX1" fmla="*/ 806959 w 1104342"/>
                <a:gd name="connsiteY1" fmla="*/ 159796 h 942123"/>
                <a:gd name="connsiteX2" fmla="*/ 1104334 w 1104342"/>
                <a:gd name="connsiteY2" fmla="*/ 350950 h 942123"/>
                <a:gd name="connsiteX3" fmla="*/ 262609 w 1104342"/>
                <a:gd name="connsiteY3" fmla="*/ 942123 h 942123"/>
                <a:gd name="connsiteX4" fmla="*/ 191354 w 1104342"/>
                <a:gd name="connsiteY4" fmla="*/ 694015 h 942123"/>
                <a:gd name="connsiteX5" fmla="*/ 273282 w 1104342"/>
                <a:gd name="connsiteY5" fmla="*/ 212178 h 942123"/>
                <a:gd name="connsiteX0" fmla="*/ 273282 w 1104339"/>
                <a:gd name="connsiteY0" fmla="*/ 202760 h 932705"/>
                <a:gd name="connsiteX1" fmla="*/ 719424 w 1104339"/>
                <a:gd name="connsiteY1" fmla="*/ 170756 h 932705"/>
                <a:gd name="connsiteX2" fmla="*/ 1104334 w 1104339"/>
                <a:gd name="connsiteY2" fmla="*/ 341532 h 932705"/>
                <a:gd name="connsiteX3" fmla="*/ 262609 w 1104339"/>
                <a:gd name="connsiteY3" fmla="*/ 932705 h 932705"/>
                <a:gd name="connsiteX4" fmla="*/ 191354 w 1104339"/>
                <a:gd name="connsiteY4" fmla="*/ 684597 h 932705"/>
                <a:gd name="connsiteX5" fmla="*/ 273282 w 1104339"/>
                <a:gd name="connsiteY5" fmla="*/ 202760 h 932705"/>
                <a:gd name="connsiteX0" fmla="*/ 273282 w 1104339"/>
                <a:gd name="connsiteY0" fmla="*/ 176308 h 906253"/>
                <a:gd name="connsiteX1" fmla="*/ 719424 w 1104339"/>
                <a:gd name="connsiteY1" fmla="*/ 144304 h 906253"/>
                <a:gd name="connsiteX2" fmla="*/ 1104334 w 1104339"/>
                <a:gd name="connsiteY2" fmla="*/ 315080 h 906253"/>
                <a:gd name="connsiteX3" fmla="*/ 262609 w 1104339"/>
                <a:gd name="connsiteY3" fmla="*/ 906253 h 906253"/>
                <a:gd name="connsiteX4" fmla="*/ 191354 w 1104339"/>
                <a:gd name="connsiteY4" fmla="*/ 658145 h 906253"/>
                <a:gd name="connsiteX5" fmla="*/ 273282 w 1104339"/>
                <a:gd name="connsiteY5" fmla="*/ 176308 h 906253"/>
                <a:gd name="connsiteX0" fmla="*/ 255676 w 1086733"/>
                <a:gd name="connsiteY0" fmla="*/ 176308 h 906253"/>
                <a:gd name="connsiteX1" fmla="*/ 701818 w 1086733"/>
                <a:gd name="connsiteY1" fmla="*/ 144304 h 906253"/>
                <a:gd name="connsiteX2" fmla="*/ 1086728 w 1086733"/>
                <a:gd name="connsiteY2" fmla="*/ 315080 h 906253"/>
                <a:gd name="connsiteX3" fmla="*/ 245003 w 1086733"/>
                <a:gd name="connsiteY3" fmla="*/ 906253 h 906253"/>
                <a:gd name="connsiteX4" fmla="*/ 173748 w 1086733"/>
                <a:gd name="connsiteY4" fmla="*/ 658145 h 906253"/>
                <a:gd name="connsiteX5" fmla="*/ 255676 w 1086733"/>
                <a:gd name="connsiteY5" fmla="*/ 176308 h 906253"/>
                <a:gd name="connsiteX0" fmla="*/ 255676 w 976187"/>
                <a:gd name="connsiteY0" fmla="*/ 176308 h 906253"/>
                <a:gd name="connsiteX1" fmla="*/ 701818 w 976187"/>
                <a:gd name="connsiteY1" fmla="*/ 144304 h 906253"/>
                <a:gd name="connsiteX2" fmla="*/ 976176 w 976187"/>
                <a:gd name="connsiteY2" fmla="*/ 276220 h 906253"/>
                <a:gd name="connsiteX3" fmla="*/ 245003 w 976187"/>
                <a:gd name="connsiteY3" fmla="*/ 906253 h 906253"/>
                <a:gd name="connsiteX4" fmla="*/ 173748 w 976187"/>
                <a:gd name="connsiteY4" fmla="*/ 658145 h 906253"/>
                <a:gd name="connsiteX5" fmla="*/ 255676 w 976187"/>
                <a:gd name="connsiteY5" fmla="*/ 176308 h 906253"/>
                <a:gd name="connsiteX0" fmla="*/ 245003 w 976187"/>
                <a:gd name="connsiteY0" fmla="*/ 906253 h 1005514"/>
                <a:gd name="connsiteX1" fmla="*/ 173748 w 976187"/>
                <a:gd name="connsiteY1" fmla="*/ 658145 h 1005514"/>
                <a:gd name="connsiteX2" fmla="*/ 255676 w 976187"/>
                <a:gd name="connsiteY2" fmla="*/ 176308 h 1005514"/>
                <a:gd name="connsiteX3" fmla="*/ 701818 w 976187"/>
                <a:gd name="connsiteY3" fmla="*/ 144304 h 1005514"/>
                <a:gd name="connsiteX4" fmla="*/ 976176 w 976187"/>
                <a:gd name="connsiteY4" fmla="*/ 276220 h 1005514"/>
                <a:gd name="connsiteX5" fmla="*/ 344264 w 976187"/>
                <a:gd name="connsiteY5" fmla="*/ 1005514 h 1005514"/>
                <a:gd name="connsiteX0" fmla="*/ 245003 w 976187"/>
                <a:gd name="connsiteY0" fmla="*/ 906253 h 906253"/>
                <a:gd name="connsiteX1" fmla="*/ 173748 w 976187"/>
                <a:gd name="connsiteY1" fmla="*/ 658145 h 906253"/>
                <a:gd name="connsiteX2" fmla="*/ 255676 w 976187"/>
                <a:gd name="connsiteY2" fmla="*/ 176308 h 906253"/>
                <a:gd name="connsiteX3" fmla="*/ 701818 w 976187"/>
                <a:gd name="connsiteY3" fmla="*/ 144304 h 906253"/>
                <a:gd name="connsiteX4" fmla="*/ 976176 w 976187"/>
                <a:gd name="connsiteY4" fmla="*/ 276220 h 906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6187" h="906253">
                  <a:moveTo>
                    <a:pt x="245003" y="906253"/>
                  </a:moveTo>
                  <a:cubicBezTo>
                    <a:pt x="137016" y="897394"/>
                    <a:pt x="96270" y="751047"/>
                    <a:pt x="173748" y="658145"/>
                  </a:cubicBezTo>
                  <a:cubicBezTo>
                    <a:pt x="-125377" y="480138"/>
                    <a:pt x="1266" y="239268"/>
                    <a:pt x="255676" y="176308"/>
                  </a:cubicBezTo>
                  <a:cubicBezTo>
                    <a:pt x="377556" y="-71049"/>
                    <a:pt x="589084" y="-35813"/>
                    <a:pt x="701818" y="144304"/>
                  </a:cubicBezTo>
                  <a:cubicBezTo>
                    <a:pt x="888085" y="113764"/>
                    <a:pt x="977336" y="181679"/>
                    <a:pt x="976176" y="276220"/>
                  </a:cubicBezTo>
                </a:path>
              </a:pathLst>
            </a:custGeom>
            <a:grpFill/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">
              <a:extLst>
                <a:ext uri="{FF2B5EF4-FFF2-40B4-BE49-F238E27FC236}">
                  <a16:creationId xmlns:a16="http://schemas.microsoft.com/office/drawing/2014/main" id="{D381A5E4-A60D-5D4F-BB9C-06F5780FA800}"/>
                </a:ext>
              </a:extLst>
            </p:cNvPr>
            <p:cNvSpPr/>
            <p:nvPr/>
          </p:nvSpPr>
          <p:spPr>
            <a:xfrm>
              <a:off x="3725732" y="3373040"/>
              <a:ext cx="873542" cy="683568"/>
            </a:xfrm>
            <a:custGeom>
              <a:avLst/>
              <a:gdLst>
                <a:gd name="connsiteX0" fmla="*/ 0 w 1001485"/>
                <a:gd name="connsiteY0" fmla="*/ 0 h 638629"/>
                <a:gd name="connsiteX1" fmla="*/ 1001485 w 1001485"/>
                <a:gd name="connsiteY1" fmla="*/ 0 h 638629"/>
                <a:gd name="connsiteX2" fmla="*/ 1001485 w 1001485"/>
                <a:gd name="connsiteY2" fmla="*/ 638629 h 638629"/>
                <a:gd name="connsiteX3" fmla="*/ 0 w 1001485"/>
                <a:gd name="connsiteY3" fmla="*/ 638629 h 638629"/>
                <a:gd name="connsiteX4" fmla="*/ 0 w 1001485"/>
                <a:gd name="connsiteY4" fmla="*/ 0 h 638629"/>
                <a:gd name="connsiteX0" fmla="*/ 0 w 1166585"/>
                <a:gd name="connsiteY0" fmla="*/ 57150 h 638629"/>
                <a:gd name="connsiteX1" fmla="*/ 1166585 w 1166585"/>
                <a:gd name="connsiteY1" fmla="*/ 0 h 638629"/>
                <a:gd name="connsiteX2" fmla="*/ 1166585 w 1166585"/>
                <a:gd name="connsiteY2" fmla="*/ 638629 h 638629"/>
                <a:gd name="connsiteX3" fmla="*/ 165100 w 1166585"/>
                <a:gd name="connsiteY3" fmla="*/ 638629 h 638629"/>
                <a:gd name="connsiteX4" fmla="*/ 0 w 1166585"/>
                <a:gd name="connsiteY4" fmla="*/ 57150 h 638629"/>
                <a:gd name="connsiteX0" fmla="*/ 31750 w 1001485"/>
                <a:gd name="connsiteY0" fmla="*/ 0 h 727529"/>
                <a:gd name="connsiteX1" fmla="*/ 1001485 w 1001485"/>
                <a:gd name="connsiteY1" fmla="*/ 88900 h 727529"/>
                <a:gd name="connsiteX2" fmla="*/ 1001485 w 1001485"/>
                <a:gd name="connsiteY2" fmla="*/ 727529 h 727529"/>
                <a:gd name="connsiteX3" fmla="*/ 0 w 1001485"/>
                <a:gd name="connsiteY3" fmla="*/ 727529 h 727529"/>
                <a:gd name="connsiteX4" fmla="*/ 31750 w 1001485"/>
                <a:gd name="connsiteY4" fmla="*/ 0 h 727529"/>
                <a:gd name="connsiteX0" fmla="*/ 31750 w 1001485"/>
                <a:gd name="connsiteY0" fmla="*/ 88900 h 816429"/>
                <a:gd name="connsiteX1" fmla="*/ 429985 w 1001485"/>
                <a:gd name="connsiteY1" fmla="*/ 0 h 816429"/>
                <a:gd name="connsiteX2" fmla="*/ 1001485 w 1001485"/>
                <a:gd name="connsiteY2" fmla="*/ 816429 h 816429"/>
                <a:gd name="connsiteX3" fmla="*/ 0 w 1001485"/>
                <a:gd name="connsiteY3" fmla="*/ 816429 h 816429"/>
                <a:gd name="connsiteX4" fmla="*/ 31750 w 1001485"/>
                <a:gd name="connsiteY4" fmla="*/ 88900 h 816429"/>
                <a:gd name="connsiteX0" fmla="*/ 31750 w 645885"/>
                <a:gd name="connsiteY0" fmla="*/ 88900 h 816429"/>
                <a:gd name="connsiteX1" fmla="*/ 429985 w 645885"/>
                <a:gd name="connsiteY1" fmla="*/ 0 h 816429"/>
                <a:gd name="connsiteX2" fmla="*/ 645885 w 645885"/>
                <a:gd name="connsiteY2" fmla="*/ 79829 h 816429"/>
                <a:gd name="connsiteX3" fmla="*/ 0 w 645885"/>
                <a:gd name="connsiteY3" fmla="*/ 816429 h 816429"/>
                <a:gd name="connsiteX4" fmla="*/ 31750 w 645885"/>
                <a:gd name="connsiteY4" fmla="*/ 88900 h 816429"/>
                <a:gd name="connsiteX0" fmla="*/ 31750 w 645885"/>
                <a:gd name="connsiteY0" fmla="*/ 88900 h 575129"/>
                <a:gd name="connsiteX1" fmla="*/ 429985 w 645885"/>
                <a:gd name="connsiteY1" fmla="*/ 0 h 575129"/>
                <a:gd name="connsiteX2" fmla="*/ 645885 w 645885"/>
                <a:gd name="connsiteY2" fmla="*/ 79829 h 575129"/>
                <a:gd name="connsiteX3" fmla="*/ 0 w 645885"/>
                <a:gd name="connsiteY3" fmla="*/ 575129 h 575129"/>
                <a:gd name="connsiteX4" fmla="*/ 31750 w 645885"/>
                <a:gd name="connsiteY4" fmla="*/ 88900 h 575129"/>
                <a:gd name="connsiteX0" fmla="*/ 196355 w 810490"/>
                <a:gd name="connsiteY0" fmla="*/ 88900 h 575129"/>
                <a:gd name="connsiteX1" fmla="*/ 594590 w 810490"/>
                <a:gd name="connsiteY1" fmla="*/ 0 h 575129"/>
                <a:gd name="connsiteX2" fmla="*/ 810490 w 810490"/>
                <a:gd name="connsiteY2" fmla="*/ 79829 h 575129"/>
                <a:gd name="connsiteX3" fmla="*/ 164605 w 810490"/>
                <a:gd name="connsiteY3" fmla="*/ 575129 h 575129"/>
                <a:gd name="connsiteX4" fmla="*/ 196355 w 810490"/>
                <a:gd name="connsiteY4" fmla="*/ 88900 h 575129"/>
                <a:gd name="connsiteX0" fmla="*/ 259407 w 873542"/>
                <a:gd name="connsiteY0" fmla="*/ 88900 h 575129"/>
                <a:gd name="connsiteX1" fmla="*/ 657642 w 873542"/>
                <a:gd name="connsiteY1" fmla="*/ 0 h 575129"/>
                <a:gd name="connsiteX2" fmla="*/ 873542 w 873542"/>
                <a:gd name="connsiteY2" fmla="*/ 79829 h 575129"/>
                <a:gd name="connsiteX3" fmla="*/ 227657 w 873542"/>
                <a:gd name="connsiteY3" fmla="*/ 575129 h 575129"/>
                <a:gd name="connsiteX4" fmla="*/ 259407 w 873542"/>
                <a:gd name="connsiteY4" fmla="*/ 88900 h 575129"/>
                <a:gd name="connsiteX0" fmla="*/ 259407 w 873542"/>
                <a:gd name="connsiteY0" fmla="*/ 159074 h 645303"/>
                <a:gd name="connsiteX1" fmla="*/ 657642 w 873542"/>
                <a:gd name="connsiteY1" fmla="*/ 70174 h 645303"/>
                <a:gd name="connsiteX2" fmla="*/ 873542 w 873542"/>
                <a:gd name="connsiteY2" fmla="*/ 150003 h 645303"/>
                <a:gd name="connsiteX3" fmla="*/ 227657 w 873542"/>
                <a:gd name="connsiteY3" fmla="*/ 645303 h 645303"/>
                <a:gd name="connsiteX4" fmla="*/ 259407 w 873542"/>
                <a:gd name="connsiteY4" fmla="*/ 159074 h 645303"/>
                <a:gd name="connsiteX0" fmla="*/ 259407 w 873542"/>
                <a:gd name="connsiteY0" fmla="*/ 159074 h 645303"/>
                <a:gd name="connsiteX1" fmla="*/ 638592 w 873542"/>
                <a:gd name="connsiteY1" fmla="*/ 70174 h 645303"/>
                <a:gd name="connsiteX2" fmla="*/ 873542 w 873542"/>
                <a:gd name="connsiteY2" fmla="*/ 150003 h 645303"/>
                <a:gd name="connsiteX3" fmla="*/ 227657 w 873542"/>
                <a:gd name="connsiteY3" fmla="*/ 645303 h 645303"/>
                <a:gd name="connsiteX4" fmla="*/ 259407 w 873542"/>
                <a:gd name="connsiteY4" fmla="*/ 159074 h 645303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59407 w 873542"/>
                <a:gd name="connsiteY0" fmla="*/ 197339 h 683568"/>
                <a:gd name="connsiteX1" fmla="*/ 638592 w 873542"/>
                <a:gd name="connsiteY1" fmla="*/ 108439 h 683568"/>
                <a:gd name="connsiteX2" fmla="*/ 873542 w 873542"/>
                <a:gd name="connsiteY2" fmla="*/ 188268 h 683568"/>
                <a:gd name="connsiteX3" fmla="*/ 227657 w 873542"/>
                <a:gd name="connsiteY3" fmla="*/ 683568 h 683568"/>
                <a:gd name="connsiteX4" fmla="*/ 259407 w 873542"/>
                <a:gd name="connsiteY4" fmla="*/ 197339 h 683568"/>
                <a:gd name="connsiteX0" fmla="*/ 227657 w 873542"/>
                <a:gd name="connsiteY0" fmla="*/ 683568 h 775008"/>
                <a:gd name="connsiteX1" fmla="*/ 259407 w 873542"/>
                <a:gd name="connsiteY1" fmla="*/ 197339 h 775008"/>
                <a:gd name="connsiteX2" fmla="*/ 638592 w 873542"/>
                <a:gd name="connsiteY2" fmla="*/ 108439 h 775008"/>
                <a:gd name="connsiteX3" fmla="*/ 873542 w 873542"/>
                <a:gd name="connsiteY3" fmla="*/ 188268 h 775008"/>
                <a:gd name="connsiteX4" fmla="*/ 319097 w 873542"/>
                <a:gd name="connsiteY4" fmla="*/ 775008 h 775008"/>
                <a:gd name="connsiteX0" fmla="*/ 227657 w 873542"/>
                <a:gd name="connsiteY0" fmla="*/ 683568 h 683568"/>
                <a:gd name="connsiteX1" fmla="*/ 259407 w 873542"/>
                <a:gd name="connsiteY1" fmla="*/ 197339 h 683568"/>
                <a:gd name="connsiteX2" fmla="*/ 638592 w 873542"/>
                <a:gd name="connsiteY2" fmla="*/ 108439 h 683568"/>
                <a:gd name="connsiteX3" fmla="*/ 873542 w 873542"/>
                <a:gd name="connsiteY3" fmla="*/ 188268 h 683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3542" h="683568">
                  <a:moveTo>
                    <a:pt x="227657" y="683568"/>
                  </a:moveTo>
                  <a:cubicBezTo>
                    <a:pt x="-155460" y="521492"/>
                    <a:pt x="7524" y="251465"/>
                    <a:pt x="259407" y="197339"/>
                  </a:cubicBezTo>
                  <a:cubicBezTo>
                    <a:pt x="354052" y="-118044"/>
                    <a:pt x="543947" y="17422"/>
                    <a:pt x="638592" y="108439"/>
                  </a:cubicBezTo>
                  <a:cubicBezTo>
                    <a:pt x="824859" y="77899"/>
                    <a:pt x="814275" y="161658"/>
                    <a:pt x="873542" y="188268"/>
                  </a:cubicBezTo>
                </a:path>
              </a:pathLst>
            </a:custGeom>
            <a:grpFill/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138857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ED5A8853-A542-6640-1909-A51EB3737FD8}"/>
              </a:ext>
            </a:extLst>
          </p:cNvPr>
          <p:cNvGrpSpPr/>
          <p:nvPr/>
        </p:nvGrpSpPr>
        <p:grpSpPr>
          <a:xfrm>
            <a:off x="2974246" y="355472"/>
            <a:ext cx="4109908" cy="8005200"/>
            <a:chOff x="2179731" y="2685718"/>
            <a:chExt cx="4109908" cy="8005200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2F29BE2E-A26D-8365-A0F0-75D8A584CE2F}"/>
                </a:ext>
              </a:extLst>
            </p:cNvPr>
            <p:cNvGrpSpPr/>
            <p:nvPr/>
          </p:nvGrpSpPr>
          <p:grpSpPr>
            <a:xfrm rot="2434311">
              <a:off x="3994625" y="2733507"/>
              <a:ext cx="1625679" cy="2638756"/>
              <a:chOff x="3181786" y="2685718"/>
              <a:chExt cx="1625679" cy="2638756"/>
            </a:xfrm>
            <a:solidFill>
              <a:srgbClr val="0DB60D"/>
            </a:solidFill>
          </p:grpSpPr>
          <p:sp>
            <p:nvSpPr>
              <p:cNvPr id="33" name="Rectangle 22">
                <a:extLst>
                  <a:ext uri="{FF2B5EF4-FFF2-40B4-BE49-F238E27FC236}">
                    <a16:creationId xmlns:a16="http://schemas.microsoft.com/office/drawing/2014/main" id="{5B65A1F6-9D8A-AFA0-86A2-69B7E9C41A0E}"/>
                  </a:ext>
                </a:extLst>
              </p:cNvPr>
              <p:cNvSpPr/>
              <p:nvPr/>
            </p:nvSpPr>
            <p:spPr>
              <a:xfrm>
                <a:off x="3181786" y="2685718"/>
                <a:ext cx="1625679" cy="2038682"/>
              </a:xfrm>
              <a:custGeom>
                <a:avLst/>
                <a:gdLst>
                  <a:gd name="connsiteX0" fmla="*/ 0 w 990600"/>
                  <a:gd name="connsiteY0" fmla="*/ 0 h 819150"/>
                  <a:gd name="connsiteX1" fmla="*/ 990600 w 990600"/>
                  <a:gd name="connsiteY1" fmla="*/ 0 h 819150"/>
                  <a:gd name="connsiteX2" fmla="*/ 990600 w 990600"/>
                  <a:gd name="connsiteY2" fmla="*/ 819150 h 819150"/>
                  <a:gd name="connsiteX3" fmla="*/ 0 w 990600"/>
                  <a:gd name="connsiteY3" fmla="*/ 819150 h 819150"/>
                  <a:gd name="connsiteX4" fmla="*/ 0 w 990600"/>
                  <a:gd name="connsiteY4" fmla="*/ 0 h 819150"/>
                  <a:gd name="connsiteX0" fmla="*/ 0 w 1276350"/>
                  <a:gd name="connsiteY0" fmla="*/ 0 h 1409700"/>
                  <a:gd name="connsiteX1" fmla="*/ 990600 w 1276350"/>
                  <a:gd name="connsiteY1" fmla="*/ 0 h 1409700"/>
                  <a:gd name="connsiteX2" fmla="*/ 1276350 w 1276350"/>
                  <a:gd name="connsiteY2" fmla="*/ 1409700 h 1409700"/>
                  <a:gd name="connsiteX3" fmla="*/ 0 w 1276350"/>
                  <a:gd name="connsiteY3" fmla="*/ 819150 h 1409700"/>
                  <a:gd name="connsiteX4" fmla="*/ 0 w 1276350"/>
                  <a:gd name="connsiteY4" fmla="*/ 0 h 1409700"/>
                  <a:gd name="connsiteX0" fmla="*/ 0 w 1276350"/>
                  <a:gd name="connsiteY0" fmla="*/ 0 h 1495425"/>
                  <a:gd name="connsiteX1" fmla="*/ 990600 w 1276350"/>
                  <a:gd name="connsiteY1" fmla="*/ 0 h 1495425"/>
                  <a:gd name="connsiteX2" fmla="*/ 1276350 w 1276350"/>
                  <a:gd name="connsiteY2" fmla="*/ 1409700 h 1495425"/>
                  <a:gd name="connsiteX3" fmla="*/ 1152525 w 1276350"/>
                  <a:gd name="connsiteY3" fmla="*/ 1495425 h 1495425"/>
                  <a:gd name="connsiteX4" fmla="*/ 0 w 1276350"/>
                  <a:gd name="connsiteY4" fmla="*/ 0 h 1495425"/>
                  <a:gd name="connsiteX0" fmla="*/ 0 w 1476375"/>
                  <a:gd name="connsiteY0" fmla="*/ 0 h 1495425"/>
                  <a:gd name="connsiteX1" fmla="*/ 990600 w 1476375"/>
                  <a:gd name="connsiteY1" fmla="*/ 0 h 1495425"/>
                  <a:gd name="connsiteX2" fmla="*/ 1476375 w 1476375"/>
                  <a:gd name="connsiteY2" fmla="*/ 1009650 h 1495425"/>
                  <a:gd name="connsiteX3" fmla="*/ 1276350 w 1476375"/>
                  <a:gd name="connsiteY3" fmla="*/ 1409700 h 1495425"/>
                  <a:gd name="connsiteX4" fmla="*/ 1152525 w 1476375"/>
                  <a:gd name="connsiteY4" fmla="*/ 1495425 h 1495425"/>
                  <a:gd name="connsiteX5" fmla="*/ 0 w 1476375"/>
                  <a:gd name="connsiteY5" fmla="*/ 0 h 1495425"/>
                  <a:gd name="connsiteX0" fmla="*/ 0 w 1476375"/>
                  <a:gd name="connsiteY0" fmla="*/ 0 h 1495425"/>
                  <a:gd name="connsiteX1" fmla="*/ 990600 w 1476375"/>
                  <a:gd name="connsiteY1" fmla="*/ 0 h 1495425"/>
                  <a:gd name="connsiteX2" fmla="*/ 1400175 w 1476375"/>
                  <a:gd name="connsiteY2" fmla="*/ 342900 h 1495425"/>
                  <a:gd name="connsiteX3" fmla="*/ 1476375 w 1476375"/>
                  <a:gd name="connsiteY3" fmla="*/ 1009650 h 1495425"/>
                  <a:gd name="connsiteX4" fmla="*/ 1276350 w 1476375"/>
                  <a:gd name="connsiteY4" fmla="*/ 1409700 h 1495425"/>
                  <a:gd name="connsiteX5" fmla="*/ 1152525 w 1476375"/>
                  <a:gd name="connsiteY5" fmla="*/ 1495425 h 1495425"/>
                  <a:gd name="connsiteX6" fmla="*/ 0 w 1476375"/>
                  <a:gd name="connsiteY6" fmla="*/ 0 h 1495425"/>
                  <a:gd name="connsiteX0" fmla="*/ 0 w 1476375"/>
                  <a:gd name="connsiteY0" fmla="*/ 0 h 1495425"/>
                  <a:gd name="connsiteX1" fmla="*/ 1152525 w 1476375"/>
                  <a:gd name="connsiteY1" fmla="*/ 76200 h 1495425"/>
                  <a:gd name="connsiteX2" fmla="*/ 1400175 w 1476375"/>
                  <a:gd name="connsiteY2" fmla="*/ 342900 h 1495425"/>
                  <a:gd name="connsiteX3" fmla="*/ 1476375 w 1476375"/>
                  <a:gd name="connsiteY3" fmla="*/ 1009650 h 1495425"/>
                  <a:gd name="connsiteX4" fmla="*/ 1276350 w 1476375"/>
                  <a:gd name="connsiteY4" fmla="*/ 1409700 h 1495425"/>
                  <a:gd name="connsiteX5" fmla="*/ 1152525 w 1476375"/>
                  <a:gd name="connsiteY5" fmla="*/ 1495425 h 1495425"/>
                  <a:gd name="connsiteX6" fmla="*/ 0 w 1476375"/>
                  <a:gd name="connsiteY6" fmla="*/ 0 h 1495425"/>
                  <a:gd name="connsiteX0" fmla="*/ 0 w 1476375"/>
                  <a:gd name="connsiteY0" fmla="*/ 87204 h 1582629"/>
                  <a:gd name="connsiteX1" fmla="*/ 771525 w 1476375"/>
                  <a:gd name="connsiteY1" fmla="*/ 1479 h 1582629"/>
                  <a:gd name="connsiteX2" fmla="*/ 1152525 w 1476375"/>
                  <a:gd name="connsiteY2" fmla="*/ 163404 h 1582629"/>
                  <a:gd name="connsiteX3" fmla="*/ 1400175 w 1476375"/>
                  <a:gd name="connsiteY3" fmla="*/ 430104 h 1582629"/>
                  <a:gd name="connsiteX4" fmla="*/ 1476375 w 1476375"/>
                  <a:gd name="connsiteY4" fmla="*/ 1096854 h 1582629"/>
                  <a:gd name="connsiteX5" fmla="*/ 1276350 w 1476375"/>
                  <a:gd name="connsiteY5" fmla="*/ 1496904 h 1582629"/>
                  <a:gd name="connsiteX6" fmla="*/ 1152525 w 1476375"/>
                  <a:gd name="connsiteY6" fmla="*/ 1582629 h 1582629"/>
                  <a:gd name="connsiteX7" fmla="*/ 0 w 1476375"/>
                  <a:gd name="connsiteY7" fmla="*/ 87204 h 1582629"/>
                  <a:gd name="connsiteX0" fmla="*/ 54378 w 1530753"/>
                  <a:gd name="connsiteY0" fmla="*/ 524221 h 2019646"/>
                  <a:gd name="connsiteX1" fmla="*/ 187728 w 1530753"/>
                  <a:gd name="connsiteY1" fmla="*/ 346 h 2019646"/>
                  <a:gd name="connsiteX2" fmla="*/ 825903 w 1530753"/>
                  <a:gd name="connsiteY2" fmla="*/ 438496 h 2019646"/>
                  <a:gd name="connsiteX3" fmla="*/ 1206903 w 1530753"/>
                  <a:gd name="connsiteY3" fmla="*/ 600421 h 2019646"/>
                  <a:gd name="connsiteX4" fmla="*/ 1454553 w 1530753"/>
                  <a:gd name="connsiteY4" fmla="*/ 867121 h 2019646"/>
                  <a:gd name="connsiteX5" fmla="*/ 1530753 w 1530753"/>
                  <a:gd name="connsiteY5" fmla="*/ 1533871 h 2019646"/>
                  <a:gd name="connsiteX6" fmla="*/ 1330728 w 1530753"/>
                  <a:gd name="connsiteY6" fmla="*/ 1933921 h 2019646"/>
                  <a:gd name="connsiteX7" fmla="*/ 1206903 w 1530753"/>
                  <a:gd name="connsiteY7" fmla="*/ 2019646 h 2019646"/>
                  <a:gd name="connsiteX8" fmla="*/ 54378 w 1530753"/>
                  <a:gd name="connsiteY8" fmla="*/ 524221 h 2019646"/>
                  <a:gd name="connsiteX0" fmla="*/ 45492 w 1521867"/>
                  <a:gd name="connsiteY0" fmla="*/ 524221 h 2019646"/>
                  <a:gd name="connsiteX1" fmla="*/ 178842 w 1521867"/>
                  <a:gd name="connsiteY1" fmla="*/ 346 h 2019646"/>
                  <a:gd name="connsiteX2" fmla="*/ 817017 w 1521867"/>
                  <a:gd name="connsiteY2" fmla="*/ 438496 h 2019646"/>
                  <a:gd name="connsiteX3" fmla="*/ 1198017 w 1521867"/>
                  <a:gd name="connsiteY3" fmla="*/ 600421 h 2019646"/>
                  <a:gd name="connsiteX4" fmla="*/ 1445667 w 1521867"/>
                  <a:gd name="connsiteY4" fmla="*/ 867121 h 2019646"/>
                  <a:gd name="connsiteX5" fmla="*/ 1521867 w 1521867"/>
                  <a:gd name="connsiteY5" fmla="*/ 1533871 h 2019646"/>
                  <a:gd name="connsiteX6" fmla="*/ 1321842 w 1521867"/>
                  <a:gd name="connsiteY6" fmla="*/ 1933921 h 2019646"/>
                  <a:gd name="connsiteX7" fmla="*/ 1198017 w 1521867"/>
                  <a:gd name="connsiteY7" fmla="*/ 2019646 h 2019646"/>
                  <a:gd name="connsiteX8" fmla="*/ 45492 w 1521867"/>
                  <a:gd name="connsiteY8" fmla="*/ 524221 h 2019646"/>
                  <a:gd name="connsiteX0" fmla="*/ 51944 w 1528319"/>
                  <a:gd name="connsiteY0" fmla="*/ 543257 h 2038682"/>
                  <a:gd name="connsiteX1" fmla="*/ 147194 w 1528319"/>
                  <a:gd name="connsiteY1" fmla="*/ 332 h 2038682"/>
                  <a:gd name="connsiteX2" fmla="*/ 823469 w 1528319"/>
                  <a:gd name="connsiteY2" fmla="*/ 457532 h 2038682"/>
                  <a:gd name="connsiteX3" fmla="*/ 1204469 w 1528319"/>
                  <a:gd name="connsiteY3" fmla="*/ 619457 h 2038682"/>
                  <a:gd name="connsiteX4" fmla="*/ 1452119 w 1528319"/>
                  <a:gd name="connsiteY4" fmla="*/ 886157 h 2038682"/>
                  <a:gd name="connsiteX5" fmla="*/ 1528319 w 1528319"/>
                  <a:gd name="connsiteY5" fmla="*/ 1552907 h 2038682"/>
                  <a:gd name="connsiteX6" fmla="*/ 1328294 w 1528319"/>
                  <a:gd name="connsiteY6" fmla="*/ 1952957 h 2038682"/>
                  <a:gd name="connsiteX7" fmla="*/ 1204469 w 1528319"/>
                  <a:gd name="connsiteY7" fmla="*/ 2038682 h 2038682"/>
                  <a:gd name="connsiteX8" fmla="*/ 51944 w 1528319"/>
                  <a:gd name="connsiteY8" fmla="*/ 543257 h 2038682"/>
                  <a:gd name="connsiteX0" fmla="*/ 51944 w 1528319"/>
                  <a:gd name="connsiteY0" fmla="*/ 543257 h 2038682"/>
                  <a:gd name="connsiteX1" fmla="*/ 147194 w 1528319"/>
                  <a:gd name="connsiteY1" fmla="*/ 332 h 2038682"/>
                  <a:gd name="connsiteX2" fmla="*/ 823469 w 1528319"/>
                  <a:gd name="connsiteY2" fmla="*/ 457532 h 2038682"/>
                  <a:gd name="connsiteX3" fmla="*/ 1204469 w 1528319"/>
                  <a:gd name="connsiteY3" fmla="*/ 619457 h 2038682"/>
                  <a:gd name="connsiteX4" fmla="*/ 1452119 w 1528319"/>
                  <a:gd name="connsiteY4" fmla="*/ 886157 h 2038682"/>
                  <a:gd name="connsiteX5" fmla="*/ 1528319 w 1528319"/>
                  <a:gd name="connsiteY5" fmla="*/ 1552907 h 2038682"/>
                  <a:gd name="connsiteX6" fmla="*/ 1328294 w 1528319"/>
                  <a:gd name="connsiteY6" fmla="*/ 1952957 h 2038682"/>
                  <a:gd name="connsiteX7" fmla="*/ 1204469 w 1528319"/>
                  <a:gd name="connsiteY7" fmla="*/ 2038682 h 2038682"/>
                  <a:gd name="connsiteX8" fmla="*/ 23369 w 1528319"/>
                  <a:gd name="connsiteY8" fmla="*/ 981407 h 2038682"/>
                  <a:gd name="connsiteX9" fmla="*/ 51944 w 1528319"/>
                  <a:gd name="connsiteY9" fmla="*/ 543257 h 2038682"/>
                  <a:gd name="connsiteX0" fmla="*/ 51944 w 1528319"/>
                  <a:gd name="connsiteY0" fmla="*/ 543257 h 2038682"/>
                  <a:gd name="connsiteX1" fmla="*/ 147194 w 1528319"/>
                  <a:gd name="connsiteY1" fmla="*/ 332 h 2038682"/>
                  <a:gd name="connsiteX2" fmla="*/ 823469 w 1528319"/>
                  <a:gd name="connsiteY2" fmla="*/ 457532 h 2038682"/>
                  <a:gd name="connsiteX3" fmla="*/ 1204469 w 1528319"/>
                  <a:gd name="connsiteY3" fmla="*/ 619457 h 2038682"/>
                  <a:gd name="connsiteX4" fmla="*/ 1452119 w 1528319"/>
                  <a:gd name="connsiteY4" fmla="*/ 886157 h 2038682"/>
                  <a:gd name="connsiteX5" fmla="*/ 1528319 w 1528319"/>
                  <a:gd name="connsiteY5" fmla="*/ 1552907 h 2038682"/>
                  <a:gd name="connsiteX6" fmla="*/ 1328294 w 1528319"/>
                  <a:gd name="connsiteY6" fmla="*/ 1952957 h 2038682"/>
                  <a:gd name="connsiteX7" fmla="*/ 1204469 w 1528319"/>
                  <a:gd name="connsiteY7" fmla="*/ 2038682 h 2038682"/>
                  <a:gd name="connsiteX8" fmla="*/ 166244 w 1528319"/>
                  <a:gd name="connsiteY8" fmla="*/ 1333832 h 2038682"/>
                  <a:gd name="connsiteX9" fmla="*/ 23369 w 1528319"/>
                  <a:gd name="connsiteY9" fmla="*/ 981407 h 2038682"/>
                  <a:gd name="connsiteX10" fmla="*/ 51944 w 1528319"/>
                  <a:gd name="connsiteY10" fmla="*/ 543257 h 2038682"/>
                  <a:gd name="connsiteX0" fmla="*/ 51944 w 1528319"/>
                  <a:gd name="connsiteY0" fmla="*/ 543257 h 2038682"/>
                  <a:gd name="connsiteX1" fmla="*/ 147194 w 1528319"/>
                  <a:gd name="connsiteY1" fmla="*/ 332 h 2038682"/>
                  <a:gd name="connsiteX2" fmla="*/ 823469 w 1528319"/>
                  <a:gd name="connsiteY2" fmla="*/ 457532 h 2038682"/>
                  <a:gd name="connsiteX3" fmla="*/ 1204469 w 1528319"/>
                  <a:gd name="connsiteY3" fmla="*/ 619457 h 2038682"/>
                  <a:gd name="connsiteX4" fmla="*/ 1452119 w 1528319"/>
                  <a:gd name="connsiteY4" fmla="*/ 886157 h 2038682"/>
                  <a:gd name="connsiteX5" fmla="*/ 1528319 w 1528319"/>
                  <a:gd name="connsiteY5" fmla="*/ 1552907 h 2038682"/>
                  <a:gd name="connsiteX6" fmla="*/ 1328294 w 1528319"/>
                  <a:gd name="connsiteY6" fmla="*/ 1952957 h 2038682"/>
                  <a:gd name="connsiteX7" fmla="*/ 1204469 w 1528319"/>
                  <a:gd name="connsiteY7" fmla="*/ 2038682 h 2038682"/>
                  <a:gd name="connsiteX8" fmla="*/ 394844 w 1528319"/>
                  <a:gd name="connsiteY8" fmla="*/ 1648157 h 2038682"/>
                  <a:gd name="connsiteX9" fmla="*/ 166244 w 1528319"/>
                  <a:gd name="connsiteY9" fmla="*/ 1333832 h 2038682"/>
                  <a:gd name="connsiteX10" fmla="*/ 23369 w 1528319"/>
                  <a:gd name="connsiteY10" fmla="*/ 981407 h 2038682"/>
                  <a:gd name="connsiteX11" fmla="*/ 51944 w 1528319"/>
                  <a:gd name="connsiteY11" fmla="*/ 543257 h 2038682"/>
                  <a:gd name="connsiteX0" fmla="*/ 51944 w 1528319"/>
                  <a:gd name="connsiteY0" fmla="*/ 543257 h 2038682"/>
                  <a:gd name="connsiteX1" fmla="*/ 147194 w 1528319"/>
                  <a:gd name="connsiteY1" fmla="*/ 332 h 2038682"/>
                  <a:gd name="connsiteX2" fmla="*/ 823469 w 1528319"/>
                  <a:gd name="connsiteY2" fmla="*/ 457532 h 2038682"/>
                  <a:gd name="connsiteX3" fmla="*/ 1204469 w 1528319"/>
                  <a:gd name="connsiteY3" fmla="*/ 619457 h 2038682"/>
                  <a:gd name="connsiteX4" fmla="*/ 1452119 w 1528319"/>
                  <a:gd name="connsiteY4" fmla="*/ 886157 h 2038682"/>
                  <a:gd name="connsiteX5" fmla="*/ 1528319 w 1528319"/>
                  <a:gd name="connsiteY5" fmla="*/ 1552907 h 2038682"/>
                  <a:gd name="connsiteX6" fmla="*/ 1328294 w 1528319"/>
                  <a:gd name="connsiteY6" fmla="*/ 1952957 h 2038682"/>
                  <a:gd name="connsiteX7" fmla="*/ 1204469 w 1528319"/>
                  <a:gd name="connsiteY7" fmla="*/ 2038682 h 2038682"/>
                  <a:gd name="connsiteX8" fmla="*/ 394844 w 1528319"/>
                  <a:gd name="connsiteY8" fmla="*/ 1648157 h 2038682"/>
                  <a:gd name="connsiteX9" fmla="*/ 166244 w 1528319"/>
                  <a:gd name="connsiteY9" fmla="*/ 1333832 h 2038682"/>
                  <a:gd name="connsiteX10" fmla="*/ 23369 w 1528319"/>
                  <a:gd name="connsiteY10" fmla="*/ 981407 h 2038682"/>
                  <a:gd name="connsiteX11" fmla="*/ 51944 w 1528319"/>
                  <a:gd name="connsiteY11" fmla="*/ 543257 h 2038682"/>
                  <a:gd name="connsiteX0" fmla="*/ 51944 w 1528319"/>
                  <a:gd name="connsiteY0" fmla="*/ 543257 h 2038682"/>
                  <a:gd name="connsiteX1" fmla="*/ 147194 w 1528319"/>
                  <a:gd name="connsiteY1" fmla="*/ 332 h 2038682"/>
                  <a:gd name="connsiteX2" fmla="*/ 823469 w 1528319"/>
                  <a:gd name="connsiteY2" fmla="*/ 457532 h 2038682"/>
                  <a:gd name="connsiteX3" fmla="*/ 1204469 w 1528319"/>
                  <a:gd name="connsiteY3" fmla="*/ 619457 h 2038682"/>
                  <a:gd name="connsiteX4" fmla="*/ 1452119 w 1528319"/>
                  <a:gd name="connsiteY4" fmla="*/ 886157 h 2038682"/>
                  <a:gd name="connsiteX5" fmla="*/ 1528319 w 1528319"/>
                  <a:gd name="connsiteY5" fmla="*/ 1552907 h 2038682"/>
                  <a:gd name="connsiteX6" fmla="*/ 1328294 w 1528319"/>
                  <a:gd name="connsiteY6" fmla="*/ 1952957 h 2038682"/>
                  <a:gd name="connsiteX7" fmla="*/ 1204469 w 1528319"/>
                  <a:gd name="connsiteY7" fmla="*/ 2038682 h 2038682"/>
                  <a:gd name="connsiteX8" fmla="*/ 394844 w 1528319"/>
                  <a:gd name="connsiteY8" fmla="*/ 1648157 h 2038682"/>
                  <a:gd name="connsiteX9" fmla="*/ 166244 w 1528319"/>
                  <a:gd name="connsiteY9" fmla="*/ 1333832 h 2038682"/>
                  <a:gd name="connsiteX10" fmla="*/ 23369 w 1528319"/>
                  <a:gd name="connsiteY10" fmla="*/ 981407 h 2038682"/>
                  <a:gd name="connsiteX11" fmla="*/ 51944 w 1528319"/>
                  <a:gd name="connsiteY11" fmla="*/ 543257 h 2038682"/>
                  <a:gd name="connsiteX0" fmla="*/ 51944 w 1528319"/>
                  <a:gd name="connsiteY0" fmla="*/ 543257 h 2038682"/>
                  <a:gd name="connsiteX1" fmla="*/ 147194 w 1528319"/>
                  <a:gd name="connsiteY1" fmla="*/ 332 h 2038682"/>
                  <a:gd name="connsiteX2" fmla="*/ 823469 w 1528319"/>
                  <a:gd name="connsiteY2" fmla="*/ 457532 h 2038682"/>
                  <a:gd name="connsiteX3" fmla="*/ 1204469 w 1528319"/>
                  <a:gd name="connsiteY3" fmla="*/ 619457 h 2038682"/>
                  <a:gd name="connsiteX4" fmla="*/ 1452119 w 1528319"/>
                  <a:gd name="connsiteY4" fmla="*/ 886157 h 2038682"/>
                  <a:gd name="connsiteX5" fmla="*/ 1528319 w 1528319"/>
                  <a:gd name="connsiteY5" fmla="*/ 1552907 h 2038682"/>
                  <a:gd name="connsiteX6" fmla="*/ 1328294 w 1528319"/>
                  <a:gd name="connsiteY6" fmla="*/ 1952957 h 2038682"/>
                  <a:gd name="connsiteX7" fmla="*/ 1204469 w 1528319"/>
                  <a:gd name="connsiteY7" fmla="*/ 2038682 h 2038682"/>
                  <a:gd name="connsiteX8" fmla="*/ 394844 w 1528319"/>
                  <a:gd name="connsiteY8" fmla="*/ 1648157 h 2038682"/>
                  <a:gd name="connsiteX9" fmla="*/ 166244 w 1528319"/>
                  <a:gd name="connsiteY9" fmla="*/ 1333832 h 2038682"/>
                  <a:gd name="connsiteX10" fmla="*/ 23369 w 1528319"/>
                  <a:gd name="connsiteY10" fmla="*/ 981407 h 2038682"/>
                  <a:gd name="connsiteX11" fmla="*/ 51944 w 1528319"/>
                  <a:gd name="connsiteY11" fmla="*/ 543257 h 2038682"/>
                  <a:gd name="connsiteX0" fmla="*/ 66239 w 1542614"/>
                  <a:gd name="connsiteY0" fmla="*/ 543257 h 2038682"/>
                  <a:gd name="connsiteX1" fmla="*/ 161489 w 1542614"/>
                  <a:gd name="connsiteY1" fmla="*/ 332 h 2038682"/>
                  <a:gd name="connsiteX2" fmla="*/ 837764 w 1542614"/>
                  <a:gd name="connsiteY2" fmla="*/ 457532 h 2038682"/>
                  <a:gd name="connsiteX3" fmla="*/ 1218764 w 1542614"/>
                  <a:gd name="connsiteY3" fmla="*/ 619457 h 2038682"/>
                  <a:gd name="connsiteX4" fmla="*/ 1466414 w 1542614"/>
                  <a:gd name="connsiteY4" fmla="*/ 886157 h 2038682"/>
                  <a:gd name="connsiteX5" fmla="*/ 1542614 w 1542614"/>
                  <a:gd name="connsiteY5" fmla="*/ 1552907 h 2038682"/>
                  <a:gd name="connsiteX6" fmla="*/ 1342589 w 1542614"/>
                  <a:gd name="connsiteY6" fmla="*/ 1952957 h 2038682"/>
                  <a:gd name="connsiteX7" fmla="*/ 1218764 w 1542614"/>
                  <a:gd name="connsiteY7" fmla="*/ 2038682 h 2038682"/>
                  <a:gd name="connsiteX8" fmla="*/ 409139 w 1542614"/>
                  <a:gd name="connsiteY8" fmla="*/ 1648157 h 2038682"/>
                  <a:gd name="connsiteX9" fmla="*/ 180539 w 1542614"/>
                  <a:gd name="connsiteY9" fmla="*/ 1333832 h 2038682"/>
                  <a:gd name="connsiteX10" fmla="*/ 37664 w 1542614"/>
                  <a:gd name="connsiteY10" fmla="*/ 981407 h 2038682"/>
                  <a:gd name="connsiteX11" fmla="*/ 66239 w 1542614"/>
                  <a:gd name="connsiteY11" fmla="*/ 543257 h 2038682"/>
                  <a:gd name="connsiteX0" fmla="*/ 66239 w 1542614"/>
                  <a:gd name="connsiteY0" fmla="*/ 543257 h 2038682"/>
                  <a:gd name="connsiteX1" fmla="*/ 161489 w 1542614"/>
                  <a:gd name="connsiteY1" fmla="*/ 332 h 2038682"/>
                  <a:gd name="connsiteX2" fmla="*/ 837764 w 1542614"/>
                  <a:gd name="connsiteY2" fmla="*/ 457532 h 2038682"/>
                  <a:gd name="connsiteX3" fmla="*/ 1218764 w 1542614"/>
                  <a:gd name="connsiteY3" fmla="*/ 619457 h 2038682"/>
                  <a:gd name="connsiteX4" fmla="*/ 1466414 w 1542614"/>
                  <a:gd name="connsiteY4" fmla="*/ 886157 h 2038682"/>
                  <a:gd name="connsiteX5" fmla="*/ 1542614 w 1542614"/>
                  <a:gd name="connsiteY5" fmla="*/ 1552907 h 2038682"/>
                  <a:gd name="connsiteX6" fmla="*/ 1342589 w 1542614"/>
                  <a:gd name="connsiteY6" fmla="*/ 1952957 h 2038682"/>
                  <a:gd name="connsiteX7" fmla="*/ 1218764 w 1542614"/>
                  <a:gd name="connsiteY7" fmla="*/ 2038682 h 2038682"/>
                  <a:gd name="connsiteX8" fmla="*/ 409139 w 1542614"/>
                  <a:gd name="connsiteY8" fmla="*/ 1648157 h 2038682"/>
                  <a:gd name="connsiteX9" fmla="*/ 180539 w 1542614"/>
                  <a:gd name="connsiteY9" fmla="*/ 1333832 h 2038682"/>
                  <a:gd name="connsiteX10" fmla="*/ 37664 w 1542614"/>
                  <a:gd name="connsiteY10" fmla="*/ 981407 h 2038682"/>
                  <a:gd name="connsiteX11" fmla="*/ 66239 w 1542614"/>
                  <a:gd name="connsiteY11" fmla="*/ 543257 h 2038682"/>
                  <a:gd name="connsiteX0" fmla="*/ 66239 w 1542614"/>
                  <a:gd name="connsiteY0" fmla="*/ 543257 h 2038682"/>
                  <a:gd name="connsiteX1" fmla="*/ 161489 w 1542614"/>
                  <a:gd name="connsiteY1" fmla="*/ 332 h 2038682"/>
                  <a:gd name="connsiteX2" fmla="*/ 837764 w 1542614"/>
                  <a:gd name="connsiteY2" fmla="*/ 457532 h 2038682"/>
                  <a:gd name="connsiteX3" fmla="*/ 1218764 w 1542614"/>
                  <a:gd name="connsiteY3" fmla="*/ 619457 h 2038682"/>
                  <a:gd name="connsiteX4" fmla="*/ 1466414 w 1542614"/>
                  <a:gd name="connsiteY4" fmla="*/ 886157 h 2038682"/>
                  <a:gd name="connsiteX5" fmla="*/ 1542614 w 1542614"/>
                  <a:gd name="connsiteY5" fmla="*/ 1552907 h 2038682"/>
                  <a:gd name="connsiteX6" fmla="*/ 1342589 w 1542614"/>
                  <a:gd name="connsiteY6" fmla="*/ 1952957 h 2038682"/>
                  <a:gd name="connsiteX7" fmla="*/ 1218764 w 1542614"/>
                  <a:gd name="connsiteY7" fmla="*/ 2038682 h 2038682"/>
                  <a:gd name="connsiteX8" fmla="*/ 409139 w 1542614"/>
                  <a:gd name="connsiteY8" fmla="*/ 1648157 h 2038682"/>
                  <a:gd name="connsiteX9" fmla="*/ 180539 w 1542614"/>
                  <a:gd name="connsiteY9" fmla="*/ 1333832 h 2038682"/>
                  <a:gd name="connsiteX10" fmla="*/ 37664 w 1542614"/>
                  <a:gd name="connsiteY10" fmla="*/ 981407 h 2038682"/>
                  <a:gd name="connsiteX11" fmla="*/ 66239 w 1542614"/>
                  <a:gd name="connsiteY11" fmla="*/ 543257 h 2038682"/>
                  <a:gd name="connsiteX0" fmla="*/ 66239 w 1542614"/>
                  <a:gd name="connsiteY0" fmla="*/ 543257 h 2038682"/>
                  <a:gd name="connsiteX1" fmla="*/ 161489 w 1542614"/>
                  <a:gd name="connsiteY1" fmla="*/ 332 h 2038682"/>
                  <a:gd name="connsiteX2" fmla="*/ 837764 w 1542614"/>
                  <a:gd name="connsiteY2" fmla="*/ 457532 h 2038682"/>
                  <a:gd name="connsiteX3" fmla="*/ 1218764 w 1542614"/>
                  <a:gd name="connsiteY3" fmla="*/ 619457 h 2038682"/>
                  <a:gd name="connsiteX4" fmla="*/ 1466414 w 1542614"/>
                  <a:gd name="connsiteY4" fmla="*/ 886157 h 2038682"/>
                  <a:gd name="connsiteX5" fmla="*/ 1542614 w 1542614"/>
                  <a:gd name="connsiteY5" fmla="*/ 1552907 h 2038682"/>
                  <a:gd name="connsiteX6" fmla="*/ 1342589 w 1542614"/>
                  <a:gd name="connsiteY6" fmla="*/ 1952957 h 2038682"/>
                  <a:gd name="connsiteX7" fmla="*/ 1218764 w 1542614"/>
                  <a:gd name="connsiteY7" fmla="*/ 2038682 h 2038682"/>
                  <a:gd name="connsiteX8" fmla="*/ 409139 w 1542614"/>
                  <a:gd name="connsiteY8" fmla="*/ 1648157 h 2038682"/>
                  <a:gd name="connsiteX9" fmla="*/ 180539 w 1542614"/>
                  <a:gd name="connsiteY9" fmla="*/ 1333832 h 2038682"/>
                  <a:gd name="connsiteX10" fmla="*/ 37664 w 1542614"/>
                  <a:gd name="connsiteY10" fmla="*/ 981407 h 2038682"/>
                  <a:gd name="connsiteX11" fmla="*/ 66239 w 1542614"/>
                  <a:gd name="connsiteY11" fmla="*/ 543257 h 2038682"/>
                  <a:gd name="connsiteX0" fmla="*/ 66239 w 1542614"/>
                  <a:gd name="connsiteY0" fmla="*/ 543257 h 2038682"/>
                  <a:gd name="connsiteX1" fmla="*/ 161489 w 1542614"/>
                  <a:gd name="connsiteY1" fmla="*/ 332 h 2038682"/>
                  <a:gd name="connsiteX2" fmla="*/ 837764 w 1542614"/>
                  <a:gd name="connsiteY2" fmla="*/ 457532 h 2038682"/>
                  <a:gd name="connsiteX3" fmla="*/ 1218764 w 1542614"/>
                  <a:gd name="connsiteY3" fmla="*/ 619457 h 2038682"/>
                  <a:gd name="connsiteX4" fmla="*/ 1466414 w 1542614"/>
                  <a:gd name="connsiteY4" fmla="*/ 886157 h 2038682"/>
                  <a:gd name="connsiteX5" fmla="*/ 1542614 w 1542614"/>
                  <a:gd name="connsiteY5" fmla="*/ 1552907 h 2038682"/>
                  <a:gd name="connsiteX6" fmla="*/ 1342589 w 1542614"/>
                  <a:gd name="connsiteY6" fmla="*/ 1952957 h 2038682"/>
                  <a:gd name="connsiteX7" fmla="*/ 1218764 w 1542614"/>
                  <a:gd name="connsiteY7" fmla="*/ 2038682 h 2038682"/>
                  <a:gd name="connsiteX8" fmla="*/ 409139 w 1542614"/>
                  <a:gd name="connsiteY8" fmla="*/ 1648157 h 2038682"/>
                  <a:gd name="connsiteX9" fmla="*/ 180539 w 1542614"/>
                  <a:gd name="connsiteY9" fmla="*/ 1333832 h 2038682"/>
                  <a:gd name="connsiteX10" fmla="*/ 37664 w 1542614"/>
                  <a:gd name="connsiteY10" fmla="*/ 981407 h 2038682"/>
                  <a:gd name="connsiteX11" fmla="*/ 66239 w 1542614"/>
                  <a:gd name="connsiteY11" fmla="*/ 543257 h 2038682"/>
                  <a:gd name="connsiteX0" fmla="*/ 66239 w 1625679"/>
                  <a:gd name="connsiteY0" fmla="*/ 543257 h 2038682"/>
                  <a:gd name="connsiteX1" fmla="*/ 161489 w 1625679"/>
                  <a:gd name="connsiteY1" fmla="*/ 332 h 2038682"/>
                  <a:gd name="connsiteX2" fmla="*/ 837764 w 1625679"/>
                  <a:gd name="connsiteY2" fmla="*/ 457532 h 2038682"/>
                  <a:gd name="connsiteX3" fmla="*/ 1218764 w 1625679"/>
                  <a:gd name="connsiteY3" fmla="*/ 619457 h 2038682"/>
                  <a:gd name="connsiteX4" fmla="*/ 1466414 w 1625679"/>
                  <a:gd name="connsiteY4" fmla="*/ 886157 h 2038682"/>
                  <a:gd name="connsiteX5" fmla="*/ 1542614 w 1625679"/>
                  <a:gd name="connsiteY5" fmla="*/ 1552907 h 2038682"/>
                  <a:gd name="connsiteX6" fmla="*/ 1342589 w 1625679"/>
                  <a:gd name="connsiteY6" fmla="*/ 1952957 h 2038682"/>
                  <a:gd name="connsiteX7" fmla="*/ 1218764 w 1625679"/>
                  <a:gd name="connsiteY7" fmla="*/ 2038682 h 2038682"/>
                  <a:gd name="connsiteX8" fmla="*/ 409139 w 1625679"/>
                  <a:gd name="connsiteY8" fmla="*/ 1648157 h 2038682"/>
                  <a:gd name="connsiteX9" fmla="*/ 180539 w 1625679"/>
                  <a:gd name="connsiteY9" fmla="*/ 1333832 h 2038682"/>
                  <a:gd name="connsiteX10" fmla="*/ 37664 w 1625679"/>
                  <a:gd name="connsiteY10" fmla="*/ 981407 h 2038682"/>
                  <a:gd name="connsiteX11" fmla="*/ 66239 w 1625679"/>
                  <a:gd name="connsiteY11" fmla="*/ 543257 h 2038682"/>
                  <a:gd name="connsiteX0" fmla="*/ 66239 w 1625679"/>
                  <a:gd name="connsiteY0" fmla="*/ 543257 h 2038682"/>
                  <a:gd name="connsiteX1" fmla="*/ 161489 w 1625679"/>
                  <a:gd name="connsiteY1" fmla="*/ 332 h 2038682"/>
                  <a:gd name="connsiteX2" fmla="*/ 837764 w 1625679"/>
                  <a:gd name="connsiteY2" fmla="*/ 457532 h 2038682"/>
                  <a:gd name="connsiteX3" fmla="*/ 1218764 w 1625679"/>
                  <a:gd name="connsiteY3" fmla="*/ 619457 h 2038682"/>
                  <a:gd name="connsiteX4" fmla="*/ 1466414 w 1625679"/>
                  <a:gd name="connsiteY4" fmla="*/ 886157 h 2038682"/>
                  <a:gd name="connsiteX5" fmla="*/ 1542614 w 1625679"/>
                  <a:gd name="connsiteY5" fmla="*/ 1552907 h 2038682"/>
                  <a:gd name="connsiteX6" fmla="*/ 1342589 w 1625679"/>
                  <a:gd name="connsiteY6" fmla="*/ 1952957 h 2038682"/>
                  <a:gd name="connsiteX7" fmla="*/ 1218764 w 1625679"/>
                  <a:gd name="connsiteY7" fmla="*/ 2038682 h 2038682"/>
                  <a:gd name="connsiteX8" fmla="*/ 409139 w 1625679"/>
                  <a:gd name="connsiteY8" fmla="*/ 1648157 h 2038682"/>
                  <a:gd name="connsiteX9" fmla="*/ 180539 w 1625679"/>
                  <a:gd name="connsiteY9" fmla="*/ 1333832 h 2038682"/>
                  <a:gd name="connsiteX10" fmla="*/ 37664 w 1625679"/>
                  <a:gd name="connsiteY10" fmla="*/ 981407 h 2038682"/>
                  <a:gd name="connsiteX11" fmla="*/ 66239 w 1625679"/>
                  <a:gd name="connsiteY11" fmla="*/ 543257 h 20386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625679" h="2038682">
                    <a:moveTo>
                      <a:pt x="66239" y="543257"/>
                    </a:moveTo>
                    <a:cubicBezTo>
                      <a:pt x="37664" y="352757"/>
                      <a:pt x="90052" y="262270"/>
                      <a:pt x="161489" y="332"/>
                    </a:cubicBezTo>
                    <a:cubicBezTo>
                      <a:pt x="290077" y="-13955"/>
                      <a:pt x="704414" y="436895"/>
                      <a:pt x="837764" y="457532"/>
                    </a:cubicBezTo>
                    <a:cubicBezTo>
                      <a:pt x="964764" y="511507"/>
                      <a:pt x="1110814" y="498807"/>
                      <a:pt x="1218764" y="619457"/>
                    </a:cubicBezTo>
                    <a:cubicBezTo>
                      <a:pt x="1421964" y="703595"/>
                      <a:pt x="1385452" y="717882"/>
                      <a:pt x="1466414" y="886157"/>
                    </a:cubicBezTo>
                    <a:cubicBezTo>
                      <a:pt x="1547376" y="1054432"/>
                      <a:pt x="1733114" y="1383044"/>
                      <a:pt x="1542614" y="1552907"/>
                    </a:cubicBezTo>
                    <a:cubicBezTo>
                      <a:pt x="1561664" y="1829132"/>
                      <a:pt x="1409264" y="1819607"/>
                      <a:pt x="1342589" y="1952957"/>
                    </a:cubicBezTo>
                    <a:lnTo>
                      <a:pt x="1218764" y="2038682"/>
                    </a:lnTo>
                    <a:cubicBezTo>
                      <a:pt x="1079064" y="1976770"/>
                      <a:pt x="601227" y="2013282"/>
                      <a:pt x="409139" y="1648157"/>
                    </a:cubicBezTo>
                    <a:cubicBezTo>
                      <a:pt x="236102" y="1530682"/>
                      <a:pt x="248802" y="1500520"/>
                      <a:pt x="180539" y="1333832"/>
                    </a:cubicBezTo>
                    <a:cubicBezTo>
                      <a:pt x="102752" y="1233820"/>
                      <a:pt x="10676" y="1108407"/>
                      <a:pt x="37664" y="981407"/>
                    </a:cubicBezTo>
                    <a:cubicBezTo>
                      <a:pt x="-57586" y="702007"/>
                      <a:pt x="56714" y="689307"/>
                      <a:pt x="66239" y="543257"/>
                    </a:cubicBezTo>
                    <a:close/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Rectangle 21">
                <a:extLst>
                  <a:ext uri="{FF2B5EF4-FFF2-40B4-BE49-F238E27FC236}">
                    <a16:creationId xmlns:a16="http://schemas.microsoft.com/office/drawing/2014/main" id="{577CA803-C857-EFAA-5A8A-549B06839598}"/>
                  </a:ext>
                </a:extLst>
              </p:cNvPr>
              <p:cNvSpPr/>
              <p:nvPr/>
            </p:nvSpPr>
            <p:spPr>
              <a:xfrm rot="2339417">
                <a:off x="4240894" y="3732437"/>
                <a:ext cx="263754" cy="499192"/>
              </a:xfrm>
              <a:custGeom>
                <a:avLst/>
                <a:gdLst>
                  <a:gd name="connsiteX0" fmla="*/ 0 w 247650"/>
                  <a:gd name="connsiteY0" fmla="*/ 0 h 381000"/>
                  <a:gd name="connsiteX1" fmla="*/ 247650 w 247650"/>
                  <a:gd name="connsiteY1" fmla="*/ 0 h 381000"/>
                  <a:gd name="connsiteX2" fmla="*/ 247650 w 247650"/>
                  <a:gd name="connsiteY2" fmla="*/ 381000 h 381000"/>
                  <a:gd name="connsiteX3" fmla="*/ 0 w 247650"/>
                  <a:gd name="connsiteY3" fmla="*/ 381000 h 381000"/>
                  <a:gd name="connsiteX4" fmla="*/ 0 w 247650"/>
                  <a:gd name="connsiteY4" fmla="*/ 0 h 381000"/>
                  <a:gd name="connsiteX0" fmla="*/ 304800 w 552450"/>
                  <a:gd name="connsiteY0" fmla="*/ 0 h 381000"/>
                  <a:gd name="connsiteX1" fmla="*/ 552450 w 552450"/>
                  <a:gd name="connsiteY1" fmla="*/ 0 h 381000"/>
                  <a:gd name="connsiteX2" fmla="*/ 552450 w 552450"/>
                  <a:gd name="connsiteY2" fmla="*/ 381000 h 381000"/>
                  <a:gd name="connsiteX3" fmla="*/ 0 w 552450"/>
                  <a:gd name="connsiteY3" fmla="*/ 352425 h 381000"/>
                  <a:gd name="connsiteX4" fmla="*/ 304800 w 552450"/>
                  <a:gd name="connsiteY4" fmla="*/ 0 h 381000"/>
                  <a:gd name="connsiteX0" fmla="*/ 304800 w 552450"/>
                  <a:gd name="connsiteY0" fmla="*/ 0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4" fmla="*/ 304800 w 552450"/>
                  <a:gd name="connsiteY4" fmla="*/ 0 h 485775"/>
                  <a:gd name="connsiteX0" fmla="*/ 0 w 552450"/>
                  <a:gd name="connsiteY0" fmla="*/ 352425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0" fmla="*/ 0 w 2028825"/>
                  <a:gd name="connsiteY0" fmla="*/ 1895475 h 2028825"/>
                  <a:gd name="connsiteX1" fmla="*/ 2028825 w 2028825"/>
                  <a:gd name="connsiteY1" fmla="*/ 0 h 2028825"/>
                  <a:gd name="connsiteX2" fmla="*/ 428625 w 2028825"/>
                  <a:gd name="connsiteY2" fmla="*/ 2028825 h 2028825"/>
                  <a:gd name="connsiteX3" fmla="*/ 0 w 2028825"/>
                  <a:gd name="connsiteY3" fmla="*/ 1895475 h 2028825"/>
                  <a:gd name="connsiteX0" fmla="*/ 1066800 w 1495425"/>
                  <a:gd name="connsiteY0" fmla="*/ 25527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1066800 w 1495425"/>
                  <a:gd name="connsiteY3" fmla="*/ 2552700 h 2686050"/>
                  <a:gd name="connsiteX0" fmla="*/ 847725 w 1495425"/>
                  <a:gd name="connsiteY0" fmla="*/ 24384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847725 w 1495425"/>
                  <a:gd name="connsiteY3" fmla="*/ 2438400 h 2686050"/>
                  <a:gd name="connsiteX0" fmla="*/ 847725 w 1228725"/>
                  <a:gd name="connsiteY0" fmla="*/ 243840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47725 w 1228725"/>
                  <a:gd name="connsiteY3" fmla="*/ 243840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8725" h="2543175">
                    <a:moveTo>
                      <a:pt x="876300" y="2428875"/>
                    </a:moveTo>
                    <a:cubicBezTo>
                      <a:pt x="1222375" y="1581150"/>
                      <a:pt x="292100" y="809625"/>
                      <a:pt x="0" y="0"/>
                    </a:cubicBezTo>
                    <a:cubicBezTo>
                      <a:pt x="409575" y="847725"/>
                      <a:pt x="1219200" y="1390650"/>
                      <a:pt x="1228725" y="2543175"/>
                    </a:cubicBezTo>
                    <a:lnTo>
                      <a:pt x="876300" y="2428875"/>
                    </a:lnTo>
                    <a:close/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angle 21">
                <a:extLst>
                  <a:ext uri="{FF2B5EF4-FFF2-40B4-BE49-F238E27FC236}">
                    <a16:creationId xmlns:a16="http://schemas.microsoft.com/office/drawing/2014/main" id="{E309EE70-772E-8877-EBA4-5553611710D8}"/>
                  </a:ext>
                </a:extLst>
              </p:cNvPr>
              <p:cNvSpPr/>
              <p:nvPr/>
            </p:nvSpPr>
            <p:spPr>
              <a:xfrm rot="16200000" flipH="1">
                <a:off x="3974990" y="3981478"/>
                <a:ext cx="263754" cy="499192"/>
              </a:xfrm>
              <a:custGeom>
                <a:avLst/>
                <a:gdLst>
                  <a:gd name="connsiteX0" fmla="*/ 0 w 247650"/>
                  <a:gd name="connsiteY0" fmla="*/ 0 h 381000"/>
                  <a:gd name="connsiteX1" fmla="*/ 247650 w 247650"/>
                  <a:gd name="connsiteY1" fmla="*/ 0 h 381000"/>
                  <a:gd name="connsiteX2" fmla="*/ 247650 w 247650"/>
                  <a:gd name="connsiteY2" fmla="*/ 381000 h 381000"/>
                  <a:gd name="connsiteX3" fmla="*/ 0 w 247650"/>
                  <a:gd name="connsiteY3" fmla="*/ 381000 h 381000"/>
                  <a:gd name="connsiteX4" fmla="*/ 0 w 247650"/>
                  <a:gd name="connsiteY4" fmla="*/ 0 h 381000"/>
                  <a:gd name="connsiteX0" fmla="*/ 304800 w 552450"/>
                  <a:gd name="connsiteY0" fmla="*/ 0 h 381000"/>
                  <a:gd name="connsiteX1" fmla="*/ 552450 w 552450"/>
                  <a:gd name="connsiteY1" fmla="*/ 0 h 381000"/>
                  <a:gd name="connsiteX2" fmla="*/ 552450 w 552450"/>
                  <a:gd name="connsiteY2" fmla="*/ 381000 h 381000"/>
                  <a:gd name="connsiteX3" fmla="*/ 0 w 552450"/>
                  <a:gd name="connsiteY3" fmla="*/ 352425 h 381000"/>
                  <a:gd name="connsiteX4" fmla="*/ 304800 w 552450"/>
                  <a:gd name="connsiteY4" fmla="*/ 0 h 381000"/>
                  <a:gd name="connsiteX0" fmla="*/ 304800 w 552450"/>
                  <a:gd name="connsiteY0" fmla="*/ 0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4" fmla="*/ 304800 w 552450"/>
                  <a:gd name="connsiteY4" fmla="*/ 0 h 485775"/>
                  <a:gd name="connsiteX0" fmla="*/ 0 w 552450"/>
                  <a:gd name="connsiteY0" fmla="*/ 352425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0" fmla="*/ 0 w 2028825"/>
                  <a:gd name="connsiteY0" fmla="*/ 1895475 h 2028825"/>
                  <a:gd name="connsiteX1" fmla="*/ 2028825 w 2028825"/>
                  <a:gd name="connsiteY1" fmla="*/ 0 h 2028825"/>
                  <a:gd name="connsiteX2" fmla="*/ 428625 w 2028825"/>
                  <a:gd name="connsiteY2" fmla="*/ 2028825 h 2028825"/>
                  <a:gd name="connsiteX3" fmla="*/ 0 w 2028825"/>
                  <a:gd name="connsiteY3" fmla="*/ 1895475 h 2028825"/>
                  <a:gd name="connsiteX0" fmla="*/ 1066800 w 1495425"/>
                  <a:gd name="connsiteY0" fmla="*/ 25527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1066800 w 1495425"/>
                  <a:gd name="connsiteY3" fmla="*/ 2552700 h 2686050"/>
                  <a:gd name="connsiteX0" fmla="*/ 847725 w 1495425"/>
                  <a:gd name="connsiteY0" fmla="*/ 24384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847725 w 1495425"/>
                  <a:gd name="connsiteY3" fmla="*/ 2438400 h 2686050"/>
                  <a:gd name="connsiteX0" fmla="*/ 847725 w 1228725"/>
                  <a:gd name="connsiteY0" fmla="*/ 243840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47725 w 1228725"/>
                  <a:gd name="connsiteY3" fmla="*/ 243840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8725" h="2543175">
                    <a:moveTo>
                      <a:pt x="876300" y="2428875"/>
                    </a:moveTo>
                    <a:cubicBezTo>
                      <a:pt x="1222375" y="1581150"/>
                      <a:pt x="292100" y="809625"/>
                      <a:pt x="0" y="0"/>
                    </a:cubicBezTo>
                    <a:cubicBezTo>
                      <a:pt x="409575" y="847725"/>
                      <a:pt x="1219200" y="1390650"/>
                      <a:pt x="1228725" y="2543175"/>
                    </a:cubicBezTo>
                    <a:lnTo>
                      <a:pt x="876300" y="2428875"/>
                    </a:lnTo>
                    <a:close/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Rectangle 21">
                <a:extLst>
                  <a:ext uri="{FF2B5EF4-FFF2-40B4-BE49-F238E27FC236}">
                    <a16:creationId xmlns:a16="http://schemas.microsoft.com/office/drawing/2014/main" id="{FA037AF9-1C0E-6418-1D0C-791C94DD97E0}"/>
                  </a:ext>
                </a:extLst>
              </p:cNvPr>
              <p:cNvSpPr/>
              <p:nvPr/>
            </p:nvSpPr>
            <p:spPr>
              <a:xfrm rot="1659284">
                <a:off x="3918216" y="3296362"/>
                <a:ext cx="263754" cy="499192"/>
              </a:xfrm>
              <a:custGeom>
                <a:avLst/>
                <a:gdLst>
                  <a:gd name="connsiteX0" fmla="*/ 0 w 247650"/>
                  <a:gd name="connsiteY0" fmla="*/ 0 h 381000"/>
                  <a:gd name="connsiteX1" fmla="*/ 247650 w 247650"/>
                  <a:gd name="connsiteY1" fmla="*/ 0 h 381000"/>
                  <a:gd name="connsiteX2" fmla="*/ 247650 w 247650"/>
                  <a:gd name="connsiteY2" fmla="*/ 381000 h 381000"/>
                  <a:gd name="connsiteX3" fmla="*/ 0 w 247650"/>
                  <a:gd name="connsiteY3" fmla="*/ 381000 h 381000"/>
                  <a:gd name="connsiteX4" fmla="*/ 0 w 247650"/>
                  <a:gd name="connsiteY4" fmla="*/ 0 h 381000"/>
                  <a:gd name="connsiteX0" fmla="*/ 304800 w 552450"/>
                  <a:gd name="connsiteY0" fmla="*/ 0 h 381000"/>
                  <a:gd name="connsiteX1" fmla="*/ 552450 w 552450"/>
                  <a:gd name="connsiteY1" fmla="*/ 0 h 381000"/>
                  <a:gd name="connsiteX2" fmla="*/ 552450 w 552450"/>
                  <a:gd name="connsiteY2" fmla="*/ 381000 h 381000"/>
                  <a:gd name="connsiteX3" fmla="*/ 0 w 552450"/>
                  <a:gd name="connsiteY3" fmla="*/ 352425 h 381000"/>
                  <a:gd name="connsiteX4" fmla="*/ 304800 w 552450"/>
                  <a:gd name="connsiteY4" fmla="*/ 0 h 381000"/>
                  <a:gd name="connsiteX0" fmla="*/ 304800 w 552450"/>
                  <a:gd name="connsiteY0" fmla="*/ 0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4" fmla="*/ 304800 w 552450"/>
                  <a:gd name="connsiteY4" fmla="*/ 0 h 485775"/>
                  <a:gd name="connsiteX0" fmla="*/ 0 w 552450"/>
                  <a:gd name="connsiteY0" fmla="*/ 352425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0" fmla="*/ 0 w 2028825"/>
                  <a:gd name="connsiteY0" fmla="*/ 1895475 h 2028825"/>
                  <a:gd name="connsiteX1" fmla="*/ 2028825 w 2028825"/>
                  <a:gd name="connsiteY1" fmla="*/ 0 h 2028825"/>
                  <a:gd name="connsiteX2" fmla="*/ 428625 w 2028825"/>
                  <a:gd name="connsiteY2" fmla="*/ 2028825 h 2028825"/>
                  <a:gd name="connsiteX3" fmla="*/ 0 w 2028825"/>
                  <a:gd name="connsiteY3" fmla="*/ 1895475 h 2028825"/>
                  <a:gd name="connsiteX0" fmla="*/ 1066800 w 1495425"/>
                  <a:gd name="connsiteY0" fmla="*/ 25527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1066800 w 1495425"/>
                  <a:gd name="connsiteY3" fmla="*/ 2552700 h 2686050"/>
                  <a:gd name="connsiteX0" fmla="*/ 847725 w 1495425"/>
                  <a:gd name="connsiteY0" fmla="*/ 24384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847725 w 1495425"/>
                  <a:gd name="connsiteY3" fmla="*/ 2438400 h 2686050"/>
                  <a:gd name="connsiteX0" fmla="*/ 847725 w 1228725"/>
                  <a:gd name="connsiteY0" fmla="*/ 243840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47725 w 1228725"/>
                  <a:gd name="connsiteY3" fmla="*/ 243840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8725" h="2543175">
                    <a:moveTo>
                      <a:pt x="876300" y="2428875"/>
                    </a:moveTo>
                    <a:cubicBezTo>
                      <a:pt x="1222375" y="1581150"/>
                      <a:pt x="292100" y="809625"/>
                      <a:pt x="0" y="0"/>
                    </a:cubicBezTo>
                    <a:cubicBezTo>
                      <a:pt x="409575" y="847725"/>
                      <a:pt x="1219200" y="1390650"/>
                      <a:pt x="1228725" y="2543175"/>
                    </a:cubicBezTo>
                    <a:lnTo>
                      <a:pt x="876300" y="2428875"/>
                    </a:lnTo>
                    <a:close/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Rectangle 21">
                <a:extLst>
                  <a:ext uri="{FF2B5EF4-FFF2-40B4-BE49-F238E27FC236}">
                    <a16:creationId xmlns:a16="http://schemas.microsoft.com/office/drawing/2014/main" id="{27E89821-4B9F-F12B-DB86-0FD9DA58FB05}"/>
                  </a:ext>
                </a:extLst>
              </p:cNvPr>
              <p:cNvSpPr/>
              <p:nvPr/>
            </p:nvSpPr>
            <p:spPr>
              <a:xfrm rot="16200000" flipH="1">
                <a:off x="3709086" y="3516086"/>
                <a:ext cx="263754" cy="499192"/>
              </a:xfrm>
              <a:custGeom>
                <a:avLst/>
                <a:gdLst>
                  <a:gd name="connsiteX0" fmla="*/ 0 w 247650"/>
                  <a:gd name="connsiteY0" fmla="*/ 0 h 381000"/>
                  <a:gd name="connsiteX1" fmla="*/ 247650 w 247650"/>
                  <a:gd name="connsiteY1" fmla="*/ 0 h 381000"/>
                  <a:gd name="connsiteX2" fmla="*/ 247650 w 247650"/>
                  <a:gd name="connsiteY2" fmla="*/ 381000 h 381000"/>
                  <a:gd name="connsiteX3" fmla="*/ 0 w 247650"/>
                  <a:gd name="connsiteY3" fmla="*/ 381000 h 381000"/>
                  <a:gd name="connsiteX4" fmla="*/ 0 w 247650"/>
                  <a:gd name="connsiteY4" fmla="*/ 0 h 381000"/>
                  <a:gd name="connsiteX0" fmla="*/ 304800 w 552450"/>
                  <a:gd name="connsiteY0" fmla="*/ 0 h 381000"/>
                  <a:gd name="connsiteX1" fmla="*/ 552450 w 552450"/>
                  <a:gd name="connsiteY1" fmla="*/ 0 h 381000"/>
                  <a:gd name="connsiteX2" fmla="*/ 552450 w 552450"/>
                  <a:gd name="connsiteY2" fmla="*/ 381000 h 381000"/>
                  <a:gd name="connsiteX3" fmla="*/ 0 w 552450"/>
                  <a:gd name="connsiteY3" fmla="*/ 352425 h 381000"/>
                  <a:gd name="connsiteX4" fmla="*/ 304800 w 552450"/>
                  <a:gd name="connsiteY4" fmla="*/ 0 h 381000"/>
                  <a:gd name="connsiteX0" fmla="*/ 304800 w 552450"/>
                  <a:gd name="connsiteY0" fmla="*/ 0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4" fmla="*/ 304800 w 552450"/>
                  <a:gd name="connsiteY4" fmla="*/ 0 h 485775"/>
                  <a:gd name="connsiteX0" fmla="*/ 0 w 552450"/>
                  <a:gd name="connsiteY0" fmla="*/ 352425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0" fmla="*/ 0 w 2028825"/>
                  <a:gd name="connsiteY0" fmla="*/ 1895475 h 2028825"/>
                  <a:gd name="connsiteX1" fmla="*/ 2028825 w 2028825"/>
                  <a:gd name="connsiteY1" fmla="*/ 0 h 2028825"/>
                  <a:gd name="connsiteX2" fmla="*/ 428625 w 2028825"/>
                  <a:gd name="connsiteY2" fmla="*/ 2028825 h 2028825"/>
                  <a:gd name="connsiteX3" fmla="*/ 0 w 2028825"/>
                  <a:gd name="connsiteY3" fmla="*/ 1895475 h 2028825"/>
                  <a:gd name="connsiteX0" fmla="*/ 1066800 w 1495425"/>
                  <a:gd name="connsiteY0" fmla="*/ 25527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1066800 w 1495425"/>
                  <a:gd name="connsiteY3" fmla="*/ 2552700 h 2686050"/>
                  <a:gd name="connsiteX0" fmla="*/ 847725 w 1495425"/>
                  <a:gd name="connsiteY0" fmla="*/ 24384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847725 w 1495425"/>
                  <a:gd name="connsiteY3" fmla="*/ 2438400 h 2686050"/>
                  <a:gd name="connsiteX0" fmla="*/ 847725 w 1228725"/>
                  <a:gd name="connsiteY0" fmla="*/ 243840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47725 w 1228725"/>
                  <a:gd name="connsiteY3" fmla="*/ 243840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8725" h="2543175">
                    <a:moveTo>
                      <a:pt x="876300" y="2428875"/>
                    </a:moveTo>
                    <a:cubicBezTo>
                      <a:pt x="1222375" y="1581150"/>
                      <a:pt x="292100" y="809625"/>
                      <a:pt x="0" y="0"/>
                    </a:cubicBezTo>
                    <a:cubicBezTo>
                      <a:pt x="409575" y="847725"/>
                      <a:pt x="1219200" y="1390650"/>
                      <a:pt x="1228725" y="2543175"/>
                    </a:cubicBezTo>
                    <a:lnTo>
                      <a:pt x="876300" y="2428875"/>
                    </a:lnTo>
                    <a:close/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Rectangle 21">
                <a:extLst>
                  <a:ext uri="{FF2B5EF4-FFF2-40B4-BE49-F238E27FC236}">
                    <a16:creationId xmlns:a16="http://schemas.microsoft.com/office/drawing/2014/main" id="{2454EFB6-CE50-777E-E9E7-43991F460AED}"/>
                  </a:ext>
                </a:extLst>
              </p:cNvPr>
              <p:cNvSpPr/>
              <p:nvPr/>
            </p:nvSpPr>
            <p:spPr>
              <a:xfrm rot="1659284">
                <a:off x="3692373" y="3090755"/>
                <a:ext cx="156914" cy="296982"/>
              </a:xfrm>
              <a:custGeom>
                <a:avLst/>
                <a:gdLst>
                  <a:gd name="connsiteX0" fmla="*/ 0 w 247650"/>
                  <a:gd name="connsiteY0" fmla="*/ 0 h 381000"/>
                  <a:gd name="connsiteX1" fmla="*/ 247650 w 247650"/>
                  <a:gd name="connsiteY1" fmla="*/ 0 h 381000"/>
                  <a:gd name="connsiteX2" fmla="*/ 247650 w 247650"/>
                  <a:gd name="connsiteY2" fmla="*/ 381000 h 381000"/>
                  <a:gd name="connsiteX3" fmla="*/ 0 w 247650"/>
                  <a:gd name="connsiteY3" fmla="*/ 381000 h 381000"/>
                  <a:gd name="connsiteX4" fmla="*/ 0 w 247650"/>
                  <a:gd name="connsiteY4" fmla="*/ 0 h 381000"/>
                  <a:gd name="connsiteX0" fmla="*/ 304800 w 552450"/>
                  <a:gd name="connsiteY0" fmla="*/ 0 h 381000"/>
                  <a:gd name="connsiteX1" fmla="*/ 552450 w 552450"/>
                  <a:gd name="connsiteY1" fmla="*/ 0 h 381000"/>
                  <a:gd name="connsiteX2" fmla="*/ 552450 w 552450"/>
                  <a:gd name="connsiteY2" fmla="*/ 381000 h 381000"/>
                  <a:gd name="connsiteX3" fmla="*/ 0 w 552450"/>
                  <a:gd name="connsiteY3" fmla="*/ 352425 h 381000"/>
                  <a:gd name="connsiteX4" fmla="*/ 304800 w 552450"/>
                  <a:gd name="connsiteY4" fmla="*/ 0 h 381000"/>
                  <a:gd name="connsiteX0" fmla="*/ 304800 w 552450"/>
                  <a:gd name="connsiteY0" fmla="*/ 0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4" fmla="*/ 304800 w 552450"/>
                  <a:gd name="connsiteY4" fmla="*/ 0 h 485775"/>
                  <a:gd name="connsiteX0" fmla="*/ 0 w 552450"/>
                  <a:gd name="connsiteY0" fmla="*/ 352425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0" fmla="*/ 0 w 2028825"/>
                  <a:gd name="connsiteY0" fmla="*/ 1895475 h 2028825"/>
                  <a:gd name="connsiteX1" fmla="*/ 2028825 w 2028825"/>
                  <a:gd name="connsiteY1" fmla="*/ 0 h 2028825"/>
                  <a:gd name="connsiteX2" fmla="*/ 428625 w 2028825"/>
                  <a:gd name="connsiteY2" fmla="*/ 2028825 h 2028825"/>
                  <a:gd name="connsiteX3" fmla="*/ 0 w 2028825"/>
                  <a:gd name="connsiteY3" fmla="*/ 1895475 h 2028825"/>
                  <a:gd name="connsiteX0" fmla="*/ 1066800 w 1495425"/>
                  <a:gd name="connsiteY0" fmla="*/ 25527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1066800 w 1495425"/>
                  <a:gd name="connsiteY3" fmla="*/ 2552700 h 2686050"/>
                  <a:gd name="connsiteX0" fmla="*/ 847725 w 1495425"/>
                  <a:gd name="connsiteY0" fmla="*/ 24384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847725 w 1495425"/>
                  <a:gd name="connsiteY3" fmla="*/ 2438400 h 2686050"/>
                  <a:gd name="connsiteX0" fmla="*/ 847725 w 1228725"/>
                  <a:gd name="connsiteY0" fmla="*/ 243840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47725 w 1228725"/>
                  <a:gd name="connsiteY3" fmla="*/ 243840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8725" h="2543175">
                    <a:moveTo>
                      <a:pt x="876300" y="2428875"/>
                    </a:moveTo>
                    <a:cubicBezTo>
                      <a:pt x="1222375" y="1581150"/>
                      <a:pt x="292100" y="809625"/>
                      <a:pt x="0" y="0"/>
                    </a:cubicBezTo>
                    <a:cubicBezTo>
                      <a:pt x="409575" y="847725"/>
                      <a:pt x="1219200" y="1390650"/>
                      <a:pt x="1228725" y="2543175"/>
                    </a:cubicBezTo>
                    <a:lnTo>
                      <a:pt x="876300" y="2428875"/>
                    </a:lnTo>
                    <a:close/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Rectangle 21">
                <a:extLst>
                  <a:ext uri="{FF2B5EF4-FFF2-40B4-BE49-F238E27FC236}">
                    <a16:creationId xmlns:a16="http://schemas.microsoft.com/office/drawing/2014/main" id="{249D912B-E18F-393F-6A0D-0A5855F1EE79}"/>
                  </a:ext>
                </a:extLst>
              </p:cNvPr>
              <p:cNvSpPr/>
              <p:nvPr/>
            </p:nvSpPr>
            <p:spPr>
              <a:xfrm rot="16568896" flipH="1">
                <a:off x="3473647" y="3059060"/>
                <a:ext cx="156914" cy="296982"/>
              </a:xfrm>
              <a:custGeom>
                <a:avLst/>
                <a:gdLst>
                  <a:gd name="connsiteX0" fmla="*/ 0 w 247650"/>
                  <a:gd name="connsiteY0" fmla="*/ 0 h 381000"/>
                  <a:gd name="connsiteX1" fmla="*/ 247650 w 247650"/>
                  <a:gd name="connsiteY1" fmla="*/ 0 h 381000"/>
                  <a:gd name="connsiteX2" fmla="*/ 247650 w 247650"/>
                  <a:gd name="connsiteY2" fmla="*/ 381000 h 381000"/>
                  <a:gd name="connsiteX3" fmla="*/ 0 w 247650"/>
                  <a:gd name="connsiteY3" fmla="*/ 381000 h 381000"/>
                  <a:gd name="connsiteX4" fmla="*/ 0 w 247650"/>
                  <a:gd name="connsiteY4" fmla="*/ 0 h 381000"/>
                  <a:gd name="connsiteX0" fmla="*/ 304800 w 552450"/>
                  <a:gd name="connsiteY0" fmla="*/ 0 h 381000"/>
                  <a:gd name="connsiteX1" fmla="*/ 552450 w 552450"/>
                  <a:gd name="connsiteY1" fmla="*/ 0 h 381000"/>
                  <a:gd name="connsiteX2" fmla="*/ 552450 w 552450"/>
                  <a:gd name="connsiteY2" fmla="*/ 381000 h 381000"/>
                  <a:gd name="connsiteX3" fmla="*/ 0 w 552450"/>
                  <a:gd name="connsiteY3" fmla="*/ 352425 h 381000"/>
                  <a:gd name="connsiteX4" fmla="*/ 304800 w 552450"/>
                  <a:gd name="connsiteY4" fmla="*/ 0 h 381000"/>
                  <a:gd name="connsiteX0" fmla="*/ 304800 w 552450"/>
                  <a:gd name="connsiteY0" fmla="*/ 0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4" fmla="*/ 304800 w 552450"/>
                  <a:gd name="connsiteY4" fmla="*/ 0 h 485775"/>
                  <a:gd name="connsiteX0" fmla="*/ 0 w 552450"/>
                  <a:gd name="connsiteY0" fmla="*/ 352425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0" fmla="*/ 0 w 2028825"/>
                  <a:gd name="connsiteY0" fmla="*/ 1895475 h 2028825"/>
                  <a:gd name="connsiteX1" fmla="*/ 2028825 w 2028825"/>
                  <a:gd name="connsiteY1" fmla="*/ 0 h 2028825"/>
                  <a:gd name="connsiteX2" fmla="*/ 428625 w 2028825"/>
                  <a:gd name="connsiteY2" fmla="*/ 2028825 h 2028825"/>
                  <a:gd name="connsiteX3" fmla="*/ 0 w 2028825"/>
                  <a:gd name="connsiteY3" fmla="*/ 1895475 h 2028825"/>
                  <a:gd name="connsiteX0" fmla="*/ 1066800 w 1495425"/>
                  <a:gd name="connsiteY0" fmla="*/ 25527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1066800 w 1495425"/>
                  <a:gd name="connsiteY3" fmla="*/ 2552700 h 2686050"/>
                  <a:gd name="connsiteX0" fmla="*/ 847725 w 1495425"/>
                  <a:gd name="connsiteY0" fmla="*/ 24384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847725 w 1495425"/>
                  <a:gd name="connsiteY3" fmla="*/ 2438400 h 2686050"/>
                  <a:gd name="connsiteX0" fmla="*/ 847725 w 1228725"/>
                  <a:gd name="connsiteY0" fmla="*/ 243840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47725 w 1228725"/>
                  <a:gd name="connsiteY3" fmla="*/ 243840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8725" h="2543175">
                    <a:moveTo>
                      <a:pt x="876300" y="2428875"/>
                    </a:moveTo>
                    <a:cubicBezTo>
                      <a:pt x="1222375" y="1581150"/>
                      <a:pt x="292100" y="809625"/>
                      <a:pt x="0" y="0"/>
                    </a:cubicBezTo>
                    <a:cubicBezTo>
                      <a:pt x="409575" y="847725"/>
                      <a:pt x="1219200" y="1390650"/>
                      <a:pt x="1228725" y="2543175"/>
                    </a:cubicBezTo>
                    <a:lnTo>
                      <a:pt x="876300" y="2428875"/>
                    </a:lnTo>
                    <a:close/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Rectangle 21">
                <a:extLst>
                  <a:ext uri="{FF2B5EF4-FFF2-40B4-BE49-F238E27FC236}">
                    <a16:creationId xmlns:a16="http://schemas.microsoft.com/office/drawing/2014/main" id="{BA392A23-116C-7F46-86F9-14BBFB87F479}"/>
                  </a:ext>
                </a:extLst>
              </p:cNvPr>
              <p:cNvSpPr/>
              <p:nvPr/>
            </p:nvSpPr>
            <p:spPr>
              <a:xfrm>
                <a:off x="3409950" y="2781299"/>
                <a:ext cx="1228725" cy="2543175"/>
              </a:xfrm>
              <a:custGeom>
                <a:avLst/>
                <a:gdLst>
                  <a:gd name="connsiteX0" fmla="*/ 0 w 247650"/>
                  <a:gd name="connsiteY0" fmla="*/ 0 h 381000"/>
                  <a:gd name="connsiteX1" fmla="*/ 247650 w 247650"/>
                  <a:gd name="connsiteY1" fmla="*/ 0 h 381000"/>
                  <a:gd name="connsiteX2" fmla="*/ 247650 w 247650"/>
                  <a:gd name="connsiteY2" fmla="*/ 381000 h 381000"/>
                  <a:gd name="connsiteX3" fmla="*/ 0 w 247650"/>
                  <a:gd name="connsiteY3" fmla="*/ 381000 h 381000"/>
                  <a:gd name="connsiteX4" fmla="*/ 0 w 247650"/>
                  <a:gd name="connsiteY4" fmla="*/ 0 h 381000"/>
                  <a:gd name="connsiteX0" fmla="*/ 304800 w 552450"/>
                  <a:gd name="connsiteY0" fmla="*/ 0 h 381000"/>
                  <a:gd name="connsiteX1" fmla="*/ 552450 w 552450"/>
                  <a:gd name="connsiteY1" fmla="*/ 0 h 381000"/>
                  <a:gd name="connsiteX2" fmla="*/ 552450 w 552450"/>
                  <a:gd name="connsiteY2" fmla="*/ 381000 h 381000"/>
                  <a:gd name="connsiteX3" fmla="*/ 0 w 552450"/>
                  <a:gd name="connsiteY3" fmla="*/ 352425 h 381000"/>
                  <a:gd name="connsiteX4" fmla="*/ 304800 w 552450"/>
                  <a:gd name="connsiteY4" fmla="*/ 0 h 381000"/>
                  <a:gd name="connsiteX0" fmla="*/ 304800 w 552450"/>
                  <a:gd name="connsiteY0" fmla="*/ 0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4" fmla="*/ 304800 w 552450"/>
                  <a:gd name="connsiteY4" fmla="*/ 0 h 485775"/>
                  <a:gd name="connsiteX0" fmla="*/ 0 w 552450"/>
                  <a:gd name="connsiteY0" fmla="*/ 352425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0" fmla="*/ 0 w 2028825"/>
                  <a:gd name="connsiteY0" fmla="*/ 1895475 h 2028825"/>
                  <a:gd name="connsiteX1" fmla="*/ 2028825 w 2028825"/>
                  <a:gd name="connsiteY1" fmla="*/ 0 h 2028825"/>
                  <a:gd name="connsiteX2" fmla="*/ 428625 w 2028825"/>
                  <a:gd name="connsiteY2" fmla="*/ 2028825 h 2028825"/>
                  <a:gd name="connsiteX3" fmla="*/ 0 w 2028825"/>
                  <a:gd name="connsiteY3" fmla="*/ 1895475 h 2028825"/>
                  <a:gd name="connsiteX0" fmla="*/ 1066800 w 1495425"/>
                  <a:gd name="connsiteY0" fmla="*/ 25527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1066800 w 1495425"/>
                  <a:gd name="connsiteY3" fmla="*/ 2552700 h 2686050"/>
                  <a:gd name="connsiteX0" fmla="*/ 847725 w 1495425"/>
                  <a:gd name="connsiteY0" fmla="*/ 24384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847725 w 1495425"/>
                  <a:gd name="connsiteY3" fmla="*/ 2438400 h 2686050"/>
                  <a:gd name="connsiteX0" fmla="*/ 847725 w 1228725"/>
                  <a:gd name="connsiteY0" fmla="*/ 243840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47725 w 1228725"/>
                  <a:gd name="connsiteY3" fmla="*/ 243840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8725" h="2543175">
                    <a:moveTo>
                      <a:pt x="876300" y="2428875"/>
                    </a:moveTo>
                    <a:cubicBezTo>
                      <a:pt x="1222375" y="1581150"/>
                      <a:pt x="292100" y="809625"/>
                      <a:pt x="0" y="0"/>
                    </a:cubicBezTo>
                    <a:cubicBezTo>
                      <a:pt x="409575" y="847725"/>
                      <a:pt x="1219200" y="1390650"/>
                      <a:pt x="1228725" y="2543175"/>
                    </a:cubicBezTo>
                    <a:lnTo>
                      <a:pt x="876300" y="2428875"/>
                    </a:lnTo>
                    <a:close/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B3D0545A-11F9-7A39-193C-E24850C83986}"/>
                </a:ext>
              </a:extLst>
            </p:cNvPr>
            <p:cNvGrpSpPr/>
            <p:nvPr/>
          </p:nvGrpSpPr>
          <p:grpSpPr>
            <a:xfrm>
              <a:off x="3181786" y="2685718"/>
              <a:ext cx="1625679" cy="2638756"/>
              <a:chOff x="3181786" y="2685718"/>
              <a:chExt cx="1625679" cy="2638756"/>
            </a:xfrm>
            <a:solidFill>
              <a:srgbClr val="0DB60D"/>
            </a:solidFill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A98D4BC0-ABDF-446A-418B-95EB3F20F2E3}"/>
                  </a:ext>
                </a:extLst>
              </p:cNvPr>
              <p:cNvSpPr/>
              <p:nvPr/>
            </p:nvSpPr>
            <p:spPr>
              <a:xfrm>
                <a:off x="3181786" y="2685718"/>
                <a:ext cx="1625679" cy="2038682"/>
              </a:xfrm>
              <a:custGeom>
                <a:avLst/>
                <a:gdLst>
                  <a:gd name="connsiteX0" fmla="*/ 0 w 990600"/>
                  <a:gd name="connsiteY0" fmla="*/ 0 h 819150"/>
                  <a:gd name="connsiteX1" fmla="*/ 990600 w 990600"/>
                  <a:gd name="connsiteY1" fmla="*/ 0 h 819150"/>
                  <a:gd name="connsiteX2" fmla="*/ 990600 w 990600"/>
                  <a:gd name="connsiteY2" fmla="*/ 819150 h 819150"/>
                  <a:gd name="connsiteX3" fmla="*/ 0 w 990600"/>
                  <a:gd name="connsiteY3" fmla="*/ 819150 h 819150"/>
                  <a:gd name="connsiteX4" fmla="*/ 0 w 990600"/>
                  <a:gd name="connsiteY4" fmla="*/ 0 h 819150"/>
                  <a:gd name="connsiteX0" fmla="*/ 0 w 1276350"/>
                  <a:gd name="connsiteY0" fmla="*/ 0 h 1409700"/>
                  <a:gd name="connsiteX1" fmla="*/ 990600 w 1276350"/>
                  <a:gd name="connsiteY1" fmla="*/ 0 h 1409700"/>
                  <a:gd name="connsiteX2" fmla="*/ 1276350 w 1276350"/>
                  <a:gd name="connsiteY2" fmla="*/ 1409700 h 1409700"/>
                  <a:gd name="connsiteX3" fmla="*/ 0 w 1276350"/>
                  <a:gd name="connsiteY3" fmla="*/ 819150 h 1409700"/>
                  <a:gd name="connsiteX4" fmla="*/ 0 w 1276350"/>
                  <a:gd name="connsiteY4" fmla="*/ 0 h 1409700"/>
                  <a:gd name="connsiteX0" fmla="*/ 0 w 1276350"/>
                  <a:gd name="connsiteY0" fmla="*/ 0 h 1495425"/>
                  <a:gd name="connsiteX1" fmla="*/ 990600 w 1276350"/>
                  <a:gd name="connsiteY1" fmla="*/ 0 h 1495425"/>
                  <a:gd name="connsiteX2" fmla="*/ 1276350 w 1276350"/>
                  <a:gd name="connsiteY2" fmla="*/ 1409700 h 1495425"/>
                  <a:gd name="connsiteX3" fmla="*/ 1152525 w 1276350"/>
                  <a:gd name="connsiteY3" fmla="*/ 1495425 h 1495425"/>
                  <a:gd name="connsiteX4" fmla="*/ 0 w 1276350"/>
                  <a:gd name="connsiteY4" fmla="*/ 0 h 1495425"/>
                  <a:gd name="connsiteX0" fmla="*/ 0 w 1476375"/>
                  <a:gd name="connsiteY0" fmla="*/ 0 h 1495425"/>
                  <a:gd name="connsiteX1" fmla="*/ 990600 w 1476375"/>
                  <a:gd name="connsiteY1" fmla="*/ 0 h 1495425"/>
                  <a:gd name="connsiteX2" fmla="*/ 1476375 w 1476375"/>
                  <a:gd name="connsiteY2" fmla="*/ 1009650 h 1495425"/>
                  <a:gd name="connsiteX3" fmla="*/ 1276350 w 1476375"/>
                  <a:gd name="connsiteY3" fmla="*/ 1409700 h 1495425"/>
                  <a:gd name="connsiteX4" fmla="*/ 1152525 w 1476375"/>
                  <a:gd name="connsiteY4" fmla="*/ 1495425 h 1495425"/>
                  <a:gd name="connsiteX5" fmla="*/ 0 w 1476375"/>
                  <a:gd name="connsiteY5" fmla="*/ 0 h 1495425"/>
                  <a:gd name="connsiteX0" fmla="*/ 0 w 1476375"/>
                  <a:gd name="connsiteY0" fmla="*/ 0 h 1495425"/>
                  <a:gd name="connsiteX1" fmla="*/ 990600 w 1476375"/>
                  <a:gd name="connsiteY1" fmla="*/ 0 h 1495425"/>
                  <a:gd name="connsiteX2" fmla="*/ 1400175 w 1476375"/>
                  <a:gd name="connsiteY2" fmla="*/ 342900 h 1495425"/>
                  <a:gd name="connsiteX3" fmla="*/ 1476375 w 1476375"/>
                  <a:gd name="connsiteY3" fmla="*/ 1009650 h 1495425"/>
                  <a:gd name="connsiteX4" fmla="*/ 1276350 w 1476375"/>
                  <a:gd name="connsiteY4" fmla="*/ 1409700 h 1495425"/>
                  <a:gd name="connsiteX5" fmla="*/ 1152525 w 1476375"/>
                  <a:gd name="connsiteY5" fmla="*/ 1495425 h 1495425"/>
                  <a:gd name="connsiteX6" fmla="*/ 0 w 1476375"/>
                  <a:gd name="connsiteY6" fmla="*/ 0 h 1495425"/>
                  <a:gd name="connsiteX0" fmla="*/ 0 w 1476375"/>
                  <a:gd name="connsiteY0" fmla="*/ 0 h 1495425"/>
                  <a:gd name="connsiteX1" fmla="*/ 1152525 w 1476375"/>
                  <a:gd name="connsiteY1" fmla="*/ 76200 h 1495425"/>
                  <a:gd name="connsiteX2" fmla="*/ 1400175 w 1476375"/>
                  <a:gd name="connsiteY2" fmla="*/ 342900 h 1495425"/>
                  <a:gd name="connsiteX3" fmla="*/ 1476375 w 1476375"/>
                  <a:gd name="connsiteY3" fmla="*/ 1009650 h 1495425"/>
                  <a:gd name="connsiteX4" fmla="*/ 1276350 w 1476375"/>
                  <a:gd name="connsiteY4" fmla="*/ 1409700 h 1495425"/>
                  <a:gd name="connsiteX5" fmla="*/ 1152525 w 1476375"/>
                  <a:gd name="connsiteY5" fmla="*/ 1495425 h 1495425"/>
                  <a:gd name="connsiteX6" fmla="*/ 0 w 1476375"/>
                  <a:gd name="connsiteY6" fmla="*/ 0 h 1495425"/>
                  <a:gd name="connsiteX0" fmla="*/ 0 w 1476375"/>
                  <a:gd name="connsiteY0" fmla="*/ 87204 h 1582629"/>
                  <a:gd name="connsiteX1" fmla="*/ 771525 w 1476375"/>
                  <a:gd name="connsiteY1" fmla="*/ 1479 h 1582629"/>
                  <a:gd name="connsiteX2" fmla="*/ 1152525 w 1476375"/>
                  <a:gd name="connsiteY2" fmla="*/ 163404 h 1582629"/>
                  <a:gd name="connsiteX3" fmla="*/ 1400175 w 1476375"/>
                  <a:gd name="connsiteY3" fmla="*/ 430104 h 1582629"/>
                  <a:gd name="connsiteX4" fmla="*/ 1476375 w 1476375"/>
                  <a:gd name="connsiteY4" fmla="*/ 1096854 h 1582629"/>
                  <a:gd name="connsiteX5" fmla="*/ 1276350 w 1476375"/>
                  <a:gd name="connsiteY5" fmla="*/ 1496904 h 1582629"/>
                  <a:gd name="connsiteX6" fmla="*/ 1152525 w 1476375"/>
                  <a:gd name="connsiteY6" fmla="*/ 1582629 h 1582629"/>
                  <a:gd name="connsiteX7" fmla="*/ 0 w 1476375"/>
                  <a:gd name="connsiteY7" fmla="*/ 87204 h 1582629"/>
                  <a:gd name="connsiteX0" fmla="*/ 54378 w 1530753"/>
                  <a:gd name="connsiteY0" fmla="*/ 524221 h 2019646"/>
                  <a:gd name="connsiteX1" fmla="*/ 187728 w 1530753"/>
                  <a:gd name="connsiteY1" fmla="*/ 346 h 2019646"/>
                  <a:gd name="connsiteX2" fmla="*/ 825903 w 1530753"/>
                  <a:gd name="connsiteY2" fmla="*/ 438496 h 2019646"/>
                  <a:gd name="connsiteX3" fmla="*/ 1206903 w 1530753"/>
                  <a:gd name="connsiteY3" fmla="*/ 600421 h 2019646"/>
                  <a:gd name="connsiteX4" fmla="*/ 1454553 w 1530753"/>
                  <a:gd name="connsiteY4" fmla="*/ 867121 h 2019646"/>
                  <a:gd name="connsiteX5" fmla="*/ 1530753 w 1530753"/>
                  <a:gd name="connsiteY5" fmla="*/ 1533871 h 2019646"/>
                  <a:gd name="connsiteX6" fmla="*/ 1330728 w 1530753"/>
                  <a:gd name="connsiteY6" fmla="*/ 1933921 h 2019646"/>
                  <a:gd name="connsiteX7" fmla="*/ 1206903 w 1530753"/>
                  <a:gd name="connsiteY7" fmla="*/ 2019646 h 2019646"/>
                  <a:gd name="connsiteX8" fmla="*/ 54378 w 1530753"/>
                  <a:gd name="connsiteY8" fmla="*/ 524221 h 2019646"/>
                  <a:gd name="connsiteX0" fmla="*/ 45492 w 1521867"/>
                  <a:gd name="connsiteY0" fmla="*/ 524221 h 2019646"/>
                  <a:gd name="connsiteX1" fmla="*/ 178842 w 1521867"/>
                  <a:gd name="connsiteY1" fmla="*/ 346 h 2019646"/>
                  <a:gd name="connsiteX2" fmla="*/ 817017 w 1521867"/>
                  <a:gd name="connsiteY2" fmla="*/ 438496 h 2019646"/>
                  <a:gd name="connsiteX3" fmla="*/ 1198017 w 1521867"/>
                  <a:gd name="connsiteY3" fmla="*/ 600421 h 2019646"/>
                  <a:gd name="connsiteX4" fmla="*/ 1445667 w 1521867"/>
                  <a:gd name="connsiteY4" fmla="*/ 867121 h 2019646"/>
                  <a:gd name="connsiteX5" fmla="*/ 1521867 w 1521867"/>
                  <a:gd name="connsiteY5" fmla="*/ 1533871 h 2019646"/>
                  <a:gd name="connsiteX6" fmla="*/ 1321842 w 1521867"/>
                  <a:gd name="connsiteY6" fmla="*/ 1933921 h 2019646"/>
                  <a:gd name="connsiteX7" fmla="*/ 1198017 w 1521867"/>
                  <a:gd name="connsiteY7" fmla="*/ 2019646 h 2019646"/>
                  <a:gd name="connsiteX8" fmla="*/ 45492 w 1521867"/>
                  <a:gd name="connsiteY8" fmla="*/ 524221 h 2019646"/>
                  <a:gd name="connsiteX0" fmla="*/ 51944 w 1528319"/>
                  <a:gd name="connsiteY0" fmla="*/ 543257 h 2038682"/>
                  <a:gd name="connsiteX1" fmla="*/ 147194 w 1528319"/>
                  <a:gd name="connsiteY1" fmla="*/ 332 h 2038682"/>
                  <a:gd name="connsiteX2" fmla="*/ 823469 w 1528319"/>
                  <a:gd name="connsiteY2" fmla="*/ 457532 h 2038682"/>
                  <a:gd name="connsiteX3" fmla="*/ 1204469 w 1528319"/>
                  <a:gd name="connsiteY3" fmla="*/ 619457 h 2038682"/>
                  <a:gd name="connsiteX4" fmla="*/ 1452119 w 1528319"/>
                  <a:gd name="connsiteY4" fmla="*/ 886157 h 2038682"/>
                  <a:gd name="connsiteX5" fmla="*/ 1528319 w 1528319"/>
                  <a:gd name="connsiteY5" fmla="*/ 1552907 h 2038682"/>
                  <a:gd name="connsiteX6" fmla="*/ 1328294 w 1528319"/>
                  <a:gd name="connsiteY6" fmla="*/ 1952957 h 2038682"/>
                  <a:gd name="connsiteX7" fmla="*/ 1204469 w 1528319"/>
                  <a:gd name="connsiteY7" fmla="*/ 2038682 h 2038682"/>
                  <a:gd name="connsiteX8" fmla="*/ 51944 w 1528319"/>
                  <a:gd name="connsiteY8" fmla="*/ 543257 h 2038682"/>
                  <a:gd name="connsiteX0" fmla="*/ 51944 w 1528319"/>
                  <a:gd name="connsiteY0" fmla="*/ 543257 h 2038682"/>
                  <a:gd name="connsiteX1" fmla="*/ 147194 w 1528319"/>
                  <a:gd name="connsiteY1" fmla="*/ 332 h 2038682"/>
                  <a:gd name="connsiteX2" fmla="*/ 823469 w 1528319"/>
                  <a:gd name="connsiteY2" fmla="*/ 457532 h 2038682"/>
                  <a:gd name="connsiteX3" fmla="*/ 1204469 w 1528319"/>
                  <a:gd name="connsiteY3" fmla="*/ 619457 h 2038682"/>
                  <a:gd name="connsiteX4" fmla="*/ 1452119 w 1528319"/>
                  <a:gd name="connsiteY4" fmla="*/ 886157 h 2038682"/>
                  <a:gd name="connsiteX5" fmla="*/ 1528319 w 1528319"/>
                  <a:gd name="connsiteY5" fmla="*/ 1552907 h 2038682"/>
                  <a:gd name="connsiteX6" fmla="*/ 1328294 w 1528319"/>
                  <a:gd name="connsiteY6" fmla="*/ 1952957 h 2038682"/>
                  <a:gd name="connsiteX7" fmla="*/ 1204469 w 1528319"/>
                  <a:gd name="connsiteY7" fmla="*/ 2038682 h 2038682"/>
                  <a:gd name="connsiteX8" fmla="*/ 23369 w 1528319"/>
                  <a:gd name="connsiteY8" fmla="*/ 981407 h 2038682"/>
                  <a:gd name="connsiteX9" fmla="*/ 51944 w 1528319"/>
                  <a:gd name="connsiteY9" fmla="*/ 543257 h 2038682"/>
                  <a:gd name="connsiteX0" fmla="*/ 51944 w 1528319"/>
                  <a:gd name="connsiteY0" fmla="*/ 543257 h 2038682"/>
                  <a:gd name="connsiteX1" fmla="*/ 147194 w 1528319"/>
                  <a:gd name="connsiteY1" fmla="*/ 332 h 2038682"/>
                  <a:gd name="connsiteX2" fmla="*/ 823469 w 1528319"/>
                  <a:gd name="connsiteY2" fmla="*/ 457532 h 2038682"/>
                  <a:gd name="connsiteX3" fmla="*/ 1204469 w 1528319"/>
                  <a:gd name="connsiteY3" fmla="*/ 619457 h 2038682"/>
                  <a:gd name="connsiteX4" fmla="*/ 1452119 w 1528319"/>
                  <a:gd name="connsiteY4" fmla="*/ 886157 h 2038682"/>
                  <a:gd name="connsiteX5" fmla="*/ 1528319 w 1528319"/>
                  <a:gd name="connsiteY5" fmla="*/ 1552907 h 2038682"/>
                  <a:gd name="connsiteX6" fmla="*/ 1328294 w 1528319"/>
                  <a:gd name="connsiteY6" fmla="*/ 1952957 h 2038682"/>
                  <a:gd name="connsiteX7" fmla="*/ 1204469 w 1528319"/>
                  <a:gd name="connsiteY7" fmla="*/ 2038682 h 2038682"/>
                  <a:gd name="connsiteX8" fmla="*/ 166244 w 1528319"/>
                  <a:gd name="connsiteY8" fmla="*/ 1333832 h 2038682"/>
                  <a:gd name="connsiteX9" fmla="*/ 23369 w 1528319"/>
                  <a:gd name="connsiteY9" fmla="*/ 981407 h 2038682"/>
                  <a:gd name="connsiteX10" fmla="*/ 51944 w 1528319"/>
                  <a:gd name="connsiteY10" fmla="*/ 543257 h 2038682"/>
                  <a:gd name="connsiteX0" fmla="*/ 51944 w 1528319"/>
                  <a:gd name="connsiteY0" fmla="*/ 543257 h 2038682"/>
                  <a:gd name="connsiteX1" fmla="*/ 147194 w 1528319"/>
                  <a:gd name="connsiteY1" fmla="*/ 332 h 2038682"/>
                  <a:gd name="connsiteX2" fmla="*/ 823469 w 1528319"/>
                  <a:gd name="connsiteY2" fmla="*/ 457532 h 2038682"/>
                  <a:gd name="connsiteX3" fmla="*/ 1204469 w 1528319"/>
                  <a:gd name="connsiteY3" fmla="*/ 619457 h 2038682"/>
                  <a:gd name="connsiteX4" fmla="*/ 1452119 w 1528319"/>
                  <a:gd name="connsiteY4" fmla="*/ 886157 h 2038682"/>
                  <a:gd name="connsiteX5" fmla="*/ 1528319 w 1528319"/>
                  <a:gd name="connsiteY5" fmla="*/ 1552907 h 2038682"/>
                  <a:gd name="connsiteX6" fmla="*/ 1328294 w 1528319"/>
                  <a:gd name="connsiteY6" fmla="*/ 1952957 h 2038682"/>
                  <a:gd name="connsiteX7" fmla="*/ 1204469 w 1528319"/>
                  <a:gd name="connsiteY7" fmla="*/ 2038682 h 2038682"/>
                  <a:gd name="connsiteX8" fmla="*/ 394844 w 1528319"/>
                  <a:gd name="connsiteY8" fmla="*/ 1648157 h 2038682"/>
                  <a:gd name="connsiteX9" fmla="*/ 166244 w 1528319"/>
                  <a:gd name="connsiteY9" fmla="*/ 1333832 h 2038682"/>
                  <a:gd name="connsiteX10" fmla="*/ 23369 w 1528319"/>
                  <a:gd name="connsiteY10" fmla="*/ 981407 h 2038682"/>
                  <a:gd name="connsiteX11" fmla="*/ 51944 w 1528319"/>
                  <a:gd name="connsiteY11" fmla="*/ 543257 h 2038682"/>
                  <a:gd name="connsiteX0" fmla="*/ 51944 w 1528319"/>
                  <a:gd name="connsiteY0" fmla="*/ 543257 h 2038682"/>
                  <a:gd name="connsiteX1" fmla="*/ 147194 w 1528319"/>
                  <a:gd name="connsiteY1" fmla="*/ 332 h 2038682"/>
                  <a:gd name="connsiteX2" fmla="*/ 823469 w 1528319"/>
                  <a:gd name="connsiteY2" fmla="*/ 457532 h 2038682"/>
                  <a:gd name="connsiteX3" fmla="*/ 1204469 w 1528319"/>
                  <a:gd name="connsiteY3" fmla="*/ 619457 h 2038682"/>
                  <a:gd name="connsiteX4" fmla="*/ 1452119 w 1528319"/>
                  <a:gd name="connsiteY4" fmla="*/ 886157 h 2038682"/>
                  <a:gd name="connsiteX5" fmla="*/ 1528319 w 1528319"/>
                  <a:gd name="connsiteY5" fmla="*/ 1552907 h 2038682"/>
                  <a:gd name="connsiteX6" fmla="*/ 1328294 w 1528319"/>
                  <a:gd name="connsiteY6" fmla="*/ 1952957 h 2038682"/>
                  <a:gd name="connsiteX7" fmla="*/ 1204469 w 1528319"/>
                  <a:gd name="connsiteY7" fmla="*/ 2038682 h 2038682"/>
                  <a:gd name="connsiteX8" fmla="*/ 394844 w 1528319"/>
                  <a:gd name="connsiteY8" fmla="*/ 1648157 h 2038682"/>
                  <a:gd name="connsiteX9" fmla="*/ 166244 w 1528319"/>
                  <a:gd name="connsiteY9" fmla="*/ 1333832 h 2038682"/>
                  <a:gd name="connsiteX10" fmla="*/ 23369 w 1528319"/>
                  <a:gd name="connsiteY10" fmla="*/ 981407 h 2038682"/>
                  <a:gd name="connsiteX11" fmla="*/ 51944 w 1528319"/>
                  <a:gd name="connsiteY11" fmla="*/ 543257 h 2038682"/>
                  <a:gd name="connsiteX0" fmla="*/ 51944 w 1528319"/>
                  <a:gd name="connsiteY0" fmla="*/ 543257 h 2038682"/>
                  <a:gd name="connsiteX1" fmla="*/ 147194 w 1528319"/>
                  <a:gd name="connsiteY1" fmla="*/ 332 h 2038682"/>
                  <a:gd name="connsiteX2" fmla="*/ 823469 w 1528319"/>
                  <a:gd name="connsiteY2" fmla="*/ 457532 h 2038682"/>
                  <a:gd name="connsiteX3" fmla="*/ 1204469 w 1528319"/>
                  <a:gd name="connsiteY3" fmla="*/ 619457 h 2038682"/>
                  <a:gd name="connsiteX4" fmla="*/ 1452119 w 1528319"/>
                  <a:gd name="connsiteY4" fmla="*/ 886157 h 2038682"/>
                  <a:gd name="connsiteX5" fmla="*/ 1528319 w 1528319"/>
                  <a:gd name="connsiteY5" fmla="*/ 1552907 h 2038682"/>
                  <a:gd name="connsiteX6" fmla="*/ 1328294 w 1528319"/>
                  <a:gd name="connsiteY6" fmla="*/ 1952957 h 2038682"/>
                  <a:gd name="connsiteX7" fmla="*/ 1204469 w 1528319"/>
                  <a:gd name="connsiteY7" fmla="*/ 2038682 h 2038682"/>
                  <a:gd name="connsiteX8" fmla="*/ 394844 w 1528319"/>
                  <a:gd name="connsiteY8" fmla="*/ 1648157 h 2038682"/>
                  <a:gd name="connsiteX9" fmla="*/ 166244 w 1528319"/>
                  <a:gd name="connsiteY9" fmla="*/ 1333832 h 2038682"/>
                  <a:gd name="connsiteX10" fmla="*/ 23369 w 1528319"/>
                  <a:gd name="connsiteY10" fmla="*/ 981407 h 2038682"/>
                  <a:gd name="connsiteX11" fmla="*/ 51944 w 1528319"/>
                  <a:gd name="connsiteY11" fmla="*/ 543257 h 2038682"/>
                  <a:gd name="connsiteX0" fmla="*/ 51944 w 1528319"/>
                  <a:gd name="connsiteY0" fmla="*/ 543257 h 2038682"/>
                  <a:gd name="connsiteX1" fmla="*/ 147194 w 1528319"/>
                  <a:gd name="connsiteY1" fmla="*/ 332 h 2038682"/>
                  <a:gd name="connsiteX2" fmla="*/ 823469 w 1528319"/>
                  <a:gd name="connsiteY2" fmla="*/ 457532 h 2038682"/>
                  <a:gd name="connsiteX3" fmla="*/ 1204469 w 1528319"/>
                  <a:gd name="connsiteY3" fmla="*/ 619457 h 2038682"/>
                  <a:gd name="connsiteX4" fmla="*/ 1452119 w 1528319"/>
                  <a:gd name="connsiteY4" fmla="*/ 886157 h 2038682"/>
                  <a:gd name="connsiteX5" fmla="*/ 1528319 w 1528319"/>
                  <a:gd name="connsiteY5" fmla="*/ 1552907 h 2038682"/>
                  <a:gd name="connsiteX6" fmla="*/ 1328294 w 1528319"/>
                  <a:gd name="connsiteY6" fmla="*/ 1952957 h 2038682"/>
                  <a:gd name="connsiteX7" fmla="*/ 1204469 w 1528319"/>
                  <a:gd name="connsiteY7" fmla="*/ 2038682 h 2038682"/>
                  <a:gd name="connsiteX8" fmla="*/ 394844 w 1528319"/>
                  <a:gd name="connsiteY8" fmla="*/ 1648157 h 2038682"/>
                  <a:gd name="connsiteX9" fmla="*/ 166244 w 1528319"/>
                  <a:gd name="connsiteY9" fmla="*/ 1333832 h 2038682"/>
                  <a:gd name="connsiteX10" fmla="*/ 23369 w 1528319"/>
                  <a:gd name="connsiteY10" fmla="*/ 981407 h 2038682"/>
                  <a:gd name="connsiteX11" fmla="*/ 51944 w 1528319"/>
                  <a:gd name="connsiteY11" fmla="*/ 543257 h 2038682"/>
                  <a:gd name="connsiteX0" fmla="*/ 66239 w 1542614"/>
                  <a:gd name="connsiteY0" fmla="*/ 543257 h 2038682"/>
                  <a:gd name="connsiteX1" fmla="*/ 161489 w 1542614"/>
                  <a:gd name="connsiteY1" fmla="*/ 332 h 2038682"/>
                  <a:gd name="connsiteX2" fmla="*/ 837764 w 1542614"/>
                  <a:gd name="connsiteY2" fmla="*/ 457532 h 2038682"/>
                  <a:gd name="connsiteX3" fmla="*/ 1218764 w 1542614"/>
                  <a:gd name="connsiteY3" fmla="*/ 619457 h 2038682"/>
                  <a:gd name="connsiteX4" fmla="*/ 1466414 w 1542614"/>
                  <a:gd name="connsiteY4" fmla="*/ 886157 h 2038682"/>
                  <a:gd name="connsiteX5" fmla="*/ 1542614 w 1542614"/>
                  <a:gd name="connsiteY5" fmla="*/ 1552907 h 2038682"/>
                  <a:gd name="connsiteX6" fmla="*/ 1342589 w 1542614"/>
                  <a:gd name="connsiteY6" fmla="*/ 1952957 h 2038682"/>
                  <a:gd name="connsiteX7" fmla="*/ 1218764 w 1542614"/>
                  <a:gd name="connsiteY7" fmla="*/ 2038682 h 2038682"/>
                  <a:gd name="connsiteX8" fmla="*/ 409139 w 1542614"/>
                  <a:gd name="connsiteY8" fmla="*/ 1648157 h 2038682"/>
                  <a:gd name="connsiteX9" fmla="*/ 180539 w 1542614"/>
                  <a:gd name="connsiteY9" fmla="*/ 1333832 h 2038682"/>
                  <a:gd name="connsiteX10" fmla="*/ 37664 w 1542614"/>
                  <a:gd name="connsiteY10" fmla="*/ 981407 h 2038682"/>
                  <a:gd name="connsiteX11" fmla="*/ 66239 w 1542614"/>
                  <a:gd name="connsiteY11" fmla="*/ 543257 h 2038682"/>
                  <a:gd name="connsiteX0" fmla="*/ 66239 w 1542614"/>
                  <a:gd name="connsiteY0" fmla="*/ 543257 h 2038682"/>
                  <a:gd name="connsiteX1" fmla="*/ 161489 w 1542614"/>
                  <a:gd name="connsiteY1" fmla="*/ 332 h 2038682"/>
                  <a:gd name="connsiteX2" fmla="*/ 837764 w 1542614"/>
                  <a:gd name="connsiteY2" fmla="*/ 457532 h 2038682"/>
                  <a:gd name="connsiteX3" fmla="*/ 1218764 w 1542614"/>
                  <a:gd name="connsiteY3" fmla="*/ 619457 h 2038682"/>
                  <a:gd name="connsiteX4" fmla="*/ 1466414 w 1542614"/>
                  <a:gd name="connsiteY4" fmla="*/ 886157 h 2038682"/>
                  <a:gd name="connsiteX5" fmla="*/ 1542614 w 1542614"/>
                  <a:gd name="connsiteY5" fmla="*/ 1552907 h 2038682"/>
                  <a:gd name="connsiteX6" fmla="*/ 1342589 w 1542614"/>
                  <a:gd name="connsiteY6" fmla="*/ 1952957 h 2038682"/>
                  <a:gd name="connsiteX7" fmla="*/ 1218764 w 1542614"/>
                  <a:gd name="connsiteY7" fmla="*/ 2038682 h 2038682"/>
                  <a:gd name="connsiteX8" fmla="*/ 409139 w 1542614"/>
                  <a:gd name="connsiteY8" fmla="*/ 1648157 h 2038682"/>
                  <a:gd name="connsiteX9" fmla="*/ 180539 w 1542614"/>
                  <a:gd name="connsiteY9" fmla="*/ 1333832 h 2038682"/>
                  <a:gd name="connsiteX10" fmla="*/ 37664 w 1542614"/>
                  <a:gd name="connsiteY10" fmla="*/ 981407 h 2038682"/>
                  <a:gd name="connsiteX11" fmla="*/ 66239 w 1542614"/>
                  <a:gd name="connsiteY11" fmla="*/ 543257 h 2038682"/>
                  <a:gd name="connsiteX0" fmla="*/ 66239 w 1542614"/>
                  <a:gd name="connsiteY0" fmla="*/ 543257 h 2038682"/>
                  <a:gd name="connsiteX1" fmla="*/ 161489 w 1542614"/>
                  <a:gd name="connsiteY1" fmla="*/ 332 h 2038682"/>
                  <a:gd name="connsiteX2" fmla="*/ 837764 w 1542614"/>
                  <a:gd name="connsiteY2" fmla="*/ 457532 h 2038682"/>
                  <a:gd name="connsiteX3" fmla="*/ 1218764 w 1542614"/>
                  <a:gd name="connsiteY3" fmla="*/ 619457 h 2038682"/>
                  <a:gd name="connsiteX4" fmla="*/ 1466414 w 1542614"/>
                  <a:gd name="connsiteY4" fmla="*/ 886157 h 2038682"/>
                  <a:gd name="connsiteX5" fmla="*/ 1542614 w 1542614"/>
                  <a:gd name="connsiteY5" fmla="*/ 1552907 h 2038682"/>
                  <a:gd name="connsiteX6" fmla="*/ 1342589 w 1542614"/>
                  <a:gd name="connsiteY6" fmla="*/ 1952957 h 2038682"/>
                  <a:gd name="connsiteX7" fmla="*/ 1218764 w 1542614"/>
                  <a:gd name="connsiteY7" fmla="*/ 2038682 h 2038682"/>
                  <a:gd name="connsiteX8" fmla="*/ 409139 w 1542614"/>
                  <a:gd name="connsiteY8" fmla="*/ 1648157 h 2038682"/>
                  <a:gd name="connsiteX9" fmla="*/ 180539 w 1542614"/>
                  <a:gd name="connsiteY9" fmla="*/ 1333832 h 2038682"/>
                  <a:gd name="connsiteX10" fmla="*/ 37664 w 1542614"/>
                  <a:gd name="connsiteY10" fmla="*/ 981407 h 2038682"/>
                  <a:gd name="connsiteX11" fmla="*/ 66239 w 1542614"/>
                  <a:gd name="connsiteY11" fmla="*/ 543257 h 2038682"/>
                  <a:gd name="connsiteX0" fmla="*/ 66239 w 1542614"/>
                  <a:gd name="connsiteY0" fmla="*/ 543257 h 2038682"/>
                  <a:gd name="connsiteX1" fmla="*/ 161489 w 1542614"/>
                  <a:gd name="connsiteY1" fmla="*/ 332 h 2038682"/>
                  <a:gd name="connsiteX2" fmla="*/ 837764 w 1542614"/>
                  <a:gd name="connsiteY2" fmla="*/ 457532 h 2038682"/>
                  <a:gd name="connsiteX3" fmla="*/ 1218764 w 1542614"/>
                  <a:gd name="connsiteY3" fmla="*/ 619457 h 2038682"/>
                  <a:gd name="connsiteX4" fmla="*/ 1466414 w 1542614"/>
                  <a:gd name="connsiteY4" fmla="*/ 886157 h 2038682"/>
                  <a:gd name="connsiteX5" fmla="*/ 1542614 w 1542614"/>
                  <a:gd name="connsiteY5" fmla="*/ 1552907 h 2038682"/>
                  <a:gd name="connsiteX6" fmla="*/ 1342589 w 1542614"/>
                  <a:gd name="connsiteY6" fmla="*/ 1952957 h 2038682"/>
                  <a:gd name="connsiteX7" fmla="*/ 1218764 w 1542614"/>
                  <a:gd name="connsiteY7" fmla="*/ 2038682 h 2038682"/>
                  <a:gd name="connsiteX8" fmla="*/ 409139 w 1542614"/>
                  <a:gd name="connsiteY8" fmla="*/ 1648157 h 2038682"/>
                  <a:gd name="connsiteX9" fmla="*/ 180539 w 1542614"/>
                  <a:gd name="connsiteY9" fmla="*/ 1333832 h 2038682"/>
                  <a:gd name="connsiteX10" fmla="*/ 37664 w 1542614"/>
                  <a:gd name="connsiteY10" fmla="*/ 981407 h 2038682"/>
                  <a:gd name="connsiteX11" fmla="*/ 66239 w 1542614"/>
                  <a:gd name="connsiteY11" fmla="*/ 543257 h 2038682"/>
                  <a:gd name="connsiteX0" fmla="*/ 66239 w 1542614"/>
                  <a:gd name="connsiteY0" fmla="*/ 543257 h 2038682"/>
                  <a:gd name="connsiteX1" fmla="*/ 161489 w 1542614"/>
                  <a:gd name="connsiteY1" fmla="*/ 332 h 2038682"/>
                  <a:gd name="connsiteX2" fmla="*/ 837764 w 1542614"/>
                  <a:gd name="connsiteY2" fmla="*/ 457532 h 2038682"/>
                  <a:gd name="connsiteX3" fmla="*/ 1218764 w 1542614"/>
                  <a:gd name="connsiteY3" fmla="*/ 619457 h 2038682"/>
                  <a:gd name="connsiteX4" fmla="*/ 1466414 w 1542614"/>
                  <a:gd name="connsiteY4" fmla="*/ 886157 h 2038682"/>
                  <a:gd name="connsiteX5" fmla="*/ 1542614 w 1542614"/>
                  <a:gd name="connsiteY5" fmla="*/ 1552907 h 2038682"/>
                  <a:gd name="connsiteX6" fmla="*/ 1342589 w 1542614"/>
                  <a:gd name="connsiteY6" fmla="*/ 1952957 h 2038682"/>
                  <a:gd name="connsiteX7" fmla="*/ 1218764 w 1542614"/>
                  <a:gd name="connsiteY7" fmla="*/ 2038682 h 2038682"/>
                  <a:gd name="connsiteX8" fmla="*/ 409139 w 1542614"/>
                  <a:gd name="connsiteY8" fmla="*/ 1648157 h 2038682"/>
                  <a:gd name="connsiteX9" fmla="*/ 180539 w 1542614"/>
                  <a:gd name="connsiteY9" fmla="*/ 1333832 h 2038682"/>
                  <a:gd name="connsiteX10" fmla="*/ 37664 w 1542614"/>
                  <a:gd name="connsiteY10" fmla="*/ 981407 h 2038682"/>
                  <a:gd name="connsiteX11" fmla="*/ 66239 w 1542614"/>
                  <a:gd name="connsiteY11" fmla="*/ 543257 h 2038682"/>
                  <a:gd name="connsiteX0" fmla="*/ 66239 w 1625679"/>
                  <a:gd name="connsiteY0" fmla="*/ 543257 h 2038682"/>
                  <a:gd name="connsiteX1" fmla="*/ 161489 w 1625679"/>
                  <a:gd name="connsiteY1" fmla="*/ 332 h 2038682"/>
                  <a:gd name="connsiteX2" fmla="*/ 837764 w 1625679"/>
                  <a:gd name="connsiteY2" fmla="*/ 457532 h 2038682"/>
                  <a:gd name="connsiteX3" fmla="*/ 1218764 w 1625679"/>
                  <a:gd name="connsiteY3" fmla="*/ 619457 h 2038682"/>
                  <a:gd name="connsiteX4" fmla="*/ 1466414 w 1625679"/>
                  <a:gd name="connsiteY4" fmla="*/ 886157 h 2038682"/>
                  <a:gd name="connsiteX5" fmla="*/ 1542614 w 1625679"/>
                  <a:gd name="connsiteY5" fmla="*/ 1552907 h 2038682"/>
                  <a:gd name="connsiteX6" fmla="*/ 1342589 w 1625679"/>
                  <a:gd name="connsiteY6" fmla="*/ 1952957 h 2038682"/>
                  <a:gd name="connsiteX7" fmla="*/ 1218764 w 1625679"/>
                  <a:gd name="connsiteY7" fmla="*/ 2038682 h 2038682"/>
                  <a:gd name="connsiteX8" fmla="*/ 409139 w 1625679"/>
                  <a:gd name="connsiteY8" fmla="*/ 1648157 h 2038682"/>
                  <a:gd name="connsiteX9" fmla="*/ 180539 w 1625679"/>
                  <a:gd name="connsiteY9" fmla="*/ 1333832 h 2038682"/>
                  <a:gd name="connsiteX10" fmla="*/ 37664 w 1625679"/>
                  <a:gd name="connsiteY10" fmla="*/ 981407 h 2038682"/>
                  <a:gd name="connsiteX11" fmla="*/ 66239 w 1625679"/>
                  <a:gd name="connsiteY11" fmla="*/ 543257 h 2038682"/>
                  <a:gd name="connsiteX0" fmla="*/ 66239 w 1625679"/>
                  <a:gd name="connsiteY0" fmla="*/ 543257 h 2038682"/>
                  <a:gd name="connsiteX1" fmla="*/ 161489 w 1625679"/>
                  <a:gd name="connsiteY1" fmla="*/ 332 h 2038682"/>
                  <a:gd name="connsiteX2" fmla="*/ 837764 w 1625679"/>
                  <a:gd name="connsiteY2" fmla="*/ 457532 h 2038682"/>
                  <a:gd name="connsiteX3" fmla="*/ 1218764 w 1625679"/>
                  <a:gd name="connsiteY3" fmla="*/ 619457 h 2038682"/>
                  <a:gd name="connsiteX4" fmla="*/ 1466414 w 1625679"/>
                  <a:gd name="connsiteY4" fmla="*/ 886157 h 2038682"/>
                  <a:gd name="connsiteX5" fmla="*/ 1542614 w 1625679"/>
                  <a:gd name="connsiteY5" fmla="*/ 1552907 h 2038682"/>
                  <a:gd name="connsiteX6" fmla="*/ 1342589 w 1625679"/>
                  <a:gd name="connsiteY6" fmla="*/ 1952957 h 2038682"/>
                  <a:gd name="connsiteX7" fmla="*/ 1218764 w 1625679"/>
                  <a:gd name="connsiteY7" fmla="*/ 2038682 h 2038682"/>
                  <a:gd name="connsiteX8" fmla="*/ 409139 w 1625679"/>
                  <a:gd name="connsiteY8" fmla="*/ 1648157 h 2038682"/>
                  <a:gd name="connsiteX9" fmla="*/ 180539 w 1625679"/>
                  <a:gd name="connsiteY9" fmla="*/ 1333832 h 2038682"/>
                  <a:gd name="connsiteX10" fmla="*/ 37664 w 1625679"/>
                  <a:gd name="connsiteY10" fmla="*/ 981407 h 2038682"/>
                  <a:gd name="connsiteX11" fmla="*/ 66239 w 1625679"/>
                  <a:gd name="connsiteY11" fmla="*/ 543257 h 20386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625679" h="2038682">
                    <a:moveTo>
                      <a:pt x="66239" y="543257"/>
                    </a:moveTo>
                    <a:cubicBezTo>
                      <a:pt x="37664" y="352757"/>
                      <a:pt x="90052" y="262270"/>
                      <a:pt x="161489" y="332"/>
                    </a:cubicBezTo>
                    <a:cubicBezTo>
                      <a:pt x="290077" y="-13955"/>
                      <a:pt x="704414" y="436895"/>
                      <a:pt x="837764" y="457532"/>
                    </a:cubicBezTo>
                    <a:cubicBezTo>
                      <a:pt x="964764" y="511507"/>
                      <a:pt x="1110814" y="498807"/>
                      <a:pt x="1218764" y="619457"/>
                    </a:cubicBezTo>
                    <a:cubicBezTo>
                      <a:pt x="1421964" y="703595"/>
                      <a:pt x="1385452" y="717882"/>
                      <a:pt x="1466414" y="886157"/>
                    </a:cubicBezTo>
                    <a:cubicBezTo>
                      <a:pt x="1547376" y="1054432"/>
                      <a:pt x="1733114" y="1383044"/>
                      <a:pt x="1542614" y="1552907"/>
                    </a:cubicBezTo>
                    <a:cubicBezTo>
                      <a:pt x="1561664" y="1829132"/>
                      <a:pt x="1409264" y="1819607"/>
                      <a:pt x="1342589" y="1952957"/>
                    </a:cubicBezTo>
                    <a:lnTo>
                      <a:pt x="1218764" y="2038682"/>
                    </a:lnTo>
                    <a:cubicBezTo>
                      <a:pt x="1079064" y="1976770"/>
                      <a:pt x="601227" y="2013282"/>
                      <a:pt x="409139" y="1648157"/>
                    </a:cubicBezTo>
                    <a:cubicBezTo>
                      <a:pt x="236102" y="1530682"/>
                      <a:pt x="248802" y="1500520"/>
                      <a:pt x="180539" y="1333832"/>
                    </a:cubicBezTo>
                    <a:cubicBezTo>
                      <a:pt x="102752" y="1233820"/>
                      <a:pt x="10676" y="1108407"/>
                      <a:pt x="37664" y="981407"/>
                    </a:cubicBezTo>
                    <a:cubicBezTo>
                      <a:pt x="-57586" y="702007"/>
                      <a:pt x="56714" y="689307"/>
                      <a:pt x="66239" y="543257"/>
                    </a:cubicBezTo>
                    <a:close/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4" name="Rectangle 21">
                <a:extLst>
                  <a:ext uri="{FF2B5EF4-FFF2-40B4-BE49-F238E27FC236}">
                    <a16:creationId xmlns:a16="http://schemas.microsoft.com/office/drawing/2014/main" id="{E7A68DDC-E55C-9766-A08B-63D1E29848B4}"/>
                  </a:ext>
                </a:extLst>
              </p:cNvPr>
              <p:cNvSpPr/>
              <p:nvPr/>
            </p:nvSpPr>
            <p:spPr>
              <a:xfrm rot="2339417">
                <a:off x="4240894" y="3732437"/>
                <a:ext cx="263754" cy="499192"/>
              </a:xfrm>
              <a:custGeom>
                <a:avLst/>
                <a:gdLst>
                  <a:gd name="connsiteX0" fmla="*/ 0 w 247650"/>
                  <a:gd name="connsiteY0" fmla="*/ 0 h 381000"/>
                  <a:gd name="connsiteX1" fmla="*/ 247650 w 247650"/>
                  <a:gd name="connsiteY1" fmla="*/ 0 h 381000"/>
                  <a:gd name="connsiteX2" fmla="*/ 247650 w 247650"/>
                  <a:gd name="connsiteY2" fmla="*/ 381000 h 381000"/>
                  <a:gd name="connsiteX3" fmla="*/ 0 w 247650"/>
                  <a:gd name="connsiteY3" fmla="*/ 381000 h 381000"/>
                  <a:gd name="connsiteX4" fmla="*/ 0 w 247650"/>
                  <a:gd name="connsiteY4" fmla="*/ 0 h 381000"/>
                  <a:gd name="connsiteX0" fmla="*/ 304800 w 552450"/>
                  <a:gd name="connsiteY0" fmla="*/ 0 h 381000"/>
                  <a:gd name="connsiteX1" fmla="*/ 552450 w 552450"/>
                  <a:gd name="connsiteY1" fmla="*/ 0 h 381000"/>
                  <a:gd name="connsiteX2" fmla="*/ 552450 w 552450"/>
                  <a:gd name="connsiteY2" fmla="*/ 381000 h 381000"/>
                  <a:gd name="connsiteX3" fmla="*/ 0 w 552450"/>
                  <a:gd name="connsiteY3" fmla="*/ 352425 h 381000"/>
                  <a:gd name="connsiteX4" fmla="*/ 304800 w 552450"/>
                  <a:gd name="connsiteY4" fmla="*/ 0 h 381000"/>
                  <a:gd name="connsiteX0" fmla="*/ 304800 w 552450"/>
                  <a:gd name="connsiteY0" fmla="*/ 0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4" fmla="*/ 304800 w 552450"/>
                  <a:gd name="connsiteY4" fmla="*/ 0 h 485775"/>
                  <a:gd name="connsiteX0" fmla="*/ 0 w 552450"/>
                  <a:gd name="connsiteY0" fmla="*/ 352425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0" fmla="*/ 0 w 2028825"/>
                  <a:gd name="connsiteY0" fmla="*/ 1895475 h 2028825"/>
                  <a:gd name="connsiteX1" fmla="*/ 2028825 w 2028825"/>
                  <a:gd name="connsiteY1" fmla="*/ 0 h 2028825"/>
                  <a:gd name="connsiteX2" fmla="*/ 428625 w 2028825"/>
                  <a:gd name="connsiteY2" fmla="*/ 2028825 h 2028825"/>
                  <a:gd name="connsiteX3" fmla="*/ 0 w 2028825"/>
                  <a:gd name="connsiteY3" fmla="*/ 1895475 h 2028825"/>
                  <a:gd name="connsiteX0" fmla="*/ 1066800 w 1495425"/>
                  <a:gd name="connsiteY0" fmla="*/ 25527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1066800 w 1495425"/>
                  <a:gd name="connsiteY3" fmla="*/ 2552700 h 2686050"/>
                  <a:gd name="connsiteX0" fmla="*/ 847725 w 1495425"/>
                  <a:gd name="connsiteY0" fmla="*/ 24384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847725 w 1495425"/>
                  <a:gd name="connsiteY3" fmla="*/ 2438400 h 2686050"/>
                  <a:gd name="connsiteX0" fmla="*/ 847725 w 1228725"/>
                  <a:gd name="connsiteY0" fmla="*/ 243840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47725 w 1228725"/>
                  <a:gd name="connsiteY3" fmla="*/ 243840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8725" h="2543175">
                    <a:moveTo>
                      <a:pt x="876300" y="2428875"/>
                    </a:moveTo>
                    <a:cubicBezTo>
                      <a:pt x="1222375" y="1581150"/>
                      <a:pt x="292100" y="809625"/>
                      <a:pt x="0" y="0"/>
                    </a:cubicBezTo>
                    <a:cubicBezTo>
                      <a:pt x="409575" y="847725"/>
                      <a:pt x="1219200" y="1390650"/>
                      <a:pt x="1228725" y="2543175"/>
                    </a:cubicBezTo>
                    <a:lnTo>
                      <a:pt x="876300" y="2428875"/>
                    </a:lnTo>
                    <a:close/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Rectangle 21">
                <a:extLst>
                  <a:ext uri="{FF2B5EF4-FFF2-40B4-BE49-F238E27FC236}">
                    <a16:creationId xmlns:a16="http://schemas.microsoft.com/office/drawing/2014/main" id="{B27EEB1C-439E-3E34-CA9A-86F9E2985802}"/>
                  </a:ext>
                </a:extLst>
              </p:cNvPr>
              <p:cNvSpPr/>
              <p:nvPr/>
            </p:nvSpPr>
            <p:spPr>
              <a:xfrm rot="16200000" flipH="1">
                <a:off x="3974990" y="3981478"/>
                <a:ext cx="263754" cy="499192"/>
              </a:xfrm>
              <a:custGeom>
                <a:avLst/>
                <a:gdLst>
                  <a:gd name="connsiteX0" fmla="*/ 0 w 247650"/>
                  <a:gd name="connsiteY0" fmla="*/ 0 h 381000"/>
                  <a:gd name="connsiteX1" fmla="*/ 247650 w 247650"/>
                  <a:gd name="connsiteY1" fmla="*/ 0 h 381000"/>
                  <a:gd name="connsiteX2" fmla="*/ 247650 w 247650"/>
                  <a:gd name="connsiteY2" fmla="*/ 381000 h 381000"/>
                  <a:gd name="connsiteX3" fmla="*/ 0 w 247650"/>
                  <a:gd name="connsiteY3" fmla="*/ 381000 h 381000"/>
                  <a:gd name="connsiteX4" fmla="*/ 0 w 247650"/>
                  <a:gd name="connsiteY4" fmla="*/ 0 h 381000"/>
                  <a:gd name="connsiteX0" fmla="*/ 304800 w 552450"/>
                  <a:gd name="connsiteY0" fmla="*/ 0 h 381000"/>
                  <a:gd name="connsiteX1" fmla="*/ 552450 w 552450"/>
                  <a:gd name="connsiteY1" fmla="*/ 0 h 381000"/>
                  <a:gd name="connsiteX2" fmla="*/ 552450 w 552450"/>
                  <a:gd name="connsiteY2" fmla="*/ 381000 h 381000"/>
                  <a:gd name="connsiteX3" fmla="*/ 0 w 552450"/>
                  <a:gd name="connsiteY3" fmla="*/ 352425 h 381000"/>
                  <a:gd name="connsiteX4" fmla="*/ 304800 w 552450"/>
                  <a:gd name="connsiteY4" fmla="*/ 0 h 381000"/>
                  <a:gd name="connsiteX0" fmla="*/ 304800 w 552450"/>
                  <a:gd name="connsiteY0" fmla="*/ 0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4" fmla="*/ 304800 w 552450"/>
                  <a:gd name="connsiteY4" fmla="*/ 0 h 485775"/>
                  <a:gd name="connsiteX0" fmla="*/ 0 w 552450"/>
                  <a:gd name="connsiteY0" fmla="*/ 352425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0" fmla="*/ 0 w 2028825"/>
                  <a:gd name="connsiteY0" fmla="*/ 1895475 h 2028825"/>
                  <a:gd name="connsiteX1" fmla="*/ 2028825 w 2028825"/>
                  <a:gd name="connsiteY1" fmla="*/ 0 h 2028825"/>
                  <a:gd name="connsiteX2" fmla="*/ 428625 w 2028825"/>
                  <a:gd name="connsiteY2" fmla="*/ 2028825 h 2028825"/>
                  <a:gd name="connsiteX3" fmla="*/ 0 w 2028825"/>
                  <a:gd name="connsiteY3" fmla="*/ 1895475 h 2028825"/>
                  <a:gd name="connsiteX0" fmla="*/ 1066800 w 1495425"/>
                  <a:gd name="connsiteY0" fmla="*/ 25527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1066800 w 1495425"/>
                  <a:gd name="connsiteY3" fmla="*/ 2552700 h 2686050"/>
                  <a:gd name="connsiteX0" fmla="*/ 847725 w 1495425"/>
                  <a:gd name="connsiteY0" fmla="*/ 24384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847725 w 1495425"/>
                  <a:gd name="connsiteY3" fmla="*/ 2438400 h 2686050"/>
                  <a:gd name="connsiteX0" fmla="*/ 847725 w 1228725"/>
                  <a:gd name="connsiteY0" fmla="*/ 243840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47725 w 1228725"/>
                  <a:gd name="connsiteY3" fmla="*/ 243840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8725" h="2543175">
                    <a:moveTo>
                      <a:pt x="876300" y="2428875"/>
                    </a:moveTo>
                    <a:cubicBezTo>
                      <a:pt x="1222375" y="1581150"/>
                      <a:pt x="292100" y="809625"/>
                      <a:pt x="0" y="0"/>
                    </a:cubicBezTo>
                    <a:cubicBezTo>
                      <a:pt x="409575" y="847725"/>
                      <a:pt x="1219200" y="1390650"/>
                      <a:pt x="1228725" y="2543175"/>
                    </a:cubicBezTo>
                    <a:lnTo>
                      <a:pt x="876300" y="2428875"/>
                    </a:lnTo>
                    <a:close/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ctangle 21">
                <a:extLst>
                  <a:ext uri="{FF2B5EF4-FFF2-40B4-BE49-F238E27FC236}">
                    <a16:creationId xmlns:a16="http://schemas.microsoft.com/office/drawing/2014/main" id="{95288385-7468-650D-0D2A-8353C4BD8D04}"/>
                  </a:ext>
                </a:extLst>
              </p:cNvPr>
              <p:cNvSpPr/>
              <p:nvPr/>
            </p:nvSpPr>
            <p:spPr>
              <a:xfrm rot="1659284">
                <a:off x="3918216" y="3296362"/>
                <a:ext cx="263754" cy="499192"/>
              </a:xfrm>
              <a:custGeom>
                <a:avLst/>
                <a:gdLst>
                  <a:gd name="connsiteX0" fmla="*/ 0 w 247650"/>
                  <a:gd name="connsiteY0" fmla="*/ 0 h 381000"/>
                  <a:gd name="connsiteX1" fmla="*/ 247650 w 247650"/>
                  <a:gd name="connsiteY1" fmla="*/ 0 h 381000"/>
                  <a:gd name="connsiteX2" fmla="*/ 247650 w 247650"/>
                  <a:gd name="connsiteY2" fmla="*/ 381000 h 381000"/>
                  <a:gd name="connsiteX3" fmla="*/ 0 w 247650"/>
                  <a:gd name="connsiteY3" fmla="*/ 381000 h 381000"/>
                  <a:gd name="connsiteX4" fmla="*/ 0 w 247650"/>
                  <a:gd name="connsiteY4" fmla="*/ 0 h 381000"/>
                  <a:gd name="connsiteX0" fmla="*/ 304800 w 552450"/>
                  <a:gd name="connsiteY0" fmla="*/ 0 h 381000"/>
                  <a:gd name="connsiteX1" fmla="*/ 552450 w 552450"/>
                  <a:gd name="connsiteY1" fmla="*/ 0 h 381000"/>
                  <a:gd name="connsiteX2" fmla="*/ 552450 w 552450"/>
                  <a:gd name="connsiteY2" fmla="*/ 381000 h 381000"/>
                  <a:gd name="connsiteX3" fmla="*/ 0 w 552450"/>
                  <a:gd name="connsiteY3" fmla="*/ 352425 h 381000"/>
                  <a:gd name="connsiteX4" fmla="*/ 304800 w 552450"/>
                  <a:gd name="connsiteY4" fmla="*/ 0 h 381000"/>
                  <a:gd name="connsiteX0" fmla="*/ 304800 w 552450"/>
                  <a:gd name="connsiteY0" fmla="*/ 0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4" fmla="*/ 304800 w 552450"/>
                  <a:gd name="connsiteY4" fmla="*/ 0 h 485775"/>
                  <a:gd name="connsiteX0" fmla="*/ 0 w 552450"/>
                  <a:gd name="connsiteY0" fmla="*/ 352425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0" fmla="*/ 0 w 2028825"/>
                  <a:gd name="connsiteY0" fmla="*/ 1895475 h 2028825"/>
                  <a:gd name="connsiteX1" fmla="*/ 2028825 w 2028825"/>
                  <a:gd name="connsiteY1" fmla="*/ 0 h 2028825"/>
                  <a:gd name="connsiteX2" fmla="*/ 428625 w 2028825"/>
                  <a:gd name="connsiteY2" fmla="*/ 2028825 h 2028825"/>
                  <a:gd name="connsiteX3" fmla="*/ 0 w 2028825"/>
                  <a:gd name="connsiteY3" fmla="*/ 1895475 h 2028825"/>
                  <a:gd name="connsiteX0" fmla="*/ 1066800 w 1495425"/>
                  <a:gd name="connsiteY0" fmla="*/ 25527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1066800 w 1495425"/>
                  <a:gd name="connsiteY3" fmla="*/ 2552700 h 2686050"/>
                  <a:gd name="connsiteX0" fmla="*/ 847725 w 1495425"/>
                  <a:gd name="connsiteY0" fmla="*/ 24384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847725 w 1495425"/>
                  <a:gd name="connsiteY3" fmla="*/ 2438400 h 2686050"/>
                  <a:gd name="connsiteX0" fmla="*/ 847725 w 1228725"/>
                  <a:gd name="connsiteY0" fmla="*/ 243840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47725 w 1228725"/>
                  <a:gd name="connsiteY3" fmla="*/ 243840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8725" h="2543175">
                    <a:moveTo>
                      <a:pt x="876300" y="2428875"/>
                    </a:moveTo>
                    <a:cubicBezTo>
                      <a:pt x="1222375" y="1581150"/>
                      <a:pt x="292100" y="809625"/>
                      <a:pt x="0" y="0"/>
                    </a:cubicBezTo>
                    <a:cubicBezTo>
                      <a:pt x="409575" y="847725"/>
                      <a:pt x="1219200" y="1390650"/>
                      <a:pt x="1228725" y="2543175"/>
                    </a:cubicBezTo>
                    <a:lnTo>
                      <a:pt x="876300" y="2428875"/>
                    </a:lnTo>
                    <a:close/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Rectangle 21">
                <a:extLst>
                  <a:ext uri="{FF2B5EF4-FFF2-40B4-BE49-F238E27FC236}">
                    <a16:creationId xmlns:a16="http://schemas.microsoft.com/office/drawing/2014/main" id="{624BC0DA-6780-C583-09AF-FD797B126EA8}"/>
                  </a:ext>
                </a:extLst>
              </p:cNvPr>
              <p:cNvSpPr/>
              <p:nvPr/>
            </p:nvSpPr>
            <p:spPr>
              <a:xfrm rot="16200000" flipH="1">
                <a:off x="3709086" y="3516086"/>
                <a:ext cx="263754" cy="499192"/>
              </a:xfrm>
              <a:custGeom>
                <a:avLst/>
                <a:gdLst>
                  <a:gd name="connsiteX0" fmla="*/ 0 w 247650"/>
                  <a:gd name="connsiteY0" fmla="*/ 0 h 381000"/>
                  <a:gd name="connsiteX1" fmla="*/ 247650 w 247650"/>
                  <a:gd name="connsiteY1" fmla="*/ 0 h 381000"/>
                  <a:gd name="connsiteX2" fmla="*/ 247650 w 247650"/>
                  <a:gd name="connsiteY2" fmla="*/ 381000 h 381000"/>
                  <a:gd name="connsiteX3" fmla="*/ 0 w 247650"/>
                  <a:gd name="connsiteY3" fmla="*/ 381000 h 381000"/>
                  <a:gd name="connsiteX4" fmla="*/ 0 w 247650"/>
                  <a:gd name="connsiteY4" fmla="*/ 0 h 381000"/>
                  <a:gd name="connsiteX0" fmla="*/ 304800 w 552450"/>
                  <a:gd name="connsiteY0" fmla="*/ 0 h 381000"/>
                  <a:gd name="connsiteX1" fmla="*/ 552450 w 552450"/>
                  <a:gd name="connsiteY1" fmla="*/ 0 h 381000"/>
                  <a:gd name="connsiteX2" fmla="*/ 552450 w 552450"/>
                  <a:gd name="connsiteY2" fmla="*/ 381000 h 381000"/>
                  <a:gd name="connsiteX3" fmla="*/ 0 w 552450"/>
                  <a:gd name="connsiteY3" fmla="*/ 352425 h 381000"/>
                  <a:gd name="connsiteX4" fmla="*/ 304800 w 552450"/>
                  <a:gd name="connsiteY4" fmla="*/ 0 h 381000"/>
                  <a:gd name="connsiteX0" fmla="*/ 304800 w 552450"/>
                  <a:gd name="connsiteY0" fmla="*/ 0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4" fmla="*/ 304800 w 552450"/>
                  <a:gd name="connsiteY4" fmla="*/ 0 h 485775"/>
                  <a:gd name="connsiteX0" fmla="*/ 0 w 552450"/>
                  <a:gd name="connsiteY0" fmla="*/ 352425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0" fmla="*/ 0 w 2028825"/>
                  <a:gd name="connsiteY0" fmla="*/ 1895475 h 2028825"/>
                  <a:gd name="connsiteX1" fmla="*/ 2028825 w 2028825"/>
                  <a:gd name="connsiteY1" fmla="*/ 0 h 2028825"/>
                  <a:gd name="connsiteX2" fmla="*/ 428625 w 2028825"/>
                  <a:gd name="connsiteY2" fmla="*/ 2028825 h 2028825"/>
                  <a:gd name="connsiteX3" fmla="*/ 0 w 2028825"/>
                  <a:gd name="connsiteY3" fmla="*/ 1895475 h 2028825"/>
                  <a:gd name="connsiteX0" fmla="*/ 1066800 w 1495425"/>
                  <a:gd name="connsiteY0" fmla="*/ 25527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1066800 w 1495425"/>
                  <a:gd name="connsiteY3" fmla="*/ 2552700 h 2686050"/>
                  <a:gd name="connsiteX0" fmla="*/ 847725 w 1495425"/>
                  <a:gd name="connsiteY0" fmla="*/ 24384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847725 w 1495425"/>
                  <a:gd name="connsiteY3" fmla="*/ 2438400 h 2686050"/>
                  <a:gd name="connsiteX0" fmla="*/ 847725 w 1228725"/>
                  <a:gd name="connsiteY0" fmla="*/ 243840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47725 w 1228725"/>
                  <a:gd name="connsiteY3" fmla="*/ 243840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8725" h="2543175">
                    <a:moveTo>
                      <a:pt x="876300" y="2428875"/>
                    </a:moveTo>
                    <a:cubicBezTo>
                      <a:pt x="1222375" y="1581150"/>
                      <a:pt x="292100" y="809625"/>
                      <a:pt x="0" y="0"/>
                    </a:cubicBezTo>
                    <a:cubicBezTo>
                      <a:pt x="409575" y="847725"/>
                      <a:pt x="1219200" y="1390650"/>
                      <a:pt x="1228725" y="2543175"/>
                    </a:cubicBezTo>
                    <a:lnTo>
                      <a:pt x="876300" y="2428875"/>
                    </a:lnTo>
                    <a:close/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Rectangle 21">
                <a:extLst>
                  <a:ext uri="{FF2B5EF4-FFF2-40B4-BE49-F238E27FC236}">
                    <a16:creationId xmlns:a16="http://schemas.microsoft.com/office/drawing/2014/main" id="{1AB6D756-2CA8-15D6-B22E-7B14D1839B39}"/>
                  </a:ext>
                </a:extLst>
              </p:cNvPr>
              <p:cNvSpPr/>
              <p:nvPr/>
            </p:nvSpPr>
            <p:spPr>
              <a:xfrm rot="1659284">
                <a:off x="3692373" y="3090755"/>
                <a:ext cx="156914" cy="296982"/>
              </a:xfrm>
              <a:custGeom>
                <a:avLst/>
                <a:gdLst>
                  <a:gd name="connsiteX0" fmla="*/ 0 w 247650"/>
                  <a:gd name="connsiteY0" fmla="*/ 0 h 381000"/>
                  <a:gd name="connsiteX1" fmla="*/ 247650 w 247650"/>
                  <a:gd name="connsiteY1" fmla="*/ 0 h 381000"/>
                  <a:gd name="connsiteX2" fmla="*/ 247650 w 247650"/>
                  <a:gd name="connsiteY2" fmla="*/ 381000 h 381000"/>
                  <a:gd name="connsiteX3" fmla="*/ 0 w 247650"/>
                  <a:gd name="connsiteY3" fmla="*/ 381000 h 381000"/>
                  <a:gd name="connsiteX4" fmla="*/ 0 w 247650"/>
                  <a:gd name="connsiteY4" fmla="*/ 0 h 381000"/>
                  <a:gd name="connsiteX0" fmla="*/ 304800 w 552450"/>
                  <a:gd name="connsiteY0" fmla="*/ 0 h 381000"/>
                  <a:gd name="connsiteX1" fmla="*/ 552450 w 552450"/>
                  <a:gd name="connsiteY1" fmla="*/ 0 h 381000"/>
                  <a:gd name="connsiteX2" fmla="*/ 552450 w 552450"/>
                  <a:gd name="connsiteY2" fmla="*/ 381000 h 381000"/>
                  <a:gd name="connsiteX3" fmla="*/ 0 w 552450"/>
                  <a:gd name="connsiteY3" fmla="*/ 352425 h 381000"/>
                  <a:gd name="connsiteX4" fmla="*/ 304800 w 552450"/>
                  <a:gd name="connsiteY4" fmla="*/ 0 h 381000"/>
                  <a:gd name="connsiteX0" fmla="*/ 304800 w 552450"/>
                  <a:gd name="connsiteY0" fmla="*/ 0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4" fmla="*/ 304800 w 552450"/>
                  <a:gd name="connsiteY4" fmla="*/ 0 h 485775"/>
                  <a:gd name="connsiteX0" fmla="*/ 0 w 552450"/>
                  <a:gd name="connsiteY0" fmla="*/ 352425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0" fmla="*/ 0 w 2028825"/>
                  <a:gd name="connsiteY0" fmla="*/ 1895475 h 2028825"/>
                  <a:gd name="connsiteX1" fmla="*/ 2028825 w 2028825"/>
                  <a:gd name="connsiteY1" fmla="*/ 0 h 2028825"/>
                  <a:gd name="connsiteX2" fmla="*/ 428625 w 2028825"/>
                  <a:gd name="connsiteY2" fmla="*/ 2028825 h 2028825"/>
                  <a:gd name="connsiteX3" fmla="*/ 0 w 2028825"/>
                  <a:gd name="connsiteY3" fmla="*/ 1895475 h 2028825"/>
                  <a:gd name="connsiteX0" fmla="*/ 1066800 w 1495425"/>
                  <a:gd name="connsiteY0" fmla="*/ 25527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1066800 w 1495425"/>
                  <a:gd name="connsiteY3" fmla="*/ 2552700 h 2686050"/>
                  <a:gd name="connsiteX0" fmla="*/ 847725 w 1495425"/>
                  <a:gd name="connsiteY0" fmla="*/ 24384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847725 w 1495425"/>
                  <a:gd name="connsiteY3" fmla="*/ 2438400 h 2686050"/>
                  <a:gd name="connsiteX0" fmla="*/ 847725 w 1228725"/>
                  <a:gd name="connsiteY0" fmla="*/ 243840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47725 w 1228725"/>
                  <a:gd name="connsiteY3" fmla="*/ 243840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8725" h="2543175">
                    <a:moveTo>
                      <a:pt x="876300" y="2428875"/>
                    </a:moveTo>
                    <a:cubicBezTo>
                      <a:pt x="1222375" y="1581150"/>
                      <a:pt x="292100" y="809625"/>
                      <a:pt x="0" y="0"/>
                    </a:cubicBezTo>
                    <a:cubicBezTo>
                      <a:pt x="409575" y="847725"/>
                      <a:pt x="1219200" y="1390650"/>
                      <a:pt x="1228725" y="2543175"/>
                    </a:cubicBezTo>
                    <a:lnTo>
                      <a:pt x="876300" y="2428875"/>
                    </a:lnTo>
                    <a:close/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Rectangle 21">
                <a:extLst>
                  <a:ext uri="{FF2B5EF4-FFF2-40B4-BE49-F238E27FC236}">
                    <a16:creationId xmlns:a16="http://schemas.microsoft.com/office/drawing/2014/main" id="{A710573D-2E2A-3CB1-7C93-51C31491E248}"/>
                  </a:ext>
                </a:extLst>
              </p:cNvPr>
              <p:cNvSpPr/>
              <p:nvPr/>
            </p:nvSpPr>
            <p:spPr>
              <a:xfrm rot="16568896" flipH="1">
                <a:off x="3473647" y="3059060"/>
                <a:ext cx="156914" cy="296982"/>
              </a:xfrm>
              <a:custGeom>
                <a:avLst/>
                <a:gdLst>
                  <a:gd name="connsiteX0" fmla="*/ 0 w 247650"/>
                  <a:gd name="connsiteY0" fmla="*/ 0 h 381000"/>
                  <a:gd name="connsiteX1" fmla="*/ 247650 w 247650"/>
                  <a:gd name="connsiteY1" fmla="*/ 0 h 381000"/>
                  <a:gd name="connsiteX2" fmla="*/ 247650 w 247650"/>
                  <a:gd name="connsiteY2" fmla="*/ 381000 h 381000"/>
                  <a:gd name="connsiteX3" fmla="*/ 0 w 247650"/>
                  <a:gd name="connsiteY3" fmla="*/ 381000 h 381000"/>
                  <a:gd name="connsiteX4" fmla="*/ 0 w 247650"/>
                  <a:gd name="connsiteY4" fmla="*/ 0 h 381000"/>
                  <a:gd name="connsiteX0" fmla="*/ 304800 w 552450"/>
                  <a:gd name="connsiteY0" fmla="*/ 0 h 381000"/>
                  <a:gd name="connsiteX1" fmla="*/ 552450 w 552450"/>
                  <a:gd name="connsiteY1" fmla="*/ 0 h 381000"/>
                  <a:gd name="connsiteX2" fmla="*/ 552450 w 552450"/>
                  <a:gd name="connsiteY2" fmla="*/ 381000 h 381000"/>
                  <a:gd name="connsiteX3" fmla="*/ 0 w 552450"/>
                  <a:gd name="connsiteY3" fmla="*/ 352425 h 381000"/>
                  <a:gd name="connsiteX4" fmla="*/ 304800 w 552450"/>
                  <a:gd name="connsiteY4" fmla="*/ 0 h 381000"/>
                  <a:gd name="connsiteX0" fmla="*/ 304800 w 552450"/>
                  <a:gd name="connsiteY0" fmla="*/ 0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4" fmla="*/ 304800 w 552450"/>
                  <a:gd name="connsiteY4" fmla="*/ 0 h 485775"/>
                  <a:gd name="connsiteX0" fmla="*/ 0 w 552450"/>
                  <a:gd name="connsiteY0" fmla="*/ 352425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0" fmla="*/ 0 w 2028825"/>
                  <a:gd name="connsiteY0" fmla="*/ 1895475 h 2028825"/>
                  <a:gd name="connsiteX1" fmla="*/ 2028825 w 2028825"/>
                  <a:gd name="connsiteY1" fmla="*/ 0 h 2028825"/>
                  <a:gd name="connsiteX2" fmla="*/ 428625 w 2028825"/>
                  <a:gd name="connsiteY2" fmla="*/ 2028825 h 2028825"/>
                  <a:gd name="connsiteX3" fmla="*/ 0 w 2028825"/>
                  <a:gd name="connsiteY3" fmla="*/ 1895475 h 2028825"/>
                  <a:gd name="connsiteX0" fmla="*/ 1066800 w 1495425"/>
                  <a:gd name="connsiteY0" fmla="*/ 25527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1066800 w 1495425"/>
                  <a:gd name="connsiteY3" fmla="*/ 2552700 h 2686050"/>
                  <a:gd name="connsiteX0" fmla="*/ 847725 w 1495425"/>
                  <a:gd name="connsiteY0" fmla="*/ 24384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847725 w 1495425"/>
                  <a:gd name="connsiteY3" fmla="*/ 2438400 h 2686050"/>
                  <a:gd name="connsiteX0" fmla="*/ 847725 w 1228725"/>
                  <a:gd name="connsiteY0" fmla="*/ 243840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47725 w 1228725"/>
                  <a:gd name="connsiteY3" fmla="*/ 243840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8725" h="2543175">
                    <a:moveTo>
                      <a:pt x="876300" y="2428875"/>
                    </a:moveTo>
                    <a:cubicBezTo>
                      <a:pt x="1222375" y="1581150"/>
                      <a:pt x="292100" y="809625"/>
                      <a:pt x="0" y="0"/>
                    </a:cubicBezTo>
                    <a:cubicBezTo>
                      <a:pt x="409575" y="847725"/>
                      <a:pt x="1219200" y="1390650"/>
                      <a:pt x="1228725" y="2543175"/>
                    </a:cubicBezTo>
                    <a:lnTo>
                      <a:pt x="876300" y="2428875"/>
                    </a:lnTo>
                    <a:close/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45C00282-0968-D471-68AF-B932AAC60891}"/>
                  </a:ext>
                </a:extLst>
              </p:cNvPr>
              <p:cNvSpPr/>
              <p:nvPr/>
            </p:nvSpPr>
            <p:spPr>
              <a:xfrm>
                <a:off x="3409950" y="2781299"/>
                <a:ext cx="1228725" cy="2543175"/>
              </a:xfrm>
              <a:custGeom>
                <a:avLst/>
                <a:gdLst>
                  <a:gd name="connsiteX0" fmla="*/ 0 w 247650"/>
                  <a:gd name="connsiteY0" fmla="*/ 0 h 381000"/>
                  <a:gd name="connsiteX1" fmla="*/ 247650 w 247650"/>
                  <a:gd name="connsiteY1" fmla="*/ 0 h 381000"/>
                  <a:gd name="connsiteX2" fmla="*/ 247650 w 247650"/>
                  <a:gd name="connsiteY2" fmla="*/ 381000 h 381000"/>
                  <a:gd name="connsiteX3" fmla="*/ 0 w 247650"/>
                  <a:gd name="connsiteY3" fmla="*/ 381000 h 381000"/>
                  <a:gd name="connsiteX4" fmla="*/ 0 w 247650"/>
                  <a:gd name="connsiteY4" fmla="*/ 0 h 381000"/>
                  <a:gd name="connsiteX0" fmla="*/ 304800 w 552450"/>
                  <a:gd name="connsiteY0" fmla="*/ 0 h 381000"/>
                  <a:gd name="connsiteX1" fmla="*/ 552450 w 552450"/>
                  <a:gd name="connsiteY1" fmla="*/ 0 h 381000"/>
                  <a:gd name="connsiteX2" fmla="*/ 552450 w 552450"/>
                  <a:gd name="connsiteY2" fmla="*/ 381000 h 381000"/>
                  <a:gd name="connsiteX3" fmla="*/ 0 w 552450"/>
                  <a:gd name="connsiteY3" fmla="*/ 352425 h 381000"/>
                  <a:gd name="connsiteX4" fmla="*/ 304800 w 552450"/>
                  <a:gd name="connsiteY4" fmla="*/ 0 h 381000"/>
                  <a:gd name="connsiteX0" fmla="*/ 304800 w 552450"/>
                  <a:gd name="connsiteY0" fmla="*/ 0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4" fmla="*/ 304800 w 552450"/>
                  <a:gd name="connsiteY4" fmla="*/ 0 h 485775"/>
                  <a:gd name="connsiteX0" fmla="*/ 0 w 552450"/>
                  <a:gd name="connsiteY0" fmla="*/ 352425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0" fmla="*/ 0 w 2028825"/>
                  <a:gd name="connsiteY0" fmla="*/ 1895475 h 2028825"/>
                  <a:gd name="connsiteX1" fmla="*/ 2028825 w 2028825"/>
                  <a:gd name="connsiteY1" fmla="*/ 0 h 2028825"/>
                  <a:gd name="connsiteX2" fmla="*/ 428625 w 2028825"/>
                  <a:gd name="connsiteY2" fmla="*/ 2028825 h 2028825"/>
                  <a:gd name="connsiteX3" fmla="*/ 0 w 2028825"/>
                  <a:gd name="connsiteY3" fmla="*/ 1895475 h 2028825"/>
                  <a:gd name="connsiteX0" fmla="*/ 1066800 w 1495425"/>
                  <a:gd name="connsiteY0" fmla="*/ 25527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1066800 w 1495425"/>
                  <a:gd name="connsiteY3" fmla="*/ 2552700 h 2686050"/>
                  <a:gd name="connsiteX0" fmla="*/ 847725 w 1495425"/>
                  <a:gd name="connsiteY0" fmla="*/ 24384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847725 w 1495425"/>
                  <a:gd name="connsiteY3" fmla="*/ 2438400 h 2686050"/>
                  <a:gd name="connsiteX0" fmla="*/ 847725 w 1228725"/>
                  <a:gd name="connsiteY0" fmla="*/ 243840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47725 w 1228725"/>
                  <a:gd name="connsiteY3" fmla="*/ 243840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8725" h="2543175">
                    <a:moveTo>
                      <a:pt x="876300" y="2428875"/>
                    </a:moveTo>
                    <a:cubicBezTo>
                      <a:pt x="1222375" y="1581150"/>
                      <a:pt x="292100" y="809625"/>
                      <a:pt x="0" y="0"/>
                    </a:cubicBezTo>
                    <a:cubicBezTo>
                      <a:pt x="409575" y="847725"/>
                      <a:pt x="1219200" y="1390650"/>
                      <a:pt x="1228725" y="2543175"/>
                    </a:cubicBezTo>
                    <a:lnTo>
                      <a:pt x="876300" y="2428875"/>
                    </a:lnTo>
                    <a:close/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817EBF14-1134-6835-BC44-FFEB8FF24957}"/>
                </a:ext>
              </a:extLst>
            </p:cNvPr>
            <p:cNvGrpSpPr/>
            <p:nvPr/>
          </p:nvGrpSpPr>
          <p:grpSpPr>
            <a:xfrm rot="1040859" flipH="1">
              <a:off x="4663960" y="3043572"/>
              <a:ext cx="1625679" cy="2638756"/>
              <a:chOff x="3181786" y="2685718"/>
              <a:chExt cx="1625679" cy="2638756"/>
            </a:xfrm>
            <a:solidFill>
              <a:srgbClr val="0DB60D"/>
            </a:solidFill>
          </p:grpSpPr>
          <p:sp>
            <p:nvSpPr>
              <p:cNvPr id="42" name="Rectangle 22">
                <a:extLst>
                  <a:ext uri="{FF2B5EF4-FFF2-40B4-BE49-F238E27FC236}">
                    <a16:creationId xmlns:a16="http://schemas.microsoft.com/office/drawing/2014/main" id="{A840CAA7-7277-8B5D-AB99-EB063977A608}"/>
                  </a:ext>
                </a:extLst>
              </p:cNvPr>
              <p:cNvSpPr/>
              <p:nvPr/>
            </p:nvSpPr>
            <p:spPr>
              <a:xfrm>
                <a:off x="3181786" y="2685718"/>
                <a:ext cx="1625679" cy="2038682"/>
              </a:xfrm>
              <a:custGeom>
                <a:avLst/>
                <a:gdLst>
                  <a:gd name="connsiteX0" fmla="*/ 0 w 990600"/>
                  <a:gd name="connsiteY0" fmla="*/ 0 h 819150"/>
                  <a:gd name="connsiteX1" fmla="*/ 990600 w 990600"/>
                  <a:gd name="connsiteY1" fmla="*/ 0 h 819150"/>
                  <a:gd name="connsiteX2" fmla="*/ 990600 w 990600"/>
                  <a:gd name="connsiteY2" fmla="*/ 819150 h 819150"/>
                  <a:gd name="connsiteX3" fmla="*/ 0 w 990600"/>
                  <a:gd name="connsiteY3" fmla="*/ 819150 h 819150"/>
                  <a:gd name="connsiteX4" fmla="*/ 0 w 990600"/>
                  <a:gd name="connsiteY4" fmla="*/ 0 h 819150"/>
                  <a:gd name="connsiteX0" fmla="*/ 0 w 1276350"/>
                  <a:gd name="connsiteY0" fmla="*/ 0 h 1409700"/>
                  <a:gd name="connsiteX1" fmla="*/ 990600 w 1276350"/>
                  <a:gd name="connsiteY1" fmla="*/ 0 h 1409700"/>
                  <a:gd name="connsiteX2" fmla="*/ 1276350 w 1276350"/>
                  <a:gd name="connsiteY2" fmla="*/ 1409700 h 1409700"/>
                  <a:gd name="connsiteX3" fmla="*/ 0 w 1276350"/>
                  <a:gd name="connsiteY3" fmla="*/ 819150 h 1409700"/>
                  <a:gd name="connsiteX4" fmla="*/ 0 w 1276350"/>
                  <a:gd name="connsiteY4" fmla="*/ 0 h 1409700"/>
                  <a:gd name="connsiteX0" fmla="*/ 0 w 1276350"/>
                  <a:gd name="connsiteY0" fmla="*/ 0 h 1495425"/>
                  <a:gd name="connsiteX1" fmla="*/ 990600 w 1276350"/>
                  <a:gd name="connsiteY1" fmla="*/ 0 h 1495425"/>
                  <a:gd name="connsiteX2" fmla="*/ 1276350 w 1276350"/>
                  <a:gd name="connsiteY2" fmla="*/ 1409700 h 1495425"/>
                  <a:gd name="connsiteX3" fmla="*/ 1152525 w 1276350"/>
                  <a:gd name="connsiteY3" fmla="*/ 1495425 h 1495425"/>
                  <a:gd name="connsiteX4" fmla="*/ 0 w 1276350"/>
                  <a:gd name="connsiteY4" fmla="*/ 0 h 1495425"/>
                  <a:gd name="connsiteX0" fmla="*/ 0 w 1476375"/>
                  <a:gd name="connsiteY0" fmla="*/ 0 h 1495425"/>
                  <a:gd name="connsiteX1" fmla="*/ 990600 w 1476375"/>
                  <a:gd name="connsiteY1" fmla="*/ 0 h 1495425"/>
                  <a:gd name="connsiteX2" fmla="*/ 1476375 w 1476375"/>
                  <a:gd name="connsiteY2" fmla="*/ 1009650 h 1495425"/>
                  <a:gd name="connsiteX3" fmla="*/ 1276350 w 1476375"/>
                  <a:gd name="connsiteY3" fmla="*/ 1409700 h 1495425"/>
                  <a:gd name="connsiteX4" fmla="*/ 1152525 w 1476375"/>
                  <a:gd name="connsiteY4" fmla="*/ 1495425 h 1495425"/>
                  <a:gd name="connsiteX5" fmla="*/ 0 w 1476375"/>
                  <a:gd name="connsiteY5" fmla="*/ 0 h 1495425"/>
                  <a:gd name="connsiteX0" fmla="*/ 0 w 1476375"/>
                  <a:gd name="connsiteY0" fmla="*/ 0 h 1495425"/>
                  <a:gd name="connsiteX1" fmla="*/ 990600 w 1476375"/>
                  <a:gd name="connsiteY1" fmla="*/ 0 h 1495425"/>
                  <a:gd name="connsiteX2" fmla="*/ 1400175 w 1476375"/>
                  <a:gd name="connsiteY2" fmla="*/ 342900 h 1495425"/>
                  <a:gd name="connsiteX3" fmla="*/ 1476375 w 1476375"/>
                  <a:gd name="connsiteY3" fmla="*/ 1009650 h 1495425"/>
                  <a:gd name="connsiteX4" fmla="*/ 1276350 w 1476375"/>
                  <a:gd name="connsiteY4" fmla="*/ 1409700 h 1495425"/>
                  <a:gd name="connsiteX5" fmla="*/ 1152525 w 1476375"/>
                  <a:gd name="connsiteY5" fmla="*/ 1495425 h 1495425"/>
                  <a:gd name="connsiteX6" fmla="*/ 0 w 1476375"/>
                  <a:gd name="connsiteY6" fmla="*/ 0 h 1495425"/>
                  <a:gd name="connsiteX0" fmla="*/ 0 w 1476375"/>
                  <a:gd name="connsiteY0" fmla="*/ 0 h 1495425"/>
                  <a:gd name="connsiteX1" fmla="*/ 1152525 w 1476375"/>
                  <a:gd name="connsiteY1" fmla="*/ 76200 h 1495425"/>
                  <a:gd name="connsiteX2" fmla="*/ 1400175 w 1476375"/>
                  <a:gd name="connsiteY2" fmla="*/ 342900 h 1495425"/>
                  <a:gd name="connsiteX3" fmla="*/ 1476375 w 1476375"/>
                  <a:gd name="connsiteY3" fmla="*/ 1009650 h 1495425"/>
                  <a:gd name="connsiteX4" fmla="*/ 1276350 w 1476375"/>
                  <a:gd name="connsiteY4" fmla="*/ 1409700 h 1495425"/>
                  <a:gd name="connsiteX5" fmla="*/ 1152525 w 1476375"/>
                  <a:gd name="connsiteY5" fmla="*/ 1495425 h 1495425"/>
                  <a:gd name="connsiteX6" fmla="*/ 0 w 1476375"/>
                  <a:gd name="connsiteY6" fmla="*/ 0 h 1495425"/>
                  <a:gd name="connsiteX0" fmla="*/ 0 w 1476375"/>
                  <a:gd name="connsiteY0" fmla="*/ 87204 h 1582629"/>
                  <a:gd name="connsiteX1" fmla="*/ 771525 w 1476375"/>
                  <a:gd name="connsiteY1" fmla="*/ 1479 h 1582629"/>
                  <a:gd name="connsiteX2" fmla="*/ 1152525 w 1476375"/>
                  <a:gd name="connsiteY2" fmla="*/ 163404 h 1582629"/>
                  <a:gd name="connsiteX3" fmla="*/ 1400175 w 1476375"/>
                  <a:gd name="connsiteY3" fmla="*/ 430104 h 1582629"/>
                  <a:gd name="connsiteX4" fmla="*/ 1476375 w 1476375"/>
                  <a:gd name="connsiteY4" fmla="*/ 1096854 h 1582629"/>
                  <a:gd name="connsiteX5" fmla="*/ 1276350 w 1476375"/>
                  <a:gd name="connsiteY5" fmla="*/ 1496904 h 1582629"/>
                  <a:gd name="connsiteX6" fmla="*/ 1152525 w 1476375"/>
                  <a:gd name="connsiteY6" fmla="*/ 1582629 h 1582629"/>
                  <a:gd name="connsiteX7" fmla="*/ 0 w 1476375"/>
                  <a:gd name="connsiteY7" fmla="*/ 87204 h 1582629"/>
                  <a:gd name="connsiteX0" fmla="*/ 54378 w 1530753"/>
                  <a:gd name="connsiteY0" fmla="*/ 524221 h 2019646"/>
                  <a:gd name="connsiteX1" fmla="*/ 187728 w 1530753"/>
                  <a:gd name="connsiteY1" fmla="*/ 346 h 2019646"/>
                  <a:gd name="connsiteX2" fmla="*/ 825903 w 1530753"/>
                  <a:gd name="connsiteY2" fmla="*/ 438496 h 2019646"/>
                  <a:gd name="connsiteX3" fmla="*/ 1206903 w 1530753"/>
                  <a:gd name="connsiteY3" fmla="*/ 600421 h 2019646"/>
                  <a:gd name="connsiteX4" fmla="*/ 1454553 w 1530753"/>
                  <a:gd name="connsiteY4" fmla="*/ 867121 h 2019646"/>
                  <a:gd name="connsiteX5" fmla="*/ 1530753 w 1530753"/>
                  <a:gd name="connsiteY5" fmla="*/ 1533871 h 2019646"/>
                  <a:gd name="connsiteX6" fmla="*/ 1330728 w 1530753"/>
                  <a:gd name="connsiteY6" fmla="*/ 1933921 h 2019646"/>
                  <a:gd name="connsiteX7" fmla="*/ 1206903 w 1530753"/>
                  <a:gd name="connsiteY7" fmla="*/ 2019646 h 2019646"/>
                  <a:gd name="connsiteX8" fmla="*/ 54378 w 1530753"/>
                  <a:gd name="connsiteY8" fmla="*/ 524221 h 2019646"/>
                  <a:gd name="connsiteX0" fmla="*/ 45492 w 1521867"/>
                  <a:gd name="connsiteY0" fmla="*/ 524221 h 2019646"/>
                  <a:gd name="connsiteX1" fmla="*/ 178842 w 1521867"/>
                  <a:gd name="connsiteY1" fmla="*/ 346 h 2019646"/>
                  <a:gd name="connsiteX2" fmla="*/ 817017 w 1521867"/>
                  <a:gd name="connsiteY2" fmla="*/ 438496 h 2019646"/>
                  <a:gd name="connsiteX3" fmla="*/ 1198017 w 1521867"/>
                  <a:gd name="connsiteY3" fmla="*/ 600421 h 2019646"/>
                  <a:gd name="connsiteX4" fmla="*/ 1445667 w 1521867"/>
                  <a:gd name="connsiteY4" fmla="*/ 867121 h 2019646"/>
                  <a:gd name="connsiteX5" fmla="*/ 1521867 w 1521867"/>
                  <a:gd name="connsiteY5" fmla="*/ 1533871 h 2019646"/>
                  <a:gd name="connsiteX6" fmla="*/ 1321842 w 1521867"/>
                  <a:gd name="connsiteY6" fmla="*/ 1933921 h 2019646"/>
                  <a:gd name="connsiteX7" fmla="*/ 1198017 w 1521867"/>
                  <a:gd name="connsiteY7" fmla="*/ 2019646 h 2019646"/>
                  <a:gd name="connsiteX8" fmla="*/ 45492 w 1521867"/>
                  <a:gd name="connsiteY8" fmla="*/ 524221 h 2019646"/>
                  <a:gd name="connsiteX0" fmla="*/ 51944 w 1528319"/>
                  <a:gd name="connsiteY0" fmla="*/ 543257 h 2038682"/>
                  <a:gd name="connsiteX1" fmla="*/ 147194 w 1528319"/>
                  <a:gd name="connsiteY1" fmla="*/ 332 h 2038682"/>
                  <a:gd name="connsiteX2" fmla="*/ 823469 w 1528319"/>
                  <a:gd name="connsiteY2" fmla="*/ 457532 h 2038682"/>
                  <a:gd name="connsiteX3" fmla="*/ 1204469 w 1528319"/>
                  <a:gd name="connsiteY3" fmla="*/ 619457 h 2038682"/>
                  <a:gd name="connsiteX4" fmla="*/ 1452119 w 1528319"/>
                  <a:gd name="connsiteY4" fmla="*/ 886157 h 2038682"/>
                  <a:gd name="connsiteX5" fmla="*/ 1528319 w 1528319"/>
                  <a:gd name="connsiteY5" fmla="*/ 1552907 h 2038682"/>
                  <a:gd name="connsiteX6" fmla="*/ 1328294 w 1528319"/>
                  <a:gd name="connsiteY6" fmla="*/ 1952957 h 2038682"/>
                  <a:gd name="connsiteX7" fmla="*/ 1204469 w 1528319"/>
                  <a:gd name="connsiteY7" fmla="*/ 2038682 h 2038682"/>
                  <a:gd name="connsiteX8" fmla="*/ 51944 w 1528319"/>
                  <a:gd name="connsiteY8" fmla="*/ 543257 h 2038682"/>
                  <a:gd name="connsiteX0" fmla="*/ 51944 w 1528319"/>
                  <a:gd name="connsiteY0" fmla="*/ 543257 h 2038682"/>
                  <a:gd name="connsiteX1" fmla="*/ 147194 w 1528319"/>
                  <a:gd name="connsiteY1" fmla="*/ 332 h 2038682"/>
                  <a:gd name="connsiteX2" fmla="*/ 823469 w 1528319"/>
                  <a:gd name="connsiteY2" fmla="*/ 457532 h 2038682"/>
                  <a:gd name="connsiteX3" fmla="*/ 1204469 w 1528319"/>
                  <a:gd name="connsiteY3" fmla="*/ 619457 h 2038682"/>
                  <a:gd name="connsiteX4" fmla="*/ 1452119 w 1528319"/>
                  <a:gd name="connsiteY4" fmla="*/ 886157 h 2038682"/>
                  <a:gd name="connsiteX5" fmla="*/ 1528319 w 1528319"/>
                  <a:gd name="connsiteY5" fmla="*/ 1552907 h 2038682"/>
                  <a:gd name="connsiteX6" fmla="*/ 1328294 w 1528319"/>
                  <a:gd name="connsiteY6" fmla="*/ 1952957 h 2038682"/>
                  <a:gd name="connsiteX7" fmla="*/ 1204469 w 1528319"/>
                  <a:gd name="connsiteY7" fmla="*/ 2038682 h 2038682"/>
                  <a:gd name="connsiteX8" fmla="*/ 23369 w 1528319"/>
                  <a:gd name="connsiteY8" fmla="*/ 981407 h 2038682"/>
                  <a:gd name="connsiteX9" fmla="*/ 51944 w 1528319"/>
                  <a:gd name="connsiteY9" fmla="*/ 543257 h 2038682"/>
                  <a:gd name="connsiteX0" fmla="*/ 51944 w 1528319"/>
                  <a:gd name="connsiteY0" fmla="*/ 543257 h 2038682"/>
                  <a:gd name="connsiteX1" fmla="*/ 147194 w 1528319"/>
                  <a:gd name="connsiteY1" fmla="*/ 332 h 2038682"/>
                  <a:gd name="connsiteX2" fmla="*/ 823469 w 1528319"/>
                  <a:gd name="connsiteY2" fmla="*/ 457532 h 2038682"/>
                  <a:gd name="connsiteX3" fmla="*/ 1204469 w 1528319"/>
                  <a:gd name="connsiteY3" fmla="*/ 619457 h 2038682"/>
                  <a:gd name="connsiteX4" fmla="*/ 1452119 w 1528319"/>
                  <a:gd name="connsiteY4" fmla="*/ 886157 h 2038682"/>
                  <a:gd name="connsiteX5" fmla="*/ 1528319 w 1528319"/>
                  <a:gd name="connsiteY5" fmla="*/ 1552907 h 2038682"/>
                  <a:gd name="connsiteX6" fmla="*/ 1328294 w 1528319"/>
                  <a:gd name="connsiteY6" fmla="*/ 1952957 h 2038682"/>
                  <a:gd name="connsiteX7" fmla="*/ 1204469 w 1528319"/>
                  <a:gd name="connsiteY7" fmla="*/ 2038682 h 2038682"/>
                  <a:gd name="connsiteX8" fmla="*/ 166244 w 1528319"/>
                  <a:gd name="connsiteY8" fmla="*/ 1333832 h 2038682"/>
                  <a:gd name="connsiteX9" fmla="*/ 23369 w 1528319"/>
                  <a:gd name="connsiteY9" fmla="*/ 981407 h 2038682"/>
                  <a:gd name="connsiteX10" fmla="*/ 51944 w 1528319"/>
                  <a:gd name="connsiteY10" fmla="*/ 543257 h 2038682"/>
                  <a:gd name="connsiteX0" fmla="*/ 51944 w 1528319"/>
                  <a:gd name="connsiteY0" fmla="*/ 543257 h 2038682"/>
                  <a:gd name="connsiteX1" fmla="*/ 147194 w 1528319"/>
                  <a:gd name="connsiteY1" fmla="*/ 332 h 2038682"/>
                  <a:gd name="connsiteX2" fmla="*/ 823469 w 1528319"/>
                  <a:gd name="connsiteY2" fmla="*/ 457532 h 2038682"/>
                  <a:gd name="connsiteX3" fmla="*/ 1204469 w 1528319"/>
                  <a:gd name="connsiteY3" fmla="*/ 619457 h 2038682"/>
                  <a:gd name="connsiteX4" fmla="*/ 1452119 w 1528319"/>
                  <a:gd name="connsiteY4" fmla="*/ 886157 h 2038682"/>
                  <a:gd name="connsiteX5" fmla="*/ 1528319 w 1528319"/>
                  <a:gd name="connsiteY5" fmla="*/ 1552907 h 2038682"/>
                  <a:gd name="connsiteX6" fmla="*/ 1328294 w 1528319"/>
                  <a:gd name="connsiteY6" fmla="*/ 1952957 h 2038682"/>
                  <a:gd name="connsiteX7" fmla="*/ 1204469 w 1528319"/>
                  <a:gd name="connsiteY7" fmla="*/ 2038682 h 2038682"/>
                  <a:gd name="connsiteX8" fmla="*/ 394844 w 1528319"/>
                  <a:gd name="connsiteY8" fmla="*/ 1648157 h 2038682"/>
                  <a:gd name="connsiteX9" fmla="*/ 166244 w 1528319"/>
                  <a:gd name="connsiteY9" fmla="*/ 1333832 h 2038682"/>
                  <a:gd name="connsiteX10" fmla="*/ 23369 w 1528319"/>
                  <a:gd name="connsiteY10" fmla="*/ 981407 h 2038682"/>
                  <a:gd name="connsiteX11" fmla="*/ 51944 w 1528319"/>
                  <a:gd name="connsiteY11" fmla="*/ 543257 h 2038682"/>
                  <a:gd name="connsiteX0" fmla="*/ 51944 w 1528319"/>
                  <a:gd name="connsiteY0" fmla="*/ 543257 h 2038682"/>
                  <a:gd name="connsiteX1" fmla="*/ 147194 w 1528319"/>
                  <a:gd name="connsiteY1" fmla="*/ 332 h 2038682"/>
                  <a:gd name="connsiteX2" fmla="*/ 823469 w 1528319"/>
                  <a:gd name="connsiteY2" fmla="*/ 457532 h 2038682"/>
                  <a:gd name="connsiteX3" fmla="*/ 1204469 w 1528319"/>
                  <a:gd name="connsiteY3" fmla="*/ 619457 h 2038682"/>
                  <a:gd name="connsiteX4" fmla="*/ 1452119 w 1528319"/>
                  <a:gd name="connsiteY4" fmla="*/ 886157 h 2038682"/>
                  <a:gd name="connsiteX5" fmla="*/ 1528319 w 1528319"/>
                  <a:gd name="connsiteY5" fmla="*/ 1552907 h 2038682"/>
                  <a:gd name="connsiteX6" fmla="*/ 1328294 w 1528319"/>
                  <a:gd name="connsiteY6" fmla="*/ 1952957 h 2038682"/>
                  <a:gd name="connsiteX7" fmla="*/ 1204469 w 1528319"/>
                  <a:gd name="connsiteY7" fmla="*/ 2038682 h 2038682"/>
                  <a:gd name="connsiteX8" fmla="*/ 394844 w 1528319"/>
                  <a:gd name="connsiteY8" fmla="*/ 1648157 h 2038682"/>
                  <a:gd name="connsiteX9" fmla="*/ 166244 w 1528319"/>
                  <a:gd name="connsiteY9" fmla="*/ 1333832 h 2038682"/>
                  <a:gd name="connsiteX10" fmla="*/ 23369 w 1528319"/>
                  <a:gd name="connsiteY10" fmla="*/ 981407 h 2038682"/>
                  <a:gd name="connsiteX11" fmla="*/ 51944 w 1528319"/>
                  <a:gd name="connsiteY11" fmla="*/ 543257 h 2038682"/>
                  <a:gd name="connsiteX0" fmla="*/ 51944 w 1528319"/>
                  <a:gd name="connsiteY0" fmla="*/ 543257 h 2038682"/>
                  <a:gd name="connsiteX1" fmla="*/ 147194 w 1528319"/>
                  <a:gd name="connsiteY1" fmla="*/ 332 h 2038682"/>
                  <a:gd name="connsiteX2" fmla="*/ 823469 w 1528319"/>
                  <a:gd name="connsiteY2" fmla="*/ 457532 h 2038682"/>
                  <a:gd name="connsiteX3" fmla="*/ 1204469 w 1528319"/>
                  <a:gd name="connsiteY3" fmla="*/ 619457 h 2038682"/>
                  <a:gd name="connsiteX4" fmla="*/ 1452119 w 1528319"/>
                  <a:gd name="connsiteY4" fmla="*/ 886157 h 2038682"/>
                  <a:gd name="connsiteX5" fmla="*/ 1528319 w 1528319"/>
                  <a:gd name="connsiteY5" fmla="*/ 1552907 h 2038682"/>
                  <a:gd name="connsiteX6" fmla="*/ 1328294 w 1528319"/>
                  <a:gd name="connsiteY6" fmla="*/ 1952957 h 2038682"/>
                  <a:gd name="connsiteX7" fmla="*/ 1204469 w 1528319"/>
                  <a:gd name="connsiteY7" fmla="*/ 2038682 h 2038682"/>
                  <a:gd name="connsiteX8" fmla="*/ 394844 w 1528319"/>
                  <a:gd name="connsiteY8" fmla="*/ 1648157 h 2038682"/>
                  <a:gd name="connsiteX9" fmla="*/ 166244 w 1528319"/>
                  <a:gd name="connsiteY9" fmla="*/ 1333832 h 2038682"/>
                  <a:gd name="connsiteX10" fmla="*/ 23369 w 1528319"/>
                  <a:gd name="connsiteY10" fmla="*/ 981407 h 2038682"/>
                  <a:gd name="connsiteX11" fmla="*/ 51944 w 1528319"/>
                  <a:gd name="connsiteY11" fmla="*/ 543257 h 2038682"/>
                  <a:gd name="connsiteX0" fmla="*/ 51944 w 1528319"/>
                  <a:gd name="connsiteY0" fmla="*/ 543257 h 2038682"/>
                  <a:gd name="connsiteX1" fmla="*/ 147194 w 1528319"/>
                  <a:gd name="connsiteY1" fmla="*/ 332 h 2038682"/>
                  <a:gd name="connsiteX2" fmla="*/ 823469 w 1528319"/>
                  <a:gd name="connsiteY2" fmla="*/ 457532 h 2038682"/>
                  <a:gd name="connsiteX3" fmla="*/ 1204469 w 1528319"/>
                  <a:gd name="connsiteY3" fmla="*/ 619457 h 2038682"/>
                  <a:gd name="connsiteX4" fmla="*/ 1452119 w 1528319"/>
                  <a:gd name="connsiteY4" fmla="*/ 886157 h 2038682"/>
                  <a:gd name="connsiteX5" fmla="*/ 1528319 w 1528319"/>
                  <a:gd name="connsiteY5" fmla="*/ 1552907 h 2038682"/>
                  <a:gd name="connsiteX6" fmla="*/ 1328294 w 1528319"/>
                  <a:gd name="connsiteY6" fmla="*/ 1952957 h 2038682"/>
                  <a:gd name="connsiteX7" fmla="*/ 1204469 w 1528319"/>
                  <a:gd name="connsiteY7" fmla="*/ 2038682 h 2038682"/>
                  <a:gd name="connsiteX8" fmla="*/ 394844 w 1528319"/>
                  <a:gd name="connsiteY8" fmla="*/ 1648157 h 2038682"/>
                  <a:gd name="connsiteX9" fmla="*/ 166244 w 1528319"/>
                  <a:gd name="connsiteY9" fmla="*/ 1333832 h 2038682"/>
                  <a:gd name="connsiteX10" fmla="*/ 23369 w 1528319"/>
                  <a:gd name="connsiteY10" fmla="*/ 981407 h 2038682"/>
                  <a:gd name="connsiteX11" fmla="*/ 51944 w 1528319"/>
                  <a:gd name="connsiteY11" fmla="*/ 543257 h 2038682"/>
                  <a:gd name="connsiteX0" fmla="*/ 66239 w 1542614"/>
                  <a:gd name="connsiteY0" fmla="*/ 543257 h 2038682"/>
                  <a:gd name="connsiteX1" fmla="*/ 161489 w 1542614"/>
                  <a:gd name="connsiteY1" fmla="*/ 332 h 2038682"/>
                  <a:gd name="connsiteX2" fmla="*/ 837764 w 1542614"/>
                  <a:gd name="connsiteY2" fmla="*/ 457532 h 2038682"/>
                  <a:gd name="connsiteX3" fmla="*/ 1218764 w 1542614"/>
                  <a:gd name="connsiteY3" fmla="*/ 619457 h 2038682"/>
                  <a:gd name="connsiteX4" fmla="*/ 1466414 w 1542614"/>
                  <a:gd name="connsiteY4" fmla="*/ 886157 h 2038682"/>
                  <a:gd name="connsiteX5" fmla="*/ 1542614 w 1542614"/>
                  <a:gd name="connsiteY5" fmla="*/ 1552907 h 2038682"/>
                  <a:gd name="connsiteX6" fmla="*/ 1342589 w 1542614"/>
                  <a:gd name="connsiteY6" fmla="*/ 1952957 h 2038682"/>
                  <a:gd name="connsiteX7" fmla="*/ 1218764 w 1542614"/>
                  <a:gd name="connsiteY7" fmla="*/ 2038682 h 2038682"/>
                  <a:gd name="connsiteX8" fmla="*/ 409139 w 1542614"/>
                  <a:gd name="connsiteY8" fmla="*/ 1648157 h 2038682"/>
                  <a:gd name="connsiteX9" fmla="*/ 180539 w 1542614"/>
                  <a:gd name="connsiteY9" fmla="*/ 1333832 h 2038682"/>
                  <a:gd name="connsiteX10" fmla="*/ 37664 w 1542614"/>
                  <a:gd name="connsiteY10" fmla="*/ 981407 h 2038682"/>
                  <a:gd name="connsiteX11" fmla="*/ 66239 w 1542614"/>
                  <a:gd name="connsiteY11" fmla="*/ 543257 h 2038682"/>
                  <a:gd name="connsiteX0" fmla="*/ 66239 w 1542614"/>
                  <a:gd name="connsiteY0" fmla="*/ 543257 h 2038682"/>
                  <a:gd name="connsiteX1" fmla="*/ 161489 w 1542614"/>
                  <a:gd name="connsiteY1" fmla="*/ 332 h 2038682"/>
                  <a:gd name="connsiteX2" fmla="*/ 837764 w 1542614"/>
                  <a:gd name="connsiteY2" fmla="*/ 457532 h 2038682"/>
                  <a:gd name="connsiteX3" fmla="*/ 1218764 w 1542614"/>
                  <a:gd name="connsiteY3" fmla="*/ 619457 h 2038682"/>
                  <a:gd name="connsiteX4" fmla="*/ 1466414 w 1542614"/>
                  <a:gd name="connsiteY4" fmla="*/ 886157 h 2038682"/>
                  <a:gd name="connsiteX5" fmla="*/ 1542614 w 1542614"/>
                  <a:gd name="connsiteY5" fmla="*/ 1552907 h 2038682"/>
                  <a:gd name="connsiteX6" fmla="*/ 1342589 w 1542614"/>
                  <a:gd name="connsiteY6" fmla="*/ 1952957 h 2038682"/>
                  <a:gd name="connsiteX7" fmla="*/ 1218764 w 1542614"/>
                  <a:gd name="connsiteY7" fmla="*/ 2038682 h 2038682"/>
                  <a:gd name="connsiteX8" fmla="*/ 409139 w 1542614"/>
                  <a:gd name="connsiteY8" fmla="*/ 1648157 h 2038682"/>
                  <a:gd name="connsiteX9" fmla="*/ 180539 w 1542614"/>
                  <a:gd name="connsiteY9" fmla="*/ 1333832 h 2038682"/>
                  <a:gd name="connsiteX10" fmla="*/ 37664 w 1542614"/>
                  <a:gd name="connsiteY10" fmla="*/ 981407 h 2038682"/>
                  <a:gd name="connsiteX11" fmla="*/ 66239 w 1542614"/>
                  <a:gd name="connsiteY11" fmla="*/ 543257 h 2038682"/>
                  <a:gd name="connsiteX0" fmla="*/ 66239 w 1542614"/>
                  <a:gd name="connsiteY0" fmla="*/ 543257 h 2038682"/>
                  <a:gd name="connsiteX1" fmla="*/ 161489 w 1542614"/>
                  <a:gd name="connsiteY1" fmla="*/ 332 h 2038682"/>
                  <a:gd name="connsiteX2" fmla="*/ 837764 w 1542614"/>
                  <a:gd name="connsiteY2" fmla="*/ 457532 h 2038682"/>
                  <a:gd name="connsiteX3" fmla="*/ 1218764 w 1542614"/>
                  <a:gd name="connsiteY3" fmla="*/ 619457 h 2038682"/>
                  <a:gd name="connsiteX4" fmla="*/ 1466414 w 1542614"/>
                  <a:gd name="connsiteY4" fmla="*/ 886157 h 2038682"/>
                  <a:gd name="connsiteX5" fmla="*/ 1542614 w 1542614"/>
                  <a:gd name="connsiteY5" fmla="*/ 1552907 h 2038682"/>
                  <a:gd name="connsiteX6" fmla="*/ 1342589 w 1542614"/>
                  <a:gd name="connsiteY6" fmla="*/ 1952957 h 2038682"/>
                  <a:gd name="connsiteX7" fmla="*/ 1218764 w 1542614"/>
                  <a:gd name="connsiteY7" fmla="*/ 2038682 h 2038682"/>
                  <a:gd name="connsiteX8" fmla="*/ 409139 w 1542614"/>
                  <a:gd name="connsiteY8" fmla="*/ 1648157 h 2038682"/>
                  <a:gd name="connsiteX9" fmla="*/ 180539 w 1542614"/>
                  <a:gd name="connsiteY9" fmla="*/ 1333832 h 2038682"/>
                  <a:gd name="connsiteX10" fmla="*/ 37664 w 1542614"/>
                  <a:gd name="connsiteY10" fmla="*/ 981407 h 2038682"/>
                  <a:gd name="connsiteX11" fmla="*/ 66239 w 1542614"/>
                  <a:gd name="connsiteY11" fmla="*/ 543257 h 2038682"/>
                  <a:gd name="connsiteX0" fmla="*/ 66239 w 1542614"/>
                  <a:gd name="connsiteY0" fmla="*/ 543257 h 2038682"/>
                  <a:gd name="connsiteX1" fmla="*/ 161489 w 1542614"/>
                  <a:gd name="connsiteY1" fmla="*/ 332 h 2038682"/>
                  <a:gd name="connsiteX2" fmla="*/ 837764 w 1542614"/>
                  <a:gd name="connsiteY2" fmla="*/ 457532 h 2038682"/>
                  <a:gd name="connsiteX3" fmla="*/ 1218764 w 1542614"/>
                  <a:gd name="connsiteY3" fmla="*/ 619457 h 2038682"/>
                  <a:gd name="connsiteX4" fmla="*/ 1466414 w 1542614"/>
                  <a:gd name="connsiteY4" fmla="*/ 886157 h 2038682"/>
                  <a:gd name="connsiteX5" fmla="*/ 1542614 w 1542614"/>
                  <a:gd name="connsiteY5" fmla="*/ 1552907 h 2038682"/>
                  <a:gd name="connsiteX6" fmla="*/ 1342589 w 1542614"/>
                  <a:gd name="connsiteY6" fmla="*/ 1952957 h 2038682"/>
                  <a:gd name="connsiteX7" fmla="*/ 1218764 w 1542614"/>
                  <a:gd name="connsiteY7" fmla="*/ 2038682 h 2038682"/>
                  <a:gd name="connsiteX8" fmla="*/ 409139 w 1542614"/>
                  <a:gd name="connsiteY8" fmla="*/ 1648157 h 2038682"/>
                  <a:gd name="connsiteX9" fmla="*/ 180539 w 1542614"/>
                  <a:gd name="connsiteY9" fmla="*/ 1333832 h 2038682"/>
                  <a:gd name="connsiteX10" fmla="*/ 37664 w 1542614"/>
                  <a:gd name="connsiteY10" fmla="*/ 981407 h 2038682"/>
                  <a:gd name="connsiteX11" fmla="*/ 66239 w 1542614"/>
                  <a:gd name="connsiteY11" fmla="*/ 543257 h 2038682"/>
                  <a:gd name="connsiteX0" fmla="*/ 66239 w 1542614"/>
                  <a:gd name="connsiteY0" fmla="*/ 543257 h 2038682"/>
                  <a:gd name="connsiteX1" fmla="*/ 161489 w 1542614"/>
                  <a:gd name="connsiteY1" fmla="*/ 332 h 2038682"/>
                  <a:gd name="connsiteX2" fmla="*/ 837764 w 1542614"/>
                  <a:gd name="connsiteY2" fmla="*/ 457532 h 2038682"/>
                  <a:gd name="connsiteX3" fmla="*/ 1218764 w 1542614"/>
                  <a:gd name="connsiteY3" fmla="*/ 619457 h 2038682"/>
                  <a:gd name="connsiteX4" fmla="*/ 1466414 w 1542614"/>
                  <a:gd name="connsiteY4" fmla="*/ 886157 h 2038682"/>
                  <a:gd name="connsiteX5" fmla="*/ 1542614 w 1542614"/>
                  <a:gd name="connsiteY5" fmla="*/ 1552907 h 2038682"/>
                  <a:gd name="connsiteX6" fmla="*/ 1342589 w 1542614"/>
                  <a:gd name="connsiteY6" fmla="*/ 1952957 h 2038682"/>
                  <a:gd name="connsiteX7" fmla="*/ 1218764 w 1542614"/>
                  <a:gd name="connsiteY7" fmla="*/ 2038682 h 2038682"/>
                  <a:gd name="connsiteX8" fmla="*/ 409139 w 1542614"/>
                  <a:gd name="connsiteY8" fmla="*/ 1648157 h 2038682"/>
                  <a:gd name="connsiteX9" fmla="*/ 180539 w 1542614"/>
                  <a:gd name="connsiteY9" fmla="*/ 1333832 h 2038682"/>
                  <a:gd name="connsiteX10" fmla="*/ 37664 w 1542614"/>
                  <a:gd name="connsiteY10" fmla="*/ 981407 h 2038682"/>
                  <a:gd name="connsiteX11" fmla="*/ 66239 w 1542614"/>
                  <a:gd name="connsiteY11" fmla="*/ 543257 h 2038682"/>
                  <a:gd name="connsiteX0" fmla="*/ 66239 w 1625679"/>
                  <a:gd name="connsiteY0" fmla="*/ 543257 h 2038682"/>
                  <a:gd name="connsiteX1" fmla="*/ 161489 w 1625679"/>
                  <a:gd name="connsiteY1" fmla="*/ 332 h 2038682"/>
                  <a:gd name="connsiteX2" fmla="*/ 837764 w 1625679"/>
                  <a:gd name="connsiteY2" fmla="*/ 457532 h 2038682"/>
                  <a:gd name="connsiteX3" fmla="*/ 1218764 w 1625679"/>
                  <a:gd name="connsiteY3" fmla="*/ 619457 h 2038682"/>
                  <a:gd name="connsiteX4" fmla="*/ 1466414 w 1625679"/>
                  <a:gd name="connsiteY4" fmla="*/ 886157 h 2038682"/>
                  <a:gd name="connsiteX5" fmla="*/ 1542614 w 1625679"/>
                  <a:gd name="connsiteY5" fmla="*/ 1552907 h 2038682"/>
                  <a:gd name="connsiteX6" fmla="*/ 1342589 w 1625679"/>
                  <a:gd name="connsiteY6" fmla="*/ 1952957 h 2038682"/>
                  <a:gd name="connsiteX7" fmla="*/ 1218764 w 1625679"/>
                  <a:gd name="connsiteY7" fmla="*/ 2038682 h 2038682"/>
                  <a:gd name="connsiteX8" fmla="*/ 409139 w 1625679"/>
                  <a:gd name="connsiteY8" fmla="*/ 1648157 h 2038682"/>
                  <a:gd name="connsiteX9" fmla="*/ 180539 w 1625679"/>
                  <a:gd name="connsiteY9" fmla="*/ 1333832 h 2038682"/>
                  <a:gd name="connsiteX10" fmla="*/ 37664 w 1625679"/>
                  <a:gd name="connsiteY10" fmla="*/ 981407 h 2038682"/>
                  <a:gd name="connsiteX11" fmla="*/ 66239 w 1625679"/>
                  <a:gd name="connsiteY11" fmla="*/ 543257 h 2038682"/>
                  <a:gd name="connsiteX0" fmla="*/ 66239 w 1625679"/>
                  <a:gd name="connsiteY0" fmla="*/ 543257 h 2038682"/>
                  <a:gd name="connsiteX1" fmla="*/ 161489 w 1625679"/>
                  <a:gd name="connsiteY1" fmla="*/ 332 h 2038682"/>
                  <a:gd name="connsiteX2" fmla="*/ 837764 w 1625679"/>
                  <a:gd name="connsiteY2" fmla="*/ 457532 h 2038682"/>
                  <a:gd name="connsiteX3" fmla="*/ 1218764 w 1625679"/>
                  <a:gd name="connsiteY3" fmla="*/ 619457 h 2038682"/>
                  <a:gd name="connsiteX4" fmla="*/ 1466414 w 1625679"/>
                  <a:gd name="connsiteY4" fmla="*/ 886157 h 2038682"/>
                  <a:gd name="connsiteX5" fmla="*/ 1542614 w 1625679"/>
                  <a:gd name="connsiteY5" fmla="*/ 1552907 h 2038682"/>
                  <a:gd name="connsiteX6" fmla="*/ 1342589 w 1625679"/>
                  <a:gd name="connsiteY6" fmla="*/ 1952957 h 2038682"/>
                  <a:gd name="connsiteX7" fmla="*/ 1218764 w 1625679"/>
                  <a:gd name="connsiteY7" fmla="*/ 2038682 h 2038682"/>
                  <a:gd name="connsiteX8" fmla="*/ 409139 w 1625679"/>
                  <a:gd name="connsiteY8" fmla="*/ 1648157 h 2038682"/>
                  <a:gd name="connsiteX9" fmla="*/ 180539 w 1625679"/>
                  <a:gd name="connsiteY9" fmla="*/ 1333832 h 2038682"/>
                  <a:gd name="connsiteX10" fmla="*/ 37664 w 1625679"/>
                  <a:gd name="connsiteY10" fmla="*/ 981407 h 2038682"/>
                  <a:gd name="connsiteX11" fmla="*/ 66239 w 1625679"/>
                  <a:gd name="connsiteY11" fmla="*/ 543257 h 20386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625679" h="2038682">
                    <a:moveTo>
                      <a:pt x="66239" y="543257"/>
                    </a:moveTo>
                    <a:cubicBezTo>
                      <a:pt x="37664" y="352757"/>
                      <a:pt x="90052" y="262270"/>
                      <a:pt x="161489" y="332"/>
                    </a:cubicBezTo>
                    <a:cubicBezTo>
                      <a:pt x="290077" y="-13955"/>
                      <a:pt x="704414" y="436895"/>
                      <a:pt x="837764" y="457532"/>
                    </a:cubicBezTo>
                    <a:cubicBezTo>
                      <a:pt x="964764" y="511507"/>
                      <a:pt x="1110814" y="498807"/>
                      <a:pt x="1218764" y="619457"/>
                    </a:cubicBezTo>
                    <a:cubicBezTo>
                      <a:pt x="1421964" y="703595"/>
                      <a:pt x="1385452" y="717882"/>
                      <a:pt x="1466414" y="886157"/>
                    </a:cubicBezTo>
                    <a:cubicBezTo>
                      <a:pt x="1547376" y="1054432"/>
                      <a:pt x="1733114" y="1383044"/>
                      <a:pt x="1542614" y="1552907"/>
                    </a:cubicBezTo>
                    <a:cubicBezTo>
                      <a:pt x="1561664" y="1829132"/>
                      <a:pt x="1409264" y="1819607"/>
                      <a:pt x="1342589" y="1952957"/>
                    </a:cubicBezTo>
                    <a:lnTo>
                      <a:pt x="1218764" y="2038682"/>
                    </a:lnTo>
                    <a:cubicBezTo>
                      <a:pt x="1079064" y="1976770"/>
                      <a:pt x="601227" y="2013282"/>
                      <a:pt x="409139" y="1648157"/>
                    </a:cubicBezTo>
                    <a:cubicBezTo>
                      <a:pt x="236102" y="1530682"/>
                      <a:pt x="248802" y="1500520"/>
                      <a:pt x="180539" y="1333832"/>
                    </a:cubicBezTo>
                    <a:cubicBezTo>
                      <a:pt x="102752" y="1233820"/>
                      <a:pt x="10676" y="1108407"/>
                      <a:pt x="37664" y="981407"/>
                    </a:cubicBezTo>
                    <a:cubicBezTo>
                      <a:pt x="-57586" y="702007"/>
                      <a:pt x="56714" y="689307"/>
                      <a:pt x="66239" y="543257"/>
                    </a:cubicBezTo>
                    <a:close/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Rectangle 21">
                <a:extLst>
                  <a:ext uri="{FF2B5EF4-FFF2-40B4-BE49-F238E27FC236}">
                    <a16:creationId xmlns:a16="http://schemas.microsoft.com/office/drawing/2014/main" id="{B234F087-ADA0-4FF4-F1A4-E0A2B9B38743}"/>
                  </a:ext>
                </a:extLst>
              </p:cNvPr>
              <p:cNvSpPr/>
              <p:nvPr/>
            </p:nvSpPr>
            <p:spPr>
              <a:xfrm rot="2339417">
                <a:off x="4240894" y="3732437"/>
                <a:ext cx="263754" cy="499192"/>
              </a:xfrm>
              <a:custGeom>
                <a:avLst/>
                <a:gdLst>
                  <a:gd name="connsiteX0" fmla="*/ 0 w 247650"/>
                  <a:gd name="connsiteY0" fmla="*/ 0 h 381000"/>
                  <a:gd name="connsiteX1" fmla="*/ 247650 w 247650"/>
                  <a:gd name="connsiteY1" fmla="*/ 0 h 381000"/>
                  <a:gd name="connsiteX2" fmla="*/ 247650 w 247650"/>
                  <a:gd name="connsiteY2" fmla="*/ 381000 h 381000"/>
                  <a:gd name="connsiteX3" fmla="*/ 0 w 247650"/>
                  <a:gd name="connsiteY3" fmla="*/ 381000 h 381000"/>
                  <a:gd name="connsiteX4" fmla="*/ 0 w 247650"/>
                  <a:gd name="connsiteY4" fmla="*/ 0 h 381000"/>
                  <a:gd name="connsiteX0" fmla="*/ 304800 w 552450"/>
                  <a:gd name="connsiteY0" fmla="*/ 0 h 381000"/>
                  <a:gd name="connsiteX1" fmla="*/ 552450 w 552450"/>
                  <a:gd name="connsiteY1" fmla="*/ 0 h 381000"/>
                  <a:gd name="connsiteX2" fmla="*/ 552450 w 552450"/>
                  <a:gd name="connsiteY2" fmla="*/ 381000 h 381000"/>
                  <a:gd name="connsiteX3" fmla="*/ 0 w 552450"/>
                  <a:gd name="connsiteY3" fmla="*/ 352425 h 381000"/>
                  <a:gd name="connsiteX4" fmla="*/ 304800 w 552450"/>
                  <a:gd name="connsiteY4" fmla="*/ 0 h 381000"/>
                  <a:gd name="connsiteX0" fmla="*/ 304800 w 552450"/>
                  <a:gd name="connsiteY0" fmla="*/ 0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4" fmla="*/ 304800 w 552450"/>
                  <a:gd name="connsiteY4" fmla="*/ 0 h 485775"/>
                  <a:gd name="connsiteX0" fmla="*/ 0 w 552450"/>
                  <a:gd name="connsiteY0" fmla="*/ 352425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0" fmla="*/ 0 w 2028825"/>
                  <a:gd name="connsiteY0" fmla="*/ 1895475 h 2028825"/>
                  <a:gd name="connsiteX1" fmla="*/ 2028825 w 2028825"/>
                  <a:gd name="connsiteY1" fmla="*/ 0 h 2028825"/>
                  <a:gd name="connsiteX2" fmla="*/ 428625 w 2028825"/>
                  <a:gd name="connsiteY2" fmla="*/ 2028825 h 2028825"/>
                  <a:gd name="connsiteX3" fmla="*/ 0 w 2028825"/>
                  <a:gd name="connsiteY3" fmla="*/ 1895475 h 2028825"/>
                  <a:gd name="connsiteX0" fmla="*/ 1066800 w 1495425"/>
                  <a:gd name="connsiteY0" fmla="*/ 25527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1066800 w 1495425"/>
                  <a:gd name="connsiteY3" fmla="*/ 2552700 h 2686050"/>
                  <a:gd name="connsiteX0" fmla="*/ 847725 w 1495425"/>
                  <a:gd name="connsiteY0" fmla="*/ 24384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847725 w 1495425"/>
                  <a:gd name="connsiteY3" fmla="*/ 2438400 h 2686050"/>
                  <a:gd name="connsiteX0" fmla="*/ 847725 w 1228725"/>
                  <a:gd name="connsiteY0" fmla="*/ 243840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47725 w 1228725"/>
                  <a:gd name="connsiteY3" fmla="*/ 243840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8725" h="2543175">
                    <a:moveTo>
                      <a:pt x="876300" y="2428875"/>
                    </a:moveTo>
                    <a:cubicBezTo>
                      <a:pt x="1222375" y="1581150"/>
                      <a:pt x="292100" y="809625"/>
                      <a:pt x="0" y="0"/>
                    </a:cubicBezTo>
                    <a:cubicBezTo>
                      <a:pt x="409575" y="847725"/>
                      <a:pt x="1219200" y="1390650"/>
                      <a:pt x="1228725" y="2543175"/>
                    </a:cubicBezTo>
                    <a:lnTo>
                      <a:pt x="876300" y="2428875"/>
                    </a:lnTo>
                    <a:close/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Rectangle 21">
                <a:extLst>
                  <a:ext uri="{FF2B5EF4-FFF2-40B4-BE49-F238E27FC236}">
                    <a16:creationId xmlns:a16="http://schemas.microsoft.com/office/drawing/2014/main" id="{F12DF99A-57F4-04C5-0FAC-F9D4B6C4E9A2}"/>
                  </a:ext>
                </a:extLst>
              </p:cNvPr>
              <p:cNvSpPr/>
              <p:nvPr/>
            </p:nvSpPr>
            <p:spPr>
              <a:xfrm rot="16200000" flipH="1">
                <a:off x="3974990" y="3981478"/>
                <a:ext cx="263754" cy="499192"/>
              </a:xfrm>
              <a:custGeom>
                <a:avLst/>
                <a:gdLst>
                  <a:gd name="connsiteX0" fmla="*/ 0 w 247650"/>
                  <a:gd name="connsiteY0" fmla="*/ 0 h 381000"/>
                  <a:gd name="connsiteX1" fmla="*/ 247650 w 247650"/>
                  <a:gd name="connsiteY1" fmla="*/ 0 h 381000"/>
                  <a:gd name="connsiteX2" fmla="*/ 247650 w 247650"/>
                  <a:gd name="connsiteY2" fmla="*/ 381000 h 381000"/>
                  <a:gd name="connsiteX3" fmla="*/ 0 w 247650"/>
                  <a:gd name="connsiteY3" fmla="*/ 381000 h 381000"/>
                  <a:gd name="connsiteX4" fmla="*/ 0 w 247650"/>
                  <a:gd name="connsiteY4" fmla="*/ 0 h 381000"/>
                  <a:gd name="connsiteX0" fmla="*/ 304800 w 552450"/>
                  <a:gd name="connsiteY0" fmla="*/ 0 h 381000"/>
                  <a:gd name="connsiteX1" fmla="*/ 552450 w 552450"/>
                  <a:gd name="connsiteY1" fmla="*/ 0 h 381000"/>
                  <a:gd name="connsiteX2" fmla="*/ 552450 w 552450"/>
                  <a:gd name="connsiteY2" fmla="*/ 381000 h 381000"/>
                  <a:gd name="connsiteX3" fmla="*/ 0 w 552450"/>
                  <a:gd name="connsiteY3" fmla="*/ 352425 h 381000"/>
                  <a:gd name="connsiteX4" fmla="*/ 304800 w 552450"/>
                  <a:gd name="connsiteY4" fmla="*/ 0 h 381000"/>
                  <a:gd name="connsiteX0" fmla="*/ 304800 w 552450"/>
                  <a:gd name="connsiteY0" fmla="*/ 0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4" fmla="*/ 304800 w 552450"/>
                  <a:gd name="connsiteY4" fmla="*/ 0 h 485775"/>
                  <a:gd name="connsiteX0" fmla="*/ 0 w 552450"/>
                  <a:gd name="connsiteY0" fmla="*/ 352425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0" fmla="*/ 0 w 2028825"/>
                  <a:gd name="connsiteY0" fmla="*/ 1895475 h 2028825"/>
                  <a:gd name="connsiteX1" fmla="*/ 2028825 w 2028825"/>
                  <a:gd name="connsiteY1" fmla="*/ 0 h 2028825"/>
                  <a:gd name="connsiteX2" fmla="*/ 428625 w 2028825"/>
                  <a:gd name="connsiteY2" fmla="*/ 2028825 h 2028825"/>
                  <a:gd name="connsiteX3" fmla="*/ 0 w 2028825"/>
                  <a:gd name="connsiteY3" fmla="*/ 1895475 h 2028825"/>
                  <a:gd name="connsiteX0" fmla="*/ 1066800 w 1495425"/>
                  <a:gd name="connsiteY0" fmla="*/ 25527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1066800 w 1495425"/>
                  <a:gd name="connsiteY3" fmla="*/ 2552700 h 2686050"/>
                  <a:gd name="connsiteX0" fmla="*/ 847725 w 1495425"/>
                  <a:gd name="connsiteY0" fmla="*/ 24384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847725 w 1495425"/>
                  <a:gd name="connsiteY3" fmla="*/ 2438400 h 2686050"/>
                  <a:gd name="connsiteX0" fmla="*/ 847725 w 1228725"/>
                  <a:gd name="connsiteY0" fmla="*/ 243840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47725 w 1228725"/>
                  <a:gd name="connsiteY3" fmla="*/ 243840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8725" h="2543175">
                    <a:moveTo>
                      <a:pt x="876300" y="2428875"/>
                    </a:moveTo>
                    <a:cubicBezTo>
                      <a:pt x="1222375" y="1581150"/>
                      <a:pt x="292100" y="809625"/>
                      <a:pt x="0" y="0"/>
                    </a:cubicBezTo>
                    <a:cubicBezTo>
                      <a:pt x="409575" y="847725"/>
                      <a:pt x="1219200" y="1390650"/>
                      <a:pt x="1228725" y="2543175"/>
                    </a:cubicBezTo>
                    <a:lnTo>
                      <a:pt x="876300" y="2428875"/>
                    </a:lnTo>
                    <a:close/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Rectangle 21">
                <a:extLst>
                  <a:ext uri="{FF2B5EF4-FFF2-40B4-BE49-F238E27FC236}">
                    <a16:creationId xmlns:a16="http://schemas.microsoft.com/office/drawing/2014/main" id="{982496F5-F080-CBF6-A474-B5D1DE792B29}"/>
                  </a:ext>
                </a:extLst>
              </p:cNvPr>
              <p:cNvSpPr/>
              <p:nvPr/>
            </p:nvSpPr>
            <p:spPr>
              <a:xfrm rot="1659284">
                <a:off x="3918216" y="3296362"/>
                <a:ext cx="263754" cy="499192"/>
              </a:xfrm>
              <a:custGeom>
                <a:avLst/>
                <a:gdLst>
                  <a:gd name="connsiteX0" fmla="*/ 0 w 247650"/>
                  <a:gd name="connsiteY0" fmla="*/ 0 h 381000"/>
                  <a:gd name="connsiteX1" fmla="*/ 247650 w 247650"/>
                  <a:gd name="connsiteY1" fmla="*/ 0 h 381000"/>
                  <a:gd name="connsiteX2" fmla="*/ 247650 w 247650"/>
                  <a:gd name="connsiteY2" fmla="*/ 381000 h 381000"/>
                  <a:gd name="connsiteX3" fmla="*/ 0 w 247650"/>
                  <a:gd name="connsiteY3" fmla="*/ 381000 h 381000"/>
                  <a:gd name="connsiteX4" fmla="*/ 0 w 247650"/>
                  <a:gd name="connsiteY4" fmla="*/ 0 h 381000"/>
                  <a:gd name="connsiteX0" fmla="*/ 304800 w 552450"/>
                  <a:gd name="connsiteY0" fmla="*/ 0 h 381000"/>
                  <a:gd name="connsiteX1" fmla="*/ 552450 w 552450"/>
                  <a:gd name="connsiteY1" fmla="*/ 0 h 381000"/>
                  <a:gd name="connsiteX2" fmla="*/ 552450 w 552450"/>
                  <a:gd name="connsiteY2" fmla="*/ 381000 h 381000"/>
                  <a:gd name="connsiteX3" fmla="*/ 0 w 552450"/>
                  <a:gd name="connsiteY3" fmla="*/ 352425 h 381000"/>
                  <a:gd name="connsiteX4" fmla="*/ 304800 w 552450"/>
                  <a:gd name="connsiteY4" fmla="*/ 0 h 381000"/>
                  <a:gd name="connsiteX0" fmla="*/ 304800 w 552450"/>
                  <a:gd name="connsiteY0" fmla="*/ 0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4" fmla="*/ 304800 w 552450"/>
                  <a:gd name="connsiteY4" fmla="*/ 0 h 485775"/>
                  <a:gd name="connsiteX0" fmla="*/ 0 w 552450"/>
                  <a:gd name="connsiteY0" fmla="*/ 352425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0" fmla="*/ 0 w 2028825"/>
                  <a:gd name="connsiteY0" fmla="*/ 1895475 h 2028825"/>
                  <a:gd name="connsiteX1" fmla="*/ 2028825 w 2028825"/>
                  <a:gd name="connsiteY1" fmla="*/ 0 h 2028825"/>
                  <a:gd name="connsiteX2" fmla="*/ 428625 w 2028825"/>
                  <a:gd name="connsiteY2" fmla="*/ 2028825 h 2028825"/>
                  <a:gd name="connsiteX3" fmla="*/ 0 w 2028825"/>
                  <a:gd name="connsiteY3" fmla="*/ 1895475 h 2028825"/>
                  <a:gd name="connsiteX0" fmla="*/ 1066800 w 1495425"/>
                  <a:gd name="connsiteY0" fmla="*/ 25527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1066800 w 1495425"/>
                  <a:gd name="connsiteY3" fmla="*/ 2552700 h 2686050"/>
                  <a:gd name="connsiteX0" fmla="*/ 847725 w 1495425"/>
                  <a:gd name="connsiteY0" fmla="*/ 24384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847725 w 1495425"/>
                  <a:gd name="connsiteY3" fmla="*/ 2438400 h 2686050"/>
                  <a:gd name="connsiteX0" fmla="*/ 847725 w 1228725"/>
                  <a:gd name="connsiteY0" fmla="*/ 243840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47725 w 1228725"/>
                  <a:gd name="connsiteY3" fmla="*/ 243840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8725" h="2543175">
                    <a:moveTo>
                      <a:pt x="876300" y="2428875"/>
                    </a:moveTo>
                    <a:cubicBezTo>
                      <a:pt x="1222375" y="1581150"/>
                      <a:pt x="292100" y="809625"/>
                      <a:pt x="0" y="0"/>
                    </a:cubicBezTo>
                    <a:cubicBezTo>
                      <a:pt x="409575" y="847725"/>
                      <a:pt x="1219200" y="1390650"/>
                      <a:pt x="1228725" y="2543175"/>
                    </a:cubicBezTo>
                    <a:lnTo>
                      <a:pt x="876300" y="2428875"/>
                    </a:lnTo>
                    <a:close/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Rectangle 21">
                <a:extLst>
                  <a:ext uri="{FF2B5EF4-FFF2-40B4-BE49-F238E27FC236}">
                    <a16:creationId xmlns:a16="http://schemas.microsoft.com/office/drawing/2014/main" id="{10EA19F1-CECD-7A85-E4B3-4B5C7F0FD759}"/>
                  </a:ext>
                </a:extLst>
              </p:cNvPr>
              <p:cNvSpPr/>
              <p:nvPr/>
            </p:nvSpPr>
            <p:spPr>
              <a:xfrm rot="16200000" flipH="1">
                <a:off x="3709086" y="3516086"/>
                <a:ext cx="263754" cy="499192"/>
              </a:xfrm>
              <a:custGeom>
                <a:avLst/>
                <a:gdLst>
                  <a:gd name="connsiteX0" fmla="*/ 0 w 247650"/>
                  <a:gd name="connsiteY0" fmla="*/ 0 h 381000"/>
                  <a:gd name="connsiteX1" fmla="*/ 247650 w 247650"/>
                  <a:gd name="connsiteY1" fmla="*/ 0 h 381000"/>
                  <a:gd name="connsiteX2" fmla="*/ 247650 w 247650"/>
                  <a:gd name="connsiteY2" fmla="*/ 381000 h 381000"/>
                  <a:gd name="connsiteX3" fmla="*/ 0 w 247650"/>
                  <a:gd name="connsiteY3" fmla="*/ 381000 h 381000"/>
                  <a:gd name="connsiteX4" fmla="*/ 0 w 247650"/>
                  <a:gd name="connsiteY4" fmla="*/ 0 h 381000"/>
                  <a:gd name="connsiteX0" fmla="*/ 304800 w 552450"/>
                  <a:gd name="connsiteY0" fmla="*/ 0 h 381000"/>
                  <a:gd name="connsiteX1" fmla="*/ 552450 w 552450"/>
                  <a:gd name="connsiteY1" fmla="*/ 0 h 381000"/>
                  <a:gd name="connsiteX2" fmla="*/ 552450 w 552450"/>
                  <a:gd name="connsiteY2" fmla="*/ 381000 h 381000"/>
                  <a:gd name="connsiteX3" fmla="*/ 0 w 552450"/>
                  <a:gd name="connsiteY3" fmla="*/ 352425 h 381000"/>
                  <a:gd name="connsiteX4" fmla="*/ 304800 w 552450"/>
                  <a:gd name="connsiteY4" fmla="*/ 0 h 381000"/>
                  <a:gd name="connsiteX0" fmla="*/ 304800 w 552450"/>
                  <a:gd name="connsiteY0" fmla="*/ 0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4" fmla="*/ 304800 w 552450"/>
                  <a:gd name="connsiteY4" fmla="*/ 0 h 485775"/>
                  <a:gd name="connsiteX0" fmla="*/ 0 w 552450"/>
                  <a:gd name="connsiteY0" fmla="*/ 352425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0" fmla="*/ 0 w 2028825"/>
                  <a:gd name="connsiteY0" fmla="*/ 1895475 h 2028825"/>
                  <a:gd name="connsiteX1" fmla="*/ 2028825 w 2028825"/>
                  <a:gd name="connsiteY1" fmla="*/ 0 h 2028825"/>
                  <a:gd name="connsiteX2" fmla="*/ 428625 w 2028825"/>
                  <a:gd name="connsiteY2" fmla="*/ 2028825 h 2028825"/>
                  <a:gd name="connsiteX3" fmla="*/ 0 w 2028825"/>
                  <a:gd name="connsiteY3" fmla="*/ 1895475 h 2028825"/>
                  <a:gd name="connsiteX0" fmla="*/ 1066800 w 1495425"/>
                  <a:gd name="connsiteY0" fmla="*/ 25527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1066800 w 1495425"/>
                  <a:gd name="connsiteY3" fmla="*/ 2552700 h 2686050"/>
                  <a:gd name="connsiteX0" fmla="*/ 847725 w 1495425"/>
                  <a:gd name="connsiteY0" fmla="*/ 24384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847725 w 1495425"/>
                  <a:gd name="connsiteY3" fmla="*/ 2438400 h 2686050"/>
                  <a:gd name="connsiteX0" fmla="*/ 847725 w 1228725"/>
                  <a:gd name="connsiteY0" fmla="*/ 243840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47725 w 1228725"/>
                  <a:gd name="connsiteY3" fmla="*/ 243840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8725" h="2543175">
                    <a:moveTo>
                      <a:pt x="876300" y="2428875"/>
                    </a:moveTo>
                    <a:cubicBezTo>
                      <a:pt x="1222375" y="1581150"/>
                      <a:pt x="292100" y="809625"/>
                      <a:pt x="0" y="0"/>
                    </a:cubicBezTo>
                    <a:cubicBezTo>
                      <a:pt x="409575" y="847725"/>
                      <a:pt x="1219200" y="1390650"/>
                      <a:pt x="1228725" y="2543175"/>
                    </a:cubicBezTo>
                    <a:lnTo>
                      <a:pt x="876300" y="2428875"/>
                    </a:lnTo>
                    <a:close/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Rectangle 21">
                <a:extLst>
                  <a:ext uri="{FF2B5EF4-FFF2-40B4-BE49-F238E27FC236}">
                    <a16:creationId xmlns:a16="http://schemas.microsoft.com/office/drawing/2014/main" id="{A5C46C23-18F8-2629-051B-FFB1048BCF4F}"/>
                  </a:ext>
                </a:extLst>
              </p:cNvPr>
              <p:cNvSpPr/>
              <p:nvPr/>
            </p:nvSpPr>
            <p:spPr>
              <a:xfrm rot="1659284">
                <a:off x="3692373" y="3090755"/>
                <a:ext cx="156914" cy="296982"/>
              </a:xfrm>
              <a:custGeom>
                <a:avLst/>
                <a:gdLst>
                  <a:gd name="connsiteX0" fmla="*/ 0 w 247650"/>
                  <a:gd name="connsiteY0" fmla="*/ 0 h 381000"/>
                  <a:gd name="connsiteX1" fmla="*/ 247650 w 247650"/>
                  <a:gd name="connsiteY1" fmla="*/ 0 h 381000"/>
                  <a:gd name="connsiteX2" fmla="*/ 247650 w 247650"/>
                  <a:gd name="connsiteY2" fmla="*/ 381000 h 381000"/>
                  <a:gd name="connsiteX3" fmla="*/ 0 w 247650"/>
                  <a:gd name="connsiteY3" fmla="*/ 381000 h 381000"/>
                  <a:gd name="connsiteX4" fmla="*/ 0 w 247650"/>
                  <a:gd name="connsiteY4" fmla="*/ 0 h 381000"/>
                  <a:gd name="connsiteX0" fmla="*/ 304800 w 552450"/>
                  <a:gd name="connsiteY0" fmla="*/ 0 h 381000"/>
                  <a:gd name="connsiteX1" fmla="*/ 552450 w 552450"/>
                  <a:gd name="connsiteY1" fmla="*/ 0 h 381000"/>
                  <a:gd name="connsiteX2" fmla="*/ 552450 w 552450"/>
                  <a:gd name="connsiteY2" fmla="*/ 381000 h 381000"/>
                  <a:gd name="connsiteX3" fmla="*/ 0 w 552450"/>
                  <a:gd name="connsiteY3" fmla="*/ 352425 h 381000"/>
                  <a:gd name="connsiteX4" fmla="*/ 304800 w 552450"/>
                  <a:gd name="connsiteY4" fmla="*/ 0 h 381000"/>
                  <a:gd name="connsiteX0" fmla="*/ 304800 w 552450"/>
                  <a:gd name="connsiteY0" fmla="*/ 0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4" fmla="*/ 304800 w 552450"/>
                  <a:gd name="connsiteY4" fmla="*/ 0 h 485775"/>
                  <a:gd name="connsiteX0" fmla="*/ 0 w 552450"/>
                  <a:gd name="connsiteY0" fmla="*/ 352425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0" fmla="*/ 0 w 2028825"/>
                  <a:gd name="connsiteY0" fmla="*/ 1895475 h 2028825"/>
                  <a:gd name="connsiteX1" fmla="*/ 2028825 w 2028825"/>
                  <a:gd name="connsiteY1" fmla="*/ 0 h 2028825"/>
                  <a:gd name="connsiteX2" fmla="*/ 428625 w 2028825"/>
                  <a:gd name="connsiteY2" fmla="*/ 2028825 h 2028825"/>
                  <a:gd name="connsiteX3" fmla="*/ 0 w 2028825"/>
                  <a:gd name="connsiteY3" fmla="*/ 1895475 h 2028825"/>
                  <a:gd name="connsiteX0" fmla="*/ 1066800 w 1495425"/>
                  <a:gd name="connsiteY0" fmla="*/ 25527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1066800 w 1495425"/>
                  <a:gd name="connsiteY3" fmla="*/ 2552700 h 2686050"/>
                  <a:gd name="connsiteX0" fmla="*/ 847725 w 1495425"/>
                  <a:gd name="connsiteY0" fmla="*/ 24384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847725 w 1495425"/>
                  <a:gd name="connsiteY3" fmla="*/ 2438400 h 2686050"/>
                  <a:gd name="connsiteX0" fmla="*/ 847725 w 1228725"/>
                  <a:gd name="connsiteY0" fmla="*/ 243840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47725 w 1228725"/>
                  <a:gd name="connsiteY3" fmla="*/ 243840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8725" h="2543175">
                    <a:moveTo>
                      <a:pt x="876300" y="2428875"/>
                    </a:moveTo>
                    <a:cubicBezTo>
                      <a:pt x="1222375" y="1581150"/>
                      <a:pt x="292100" y="809625"/>
                      <a:pt x="0" y="0"/>
                    </a:cubicBezTo>
                    <a:cubicBezTo>
                      <a:pt x="409575" y="847725"/>
                      <a:pt x="1219200" y="1390650"/>
                      <a:pt x="1228725" y="2543175"/>
                    </a:cubicBezTo>
                    <a:lnTo>
                      <a:pt x="876300" y="2428875"/>
                    </a:lnTo>
                    <a:close/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Rectangle 21">
                <a:extLst>
                  <a:ext uri="{FF2B5EF4-FFF2-40B4-BE49-F238E27FC236}">
                    <a16:creationId xmlns:a16="http://schemas.microsoft.com/office/drawing/2014/main" id="{670322FC-3230-02A1-AB7A-BFE7A39399B8}"/>
                  </a:ext>
                </a:extLst>
              </p:cNvPr>
              <p:cNvSpPr/>
              <p:nvPr/>
            </p:nvSpPr>
            <p:spPr>
              <a:xfrm rot="16568896" flipH="1">
                <a:off x="3473647" y="3059060"/>
                <a:ext cx="156914" cy="296982"/>
              </a:xfrm>
              <a:custGeom>
                <a:avLst/>
                <a:gdLst>
                  <a:gd name="connsiteX0" fmla="*/ 0 w 247650"/>
                  <a:gd name="connsiteY0" fmla="*/ 0 h 381000"/>
                  <a:gd name="connsiteX1" fmla="*/ 247650 w 247650"/>
                  <a:gd name="connsiteY1" fmla="*/ 0 h 381000"/>
                  <a:gd name="connsiteX2" fmla="*/ 247650 w 247650"/>
                  <a:gd name="connsiteY2" fmla="*/ 381000 h 381000"/>
                  <a:gd name="connsiteX3" fmla="*/ 0 w 247650"/>
                  <a:gd name="connsiteY3" fmla="*/ 381000 h 381000"/>
                  <a:gd name="connsiteX4" fmla="*/ 0 w 247650"/>
                  <a:gd name="connsiteY4" fmla="*/ 0 h 381000"/>
                  <a:gd name="connsiteX0" fmla="*/ 304800 w 552450"/>
                  <a:gd name="connsiteY0" fmla="*/ 0 h 381000"/>
                  <a:gd name="connsiteX1" fmla="*/ 552450 w 552450"/>
                  <a:gd name="connsiteY1" fmla="*/ 0 h 381000"/>
                  <a:gd name="connsiteX2" fmla="*/ 552450 w 552450"/>
                  <a:gd name="connsiteY2" fmla="*/ 381000 h 381000"/>
                  <a:gd name="connsiteX3" fmla="*/ 0 w 552450"/>
                  <a:gd name="connsiteY3" fmla="*/ 352425 h 381000"/>
                  <a:gd name="connsiteX4" fmla="*/ 304800 w 552450"/>
                  <a:gd name="connsiteY4" fmla="*/ 0 h 381000"/>
                  <a:gd name="connsiteX0" fmla="*/ 304800 w 552450"/>
                  <a:gd name="connsiteY0" fmla="*/ 0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4" fmla="*/ 304800 w 552450"/>
                  <a:gd name="connsiteY4" fmla="*/ 0 h 485775"/>
                  <a:gd name="connsiteX0" fmla="*/ 0 w 552450"/>
                  <a:gd name="connsiteY0" fmla="*/ 352425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0" fmla="*/ 0 w 2028825"/>
                  <a:gd name="connsiteY0" fmla="*/ 1895475 h 2028825"/>
                  <a:gd name="connsiteX1" fmla="*/ 2028825 w 2028825"/>
                  <a:gd name="connsiteY1" fmla="*/ 0 h 2028825"/>
                  <a:gd name="connsiteX2" fmla="*/ 428625 w 2028825"/>
                  <a:gd name="connsiteY2" fmla="*/ 2028825 h 2028825"/>
                  <a:gd name="connsiteX3" fmla="*/ 0 w 2028825"/>
                  <a:gd name="connsiteY3" fmla="*/ 1895475 h 2028825"/>
                  <a:gd name="connsiteX0" fmla="*/ 1066800 w 1495425"/>
                  <a:gd name="connsiteY0" fmla="*/ 25527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1066800 w 1495425"/>
                  <a:gd name="connsiteY3" fmla="*/ 2552700 h 2686050"/>
                  <a:gd name="connsiteX0" fmla="*/ 847725 w 1495425"/>
                  <a:gd name="connsiteY0" fmla="*/ 24384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847725 w 1495425"/>
                  <a:gd name="connsiteY3" fmla="*/ 2438400 h 2686050"/>
                  <a:gd name="connsiteX0" fmla="*/ 847725 w 1228725"/>
                  <a:gd name="connsiteY0" fmla="*/ 243840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47725 w 1228725"/>
                  <a:gd name="connsiteY3" fmla="*/ 243840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8725" h="2543175">
                    <a:moveTo>
                      <a:pt x="876300" y="2428875"/>
                    </a:moveTo>
                    <a:cubicBezTo>
                      <a:pt x="1222375" y="1581150"/>
                      <a:pt x="292100" y="809625"/>
                      <a:pt x="0" y="0"/>
                    </a:cubicBezTo>
                    <a:cubicBezTo>
                      <a:pt x="409575" y="847725"/>
                      <a:pt x="1219200" y="1390650"/>
                      <a:pt x="1228725" y="2543175"/>
                    </a:cubicBezTo>
                    <a:lnTo>
                      <a:pt x="876300" y="2428875"/>
                    </a:lnTo>
                    <a:close/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Rectangle 21">
                <a:extLst>
                  <a:ext uri="{FF2B5EF4-FFF2-40B4-BE49-F238E27FC236}">
                    <a16:creationId xmlns:a16="http://schemas.microsoft.com/office/drawing/2014/main" id="{F7BA559B-8D6F-66FF-8964-8CB5AB007A75}"/>
                  </a:ext>
                </a:extLst>
              </p:cNvPr>
              <p:cNvSpPr/>
              <p:nvPr/>
            </p:nvSpPr>
            <p:spPr>
              <a:xfrm>
                <a:off x="3409950" y="2781299"/>
                <a:ext cx="1228725" cy="2543175"/>
              </a:xfrm>
              <a:custGeom>
                <a:avLst/>
                <a:gdLst>
                  <a:gd name="connsiteX0" fmla="*/ 0 w 247650"/>
                  <a:gd name="connsiteY0" fmla="*/ 0 h 381000"/>
                  <a:gd name="connsiteX1" fmla="*/ 247650 w 247650"/>
                  <a:gd name="connsiteY1" fmla="*/ 0 h 381000"/>
                  <a:gd name="connsiteX2" fmla="*/ 247650 w 247650"/>
                  <a:gd name="connsiteY2" fmla="*/ 381000 h 381000"/>
                  <a:gd name="connsiteX3" fmla="*/ 0 w 247650"/>
                  <a:gd name="connsiteY3" fmla="*/ 381000 h 381000"/>
                  <a:gd name="connsiteX4" fmla="*/ 0 w 247650"/>
                  <a:gd name="connsiteY4" fmla="*/ 0 h 381000"/>
                  <a:gd name="connsiteX0" fmla="*/ 304800 w 552450"/>
                  <a:gd name="connsiteY0" fmla="*/ 0 h 381000"/>
                  <a:gd name="connsiteX1" fmla="*/ 552450 w 552450"/>
                  <a:gd name="connsiteY1" fmla="*/ 0 h 381000"/>
                  <a:gd name="connsiteX2" fmla="*/ 552450 w 552450"/>
                  <a:gd name="connsiteY2" fmla="*/ 381000 h 381000"/>
                  <a:gd name="connsiteX3" fmla="*/ 0 w 552450"/>
                  <a:gd name="connsiteY3" fmla="*/ 352425 h 381000"/>
                  <a:gd name="connsiteX4" fmla="*/ 304800 w 552450"/>
                  <a:gd name="connsiteY4" fmla="*/ 0 h 381000"/>
                  <a:gd name="connsiteX0" fmla="*/ 304800 w 552450"/>
                  <a:gd name="connsiteY0" fmla="*/ 0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4" fmla="*/ 304800 w 552450"/>
                  <a:gd name="connsiteY4" fmla="*/ 0 h 485775"/>
                  <a:gd name="connsiteX0" fmla="*/ 0 w 552450"/>
                  <a:gd name="connsiteY0" fmla="*/ 352425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0" fmla="*/ 0 w 2028825"/>
                  <a:gd name="connsiteY0" fmla="*/ 1895475 h 2028825"/>
                  <a:gd name="connsiteX1" fmla="*/ 2028825 w 2028825"/>
                  <a:gd name="connsiteY1" fmla="*/ 0 h 2028825"/>
                  <a:gd name="connsiteX2" fmla="*/ 428625 w 2028825"/>
                  <a:gd name="connsiteY2" fmla="*/ 2028825 h 2028825"/>
                  <a:gd name="connsiteX3" fmla="*/ 0 w 2028825"/>
                  <a:gd name="connsiteY3" fmla="*/ 1895475 h 2028825"/>
                  <a:gd name="connsiteX0" fmla="*/ 1066800 w 1495425"/>
                  <a:gd name="connsiteY0" fmla="*/ 25527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1066800 w 1495425"/>
                  <a:gd name="connsiteY3" fmla="*/ 2552700 h 2686050"/>
                  <a:gd name="connsiteX0" fmla="*/ 847725 w 1495425"/>
                  <a:gd name="connsiteY0" fmla="*/ 24384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847725 w 1495425"/>
                  <a:gd name="connsiteY3" fmla="*/ 2438400 h 2686050"/>
                  <a:gd name="connsiteX0" fmla="*/ 847725 w 1228725"/>
                  <a:gd name="connsiteY0" fmla="*/ 243840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47725 w 1228725"/>
                  <a:gd name="connsiteY3" fmla="*/ 243840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8725" h="2543175">
                    <a:moveTo>
                      <a:pt x="876300" y="2428875"/>
                    </a:moveTo>
                    <a:cubicBezTo>
                      <a:pt x="1222375" y="1581150"/>
                      <a:pt x="292100" y="809625"/>
                      <a:pt x="0" y="0"/>
                    </a:cubicBezTo>
                    <a:cubicBezTo>
                      <a:pt x="409575" y="847725"/>
                      <a:pt x="1219200" y="1390650"/>
                      <a:pt x="1228725" y="2543175"/>
                    </a:cubicBezTo>
                    <a:lnTo>
                      <a:pt x="876300" y="2428875"/>
                    </a:lnTo>
                    <a:close/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17B5E7B0-AE3B-45CA-F4F2-DC6C91198AF6}"/>
                </a:ext>
              </a:extLst>
            </p:cNvPr>
            <p:cNvGrpSpPr/>
            <p:nvPr/>
          </p:nvGrpSpPr>
          <p:grpSpPr>
            <a:xfrm>
              <a:off x="2179731" y="5042450"/>
              <a:ext cx="3614412" cy="5648468"/>
              <a:chOff x="2865713" y="1590532"/>
              <a:chExt cx="3614412" cy="5648468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E68FF82-57D6-F465-4BBB-0525ED5F4060}"/>
                  </a:ext>
                </a:extLst>
              </p:cNvPr>
              <p:cNvSpPr/>
              <p:nvPr/>
            </p:nvSpPr>
            <p:spPr>
              <a:xfrm>
                <a:off x="2865713" y="1590532"/>
                <a:ext cx="3614412" cy="5648468"/>
              </a:xfrm>
              <a:custGeom>
                <a:avLst/>
                <a:gdLst>
                  <a:gd name="connsiteX0" fmla="*/ 0 w 571500"/>
                  <a:gd name="connsiteY0" fmla="*/ 0 h 647700"/>
                  <a:gd name="connsiteX1" fmla="*/ 571500 w 571500"/>
                  <a:gd name="connsiteY1" fmla="*/ 0 h 647700"/>
                  <a:gd name="connsiteX2" fmla="*/ 571500 w 571500"/>
                  <a:gd name="connsiteY2" fmla="*/ 647700 h 647700"/>
                  <a:gd name="connsiteX3" fmla="*/ 0 w 571500"/>
                  <a:gd name="connsiteY3" fmla="*/ 647700 h 647700"/>
                  <a:gd name="connsiteX4" fmla="*/ 0 w 571500"/>
                  <a:gd name="connsiteY4" fmla="*/ 0 h 647700"/>
                  <a:gd name="connsiteX0" fmla="*/ 101600 w 571500"/>
                  <a:gd name="connsiteY0" fmla="*/ 0 h 685800"/>
                  <a:gd name="connsiteX1" fmla="*/ 571500 w 571500"/>
                  <a:gd name="connsiteY1" fmla="*/ 38100 h 685800"/>
                  <a:gd name="connsiteX2" fmla="*/ 571500 w 571500"/>
                  <a:gd name="connsiteY2" fmla="*/ 685800 h 685800"/>
                  <a:gd name="connsiteX3" fmla="*/ 0 w 571500"/>
                  <a:gd name="connsiteY3" fmla="*/ 685800 h 685800"/>
                  <a:gd name="connsiteX4" fmla="*/ 101600 w 571500"/>
                  <a:gd name="connsiteY4" fmla="*/ 0 h 685800"/>
                  <a:gd name="connsiteX0" fmla="*/ 101600 w 889000"/>
                  <a:gd name="connsiteY0" fmla="*/ 0 h 685800"/>
                  <a:gd name="connsiteX1" fmla="*/ 889000 w 889000"/>
                  <a:gd name="connsiteY1" fmla="*/ 203200 h 685800"/>
                  <a:gd name="connsiteX2" fmla="*/ 571500 w 889000"/>
                  <a:gd name="connsiteY2" fmla="*/ 685800 h 685800"/>
                  <a:gd name="connsiteX3" fmla="*/ 0 w 889000"/>
                  <a:gd name="connsiteY3" fmla="*/ 685800 h 685800"/>
                  <a:gd name="connsiteX4" fmla="*/ 101600 w 889000"/>
                  <a:gd name="connsiteY4" fmla="*/ 0 h 685800"/>
                  <a:gd name="connsiteX0" fmla="*/ 1397000 w 2184400"/>
                  <a:gd name="connsiteY0" fmla="*/ 0 h 3492500"/>
                  <a:gd name="connsiteX1" fmla="*/ 2184400 w 2184400"/>
                  <a:gd name="connsiteY1" fmla="*/ 203200 h 3492500"/>
                  <a:gd name="connsiteX2" fmla="*/ 1866900 w 2184400"/>
                  <a:gd name="connsiteY2" fmla="*/ 685800 h 3492500"/>
                  <a:gd name="connsiteX3" fmla="*/ 0 w 2184400"/>
                  <a:gd name="connsiteY3" fmla="*/ 3492500 h 3492500"/>
                  <a:gd name="connsiteX4" fmla="*/ 1397000 w 2184400"/>
                  <a:gd name="connsiteY4" fmla="*/ 0 h 3492500"/>
                  <a:gd name="connsiteX0" fmla="*/ 1397000 w 2184400"/>
                  <a:gd name="connsiteY0" fmla="*/ 0 h 3911600"/>
                  <a:gd name="connsiteX1" fmla="*/ 2184400 w 2184400"/>
                  <a:gd name="connsiteY1" fmla="*/ 203200 h 3911600"/>
                  <a:gd name="connsiteX2" fmla="*/ 990600 w 2184400"/>
                  <a:gd name="connsiteY2" fmla="*/ 3911600 h 3911600"/>
                  <a:gd name="connsiteX3" fmla="*/ 0 w 2184400"/>
                  <a:gd name="connsiteY3" fmla="*/ 3492500 h 3911600"/>
                  <a:gd name="connsiteX4" fmla="*/ 1397000 w 2184400"/>
                  <a:gd name="connsiteY4" fmla="*/ 0 h 3911600"/>
                  <a:gd name="connsiteX0" fmla="*/ 1511300 w 2298700"/>
                  <a:gd name="connsiteY0" fmla="*/ 0 h 5628137"/>
                  <a:gd name="connsiteX1" fmla="*/ 2298700 w 2298700"/>
                  <a:gd name="connsiteY1" fmla="*/ 203200 h 5628137"/>
                  <a:gd name="connsiteX2" fmla="*/ 1104900 w 2298700"/>
                  <a:gd name="connsiteY2" fmla="*/ 3911600 h 5628137"/>
                  <a:gd name="connsiteX3" fmla="*/ 0 w 2298700"/>
                  <a:gd name="connsiteY3" fmla="*/ 5626100 h 5628137"/>
                  <a:gd name="connsiteX4" fmla="*/ 114300 w 2298700"/>
                  <a:gd name="connsiteY4" fmla="*/ 3492500 h 5628137"/>
                  <a:gd name="connsiteX5" fmla="*/ 1511300 w 2298700"/>
                  <a:gd name="connsiteY5" fmla="*/ 0 h 5628137"/>
                  <a:gd name="connsiteX0" fmla="*/ 1511300 w 2298700"/>
                  <a:gd name="connsiteY0" fmla="*/ 0 h 5628137"/>
                  <a:gd name="connsiteX1" fmla="*/ 2298700 w 2298700"/>
                  <a:gd name="connsiteY1" fmla="*/ 203200 h 5628137"/>
                  <a:gd name="connsiteX2" fmla="*/ 1104900 w 2298700"/>
                  <a:gd name="connsiteY2" fmla="*/ 3911600 h 5628137"/>
                  <a:gd name="connsiteX3" fmla="*/ 0 w 2298700"/>
                  <a:gd name="connsiteY3" fmla="*/ 5626100 h 5628137"/>
                  <a:gd name="connsiteX4" fmla="*/ 114300 w 2298700"/>
                  <a:gd name="connsiteY4" fmla="*/ 3492500 h 5628137"/>
                  <a:gd name="connsiteX5" fmla="*/ 1511300 w 2298700"/>
                  <a:gd name="connsiteY5" fmla="*/ 0 h 5628137"/>
                  <a:gd name="connsiteX0" fmla="*/ 1511300 w 2298700"/>
                  <a:gd name="connsiteY0" fmla="*/ 0 h 5626100"/>
                  <a:gd name="connsiteX1" fmla="*/ 2298700 w 2298700"/>
                  <a:gd name="connsiteY1" fmla="*/ 203200 h 5626100"/>
                  <a:gd name="connsiteX2" fmla="*/ 1104900 w 2298700"/>
                  <a:gd name="connsiteY2" fmla="*/ 3911600 h 5626100"/>
                  <a:gd name="connsiteX3" fmla="*/ 0 w 2298700"/>
                  <a:gd name="connsiteY3" fmla="*/ 5626100 h 5626100"/>
                  <a:gd name="connsiteX4" fmla="*/ 114300 w 2298700"/>
                  <a:gd name="connsiteY4" fmla="*/ 3492500 h 5626100"/>
                  <a:gd name="connsiteX5" fmla="*/ 1511300 w 2298700"/>
                  <a:gd name="connsiteY5" fmla="*/ 0 h 5626100"/>
                  <a:gd name="connsiteX0" fmla="*/ 1511300 w 2298700"/>
                  <a:gd name="connsiteY0" fmla="*/ 0 h 5626100"/>
                  <a:gd name="connsiteX1" fmla="*/ 2298700 w 2298700"/>
                  <a:gd name="connsiteY1" fmla="*/ 203200 h 5626100"/>
                  <a:gd name="connsiteX2" fmla="*/ 1104900 w 2298700"/>
                  <a:gd name="connsiteY2" fmla="*/ 3911600 h 5626100"/>
                  <a:gd name="connsiteX3" fmla="*/ 0 w 2298700"/>
                  <a:gd name="connsiteY3" fmla="*/ 5626100 h 5626100"/>
                  <a:gd name="connsiteX4" fmla="*/ 114300 w 2298700"/>
                  <a:gd name="connsiteY4" fmla="*/ 3492500 h 5626100"/>
                  <a:gd name="connsiteX5" fmla="*/ 1511300 w 2298700"/>
                  <a:gd name="connsiteY5" fmla="*/ 0 h 5626100"/>
                  <a:gd name="connsiteX0" fmla="*/ 1511300 w 2298700"/>
                  <a:gd name="connsiteY0" fmla="*/ 0 h 5626100"/>
                  <a:gd name="connsiteX1" fmla="*/ 2298700 w 2298700"/>
                  <a:gd name="connsiteY1" fmla="*/ 203200 h 5626100"/>
                  <a:gd name="connsiteX2" fmla="*/ 1104900 w 2298700"/>
                  <a:gd name="connsiteY2" fmla="*/ 3911600 h 5626100"/>
                  <a:gd name="connsiteX3" fmla="*/ 0 w 2298700"/>
                  <a:gd name="connsiteY3" fmla="*/ 5626100 h 5626100"/>
                  <a:gd name="connsiteX4" fmla="*/ 165100 w 2298700"/>
                  <a:gd name="connsiteY4" fmla="*/ 3492500 h 5626100"/>
                  <a:gd name="connsiteX5" fmla="*/ 1511300 w 2298700"/>
                  <a:gd name="connsiteY5" fmla="*/ 0 h 5626100"/>
                  <a:gd name="connsiteX0" fmla="*/ 1692793 w 2480193"/>
                  <a:gd name="connsiteY0" fmla="*/ 0 h 5626100"/>
                  <a:gd name="connsiteX1" fmla="*/ 2480193 w 2480193"/>
                  <a:gd name="connsiteY1" fmla="*/ 203200 h 5626100"/>
                  <a:gd name="connsiteX2" fmla="*/ 1286393 w 2480193"/>
                  <a:gd name="connsiteY2" fmla="*/ 3911600 h 5626100"/>
                  <a:gd name="connsiteX3" fmla="*/ 181493 w 2480193"/>
                  <a:gd name="connsiteY3" fmla="*/ 5626100 h 5626100"/>
                  <a:gd name="connsiteX4" fmla="*/ 346593 w 2480193"/>
                  <a:gd name="connsiteY4" fmla="*/ 3492500 h 5626100"/>
                  <a:gd name="connsiteX5" fmla="*/ 1692793 w 2480193"/>
                  <a:gd name="connsiteY5" fmla="*/ 0 h 5626100"/>
                  <a:gd name="connsiteX0" fmla="*/ 1692793 w 2789799"/>
                  <a:gd name="connsiteY0" fmla="*/ 0 h 5626100"/>
                  <a:gd name="connsiteX1" fmla="*/ 2480193 w 2789799"/>
                  <a:gd name="connsiteY1" fmla="*/ 203200 h 5626100"/>
                  <a:gd name="connsiteX2" fmla="*/ 1286393 w 2789799"/>
                  <a:gd name="connsiteY2" fmla="*/ 3911600 h 5626100"/>
                  <a:gd name="connsiteX3" fmla="*/ 181493 w 2789799"/>
                  <a:gd name="connsiteY3" fmla="*/ 5626100 h 5626100"/>
                  <a:gd name="connsiteX4" fmla="*/ 346593 w 2789799"/>
                  <a:gd name="connsiteY4" fmla="*/ 3492500 h 5626100"/>
                  <a:gd name="connsiteX5" fmla="*/ 1692793 w 2789799"/>
                  <a:gd name="connsiteY5" fmla="*/ 0 h 5626100"/>
                  <a:gd name="connsiteX0" fmla="*/ 1692793 w 2789799"/>
                  <a:gd name="connsiteY0" fmla="*/ 0 h 5626100"/>
                  <a:gd name="connsiteX1" fmla="*/ 2480193 w 2789799"/>
                  <a:gd name="connsiteY1" fmla="*/ 203200 h 5626100"/>
                  <a:gd name="connsiteX2" fmla="*/ 1286393 w 2789799"/>
                  <a:gd name="connsiteY2" fmla="*/ 3860800 h 5626100"/>
                  <a:gd name="connsiteX3" fmla="*/ 181493 w 2789799"/>
                  <a:gd name="connsiteY3" fmla="*/ 5626100 h 5626100"/>
                  <a:gd name="connsiteX4" fmla="*/ 346593 w 2789799"/>
                  <a:gd name="connsiteY4" fmla="*/ 3492500 h 5626100"/>
                  <a:gd name="connsiteX5" fmla="*/ 1692793 w 2789799"/>
                  <a:gd name="connsiteY5" fmla="*/ 0 h 5626100"/>
                  <a:gd name="connsiteX0" fmla="*/ 1692793 w 2789799"/>
                  <a:gd name="connsiteY0" fmla="*/ 0 h 5626100"/>
                  <a:gd name="connsiteX1" fmla="*/ 2480193 w 2789799"/>
                  <a:gd name="connsiteY1" fmla="*/ 203200 h 5626100"/>
                  <a:gd name="connsiteX2" fmla="*/ 1286393 w 2789799"/>
                  <a:gd name="connsiteY2" fmla="*/ 3860800 h 5626100"/>
                  <a:gd name="connsiteX3" fmla="*/ 181493 w 2789799"/>
                  <a:gd name="connsiteY3" fmla="*/ 5626100 h 5626100"/>
                  <a:gd name="connsiteX4" fmla="*/ 346593 w 2789799"/>
                  <a:gd name="connsiteY4" fmla="*/ 3492500 h 5626100"/>
                  <a:gd name="connsiteX5" fmla="*/ 1692793 w 2789799"/>
                  <a:gd name="connsiteY5" fmla="*/ 0 h 5626100"/>
                  <a:gd name="connsiteX0" fmla="*/ 1692793 w 3323585"/>
                  <a:gd name="connsiteY0" fmla="*/ 0 h 5626100"/>
                  <a:gd name="connsiteX1" fmla="*/ 2480193 w 3323585"/>
                  <a:gd name="connsiteY1" fmla="*/ 203200 h 5626100"/>
                  <a:gd name="connsiteX2" fmla="*/ 1286393 w 3323585"/>
                  <a:gd name="connsiteY2" fmla="*/ 3860800 h 5626100"/>
                  <a:gd name="connsiteX3" fmla="*/ 181493 w 3323585"/>
                  <a:gd name="connsiteY3" fmla="*/ 5626100 h 5626100"/>
                  <a:gd name="connsiteX4" fmla="*/ 346593 w 3323585"/>
                  <a:gd name="connsiteY4" fmla="*/ 3492500 h 5626100"/>
                  <a:gd name="connsiteX5" fmla="*/ 1692793 w 3323585"/>
                  <a:gd name="connsiteY5" fmla="*/ 0 h 5626100"/>
                  <a:gd name="connsiteX0" fmla="*/ 1983620 w 3614412"/>
                  <a:gd name="connsiteY0" fmla="*/ 22368 h 5648468"/>
                  <a:gd name="connsiteX1" fmla="*/ 2771020 w 3614412"/>
                  <a:gd name="connsiteY1" fmla="*/ 225568 h 5648468"/>
                  <a:gd name="connsiteX2" fmla="*/ 1577220 w 3614412"/>
                  <a:gd name="connsiteY2" fmla="*/ 3883168 h 5648468"/>
                  <a:gd name="connsiteX3" fmla="*/ 472320 w 3614412"/>
                  <a:gd name="connsiteY3" fmla="*/ 5648468 h 5648468"/>
                  <a:gd name="connsiteX4" fmla="*/ 637420 w 3614412"/>
                  <a:gd name="connsiteY4" fmla="*/ 3514868 h 5648468"/>
                  <a:gd name="connsiteX5" fmla="*/ 1983620 w 3614412"/>
                  <a:gd name="connsiteY5" fmla="*/ 22368 h 5648468"/>
                  <a:gd name="connsiteX0" fmla="*/ 1983620 w 3614412"/>
                  <a:gd name="connsiteY0" fmla="*/ 22368 h 5648468"/>
                  <a:gd name="connsiteX1" fmla="*/ 2771020 w 3614412"/>
                  <a:gd name="connsiteY1" fmla="*/ 225568 h 5648468"/>
                  <a:gd name="connsiteX2" fmla="*/ 1577220 w 3614412"/>
                  <a:gd name="connsiteY2" fmla="*/ 3883168 h 5648468"/>
                  <a:gd name="connsiteX3" fmla="*/ 472320 w 3614412"/>
                  <a:gd name="connsiteY3" fmla="*/ 5648468 h 5648468"/>
                  <a:gd name="connsiteX4" fmla="*/ 637420 w 3614412"/>
                  <a:gd name="connsiteY4" fmla="*/ 3514868 h 5648468"/>
                  <a:gd name="connsiteX5" fmla="*/ 1983620 w 3614412"/>
                  <a:gd name="connsiteY5" fmla="*/ 22368 h 5648468"/>
                  <a:gd name="connsiteX0" fmla="*/ 1983620 w 3614412"/>
                  <a:gd name="connsiteY0" fmla="*/ 22368 h 5648468"/>
                  <a:gd name="connsiteX1" fmla="*/ 2771020 w 3614412"/>
                  <a:gd name="connsiteY1" fmla="*/ 225568 h 5648468"/>
                  <a:gd name="connsiteX2" fmla="*/ 1577220 w 3614412"/>
                  <a:gd name="connsiteY2" fmla="*/ 3883168 h 5648468"/>
                  <a:gd name="connsiteX3" fmla="*/ 472320 w 3614412"/>
                  <a:gd name="connsiteY3" fmla="*/ 5648468 h 5648468"/>
                  <a:gd name="connsiteX4" fmla="*/ 637420 w 3614412"/>
                  <a:gd name="connsiteY4" fmla="*/ 3514868 h 5648468"/>
                  <a:gd name="connsiteX5" fmla="*/ 1983620 w 3614412"/>
                  <a:gd name="connsiteY5" fmla="*/ 22368 h 5648468"/>
                  <a:gd name="connsiteX0" fmla="*/ 1983620 w 3614412"/>
                  <a:gd name="connsiteY0" fmla="*/ 22368 h 5648468"/>
                  <a:gd name="connsiteX1" fmla="*/ 2771020 w 3614412"/>
                  <a:gd name="connsiteY1" fmla="*/ 225568 h 5648468"/>
                  <a:gd name="connsiteX2" fmla="*/ 1577220 w 3614412"/>
                  <a:gd name="connsiteY2" fmla="*/ 3883168 h 5648468"/>
                  <a:gd name="connsiteX3" fmla="*/ 472320 w 3614412"/>
                  <a:gd name="connsiteY3" fmla="*/ 5648468 h 5648468"/>
                  <a:gd name="connsiteX4" fmla="*/ 637420 w 3614412"/>
                  <a:gd name="connsiteY4" fmla="*/ 3514868 h 5648468"/>
                  <a:gd name="connsiteX5" fmla="*/ 1983620 w 3614412"/>
                  <a:gd name="connsiteY5" fmla="*/ 22368 h 5648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614412" h="5648468">
                    <a:moveTo>
                      <a:pt x="1983620" y="22368"/>
                    </a:moveTo>
                    <a:cubicBezTo>
                      <a:pt x="2277837" y="71051"/>
                      <a:pt x="2508553" y="100685"/>
                      <a:pt x="2771020" y="225568"/>
                    </a:cubicBezTo>
                    <a:cubicBezTo>
                      <a:pt x="3820887" y="915601"/>
                      <a:pt x="4337353" y="2735935"/>
                      <a:pt x="1577220" y="3883168"/>
                    </a:cubicBezTo>
                    <a:cubicBezTo>
                      <a:pt x="1297820" y="4027101"/>
                      <a:pt x="637420" y="5314035"/>
                      <a:pt x="472320" y="5648468"/>
                    </a:cubicBezTo>
                    <a:cubicBezTo>
                      <a:pt x="726320" y="4861068"/>
                      <a:pt x="777120" y="3756168"/>
                      <a:pt x="637420" y="3514868"/>
                    </a:cubicBezTo>
                    <a:cubicBezTo>
                      <a:pt x="-514047" y="1791901"/>
                      <a:pt x="-128813" y="-235865"/>
                      <a:pt x="1983620" y="22368"/>
                    </a:cubicBezTo>
                    <a:close/>
                  </a:path>
                </a:pathLst>
              </a:custGeom>
              <a:solidFill>
                <a:srgbClr val="F3EAC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3A70118F-F2AC-8270-1D4A-090D4607958E}"/>
                  </a:ext>
                </a:extLst>
              </p:cNvPr>
              <p:cNvSpPr/>
              <p:nvPr/>
            </p:nvSpPr>
            <p:spPr>
              <a:xfrm>
                <a:off x="3813519" y="1590532"/>
                <a:ext cx="2431362" cy="898977"/>
              </a:xfrm>
              <a:custGeom>
                <a:avLst/>
                <a:gdLst>
                  <a:gd name="connsiteX0" fmla="*/ 653552 w 2431362"/>
                  <a:gd name="connsiteY0" fmla="*/ 106 h 898977"/>
                  <a:gd name="connsiteX1" fmla="*/ 1029439 w 2431362"/>
                  <a:gd name="connsiteY1" fmla="*/ 22368 h 898977"/>
                  <a:gd name="connsiteX2" fmla="*/ 1816839 w 2431362"/>
                  <a:gd name="connsiteY2" fmla="*/ 225568 h 898977"/>
                  <a:gd name="connsiteX3" fmla="*/ 2333049 w 2431362"/>
                  <a:gd name="connsiteY3" fmla="*/ 721035 h 898977"/>
                  <a:gd name="connsiteX4" fmla="*/ 2431362 w 2431362"/>
                  <a:gd name="connsiteY4" fmla="*/ 878724 h 898977"/>
                  <a:gd name="connsiteX5" fmla="*/ 2323814 w 2431362"/>
                  <a:gd name="connsiteY5" fmla="*/ 891114 h 898977"/>
                  <a:gd name="connsiteX6" fmla="*/ 1254772 w 2431362"/>
                  <a:gd name="connsiteY6" fmla="*/ 776629 h 898977"/>
                  <a:gd name="connsiteX7" fmla="*/ 78129 w 2431362"/>
                  <a:gd name="connsiteY7" fmla="*/ 188426 h 898977"/>
                  <a:gd name="connsiteX8" fmla="*/ 0 w 2431362"/>
                  <a:gd name="connsiteY8" fmla="*/ 109913 h 898977"/>
                  <a:gd name="connsiteX9" fmla="*/ 22105 w 2431362"/>
                  <a:gd name="connsiteY9" fmla="*/ 101135 h 898977"/>
                  <a:gd name="connsiteX10" fmla="*/ 653552 w 2431362"/>
                  <a:gd name="connsiteY10" fmla="*/ 106 h 898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431362" h="898977">
                    <a:moveTo>
                      <a:pt x="653552" y="106"/>
                    </a:moveTo>
                    <a:cubicBezTo>
                      <a:pt x="772132" y="-982"/>
                      <a:pt x="897412" y="6229"/>
                      <a:pt x="1029439" y="22368"/>
                    </a:cubicBezTo>
                    <a:cubicBezTo>
                      <a:pt x="1323656" y="71051"/>
                      <a:pt x="1554372" y="100685"/>
                      <a:pt x="1816839" y="225568"/>
                    </a:cubicBezTo>
                    <a:cubicBezTo>
                      <a:pt x="2013689" y="354949"/>
                      <a:pt x="2191787" y="524068"/>
                      <a:pt x="2333049" y="721035"/>
                    </a:cubicBezTo>
                    <a:lnTo>
                      <a:pt x="2431362" y="878724"/>
                    </a:lnTo>
                    <a:lnTo>
                      <a:pt x="2323814" y="891114"/>
                    </a:lnTo>
                    <a:cubicBezTo>
                      <a:pt x="2018182" y="916509"/>
                      <a:pt x="1644585" y="880927"/>
                      <a:pt x="1254772" y="776629"/>
                    </a:cubicBezTo>
                    <a:cubicBezTo>
                      <a:pt x="753583" y="642532"/>
                      <a:pt x="332345" y="423405"/>
                      <a:pt x="78129" y="188426"/>
                    </a:cubicBezTo>
                    <a:lnTo>
                      <a:pt x="0" y="109913"/>
                    </a:lnTo>
                    <a:lnTo>
                      <a:pt x="22105" y="101135"/>
                    </a:lnTo>
                    <a:cubicBezTo>
                      <a:pt x="206034" y="37644"/>
                      <a:pt x="416392" y="2280"/>
                      <a:pt x="653552" y="106"/>
                    </a:cubicBezTo>
                    <a:close/>
                  </a:path>
                </a:pathLst>
              </a:custGeom>
              <a:solidFill>
                <a:srgbClr val="BB5088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C554534-AC21-954D-B9D1-9320E07312FE}"/>
                  </a:ext>
                </a:extLst>
              </p:cNvPr>
              <p:cNvSpPr/>
              <p:nvPr/>
            </p:nvSpPr>
            <p:spPr>
              <a:xfrm rot="898748">
                <a:off x="4108562" y="1674992"/>
                <a:ext cx="2095957" cy="460619"/>
              </a:xfrm>
              <a:custGeom>
                <a:avLst/>
                <a:gdLst>
                  <a:gd name="connsiteX0" fmla="*/ 311589 w 2095957"/>
                  <a:gd name="connsiteY0" fmla="*/ 111499 h 460619"/>
                  <a:gd name="connsiteX1" fmla="*/ 680457 w 2095957"/>
                  <a:gd name="connsiteY1" fmla="*/ 35850 h 460619"/>
                  <a:gd name="connsiteX2" fmla="*/ 1493622 w 2095957"/>
                  <a:gd name="connsiteY2" fmla="*/ 28629 h 460619"/>
                  <a:gd name="connsiteX3" fmla="*/ 1974823 w 2095957"/>
                  <a:gd name="connsiteY3" fmla="*/ 265450 h 460619"/>
                  <a:gd name="connsiteX4" fmla="*/ 2095957 w 2095957"/>
                  <a:gd name="connsiteY4" fmla="*/ 355667 h 460619"/>
                  <a:gd name="connsiteX5" fmla="*/ 2030187 w 2095957"/>
                  <a:gd name="connsiteY5" fmla="*/ 373029 h 460619"/>
                  <a:gd name="connsiteX6" fmla="*/ 1234142 w 2095957"/>
                  <a:gd name="connsiteY6" fmla="*/ 460619 h 460619"/>
                  <a:gd name="connsiteX7" fmla="*/ 53238 w 2095957"/>
                  <a:gd name="connsiteY7" fmla="*/ 248063 h 460619"/>
                  <a:gd name="connsiteX8" fmla="*/ 0 w 2095957"/>
                  <a:gd name="connsiteY8" fmla="*/ 222608 h 460619"/>
                  <a:gd name="connsiteX9" fmla="*/ 146622 w 2095957"/>
                  <a:gd name="connsiteY9" fmla="*/ 163686 h 460619"/>
                  <a:gd name="connsiteX10" fmla="*/ 311589 w 2095957"/>
                  <a:gd name="connsiteY10" fmla="*/ 111499 h 4606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095957" h="460619">
                    <a:moveTo>
                      <a:pt x="311589" y="111499"/>
                    </a:moveTo>
                    <a:cubicBezTo>
                      <a:pt x="425858" y="79799"/>
                      <a:pt x="548745" y="54385"/>
                      <a:pt x="680457" y="35850"/>
                    </a:cubicBezTo>
                    <a:cubicBezTo>
                      <a:pt x="977260" y="6834"/>
                      <a:pt x="1207796" y="-24172"/>
                      <a:pt x="1493622" y="28629"/>
                    </a:cubicBezTo>
                    <a:cubicBezTo>
                      <a:pt x="1661323" y="84208"/>
                      <a:pt x="1824613" y="164106"/>
                      <a:pt x="1974823" y="265450"/>
                    </a:cubicBezTo>
                    <a:lnTo>
                      <a:pt x="2095957" y="355667"/>
                    </a:lnTo>
                    <a:lnTo>
                      <a:pt x="2030187" y="373029"/>
                    </a:lnTo>
                    <a:cubicBezTo>
                      <a:pt x="1793552" y="428889"/>
                      <a:pt x="1522375" y="460619"/>
                      <a:pt x="1234142" y="460619"/>
                    </a:cubicBezTo>
                    <a:cubicBezTo>
                      <a:pt x="772971" y="460619"/>
                      <a:pt x="355458" y="379391"/>
                      <a:pt x="53238" y="248063"/>
                    </a:cubicBezTo>
                    <a:lnTo>
                      <a:pt x="0" y="222608"/>
                    </a:lnTo>
                    <a:lnTo>
                      <a:pt x="146622" y="163686"/>
                    </a:lnTo>
                    <a:cubicBezTo>
                      <a:pt x="199474" y="144769"/>
                      <a:pt x="254454" y="127349"/>
                      <a:pt x="311589" y="111499"/>
                    </a:cubicBezTo>
                    <a:close/>
                  </a:path>
                </a:pathLst>
              </a:custGeom>
              <a:solidFill>
                <a:srgbClr val="BB5088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5DC5E3D5-FB2C-A5EB-B944-9F9816C99E8C}"/>
                  </a:ext>
                </a:extLst>
              </p:cNvPr>
              <p:cNvSpPr/>
              <p:nvPr/>
            </p:nvSpPr>
            <p:spPr>
              <a:xfrm rot="898748">
                <a:off x="4534938" y="1709449"/>
                <a:ext cx="1436924" cy="216783"/>
              </a:xfrm>
              <a:custGeom>
                <a:avLst/>
                <a:gdLst>
                  <a:gd name="connsiteX0" fmla="*/ 0 w 1436924"/>
                  <a:gd name="connsiteY0" fmla="*/ 90866 h 216783"/>
                  <a:gd name="connsiteX1" fmla="*/ 92053 w 1436924"/>
                  <a:gd name="connsiteY1" fmla="*/ 68738 h 216783"/>
                  <a:gd name="connsiteX2" fmla="*/ 283028 w 1436924"/>
                  <a:gd name="connsiteY2" fmla="*/ 35851 h 216783"/>
                  <a:gd name="connsiteX3" fmla="*/ 1096193 w 1436924"/>
                  <a:gd name="connsiteY3" fmla="*/ 28629 h 216783"/>
                  <a:gd name="connsiteX4" fmla="*/ 1343353 w 1436924"/>
                  <a:gd name="connsiteY4" fmla="*/ 129878 h 216783"/>
                  <a:gd name="connsiteX5" fmla="*/ 1436924 w 1436924"/>
                  <a:gd name="connsiteY5" fmla="*/ 184081 h 216783"/>
                  <a:gd name="connsiteX6" fmla="*/ 1436447 w 1436924"/>
                  <a:gd name="connsiteY6" fmla="*/ 184156 h 216783"/>
                  <a:gd name="connsiteX7" fmla="*/ 939824 w 1436924"/>
                  <a:gd name="connsiteY7" fmla="*/ 216783 h 216783"/>
                  <a:gd name="connsiteX8" fmla="*/ 6083 w 1436924"/>
                  <a:gd name="connsiteY8" fmla="*/ 92843 h 216783"/>
                  <a:gd name="connsiteX9" fmla="*/ 0 w 1436924"/>
                  <a:gd name="connsiteY9" fmla="*/ 90866 h 2167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36924" h="216783">
                    <a:moveTo>
                      <a:pt x="0" y="90866"/>
                    </a:moveTo>
                    <a:lnTo>
                      <a:pt x="92053" y="68738"/>
                    </a:lnTo>
                    <a:cubicBezTo>
                      <a:pt x="153523" y="56105"/>
                      <a:pt x="217172" y="45118"/>
                      <a:pt x="283028" y="35851"/>
                    </a:cubicBezTo>
                    <a:cubicBezTo>
                      <a:pt x="579831" y="6834"/>
                      <a:pt x="810367" y="-24172"/>
                      <a:pt x="1096193" y="28629"/>
                    </a:cubicBezTo>
                    <a:cubicBezTo>
                      <a:pt x="1180044" y="56419"/>
                      <a:pt x="1262791" y="90288"/>
                      <a:pt x="1343353" y="129878"/>
                    </a:cubicBezTo>
                    <a:lnTo>
                      <a:pt x="1436924" y="184081"/>
                    </a:lnTo>
                    <a:lnTo>
                      <a:pt x="1436447" y="184156"/>
                    </a:lnTo>
                    <a:cubicBezTo>
                      <a:pt x="1279563" y="205360"/>
                      <a:pt x="1112764" y="216783"/>
                      <a:pt x="939824" y="216783"/>
                    </a:cubicBezTo>
                    <a:cubicBezTo>
                      <a:pt x="593946" y="216783"/>
                      <a:pt x="272625" y="171092"/>
                      <a:pt x="6083" y="92843"/>
                    </a:cubicBezTo>
                    <a:lnTo>
                      <a:pt x="0" y="90866"/>
                    </a:lnTo>
                    <a:close/>
                  </a:path>
                </a:pathLst>
              </a:custGeom>
              <a:solidFill>
                <a:srgbClr val="BB5088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3050F0B7-1B1B-0FBD-BAC1-6C4EAC7C6CE6}"/>
              </a:ext>
            </a:extLst>
          </p:cNvPr>
          <p:cNvGrpSpPr/>
          <p:nvPr/>
        </p:nvGrpSpPr>
        <p:grpSpPr>
          <a:xfrm>
            <a:off x="5948492" y="432964"/>
            <a:ext cx="4109908" cy="8005200"/>
            <a:chOff x="2179731" y="2685718"/>
            <a:chExt cx="4109908" cy="8005200"/>
          </a:xfrm>
          <a:solidFill>
            <a:schemeClr val="bg1"/>
          </a:solidFill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F3A7BD68-006B-3DA5-7E86-F68F3D52AF58}"/>
                </a:ext>
              </a:extLst>
            </p:cNvPr>
            <p:cNvGrpSpPr/>
            <p:nvPr/>
          </p:nvGrpSpPr>
          <p:grpSpPr>
            <a:xfrm rot="2434311">
              <a:off x="3994625" y="2733507"/>
              <a:ext cx="1625679" cy="2638756"/>
              <a:chOff x="3181786" y="2685718"/>
              <a:chExt cx="1625679" cy="2638756"/>
            </a:xfrm>
            <a:grpFill/>
          </p:grpSpPr>
          <p:sp>
            <p:nvSpPr>
              <p:cNvPr id="60" name="Rectangle 22">
                <a:extLst>
                  <a:ext uri="{FF2B5EF4-FFF2-40B4-BE49-F238E27FC236}">
                    <a16:creationId xmlns:a16="http://schemas.microsoft.com/office/drawing/2014/main" id="{8BFA39FF-717A-7175-33CC-7B514F9EC9EE}"/>
                  </a:ext>
                </a:extLst>
              </p:cNvPr>
              <p:cNvSpPr/>
              <p:nvPr/>
            </p:nvSpPr>
            <p:spPr>
              <a:xfrm>
                <a:off x="3181786" y="2685718"/>
                <a:ext cx="1625679" cy="2038682"/>
              </a:xfrm>
              <a:custGeom>
                <a:avLst/>
                <a:gdLst>
                  <a:gd name="connsiteX0" fmla="*/ 0 w 990600"/>
                  <a:gd name="connsiteY0" fmla="*/ 0 h 819150"/>
                  <a:gd name="connsiteX1" fmla="*/ 990600 w 990600"/>
                  <a:gd name="connsiteY1" fmla="*/ 0 h 819150"/>
                  <a:gd name="connsiteX2" fmla="*/ 990600 w 990600"/>
                  <a:gd name="connsiteY2" fmla="*/ 819150 h 819150"/>
                  <a:gd name="connsiteX3" fmla="*/ 0 w 990600"/>
                  <a:gd name="connsiteY3" fmla="*/ 819150 h 819150"/>
                  <a:gd name="connsiteX4" fmla="*/ 0 w 990600"/>
                  <a:gd name="connsiteY4" fmla="*/ 0 h 819150"/>
                  <a:gd name="connsiteX0" fmla="*/ 0 w 1276350"/>
                  <a:gd name="connsiteY0" fmla="*/ 0 h 1409700"/>
                  <a:gd name="connsiteX1" fmla="*/ 990600 w 1276350"/>
                  <a:gd name="connsiteY1" fmla="*/ 0 h 1409700"/>
                  <a:gd name="connsiteX2" fmla="*/ 1276350 w 1276350"/>
                  <a:gd name="connsiteY2" fmla="*/ 1409700 h 1409700"/>
                  <a:gd name="connsiteX3" fmla="*/ 0 w 1276350"/>
                  <a:gd name="connsiteY3" fmla="*/ 819150 h 1409700"/>
                  <a:gd name="connsiteX4" fmla="*/ 0 w 1276350"/>
                  <a:gd name="connsiteY4" fmla="*/ 0 h 1409700"/>
                  <a:gd name="connsiteX0" fmla="*/ 0 w 1276350"/>
                  <a:gd name="connsiteY0" fmla="*/ 0 h 1495425"/>
                  <a:gd name="connsiteX1" fmla="*/ 990600 w 1276350"/>
                  <a:gd name="connsiteY1" fmla="*/ 0 h 1495425"/>
                  <a:gd name="connsiteX2" fmla="*/ 1276350 w 1276350"/>
                  <a:gd name="connsiteY2" fmla="*/ 1409700 h 1495425"/>
                  <a:gd name="connsiteX3" fmla="*/ 1152525 w 1276350"/>
                  <a:gd name="connsiteY3" fmla="*/ 1495425 h 1495425"/>
                  <a:gd name="connsiteX4" fmla="*/ 0 w 1276350"/>
                  <a:gd name="connsiteY4" fmla="*/ 0 h 1495425"/>
                  <a:gd name="connsiteX0" fmla="*/ 0 w 1476375"/>
                  <a:gd name="connsiteY0" fmla="*/ 0 h 1495425"/>
                  <a:gd name="connsiteX1" fmla="*/ 990600 w 1476375"/>
                  <a:gd name="connsiteY1" fmla="*/ 0 h 1495425"/>
                  <a:gd name="connsiteX2" fmla="*/ 1476375 w 1476375"/>
                  <a:gd name="connsiteY2" fmla="*/ 1009650 h 1495425"/>
                  <a:gd name="connsiteX3" fmla="*/ 1276350 w 1476375"/>
                  <a:gd name="connsiteY3" fmla="*/ 1409700 h 1495425"/>
                  <a:gd name="connsiteX4" fmla="*/ 1152525 w 1476375"/>
                  <a:gd name="connsiteY4" fmla="*/ 1495425 h 1495425"/>
                  <a:gd name="connsiteX5" fmla="*/ 0 w 1476375"/>
                  <a:gd name="connsiteY5" fmla="*/ 0 h 1495425"/>
                  <a:gd name="connsiteX0" fmla="*/ 0 w 1476375"/>
                  <a:gd name="connsiteY0" fmla="*/ 0 h 1495425"/>
                  <a:gd name="connsiteX1" fmla="*/ 990600 w 1476375"/>
                  <a:gd name="connsiteY1" fmla="*/ 0 h 1495425"/>
                  <a:gd name="connsiteX2" fmla="*/ 1400175 w 1476375"/>
                  <a:gd name="connsiteY2" fmla="*/ 342900 h 1495425"/>
                  <a:gd name="connsiteX3" fmla="*/ 1476375 w 1476375"/>
                  <a:gd name="connsiteY3" fmla="*/ 1009650 h 1495425"/>
                  <a:gd name="connsiteX4" fmla="*/ 1276350 w 1476375"/>
                  <a:gd name="connsiteY4" fmla="*/ 1409700 h 1495425"/>
                  <a:gd name="connsiteX5" fmla="*/ 1152525 w 1476375"/>
                  <a:gd name="connsiteY5" fmla="*/ 1495425 h 1495425"/>
                  <a:gd name="connsiteX6" fmla="*/ 0 w 1476375"/>
                  <a:gd name="connsiteY6" fmla="*/ 0 h 1495425"/>
                  <a:gd name="connsiteX0" fmla="*/ 0 w 1476375"/>
                  <a:gd name="connsiteY0" fmla="*/ 0 h 1495425"/>
                  <a:gd name="connsiteX1" fmla="*/ 1152525 w 1476375"/>
                  <a:gd name="connsiteY1" fmla="*/ 76200 h 1495425"/>
                  <a:gd name="connsiteX2" fmla="*/ 1400175 w 1476375"/>
                  <a:gd name="connsiteY2" fmla="*/ 342900 h 1495425"/>
                  <a:gd name="connsiteX3" fmla="*/ 1476375 w 1476375"/>
                  <a:gd name="connsiteY3" fmla="*/ 1009650 h 1495425"/>
                  <a:gd name="connsiteX4" fmla="*/ 1276350 w 1476375"/>
                  <a:gd name="connsiteY4" fmla="*/ 1409700 h 1495425"/>
                  <a:gd name="connsiteX5" fmla="*/ 1152525 w 1476375"/>
                  <a:gd name="connsiteY5" fmla="*/ 1495425 h 1495425"/>
                  <a:gd name="connsiteX6" fmla="*/ 0 w 1476375"/>
                  <a:gd name="connsiteY6" fmla="*/ 0 h 1495425"/>
                  <a:gd name="connsiteX0" fmla="*/ 0 w 1476375"/>
                  <a:gd name="connsiteY0" fmla="*/ 87204 h 1582629"/>
                  <a:gd name="connsiteX1" fmla="*/ 771525 w 1476375"/>
                  <a:gd name="connsiteY1" fmla="*/ 1479 h 1582629"/>
                  <a:gd name="connsiteX2" fmla="*/ 1152525 w 1476375"/>
                  <a:gd name="connsiteY2" fmla="*/ 163404 h 1582629"/>
                  <a:gd name="connsiteX3" fmla="*/ 1400175 w 1476375"/>
                  <a:gd name="connsiteY3" fmla="*/ 430104 h 1582629"/>
                  <a:gd name="connsiteX4" fmla="*/ 1476375 w 1476375"/>
                  <a:gd name="connsiteY4" fmla="*/ 1096854 h 1582629"/>
                  <a:gd name="connsiteX5" fmla="*/ 1276350 w 1476375"/>
                  <a:gd name="connsiteY5" fmla="*/ 1496904 h 1582629"/>
                  <a:gd name="connsiteX6" fmla="*/ 1152525 w 1476375"/>
                  <a:gd name="connsiteY6" fmla="*/ 1582629 h 1582629"/>
                  <a:gd name="connsiteX7" fmla="*/ 0 w 1476375"/>
                  <a:gd name="connsiteY7" fmla="*/ 87204 h 1582629"/>
                  <a:gd name="connsiteX0" fmla="*/ 54378 w 1530753"/>
                  <a:gd name="connsiteY0" fmla="*/ 524221 h 2019646"/>
                  <a:gd name="connsiteX1" fmla="*/ 187728 w 1530753"/>
                  <a:gd name="connsiteY1" fmla="*/ 346 h 2019646"/>
                  <a:gd name="connsiteX2" fmla="*/ 825903 w 1530753"/>
                  <a:gd name="connsiteY2" fmla="*/ 438496 h 2019646"/>
                  <a:gd name="connsiteX3" fmla="*/ 1206903 w 1530753"/>
                  <a:gd name="connsiteY3" fmla="*/ 600421 h 2019646"/>
                  <a:gd name="connsiteX4" fmla="*/ 1454553 w 1530753"/>
                  <a:gd name="connsiteY4" fmla="*/ 867121 h 2019646"/>
                  <a:gd name="connsiteX5" fmla="*/ 1530753 w 1530753"/>
                  <a:gd name="connsiteY5" fmla="*/ 1533871 h 2019646"/>
                  <a:gd name="connsiteX6" fmla="*/ 1330728 w 1530753"/>
                  <a:gd name="connsiteY6" fmla="*/ 1933921 h 2019646"/>
                  <a:gd name="connsiteX7" fmla="*/ 1206903 w 1530753"/>
                  <a:gd name="connsiteY7" fmla="*/ 2019646 h 2019646"/>
                  <a:gd name="connsiteX8" fmla="*/ 54378 w 1530753"/>
                  <a:gd name="connsiteY8" fmla="*/ 524221 h 2019646"/>
                  <a:gd name="connsiteX0" fmla="*/ 45492 w 1521867"/>
                  <a:gd name="connsiteY0" fmla="*/ 524221 h 2019646"/>
                  <a:gd name="connsiteX1" fmla="*/ 178842 w 1521867"/>
                  <a:gd name="connsiteY1" fmla="*/ 346 h 2019646"/>
                  <a:gd name="connsiteX2" fmla="*/ 817017 w 1521867"/>
                  <a:gd name="connsiteY2" fmla="*/ 438496 h 2019646"/>
                  <a:gd name="connsiteX3" fmla="*/ 1198017 w 1521867"/>
                  <a:gd name="connsiteY3" fmla="*/ 600421 h 2019646"/>
                  <a:gd name="connsiteX4" fmla="*/ 1445667 w 1521867"/>
                  <a:gd name="connsiteY4" fmla="*/ 867121 h 2019646"/>
                  <a:gd name="connsiteX5" fmla="*/ 1521867 w 1521867"/>
                  <a:gd name="connsiteY5" fmla="*/ 1533871 h 2019646"/>
                  <a:gd name="connsiteX6" fmla="*/ 1321842 w 1521867"/>
                  <a:gd name="connsiteY6" fmla="*/ 1933921 h 2019646"/>
                  <a:gd name="connsiteX7" fmla="*/ 1198017 w 1521867"/>
                  <a:gd name="connsiteY7" fmla="*/ 2019646 h 2019646"/>
                  <a:gd name="connsiteX8" fmla="*/ 45492 w 1521867"/>
                  <a:gd name="connsiteY8" fmla="*/ 524221 h 2019646"/>
                  <a:gd name="connsiteX0" fmla="*/ 51944 w 1528319"/>
                  <a:gd name="connsiteY0" fmla="*/ 543257 h 2038682"/>
                  <a:gd name="connsiteX1" fmla="*/ 147194 w 1528319"/>
                  <a:gd name="connsiteY1" fmla="*/ 332 h 2038682"/>
                  <a:gd name="connsiteX2" fmla="*/ 823469 w 1528319"/>
                  <a:gd name="connsiteY2" fmla="*/ 457532 h 2038682"/>
                  <a:gd name="connsiteX3" fmla="*/ 1204469 w 1528319"/>
                  <a:gd name="connsiteY3" fmla="*/ 619457 h 2038682"/>
                  <a:gd name="connsiteX4" fmla="*/ 1452119 w 1528319"/>
                  <a:gd name="connsiteY4" fmla="*/ 886157 h 2038682"/>
                  <a:gd name="connsiteX5" fmla="*/ 1528319 w 1528319"/>
                  <a:gd name="connsiteY5" fmla="*/ 1552907 h 2038682"/>
                  <a:gd name="connsiteX6" fmla="*/ 1328294 w 1528319"/>
                  <a:gd name="connsiteY6" fmla="*/ 1952957 h 2038682"/>
                  <a:gd name="connsiteX7" fmla="*/ 1204469 w 1528319"/>
                  <a:gd name="connsiteY7" fmla="*/ 2038682 h 2038682"/>
                  <a:gd name="connsiteX8" fmla="*/ 51944 w 1528319"/>
                  <a:gd name="connsiteY8" fmla="*/ 543257 h 2038682"/>
                  <a:gd name="connsiteX0" fmla="*/ 51944 w 1528319"/>
                  <a:gd name="connsiteY0" fmla="*/ 543257 h 2038682"/>
                  <a:gd name="connsiteX1" fmla="*/ 147194 w 1528319"/>
                  <a:gd name="connsiteY1" fmla="*/ 332 h 2038682"/>
                  <a:gd name="connsiteX2" fmla="*/ 823469 w 1528319"/>
                  <a:gd name="connsiteY2" fmla="*/ 457532 h 2038682"/>
                  <a:gd name="connsiteX3" fmla="*/ 1204469 w 1528319"/>
                  <a:gd name="connsiteY3" fmla="*/ 619457 h 2038682"/>
                  <a:gd name="connsiteX4" fmla="*/ 1452119 w 1528319"/>
                  <a:gd name="connsiteY4" fmla="*/ 886157 h 2038682"/>
                  <a:gd name="connsiteX5" fmla="*/ 1528319 w 1528319"/>
                  <a:gd name="connsiteY5" fmla="*/ 1552907 h 2038682"/>
                  <a:gd name="connsiteX6" fmla="*/ 1328294 w 1528319"/>
                  <a:gd name="connsiteY6" fmla="*/ 1952957 h 2038682"/>
                  <a:gd name="connsiteX7" fmla="*/ 1204469 w 1528319"/>
                  <a:gd name="connsiteY7" fmla="*/ 2038682 h 2038682"/>
                  <a:gd name="connsiteX8" fmla="*/ 23369 w 1528319"/>
                  <a:gd name="connsiteY8" fmla="*/ 981407 h 2038682"/>
                  <a:gd name="connsiteX9" fmla="*/ 51944 w 1528319"/>
                  <a:gd name="connsiteY9" fmla="*/ 543257 h 2038682"/>
                  <a:gd name="connsiteX0" fmla="*/ 51944 w 1528319"/>
                  <a:gd name="connsiteY0" fmla="*/ 543257 h 2038682"/>
                  <a:gd name="connsiteX1" fmla="*/ 147194 w 1528319"/>
                  <a:gd name="connsiteY1" fmla="*/ 332 h 2038682"/>
                  <a:gd name="connsiteX2" fmla="*/ 823469 w 1528319"/>
                  <a:gd name="connsiteY2" fmla="*/ 457532 h 2038682"/>
                  <a:gd name="connsiteX3" fmla="*/ 1204469 w 1528319"/>
                  <a:gd name="connsiteY3" fmla="*/ 619457 h 2038682"/>
                  <a:gd name="connsiteX4" fmla="*/ 1452119 w 1528319"/>
                  <a:gd name="connsiteY4" fmla="*/ 886157 h 2038682"/>
                  <a:gd name="connsiteX5" fmla="*/ 1528319 w 1528319"/>
                  <a:gd name="connsiteY5" fmla="*/ 1552907 h 2038682"/>
                  <a:gd name="connsiteX6" fmla="*/ 1328294 w 1528319"/>
                  <a:gd name="connsiteY6" fmla="*/ 1952957 h 2038682"/>
                  <a:gd name="connsiteX7" fmla="*/ 1204469 w 1528319"/>
                  <a:gd name="connsiteY7" fmla="*/ 2038682 h 2038682"/>
                  <a:gd name="connsiteX8" fmla="*/ 166244 w 1528319"/>
                  <a:gd name="connsiteY8" fmla="*/ 1333832 h 2038682"/>
                  <a:gd name="connsiteX9" fmla="*/ 23369 w 1528319"/>
                  <a:gd name="connsiteY9" fmla="*/ 981407 h 2038682"/>
                  <a:gd name="connsiteX10" fmla="*/ 51944 w 1528319"/>
                  <a:gd name="connsiteY10" fmla="*/ 543257 h 2038682"/>
                  <a:gd name="connsiteX0" fmla="*/ 51944 w 1528319"/>
                  <a:gd name="connsiteY0" fmla="*/ 543257 h 2038682"/>
                  <a:gd name="connsiteX1" fmla="*/ 147194 w 1528319"/>
                  <a:gd name="connsiteY1" fmla="*/ 332 h 2038682"/>
                  <a:gd name="connsiteX2" fmla="*/ 823469 w 1528319"/>
                  <a:gd name="connsiteY2" fmla="*/ 457532 h 2038682"/>
                  <a:gd name="connsiteX3" fmla="*/ 1204469 w 1528319"/>
                  <a:gd name="connsiteY3" fmla="*/ 619457 h 2038682"/>
                  <a:gd name="connsiteX4" fmla="*/ 1452119 w 1528319"/>
                  <a:gd name="connsiteY4" fmla="*/ 886157 h 2038682"/>
                  <a:gd name="connsiteX5" fmla="*/ 1528319 w 1528319"/>
                  <a:gd name="connsiteY5" fmla="*/ 1552907 h 2038682"/>
                  <a:gd name="connsiteX6" fmla="*/ 1328294 w 1528319"/>
                  <a:gd name="connsiteY6" fmla="*/ 1952957 h 2038682"/>
                  <a:gd name="connsiteX7" fmla="*/ 1204469 w 1528319"/>
                  <a:gd name="connsiteY7" fmla="*/ 2038682 h 2038682"/>
                  <a:gd name="connsiteX8" fmla="*/ 394844 w 1528319"/>
                  <a:gd name="connsiteY8" fmla="*/ 1648157 h 2038682"/>
                  <a:gd name="connsiteX9" fmla="*/ 166244 w 1528319"/>
                  <a:gd name="connsiteY9" fmla="*/ 1333832 h 2038682"/>
                  <a:gd name="connsiteX10" fmla="*/ 23369 w 1528319"/>
                  <a:gd name="connsiteY10" fmla="*/ 981407 h 2038682"/>
                  <a:gd name="connsiteX11" fmla="*/ 51944 w 1528319"/>
                  <a:gd name="connsiteY11" fmla="*/ 543257 h 2038682"/>
                  <a:gd name="connsiteX0" fmla="*/ 51944 w 1528319"/>
                  <a:gd name="connsiteY0" fmla="*/ 543257 h 2038682"/>
                  <a:gd name="connsiteX1" fmla="*/ 147194 w 1528319"/>
                  <a:gd name="connsiteY1" fmla="*/ 332 h 2038682"/>
                  <a:gd name="connsiteX2" fmla="*/ 823469 w 1528319"/>
                  <a:gd name="connsiteY2" fmla="*/ 457532 h 2038682"/>
                  <a:gd name="connsiteX3" fmla="*/ 1204469 w 1528319"/>
                  <a:gd name="connsiteY3" fmla="*/ 619457 h 2038682"/>
                  <a:gd name="connsiteX4" fmla="*/ 1452119 w 1528319"/>
                  <a:gd name="connsiteY4" fmla="*/ 886157 h 2038682"/>
                  <a:gd name="connsiteX5" fmla="*/ 1528319 w 1528319"/>
                  <a:gd name="connsiteY5" fmla="*/ 1552907 h 2038682"/>
                  <a:gd name="connsiteX6" fmla="*/ 1328294 w 1528319"/>
                  <a:gd name="connsiteY6" fmla="*/ 1952957 h 2038682"/>
                  <a:gd name="connsiteX7" fmla="*/ 1204469 w 1528319"/>
                  <a:gd name="connsiteY7" fmla="*/ 2038682 h 2038682"/>
                  <a:gd name="connsiteX8" fmla="*/ 394844 w 1528319"/>
                  <a:gd name="connsiteY8" fmla="*/ 1648157 h 2038682"/>
                  <a:gd name="connsiteX9" fmla="*/ 166244 w 1528319"/>
                  <a:gd name="connsiteY9" fmla="*/ 1333832 h 2038682"/>
                  <a:gd name="connsiteX10" fmla="*/ 23369 w 1528319"/>
                  <a:gd name="connsiteY10" fmla="*/ 981407 h 2038682"/>
                  <a:gd name="connsiteX11" fmla="*/ 51944 w 1528319"/>
                  <a:gd name="connsiteY11" fmla="*/ 543257 h 2038682"/>
                  <a:gd name="connsiteX0" fmla="*/ 51944 w 1528319"/>
                  <a:gd name="connsiteY0" fmla="*/ 543257 h 2038682"/>
                  <a:gd name="connsiteX1" fmla="*/ 147194 w 1528319"/>
                  <a:gd name="connsiteY1" fmla="*/ 332 h 2038682"/>
                  <a:gd name="connsiteX2" fmla="*/ 823469 w 1528319"/>
                  <a:gd name="connsiteY2" fmla="*/ 457532 h 2038682"/>
                  <a:gd name="connsiteX3" fmla="*/ 1204469 w 1528319"/>
                  <a:gd name="connsiteY3" fmla="*/ 619457 h 2038682"/>
                  <a:gd name="connsiteX4" fmla="*/ 1452119 w 1528319"/>
                  <a:gd name="connsiteY4" fmla="*/ 886157 h 2038682"/>
                  <a:gd name="connsiteX5" fmla="*/ 1528319 w 1528319"/>
                  <a:gd name="connsiteY5" fmla="*/ 1552907 h 2038682"/>
                  <a:gd name="connsiteX6" fmla="*/ 1328294 w 1528319"/>
                  <a:gd name="connsiteY6" fmla="*/ 1952957 h 2038682"/>
                  <a:gd name="connsiteX7" fmla="*/ 1204469 w 1528319"/>
                  <a:gd name="connsiteY7" fmla="*/ 2038682 h 2038682"/>
                  <a:gd name="connsiteX8" fmla="*/ 394844 w 1528319"/>
                  <a:gd name="connsiteY8" fmla="*/ 1648157 h 2038682"/>
                  <a:gd name="connsiteX9" fmla="*/ 166244 w 1528319"/>
                  <a:gd name="connsiteY9" fmla="*/ 1333832 h 2038682"/>
                  <a:gd name="connsiteX10" fmla="*/ 23369 w 1528319"/>
                  <a:gd name="connsiteY10" fmla="*/ 981407 h 2038682"/>
                  <a:gd name="connsiteX11" fmla="*/ 51944 w 1528319"/>
                  <a:gd name="connsiteY11" fmla="*/ 543257 h 2038682"/>
                  <a:gd name="connsiteX0" fmla="*/ 51944 w 1528319"/>
                  <a:gd name="connsiteY0" fmla="*/ 543257 h 2038682"/>
                  <a:gd name="connsiteX1" fmla="*/ 147194 w 1528319"/>
                  <a:gd name="connsiteY1" fmla="*/ 332 h 2038682"/>
                  <a:gd name="connsiteX2" fmla="*/ 823469 w 1528319"/>
                  <a:gd name="connsiteY2" fmla="*/ 457532 h 2038682"/>
                  <a:gd name="connsiteX3" fmla="*/ 1204469 w 1528319"/>
                  <a:gd name="connsiteY3" fmla="*/ 619457 h 2038682"/>
                  <a:gd name="connsiteX4" fmla="*/ 1452119 w 1528319"/>
                  <a:gd name="connsiteY4" fmla="*/ 886157 h 2038682"/>
                  <a:gd name="connsiteX5" fmla="*/ 1528319 w 1528319"/>
                  <a:gd name="connsiteY5" fmla="*/ 1552907 h 2038682"/>
                  <a:gd name="connsiteX6" fmla="*/ 1328294 w 1528319"/>
                  <a:gd name="connsiteY6" fmla="*/ 1952957 h 2038682"/>
                  <a:gd name="connsiteX7" fmla="*/ 1204469 w 1528319"/>
                  <a:gd name="connsiteY7" fmla="*/ 2038682 h 2038682"/>
                  <a:gd name="connsiteX8" fmla="*/ 394844 w 1528319"/>
                  <a:gd name="connsiteY8" fmla="*/ 1648157 h 2038682"/>
                  <a:gd name="connsiteX9" fmla="*/ 166244 w 1528319"/>
                  <a:gd name="connsiteY9" fmla="*/ 1333832 h 2038682"/>
                  <a:gd name="connsiteX10" fmla="*/ 23369 w 1528319"/>
                  <a:gd name="connsiteY10" fmla="*/ 981407 h 2038682"/>
                  <a:gd name="connsiteX11" fmla="*/ 51944 w 1528319"/>
                  <a:gd name="connsiteY11" fmla="*/ 543257 h 2038682"/>
                  <a:gd name="connsiteX0" fmla="*/ 66239 w 1542614"/>
                  <a:gd name="connsiteY0" fmla="*/ 543257 h 2038682"/>
                  <a:gd name="connsiteX1" fmla="*/ 161489 w 1542614"/>
                  <a:gd name="connsiteY1" fmla="*/ 332 h 2038682"/>
                  <a:gd name="connsiteX2" fmla="*/ 837764 w 1542614"/>
                  <a:gd name="connsiteY2" fmla="*/ 457532 h 2038682"/>
                  <a:gd name="connsiteX3" fmla="*/ 1218764 w 1542614"/>
                  <a:gd name="connsiteY3" fmla="*/ 619457 h 2038682"/>
                  <a:gd name="connsiteX4" fmla="*/ 1466414 w 1542614"/>
                  <a:gd name="connsiteY4" fmla="*/ 886157 h 2038682"/>
                  <a:gd name="connsiteX5" fmla="*/ 1542614 w 1542614"/>
                  <a:gd name="connsiteY5" fmla="*/ 1552907 h 2038682"/>
                  <a:gd name="connsiteX6" fmla="*/ 1342589 w 1542614"/>
                  <a:gd name="connsiteY6" fmla="*/ 1952957 h 2038682"/>
                  <a:gd name="connsiteX7" fmla="*/ 1218764 w 1542614"/>
                  <a:gd name="connsiteY7" fmla="*/ 2038682 h 2038682"/>
                  <a:gd name="connsiteX8" fmla="*/ 409139 w 1542614"/>
                  <a:gd name="connsiteY8" fmla="*/ 1648157 h 2038682"/>
                  <a:gd name="connsiteX9" fmla="*/ 180539 w 1542614"/>
                  <a:gd name="connsiteY9" fmla="*/ 1333832 h 2038682"/>
                  <a:gd name="connsiteX10" fmla="*/ 37664 w 1542614"/>
                  <a:gd name="connsiteY10" fmla="*/ 981407 h 2038682"/>
                  <a:gd name="connsiteX11" fmla="*/ 66239 w 1542614"/>
                  <a:gd name="connsiteY11" fmla="*/ 543257 h 2038682"/>
                  <a:gd name="connsiteX0" fmla="*/ 66239 w 1542614"/>
                  <a:gd name="connsiteY0" fmla="*/ 543257 h 2038682"/>
                  <a:gd name="connsiteX1" fmla="*/ 161489 w 1542614"/>
                  <a:gd name="connsiteY1" fmla="*/ 332 h 2038682"/>
                  <a:gd name="connsiteX2" fmla="*/ 837764 w 1542614"/>
                  <a:gd name="connsiteY2" fmla="*/ 457532 h 2038682"/>
                  <a:gd name="connsiteX3" fmla="*/ 1218764 w 1542614"/>
                  <a:gd name="connsiteY3" fmla="*/ 619457 h 2038682"/>
                  <a:gd name="connsiteX4" fmla="*/ 1466414 w 1542614"/>
                  <a:gd name="connsiteY4" fmla="*/ 886157 h 2038682"/>
                  <a:gd name="connsiteX5" fmla="*/ 1542614 w 1542614"/>
                  <a:gd name="connsiteY5" fmla="*/ 1552907 h 2038682"/>
                  <a:gd name="connsiteX6" fmla="*/ 1342589 w 1542614"/>
                  <a:gd name="connsiteY6" fmla="*/ 1952957 h 2038682"/>
                  <a:gd name="connsiteX7" fmla="*/ 1218764 w 1542614"/>
                  <a:gd name="connsiteY7" fmla="*/ 2038682 h 2038682"/>
                  <a:gd name="connsiteX8" fmla="*/ 409139 w 1542614"/>
                  <a:gd name="connsiteY8" fmla="*/ 1648157 h 2038682"/>
                  <a:gd name="connsiteX9" fmla="*/ 180539 w 1542614"/>
                  <a:gd name="connsiteY9" fmla="*/ 1333832 h 2038682"/>
                  <a:gd name="connsiteX10" fmla="*/ 37664 w 1542614"/>
                  <a:gd name="connsiteY10" fmla="*/ 981407 h 2038682"/>
                  <a:gd name="connsiteX11" fmla="*/ 66239 w 1542614"/>
                  <a:gd name="connsiteY11" fmla="*/ 543257 h 2038682"/>
                  <a:gd name="connsiteX0" fmla="*/ 66239 w 1542614"/>
                  <a:gd name="connsiteY0" fmla="*/ 543257 h 2038682"/>
                  <a:gd name="connsiteX1" fmla="*/ 161489 w 1542614"/>
                  <a:gd name="connsiteY1" fmla="*/ 332 h 2038682"/>
                  <a:gd name="connsiteX2" fmla="*/ 837764 w 1542614"/>
                  <a:gd name="connsiteY2" fmla="*/ 457532 h 2038682"/>
                  <a:gd name="connsiteX3" fmla="*/ 1218764 w 1542614"/>
                  <a:gd name="connsiteY3" fmla="*/ 619457 h 2038682"/>
                  <a:gd name="connsiteX4" fmla="*/ 1466414 w 1542614"/>
                  <a:gd name="connsiteY4" fmla="*/ 886157 h 2038682"/>
                  <a:gd name="connsiteX5" fmla="*/ 1542614 w 1542614"/>
                  <a:gd name="connsiteY5" fmla="*/ 1552907 h 2038682"/>
                  <a:gd name="connsiteX6" fmla="*/ 1342589 w 1542614"/>
                  <a:gd name="connsiteY6" fmla="*/ 1952957 h 2038682"/>
                  <a:gd name="connsiteX7" fmla="*/ 1218764 w 1542614"/>
                  <a:gd name="connsiteY7" fmla="*/ 2038682 h 2038682"/>
                  <a:gd name="connsiteX8" fmla="*/ 409139 w 1542614"/>
                  <a:gd name="connsiteY8" fmla="*/ 1648157 h 2038682"/>
                  <a:gd name="connsiteX9" fmla="*/ 180539 w 1542614"/>
                  <a:gd name="connsiteY9" fmla="*/ 1333832 h 2038682"/>
                  <a:gd name="connsiteX10" fmla="*/ 37664 w 1542614"/>
                  <a:gd name="connsiteY10" fmla="*/ 981407 h 2038682"/>
                  <a:gd name="connsiteX11" fmla="*/ 66239 w 1542614"/>
                  <a:gd name="connsiteY11" fmla="*/ 543257 h 2038682"/>
                  <a:gd name="connsiteX0" fmla="*/ 66239 w 1542614"/>
                  <a:gd name="connsiteY0" fmla="*/ 543257 h 2038682"/>
                  <a:gd name="connsiteX1" fmla="*/ 161489 w 1542614"/>
                  <a:gd name="connsiteY1" fmla="*/ 332 h 2038682"/>
                  <a:gd name="connsiteX2" fmla="*/ 837764 w 1542614"/>
                  <a:gd name="connsiteY2" fmla="*/ 457532 h 2038682"/>
                  <a:gd name="connsiteX3" fmla="*/ 1218764 w 1542614"/>
                  <a:gd name="connsiteY3" fmla="*/ 619457 h 2038682"/>
                  <a:gd name="connsiteX4" fmla="*/ 1466414 w 1542614"/>
                  <a:gd name="connsiteY4" fmla="*/ 886157 h 2038682"/>
                  <a:gd name="connsiteX5" fmla="*/ 1542614 w 1542614"/>
                  <a:gd name="connsiteY5" fmla="*/ 1552907 h 2038682"/>
                  <a:gd name="connsiteX6" fmla="*/ 1342589 w 1542614"/>
                  <a:gd name="connsiteY6" fmla="*/ 1952957 h 2038682"/>
                  <a:gd name="connsiteX7" fmla="*/ 1218764 w 1542614"/>
                  <a:gd name="connsiteY7" fmla="*/ 2038682 h 2038682"/>
                  <a:gd name="connsiteX8" fmla="*/ 409139 w 1542614"/>
                  <a:gd name="connsiteY8" fmla="*/ 1648157 h 2038682"/>
                  <a:gd name="connsiteX9" fmla="*/ 180539 w 1542614"/>
                  <a:gd name="connsiteY9" fmla="*/ 1333832 h 2038682"/>
                  <a:gd name="connsiteX10" fmla="*/ 37664 w 1542614"/>
                  <a:gd name="connsiteY10" fmla="*/ 981407 h 2038682"/>
                  <a:gd name="connsiteX11" fmla="*/ 66239 w 1542614"/>
                  <a:gd name="connsiteY11" fmla="*/ 543257 h 2038682"/>
                  <a:gd name="connsiteX0" fmla="*/ 66239 w 1542614"/>
                  <a:gd name="connsiteY0" fmla="*/ 543257 h 2038682"/>
                  <a:gd name="connsiteX1" fmla="*/ 161489 w 1542614"/>
                  <a:gd name="connsiteY1" fmla="*/ 332 h 2038682"/>
                  <a:gd name="connsiteX2" fmla="*/ 837764 w 1542614"/>
                  <a:gd name="connsiteY2" fmla="*/ 457532 h 2038682"/>
                  <a:gd name="connsiteX3" fmla="*/ 1218764 w 1542614"/>
                  <a:gd name="connsiteY3" fmla="*/ 619457 h 2038682"/>
                  <a:gd name="connsiteX4" fmla="*/ 1466414 w 1542614"/>
                  <a:gd name="connsiteY4" fmla="*/ 886157 h 2038682"/>
                  <a:gd name="connsiteX5" fmla="*/ 1542614 w 1542614"/>
                  <a:gd name="connsiteY5" fmla="*/ 1552907 h 2038682"/>
                  <a:gd name="connsiteX6" fmla="*/ 1342589 w 1542614"/>
                  <a:gd name="connsiteY6" fmla="*/ 1952957 h 2038682"/>
                  <a:gd name="connsiteX7" fmla="*/ 1218764 w 1542614"/>
                  <a:gd name="connsiteY7" fmla="*/ 2038682 h 2038682"/>
                  <a:gd name="connsiteX8" fmla="*/ 409139 w 1542614"/>
                  <a:gd name="connsiteY8" fmla="*/ 1648157 h 2038682"/>
                  <a:gd name="connsiteX9" fmla="*/ 180539 w 1542614"/>
                  <a:gd name="connsiteY9" fmla="*/ 1333832 h 2038682"/>
                  <a:gd name="connsiteX10" fmla="*/ 37664 w 1542614"/>
                  <a:gd name="connsiteY10" fmla="*/ 981407 h 2038682"/>
                  <a:gd name="connsiteX11" fmla="*/ 66239 w 1542614"/>
                  <a:gd name="connsiteY11" fmla="*/ 543257 h 2038682"/>
                  <a:gd name="connsiteX0" fmla="*/ 66239 w 1625679"/>
                  <a:gd name="connsiteY0" fmla="*/ 543257 h 2038682"/>
                  <a:gd name="connsiteX1" fmla="*/ 161489 w 1625679"/>
                  <a:gd name="connsiteY1" fmla="*/ 332 h 2038682"/>
                  <a:gd name="connsiteX2" fmla="*/ 837764 w 1625679"/>
                  <a:gd name="connsiteY2" fmla="*/ 457532 h 2038682"/>
                  <a:gd name="connsiteX3" fmla="*/ 1218764 w 1625679"/>
                  <a:gd name="connsiteY3" fmla="*/ 619457 h 2038682"/>
                  <a:gd name="connsiteX4" fmla="*/ 1466414 w 1625679"/>
                  <a:gd name="connsiteY4" fmla="*/ 886157 h 2038682"/>
                  <a:gd name="connsiteX5" fmla="*/ 1542614 w 1625679"/>
                  <a:gd name="connsiteY5" fmla="*/ 1552907 h 2038682"/>
                  <a:gd name="connsiteX6" fmla="*/ 1342589 w 1625679"/>
                  <a:gd name="connsiteY6" fmla="*/ 1952957 h 2038682"/>
                  <a:gd name="connsiteX7" fmla="*/ 1218764 w 1625679"/>
                  <a:gd name="connsiteY7" fmla="*/ 2038682 h 2038682"/>
                  <a:gd name="connsiteX8" fmla="*/ 409139 w 1625679"/>
                  <a:gd name="connsiteY8" fmla="*/ 1648157 h 2038682"/>
                  <a:gd name="connsiteX9" fmla="*/ 180539 w 1625679"/>
                  <a:gd name="connsiteY9" fmla="*/ 1333832 h 2038682"/>
                  <a:gd name="connsiteX10" fmla="*/ 37664 w 1625679"/>
                  <a:gd name="connsiteY10" fmla="*/ 981407 h 2038682"/>
                  <a:gd name="connsiteX11" fmla="*/ 66239 w 1625679"/>
                  <a:gd name="connsiteY11" fmla="*/ 543257 h 2038682"/>
                  <a:gd name="connsiteX0" fmla="*/ 66239 w 1625679"/>
                  <a:gd name="connsiteY0" fmla="*/ 543257 h 2038682"/>
                  <a:gd name="connsiteX1" fmla="*/ 161489 w 1625679"/>
                  <a:gd name="connsiteY1" fmla="*/ 332 h 2038682"/>
                  <a:gd name="connsiteX2" fmla="*/ 837764 w 1625679"/>
                  <a:gd name="connsiteY2" fmla="*/ 457532 h 2038682"/>
                  <a:gd name="connsiteX3" fmla="*/ 1218764 w 1625679"/>
                  <a:gd name="connsiteY3" fmla="*/ 619457 h 2038682"/>
                  <a:gd name="connsiteX4" fmla="*/ 1466414 w 1625679"/>
                  <a:gd name="connsiteY4" fmla="*/ 886157 h 2038682"/>
                  <a:gd name="connsiteX5" fmla="*/ 1542614 w 1625679"/>
                  <a:gd name="connsiteY5" fmla="*/ 1552907 h 2038682"/>
                  <a:gd name="connsiteX6" fmla="*/ 1342589 w 1625679"/>
                  <a:gd name="connsiteY6" fmla="*/ 1952957 h 2038682"/>
                  <a:gd name="connsiteX7" fmla="*/ 1218764 w 1625679"/>
                  <a:gd name="connsiteY7" fmla="*/ 2038682 h 2038682"/>
                  <a:gd name="connsiteX8" fmla="*/ 409139 w 1625679"/>
                  <a:gd name="connsiteY8" fmla="*/ 1648157 h 2038682"/>
                  <a:gd name="connsiteX9" fmla="*/ 180539 w 1625679"/>
                  <a:gd name="connsiteY9" fmla="*/ 1333832 h 2038682"/>
                  <a:gd name="connsiteX10" fmla="*/ 37664 w 1625679"/>
                  <a:gd name="connsiteY10" fmla="*/ 981407 h 2038682"/>
                  <a:gd name="connsiteX11" fmla="*/ 66239 w 1625679"/>
                  <a:gd name="connsiteY11" fmla="*/ 543257 h 20386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625679" h="2038682">
                    <a:moveTo>
                      <a:pt x="66239" y="543257"/>
                    </a:moveTo>
                    <a:cubicBezTo>
                      <a:pt x="37664" y="352757"/>
                      <a:pt x="90052" y="262270"/>
                      <a:pt x="161489" y="332"/>
                    </a:cubicBezTo>
                    <a:cubicBezTo>
                      <a:pt x="290077" y="-13955"/>
                      <a:pt x="704414" y="436895"/>
                      <a:pt x="837764" y="457532"/>
                    </a:cubicBezTo>
                    <a:cubicBezTo>
                      <a:pt x="964764" y="511507"/>
                      <a:pt x="1110814" y="498807"/>
                      <a:pt x="1218764" y="619457"/>
                    </a:cubicBezTo>
                    <a:cubicBezTo>
                      <a:pt x="1421964" y="703595"/>
                      <a:pt x="1385452" y="717882"/>
                      <a:pt x="1466414" y="886157"/>
                    </a:cubicBezTo>
                    <a:cubicBezTo>
                      <a:pt x="1547376" y="1054432"/>
                      <a:pt x="1733114" y="1383044"/>
                      <a:pt x="1542614" y="1552907"/>
                    </a:cubicBezTo>
                    <a:cubicBezTo>
                      <a:pt x="1561664" y="1829132"/>
                      <a:pt x="1409264" y="1819607"/>
                      <a:pt x="1342589" y="1952957"/>
                    </a:cubicBezTo>
                    <a:lnTo>
                      <a:pt x="1218764" y="2038682"/>
                    </a:lnTo>
                    <a:cubicBezTo>
                      <a:pt x="1079064" y="1976770"/>
                      <a:pt x="601227" y="2013282"/>
                      <a:pt x="409139" y="1648157"/>
                    </a:cubicBezTo>
                    <a:cubicBezTo>
                      <a:pt x="236102" y="1530682"/>
                      <a:pt x="248802" y="1500520"/>
                      <a:pt x="180539" y="1333832"/>
                    </a:cubicBezTo>
                    <a:cubicBezTo>
                      <a:pt x="102752" y="1233820"/>
                      <a:pt x="10676" y="1108407"/>
                      <a:pt x="37664" y="981407"/>
                    </a:cubicBezTo>
                    <a:cubicBezTo>
                      <a:pt x="-57586" y="702007"/>
                      <a:pt x="56714" y="689307"/>
                      <a:pt x="66239" y="543257"/>
                    </a:cubicBezTo>
                    <a:close/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Rectangle 21">
                <a:extLst>
                  <a:ext uri="{FF2B5EF4-FFF2-40B4-BE49-F238E27FC236}">
                    <a16:creationId xmlns:a16="http://schemas.microsoft.com/office/drawing/2014/main" id="{4125C8E8-DE66-4250-B69F-8F0E785300F8}"/>
                  </a:ext>
                </a:extLst>
              </p:cNvPr>
              <p:cNvSpPr/>
              <p:nvPr/>
            </p:nvSpPr>
            <p:spPr>
              <a:xfrm rot="2339417">
                <a:off x="4240894" y="3732437"/>
                <a:ext cx="263754" cy="499192"/>
              </a:xfrm>
              <a:custGeom>
                <a:avLst/>
                <a:gdLst>
                  <a:gd name="connsiteX0" fmla="*/ 0 w 247650"/>
                  <a:gd name="connsiteY0" fmla="*/ 0 h 381000"/>
                  <a:gd name="connsiteX1" fmla="*/ 247650 w 247650"/>
                  <a:gd name="connsiteY1" fmla="*/ 0 h 381000"/>
                  <a:gd name="connsiteX2" fmla="*/ 247650 w 247650"/>
                  <a:gd name="connsiteY2" fmla="*/ 381000 h 381000"/>
                  <a:gd name="connsiteX3" fmla="*/ 0 w 247650"/>
                  <a:gd name="connsiteY3" fmla="*/ 381000 h 381000"/>
                  <a:gd name="connsiteX4" fmla="*/ 0 w 247650"/>
                  <a:gd name="connsiteY4" fmla="*/ 0 h 381000"/>
                  <a:gd name="connsiteX0" fmla="*/ 304800 w 552450"/>
                  <a:gd name="connsiteY0" fmla="*/ 0 h 381000"/>
                  <a:gd name="connsiteX1" fmla="*/ 552450 w 552450"/>
                  <a:gd name="connsiteY1" fmla="*/ 0 h 381000"/>
                  <a:gd name="connsiteX2" fmla="*/ 552450 w 552450"/>
                  <a:gd name="connsiteY2" fmla="*/ 381000 h 381000"/>
                  <a:gd name="connsiteX3" fmla="*/ 0 w 552450"/>
                  <a:gd name="connsiteY3" fmla="*/ 352425 h 381000"/>
                  <a:gd name="connsiteX4" fmla="*/ 304800 w 552450"/>
                  <a:gd name="connsiteY4" fmla="*/ 0 h 381000"/>
                  <a:gd name="connsiteX0" fmla="*/ 304800 w 552450"/>
                  <a:gd name="connsiteY0" fmla="*/ 0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4" fmla="*/ 304800 w 552450"/>
                  <a:gd name="connsiteY4" fmla="*/ 0 h 485775"/>
                  <a:gd name="connsiteX0" fmla="*/ 0 w 552450"/>
                  <a:gd name="connsiteY0" fmla="*/ 352425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0" fmla="*/ 0 w 2028825"/>
                  <a:gd name="connsiteY0" fmla="*/ 1895475 h 2028825"/>
                  <a:gd name="connsiteX1" fmla="*/ 2028825 w 2028825"/>
                  <a:gd name="connsiteY1" fmla="*/ 0 h 2028825"/>
                  <a:gd name="connsiteX2" fmla="*/ 428625 w 2028825"/>
                  <a:gd name="connsiteY2" fmla="*/ 2028825 h 2028825"/>
                  <a:gd name="connsiteX3" fmla="*/ 0 w 2028825"/>
                  <a:gd name="connsiteY3" fmla="*/ 1895475 h 2028825"/>
                  <a:gd name="connsiteX0" fmla="*/ 1066800 w 1495425"/>
                  <a:gd name="connsiteY0" fmla="*/ 25527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1066800 w 1495425"/>
                  <a:gd name="connsiteY3" fmla="*/ 2552700 h 2686050"/>
                  <a:gd name="connsiteX0" fmla="*/ 847725 w 1495425"/>
                  <a:gd name="connsiteY0" fmla="*/ 24384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847725 w 1495425"/>
                  <a:gd name="connsiteY3" fmla="*/ 2438400 h 2686050"/>
                  <a:gd name="connsiteX0" fmla="*/ 847725 w 1228725"/>
                  <a:gd name="connsiteY0" fmla="*/ 243840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47725 w 1228725"/>
                  <a:gd name="connsiteY3" fmla="*/ 243840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8725" h="2543175">
                    <a:moveTo>
                      <a:pt x="876300" y="2428875"/>
                    </a:moveTo>
                    <a:cubicBezTo>
                      <a:pt x="1222375" y="1581150"/>
                      <a:pt x="292100" y="809625"/>
                      <a:pt x="0" y="0"/>
                    </a:cubicBezTo>
                    <a:cubicBezTo>
                      <a:pt x="409575" y="847725"/>
                      <a:pt x="1219200" y="1390650"/>
                      <a:pt x="1228725" y="2543175"/>
                    </a:cubicBezTo>
                    <a:lnTo>
                      <a:pt x="876300" y="2428875"/>
                    </a:lnTo>
                    <a:close/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Rectangle 21">
                <a:extLst>
                  <a:ext uri="{FF2B5EF4-FFF2-40B4-BE49-F238E27FC236}">
                    <a16:creationId xmlns:a16="http://schemas.microsoft.com/office/drawing/2014/main" id="{E136093A-81BE-DFD5-9961-0F962D0359F4}"/>
                  </a:ext>
                </a:extLst>
              </p:cNvPr>
              <p:cNvSpPr/>
              <p:nvPr/>
            </p:nvSpPr>
            <p:spPr>
              <a:xfrm rot="16200000" flipH="1">
                <a:off x="3974990" y="3981478"/>
                <a:ext cx="263754" cy="499192"/>
              </a:xfrm>
              <a:custGeom>
                <a:avLst/>
                <a:gdLst>
                  <a:gd name="connsiteX0" fmla="*/ 0 w 247650"/>
                  <a:gd name="connsiteY0" fmla="*/ 0 h 381000"/>
                  <a:gd name="connsiteX1" fmla="*/ 247650 w 247650"/>
                  <a:gd name="connsiteY1" fmla="*/ 0 h 381000"/>
                  <a:gd name="connsiteX2" fmla="*/ 247650 w 247650"/>
                  <a:gd name="connsiteY2" fmla="*/ 381000 h 381000"/>
                  <a:gd name="connsiteX3" fmla="*/ 0 w 247650"/>
                  <a:gd name="connsiteY3" fmla="*/ 381000 h 381000"/>
                  <a:gd name="connsiteX4" fmla="*/ 0 w 247650"/>
                  <a:gd name="connsiteY4" fmla="*/ 0 h 381000"/>
                  <a:gd name="connsiteX0" fmla="*/ 304800 w 552450"/>
                  <a:gd name="connsiteY0" fmla="*/ 0 h 381000"/>
                  <a:gd name="connsiteX1" fmla="*/ 552450 w 552450"/>
                  <a:gd name="connsiteY1" fmla="*/ 0 h 381000"/>
                  <a:gd name="connsiteX2" fmla="*/ 552450 w 552450"/>
                  <a:gd name="connsiteY2" fmla="*/ 381000 h 381000"/>
                  <a:gd name="connsiteX3" fmla="*/ 0 w 552450"/>
                  <a:gd name="connsiteY3" fmla="*/ 352425 h 381000"/>
                  <a:gd name="connsiteX4" fmla="*/ 304800 w 552450"/>
                  <a:gd name="connsiteY4" fmla="*/ 0 h 381000"/>
                  <a:gd name="connsiteX0" fmla="*/ 304800 w 552450"/>
                  <a:gd name="connsiteY0" fmla="*/ 0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4" fmla="*/ 304800 w 552450"/>
                  <a:gd name="connsiteY4" fmla="*/ 0 h 485775"/>
                  <a:gd name="connsiteX0" fmla="*/ 0 w 552450"/>
                  <a:gd name="connsiteY0" fmla="*/ 352425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0" fmla="*/ 0 w 2028825"/>
                  <a:gd name="connsiteY0" fmla="*/ 1895475 h 2028825"/>
                  <a:gd name="connsiteX1" fmla="*/ 2028825 w 2028825"/>
                  <a:gd name="connsiteY1" fmla="*/ 0 h 2028825"/>
                  <a:gd name="connsiteX2" fmla="*/ 428625 w 2028825"/>
                  <a:gd name="connsiteY2" fmla="*/ 2028825 h 2028825"/>
                  <a:gd name="connsiteX3" fmla="*/ 0 w 2028825"/>
                  <a:gd name="connsiteY3" fmla="*/ 1895475 h 2028825"/>
                  <a:gd name="connsiteX0" fmla="*/ 1066800 w 1495425"/>
                  <a:gd name="connsiteY0" fmla="*/ 25527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1066800 w 1495425"/>
                  <a:gd name="connsiteY3" fmla="*/ 2552700 h 2686050"/>
                  <a:gd name="connsiteX0" fmla="*/ 847725 w 1495425"/>
                  <a:gd name="connsiteY0" fmla="*/ 24384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847725 w 1495425"/>
                  <a:gd name="connsiteY3" fmla="*/ 2438400 h 2686050"/>
                  <a:gd name="connsiteX0" fmla="*/ 847725 w 1228725"/>
                  <a:gd name="connsiteY0" fmla="*/ 243840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47725 w 1228725"/>
                  <a:gd name="connsiteY3" fmla="*/ 243840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8725" h="2543175">
                    <a:moveTo>
                      <a:pt x="876300" y="2428875"/>
                    </a:moveTo>
                    <a:cubicBezTo>
                      <a:pt x="1222375" y="1581150"/>
                      <a:pt x="292100" y="809625"/>
                      <a:pt x="0" y="0"/>
                    </a:cubicBezTo>
                    <a:cubicBezTo>
                      <a:pt x="409575" y="847725"/>
                      <a:pt x="1219200" y="1390650"/>
                      <a:pt x="1228725" y="2543175"/>
                    </a:cubicBezTo>
                    <a:lnTo>
                      <a:pt x="876300" y="2428875"/>
                    </a:lnTo>
                    <a:close/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Rectangle 21">
                <a:extLst>
                  <a:ext uri="{FF2B5EF4-FFF2-40B4-BE49-F238E27FC236}">
                    <a16:creationId xmlns:a16="http://schemas.microsoft.com/office/drawing/2014/main" id="{B8398132-9BAE-29E1-002E-5CED7525CD1C}"/>
                  </a:ext>
                </a:extLst>
              </p:cNvPr>
              <p:cNvSpPr/>
              <p:nvPr/>
            </p:nvSpPr>
            <p:spPr>
              <a:xfrm rot="1659284">
                <a:off x="3918216" y="3296362"/>
                <a:ext cx="263754" cy="499192"/>
              </a:xfrm>
              <a:custGeom>
                <a:avLst/>
                <a:gdLst>
                  <a:gd name="connsiteX0" fmla="*/ 0 w 247650"/>
                  <a:gd name="connsiteY0" fmla="*/ 0 h 381000"/>
                  <a:gd name="connsiteX1" fmla="*/ 247650 w 247650"/>
                  <a:gd name="connsiteY1" fmla="*/ 0 h 381000"/>
                  <a:gd name="connsiteX2" fmla="*/ 247650 w 247650"/>
                  <a:gd name="connsiteY2" fmla="*/ 381000 h 381000"/>
                  <a:gd name="connsiteX3" fmla="*/ 0 w 247650"/>
                  <a:gd name="connsiteY3" fmla="*/ 381000 h 381000"/>
                  <a:gd name="connsiteX4" fmla="*/ 0 w 247650"/>
                  <a:gd name="connsiteY4" fmla="*/ 0 h 381000"/>
                  <a:gd name="connsiteX0" fmla="*/ 304800 w 552450"/>
                  <a:gd name="connsiteY0" fmla="*/ 0 h 381000"/>
                  <a:gd name="connsiteX1" fmla="*/ 552450 w 552450"/>
                  <a:gd name="connsiteY1" fmla="*/ 0 h 381000"/>
                  <a:gd name="connsiteX2" fmla="*/ 552450 w 552450"/>
                  <a:gd name="connsiteY2" fmla="*/ 381000 h 381000"/>
                  <a:gd name="connsiteX3" fmla="*/ 0 w 552450"/>
                  <a:gd name="connsiteY3" fmla="*/ 352425 h 381000"/>
                  <a:gd name="connsiteX4" fmla="*/ 304800 w 552450"/>
                  <a:gd name="connsiteY4" fmla="*/ 0 h 381000"/>
                  <a:gd name="connsiteX0" fmla="*/ 304800 w 552450"/>
                  <a:gd name="connsiteY0" fmla="*/ 0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4" fmla="*/ 304800 w 552450"/>
                  <a:gd name="connsiteY4" fmla="*/ 0 h 485775"/>
                  <a:gd name="connsiteX0" fmla="*/ 0 w 552450"/>
                  <a:gd name="connsiteY0" fmla="*/ 352425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0" fmla="*/ 0 w 2028825"/>
                  <a:gd name="connsiteY0" fmla="*/ 1895475 h 2028825"/>
                  <a:gd name="connsiteX1" fmla="*/ 2028825 w 2028825"/>
                  <a:gd name="connsiteY1" fmla="*/ 0 h 2028825"/>
                  <a:gd name="connsiteX2" fmla="*/ 428625 w 2028825"/>
                  <a:gd name="connsiteY2" fmla="*/ 2028825 h 2028825"/>
                  <a:gd name="connsiteX3" fmla="*/ 0 w 2028825"/>
                  <a:gd name="connsiteY3" fmla="*/ 1895475 h 2028825"/>
                  <a:gd name="connsiteX0" fmla="*/ 1066800 w 1495425"/>
                  <a:gd name="connsiteY0" fmla="*/ 25527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1066800 w 1495425"/>
                  <a:gd name="connsiteY3" fmla="*/ 2552700 h 2686050"/>
                  <a:gd name="connsiteX0" fmla="*/ 847725 w 1495425"/>
                  <a:gd name="connsiteY0" fmla="*/ 24384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847725 w 1495425"/>
                  <a:gd name="connsiteY3" fmla="*/ 2438400 h 2686050"/>
                  <a:gd name="connsiteX0" fmla="*/ 847725 w 1228725"/>
                  <a:gd name="connsiteY0" fmla="*/ 243840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47725 w 1228725"/>
                  <a:gd name="connsiteY3" fmla="*/ 243840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8725" h="2543175">
                    <a:moveTo>
                      <a:pt x="876300" y="2428875"/>
                    </a:moveTo>
                    <a:cubicBezTo>
                      <a:pt x="1222375" y="1581150"/>
                      <a:pt x="292100" y="809625"/>
                      <a:pt x="0" y="0"/>
                    </a:cubicBezTo>
                    <a:cubicBezTo>
                      <a:pt x="409575" y="847725"/>
                      <a:pt x="1219200" y="1390650"/>
                      <a:pt x="1228725" y="2543175"/>
                    </a:cubicBezTo>
                    <a:lnTo>
                      <a:pt x="876300" y="2428875"/>
                    </a:lnTo>
                    <a:close/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Rectangle 21">
                <a:extLst>
                  <a:ext uri="{FF2B5EF4-FFF2-40B4-BE49-F238E27FC236}">
                    <a16:creationId xmlns:a16="http://schemas.microsoft.com/office/drawing/2014/main" id="{BF2A1309-5928-8781-1253-71265DBACBEE}"/>
                  </a:ext>
                </a:extLst>
              </p:cNvPr>
              <p:cNvSpPr/>
              <p:nvPr/>
            </p:nvSpPr>
            <p:spPr>
              <a:xfrm rot="16200000" flipH="1">
                <a:off x="3709086" y="3516086"/>
                <a:ext cx="263754" cy="499192"/>
              </a:xfrm>
              <a:custGeom>
                <a:avLst/>
                <a:gdLst>
                  <a:gd name="connsiteX0" fmla="*/ 0 w 247650"/>
                  <a:gd name="connsiteY0" fmla="*/ 0 h 381000"/>
                  <a:gd name="connsiteX1" fmla="*/ 247650 w 247650"/>
                  <a:gd name="connsiteY1" fmla="*/ 0 h 381000"/>
                  <a:gd name="connsiteX2" fmla="*/ 247650 w 247650"/>
                  <a:gd name="connsiteY2" fmla="*/ 381000 h 381000"/>
                  <a:gd name="connsiteX3" fmla="*/ 0 w 247650"/>
                  <a:gd name="connsiteY3" fmla="*/ 381000 h 381000"/>
                  <a:gd name="connsiteX4" fmla="*/ 0 w 247650"/>
                  <a:gd name="connsiteY4" fmla="*/ 0 h 381000"/>
                  <a:gd name="connsiteX0" fmla="*/ 304800 w 552450"/>
                  <a:gd name="connsiteY0" fmla="*/ 0 h 381000"/>
                  <a:gd name="connsiteX1" fmla="*/ 552450 w 552450"/>
                  <a:gd name="connsiteY1" fmla="*/ 0 h 381000"/>
                  <a:gd name="connsiteX2" fmla="*/ 552450 w 552450"/>
                  <a:gd name="connsiteY2" fmla="*/ 381000 h 381000"/>
                  <a:gd name="connsiteX3" fmla="*/ 0 w 552450"/>
                  <a:gd name="connsiteY3" fmla="*/ 352425 h 381000"/>
                  <a:gd name="connsiteX4" fmla="*/ 304800 w 552450"/>
                  <a:gd name="connsiteY4" fmla="*/ 0 h 381000"/>
                  <a:gd name="connsiteX0" fmla="*/ 304800 w 552450"/>
                  <a:gd name="connsiteY0" fmla="*/ 0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4" fmla="*/ 304800 w 552450"/>
                  <a:gd name="connsiteY4" fmla="*/ 0 h 485775"/>
                  <a:gd name="connsiteX0" fmla="*/ 0 w 552450"/>
                  <a:gd name="connsiteY0" fmla="*/ 352425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0" fmla="*/ 0 w 2028825"/>
                  <a:gd name="connsiteY0" fmla="*/ 1895475 h 2028825"/>
                  <a:gd name="connsiteX1" fmla="*/ 2028825 w 2028825"/>
                  <a:gd name="connsiteY1" fmla="*/ 0 h 2028825"/>
                  <a:gd name="connsiteX2" fmla="*/ 428625 w 2028825"/>
                  <a:gd name="connsiteY2" fmla="*/ 2028825 h 2028825"/>
                  <a:gd name="connsiteX3" fmla="*/ 0 w 2028825"/>
                  <a:gd name="connsiteY3" fmla="*/ 1895475 h 2028825"/>
                  <a:gd name="connsiteX0" fmla="*/ 1066800 w 1495425"/>
                  <a:gd name="connsiteY0" fmla="*/ 25527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1066800 w 1495425"/>
                  <a:gd name="connsiteY3" fmla="*/ 2552700 h 2686050"/>
                  <a:gd name="connsiteX0" fmla="*/ 847725 w 1495425"/>
                  <a:gd name="connsiteY0" fmla="*/ 24384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847725 w 1495425"/>
                  <a:gd name="connsiteY3" fmla="*/ 2438400 h 2686050"/>
                  <a:gd name="connsiteX0" fmla="*/ 847725 w 1228725"/>
                  <a:gd name="connsiteY0" fmla="*/ 243840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47725 w 1228725"/>
                  <a:gd name="connsiteY3" fmla="*/ 243840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8725" h="2543175">
                    <a:moveTo>
                      <a:pt x="876300" y="2428875"/>
                    </a:moveTo>
                    <a:cubicBezTo>
                      <a:pt x="1222375" y="1581150"/>
                      <a:pt x="292100" y="809625"/>
                      <a:pt x="0" y="0"/>
                    </a:cubicBezTo>
                    <a:cubicBezTo>
                      <a:pt x="409575" y="847725"/>
                      <a:pt x="1219200" y="1390650"/>
                      <a:pt x="1228725" y="2543175"/>
                    </a:cubicBezTo>
                    <a:lnTo>
                      <a:pt x="876300" y="2428875"/>
                    </a:lnTo>
                    <a:close/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Rectangle 21">
                <a:extLst>
                  <a:ext uri="{FF2B5EF4-FFF2-40B4-BE49-F238E27FC236}">
                    <a16:creationId xmlns:a16="http://schemas.microsoft.com/office/drawing/2014/main" id="{41EC7094-F1D4-E4E2-2910-8436AFB43C7B}"/>
                  </a:ext>
                </a:extLst>
              </p:cNvPr>
              <p:cNvSpPr/>
              <p:nvPr/>
            </p:nvSpPr>
            <p:spPr>
              <a:xfrm rot="1659284">
                <a:off x="3692373" y="3090755"/>
                <a:ext cx="156914" cy="296982"/>
              </a:xfrm>
              <a:custGeom>
                <a:avLst/>
                <a:gdLst>
                  <a:gd name="connsiteX0" fmla="*/ 0 w 247650"/>
                  <a:gd name="connsiteY0" fmla="*/ 0 h 381000"/>
                  <a:gd name="connsiteX1" fmla="*/ 247650 w 247650"/>
                  <a:gd name="connsiteY1" fmla="*/ 0 h 381000"/>
                  <a:gd name="connsiteX2" fmla="*/ 247650 w 247650"/>
                  <a:gd name="connsiteY2" fmla="*/ 381000 h 381000"/>
                  <a:gd name="connsiteX3" fmla="*/ 0 w 247650"/>
                  <a:gd name="connsiteY3" fmla="*/ 381000 h 381000"/>
                  <a:gd name="connsiteX4" fmla="*/ 0 w 247650"/>
                  <a:gd name="connsiteY4" fmla="*/ 0 h 381000"/>
                  <a:gd name="connsiteX0" fmla="*/ 304800 w 552450"/>
                  <a:gd name="connsiteY0" fmla="*/ 0 h 381000"/>
                  <a:gd name="connsiteX1" fmla="*/ 552450 w 552450"/>
                  <a:gd name="connsiteY1" fmla="*/ 0 h 381000"/>
                  <a:gd name="connsiteX2" fmla="*/ 552450 w 552450"/>
                  <a:gd name="connsiteY2" fmla="*/ 381000 h 381000"/>
                  <a:gd name="connsiteX3" fmla="*/ 0 w 552450"/>
                  <a:gd name="connsiteY3" fmla="*/ 352425 h 381000"/>
                  <a:gd name="connsiteX4" fmla="*/ 304800 w 552450"/>
                  <a:gd name="connsiteY4" fmla="*/ 0 h 381000"/>
                  <a:gd name="connsiteX0" fmla="*/ 304800 w 552450"/>
                  <a:gd name="connsiteY0" fmla="*/ 0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4" fmla="*/ 304800 w 552450"/>
                  <a:gd name="connsiteY4" fmla="*/ 0 h 485775"/>
                  <a:gd name="connsiteX0" fmla="*/ 0 w 552450"/>
                  <a:gd name="connsiteY0" fmla="*/ 352425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0" fmla="*/ 0 w 2028825"/>
                  <a:gd name="connsiteY0" fmla="*/ 1895475 h 2028825"/>
                  <a:gd name="connsiteX1" fmla="*/ 2028825 w 2028825"/>
                  <a:gd name="connsiteY1" fmla="*/ 0 h 2028825"/>
                  <a:gd name="connsiteX2" fmla="*/ 428625 w 2028825"/>
                  <a:gd name="connsiteY2" fmla="*/ 2028825 h 2028825"/>
                  <a:gd name="connsiteX3" fmla="*/ 0 w 2028825"/>
                  <a:gd name="connsiteY3" fmla="*/ 1895475 h 2028825"/>
                  <a:gd name="connsiteX0" fmla="*/ 1066800 w 1495425"/>
                  <a:gd name="connsiteY0" fmla="*/ 25527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1066800 w 1495425"/>
                  <a:gd name="connsiteY3" fmla="*/ 2552700 h 2686050"/>
                  <a:gd name="connsiteX0" fmla="*/ 847725 w 1495425"/>
                  <a:gd name="connsiteY0" fmla="*/ 24384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847725 w 1495425"/>
                  <a:gd name="connsiteY3" fmla="*/ 2438400 h 2686050"/>
                  <a:gd name="connsiteX0" fmla="*/ 847725 w 1228725"/>
                  <a:gd name="connsiteY0" fmla="*/ 243840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47725 w 1228725"/>
                  <a:gd name="connsiteY3" fmla="*/ 243840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8725" h="2543175">
                    <a:moveTo>
                      <a:pt x="876300" y="2428875"/>
                    </a:moveTo>
                    <a:cubicBezTo>
                      <a:pt x="1222375" y="1581150"/>
                      <a:pt x="292100" y="809625"/>
                      <a:pt x="0" y="0"/>
                    </a:cubicBezTo>
                    <a:cubicBezTo>
                      <a:pt x="409575" y="847725"/>
                      <a:pt x="1219200" y="1390650"/>
                      <a:pt x="1228725" y="2543175"/>
                    </a:cubicBezTo>
                    <a:lnTo>
                      <a:pt x="876300" y="2428875"/>
                    </a:lnTo>
                    <a:close/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Rectangle 21">
                <a:extLst>
                  <a:ext uri="{FF2B5EF4-FFF2-40B4-BE49-F238E27FC236}">
                    <a16:creationId xmlns:a16="http://schemas.microsoft.com/office/drawing/2014/main" id="{B0FF8B11-0EA4-F408-56D9-28F4FB363FF8}"/>
                  </a:ext>
                </a:extLst>
              </p:cNvPr>
              <p:cNvSpPr/>
              <p:nvPr/>
            </p:nvSpPr>
            <p:spPr>
              <a:xfrm rot="16568896" flipH="1">
                <a:off x="3473647" y="3059060"/>
                <a:ext cx="156914" cy="296982"/>
              </a:xfrm>
              <a:custGeom>
                <a:avLst/>
                <a:gdLst>
                  <a:gd name="connsiteX0" fmla="*/ 0 w 247650"/>
                  <a:gd name="connsiteY0" fmla="*/ 0 h 381000"/>
                  <a:gd name="connsiteX1" fmla="*/ 247650 w 247650"/>
                  <a:gd name="connsiteY1" fmla="*/ 0 h 381000"/>
                  <a:gd name="connsiteX2" fmla="*/ 247650 w 247650"/>
                  <a:gd name="connsiteY2" fmla="*/ 381000 h 381000"/>
                  <a:gd name="connsiteX3" fmla="*/ 0 w 247650"/>
                  <a:gd name="connsiteY3" fmla="*/ 381000 h 381000"/>
                  <a:gd name="connsiteX4" fmla="*/ 0 w 247650"/>
                  <a:gd name="connsiteY4" fmla="*/ 0 h 381000"/>
                  <a:gd name="connsiteX0" fmla="*/ 304800 w 552450"/>
                  <a:gd name="connsiteY0" fmla="*/ 0 h 381000"/>
                  <a:gd name="connsiteX1" fmla="*/ 552450 w 552450"/>
                  <a:gd name="connsiteY1" fmla="*/ 0 h 381000"/>
                  <a:gd name="connsiteX2" fmla="*/ 552450 w 552450"/>
                  <a:gd name="connsiteY2" fmla="*/ 381000 h 381000"/>
                  <a:gd name="connsiteX3" fmla="*/ 0 w 552450"/>
                  <a:gd name="connsiteY3" fmla="*/ 352425 h 381000"/>
                  <a:gd name="connsiteX4" fmla="*/ 304800 w 552450"/>
                  <a:gd name="connsiteY4" fmla="*/ 0 h 381000"/>
                  <a:gd name="connsiteX0" fmla="*/ 304800 w 552450"/>
                  <a:gd name="connsiteY0" fmla="*/ 0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4" fmla="*/ 304800 w 552450"/>
                  <a:gd name="connsiteY4" fmla="*/ 0 h 485775"/>
                  <a:gd name="connsiteX0" fmla="*/ 0 w 552450"/>
                  <a:gd name="connsiteY0" fmla="*/ 352425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0" fmla="*/ 0 w 2028825"/>
                  <a:gd name="connsiteY0" fmla="*/ 1895475 h 2028825"/>
                  <a:gd name="connsiteX1" fmla="*/ 2028825 w 2028825"/>
                  <a:gd name="connsiteY1" fmla="*/ 0 h 2028825"/>
                  <a:gd name="connsiteX2" fmla="*/ 428625 w 2028825"/>
                  <a:gd name="connsiteY2" fmla="*/ 2028825 h 2028825"/>
                  <a:gd name="connsiteX3" fmla="*/ 0 w 2028825"/>
                  <a:gd name="connsiteY3" fmla="*/ 1895475 h 2028825"/>
                  <a:gd name="connsiteX0" fmla="*/ 1066800 w 1495425"/>
                  <a:gd name="connsiteY0" fmla="*/ 25527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1066800 w 1495425"/>
                  <a:gd name="connsiteY3" fmla="*/ 2552700 h 2686050"/>
                  <a:gd name="connsiteX0" fmla="*/ 847725 w 1495425"/>
                  <a:gd name="connsiteY0" fmla="*/ 24384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847725 w 1495425"/>
                  <a:gd name="connsiteY3" fmla="*/ 2438400 h 2686050"/>
                  <a:gd name="connsiteX0" fmla="*/ 847725 w 1228725"/>
                  <a:gd name="connsiteY0" fmla="*/ 243840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47725 w 1228725"/>
                  <a:gd name="connsiteY3" fmla="*/ 243840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8725" h="2543175">
                    <a:moveTo>
                      <a:pt x="876300" y="2428875"/>
                    </a:moveTo>
                    <a:cubicBezTo>
                      <a:pt x="1222375" y="1581150"/>
                      <a:pt x="292100" y="809625"/>
                      <a:pt x="0" y="0"/>
                    </a:cubicBezTo>
                    <a:cubicBezTo>
                      <a:pt x="409575" y="847725"/>
                      <a:pt x="1219200" y="1390650"/>
                      <a:pt x="1228725" y="2543175"/>
                    </a:cubicBezTo>
                    <a:lnTo>
                      <a:pt x="876300" y="2428875"/>
                    </a:lnTo>
                    <a:close/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Rectangle 21">
                <a:extLst>
                  <a:ext uri="{FF2B5EF4-FFF2-40B4-BE49-F238E27FC236}">
                    <a16:creationId xmlns:a16="http://schemas.microsoft.com/office/drawing/2014/main" id="{EA41A23D-E0F2-1E60-54AB-47936E27725A}"/>
                  </a:ext>
                </a:extLst>
              </p:cNvPr>
              <p:cNvSpPr/>
              <p:nvPr/>
            </p:nvSpPr>
            <p:spPr>
              <a:xfrm>
                <a:off x="3409950" y="2781299"/>
                <a:ext cx="1228725" cy="2543175"/>
              </a:xfrm>
              <a:custGeom>
                <a:avLst/>
                <a:gdLst>
                  <a:gd name="connsiteX0" fmla="*/ 0 w 247650"/>
                  <a:gd name="connsiteY0" fmla="*/ 0 h 381000"/>
                  <a:gd name="connsiteX1" fmla="*/ 247650 w 247650"/>
                  <a:gd name="connsiteY1" fmla="*/ 0 h 381000"/>
                  <a:gd name="connsiteX2" fmla="*/ 247650 w 247650"/>
                  <a:gd name="connsiteY2" fmla="*/ 381000 h 381000"/>
                  <a:gd name="connsiteX3" fmla="*/ 0 w 247650"/>
                  <a:gd name="connsiteY3" fmla="*/ 381000 h 381000"/>
                  <a:gd name="connsiteX4" fmla="*/ 0 w 247650"/>
                  <a:gd name="connsiteY4" fmla="*/ 0 h 381000"/>
                  <a:gd name="connsiteX0" fmla="*/ 304800 w 552450"/>
                  <a:gd name="connsiteY0" fmla="*/ 0 h 381000"/>
                  <a:gd name="connsiteX1" fmla="*/ 552450 w 552450"/>
                  <a:gd name="connsiteY1" fmla="*/ 0 h 381000"/>
                  <a:gd name="connsiteX2" fmla="*/ 552450 w 552450"/>
                  <a:gd name="connsiteY2" fmla="*/ 381000 h 381000"/>
                  <a:gd name="connsiteX3" fmla="*/ 0 w 552450"/>
                  <a:gd name="connsiteY3" fmla="*/ 352425 h 381000"/>
                  <a:gd name="connsiteX4" fmla="*/ 304800 w 552450"/>
                  <a:gd name="connsiteY4" fmla="*/ 0 h 381000"/>
                  <a:gd name="connsiteX0" fmla="*/ 304800 w 552450"/>
                  <a:gd name="connsiteY0" fmla="*/ 0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4" fmla="*/ 304800 w 552450"/>
                  <a:gd name="connsiteY4" fmla="*/ 0 h 485775"/>
                  <a:gd name="connsiteX0" fmla="*/ 0 w 552450"/>
                  <a:gd name="connsiteY0" fmla="*/ 352425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0" fmla="*/ 0 w 2028825"/>
                  <a:gd name="connsiteY0" fmla="*/ 1895475 h 2028825"/>
                  <a:gd name="connsiteX1" fmla="*/ 2028825 w 2028825"/>
                  <a:gd name="connsiteY1" fmla="*/ 0 h 2028825"/>
                  <a:gd name="connsiteX2" fmla="*/ 428625 w 2028825"/>
                  <a:gd name="connsiteY2" fmla="*/ 2028825 h 2028825"/>
                  <a:gd name="connsiteX3" fmla="*/ 0 w 2028825"/>
                  <a:gd name="connsiteY3" fmla="*/ 1895475 h 2028825"/>
                  <a:gd name="connsiteX0" fmla="*/ 1066800 w 1495425"/>
                  <a:gd name="connsiteY0" fmla="*/ 25527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1066800 w 1495425"/>
                  <a:gd name="connsiteY3" fmla="*/ 2552700 h 2686050"/>
                  <a:gd name="connsiteX0" fmla="*/ 847725 w 1495425"/>
                  <a:gd name="connsiteY0" fmla="*/ 24384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847725 w 1495425"/>
                  <a:gd name="connsiteY3" fmla="*/ 2438400 h 2686050"/>
                  <a:gd name="connsiteX0" fmla="*/ 847725 w 1228725"/>
                  <a:gd name="connsiteY0" fmla="*/ 243840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47725 w 1228725"/>
                  <a:gd name="connsiteY3" fmla="*/ 243840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8725" h="2543175">
                    <a:moveTo>
                      <a:pt x="876300" y="2428875"/>
                    </a:moveTo>
                    <a:cubicBezTo>
                      <a:pt x="1222375" y="1581150"/>
                      <a:pt x="292100" y="809625"/>
                      <a:pt x="0" y="0"/>
                    </a:cubicBezTo>
                    <a:cubicBezTo>
                      <a:pt x="409575" y="847725"/>
                      <a:pt x="1219200" y="1390650"/>
                      <a:pt x="1228725" y="2543175"/>
                    </a:cubicBezTo>
                    <a:lnTo>
                      <a:pt x="876300" y="2428875"/>
                    </a:lnTo>
                    <a:close/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82E052D-1FE9-4BE4-051D-BB4C1AD50FD8}"/>
                </a:ext>
              </a:extLst>
            </p:cNvPr>
            <p:cNvGrpSpPr/>
            <p:nvPr/>
          </p:nvGrpSpPr>
          <p:grpSpPr>
            <a:xfrm>
              <a:off x="3181786" y="2685718"/>
              <a:ext cx="1625679" cy="2638756"/>
              <a:chOff x="3181786" y="2685718"/>
              <a:chExt cx="1625679" cy="2638756"/>
            </a:xfrm>
            <a:grpFill/>
          </p:grpSpPr>
          <p:sp>
            <p:nvSpPr>
              <p:cNvPr id="52" name="Rectangle 22">
                <a:extLst>
                  <a:ext uri="{FF2B5EF4-FFF2-40B4-BE49-F238E27FC236}">
                    <a16:creationId xmlns:a16="http://schemas.microsoft.com/office/drawing/2014/main" id="{E9108828-CBFD-44DF-F1F9-E1F9C2BEAEEF}"/>
                  </a:ext>
                </a:extLst>
              </p:cNvPr>
              <p:cNvSpPr/>
              <p:nvPr/>
            </p:nvSpPr>
            <p:spPr>
              <a:xfrm>
                <a:off x="3181786" y="2685718"/>
                <a:ext cx="1625679" cy="2038682"/>
              </a:xfrm>
              <a:custGeom>
                <a:avLst/>
                <a:gdLst>
                  <a:gd name="connsiteX0" fmla="*/ 0 w 990600"/>
                  <a:gd name="connsiteY0" fmla="*/ 0 h 819150"/>
                  <a:gd name="connsiteX1" fmla="*/ 990600 w 990600"/>
                  <a:gd name="connsiteY1" fmla="*/ 0 h 819150"/>
                  <a:gd name="connsiteX2" fmla="*/ 990600 w 990600"/>
                  <a:gd name="connsiteY2" fmla="*/ 819150 h 819150"/>
                  <a:gd name="connsiteX3" fmla="*/ 0 w 990600"/>
                  <a:gd name="connsiteY3" fmla="*/ 819150 h 819150"/>
                  <a:gd name="connsiteX4" fmla="*/ 0 w 990600"/>
                  <a:gd name="connsiteY4" fmla="*/ 0 h 819150"/>
                  <a:gd name="connsiteX0" fmla="*/ 0 w 1276350"/>
                  <a:gd name="connsiteY0" fmla="*/ 0 h 1409700"/>
                  <a:gd name="connsiteX1" fmla="*/ 990600 w 1276350"/>
                  <a:gd name="connsiteY1" fmla="*/ 0 h 1409700"/>
                  <a:gd name="connsiteX2" fmla="*/ 1276350 w 1276350"/>
                  <a:gd name="connsiteY2" fmla="*/ 1409700 h 1409700"/>
                  <a:gd name="connsiteX3" fmla="*/ 0 w 1276350"/>
                  <a:gd name="connsiteY3" fmla="*/ 819150 h 1409700"/>
                  <a:gd name="connsiteX4" fmla="*/ 0 w 1276350"/>
                  <a:gd name="connsiteY4" fmla="*/ 0 h 1409700"/>
                  <a:gd name="connsiteX0" fmla="*/ 0 w 1276350"/>
                  <a:gd name="connsiteY0" fmla="*/ 0 h 1495425"/>
                  <a:gd name="connsiteX1" fmla="*/ 990600 w 1276350"/>
                  <a:gd name="connsiteY1" fmla="*/ 0 h 1495425"/>
                  <a:gd name="connsiteX2" fmla="*/ 1276350 w 1276350"/>
                  <a:gd name="connsiteY2" fmla="*/ 1409700 h 1495425"/>
                  <a:gd name="connsiteX3" fmla="*/ 1152525 w 1276350"/>
                  <a:gd name="connsiteY3" fmla="*/ 1495425 h 1495425"/>
                  <a:gd name="connsiteX4" fmla="*/ 0 w 1276350"/>
                  <a:gd name="connsiteY4" fmla="*/ 0 h 1495425"/>
                  <a:gd name="connsiteX0" fmla="*/ 0 w 1476375"/>
                  <a:gd name="connsiteY0" fmla="*/ 0 h 1495425"/>
                  <a:gd name="connsiteX1" fmla="*/ 990600 w 1476375"/>
                  <a:gd name="connsiteY1" fmla="*/ 0 h 1495425"/>
                  <a:gd name="connsiteX2" fmla="*/ 1476375 w 1476375"/>
                  <a:gd name="connsiteY2" fmla="*/ 1009650 h 1495425"/>
                  <a:gd name="connsiteX3" fmla="*/ 1276350 w 1476375"/>
                  <a:gd name="connsiteY3" fmla="*/ 1409700 h 1495425"/>
                  <a:gd name="connsiteX4" fmla="*/ 1152525 w 1476375"/>
                  <a:gd name="connsiteY4" fmla="*/ 1495425 h 1495425"/>
                  <a:gd name="connsiteX5" fmla="*/ 0 w 1476375"/>
                  <a:gd name="connsiteY5" fmla="*/ 0 h 1495425"/>
                  <a:gd name="connsiteX0" fmla="*/ 0 w 1476375"/>
                  <a:gd name="connsiteY0" fmla="*/ 0 h 1495425"/>
                  <a:gd name="connsiteX1" fmla="*/ 990600 w 1476375"/>
                  <a:gd name="connsiteY1" fmla="*/ 0 h 1495425"/>
                  <a:gd name="connsiteX2" fmla="*/ 1400175 w 1476375"/>
                  <a:gd name="connsiteY2" fmla="*/ 342900 h 1495425"/>
                  <a:gd name="connsiteX3" fmla="*/ 1476375 w 1476375"/>
                  <a:gd name="connsiteY3" fmla="*/ 1009650 h 1495425"/>
                  <a:gd name="connsiteX4" fmla="*/ 1276350 w 1476375"/>
                  <a:gd name="connsiteY4" fmla="*/ 1409700 h 1495425"/>
                  <a:gd name="connsiteX5" fmla="*/ 1152525 w 1476375"/>
                  <a:gd name="connsiteY5" fmla="*/ 1495425 h 1495425"/>
                  <a:gd name="connsiteX6" fmla="*/ 0 w 1476375"/>
                  <a:gd name="connsiteY6" fmla="*/ 0 h 1495425"/>
                  <a:gd name="connsiteX0" fmla="*/ 0 w 1476375"/>
                  <a:gd name="connsiteY0" fmla="*/ 0 h 1495425"/>
                  <a:gd name="connsiteX1" fmla="*/ 1152525 w 1476375"/>
                  <a:gd name="connsiteY1" fmla="*/ 76200 h 1495425"/>
                  <a:gd name="connsiteX2" fmla="*/ 1400175 w 1476375"/>
                  <a:gd name="connsiteY2" fmla="*/ 342900 h 1495425"/>
                  <a:gd name="connsiteX3" fmla="*/ 1476375 w 1476375"/>
                  <a:gd name="connsiteY3" fmla="*/ 1009650 h 1495425"/>
                  <a:gd name="connsiteX4" fmla="*/ 1276350 w 1476375"/>
                  <a:gd name="connsiteY4" fmla="*/ 1409700 h 1495425"/>
                  <a:gd name="connsiteX5" fmla="*/ 1152525 w 1476375"/>
                  <a:gd name="connsiteY5" fmla="*/ 1495425 h 1495425"/>
                  <a:gd name="connsiteX6" fmla="*/ 0 w 1476375"/>
                  <a:gd name="connsiteY6" fmla="*/ 0 h 1495425"/>
                  <a:gd name="connsiteX0" fmla="*/ 0 w 1476375"/>
                  <a:gd name="connsiteY0" fmla="*/ 87204 h 1582629"/>
                  <a:gd name="connsiteX1" fmla="*/ 771525 w 1476375"/>
                  <a:gd name="connsiteY1" fmla="*/ 1479 h 1582629"/>
                  <a:gd name="connsiteX2" fmla="*/ 1152525 w 1476375"/>
                  <a:gd name="connsiteY2" fmla="*/ 163404 h 1582629"/>
                  <a:gd name="connsiteX3" fmla="*/ 1400175 w 1476375"/>
                  <a:gd name="connsiteY3" fmla="*/ 430104 h 1582629"/>
                  <a:gd name="connsiteX4" fmla="*/ 1476375 w 1476375"/>
                  <a:gd name="connsiteY4" fmla="*/ 1096854 h 1582629"/>
                  <a:gd name="connsiteX5" fmla="*/ 1276350 w 1476375"/>
                  <a:gd name="connsiteY5" fmla="*/ 1496904 h 1582629"/>
                  <a:gd name="connsiteX6" fmla="*/ 1152525 w 1476375"/>
                  <a:gd name="connsiteY6" fmla="*/ 1582629 h 1582629"/>
                  <a:gd name="connsiteX7" fmla="*/ 0 w 1476375"/>
                  <a:gd name="connsiteY7" fmla="*/ 87204 h 1582629"/>
                  <a:gd name="connsiteX0" fmla="*/ 54378 w 1530753"/>
                  <a:gd name="connsiteY0" fmla="*/ 524221 h 2019646"/>
                  <a:gd name="connsiteX1" fmla="*/ 187728 w 1530753"/>
                  <a:gd name="connsiteY1" fmla="*/ 346 h 2019646"/>
                  <a:gd name="connsiteX2" fmla="*/ 825903 w 1530753"/>
                  <a:gd name="connsiteY2" fmla="*/ 438496 h 2019646"/>
                  <a:gd name="connsiteX3" fmla="*/ 1206903 w 1530753"/>
                  <a:gd name="connsiteY3" fmla="*/ 600421 h 2019646"/>
                  <a:gd name="connsiteX4" fmla="*/ 1454553 w 1530753"/>
                  <a:gd name="connsiteY4" fmla="*/ 867121 h 2019646"/>
                  <a:gd name="connsiteX5" fmla="*/ 1530753 w 1530753"/>
                  <a:gd name="connsiteY5" fmla="*/ 1533871 h 2019646"/>
                  <a:gd name="connsiteX6" fmla="*/ 1330728 w 1530753"/>
                  <a:gd name="connsiteY6" fmla="*/ 1933921 h 2019646"/>
                  <a:gd name="connsiteX7" fmla="*/ 1206903 w 1530753"/>
                  <a:gd name="connsiteY7" fmla="*/ 2019646 h 2019646"/>
                  <a:gd name="connsiteX8" fmla="*/ 54378 w 1530753"/>
                  <a:gd name="connsiteY8" fmla="*/ 524221 h 2019646"/>
                  <a:gd name="connsiteX0" fmla="*/ 45492 w 1521867"/>
                  <a:gd name="connsiteY0" fmla="*/ 524221 h 2019646"/>
                  <a:gd name="connsiteX1" fmla="*/ 178842 w 1521867"/>
                  <a:gd name="connsiteY1" fmla="*/ 346 h 2019646"/>
                  <a:gd name="connsiteX2" fmla="*/ 817017 w 1521867"/>
                  <a:gd name="connsiteY2" fmla="*/ 438496 h 2019646"/>
                  <a:gd name="connsiteX3" fmla="*/ 1198017 w 1521867"/>
                  <a:gd name="connsiteY3" fmla="*/ 600421 h 2019646"/>
                  <a:gd name="connsiteX4" fmla="*/ 1445667 w 1521867"/>
                  <a:gd name="connsiteY4" fmla="*/ 867121 h 2019646"/>
                  <a:gd name="connsiteX5" fmla="*/ 1521867 w 1521867"/>
                  <a:gd name="connsiteY5" fmla="*/ 1533871 h 2019646"/>
                  <a:gd name="connsiteX6" fmla="*/ 1321842 w 1521867"/>
                  <a:gd name="connsiteY6" fmla="*/ 1933921 h 2019646"/>
                  <a:gd name="connsiteX7" fmla="*/ 1198017 w 1521867"/>
                  <a:gd name="connsiteY7" fmla="*/ 2019646 h 2019646"/>
                  <a:gd name="connsiteX8" fmla="*/ 45492 w 1521867"/>
                  <a:gd name="connsiteY8" fmla="*/ 524221 h 2019646"/>
                  <a:gd name="connsiteX0" fmla="*/ 51944 w 1528319"/>
                  <a:gd name="connsiteY0" fmla="*/ 543257 h 2038682"/>
                  <a:gd name="connsiteX1" fmla="*/ 147194 w 1528319"/>
                  <a:gd name="connsiteY1" fmla="*/ 332 h 2038682"/>
                  <a:gd name="connsiteX2" fmla="*/ 823469 w 1528319"/>
                  <a:gd name="connsiteY2" fmla="*/ 457532 h 2038682"/>
                  <a:gd name="connsiteX3" fmla="*/ 1204469 w 1528319"/>
                  <a:gd name="connsiteY3" fmla="*/ 619457 h 2038682"/>
                  <a:gd name="connsiteX4" fmla="*/ 1452119 w 1528319"/>
                  <a:gd name="connsiteY4" fmla="*/ 886157 h 2038682"/>
                  <a:gd name="connsiteX5" fmla="*/ 1528319 w 1528319"/>
                  <a:gd name="connsiteY5" fmla="*/ 1552907 h 2038682"/>
                  <a:gd name="connsiteX6" fmla="*/ 1328294 w 1528319"/>
                  <a:gd name="connsiteY6" fmla="*/ 1952957 h 2038682"/>
                  <a:gd name="connsiteX7" fmla="*/ 1204469 w 1528319"/>
                  <a:gd name="connsiteY7" fmla="*/ 2038682 h 2038682"/>
                  <a:gd name="connsiteX8" fmla="*/ 51944 w 1528319"/>
                  <a:gd name="connsiteY8" fmla="*/ 543257 h 2038682"/>
                  <a:gd name="connsiteX0" fmla="*/ 51944 w 1528319"/>
                  <a:gd name="connsiteY0" fmla="*/ 543257 h 2038682"/>
                  <a:gd name="connsiteX1" fmla="*/ 147194 w 1528319"/>
                  <a:gd name="connsiteY1" fmla="*/ 332 h 2038682"/>
                  <a:gd name="connsiteX2" fmla="*/ 823469 w 1528319"/>
                  <a:gd name="connsiteY2" fmla="*/ 457532 h 2038682"/>
                  <a:gd name="connsiteX3" fmla="*/ 1204469 w 1528319"/>
                  <a:gd name="connsiteY3" fmla="*/ 619457 h 2038682"/>
                  <a:gd name="connsiteX4" fmla="*/ 1452119 w 1528319"/>
                  <a:gd name="connsiteY4" fmla="*/ 886157 h 2038682"/>
                  <a:gd name="connsiteX5" fmla="*/ 1528319 w 1528319"/>
                  <a:gd name="connsiteY5" fmla="*/ 1552907 h 2038682"/>
                  <a:gd name="connsiteX6" fmla="*/ 1328294 w 1528319"/>
                  <a:gd name="connsiteY6" fmla="*/ 1952957 h 2038682"/>
                  <a:gd name="connsiteX7" fmla="*/ 1204469 w 1528319"/>
                  <a:gd name="connsiteY7" fmla="*/ 2038682 h 2038682"/>
                  <a:gd name="connsiteX8" fmla="*/ 23369 w 1528319"/>
                  <a:gd name="connsiteY8" fmla="*/ 981407 h 2038682"/>
                  <a:gd name="connsiteX9" fmla="*/ 51944 w 1528319"/>
                  <a:gd name="connsiteY9" fmla="*/ 543257 h 2038682"/>
                  <a:gd name="connsiteX0" fmla="*/ 51944 w 1528319"/>
                  <a:gd name="connsiteY0" fmla="*/ 543257 h 2038682"/>
                  <a:gd name="connsiteX1" fmla="*/ 147194 w 1528319"/>
                  <a:gd name="connsiteY1" fmla="*/ 332 h 2038682"/>
                  <a:gd name="connsiteX2" fmla="*/ 823469 w 1528319"/>
                  <a:gd name="connsiteY2" fmla="*/ 457532 h 2038682"/>
                  <a:gd name="connsiteX3" fmla="*/ 1204469 w 1528319"/>
                  <a:gd name="connsiteY3" fmla="*/ 619457 h 2038682"/>
                  <a:gd name="connsiteX4" fmla="*/ 1452119 w 1528319"/>
                  <a:gd name="connsiteY4" fmla="*/ 886157 h 2038682"/>
                  <a:gd name="connsiteX5" fmla="*/ 1528319 w 1528319"/>
                  <a:gd name="connsiteY5" fmla="*/ 1552907 h 2038682"/>
                  <a:gd name="connsiteX6" fmla="*/ 1328294 w 1528319"/>
                  <a:gd name="connsiteY6" fmla="*/ 1952957 h 2038682"/>
                  <a:gd name="connsiteX7" fmla="*/ 1204469 w 1528319"/>
                  <a:gd name="connsiteY7" fmla="*/ 2038682 h 2038682"/>
                  <a:gd name="connsiteX8" fmla="*/ 166244 w 1528319"/>
                  <a:gd name="connsiteY8" fmla="*/ 1333832 h 2038682"/>
                  <a:gd name="connsiteX9" fmla="*/ 23369 w 1528319"/>
                  <a:gd name="connsiteY9" fmla="*/ 981407 h 2038682"/>
                  <a:gd name="connsiteX10" fmla="*/ 51944 w 1528319"/>
                  <a:gd name="connsiteY10" fmla="*/ 543257 h 2038682"/>
                  <a:gd name="connsiteX0" fmla="*/ 51944 w 1528319"/>
                  <a:gd name="connsiteY0" fmla="*/ 543257 h 2038682"/>
                  <a:gd name="connsiteX1" fmla="*/ 147194 w 1528319"/>
                  <a:gd name="connsiteY1" fmla="*/ 332 h 2038682"/>
                  <a:gd name="connsiteX2" fmla="*/ 823469 w 1528319"/>
                  <a:gd name="connsiteY2" fmla="*/ 457532 h 2038682"/>
                  <a:gd name="connsiteX3" fmla="*/ 1204469 w 1528319"/>
                  <a:gd name="connsiteY3" fmla="*/ 619457 h 2038682"/>
                  <a:gd name="connsiteX4" fmla="*/ 1452119 w 1528319"/>
                  <a:gd name="connsiteY4" fmla="*/ 886157 h 2038682"/>
                  <a:gd name="connsiteX5" fmla="*/ 1528319 w 1528319"/>
                  <a:gd name="connsiteY5" fmla="*/ 1552907 h 2038682"/>
                  <a:gd name="connsiteX6" fmla="*/ 1328294 w 1528319"/>
                  <a:gd name="connsiteY6" fmla="*/ 1952957 h 2038682"/>
                  <a:gd name="connsiteX7" fmla="*/ 1204469 w 1528319"/>
                  <a:gd name="connsiteY7" fmla="*/ 2038682 h 2038682"/>
                  <a:gd name="connsiteX8" fmla="*/ 394844 w 1528319"/>
                  <a:gd name="connsiteY8" fmla="*/ 1648157 h 2038682"/>
                  <a:gd name="connsiteX9" fmla="*/ 166244 w 1528319"/>
                  <a:gd name="connsiteY9" fmla="*/ 1333832 h 2038682"/>
                  <a:gd name="connsiteX10" fmla="*/ 23369 w 1528319"/>
                  <a:gd name="connsiteY10" fmla="*/ 981407 h 2038682"/>
                  <a:gd name="connsiteX11" fmla="*/ 51944 w 1528319"/>
                  <a:gd name="connsiteY11" fmla="*/ 543257 h 2038682"/>
                  <a:gd name="connsiteX0" fmla="*/ 51944 w 1528319"/>
                  <a:gd name="connsiteY0" fmla="*/ 543257 h 2038682"/>
                  <a:gd name="connsiteX1" fmla="*/ 147194 w 1528319"/>
                  <a:gd name="connsiteY1" fmla="*/ 332 h 2038682"/>
                  <a:gd name="connsiteX2" fmla="*/ 823469 w 1528319"/>
                  <a:gd name="connsiteY2" fmla="*/ 457532 h 2038682"/>
                  <a:gd name="connsiteX3" fmla="*/ 1204469 w 1528319"/>
                  <a:gd name="connsiteY3" fmla="*/ 619457 h 2038682"/>
                  <a:gd name="connsiteX4" fmla="*/ 1452119 w 1528319"/>
                  <a:gd name="connsiteY4" fmla="*/ 886157 h 2038682"/>
                  <a:gd name="connsiteX5" fmla="*/ 1528319 w 1528319"/>
                  <a:gd name="connsiteY5" fmla="*/ 1552907 h 2038682"/>
                  <a:gd name="connsiteX6" fmla="*/ 1328294 w 1528319"/>
                  <a:gd name="connsiteY6" fmla="*/ 1952957 h 2038682"/>
                  <a:gd name="connsiteX7" fmla="*/ 1204469 w 1528319"/>
                  <a:gd name="connsiteY7" fmla="*/ 2038682 h 2038682"/>
                  <a:gd name="connsiteX8" fmla="*/ 394844 w 1528319"/>
                  <a:gd name="connsiteY8" fmla="*/ 1648157 h 2038682"/>
                  <a:gd name="connsiteX9" fmla="*/ 166244 w 1528319"/>
                  <a:gd name="connsiteY9" fmla="*/ 1333832 h 2038682"/>
                  <a:gd name="connsiteX10" fmla="*/ 23369 w 1528319"/>
                  <a:gd name="connsiteY10" fmla="*/ 981407 h 2038682"/>
                  <a:gd name="connsiteX11" fmla="*/ 51944 w 1528319"/>
                  <a:gd name="connsiteY11" fmla="*/ 543257 h 2038682"/>
                  <a:gd name="connsiteX0" fmla="*/ 51944 w 1528319"/>
                  <a:gd name="connsiteY0" fmla="*/ 543257 h 2038682"/>
                  <a:gd name="connsiteX1" fmla="*/ 147194 w 1528319"/>
                  <a:gd name="connsiteY1" fmla="*/ 332 h 2038682"/>
                  <a:gd name="connsiteX2" fmla="*/ 823469 w 1528319"/>
                  <a:gd name="connsiteY2" fmla="*/ 457532 h 2038682"/>
                  <a:gd name="connsiteX3" fmla="*/ 1204469 w 1528319"/>
                  <a:gd name="connsiteY3" fmla="*/ 619457 h 2038682"/>
                  <a:gd name="connsiteX4" fmla="*/ 1452119 w 1528319"/>
                  <a:gd name="connsiteY4" fmla="*/ 886157 h 2038682"/>
                  <a:gd name="connsiteX5" fmla="*/ 1528319 w 1528319"/>
                  <a:gd name="connsiteY5" fmla="*/ 1552907 h 2038682"/>
                  <a:gd name="connsiteX6" fmla="*/ 1328294 w 1528319"/>
                  <a:gd name="connsiteY6" fmla="*/ 1952957 h 2038682"/>
                  <a:gd name="connsiteX7" fmla="*/ 1204469 w 1528319"/>
                  <a:gd name="connsiteY7" fmla="*/ 2038682 h 2038682"/>
                  <a:gd name="connsiteX8" fmla="*/ 394844 w 1528319"/>
                  <a:gd name="connsiteY8" fmla="*/ 1648157 h 2038682"/>
                  <a:gd name="connsiteX9" fmla="*/ 166244 w 1528319"/>
                  <a:gd name="connsiteY9" fmla="*/ 1333832 h 2038682"/>
                  <a:gd name="connsiteX10" fmla="*/ 23369 w 1528319"/>
                  <a:gd name="connsiteY10" fmla="*/ 981407 h 2038682"/>
                  <a:gd name="connsiteX11" fmla="*/ 51944 w 1528319"/>
                  <a:gd name="connsiteY11" fmla="*/ 543257 h 2038682"/>
                  <a:gd name="connsiteX0" fmla="*/ 51944 w 1528319"/>
                  <a:gd name="connsiteY0" fmla="*/ 543257 h 2038682"/>
                  <a:gd name="connsiteX1" fmla="*/ 147194 w 1528319"/>
                  <a:gd name="connsiteY1" fmla="*/ 332 h 2038682"/>
                  <a:gd name="connsiteX2" fmla="*/ 823469 w 1528319"/>
                  <a:gd name="connsiteY2" fmla="*/ 457532 h 2038682"/>
                  <a:gd name="connsiteX3" fmla="*/ 1204469 w 1528319"/>
                  <a:gd name="connsiteY3" fmla="*/ 619457 h 2038682"/>
                  <a:gd name="connsiteX4" fmla="*/ 1452119 w 1528319"/>
                  <a:gd name="connsiteY4" fmla="*/ 886157 h 2038682"/>
                  <a:gd name="connsiteX5" fmla="*/ 1528319 w 1528319"/>
                  <a:gd name="connsiteY5" fmla="*/ 1552907 h 2038682"/>
                  <a:gd name="connsiteX6" fmla="*/ 1328294 w 1528319"/>
                  <a:gd name="connsiteY6" fmla="*/ 1952957 h 2038682"/>
                  <a:gd name="connsiteX7" fmla="*/ 1204469 w 1528319"/>
                  <a:gd name="connsiteY7" fmla="*/ 2038682 h 2038682"/>
                  <a:gd name="connsiteX8" fmla="*/ 394844 w 1528319"/>
                  <a:gd name="connsiteY8" fmla="*/ 1648157 h 2038682"/>
                  <a:gd name="connsiteX9" fmla="*/ 166244 w 1528319"/>
                  <a:gd name="connsiteY9" fmla="*/ 1333832 h 2038682"/>
                  <a:gd name="connsiteX10" fmla="*/ 23369 w 1528319"/>
                  <a:gd name="connsiteY10" fmla="*/ 981407 h 2038682"/>
                  <a:gd name="connsiteX11" fmla="*/ 51944 w 1528319"/>
                  <a:gd name="connsiteY11" fmla="*/ 543257 h 2038682"/>
                  <a:gd name="connsiteX0" fmla="*/ 66239 w 1542614"/>
                  <a:gd name="connsiteY0" fmla="*/ 543257 h 2038682"/>
                  <a:gd name="connsiteX1" fmla="*/ 161489 w 1542614"/>
                  <a:gd name="connsiteY1" fmla="*/ 332 h 2038682"/>
                  <a:gd name="connsiteX2" fmla="*/ 837764 w 1542614"/>
                  <a:gd name="connsiteY2" fmla="*/ 457532 h 2038682"/>
                  <a:gd name="connsiteX3" fmla="*/ 1218764 w 1542614"/>
                  <a:gd name="connsiteY3" fmla="*/ 619457 h 2038682"/>
                  <a:gd name="connsiteX4" fmla="*/ 1466414 w 1542614"/>
                  <a:gd name="connsiteY4" fmla="*/ 886157 h 2038682"/>
                  <a:gd name="connsiteX5" fmla="*/ 1542614 w 1542614"/>
                  <a:gd name="connsiteY5" fmla="*/ 1552907 h 2038682"/>
                  <a:gd name="connsiteX6" fmla="*/ 1342589 w 1542614"/>
                  <a:gd name="connsiteY6" fmla="*/ 1952957 h 2038682"/>
                  <a:gd name="connsiteX7" fmla="*/ 1218764 w 1542614"/>
                  <a:gd name="connsiteY7" fmla="*/ 2038682 h 2038682"/>
                  <a:gd name="connsiteX8" fmla="*/ 409139 w 1542614"/>
                  <a:gd name="connsiteY8" fmla="*/ 1648157 h 2038682"/>
                  <a:gd name="connsiteX9" fmla="*/ 180539 w 1542614"/>
                  <a:gd name="connsiteY9" fmla="*/ 1333832 h 2038682"/>
                  <a:gd name="connsiteX10" fmla="*/ 37664 w 1542614"/>
                  <a:gd name="connsiteY10" fmla="*/ 981407 h 2038682"/>
                  <a:gd name="connsiteX11" fmla="*/ 66239 w 1542614"/>
                  <a:gd name="connsiteY11" fmla="*/ 543257 h 2038682"/>
                  <a:gd name="connsiteX0" fmla="*/ 66239 w 1542614"/>
                  <a:gd name="connsiteY0" fmla="*/ 543257 h 2038682"/>
                  <a:gd name="connsiteX1" fmla="*/ 161489 w 1542614"/>
                  <a:gd name="connsiteY1" fmla="*/ 332 h 2038682"/>
                  <a:gd name="connsiteX2" fmla="*/ 837764 w 1542614"/>
                  <a:gd name="connsiteY2" fmla="*/ 457532 h 2038682"/>
                  <a:gd name="connsiteX3" fmla="*/ 1218764 w 1542614"/>
                  <a:gd name="connsiteY3" fmla="*/ 619457 h 2038682"/>
                  <a:gd name="connsiteX4" fmla="*/ 1466414 w 1542614"/>
                  <a:gd name="connsiteY4" fmla="*/ 886157 h 2038682"/>
                  <a:gd name="connsiteX5" fmla="*/ 1542614 w 1542614"/>
                  <a:gd name="connsiteY5" fmla="*/ 1552907 h 2038682"/>
                  <a:gd name="connsiteX6" fmla="*/ 1342589 w 1542614"/>
                  <a:gd name="connsiteY6" fmla="*/ 1952957 h 2038682"/>
                  <a:gd name="connsiteX7" fmla="*/ 1218764 w 1542614"/>
                  <a:gd name="connsiteY7" fmla="*/ 2038682 h 2038682"/>
                  <a:gd name="connsiteX8" fmla="*/ 409139 w 1542614"/>
                  <a:gd name="connsiteY8" fmla="*/ 1648157 h 2038682"/>
                  <a:gd name="connsiteX9" fmla="*/ 180539 w 1542614"/>
                  <a:gd name="connsiteY9" fmla="*/ 1333832 h 2038682"/>
                  <a:gd name="connsiteX10" fmla="*/ 37664 w 1542614"/>
                  <a:gd name="connsiteY10" fmla="*/ 981407 h 2038682"/>
                  <a:gd name="connsiteX11" fmla="*/ 66239 w 1542614"/>
                  <a:gd name="connsiteY11" fmla="*/ 543257 h 2038682"/>
                  <a:gd name="connsiteX0" fmla="*/ 66239 w 1542614"/>
                  <a:gd name="connsiteY0" fmla="*/ 543257 h 2038682"/>
                  <a:gd name="connsiteX1" fmla="*/ 161489 w 1542614"/>
                  <a:gd name="connsiteY1" fmla="*/ 332 h 2038682"/>
                  <a:gd name="connsiteX2" fmla="*/ 837764 w 1542614"/>
                  <a:gd name="connsiteY2" fmla="*/ 457532 h 2038682"/>
                  <a:gd name="connsiteX3" fmla="*/ 1218764 w 1542614"/>
                  <a:gd name="connsiteY3" fmla="*/ 619457 h 2038682"/>
                  <a:gd name="connsiteX4" fmla="*/ 1466414 w 1542614"/>
                  <a:gd name="connsiteY4" fmla="*/ 886157 h 2038682"/>
                  <a:gd name="connsiteX5" fmla="*/ 1542614 w 1542614"/>
                  <a:gd name="connsiteY5" fmla="*/ 1552907 h 2038682"/>
                  <a:gd name="connsiteX6" fmla="*/ 1342589 w 1542614"/>
                  <a:gd name="connsiteY6" fmla="*/ 1952957 h 2038682"/>
                  <a:gd name="connsiteX7" fmla="*/ 1218764 w 1542614"/>
                  <a:gd name="connsiteY7" fmla="*/ 2038682 h 2038682"/>
                  <a:gd name="connsiteX8" fmla="*/ 409139 w 1542614"/>
                  <a:gd name="connsiteY8" fmla="*/ 1648157 h 2038682"/>
                  <a:gd name="connsiteX9" fmla="*/ 180539 w 1542614"/>
                  <a:gd name="connsiteY9" fmla="*/ 1333832 h 2038682"/>
                  <a:gd name="connsiteX10" fmla="*/ 37664 w 1542614"/>
                  <a:gd name="connsiteY10" fmla="*/ 981407 h 2038682"/>
                  <a:gd name="connsiteX11" fmla="*/ 66239 w 1542614"/>
                  <a:gd name="connsiteY11" fmla="*/ 543257 h 2038682"/>
                  <a:gd name="connsiteX0" fmla="*/ 66239 w 1542614"/>
                  <a:gd name="connsiteY0" fmla="*/ 543257 h 2038682"/>
                  <a:gd name="connsiteX1" fmla="*/ 161489 w 1542614"/>
                  <a:gd name="connsiteY1" fmla="*/ 332 h 2038682"/>
                  <a:gd name="connsiteX2" fmla="*/ 837764 w 1542614"/>
                  <a:gd name="connsiteY2" fmla="*/ 457532 h 2038682"/>
                  <a:gd name="connsiteX3" fmla="*/ 1218764 w 1542614"/>
                  <a:gd name="connsiteY3" fmla="*/ 619457 h 2038682"/>
                  <a:gd name="connsiteX4" fmla="*/ 1466414 w 1542614"/>
                  <a:gd name="connsiteY4" fmla="*/ 886157 h 2038682"/>
                  <a:gd name="connsiteX5" fmla="*/ 1542614 w 1542614"/>
                  <a:gd name="connsiteY5" fmla="*/ 1552907 h 2038682"/>
                  <a:gd name="connsiteX6" fmla="*/ 1342589 w 1542614"/>
                  <a:gd name="connsiteY6" fmla="*/ 1952957 h 2038682"/>
                  <a:gd name="connsiteX7" fmla="*/ 1218764 w 1542614"/>
                  <a:gd name="connsiteY7" fmla="*/ 2038682 h 2038682"/>
                  <a:gd name="connsiteX8" fmla="*/ 409139 w 1542614"/>
                  <a:gd name="connsiteY8" fmla="*/ 1648157 h 2038682"/>
                  <a:gd name="connsiteX9" fmla="*/ 180539 w 1542614"/>
                  <a:gd name="connsiteY9" fmla="*/ 1333832 h 2038682"/>
                  <a:gd name="connsiteX10" fmla="*/ 37664 w 1542614"/>
                  <a:gd name="connsiteY10" fmla="*/ 981407 h 2038682"/>
                  <a:gd name="connsiteX11" fmla="*/ 66239 w 1542614"/>
                  <a:gd name="connsiteY11" fmla="*/ 543257 h 2038682"/>
                  <a:gd name="connsiteX0" fmla="*/ 66239 w 1542614"/>
                  <a:gd name="connsiteY0" fmla="*/ 543257 h 2038682"/>
                  <a:gd name="connsiteX1" fmla="*/ 161489 w 1542614"/>
                  <a:gd name="connsiteY1" fmla="*/ 332 h 2038682"/>
                  <a:gd name="connsiteX2" fmla="*/ 837764 w 1542614"/>
                  <a:gd name="connsiteY2" fmla="*/ 457532 h 2038682"/>
                  <a:gd name="connsiteX3" fmla="*/ 1218764 w 1542614"/>
                  <a:gd name="connsiteY3" fmla="*/ 619457 h 2038682"/>
                  <a:gd name="connsiteX4" fmla="*/ 1466414 w 1542614"/>
                  <a:gd name="connsiteY4" fmla="*/ 886157 h 2038682"/>
                  <a:gd name="connsiteX5" fmla="*/ 1542614 w 1542614"/>
                  <a:gd name="connsiteY5" fmla="*/ 1552907 h 2038682"/>
                  <a:gd name="connsiteX6" fmla="*/ 1342589 w 1542614"/>
                  <a:gd name="connsiteY6" fmla="*/ 1952957 h 2038682"/>
                  <a:gd name="connsiteX7" fmla="*/ 1218764 w 1542614"/>
                  <a:gd name="connsiteY7" fmla="*/ 2038682 h 2038682"/>
                  <a:gd name="connsiteX8" fmla="*/ 409139 w 1542614"/>
                  <a:gd name="connsiteY8" fmla="*/ 1648157 h 2038682"/>
                  <a:gd name="connsiteX9" fmla="*/ 180539 w 1542614"/>
                  <a:gd name="connsiteY9" fmla="*/ 1333832 h 2038682"/>
                  <a:gd name="connsiteX10" fmla="*/ 37664 w 1542614"/>
                  <a:gd name="connsiteY10" fmla="*/ 981407 h 2038682"/>
                  <a:gd name="connsiteX11" fmla="*/ 66239 w 1542614"/>
                  <a:gd name="connsiteY11" fmla="*/ 543257 h 2038682"/>
                  <a:gd name="connsiteX0" fmla="*/ 66239 w 1625679"/>
                  <a:gd name="connsiteY0" fmla="*/ 543257 h 2038682"/>
                  <a:gd name="connsiteX1" fmla="*/ 161489 w 1625679"/>
                  <a:gd name="connsiteY1" fmla="*/ 332 h 2038682"/>
                  <a:gd name="connsiteX2" fmla="*/ 837764 w 1625679"/>
                  <a:gd name="connsiteY2" fmla="*/ 457532 h 2038682"/>
                  <a:gd name="connsiteX3" fmla="*/ 1218764 w 1625679"/>
                  <a:gd name="connsiteY3" fmla="*/ 619457 h 2038682"/>
                  <a:gd name="connsiteX4" fmla="*/ 1466414 w 1625679"/>
                  <a:gd name="connsiteY4" fmla="*/ 886157 h 2038682"/>
                  <a:gd name="connsiteX5" fmla="*/ 1542614 w 1625679"/>
                  <a:gd name="connsiteY5" fmla="*/ 1552907 h 2038682"/>
                  <a:gd name="connsiteX6" fmla="*/ 1342589 w 1625679"/>
                  <a:gd name="connsiteY6" fmla="*/ 1952957 h 2038682"/>
                  <a:gd name="connsiteX7" fmla="*/ 1218764 w 1625679"/>
                  <a:gd name="connsiteY7" fmla="*/ 2038682 h 2038682"/>
                  <a:gd name="connsiteX8" fmla="*/ 409139 w 1625679"/>
                  <a:gd name="connsiteY8" fmla="*/ 1648157 h 2038682"/>
                  <a:gd name="connsiteX9" fmla="*/ 180539 w 1625679"/>
                  <a:gd name="connsiteY9" fmla="*/ 1333832 h 2038682"/>
                  <a:gd name="connsiteX10" fmla="*/ 37664 w 1625679"/>
                  <a:gd name="connsiteY10" fmla="*/ 981407 h 2038682"/>
                  <a:gd name="connsiteX11" fmla="*/ 66239 w 1625679"/>
                  <a:gd name="connsiteY11" fmla="*/ 543257 h 2038682"/>
                  <a:gd name="connsiteX0" fmla="*/ 66239 w 1625679"/>
                  <a:gd name="connsiteY0" fmla="*/ 543257 h 2038682"/>
                  <a:gd name="connsiteX1" fmla="*/ 161489 w 1625679"/>
                  <a:gd name="connsiteY1" fmla="*/ 332 h 2038682"/>
                  <a:gd name="connsiteX2" fmla="*/ 837764 w 1625679"/>
                  <a:gd name="connsiteY2" fmla="*/ 457532 h 2038682"/>
                  <a:gd name="connsiteX3" fmla="*/ 1218764 w 1625679"/>
                  <a:gd name="connsiteY3" fmla="*/ 619457 h 2038682"/>
                  <a:gd name="connsiteX4" fmla="*/ 1466414 w 1625679"/>
                  <a:gd name="connsiteY4" fmla="*/ 886157 h 2038682"/>
                  <a:gd name="connsiteX5" fmla="*/ 1542614 w 1625679"/>
                  <a:gd name="connsiteY5" fmla="*/ 1552907 h 2038682"/>
                  <a:gd name="connsiteX6" fmla="*/ 1342589 w 1625679"/>
                  <a:gd name="connsiteY6" fmla="*/ 1952957 h 2038682"/>
                  <a:gd name="connsiteX7" fmla="*/ 1218764 w 1625679"/>
                  <a:gd name="connsiteY7" fmla="*/ 2038682 h 2038682"/>
                  <a:gd name="connsiteX8" fmla="*/ 409139 w 1625679"/>
                  <a:gd name="connsiteY8" fmla="*/ 1648157 h 2038682"/>
                  <a:gd name="connsiteX9" fmla="*/ 180539 w 1625679"/>
                  <a:gd name="connsiteY9" fmla="*/ 1333832 h 2038682"/>
                  <a:gd name="connsiteX10" fmla="*/ 37664 w 1625679"/>
                  <a:gd name="connsiteY10" fmla="*/ 981407 h 2038682"/>
                  <a:gd name="connsiteX11" fmla="*/ 66239 w 1625679"/>
                  <a:gd name="connsiteY11" fmla="*/ 543257 h 20386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625679" h="2038682">
                    <a:moveTo>
                      <a:pt x="66239" y="543257"/>
                    </a:moveTo>
                    <a:cubicBezTo>
                      <a:pt x="37664" y="352757"/>
                      <a:pt x="90052" y="262270"/>
                      <a:pt x="161489" y="332"/>
                    </a:cubicBezTo>
                    <a:cubicBezTo>
                      <a:pt x="290077" y="-13955"/>
                      <a:pt x="704414" y="436895"/>
                      <a:pt x="837764" y="457532"/>
                    </a:cubicBezTo>
                    <a:cubicBezTo>
                      <a:pt x="964764" y="511507"/>
                      <a:pt x="1110814" y="498807"/>
                      <a:pt x="1218764" y="619457"/>
                    </a:cubicBezTo>
                    <a:cubicBezTo>
                      <a:pt x="1421964" y="703595"/>
                      <a:pt x="1385452" y="717882"/>
                      <a:pt x="1466414" y="886157"/>
                    </a:cubicBezTo>
                    <a:cubicBezTo>
                      <a:pt x="1547376" y="1054432"/>
                      <a:pt x="1733114" y="1383044"/>
                      <a:pt x="1542614" y="1552907"/>
                    </a:cubicBezTo>
                    <a:cubicBezTo>
                      <a:pt x="1561664" y="1829132"/>
                      <a:pt x="1409264" y="1819607"/>
                      <a:pt x="1342589" y="1952957"/>
                    </a:cubicBezTo>
                    <a:lnTo>
                      <a:pt x="1218764" y="2038682"/>
                    </a:lnTo>
                    <a:cubicBezTo>
                      <a:pt x="1079064" y="1976770"/>
                      <a:pt x="601227" y="2013282"/>
                      <a:pt x="409139" y="1648157"/>
                    </a:cubicBezTo>
                    <a:cubicBezTo>
                      <a:pt x="236102" y="1530682"/>
                      <a:pt x="248802" y="1500520"/>
                      <a:pt x="180539" y="1333832"/>
                    </a:cubicBezTo>
                    <a:cubicBezTo>
                      <a:pt x="102752" y="1233820"/>
                      <a:pt x="10676" y="1108407"/>
                      <a:pt x="37664" y="981407"/>
                    </a:cubicBezTo>
                    <a:cubicBezTo>
                      <a:pt x="-57586" y="702007"/>
                      <a:pt x="56714" y="689307"/>
                      <a:pt x="66239" y="543257"/>
                    </a:cubicBezTo>
                    <a:close/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3" name="Rectangle 21">
                <a:extLst>
                  <a:ext uri="{FF2B5EF4-FFF2-40B4-BE49-F238E27FC236}">
                    <a16:creationId xmlns:a16="http://schemas.microsoft.com/office/drawing/2014/main" id="{C56154FB-D9D5-5130-E3D1-D43D1220AEF5}"/>
                  </a:ext>
                </a:extLst>
              </p:cNvPr>
              <p:cNvSpPr/>
              <p:nvPr/>
            </p:nvSpPr>
            <p:spPr>
              <a:xfrm rot="2339417">
                <a:off x="4240894" y="3732437"/>
                <a:ext cx="263754" cy="499192"/>
              </a:xfrm>
              <a:custGeom>
                <a:avLst/>
                <a:gdLst>
                  <a:gd name="connsiteX0" fmla="*/ 0 w 247650"/>
                  <a:gd name="connsiteY0" fmla="*/ 0 h 381000"/>
                  <a:gd name="connsiteX1" fmla="*/ 247650 w 247650"/>
                  <a:gd name="connsiteY1" fmla="*/ 0 h 381000"/>
                  <a:gd name="connsiteX2" fmla="*/ 247650 w 247650"/>
                  <a:gd name="connsiteY2" fmla="*/ 381000 h 381000"/>
                  <a:gd name="connsiteX3" fmla="*/ 0 w 247650"/>
                  <a:gd name="connsiteY3" fmla="*/ 381000 h 381000"/>
                  <a:gd name="connsiteX4" fmla="*/ 0 w 247650"/>
                  <a:gd name="connsiteY4" fmla="*/ 0 h 381000"/>
                  <a:gd name="connsiteX0" fmla="*/ 304800 w 552450"/>
                  <a:gd name="connsiteY0" fmla="*/ 0 h 381000"/>
                  <a:gd name="connsiteX1" fmla="*/ 552450 w 552450"/>
                  <a:gd name="connsiteY1" fmla="*/ 0 h 381000"/>
                  <a:gd name="connsiteX2" fmla="*/ 552450 w 552450"/>
                  <a:gd name="connsiteY2" fmla="*/ 381000 h 381000"/>
                  <a:gd name="connsiteX3" fmla="*/ 0 w 552450"/>
                  <a:gd name="connsiteY3" fmla="*/ 352425 h 381000"/>
                  <a:gd name="connsiteX4" fmla="*/ 304800 w 552450"/>
                  <a:gd name="connsiteY4" fmla="*/ 0 h 381000"/>
                  <a:gd name="connsiteX0" fmla="*/ 304800 w 552450"/>
                  <a:gd name="connsiteY0" fmla="*/ 0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4" fmla="*/ 304800 w 552450"/>
                  <a:gd name="connsiteY4" fmla="*/ 0 h 485775"/>
                  <a:gd name="connsiteX0" fmla="*/ 0 w 552450"/>
                  <a:gd name="connsiteY0" fmla="*/ 352425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0" fmla="*/ 0 w 2028825"/>
                  <a:gd name="connsiteY0" fmla="*/ 1895475 h 2028825"/>
                  <a:gd name="connsiteX1" fmla="*/ 2028825 w 2028825"/>
                  <a:gd name="connsiteY1" fmla="*/ 0 h 2028825"/>
                  <a:gd name="connsiteX2" fmla="*/ 428625 w 2028825"/>
                  <a:gd name="connsiteY2" fmla="*/ 2028825 h 2028825"/>
                  <a:gd name="connsiteX3" fmla="*/ 0 w 2028825"/>
                  <a:gd name="connsiteY3" fmla="*/ 1895475 h 2028825"/>
                  <a:gd name="connsiteX0" fmla="*/ 1066800 w 1495425"/>
                  <a:gd name="connsiteY0" fmla="*/ 25527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1066800 w 1495425"/>
                  <a:gd name="connsiteY3" fmla="*/ 2552700 h 2686050"/>
                  <a:gd name="connsiteX0" fmla="*/ 847725 w 1495425"/>
                  <a:gd name="connsiteY0" fmla="*/ 24384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847725 w 1495425"/>
                  <a:gd name="connsiteY3" fmla="*/ 2438400 h 2686050"/>
                  <a:gd name="connsiteX0" fmla="*/ 847725 w 1228725"/>
                  <a:gd name="connsiteY0" fmla="*/ 243840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47725 w 1228725"/>
                  <a:gd name="connsiteY3" fmla="*/ 243840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8725" h="2543175">
                    <a:moveTo>
                      <a:pt x="876300" y="2428875"/>
                    </a:moveTo>
                    <a:cubicBezTo>
                      <a:pt x="1222375" y="1581150"/>
                      <a:pt x="292100" y="809625"/>
                      <a:pt x="0" y="0"/>
                    </a:cubicBezTo>
                    <a:cubicBezTo>
                      <a:pt x="409575" y="847725"/>
                      <a:pt x="1219200" y="1390650"/>
                      <a:pt x="1228725" y="2543175"/>
                    </a:cubicBezTo>
                    <a:lnTo>
                      <a:pt x="876300" y="2428875"/>
                    </a:lnTo>
                    <a:close/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Rectangle 21">
                <a:extLst>
                  <a:ext uri="{FF2B5EF4-FFF2-40B4-BE49-F238E27FC236}">
                    <a16:creationId xmlns:a16="http://schemas.microsoft.com/office/drawing/2014/main" id="{0CC23FFC-BC28-3B5E-86E5-9FE101285E4B}"/>
                  </a:ext>
                </a:extLst>
              </p:cNvPr>
              <p:cNvSpPr/>
              <p:nvPr/>
            </p:nvSpPr>
            <p:spPr>
              <a:xfrm rot="16200000" flipH="1">
                <a:off x="3974990" y="3981478"/>
                <a:ext cx="263754" cy="499192"/>
              </a:xfrm>
              <a:custGeom>
                <a:avLst/>
                <a:gdLst>
                  <a:gd name="connsiteX0" fmla="*/ 0 w 247650"/>
                  <a:gd name="connsiteY0" fmla="*/ 0 h 381000"/>
                  <a:gd name="connsiteX1" fmla="*/ 247650 w 247650"/>
                  <a:gd name="connsiteY1" fmla="*/ 0 h 381000"/>
                  <a:gd name="connsiteX2" fmla="*/ 247650 w 247650"/>
                  <a:gd name="connsiteY2" fmla="*/ 381000 h 381000"/>
                  <a:gd name="connsiteX3" fmla="*/ 0 w 247650"/>
                  <a:gd name="connsiteY3" fmla="*/ 381000 h 381000"/>
                  <a:gd name="connsiteX4" fmla="*/ 0 w 247650"/>
                  <a:gd name="connsiteY4" fmla="*/ 0 h 381000"/>
                  <a:gd name="connsiteX0" fmla="*/ 304800 w 552450"/>
                  <a:gd name="connsiteY0" fmla="*/ 0 h 381000"/>
                  <a:gd name="connsiteX1" fmla="*/ 552450 w 552450"/>
                  <a:gd name="connsiteY1" fmla="*/ 0 h 381000"/>
                  <a:gd name="connsiteX2" fmla="*/ 552450 w 552450"/>
                  <a:gd name="connsiteY2" fmla="*/ 381000 h 381000"/>
                  <a:gd name="connsiteX3" fmla="*/ 0 w 552450"/>
                  <a:gd name="connsiteY3" fmla="*/ 352425 h 381000"/>
                  <a:gd name="connsiteX4" fmla="*/ 304800 w 552450"/>
                  <a:gd name="connsiteY4" fmla="*/ 0 h 381000"/>
                  <a:gd name="connsiteX0" fmla="*/ 304800 w 552450"/>
                  <a:gd name="connsiteY0" fmla="*/ 0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4" fmla="*/ 304800 w 552450"/>
                  <a:gd name="connsiteY4" fmla="*/ 0 h 485775"/>
                  <a:gd name="connsiteX0" fmla="*/ 0 w 552450"/>
                  <a:gd name="connsiteY0" fmla="*/ 352425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0" fmla="*/ 0 w 2028825"/>
                  <a:gd name="connsiteY0" fmla="*/ 1895475 h 2028825"/>
                  <a:gd name="connsiteX1" fmla="*/ 2028825 w 2028825"/>
                  <a:gd name="connsiteY1" fmla="*/ 0 h 2028825"/>
                  <a:gd name="connsiteX2" fmla="*/ 428625 w 2028825"/>
                  <a:gd name="connsiteY2" fmla="*/ 2028825 h 2028825"/>
                  <a:gd name="connsiteX3" fmla="*/ 0 w 2028825"/>
                  <a:gd name="connsiteY3" fmla="*/ 1895475 h 2028825"/>
                  <a:gd name="connsiteX0" fmla="*/ 1066800 w 1495425"/>
                  <a:gd name="connsiteY0" fmla="*/ 25527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1066800 w 1495425"/>
                  <a:gd name="connsiteY3" fmla="*/ 2552700 h 2686050"/>
                  <a:gd name="connsiteX0" fmla="*/ 847725 w 1495425"/>
                  <a:gd name="connsiteY0" fmla="*/ 24384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847725 w 1495425"/>
                  <a:gd name="connsiteY3" fmla="*/ 2438400 h 2686050"/>
                  <a:gd name="connsiteX0" fmla="*/ 847725 w 1228725"/>
                  <a:gd name="connsiteY0" fmla="*/ 243840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47725 w 1228725"/>
                  <a:gd name="connsiteY3" fmla="*/ 243840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8725" h="2543175">
                    <a:moveTo>
                      <a:pt x="876300" y="2428875"/>
                    </a:moveTo>
                    <a:cubicBezTo>
                      <a:pt x="1222375" y="1581150"/>
                      <a:pt x="292100" y="809625"/>
                      <a:pt x="0" y="0"/>
                    </a:cubicBezTo>
                    <a:cubicBezTo>
                      <a:pt x="409575" y="847725"/>
                      <a:pt x="1219200" y="1390650"/>
                      <a:pt x="1228725" y="2543175"/>
                    </a:cubicBezTo>
                    <a:lnTo>
                      <a:pt x="876300" y="2428875"/>
                    </a:lnTo>
                    <a:close/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Rectangle 21">
                <a:extLst>
                  <a:ext uri="{FF2B5EF4-FFF2-40B4-BE49-F238E27FC236}">
                    <a16:creationId xmlns:a16="http://schemas.microsoft.com/office/drawing/2014/main" id="{265961B1-B27B-56AE-B765-B7A73A0F7380}"/>
                  </a:ext>
                </a:extLst>
              </p:cNvPr>
              <p:cNvSpPr/>
              <p:nvPr/>
            </p:nvSpPr>
            <p:spPr>
              <a:xfrm rot="1659284">
                <a:off x="3918216" y="3296362"/>
                <a:ext cx="263754" cy="499192"/>
              </a:xfrm>
              <a:custGeom>
                <a:avLst/>
                <a:gdLst>
                  <a:gd name="connsiteX0" fmla="*/ 0 w 247650"/>
                  <a:gd name="connsiteY0" fmla="*/ 0 h 381000"/>
                  <a:gd name="connsiteX1" fmla="*/ 247650 w 247650"/>
                  <a:gd name="connsiteY1" fmla="*/ 0 h 381000"/>
                  <a:gd name="connsiteX2" fmla="*/ 247650 w 247650"/>
                  <a:gd name="connsiteY2" fmla="*/ 381000 h 381000"/>
                  <a:gd name="connsiteX3" fmla="*/ 0 w 247650"/>
                  <a:gd name="connsiteY3" fmla="*/ 381000 h 381000"/>
                  <a:gd name="connsiteX4" fmla="*/ 0 w 247650"/>
                  <a:gd name="connsiteY4" fmla="*/ 0 h 381000"/>
                  <a:gd name="connsiteX0" fmla="*/ 304800 w 552450"/>
                  <a:gd name="connsiteY0" fmla="*/ 0 h 381000"/>
                  <a:gd name="connsiteX1" fmla="*/ 552450 w 552450"/>
                  <a:gd name="connsiteY1" fmla="*/ 0 h 381000"/>
                  <a:gd name="connsiteX2" fmla="*/ 552450 w 552450"/>
                  <a:gd name="connsiteY2" fmla="*/ 381000 h 381000"/>
                  <a:gd name="connsiteX3" fmla="*/ 0 w 552450"/>
                  <a:gd name="connsiteY3" fmla="*/ 352425 h 381000"/>
                  <a:gd name="connsiteX4" fmla="*/ 304800 w 552450"/>
                  <a:gd name="connsiteY4" fmla="*/ 0 h 381000"/>
                  <a:gd name="connsiteX0" fmla="*/ 304800 w 552450"/>
                  <a:gd name="connsiteY0" fmla="*/ 0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4" fmla="*/ 304800 w 552450"/>
                  <a:gd name="connsiteY4" fmla="*/ 0 h 485775"/>
                  <a:gd name="connsiteX0" fmla="*/ 0 w 552450"/>
                  <a:gd name="connsiteY0" fmla="*/ 352425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0" fmla="*/ 0 w 2028825"/>
                  <a:gd name="connsiteY0" fmla="*/ 1895475 h 2028825"/>
                  <a:gd name="connsiteX1" fmla="*/ 2028825 w 2028825"/>
                  <a:gd name="connsiteY1" fmla="*/ 0 h 2028825"/>
                  <a:gd name="connsiteX2" fmla="*/ 428625 w 2028825"/>
                  <a:gd name="connsiteY2" fmla="*/ 2028825 h 2028825"/>
                  <a:gd name="connsiteX3" fmla="*/ 0 w 2028825"/>
                  <a:gd name="connsiteY3" fmla="*/ 1895475 h 2028825"/>
                  <a:gd name="connsiteX0" fmla="*/ 1066800 w 1495425"/>
                  <a:gd name="connsiteY0" fmla="*/ 25527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1066800 w 1495425"/>
                  <a:gd name="connsiteY3" fmla="*/ 2552700 h 2686050"/>
                  <a:gd name="connsiteX0" fmla="*/ 847725 w 1495425"/>
                  <a:gd name="connsiteY0" fmla="*/ 24384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847725 w 1495425"/>
                  <a:gd name="connsiteY3" fmla="*/ 2438400 h 2686050"/>
                  <a:gd name="connsiteX0" fmla="*/ 847725 w 1228725"/>
                  <a:gd name="connsiteY0" fmla="*/ 243840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47725 w 1228725"/>
                  <a:gd name="connsiteY3" fmla="*/ 243840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8725" h="2543175">
                    <a:moveTo>
                      <a:pt x="876300" y="2428875"/>
                    </a:moveTo>
                    <a:cubicBezTo>
                      <a:pt x="1222375" y="1581150"/>
                      <a:pt x="292100" y="809625"/>
                      <a:pt x="0" y="0"/>
                    </a:cubicBezTo>
                    <a:cubicBezTo>
                      <a:pt x="409575" y="847725"/>
                      <a:pt x="1219200" y="1390650"/>
                      <a:pt x="1228725" y="2543175"/>
                    </a:cubicBezTo>
                    <a:lnTo>
                      <a:pt x="876300" y="2428875"/>
                    </a:lnTo>
                    <a:close/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Rectangle 21">
                <a:extLst>
                  <a:ext uri="{FF2B5EF4-FFF2-40B4-BE49-F238E27FC236}">
                    <a16:creationId xmlns:a16="http://schemas.microsoft.com/office/drawing/2014/main" id="{D19108C7-E80C-CE02-0D80-FD952252066D}"/>
                  </a:ext>
                </a:extLst>
              </p:cNvPr>
              <p:cNvSpPr/>
              <p:nvPr/>
            </p:nvSpPr>
            <p:spPr>
              <a:xfrm rot="16200000" flipH="1">
                <a:off x="3709086" y="3516086"/>
                <a:ext cx="263754" cy="499192"/>
              </a:xfrm>
              <a:custGeom>
                <a:avLst/>
                <a:gdLst>
                  <a:gd name="connsiteX0" fmla="*/ 0 w 247650"/>
                  <a:gd name="connsiteY0" fmla="*/ 0 h 381000"/>
                  <a:gd name="connsiteX1" fmla="*/ 247650 w 247650"/>
                  <a:gd name="connsiteY1" fmla="*/ 0 h 381000"/>
                  <a:gd name="connsiteX2" fmla="*/ 247650 w 247650"/>
                  <a:gd name="connsiteY2" fmla="*/ 381000 h 381000"/>
                  <a:gd name="connsiteX3" fmla="*/ 0 w 247650"/>
                  <a:gd name="connsiteY3" fmla="*/ 381000 h 381000"/>
                  <a:gd name="connsiteX4" fmla="*/ 0 w 247650"/>
                  <a:gd name="connsiteY4" fmla="*/ 0 h 381000"/>
                  <a:gd name="connsiteX0" fmla="*/ 304800 w 552450"/>
                  <a:gd name="connsiteY0" fmla="*/ 0 h 381000"/>
                  <a:gd name="connsiteX1" fmla="*/ 552450 w 552450"/>
                  <a:gd name="connsiteY1" fmla="*/ 0 h 381000"/>
                  <a:gd name="connsiteX2" fmla="*/ 552450 w 552450"/>
                  <a:gd name="connsiteY2" fmla="*/ 381000 h 381000"/>
                  <a:gd name="connsiteX3" fmla="*/ 0 w 552450"/>
                  <a:gd name="connsiteY3" fmla="*/ 352425 h 381000"/>
                  <a:gd name="connsiteX4" fmla="*/ 304800 w 552450"/>
                  <a:gd name="connsiteY4" fmla="*/ 0 h 381000"/>
                  <a:gd name="connsiteX0" fmla="*/ 304800 w 552450"/>
                  <a:gd name="connsiteY0" fmla="*/ 0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4" fmla="*/ 304800 w 552450"/>
                  <a:gd name="connsiteY4" fmla="*/ 0 h 485775"/>
                  <a:gd name="connsiteX0" fmla="*/ 0 w 552450"/>
                  <a:gd name="connsiteY0" fmla="*/ 352425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0" fmla="*/ 0 w 2028825"/>
                  <a:gd name="connsiteY0" fmla="*/ 1895475 h 2028825"/>
                  <a:gd name="connsiteX1" fmla="*/ 2028825 w 2028825"/>
                  <a:gd name="connsiteY1" fmla="*/ 0 h 2028825"/>
                  <a:gd name="connsiteX2" fmla="*/ 428625 w 2028825"/>
                  <a:gd name="connsiteY2" fmla="*/ 2028825 h 2028825"/>
                  <a:gd name="connsiteX3" fmla="*/ 0 w 2028825"/>
                  <a:gd name="connsiteY3" fmla="*/ 1895475 h 2028825"/>
                  <a:gd name="connsiteX0" fmla="*/ 1066800 w 1495425"/>
                  <a:gd name="connsiteY0" fmla="*/ 25527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1066800 w 1495425"/>
                  <a:gd name="connsiteY3" fmla="*/ 2552700 h 2686050"/>
                  <a:gd name="connsiteX0" fmla="*/ 847725 w 1495425"/>
                  <a:gd name="connsiteY0" fmla="*/ 24384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847725 w 1495425"/>
                  <a:gd name="connsiteY3" fmla="*/ 2438400 h 2686050"/>
                  <a:gd name="connsiteX0" fmla="*/ 847725 w 1228725"/>
                  <a:gd name="connsiteY0" fmla="*/ 243840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47725 w 1228725"/>
                  <a:gd name="connsiteY3" fmla="*/ 243840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8725" h="2543175">
                    <a:moveTo>
                      <a:pt x="876300" y="2428875"/>
                    </a:moveTo>
                    <a:cubicBezTo>
                      <a:pt x="1222375" y="1581150"/>
                      <a:pt x="292100" y="809625"/>
                      <a:pt x="0" y="0"/>
                    </a:cubicBezTo>
                    <a:cubicBezTo>
                      <a:pt x="409575" y="847725"/>
                      <a:pt x="1219200" y="1390650"/>
                      <a:pt x="1228725" y="2543175"/>
                    </a:cubicBezTo>
                    <a:lnTo>
                      <a:pt x="876300" y="2428875"/>
                    </a:lnTo>
                    <a:close/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Rectangle 21">
                <a:extLst>
                  <a:ext uri="{FF2B5EF4-FFF2-40B4-BE49-F238E27FC236}">
                    <a16:creationId xmlns:a16="http://schemas.microsoft.com/office/drawing/2014/main" id="{341E9758-990B-8A7C-F4CB-AFF2D977B17A}"/>
                  </a:ext>
                </a:extLst>
              </p:cNvPr>
              <p:cNvSpPr/>
              <p:nvPr/>
            </p:nvSpPr>
            <p:spPr>
              <a:xfrm rot="1659284">
                <a:off x="3692373" y="3090755"/>
                <a:ext cx="156914" cy="296982"/>
              </a:xfrm>
              <a:custGeom>
                <a:avLst/>
                <a:gdLst>
                  <a:gd name="connsiteX0" fmla="*/ 0 w 247650"/>
                  <a:gd name="connsiteY0" fmla="*/ 0 h 381000"/>
                  <a:gd name="connsiteX1" fmla="*/ 247650 w 247650"/>
                  <a:gd name="connsiteY1" fmla="*/ 0 h 381000"/>
                  <a:gd name="connsiteX2" fmla="*/ 247650 w 247650"/>
                  <a:gd name="connsiteY2" fmla="*/ 381000 h 381000"/>
                  <a:gd name="connsiteX3" fmla="*/ 0 w 247650"/>
                  <a:gd name="connsiteY3" fmla="*/ 381000 h 381000"/>
                  <a:gd name="connsiteX4" fmla="*/ 0 w 247650"/>
                  <a:gd name="connsiteY4" fmla="*/ 0 h 381000"/>
                  <a:gd name="connsiteX0" fmla="*/ 304800 w 552450"/>
                  <a:gd name="connsiteY0" fmla="*/ 0 h 381000"/>
                  <a:gd name="connsiteX1" fmla="*/ 552450 w 552450"/>
                  <a:gd name="connsiteY1" fmla="*/ 0 h 381000"/>
                  <a:gd name="connsiteX2" fmla="*/ 552450 w 552450"/>
                  <a:gd name="connsiteY2" fmla="*/ 381000 h 381000"/>
                  <a:gd name="connsiteX3" fmla="*/ 0 w 552450"/>
                  <a:gd name="connsiteY3" fmla="*/ 352425 h 381000"/>
                  <a:gd name="connsiteX4" fmla="*/ 304800 w 552450"/>
                  <a:gd name="connsiteY4" fmla="*/ 0 h 381000"/>
                  <a:gd name="connsiteX0" fmla="*/ 304800 w 552450"/>
                  <a:gd name="connsiteY0" fmla="*/ 0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4" fmla="*/ 304800 w 552450"/>
                  <a:gd name="connsiteY4" fmla="*/ 0 h 485775"/>
                  <a:gd name="connsiteX0" fmla="*/ 0 w 552450"/>
                  <a:gd name="connsiteY0" fmla="*/ 352425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0" fmla="*/ 0 w 2028825"/>
                  <a:gd name="connsiteY0" fmla="*/ 1895475 h 2028825"/>
                  <a:gd name="connsiteX1" fmla="*/ 2028825 w 2028825"/>
                  <a:gd name="connsiteY1" fmla="*/ 0 h 2028825"/>
                  <a:gd name="connsiteX2" fmla="*/ 428625 w 2028825"/>
                  <a:gd name="connsiteY2" fmla="*/ 2028825 h 2028825"/>
                  <a:gd name="connsiteX3" fmla="*/ 0 w 2028825"/>
                  <a:gd name="connsiteY3" fmla="*/ 1895475 h 2028825"/>
                  <a:gd name="connsiteX0" fmla="*/ 1066800 w 1495425"/>
                  <a:gd name="connsiteY0" fmla="*/ 25527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1066800 w 1495425"/>
                  <a:gd name="connsiteY3" fmla="*/ 2552700 h 2686050"/>
                  <a:gd name="connsiteX0" fmla="*/ 847725 w 1495425"/>
                  <a:gd name="connsiteY0" fmla="*/ 24384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847725 w 1495425"/>
                  <a:gd name="connsiteY3" fmla="*/ 2438400 h 2686050"/>
                  <a:gd name="connsiteX0" fmla="*/ 847725 w 1228725"/>
                  <a:gd name="connsiteY0" fmla="*/ 243840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47725 w 1228725"/>
                  <a:gd name="connsiteY3" fmla="*/ 243840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8725" h="2543175">
                    <a:moveTo>
                      <a:pt x="876300" y="2428875"/>
                    </a:moveTo>
                    <a:cubicBezTo>
                      <a:pt x="1222375" y="1581150"/>
                      <a:pt x="292100" y="809625"/>
                      <a:pt x="0" y="0"/>
                    </a:cubicBezTo>
                    <a:cubicBezTo>
                      <a:pt x="409575" y="847725"/>
                      <a:pt x="1219200" y="1390650"/>
                      <a:pt x="1228725" y="2543175"/>
                    </a:cubicBezTo>
                    <a:lnTo>
                      <a:pt x="876300" y="2428875"/>
                    </a:lnTo>
                    <a:close/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Rectangle 21">
                <a:extLst>
                  <a:ext uri="{FF2B5EF4-FFF2-40B4-BE49-F238E27FC236}">
                    <a16:creationId xmlns:a16="http://schemas.microsoft.com/office/drawing/2014/main" id="{4DB7C2C5-8F0E-EC1A-7358-D441E8BAE35E}"/>
                  </a:ext>
                </a:extLst>
              </p:cNvPr>
              <p:cNvSpPr/>
              <p:nvPr/>
            </p:nvSpPr>
            <p:spPr>
              <a:xfrm rot="16568896" flipH="1">
                <a:off x="3473647" y="3059060"/>
                <a:ext cx="156914" cy="296982"/>
              </a:xfrm>
              <a:custGeom>
                <a:avLst/>
                <a:gdLst>
                  <a:gd name="connsiteX0" fmla="*/ 0 w 247650"/>
                  <a:gd name="connsiteY0" fmla="*/ 0 h 381000"/>
                  <a:gd name="connsiteX1" fmla="*/ 247650 w 247650"/>
                  <a:gd name="connsiteY1" fmla="*/ 0 h 381000"/>
                  <a:gd name="connsiteX2" fmla="*/ 247650 w 247650"/>
                  <a:gd name="connsiteY2" fmla="*/ 381000 h 381000"/>
                  <a:gd name="connsiteX3" fmla="*/ 0 w 247650"/>
                  <a:gd name="connsiteY3" fmla="*/ 381000 h 381000"/>
                  <a:gd name="connsiteX4" fmla="*/ 0 w 247650"/>
                  <a:gd name="connsiteY4" fmla="*/ 0 h 381000"/>
                  <a:gd name="connsiteX0" fmla="*/ 304800 w 552450"/>
                  <a:gd name="connsiteY0" fmla="*/ 0 h 381000"/>
                  <a:gd name="connsiteX1" fmla="*/ 552450 w 552450"/>
                  <a:gd name="connsiteY1" fmla="*/ 0 h 381000"/>
                  <a:gd name="connsiteX2" fmla="*/ 552450 w 552450"/>
                  <a:gd name="connsiteY2" fmla="*/ 381000 h 381000"/>
                  <a:gd name="connsiteX3" fmla="*/ 0 w 552450"/>
                  <a:gd name="connsiteY3" fmla="*/ 352425 h 381000"/>
                  <a:gd name="connsiteX4" fmla="*/ 304800 w 552450"/>
                  <a:gd name="connsiteY4" fmla="*/ 0 h 381000"/>
                  <a:gd name="connsiteX0" fmla="*/ 304800 w 552450"/>
                  <a:gd name="connsiteY0" fmla="*/ 0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4" fmla="*/ 304800 w 552450"/>
                  <a:gd name="connsiteY4" fmla="*/ 0 h 485775"/>
                  <a:gd name="connsiteX0" fmla="*/ 0 w 552450"/>
                  <a:gd name="connsiteY0" fmla="*/ 352425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0" fmla="*/ 0 w 2028825"/>
                  <a:gd name="connsiteY0" fmla="*/ 1895475 h 2028825"/>
                  <a:gd name="connsiteX1" fmla="*/ 2028825 w 2028825"/>
                  <a:gd name="connsiteY1" fmla="*/ 0 h 2028825"/>
                  <a:gd name="connsiteX2" fmla="*/ 428625 w 2028825"/>
                  <a:gd name="connsiteY2" fmla="*/ 2028825 h 2028825"/>
                  <a:gd name="connsiteX3" fmla="*/ 0 w 2028825"/>
                  <a:gd name="connsiteY3" fmla="*/ 1895475 h 2028825"/>
                  <a:gd name="connsiteX0" fmla="*/ 1066800 w 1495425"/>
                  <a:gd name="connsiteY0" fmla="*/ 25527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1066800 w 1495425"/>
                  <a:gd name="connsiteY3" fmla="*/ 2552700 h 2686050"/>
                  <a:gd name="connsiteX0" fmla="*/ 847725 w 1495425"/>
                  <a:gd name="connsiteY0" fmla="*/ 24384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847725 w 1495425"/>
                  <a:gd name="connsiteY3" fmla="*/ 2438400 h 2686050"/>
                  <a:gd name="connsiteX0" fmla="*/ 847725 w 1228725"/>
                  <a:gd name="connsiteY0" fmla="*/ 243840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47725 w 1228725"/>
                  <a:gd name="connsiteY3" fmla="*/ 243840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8725" h="2543175">
                    <a:moveTo>
                      <a:pt x="876300" y="2428875"/>
                    </a:moveTo>
                    <a:cubicBezTo>
                      <a:pt x="1222375" y="1581150"/>
                      <a:pt x="292100" y="809625"/>
                      <a:pt x="0" y="0"/>
                    </a:cubicBezTo>
                    <a:cubicBezTo>
                      <a:pt x="409575" y="847725"/>
                      <a:pt x="1219200" y="1390650"/>
                      <a:pt x="1228725" y="2543175"/>
                    </a:cubicBezTo>
                    <a:lnTo>
                      <a:pt x="876300" y="2428875"/>
                    </a:lnTo>
                    <a:close/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Rectangle 21">
                <a:extLst>
                  <a:ext uri="{FF2B5EF4-FFF2-40B4-BE49-F238E27FC236}">
                    <a16:creationId xmlns:a16="http://schemas.microsoft.com/office/drawing/2014/main" id="{26418F51-D0C7-FC5E-8E08-28D2B0EB8132}"/>
                  </a:ext>
                </a:extLst>
              </p:cNvPr>
              <p:cNvSpPr/>
              <p:nvPr/>
            </p:nvSpPr>
            <p:spPr>
              <a:xfrm>
                <a:off x="3409950" y="2781299"/>
                <a:ext cx="1228725" cy="2543175"/>
              </a:xfrm>
              <a:custGeom>
                <a:avLst/>
                <a:gdLst>
                  <a:gd name="connsiteX0" fmla="*/ 0 w 247650"/>
                  <a:gd name="connsiteY0" fmla="*/ 0 h 381000"/>
                  <a:gd name="connsiteX1" fmla="*/ 247650 w 247650"/>
                  <a:gd name="connsiteY1" fmla="*/ 0 h 381000"/>
                  <a:gd name="connsiteX2" fmla="*/ 247650 w 247650"/>
                  <a:gd name="connsiteY2" fmla="*/ 381000 h 381000"/>
                  <a:gd name="connsiteX3" fmla="*/ 0 w 247650"/>
                  <a:gd name="connsiteY3" fmla="*/ 381000 h 381000"/>
                  <a:gd name="connsiteX4" fmla="*/ 0 w 247650"/>
                  <a:gd name="connsiteY4" fmla="*/ 0 h 381000"/>
                  <a:gd name="connsiteX0" fmla="*/ 304800 w 552450"/>
                  <a:gd name="connsiteY0" fmla="*/ 0 h 381000"/>
                  <a:gd name="connsiteX1" fmla="*/ 552450 w 552450"/>
                  <a:gd name="connsiteY1" fmla="*/ 0 h 381000"/>
                  <a:gd name="connsiteX2" fmla="*/ 552450 w 552450"/>
                  <a:gd name="connsiteY2" fmla="*/ 381000 h 381000"/>
                  <a:gd name="connsiteX3" fmla="*/ 0 w 552450"/>
                  <a:gd name="connsiteY3" fmla="*/ 352425 h 381000"/>
                  <a:gd name="connsiteX4" fmla="*/ 304800 w 552450"/>
                  <a:gd name="connsiteY4" fmla="*/ 0 h 381000"/>
                  <a:gd name="connsiteX0" fmla="*/ 304800 w 552450"/>
                  <a:gd name="connsiteY0" fmla="*/ 0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4" fmla="*/ 304800 w 552450"/>
                  <a:gd name="connsiteY4" fmla="*/ 0 h 485775"/>
                  <a:gd name="connsiteX0" fmla="*/ 0 w 552450"/>
                  <a:gd name="connsiteY0" fmla="*/ 352425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0" fmla="*/ 0 w 2028825"/>
                  <a:gd name="connsiteY0" fmla="*/ 1895475 h 2028825"/>
                  <a:gd name="connsiteX1" fmla="*/ 2028825 w 2028825"/>
                  <a:gd name="connsiteY1" fmla="*/ 0 h 2028825"/>
                  <a:gd name="connsiteX2" fmla="*/ 428625 w 2028825"/>
                  <a:gd name="connsiteY2" fmla="*/ 2028825 h 2028825"/>
                  <a:gd name="connsiteX3" fmla="*/ 0 w 2028825"/>
                  <a:gd name="connsiteY3" fmla="*/ 1895475 h 2028825"/>
                  <a:gd name="connsiteX0" fmla="*/ 1066800 w 1495425"/>
                  <a:gd name="connsiteY0" fmla="*/ 25527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1066800 w 1495425"/>
                  <a:gd name="connsiteY3" fmla="*/ 2552700 h 2686050"/>
                  <a:gd name="connsiteX0" fmla="*/ 847725 w 1495425"/>
                  <a:gd name="connsiteY0" fmla="*/ 24384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847725 w 1495425"/>
                  <a:gd name="connsiteY3" fmla="*/ 2438400 h 2686050"/>
                  <a:gd name="connsiteX0" fmla="*/ 847725 w 1228725"/>
                  <a:gd name="connsiteY0" fmla="*/ 243840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47725 w 1228725"/>
                  <a:gd name="connsiteY3" fmla="*/ 243840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8725" h="2543175">
                    <a:moveTo>
                      <a:pt x="876300" y="2428875"/>
                    </a:moveTo>
                    <a:cubicBezTo>
                      <a:pt x="1222375" y="1581150"/>
                      <a:pt x="292100" y="809625"/>
                      <a:pt x="0" y="0"/>
                    </a:cubicBezTo>
                    <a:cubicBezTo>
                      <a:pt x="409575" y="847725"/>
                      <a:pt x="1219200" y="1390650"/>
                      <a:pt x="1228725" y="2543175"/>
                    </a:cubicBezTo>
                    <a:lnTo>
                      <a:pt x="876300" y="2428875"/>
                    </a:lnTo>
                    <a:close/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E96B077-AFCE-009E-52D2-F7C64915CAE6}"/>
                </a:ext>
              </a:extLst>
            </p:cNvPr>
            <p:cNvGrpSpPr/>
            <p:nvPr/>
          </p:nvGrpSpPr>
          <p:grpSpPr>
            <a:xfrm rot="1040859" flipH="1">
              <a:off x="4663960" y="3043572"/>
              <a:ext cx="1625679" cy="2638756"/>
              <a:chOff x="3181786" y="2685718"/>
              <a:chExt cx="1625679" cy="2638756"/>
            </a:xfrm>
            <a:grpFill/>
          </p:grpSpPr>
          <p:sp>
            <p:nvSpPr>
              <p:cNvPr id="13" name="Rectangle 22">
                <a:extLst>
                  <a:ext uri="{FF2B5EF4-FFF2-40B4-BE49-F238E27FC236}">
                    <a16:creationId xmlns:a16="http://schemas.microsoft.com/office/drawing/2014/main" id="{5BBADF7F-1018-3F05-D512-6D68AF1C96A1}"/>
                  </a:ext>
                </a:extLst>
              </p:cNvPr>
              <p:cNvSpPr/>
              <p:nvPr/>
            </p:nvSpPr>
            <p:spPr>
              <a:xfrm>
                <a:off x="3181786" y="2685718"/>
                <a:ext cx="1625679" cy="2038682"/>
              </a:xfrm>
              <a:custGeom>
                <a:avLst/>
                <a:gdLst>
                  <a:gd name="connsiteX0" fmla="*/ 0 w 990600"/>
                  <a:gd name="connsiteY0" fmla="*/ 0 h 819150"/>
                  <a:gd name="connsiteX1" fmla="*/ 990600 w 990600"/>
                  <a:gd name="connsiteY1" fmla="*/ 0 h 819150"/>
                  <a:gd name="connsiteX2" fmla="*/ 990600 w 990600"/>
                  <a:gd name="connsiteY2" fmla="*/ 819150 h 819150"/>
                  <a:gd name="connsiteX3" fmla="*/ 0 w 990600"/>
                  <a:gd name="connsiteY3" fmla="*/ 819150 h 819150"/>
                  <a:gd name="connsiteX4" fmla="*/ 0 w 990600"/>
                  <a:gd name="connsiteY4" fmla="*/ 0 h 819150"/>
                  <a:gd name="connsiteX0" fmla="*/ 0 w 1276350"/>
                  <a:gd name="connsiteY0" fmla="*/ 0 h 1409700"/>
                  <a:gd name="connsiteX1" fmla="*/ 990600 w 1276350"/>
                  <a:gd name="connsiteY1" fmla="*/ 0 h 1409700"/>
                  <a:gd name="connsiteX2" fmla="*/ 1276350 w 1276350"/>
                  <a:gd name="connsiteY2" fmla="*/ 1409700 h 1409700"/>
                  <a:gd name="connsiteX3" fmla="*/ 0 w 1276350"/>
                  <a:gd name="connsiteY3" fmla="*/ 819150 h 1409700"/>
                  <a:gd name="connsiteX4" fmla="*/ 0 w 1276350"/>
                  <a:gd name="connsiteY4" fmla="*/ 0 h 1409700"/>
                  <a:gd name="connsiteX0" fmla="*/ 0 w 1276350"/>
                  <a:gd name="connsiteY0" fmla="*/ 0 h 1495425"/>
                  <a:gd name="connsiteX1" fmla="*/ 990600 w 1276350"/>
                  <a:gd name="connsiteY1" fmla="*/ 0 h 1495425"/>
                  <a:gd name="connsiteX2" fmla="*/ 1276350 w 1276350"/>
                  <a:gd name="connsiteY2" fmla="*/ 1409700 h 1495425"/>
                  <a:gd name="connsiteX3" fmla="*/ 1152525 w 1276350"/>
                  <a:gd name="connsiteY3" fmla="*/ 1495425 h 1495425"/>
                  <a:gd name="connsiteX4" fmla="*/ 0 w 1276350"/>
                  <a:gd name="connsiteY4" fmla="*/ 0 h 1495425"/>
                  <a:gd name="connsiteX0" fmla="*/ 0 w 1476375"/>
                  <a:gd name="connsiteY0" fmla="*/ 0 h 1495425"/>
                  <a:gd name="connsiteX1" fmla="*/ 990600 w 1476375"/>
                  <a:gd name="connsiteY1" fmla="*/ 0 h 1495425"/>
                  <a:gd name="connsiteX2" fmla="*/ 1476375 w 1476375"/>
                  <a:gd name="connsiteY2" fmla="*/ 1009650 h 1495425"/>
                  <a:gd name="connsiteX3" fmla="*/ 1276350 w 1476375"/>
                  <a:gd name="connsiteY3" fmla="*/ 1409700 h 1495425"/>
                  <a:gd name="connsiteX4" fmla="*/ 1152525 w 1476375"/>
                  <a:gd name="connsiteY4" fmla="*/ 1495425 h 1495425"/>
                  <a:gd name="connsiteX5" fmla="*/ 0 w 1476375"/>
                  <a:gd name="connsiteY5" fmla="*/ 0 h 1495425"/>
                  <a:gd name="connsiteX0" fmla="*/ 0 w 1476375"/>
                  <a:gd name="connsiteY0" fmla="*/ 0 h 1495425"/>
                  <a:gd name="connsiteX1" fmla="*/ 990600 w 1476375"/>
                  <a:gd name="connsiteY1" fmla="*/ 0 h 1495425"/>
                  <a:gd name="connsiteX2" fmla="*/ 1400175 w 1476375"/>
                  <a:gd name="connsiteY2" fmla="*/ 342900 h 1495425"/>
                  <a:gd name="connsiteX3" fmla="*/ 1476375 w 1476375"/>
                  <a:gd name="connsiteY3" fmla="*/ 1009650 h 1495425"/>
                  <a:gd name="connsiteX4" fmla="*/ 1276350 w 1476375"/>
                  <a:gd name="connsiteY4" fmla="*/ 1409700 h 1495425"/>
                  <a:gd name="connsiteX5" fmla="*/ 1152525 w 1476375"/>
                  <a:gd name="connsiteY5" fmla="*/ 1495425 h 1495425"/>
                  <a:gd name="connsiteX6" fmla="*/ 0 w 1476375"/>
                  <a:gd name="connsiteY6" fmla="*/ 0 h 1495425"/>
                  <a:gd name="connsiteX0" fmla="*/ 0 w 1476375"/>
                  <a:gd name="connsiteY0" fmla="*/ 0 h 1495425"/>
                  <a:gd name="connsiteX1" fmla="*/ 1152525 w 1476375"/>
                  <a:gd name="connsiteY1" fmla="*/ 76200 h 1495425"/>
                  <a:gd name="connsiteX2" fmla="*/ 1400175 w 1476375"/>
                  <a:gd name="connsiteY2" fmla="*/ 342900 h 1495425"/>
                  <a:gd name="connsiteX3" fmla="*/ 1476375 w 1476375"/>
                  <a:gd name="connsiteY3" fmla="*/ 1009650 h 1495425"/>
                  <a:gd name="connsiteX4" fmla="*/ 1276350 w 1476375"/>
                  <a:gd name="connsiteY4" fmla="*/ 1409700 h 1495425"/>
                  <a:gd name="connsiteX5" fmla="*/ 1152525 w 1476375"/>
                  <a:gd name="connsiteY5" fmla="*/ 1495425 h 1495425"/>
                  <a:gd name="connsiteX6" fmla="*/ 0 w 1476375"/>
                  <a:gd name="connsiteY6" fmla="*/ 0 h 1495425"/>
                  <a:gd name="connsiteX0" fmla="*/ 0 w 1476375"/>
                  <a:gd name="connsiteY0" fmla="*/ 87204 h 1582629"/>
                  <a:gd name="connsiteX1" fmla="*/ 771525 w 1476375"/>
                  <a:gd name="connsiteY1" fmla="*/ 1479 h 1582629"/>
                  <a:gd name="connsiteX2" fmla="*/ 1152525 w 1476375"/>
                  <a:gd name="connsiteY2" fmla="*/ 163404 h 1582629"/>
                  <a:gd name="connsiteX3" fmla="*/ 1400175 w 1476375"/>
                  <a:gd name="connsiteY3" fmla="*/ 430104 h 1582629"/>
                  <a:gd name="connsiteX4" fmla="*/ 1476375 w 1476375"/>
                  <a:gd name="connsiteY4" fmla="*/ 1096854 h 1582629"/>
                  <a:gd name="connsiteX5" fmla="*/ 1276350 w 1476375"/>
                  <a:gd name="connsiteY5" fmla="*/ 1496904 h 1582629"/>
                  <a:gd name="connsiteX6" fmla="*/ 1152525 w 1476375"/>
                  <a:gd name="connsiteY6" fmla="*/ 1582629 h 1582629"/>
                  <a:gd name="connsiteX7" fmla="*/ 0 w 1476375"/>
                  <a:gd name="connsiteY7" fmla="*/ 87204 h 1582629"/>
                  <a:gd name="connsiteX0" fmla="*/ 54378 w 1530753"/>
                  <a:gd name="connsiteY0" fmla="*/ 524221 h 2019646"/>
                  <a:gd name="connsiteX1" fmla="*/ 187728 w 1530753"/>
                  <a:gd name="connsiteY1" fmla="*/ 346 h 2019646"/>
                  <a:gd name="connsiteX2" fmla="*/ 825903 w 1530753"/>
                  <a:gd name="connsiteY2" fmla="*/ 438496 h 2019646"/>
                  <a:gd name="connsiteX3" fmla="*/ 1206903 w 1530753"/>
                  <a:gd name="connsiteY3" fmla="*/ 600421 h 2019646"/>
                  <a:gd name="connsiteX4" fmla="*/ 1454553 w 1530753"/>
                  <a:gd name="connsiteY4" fmla="*/ 867121 h 2019646"/>
                  <a:gd name="connsiteX5" fmla="*/ 1530753 w 1530753"/>
                  <a:gd name="connsiteY5" fmla="*/ 1533871 h 2019646"/>
                  <a:gd name="connsiteX6" fmla="*/ 1330728 w 1530753"/>
                  <a:gd name="connsiteY6" fmla="*/ 1933921 h 2019646"/>
                  <a:gd name="connsiteX7" fmla="*/ 1206903 w 1530753"/>
                  <a:gd name="connsiteY7" fmla="*/ 2019646 h 2019646"/>
                  <a:gd name="connsiteX8" fmla="*/ 54378 w 1530753"/>
                  <a:gd name="connsiteY8" fmla="*/ 524221 h 2019646"/>
                  <a:gd name="connsiteX0" fmla="*/ 45492 w 1521867"/>
                  <a:gd name="connsiteY0" fmla="*/ 524221 h 2019646"/>
                  <a:gd name="connsiteX1" fmla="*/ 178842 w 1521867"/>
                  <a:gd name="connsiteY1" fmla="*/ 346 h 2019646"/>
                  <a:gd name="connsiteX2" fmla="*/ 817017 w 1521867"/>
                  <a:gd name="connsiteY2" fmla="*/ 438496 h 2019646"/>
                  <a:gd name="connsiteX3" fmla="*/ 1198017 w 1521867"/>
                  <a:gd name="connsiteY3" fmla="*/ 600421 h 2019646"/>
                  <a:gd name="connsiteX4" fmla="*/ 1445667 w 1521867"/>
                  <a:gd name="connsiteY4" fmla="*/ 867121 h 2019646"/>
                  <a:gd name="connsiteX5" fmla="*/ 1521867 w 1521867"/>
                  <a:gd name="connsiteY5" fmla="*/ 1533871 h 2019646"/>
                  <a:gd name="connsiteX6" fmla="*/ 1321842 w 1521867"/>
                  <a:gd name="connsiteY6" fmla="*/ 1933921 h 2019646"/>
                  <a:gd name="connsiteX7" fmla="*/ 1198017 w 1521867"/>
                  <a:gd name="connsiteY7" fmla="*/ 2019646 h 2019646"/>
                  <a:gd name="connsiteX8" fmla="*/ 45492 w 1521867"/>
                  <a:gd name="connsiteY8" fmla="*/ 524221 h 2019646"/>
                  <a:gd name="connsiteX0" fmla="*/ 51944 w 1528319"/>
                  <a:gd name="connsiteY0" fmla="*/ 543257 h 2038682"/>
                  <a:gd name="connsiteX1" fmla="*/ 147194 w 1528319"/>
                  <a:gd name="connsiteY1" fmla="*/ 332 h 2038682"/>
                  <a:gd name="connsiteX2" fmla="*/ 823469 w 1528319"/>
                  <a:gd name="connsiteY2" fmla="*/ 457532 h 2038682"/>
                  <a:gd name="connsiteX3" fmla="*/ 1204469 w 1528319"/>
                  <a:gd name="connsiteY3" fmla="*/ 619457 h 2038682"/>
                  <a:gd name="connsiteX4" fmla="*/ 1452119 w 1528319"/>
                  <a:gd name="connsiteY4" fmla="*/ 886157 h 2038682"/>
                  <a:gd name="connsiteX5" fmla="*/ 1528319 w 1528319"/>
                  <a:gd name="connsiteY5" fmla="*/ 1552907 h 2038682"/>
                  <a:gd name="connsiteX6" fmla="*/ 1328294 w 1528319"/>
                  <a:gd name="connsiteY6" fmla="*/ 1952957 h 2038682"/>
                  <a:gd name="connsiteX7" fmla="*/ 1204469 w 1528319"/>
                  <a:gd name="connsiteY7" fmla="*/ 2038682 h 2038682"/>
                  <a:gd name="connsiteX8" fmla="*/ 51944 w 1528319"/>
                  <a:gd name="connsiteY8" fmla="*/ 543257 h 2038682"/>
                  <a:gd name="connsiteX0" fmla="*/ 51944 w 1528319"/>
                  <a:gd name="connsiteY0" fmla="*/ 543257 h 2038682"/>
                  <a:gd name="connsiteX1" fmla="*/ 147194 w 1528319"/>
                  <a:gd name="connsiteY1" fmla="*/ 332 h 2038682"/>
                  <a:gd name="connsiteX2" fmla="*/ 823469 w 1528319"/>
                  <a:gd name="connsiteY2" fmla="*/ 457532 h 2038682"/>
                  <a:gd name="connsiteX3" fmla="*/ 1204469 w 1528319"/>
                  <a:gd name="connsiteY3" fmla="*/ 619457 h 2038682"/>
                  <a:gd name="connsiteX4" fmla="*/ 1452119 w 1528319"/>
                  <a:gd name="connsiteY4" fmla="*/ 886157 h 2038682"/>
                  <a:gd name="connsiteX5" fmla="*/ 1528319 w 1528319"/>
                  <a:gd name="connsiteY5" fmla="*/ 1552907 h 2038682"/>
                  <a:gd name="connsiteX6" fmla="*/ 1328294 w 1528319"/>
                  <a:gd name="connsiteY6" fmla="*/ 1952957 h 2038682"/>
                  <a:gd name="connsiteX7" fmla="*/ 1204469 w 1528319"/>
                  <a:gd name="connsiteY7" fmla="*/ 2038682 h 2038682"/>
                  <a:gd name="connsiteX8" fmla="*/ 23369 w 1528319"/>
                  <a:gd name="connsiteY8" fmla="*/ 981407 h 2038682"/>
                  <a:gd name="connsiteX9" fmla="*/ 51944 w 1528319"/>
                  <a:gd name="connsiteY9" fmla="*/ 543257 h 2038682"/>
                  <a:gd name="connsiteX0" fmla="*/ 51944 w 1528319"/>
                  <a:gd name="connsiteY0" fmla="*/ 543257 h 2038682"/>
                  <a:gd name="connsiteX1" fmla="*/ 147194 w 1528319"/>
                  <a:gd name="connsiteY1" fmla="*/ 332 h 2038682"/>
                  <a:gd name="connsiteX2" fmla="*/ 823469 w 1528319"/>
                  <a:gd name="connsiteY2" fmla="*/ 457532 h 2038682"/>
                  <a:gd name="connsiteX3" fmla="*/ 1204469 w 1528319"/>
                  <a:gd name="connsiteY3" fmla="*/ 619457 h 2038682"/>
                  <a:gd name="connsiteX4" fmla="*/ 1452119 w 1528319"/>
                  <a:gd name="connsiteY4" fmla="*/ 886157 h 2038682"/>
                  <a:gd name="connsiteX5" fmla="*/ 1528319 w 1528319"/>
                  <a:gd name="connsiteY5" fmla="*/ 1552907 h 2038682"/>
                  <a:gd name="connsiteX6" fmla="*/ 1328294 w 1528319"/>
                  <a:gd name="connsiteY6" fmla="*/ 1952957 h 2038682"/>
                  <a:gd name="connsiteX7" fmla="*/ 1204469 w 1528319"/>
                  <a:gd name="connsiteY7" fmla="*/ 2038682 h 2038682"/>
                  <a:gd name="connsiteX8" fmla="*/ 166244 w 1528319"/>
                  <a:gd name="connsiteY8" fmla="*/ 1333832 h 2038682"/>
                  <a:gd name="connsiteX9" fmla="*/ 23369 w 1528319"/>
                  <a:gd name="connsiteY9" fmla="*/ 981407 h 2038682"/>
                  <a:gd name="connsiteX10" fmla="*/ 51944 w 1528319"/>
                  <a:gd name="connsiteY10" fmla="*/ 543257 h 2038682"/>
                  <a:gd name="connsiteX0" fmla="*/ 51944 w 1528319"/>
                  <a:gd name="connsiteY0" fmla="*/ 543257 h 2038682"/>
                  <a:gd name="connsiteX1" fmla="*/ 147194 w 1528319"/>
                  <a:gd name="connsiteY1" fmla="*/ 332 h 2038682"/>
                  <a:gd name="connsiteX2" fmla="*/ 823469 w 1528319"/>
                  <a:gd name="connsiteY2" fmla="*/ 457532 h 2038682"/>
                  <a:gd name="connsiteX3" fmla="*/ 1204469 w 1528319"/>
                  <a:gd name="connsiteY3" fmla="*/ 619457 h 2038682"/>
                  <a:gd name="connsiteX4" fmla="*/ 1452119 w 1528319"/>
                  <a:gd name="connsiteY4" fmla="*/ 886157 h 2038682"/>
                  <a:gd name="connsiteX5" fmla="*/ 1528319 w 1528319"/>
                  <a:gd name="connsiteY5" fmla="*/ 1552907 h 2038682"/>
                  <a:gd name="connsiteX6" fmla="*/ 1328294 w 1528319"/>
                  <a:gd name="connsiteY6" fmla="*/ 1952957 h 2038682"/>
                  <a:gd name="connsiteX7" fmla="*/ 1204469 w 1528319"/>
                  <a:gd name="connsiteY7" fmla="*/ 2038682 h 2038682"/>
                  <a:gd name="connsiteX8" fmla="*/ 394844 w 1528319"/>
                  <a:gd name="connsiteY8" fmla="*/ 1648157 h 2038682"/>
                  <a:gd name="connsiteX9" fmla="*/ 166244 w 1528319"/>
                  <a:gd name="connsiteY9" fmla="*/ 1333832 h 2038682"/>
                  <a:gd name="connsiteX10" fmla="*/ 23369 w 1528319"/>
                  <a:gd name="connsiteY10" fmla="*/ 981407 h 2038682"/>
                  <a:gd name="connsiteX11" fmla="*/ 51944 w 1528319"/>
                  <a:gd name="connsiteY11" fmla="*/ 543257 h 2038682"/>
                  <a:gd name="connsiteX0" fmla="*/ 51944 w 1528319"/>
                  <a:gd name="connsiteY0" fmla="*/ 543257 h 2038682"/>
                  <a:gd name="connsiteX1" fmla="*/ 147194 w 1528319"/>
                  <a:gd name="connsiteY1" fmla="*/ 332 h 2038682"/>
                  <a:gd name="connsiteX2" fmla="*/ 823469 w 1528319"/>
                  <a:gd name="connsiteY2" fmla="*/ 457532 h 2038682"/>
                  <a:gd name="connsiteX3" fmla="*/ 1204469 w 1528319"/>
                  <a:gd name="connsiteY3" fmla="*/ 619457 h 2038682"/>
                  <a:gd name="connsiteX4" fmla="*/ 1452119 w 1528319"/>
                  <a:gd name="connsiteY4" fmla="*/ 886157 h 2038682"/>
                  <a:gd name="connsiteX5" fmla="*/ 1528319 w 1528319"/>
                  <a:gd name="connsiteY5" fmla="*/ 1552907 h 2038682"/>
                  <a:gd name="connsiteX6" fmla="*/ 1328294 w 1528319"/>
                  <a:gd name="connsiteY6" fmla="*/ 1952957 h 2038682"/>
                  <a:gd name="connsiteX7" fmla="*/ 1204469 w 1528319"/>
                  <a:gd name="connsiteY7" fmla="*/ 2038682 h 2038682"/>
                  <a:gd name="connsiteX8" fmla="*/ 394844 w 1528319"/>
                  <a:gd name="connsiteY8" fmla="*/ 1648157 h 2038682"/>
                  <a:gd name="connsiteX9" fmla="*/ 166244 w 1528319"/>
                  <a:gd name="connsiteY9" fmla="*/ 1333832 h 2038682"/>
                  <a:gd name="connsiteX10" fmla="*/ 23369 w 1528319"/>
                  <a:gd name="connsiteY10" fmla="*/ 981407 h 2038682"/>
                  <a:gd name="connsiteX11" fmla="*/ 51944 w 1528319"/>
                  <a:gd name="connsiteY11" fmla="*/ 543257 h 2038682"/>
                  <a:gd name="connsiteX0" fmla="*/ 51944 w 1528319"/>
                  <a:gd name="connsiteY0" fmla="*/ 543257 h 2038682"/>
                  <a:gd name="connsiteX1" fmla="*/ 147194 w 1528319"/>
                  <a:gd name="connsiteY1" fmla="*/ 332 h 2038682"/>
                  <a:gd name="connsiteX2" fmla="*/ 823469 w 1528319"/>
                  <a:gd name="connsiteY2" fmla="*/ 457532 h 2038682"/>
                  <a:gd name="connsiteX3" fmla="*/ 1204469 w 1528319"/>
                  <a:gd name="connsiteY3" fmla="*/ 619457 h 2038682"/>
                  <a:gd name="connsiteX4" fmla="*/ 1452119 w 1528319"/>
                  <a:gd name="connsiteY4" fmla="*/ 886157 h 2038682"/>
                  <a:gd name="connsiteX5" fmla="*/ 1528319 w 1528319"/>
                  <a:gd name="connsiteY5" fmla="*/ 1552907 h 2038682"/>
                  <a:gd name="connsiteX6" fmla="*/ 1328294 w 1528319"/>
                  <a:gd name="connsiteY6" fmla="*/ 1952957 h 2038682"/>
                  <a:gd name="connsiteX7" fmla="*/ 1204469 w 1528319"/>
                  <a:gd name="connsiteY7" fmla="*/ 2038682 h 2038682"/>
                  <a:gd name="connsiteX8" fmla="*/ 394844 w 1528319"/>
                  <a:gd name="connsiteY8" fmla="*/ 1648157 h 2038682"/>
                  <a:gd name="connsiteX9" fmla="*/ 166244 w 1528319"/>
                  <a:gd name="connsiteY9" fmla="*/ 1333832 h 2038682"/>
                  <a:gd name="connsiteX10" fmla="*/ 23369 w 1528319"/>
                  <a:gd name="connsiteY10" fmla="*/ 981407 h 2038682"/>
                  <a:gd name="connsiteX11" fmla="*/ 51944 w 1528319"/>
                  <a:gd name="connsiteY11" fmla="*/ 543257 h 2038682"/>
                  <a:gd name="connsiteX0" fmla="*/ 51944 w 1528319"/>
                  <a:gd name="connsiteY0" fmla="*/ 543257 h 2038682"/>
                  <a:gd name="connsiteX1" fmla="*/ 147194 w 1528319"/>
                  <a:gd name="connsiteY1" fmla="*/ 332 h 2038682"/>
                  <a:gd name="connsiteX2" fmla="*/ 823469 w 1528319"/>
                  <a:gd name="connsiteY2" fmla="*/ 457532 h 2038682"/>
                  <a:gd name="connsiteX3" fmla="*/ 1204469 w 1528319"/>
                  <a:gd name="connsiteY3" fmla="*/ 619457 h 2038682"/>
                  <a:gd name="connsiteX4" fmla="*/ 1452119 w 1528319"/>
                  <a:gd name="connsiteY4" fmla="*/ 886157 h 2038682"/>
                  <a:gd name="connsiteX5" fmla="*/ 1528319 w 1528319"/>
                  <a:gd name="connsiteY5" fmla="*/ 1552907 h 2038682"/>
                  <a:gd name="connsiteX6" fmla="*/ 1328294 w 1528319"/>
                  <a:gd name="connsiteY6" fmla="*/ 1952957 h 2038682"/>
                  <a:gd name="connsiteX7" fmla="*/ 1204469 w 1528319"/>
                  <a:gd name="connsiteY7" fmla="*/ 2038682 h 2038682"/>
                  <a:gd name="connsiteX8" fmla="*/ 394844 w 1528319"/>
                  <a:gd name="connsiteY8" fmla="*/ 1648157 h 2038682"/>
                  <a:gd name="connsiteX9" fmla="*/ 166244 w 1528319"/>
                  <a:gd name="connsiteY9" fmla="*/ 1333832 h 2038682"/>
                  <a:gd name="connsiteX10" fmla="*/ 23369 w 1528319"/>
                  <a:gd name="connsiteY10" fmla="*/ 981407 h 2038682"/>
                  <a:gd name="connsiteX11" fmla="*/ 51944 w 1528319"/>
                  <a:gd name="connsiteY11" fmla="*/ 543257 h 2038682"/>
                  <a:gd name="connsiteX0" fmla="*/ 66239 w 1542614"/>
                  <a:gd name="connsiteY0" fmla="*/ 543257 h 2038682"/>
                  <a:gd name="connsiteX1" fmla="*/ 161489 w 1542614"/>
                  <a:gd name="connsiteY1" fmla="*/ 332 h 2038682"/>
                  <a:gd name="connsiteX2" fmla="*/ 837764 w 1542614"/>
                  <a:gd name="connsiteY2" fmla="*/ 457532 h 2038682"/>
                  <a:gd name="connsiteX3" fmla="*/ 1218764 w 1542614"/>
                  <a:gd name="connsiteY3" fmla="*/ 619457 h 2038682"/>
                  <a:gd name="connsiteX4" fmla="*/ 1466414 w 1542614"/>
                  <a:gd name="connsiteY4" fmla="*/ 886157 h 2038682"/>
                  <a:gd name="connsiteX5" fmla="*/ 1542614 w 1542614"/>
                  <a:gd name="connsiteY5" fmla="*/ 1552907 h 2038682"/>
                  <a:gd name="connsiteX6" fmla="*/ 1342589 w 1542614"/>
                  <a:gd name="connsiteY6" fmla="*/ 1952957 h 2038682"/>
                  <a:gd name="connsiteX7" fmla="*/ 1218764 w 1542614"/>
                  <a:gd name="connsiteY7" fmla="*/ 2038682 h 2038682"/>
                  <a:gd name="connsiteX8" fmla="*/ 409139 w 1542614"/>
                  <a:gd name="connsiteY8" fmla="*/ 1648157 h 2038682"/>
                  <a:gd name="connsiteX9" fmla="*/ 180539 w 1542614"/>
                  <a:gd name="connsiteY9" fmla="*/ 1333832 h 2038682"/>
                  <a:gd name="connsiteX10" fmla="*/ 37664 w 1542614"/>
                  <a:gd name="connsiteY10" fmla="*/ 981407 h 2038682"/>
                  <a:gd name="connsiteX11" fmla="*/ 66239 w 1542614"/>
                  <a:gd name="connsiteY11" fmla="*/ 543257 h 2038682"/>
                  <a:gd name="connsiteX0" fmla="*/ 66239 w 1542614"/>
                  <a:gd name="connsiteY0" fmla="*/ 543257 h 2038682"/>
                  <a:gd name="connsiteX1" fmla="*/ 161489 w 1542614"/>
                  <a:gd name="connsiteY1" fmla="*/ 332 h 2038682"/>
                  <a:gd name="connsiteX2" fmla="*/ 837764 w 1542614"/>
                  <a:gd name="connsiteY2" fmla="*/ 457532 h 2038682"/>
                  <a:gd name="connsiteX3" fmla="*/ 1218764 w 1542614"/>
                  <a:gd name="connsiteY3" fmla="*/ 619457 h 2038682"/>
                  <a:gd name="connsiteX4" fmla="*/ 1466414 w 1542614"/>
                  <a:gd name="connsiteY4" fmla="*/ 886157 h 2038682"/>
                  <a:gd name="connsiteX5" fmla="*/ 1542614 w 1542614"/>
                  <a:gd name="connsiteY5" fmla="*/ 1552907 h 2038682"/>
                  <a:gd name="connsiteX6" fmla="*/ 1342589 w 1542614"/>
                  <a:gd name="connsiteY6" fmla="*/ 1952957 h 2038682"/>
                  <a:gd name="connsiteX7" fmla="*/ 1218764 w 1542614"/>
                  <a:gd name="connsiteY7" fmla="*/ 2038682 h 2038682"/>
                  <a:gd name="connsiteX8" fmla="*/ 409139 w 1542614"/>
                  <a:gd name="connsiteY8" fmla="*/ 1648157 h 2038682"/>
                  <a:gd name="connsiteX9" fmla="*/ 180539 w 1542614"/>
                  <a:gd name="connsiteY9" fmla="*/ 1333832 h 2038682"/>
                  <a:gd name="connsiteX10" fmla="*/ 37664 w 1542614"/>
                  <a:gd name="connsiteY10" fmla="*/ 981407 h 2038682"/>
                  <a:gd name="connsiteX11" fmla="*/ 66239 w 1542614"/>
                  <a:gd name="connsiteY11" fmla="*/ 543257 h 2038682"/>
                  <a:gd name="connsiteX0" fmla="*/ 66239 w 1542614"/>
                  <a:gd name="connsiteY0" fmla="*/ 543257 h 2038682"/>
                  <a:gd name="connsiteX1" fmla="*/ 161489 w 1542614"/>
                  <a:gd name="connsiteY1" fmla="*/ 332 h 2038682"/>
                  <a:gd name="connsiteX2" fmla="*/ 837764 w 1542614"/>
                  <a:gd name="connsiteY2" fmla="*/ 457532 h 2038682"/>
                  <a:gd name="connsiteX3" fmla="*/ 1218764 w 1542614"/>
                  <a:gd name="connsiteY3" fmla="*/ 619457 h 2038682"/>
                  <a:gd name="connsiteX4" fmla="*/ 1466414 w 1542614"/>
                  <a:gd name="connsiteY4" fmla="*/ 886157 h 2038682"/>
                  <a:gd name="connsiteX5" fmla="*/ 1542614 w 1542614"/>
                  <a:gd name="connsiteY5" fmla="*/ 1552907 h 2038682"/>
                  <a:gd name="connsiteX6" fmla="*/ 1342589 w 1542614"/>
                  <a:gd name="connsiteY6" fmla="*/ 1952957 h 2038682"/>
                  <a:gd name="connsiteX7" fmla="*/ 1218764 w 1542614"/>
                  <a:gd name="connsiteY7" fmla="*/ 2038682 h 2038682"/>
                  <a:gd name="connsiteX8" fmla="*/ 409139 w 1542614"/>
                  <a:gd name="connsiteY8" fmla="*/ 1648157 h 2038682"/>
                  <a:gd name="connsiteX9" fmla="*/ 180539 w 1542614"/>
                  <a:gd name="connsiteY9" fmla="*/ 1333832 h 2038682"/>
                  <a:gd name="connsiteX10" fmla="*/ 37664 w 1542614"/>
                  <a:gd name="connsiteY10" fmla="*/ 981407 h 2038682"/>
                  <a:gd name="connsiteX11" fmla="*/ 66239 w 1542614"/>
                  <a:gd name="connsiteY11" fmla="*/ 543257 h 2038682"/>
                  <a:gd name="connsiteX0" fmla="*/ 66239 w 1542614"/>
                  <a:gd name="connsiteY0" fmla="*/ 543257 h 2038682"/>
                  <a:gd name="connsiteX1" fmla="*/ 161489 w 1542614"/>
                  <a:gd name="connsiteY1" fmla="*/ 332 h 2038682"/>
                  <a:gd name="connsiteX2" fmla="*/ 837764 w 1542614"/>
                  <a:gd name="connsiteY2" fmla="*/ 457532 h 2038682"/>
                  <a:gd name="connsiteX3" fmla="*/ 1218764 w 1542614"/>
                  <a:gd name="connsiteY3" fmla="*/ 619457 h 2038682"/>
                  <a:gd name="connsiteX4" fmla="*/ 1466414 w 1542614"/>
                  <a:gd name="connsiteY4" fmla="*/ 886157 h 2038682"/>
                  <a:gd name="connsiteX5" fmla="*/ 1542614 w 1542614"/>
                  <a:gd name="connsiteY5" fmla="*/ 1552907 h 2038682"/>
                  <a:gd name="connsiteX6" fmla="*/ 1342589 w 1542614"/>
                  <a:gd name="connsiteY6" fmla="*/ 1952957 h 2038682"/>
                  <a:gd name="connsiteX7" fmla="*/ 1218764 w 1542614"/>
                  <a:gd name="connsiteY7" fmla="*/ 2038682 h 2038682"/>
                  <a:gd name="connsiteX8" fmla="*/ 409139 w 1542614"/>
                  <a:gd name="connsiteY8" fmla="*/ 1648157 h 2038682"/>
                  <a:gd name="connsiteX9" fmla="*/ 180539 w 1542614"/>
                  <a:gd name="connsiteY9" fmla="*/ 1333832 h 2038682"/>
                  <a:gd name="connsiteX10" fmla="*/ 37664 w 1542614"/>
                  <a:gd name="connsiteY10" fmla="*/ 981407 h 2038682"/>
                  <a:gd name="connsiteX11" fmla="*/ 66239 w 1542614"/>
                  <a:gd name="connsiteY11" fmla="*/ 543257 h 2038682"/>
                  <a:gd name="connsiteX0" fmla="*/ 66239 w 1542614"/>
                  <a:gd name="connsiteY0" fmla="*/ 543257 h 2038682"/>
                  <a:gd name="connsiteX1" fmla="*/ 161489 w 1542614"/>
                  <a:gd name="connsiteY1" fmla="*/ 332 h 2038682"/>
                  <a:gd name="connsiteX2" fmla="*/ 837764 w 1542614"/>
                  <a:gd name="connsiteY2" fmla="*/ 457532 h 2038682"/>
                  <a:gd name="connsiteX3" fmla="*/ 1218764 w 1542614"/>
                  <a:gd name="connsiteY3" fmla="*/ 619457 h 2038682"/>
                  <a:gd name="connsiteX4" fmla="*/ 1466414 w 1542614"/>
                  <a:gd name="connsiteY4" fmla="*/ 886157 h 2038682"/>
                  <a:gd name="connsiteX5" fmla="*/ 1542614 w 1542614"/>
                  <a:gd name="connsiteY5" fmla="*/ 1552907 h 2038682"/>
                  <a:gd name="connsiteX6" fmla="*/ 1342589 w 1542614"/>
                  <a:gd name="connsiteY6" fmla="*/ 1952957 h 2038682"/>
                  <a:gd name="connsiteX7" fmla="*/ 1218764 w 1542614"/>
                  <a:gd name="connsiteY7" fmla="*/ 2038682 h 2038682"/>
                  <a:gd name="connsiteX8" fmla="*/ 409139 w 1542614"/>
                  <a:gd name="connsiteY8" fmla="*/ 1648157 h 2038682"/>
                  <a:gd name="connsiteX9" fmla="*/ 180539 w 1542614"/>
                  <a:gd name="connsiteY9" fmla="*/ 1333832 h 2038682"/>
                  <a:gd name="connsiteX10" fmla="*/ 37664 w 1542614"/>
                  <a:gd name="connsiteY10" fmla="*/ 981407 h 2038682"/>
                  <a:gd name="connsiteX11" fmla="*/ 66239 w 1542614"/>
                  <a:gd name="connsiteY11" fmla="*/ 543257 h 2038682"/>
                  <a:gd name="connsiteX0" fmla="*/ 66239 w 1625679"/>
                  <a:gd name="connsiteY0" fmla="*/ 543257 h 2038682"/>
                  <a:gd name="connsiteX1" fmla="*/ 161489 w 1625679"/>
                  <a:gd name="connsiteY1" fmla="*/ 332 h 2038682"/>
                  <a:gd name="connsiteX2" fmla="*/ 837764 w 1625679"/>
                  <a:gd name="connsiteY2" fmla="*/ 457532 h 2038682"/>
                  <a:gd name="connsiteX3" fmla="*/ 1218764 w 1625679"/>
                  <a:gd name="connsiteY3" fmla="*/ 619457 h 2038682"/>
                  <a:gd name="connsiteX4" fmla="*/ 1466414 w 1625679"/>
                  <a:gd name="connsiteY4" fmla="*/ 886157 h 2038682"/>
                  <a:gd name="connsiteX5" fmla="*/ 1542614 w 1625679"/>
                  <a:gd name="connsiteY5" fmla="*/ 1552907 h 2038682"/>
                  <a:gd name="connsiteX6" fmla="*/ 1342589 w 1625679"/>
                  <a:gd name="connsiteY6" fmla="*/ 1952957 h 2038682"/>
                  <a:gd name="connsiteX7" fmla="*/ 1218764 w 1625679"/>
                  <a:gd name="connsiteY7" fmla="*/ 2038682 h 2038682"/>
                  <a:gd name="connsiteX8" fmla="*/ 409139 w 1625679"/>
                  <a:gd name="connsiteY8" fmla="*/ 1648157 h 2038682"/>
                  <a:gd name="connsiteX9" fmla="*/ 180539 w 1625679"/>
                  <a:gd name="connsiteY9" fmla="*/ 1333832 h 2038682"/>
                  <a:gd name="connsiteX10" fmla="*/ 37664 w 1625679"/>
                  <a:gd name="connsiteY10" fmla="*/ 981407 h 2038682"/>
                  <a:gd name="connsiteX11" fmla="*/ 66239 w 1625679"/>
                  <a:gd name="connsiteY11" fmla="*/ 543257 h 2038682"/>
                  <a:gd name="connsiteX0" fmla="*/ 66239 w 1625679"/>
                  <a:gd name="connsiteY0" fmla="*/ 543257 h 2038682"/>
                  <a:gd name="connsiteX1" fmla="*/ 161489 w 1625679"/>
                  <a:gd name="connsiteY1" fmla="*/ 332 h 2038682"/>
                  <a:gd name="connsiteX2" fmla="*/ 837764 w 1625679"/>
                  <a:gd name="connsiteY2" fmla="*/ 457532 h 2038682"/>
                  <a:gd name="connsiteX3" fmla="*/ 1218764 w 1625679"/>
                  <a:gd name="connsiteY3" fmla="*/ 619457 h 2038682"/>
                  <a:gd name="connsiteX4" fmla="*/ 1466414 w 1625679"/>
                  <a:gd name="connsiteY4" fmla="*/ 886157 h 2038682"/>
                  <a:gd name="connsiteX5" fmla="*/ 1542614 w 1625679"/>
                  <a:gd name="connsiteY5" fmla="*/ 1552907 h 2038682"/>
                  <a:gd name="connsiteX6" fmla="*/ 1342589 w 1625679"/>
                  <a:gd name="connsiteY6" fmla="*/ 1952957 h 2038682"/>
                  <a:gd name="connsiteX7" fmla="*/ 1218764 w 1625679"/>
                  <a:gd name="connsiteY7" fmla="*/ 2038682 h 2038682"/>
                  <a:gd name="connsiteX8" fmla="*/ 409139 w 1625679"/>
                  <a:gd name="connsiteY8" fmla="*/ 1648157 h 2038682"/>
                  <a:gd name="connsiteX9" fmla="*/ 180539 w 1625679"/>
                  <a:gd name="connsiteY9" fmla="*/ 1333832 h 2038682"/>
                  <a:gd name="connsiteX10" fmla="*/ 37664 w 1625679"/>
                  <a:gd name="connsiteY10" fmla="*/ 981407 h 2038682"/>
                  <a:gd name="connsiteX11" fmla="*/ 66239 w 1625679"/>
                  <a:gd name="connsiteY11" fmla="*/ 543257 h 20386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625679" h="2038682">
                    <a:moveTo>
                      <a:pt x="66239" y="543257"/>
                    </a:moveTo>
                    <a:cubicBezTo>
                      <a:pt x="37664" y="352757"/>
                      <a:pt x="90052" y="262270"/>
                      <a:pt x="161489" y="332"/>
                    </a:cubicBezTo>
                    <a:cubicBezTo>
                      <a:pt x="290077" y="-13955"/>
                      <a:pt x="704414" y="436895"/>
                      <a:pt x="837764" y="457532"/>
                    </a:cubicBezTo>
                    <a:cubicBezTo>
                      <a:pt x="964764" y="511507"/>
                      <a:pt x="1110814" y="498807"/>
                      <a:pt x="1218764" y="619457"/>
                    </a:cubicBezTo>
                    <a:cubicBezTo>
                      <a:pt x="1421964" y="703595"/>
                      <a:pt x="1385452" y="717882"/>
                      <a:pt x="1466414" y="886157"/>
                    </a:cubicBezTo>
                    <a:cubicBezTo>
                      <a:pt x="1547376" y="1054432"/>
                      <a:pt x="1733114" y="1383044"/>
                      <a:pt x="1542614" y="1552907"/>
                    </a:cubicBezTo>
                    <a:cubicBezTo>
                      <a:pt x="1561664" y="1829132"/>
                      <a:pt x="1409264" y="1819607"/>
                      <a:pt x="1342589" y="1952957"/>
                    </a:cubicBezTo>
                    <a:lnTo>
                      <a:pt x="1218764" y="2038682"/>
                    </a:lnTo>
                    <a:cubicBezTo>
                      <a:pt x="1079064" y="1976770"/>
                      <a:pt x="601227" y="2013282"/>
                      <a:pt x="409139" y="1648157"/>
                    </a:cubicBezTo>
                    <a:cubicBezTo>
                      <a:pt x="236102" y="1530682"/>
                      <a:pt x="248802" y="1500520"/>
                      <a:pt x="180539" y="1333832"/>
                    </a:cubicBezTo>
                    <a:cubicBezTo>
                      <a:pt x="102752" y="1233820"/>
                      <a:pt x="10676" y="1108407"/>
                      <a:pt x="37664" y="981407"/>
                    </a:cubicBezTo>
                    <a:cubicBezTo>
                      <a:pt x="-57586" y="702007"/>
                      <a:pt x="56714" y="689307"/>
                      <a:pt x="66239" y="543257"/>
                    </a:cubicBezTo>
                    <a:close/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 21">
                <a:extLst>
                  <a:ext uri="{FF2B5EF4-FFF2-40B4-BE49-F238E27FC236}">
                    <a16:creationId xmlns:a16="http://schemas.microsoft.com/office/drawing/2014/main" id="{B06315AB-0CC4-D525-112B-5A23E740C995}"/>
                  </a:ext>
                </a:extLst>
              </p:cNvPr>
              <p:cNvSpPr/>
              <p:nvPr/>
            </p:nvSpPr>
            <p:spPr>
              <a:xfrm rot="2339417">
                <a:off x="4240894" y="3732437"/>
                <a:ext cx="263754" cy="499192"/>
              </a:xfrm>
              <a:custGeom>
                <a:avLst/>
                <a:gdLst>
                  <a:gd name="connsiteX0" fmla="*/ 0 w 247650"/>
                  <a:gd name="connsiteY0" fmla="*/ 0 h 381000"/>
                  <a:gd name="connsiteX1" fmla="*/ 247650 w 247650"/>
                  <a:gd name="connsiteY1" fmla="*/ 0 h 381000"/>
                  <a:gd name="connsiteX2" fmla="*/ 247650 w 247650"/>
                  <a:gd name="connsiteY2" fmla="*/ 381000 h 381000"/>
                  <a:gd name="connsiteX3" fmla="*/ 0 w 247650"/>
                  <a:gd name="connsiteY3" fmla="*/ 381000 h 381000"/>
                  <a:gd name="connsiteX4" fmla="*/ 0 w 247650"/>
                  <a:gd name="connsiteY4" fmla="*/ 0 h 381000"/>
                  <a:gd name="connsiteX0" fmla="*/ 304800 w 552450"/>
                  <a:gd name="connsiteY0" fmla="*/ 0 h 381000"/>
                  <a:gd name="connsiteX1" fmla="*/ 552450 w 552450"/>
                  <a:gd name="connsiteY1" fmla="*/ 0 h 381000"/>
                  <a:gd name="connsiteX2" fmla="*/ 552450 w 552450"/>
                  <a:gd name="connsiteY2" fmla="*/ 381000 h 381000"/>
                  <a:gd name="connsiteX3" fmla="*/ 0 w 552450"/>
                  <a:gd name="connsiteY3" fmla="*/ 352425 h 381000"/>
                  <a:gd name="connsiteX4" fmla="*/ 304800 w 552450"/>
                  <a:gd name="connsiteY4" fmla="*/ 0 h 381000"/>
                  <a:gd name="connsiteX0" fmla="*/ 304800 w 552450"/>
                  <a:gd name="connsiteY0" fmla="*/ 0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4" fmla="*/ 304800 w 552450"/>
                  <a:gd name="connsiteY4" fmla="*/ 0 h 485775"/>
                  <a:gd name="connsiteX0" fmla="*/ 0 w 552450"/>
                  <a:gd name="connsiteY0" fmla="*/ 352425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0" fmla="*/ 0 w 2028825"/>
                  <a:gd name="connsiteY0" fmla="*/ 1895475 h 2028825"/>
                  <a:gd name="connsiteX1" fmla="*/ 2028825 w 2028825"/>
                  <a:gd name="connsiteY1" fmla="*/ 0 h 2028825"/>
                  <a:gd name="connsiteX2" fmla="*/ 428625 w 2028825"/>
                  <a:gd name="connsiteY2" fmla="*/ 2028825 h 2028825"/>
                  <a:gd name="connsiteX3" fmla="*/ 0 w 2028825"/>
                  <a:gd name="connsiteY3" fmla="*/ 1895475 h 2028825"/>
                  <a:gd name="connsiteX0" fmla="*/ 1066800 w 1495425"/>
                  <a:gd name="connsiteY0" fmla="*/ 25527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1066800 w 1495425"/>
                  <a:gd name="connsiteY3" fmla="*/ 2552700 h 2686050"/>
                  <a:gd name="connsiteX0" fmla="*/ 847725 w 1495425"/>
                  <a:gd name="connsiteY0" fmla="*/ 24384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847725 w 1495425"/>
                  <a:gd name="connsiteY3" fmla="*/ 2438400 h 2686050"/>
                  <a:gd name="connsiteX0" fmla="*/ 847725 w 1228725"/>
                  <a:gd name="connsiteY0" fmla="*/ 243840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47725 w 1228725"/>
                  <a:gd name="connsiteY3" fmla="*/ 243840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8725" h="2543175">
                    <a:moveTo>
                      <a:pt x="876300" y="2428875"/>
                    </a:moveTo>
                    <a:cubicBezTo>
                      <a:pt x="1222375" y="1581150"/>
                      <a:pt x="292100" y="809625"/>
                      <a:pt x="0" y="0"/>
                    </a:cubicBezTo>
                    <a:cubicBezTo>
                      <a:pt x="409575" y="847725"/>
                      <a:pt x="1219200" y="1390650"/>
                      <a:pt x="1228725" y="2543175"/>
                    </a:cubicBezTo>
                    <a:lnTo>
                      <a:pt x="876300" y="2428875"/>
                    </a:lnTo>
                    <a:close/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21">
                <a:extLst>
                  <a:ext uri="{FF2B5EF4-FFF2-40B4-BE49-F238E27FC236}">
                    <a16:creationId xmlns:a16="http://schemas.microsoft.com/office/drawing/2014/main" id="{EAD36583-6277-BB2F-1E1C-335841FB8870}"/>
                  </a:ext>
                </a:extLst>
              </p:cNvPr>
              <p:cNvSpPr/>
              <p:nvPr/>
            </p:nvSpPr>
            <p:spPr>
              <a:xfrm rot="16200000" flipH="1">
                <a:off x="3974990" y="3981478"/>
                <a:ext cx="263754" cy="499192"/>
              </a:xfrm>
              <a:custGeom>
                <a:avLst/>
                <a:gdLst>
                  <a:gd name="connsiteX0" fmla="*/ 0 w 247650"/>
                  <a:gd name="connsiteY0" fmla="*/ 0 h 381000"/>
                  <a:gd name="connsiteX1" fmla="*/ 247650 w 247650"/>
                  <a:gd name="connsiteY1" fmla="*/ 0 h 381000"/>
                  <a:gd name="connsiteX2" fmla="*/ 247650 w 247650"/>
                  <a:gd name="connsiteY2" fmla="*/ 381000 h 381000"/>
                  <a:gd name="connsiteX3" fmla="*/ 0 w 247650"/>
                  <a:gd name="connsiteY3" fmla="*/ 381000 h 381000"/>
                  <a:gd name="connsiteX4" fmla="*/ 0 w 247650"/>
                  <a:gd name="connsiteY4" fmla="*/ 0 h 381000"/>
                  <a:gd name="connsiteX0" fmla="*/ 304800 w 552450"/>
                  <a:gd name="connsiteY0" fmla="*/ 0 h 381000"/>
                  <a:gd name="connsiteX1" fmla="*/ 552450 w 552450"/>
                  <a:gd name="connsiteY1" fmla="*/ 0 h 381000"/>
                  <a:gd name="connsiteX2" fmla="*/ 552450 w 552450"/>
                  <a:gd name="connsiteY2" fmla="*/ 381000 h 381000"/>
                  <a:gd name="connsiteX3" fmla="*/ 0 w 552450"/>
                  <a:gd name="connsiteY3" fmla="*/ 352425 h 381000"/>
                  <a:gd name="connsiteX4" fmla="*/ 304800 w 552450"/>
                  <a:gd name="connsiteY4" fmla="*/ 0 h 381000"/>
                  <a:gd name="connsiteX0" fmla="*/ 304800 w 552450"/>
                  <a:gd name="connsiteY0" fmla="*/ 0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4" fmla="*/ 304800 w 552450"/>
                  <a:gd name="connsiteY4" fmla="*/ 0 h 485775"/>
                  <a:gd name="connsiteX0" fmla="*/ 0 w 552450"/>
                  <a:gd name="connsiteY0" fmla="*/ 352425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0" fmla="*/ 0 w 2028825"/>
                  <a:gd name="connsiteY0" fmla="*/ 1895475 h 2028825"/>
                  <a:gd name="connsiteX1" fmla="*/ 2028825 w 2028825"/>
                  <a:gd name="connsiteY1" fmla="*/ 0 h 2028825"/>
                  <a:gd name="connsiteX2" fmla="*/ 428625 w 2028825"/>
                  <a:gd name="connsiteY2" fmla="*/ 2028825 h 2028825"/>
                  <a:gd name="connsiteX3" fmla="*/ 0 w 2028825"/>
                  <a:gd name="connsiteY3" fmla="*/ 1895475 h 2028825"/>
                  <a:gd name="connsiteX0" fmla="*/ 1066800 w 1495425"/>
                  <a:gd name="connsiteY0" fmla="*/ 25527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1066800 w 1495425"/>
                  <a:gd name="connsiteY3" fmla="*/ 2552700 h 2686050"/>
                  <a:gd name="connsiteX0" fmla="*/ 847725 w 1495425"/>
                  <a:gd name="connsiteY0" fmla="*/ 24384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847725 w 1495425"/>
                  <a:gd name="connsiteY3" fmla="*/ 2438400 h 2686050"/>
                  <a:gd name="connsiteX0" fmla="*/ 847725 w 1228725"/>
                  <a:gd name="connsiteY0" fmla="*/ 243840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47725 w 1228725"/>
                  <a:gd name="connsiteY3" fmla="*/ 243840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8725" h="2543175">
                    <a:moveTo>
                      <a:pt x="876300" y="2428875"/>
                    </a:moveTo>
                    <a:cubicBezTo>
                      <a:pt x="1222375" y="1581150"/>
                      <a:pt x="292100" y="809625"/>
                      <a:pt x="0" y="0"/>
                    </a:cubicBezTo>
                    <a:cubicBezTo>
                      <a:pt x="409575" y="847725"/>
                      <a:pt x="1219200" y="1390650"/>
                      <a:pt x="1228725" y="2543175"/>
                    </a:cubicBezTo>
                    <a:lnTo>
                      <a:pt x="876300" y="2428875"/>
                    </a:lnTo>
                    <a:close/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21">
                <a:extLst>
                  <a:ext uri="{FF2B5EF4-FFF2-40B4-BE49-F238E27FC236}">
                    <a16:creationId xmlns:a16="http://schemas.microsoft.com/office/drawing/2014/main" id="{877EC2B4-49C1-C1A4-0645-52FCC5F4332E}"/>
                  </a:ext>
                </a:extLst>
              </p:cNvPr>
              <p:cNvSpPr/>
              <p:nvPr/>
            </p:nvSpPr>
            <p:spPr>
              <a:xfrm rot="1659284">
                <a:off x="3918216" y="3296362"/>
                <a:ext cx="263754" cy="499192"/>
              </a:xfrm>
              <a:custGeom>
                <a:avLst/>
                <a:gdLst>
                  <a:gd name="connsiteX0" fmla="*/ 0 w 247650"/>
                  <a:gd name="connsiteY0" fmla="*/ 0 h 381000"/>
                  <a:gd name="connsiteX1" fmla="*/ 247650 w 247650"/>
                  <a:gd name="connsiteY1" fmla="*/ 0 h 381000"/>
                  <a:gd name="connsiteX2" fmla="*/ 247650 w 247650"/>
                  <a:gd name="connsiteY2" fmla="*/ 381000 h 381000"/>
                  <a:gd name="connsiteX3" fmla="*/ 0 w 247650"/>
                  <a:gd name="connsiteY3" fmla="*/ 381000 h 381000"/>
                  <a:gd name="connsiteX4" fmla="*/ 0 w 247650"/>
                  <a:gd name="connsiteY4" fmla="*/ 0 h 381000"/>
                  <a:gd name="connsiteX0" fmla="*/ 304800 w 552450"/>
                  <a:gd name="connsiteY0" fmla="*/ 0 h 381000"/>
                  <a:gd name="connsiteX1" fmla="*/ 552450 w 552450"/>
                  <a:gd name="connsiteY1" fmla="*/ 0 h 381000"/>
                  <a:gd name="connsiteX2" fmla="*/ 552450 w 552450"/>
                  <a:gd name="connsiteY2" fmla="*/ 381000 h 381000"/>
                  <a:gd name="connsiteX3" fmla="*/ 0 w 552450"/>
                  <a:gd name="connsiteY3" fmla="*/ 352425 h 381000"/>
                  <a:gd name="connsiteX4" fmla="*/ 304800 w 552450"/>
                  <a:gd name="connsiteY4" fmla="*/ 0 h 381000"/>
                  <a:gd name="connsiteX0" fmla="*/ 304800 w 552450"/>
                  <a:gd name="connsiteY0" fmla="*/ 0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4" fmla="*/ 304800 w 552450"/>
                  <a:gd name="connsiteY4" fmla="*/ 0 h 485775"/>
                  <a:gd name="connsiteX0" fmla="*/ 0 w 552450"/>
                  <a:gd name="connsiteY0" fmla="*/ 352425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0" fmla="*/ 0 w 2028825"/>
                  <a:gd name="connsiteY0" fmla="*/ 1895475 h 2028825"/>
                  <a:gd name="connsiteX1" fmla="*/ 2028825 w 2028825"/>
                  <a:gd name="connsiteY1" fmla="*/ 0 h 2028825"/>
                  <a:gd name="connsiteX2" fmla="*/ 428625 w 2028825"/>
                  <a:gd name="connsiteY2" fmla="*/ 2028825 h 2028825"/>
                  <a:gd name="connsiteX3" fmla="*/ 0 w 2028825"/>
                  <a:gd name="connsiteY3" fmla="*/ 1895475 h 2028825"/>
                  <a:gd name="connsiteX0" fmla="*/ 1066800 w 1495425"/>
                  <a:gd name="connsiteY0" fmla="*/ 25527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1066800 w 1495425"/>
                  <a:gd name="connsiteY3" fmla="*/ 2552700 h 2686050"/>
                  <a:gd name="connsiteX0" fmla="*/ 847725 w 1495425"/>
                  <a:gd name="connsiteY0" fmla="*/ 24384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847725 w 1495425"/>
                  <a:gd name="connsiteY3" fmla="*/ 2438400 h 2686050"/>
                  <a:gd name="connsiteX0" fmla="*/ 847725 w 1228725"/>
                  <a:gd name="connsiteY0" fmla="*/ 243840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47725 w 1228725"/>
                  <a:gd name="connsiteY3" fmla="*/ 243840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8725" h="2543175">
                    <a:moveTo>
                      <a:pt x="876300" y="2428875"/>
                    </a:moveTo>
                    <a:cubicBezTo>
                      <a:pt x="1222375" y="1581150"/>
                      <a:pt x="292100" y="809625"/>
                      <a:pt x="0" y="0"/>
                    </a:cubicBezTo>
                    <a:cubicBezTo>
                      <a:pt x="409575" y="847725"/>
                      <a:pt x="1219200" y="1390650"/>
                      <a:pt x="1228725" y="2543175"/>
                    </a:cubicBezTo>
                    <a:lnTo>
                      <a:pt x="876300" y="2428875"/>
                    </a:lnTo>
                    <a:close/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21">
                <a:extLst>
                  <a:ext uri="{FF2B5EF4-FFF2-40B4-BE49-F238E27FC236}">
                    <a16:creationId xmlns:a16="http://schemas.microsoft.com/office/drawing/2014/main" id="{4F935579-1659-15A2-8A14-B343D0B56E35}"/>
                  </a:ext>
                </a:extLst>
              </p:cNvPr>
              <p:cNvSpPr/>
              <p:nvPr/>
            </p:nvSpPr>
            <p:spPr>
              <a:xfrm rot="16200000" flipH="1">
                <a:off x="3709086" y="3516086"/>
                <a:ext cx="263754" cy="499192"/>
              </a:xfrm>
              <a:custGeom>
                <a:avLst/>
                <a:gdLst>
                  <a:gd name="connsiteX0" fmla="*/ 0 w 247650"/>
                  <a:gd name="connsiteY0" fmla="*/ 0 h 381000"/>
                  <a:gd name="connsiteX1" fmla="*/ 247650 w 247650"/>
                  <a:gd name="connsiteY1" fmla="*/ 0 h 381000"/>
                  <a:gd name="connsiteX2" fmla="*/ 247650 w 247650"/>
                  <a:gd name="connsiteY2" fmla="*/ 381000 h 381000"/>
                  <a:gd name="connsiteX3" fmla="*/ 0 w 247650"/>
                  <a:gd name="connsiteY3" fmla="*/ 381000 h 381000"/>
                  <a:gd name="connsiteX4" fmla="*/ 0 w 247650"/>
                  <a:gd name="connsiteY4" fmla="*/ 0 h 381000"/>
                  <a:gd name="connsiteX0" fmla="*/ 304800 w 552450"/>
                  <a:gd name="connsiteY0" fmla="*/ 0 h 381000"/>
                  <a:gd name="connsiteX1" fmla="*/ 552450 w 552450"/>
                  <a:gd name="connsiteY1" fmla="*/ 0 h 381000"/>
                  <a:gd name="connsiteX2" fmla="*/ 552450 w 552450"/>
                  <a:gd name="connsiteY2" fmla="*/ 381000 h 381000"/>
                  <a:gd name="connsiteX3" fmla="*/ 0 w 552450"/>
                  <a:gd name="connsiteY3" fmla="*/ 352425 h 381000"/>
                  <a:gd name="connsiteX4" fmla="*/ 304800 w 552450"/>
                  <a:gd name="connsiteY4" fmla="*/ 0 h 381000"/>
                  <a:gd name="connsiteX0" fmla="*/ 304800 w 552450"/>
                  <a:gd name="connsiteY0" fmla="*/ 0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4" fmla="*/ 304800 w 552450"/>
                  <a:gd name="connsiteY4" fmla="*/ 0 h 485775"/>
                  <a:gd name="connsiteX0" fmla="*/ 0 w 552450"/>
                  <a:gd name="connsiteY0" fmla="*/ 352425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0" fmla="*/ 0 w 2028825"/>
                  <a:gd name="connsiteY0" fmla="*/ 1895475 h 2028825"/>
                  <a:gd name="connsiteX1" fmla="*/ 2028825 w 2028825"/>
                  <a:gd name="connsiteY1" fmla="*/ 0 h 2028825"/>
                  <a:gd name="connsiteX2" fmla="*/ 428625 w 2028825"/>
                  <a:gd name="connsiteY2" fmla="*/ 2028825 h 2028825"/>
                  <a:gd name="connsiteX3" fmla="*/ 0 w 2028825"/>
                  <a:gd name="connsiteY3" fmla="*/ 1895475 h 2028825"/>
                  <a:gd name="connsiteX0" fmla="*/ 1066800 w 1495425"/>
                  <a:gd name="connsiteY0" fmla="*/ 25527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1066800 w 1495425"/>
                  <a:gd name="connsiteY3" fmla="*/ 2552700 h 2686050"/>
                  <a:gd name="connsiteX0" fmla="*/ 847725 w 1495425"/>
                  <a:gd name="connsiteY0" fmla="*/ 24384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847725 w 1495425"/>
                  <a:gd name="connsiteY3" fmla="*/ 2438400 h 2686050"/>
                  <a:gd name="connsiteX0" fmla="*/ 847725 w 1228725"/>
                  <a:gd name="connsiteY0" fmla="*/ 243840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47725 w 1228725"/>
                  <a:gd name="connsiteY3" fmla="*/ 243840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8725" h="2543175">
                    <a:moveTo>
                      <a:pt x="876300" y="2428875"/>
                    </a:moveTo>
                    <a:cubicBezTo>
                      <a:pt x="1222375" y="1581150"/>
                      <a:pt x="292100" y="809625"/>
                      <a:pt x="0" y="0"/>
                    </a:cubicBezTo>
                    <a:cubicBezTo>
                      <a:pt x="409575" y="847725"/>
                      <a:pt x="1219200" y="1390650"/>
                      <a:pt x="1228725" y="2543175"/>
                    </a:cubicBezTo>
                    <a:lnTo>
                      <a:pt x="876300" y="2428875"/>
                    </a:lnTo>
                    <a:close/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21">
                <a:extLst>
                  <a:ext uri="{FF2B5EF4-FFF2-40B4-BE49-F238E27FC236}">
                    <a16:creationId xmlns:a16="http://schemas.microsoft.com/office/drawing/2014/main" id="{7C9AE801-8331-90ED-76EB-843901BA071F}"/>
                  </a:ext>
                </a:extLst>
              </p:cNvPr>
              <p:cNvSpPr/>
              <p:nvPr/>
            </p:nvSpPr>
            <p:spPr>
              <a:xfrm rot="1659284">
                <a:off x="3692373" y="3090755"/>
                <a:ext cx="156914" cy="296982"/>
              </a:xfrm>
              <a:custGeom>
                <a:avLst/>
                <a:gdLst>
                  <a:gd name="connsiteX0" fmla="*/ 0 w 247650"/>
                  <a:gd name="connsiteY0" fmla="*/ 0 h 381000"/>
                  <a:gd name="connsiteX1" fmla="*/ 247650 w 247650"/>
                  <a:gd name="connsiteY1" fmla="*/ 0 h 381000"/>
                  <a:gd name="connsiteX2" fmla="*/ 247650 w 247650"/>
                  <a:gd name="connsiteY2" fmla="*/ 381000 h 381000"/>
                  <a:gd name="connsiteX3" fmla="*/ 0 w 247650"/>
                  <a:gd name="connsiteY3" fmla="*/ 381000 h 381000"/>
                  <a:gd name="connsiteX4" fmla="*/ 0 w 247650"/>
                  <a:gd name="connsiteY4" fmla="*/ 0 h 381000"/>
                  <a:gd name="connsiteX0" fmla="*/ 304800 w 552450"/>
                  <a:gd name="connsiteY0" fmla="*/ 0 h 381000"/>
                  <a:gd name="connsiteX1" fmla="*/ 552450 w 552450"/>
                  <a:gd name="connsiteY1" fmla="*/ 0 h 381000"/>
                  <a:gd name="connsiteX2" fmla="*/ 552450 w 552450"/>
                  <a:gd name="connsiteY2" fmla="*/ 381000 h 381000"/>
                  <a:gd name="connsiteX3" fmla="*/ 0 w 552450"/>
                  <a:gd name="connsiteY3" fmla="*/ 352425 h 381000"/>
                  <a:gd name="connsiteX4" fmla="*/ 304800 w 552450"/>
                  <a:gd name="connsiteY4" fmla="*/ 0 h 381000"/>
                  <a:gd name="connsiteX0" fmla="*/ 304800 w 552450"/>
                  <a:gd name="connsiteY0" fmla="*/ 0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4" fmla="*/ 304800 w 552450"/>
                  <a:gd name="connsiteY4" fmla="*/ 0 h 485775"/>
                  <a:gd name="connsiteX0" fmla="*/ 0 w 552450"/>
                  <a:gd name="connsiteY0" fmla="*/ 352425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0" fmla="*/ 0 w 2028825"/>
                  <a:gd name="connsiteY0" fmla="*/ 1895475 h 2028825"/>
                  <a:gd name="connsiteX1" fmla="*/ 2028825 w 2028825"/>
                  <a:gd name="connsiteY1" fmla="*/ 0 h 2028825"/>
                  <a:gd name="connsiteX2" fmla="*/ 428625 w 2028825"/>
                  <a:gd name="connsiteY2" fmla="*/ 2028825 h 2028825"/>
                  <a:gd name="connsiteX3" fmla="*/ 0 w 2028825"/>
                  <a:gd name="connsiteY3" fmla="*/ 1895475 h 2028825"/>
                  <a:gd name="connsiteX0" fmla="*/ 1066800 w 1495425"/>
                  <a:gd name="connsiteY0" fmla="*/ 25527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1066800 w 1495425"/>
                  <a:gd name="connsiteY3" fmla="*/ 2552700 h 2686050"/>
                  <a:gd name="connsiteX0" fmla="*/ 847725 w 1495425"/>
                  <a:gd name="connsiteY0" fmla="*/ 24384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847725 w 1495425"/>
                  <a:gd name="connsiteY3" fmla="*/ 2438400 h 2686050"/>
                  <a:gd name="connsiteX0" fmla="*/ 847725 w 1228725"/>
                  <a:gd name="connsiteY0" fmla="*/ 243840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47725 w 1228725"/>
                  <a:gd name="connsiteY3" fmla="*/ 243840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8725" h="2543175">
                    <a:moveTo>
                      <a:pt x="876300" y="2428875"/>
                    </a:moveTo>
                    <a:cubicBezTo>
                      <a:pt x="1222375" y="1581150"/>
                      <a:pt x="292100" y="809625"/>
                      <a:pt x="0" y="0"/>
                    </a:cubicBezTo>
                    <a:cubicBezTo>
                      <a:pt x="409575" y="847725"/>
                      <a:pt x="1219200" y="1390650"/>
                      <a:pt x="1228725" y="2543175"/>
                    </a:cubicBezTo>
                    <a:lnTo>
                      <a:pt x="876300" y="2428875"/>
                    </a:lnTo>
                    <a:close/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Rectangle 21">
                <a:extLst>
                  <a:ext uri="{FF2B5EF4-FFF2-40B4-BE49-F238E27FC236}">
                    <a16:creationId xmlns:a16="http://schemas.microsoft.com/office/drawing/2014/main" id="{86036E2A-9F1B-E767-BBEE-134D285A1643}"/>
                  </a:ext>
                </a:extLst>
              </p:cNvPr>
              <p:cNvSpPr/>
              <p:nvPr/>
            </p:nvSpPr>
            <p:spPr>
              <a:xfrm rot="16568896" flipH="1">
                <a:off x="3473647" y="3059060"/>
                <a:ext cx="156914" cy="296982"/>
              </a:xfrm>
              <a:custGeom>
                <a:avLst/>
                <a:gdLst>
                  <a:gd name="connsiteX0" fmla="*/ 0 w 247650"/>
                  <a:gd name="connsiteY0" fmla="*/ 0 h 381000"/>
                  <a:gd name="connsiteX1" fmla="*/ 247650 w 247650"/>
                  <a:gd name="connsiteY1" fmla="*/ 0 h 381000"/>
                  <a:gd name="connsiteX2" fmla="*/ 247650 w 247650"/>
                  <a:gd name="connsiteY2" fmla="*/ 381000 h 381000"/>
                  <a:gd name="connsiteX3" fmla="*/ 0 w 247650"/>
                  <a:gd name="connsiteY3" fmla="*/ 381000 h 381000"/>
                  <a:gd name="connsiteX4" fmla="*/ 0 w 247650"/>
                  <a:gd name="connsiteY4" fmla="*/ 0 h 381000"/>
                  <a:gd name="connsiteX0" fmla="*/ 304800 w 552450"/>
                  <a:gd name="connsiteY0" fmla="*/ 0 h 381000"/>
                  <a:gd name="connsiteX1" fmla="*/ 552450 w 552450"/>
                  <a:gd name="connsiteY1" fmla="*/ 0 h 381000"/>
                  <a:gd name="connsiteX2" fmla="*/ 552450 w 552450"/>
                  <a:gd name="connsiteY2" fmla="*/ 381000 h 381000"/>
                  <a:gd name="connsiteX3" fmla="*/ 0 w 552450"/>
                  <a:gd name="connsiteY3" fmla="*/ 352425 h 381000"/>
                  <a:gd name="connsiteX4" fmla="*/ 304800 w 552450"/>
                  <a:gd name="connsiteY4" fmla="*/ 0 h 381000"/>
                  <a:gd name="connsiteX0" fmla="*/ 304800 w 552450"/>
                  <a:gd name="connsiteY0" fmla="*/ 0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4" fmla="*/ 304800 w 552450"/>
                  <a:gd name="connsiteY4" fmla="*/ 0 h 485775"/>
                  <a:gd name="connsiteX0" fmla="*/ 0 w 552450"/>
                  <a:gd name="connsiteY0" fmla="*/ 352425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0" fmla="*/ 0 w 2028825"/>
                  <a:gd name="connsiteY0" fmla="*/ 1895475 h 2028825"/>
                  <a:gd name="connsiteX1" fmla="*/ 2028825 w 2028825"/>
                  <a:gd name="connsiteY1" fmla="*/ 0 h 2028825"/>
                  <a:gd name="connsiteX2" fmla="*/ 428625 w 2028825"/>
                  <a:gd name="connsiteY2" fmla="*/ 2028825 h 2028825"/>
                  <a:gd name="connsiteX3" fmla="*/ 0 w 2028825"/>
                  <a:gd name="connsiteY3" fmla="*/ 1895475 h 2028825"/>
                  <a:gd name="connsiteX0" fmla="*/ 1066800 w 1495425"/>
                  <a:gd name="connsiteY0" fmla="*/ 25527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1066800 w 1495425"/>
                  <a:gd name="connsiteY3" fmla="*/ 2552700 h 2686050"/>
                  <a:gd name="connsiteX0" fmla="*/ 847725 w 1495425"/>
                  <a:gd name="connsiteY0" fmla="*/ 24384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847725 w 1495425"/>
                  <a:gd name="connsiteY3" fmla="*/ 2438400 h 2686050"/>
                  <a:gd name="connsiteX0" fmla="*/ 847725 w 1228725"/>
                  <a:gd name="connsiteY0" fmla="*/ 243840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47725 w 1228725"/>
                  <a:gd name="connsiteY3" fmla="*/ 243840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8725" h="2543175">
                    <a:moveTo>
                      <a:pt x="876300" y="2428875"/>
                    </a:moveTo>
                    <a:cubicBezTo>
                      <a:pt x="1222375" y="1581150"/>
                      <a:pt x="292100" y="809625"/>
                      <a:pt x="0" y="0"/>
                    </a:cubicBezTo>
                    <a:cubicBezTo>
                      <a:pt x="409575" y="847725"/>
                      <a:pt x="1219200" y="1390650"/>
                      <a:pt x="1228725" y="2543175"/>
                    </a:cubicBezTo>
                    <a:lnTo>
                      <a:pt x="876300" y="2428875"/>
                    </a:lnTo>
                    <a:close/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Rectangle 21">
                <a:extLst>
                  <a:ext uri="{FF2B5EF4-FFF2-40B4-BE49-F238E27FC236}">
                    <a16:creationId xmlns:a16="http://schemas.microsoft.com/office/drawing/2014/main" id="{4DA9940A-7EBF-069A-199F-F644B1AF156B}"/>
                  </a:ext>
                </a:extLst>
              </p:cNvPr>
              <p:cNvSpPr/>
              <p:nvPr/>
            </p:nvSpPr>
            <p:spPr>
              <a:xfrm>
                <a:off x="3409950" y="2781299"/>
                <a:ext cx="1228725" cy="2543175"/>
              </a:xfrm>
              <a:custGeom>
                <a:avLst/>
                <a:gdLst>
                  <a:gd name="connsiteX0" fmla="*/ 0 w 247650"/>
                  <a:gd name="connsiteY0" fmla="*/ 0 h 381000"/>
                  <a:gd name="connsiteX1" fmla="*/ 247650 w 247650"/>
                  <a:gd name="connsiteY1" fmla="*/ 0 h 381000"/>
                  <a:gd name="connsiteX2" fmla="*/ 247650 w 247650"/>
                  <a:gd name="connsiteY2" fmla="*/ 381000 h 381000"/>
                  <a:gd name="connsiteX3" fmla="*/ 0 w 247650"/>
                  <a:gd name="connsiteY3" fmla="*/ 381000 h 381000"/>
                  <a:gd name="connsiteX4" fmla="*/ 0 w 247650"/>
                  <a:gd name="connsiteY4" fmla="*/ 0 h 381000"/>
                  <a:gd name="connsiteX0" fmla="*/ 304800 w 552450"/>
                  <a:gd name="connsiteY0" fmla="*/ 0 h 381000"/>
                  <a:gd name="connsiteX1" fmla="*/ 552450 w 552450"/>
                  <a:gd name="connsiteY1" fmla="*/ 0 h 381000"/>
                  <a:gd name="connsiteX2" fmla="*/ 552450 w 552450"/>
                  <a:gd name="connsiteY2" fmla="*/ 381000 h 381000"/>
                  <a:gd name="connsiteX3" fmla="*/ 0 w 552450"/>
                  <a:gd name="connsiteY3" fmla="*/ 352425 h 381000"/>
                  <a:gd name="connsiteX4" fmla="*/ 304800 w 552450"/>
                  <a:gd name="connsiteY4" fmla="*/ 0 h 381000"/>
                  <a:gd name="connsiteX0" fmla="*/ 304800 w 552450"/>
                  <a:gd name="connsiteY0" fmla="*/ 0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4" fmla="*/ 304800 w 552450"/>
                  <a:gd name="connsiteY4" fmla="*/ 0 h 485775"/>
                  <a:gd name="connsiteX0" fmla="*/ 0 w 552450"/>
                  <a:gd name="connsiteY0" fmla="*/ 352425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0" fmla="*/ 0 w 2028825"/>
                  <a:gd name="connsiteY0" fmla="*/ 1895475 h 2028825"/>
                  <a:gd name="connsiteX1" fmla="*/ 2028825 w 2028825"/>
                  <a:gd name="connsiteY1" fmla="*/ 0 h 2028825"/>
                  <a:gd name="connsiteX2" fmla="*/ 428625 w 2028825"/>
                  <a:gd name="connsiteY2" fmla="*/ 2028825 h 2028825"/>
                  <a:gd name="connsiteX3" fmla="*/ 0 w 2028825"/>
                  <a:gd name="connsiteY3" fmla="*/ 1895475 h 2028825"/>
                  <a:gd name="connsiteX0" fmla="*/ 1066800 w 1495425"/>
                  <a:gd name="connsiteY0" fmla="*/ 25527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1066800 w 1495425"/>
                  <a:gd name="connsiteY3" fmla="*/ 2552700 h 2686050"/>
                  <a:gd name="connsiteX0" fmla="*/ 847725 w 1495425"/>
                  <a:gd name="connsiteY0" fmla="*/ 24384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847725 w 1495425"/>
                  <a:gd name="connsiteY3" fmla="*/ 2438400 h 2686050"/>
                  <a:gd name="connsiteX0" fmla="*/ 847725 w 1228725"/>
                  <a:gd name="connsiteY0" fmla="*/ 243840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47725 w 1228725"/>
                  <a:gd name="connsiteY3" fmla="*/ 243840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8725" h="2543175">
                    <a:moveTo>
                      <a:pt x="876300" y="2428875"/>
                    </a:moveTo>
                    <a:cubicBezTo>
                      <a:pt x="1222375" y="1581150"/>
                      <a:pt x="292100" y="809625"/>
                      <a:pt x="0" y="0"/>
                    </a:cubicBezTo>
                    <a:cubicBezTo>
                      <a:pt x="409575" y="847725"/>
                      <a:pt x="1219200" y="1390650"/>
                      <a:pt x="1228725" y="2543175"/>
                    </a:cubicBezTo>
                    <a:lnTo>
                      <a:pt x="876300" y="2428875"/>
                    </a:lnTo>
                    <a:close/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A7942FB-F878-7F27-405D-197DF4F84047}"/>
                </a:ext>
              </a:extLst>
            </p:cNvPr>
            <p:cNvGrpSpPr/>
            <p:nvPr/>
          </p:nvGrpSpPr>
          <p:grpSpPr>
            <a:xfrm>
              <a:off x="2179731" y="5042450"/>
              <a:ext cx="3614412" cy="5648468"/>
              <a:chOff x="2865713" y="1590532"/>
              <a:chExt cx="3614412" cy="5648468"/>
            </a:xfrm>
            <a:grpFill/>
          </p:grpSpPr>
          <p:sp>
            <p:nvSpPr>
              <p:cNvPr id="8" name="Rectangle 3">
                <a:extLst>
                  <a:ext uri="{FF2B5EF4-FFF2-40B4-BE49-F238E27FC236}">
                    <a16:creationId xmlns:a16="http://schemas.microsoft.com/office/drawing/2014/main" id="{E7F0BFEB-AB7A-5A1A-6D86-CFBD505D97C9}"/>
                  </a:ext>
                </a:extLst>
              </p:cNvPr>
              <p:cNvSpPr/>
              <p:nvPr/>
            </p:nvSpPr>
            <p:spPr>
              <a:xfrm>
                <a:off x="2865713" y="1590532"/>
                <a:ext cx="3614412" cy="5648468"/>
              </a:xfrm>
              <a:custGeom>
                <a:avLst/>
                <a:gdLst>
                  <a:gd name="connsiteX0" fmla="*/ 0 w 571500"/>
                  <a:gd name="connsiteY0" fmla="*/ 0 h 647700"/>
                  <a:gd name="connsiteX1" fmla="*/ 571500 w 571500"/>
                  <a:gd name="connsiteY1" fmla="*/ 0 h 647700"/>
                  <a:gd name="connsiteX2" fmla="*/ 571500 w 571500"/>
                  <a:gd name="connsiteY2" fmla="*/ 647700 h 647700"/>
                  <a:gd name="connsiteX3" fmla="*/ 0 w 571500"/>
                  <a:gd name="connsiteY3" fmla="*/ 647700 h 647700"/>
                  <a:gd name="connsiteX4" fmla="*/ 0 w 571500"/>
                  <a:gd name="connsiteY4" fmla="*/ 0 h 647700"/>
                  <a:gd name="connsiteX0" fmla="*/ 101600 w 571500"/>
                  <a:gd name="connsiteY0" fmla="*/ 0 h 685800"/>
                  <a:gd name="connsiteX1" fmla="*/ 571500 w 571500"/>
                  <a:gd name="connsiteY1" fmla="*/ 38100 h 685800"/>
                  <a:gd name="connsiteX2" fmla="*/ 571500 w 571500"/>
                  <a:gd name="connsiteY2" fmla="*/ 685800 h 685800"/>
                  <a:gd name="connsiteX3" fmla="*/ 0 w 571500"/>
                  <a:gd name="connsiteY3" fmla="*/ 685800 h 685800"/>
                  <a:gd name="connsiteX4" fmla="*/ 101600 w 571500"/>
                  <a:gd name="connsiteY4" fmla="*/ 0 h 685800"/>
                  <a:gd name="connsiteX0" fmla="*/ 101600 w 889000"/>
                  <a:gd name="connsiteY0" fmla="*/ 0 h 685800"/>
                  <a:gd name="connsiteX1" fmla="*/ 889000 w 889000"/>
                  <a:gd name="connsiteY1" fmla="*/ 203200 h 685800"/>
                  <a:gd name="connsiteX2" fmla="*/ 571500 w 889000"/>
                  <a:gd name="connsiteY2" fmla="*/ 685800 h 685800"/>
                  <a:gd name="connsiteX3" fmla="*/ 0 w 889000"/>
                  <a:gd name="connsiteY3" fmla="*/ 685800 h 685800"/>
                  <a:gd name="connsiteX4" fmla="*/ 101600 w 889000"/>
                  <a:gd name="connsiteY4" fmla="*/ 0 h 685800"/>
                  <a:gd name="connsiteX0" fmla="*/ 1397000 w 2184400"/>
                  <a:gd name="connsiteY0" fmla="*/ 0 h 3492500"/>
                  <a:gd name="connsiteX1" fmla="*/ 2184400 w 2184400"/>
                  <a:gd name="connsiteY1" fmla="*/ 203200 h 3492500"/>
                  <a:gd name="connsiteX2" fmla="*/ 1866900 w 2184400"/>
                  <a:gd name="connsiteY2" fmla="*/ 685800 h 3492500"/>
                  <a:gd name="connsiteX3" fmla="*/ 0 w 2184400"/>
                  <a:gd name="connsiteY3" fmla="*/ 3492500 h 3492500"/>
                  <a:gd name="connsiteX4" fmla="*/ 1397000 w 2184400"/>
                  <a:gd name="connsiteY4" fmla="*/ 0 h 3492500"/>
                  <a:gd name="connsiteX0" fmla="*/ 1397000 w 2184400"/>
                  <a:gd name="connsiteY0" fmla="*/ 0 h 3911600"/>
                  <a:gd name="connsiteX1" fmla="*/ 2184400 w 2184400"/>
                  <a:gd name="connsiteY1" fmla="*/ 203200 h 3911600"/>
                  <a:gd name="connsiteX2" fmla="*/ 990600 w 2184400"/>
                  <a:gd name="connsiteY2" fmla="*/ 3911600 h 3911600"/>
                  <a:gd name="connsiteX3" fmla="*/ 0 w 2184400"/>
                  <a:gd name="connsiteY3" fmla="*/ 3492500 h 3911600"/>
                  <a:gd name="connsiteX4" fmla="*/ 1397000 w 2184400"/>
                  <a:gd name="connsiteY4" fmla="*/ 0 h 3911600"/>
                  <a:gd name="connsiteX0" fmla="*/ 1511300 w 2298700"/>
                  <a:gd name="connsiteY0" fmla="*/ 0 h 5628137"/>
                  <a:gd name="connsiteX1" fmla="*/ 2298700 w 2298700"/>
                  <a:gd name="connsiteY1" fmla="*/ 203200 h 5628137"/>
                  <a:gd name="connsiteX2" fmla="*/ 1104900 w 2298700"/>
                  <a:gd name="connsiteY2" fmla="*/ 3911600 h 5628137"/>
                  <a:gd name="connsiteX3" fmla="*/ 0 w 2298700"/>
                  <a:gd name="connsiteY3" fmla="*/ 5626100 h 5628137"/>
                  <a:gd name="connsiteX4" fmla="*/ 114300 w 2298700"/>
                  <a:gd name="connsiteY4" fmla="*/ 3492500 h 5628137"/>
                  <a:gd name="connsiteX5" fmla="*/ 1511300 w 2298700"/>
                  <a:gd name="connsiteY5" fmla="*/ 0 h 5628137"/>
                  <a:gd name="connsiteX0" fmla="*/ 1511300 w 2298700"/>
                  <a:gd name="connsiteY0" fmla="*/ 0 h 5628137"/>
                  <a:gd name="connsiteX1" fmla="*/ 2298700 w 2298700"/>
                  <a:gd name="connsiteY1" fmla="*/ 203200 h 5628137"/>
                  <a:gd name="connsiteX2" fmla="*/ 1104900 w 2298700"/>
                  <a:gd name="connsiteY2" fmla="*/ 3911600 h 5628137"/>
                  <a:gd name="connsiteX3" fmla="*/ 0 w 2298700"/>
                  <a:gd name="connsiteY3" fmla="*/ 5626100 h 5628137"/>
                  <a:gd name="connsiteX4" fmla="*/ 114300 w 2298700"/>
                  <a:gd name="connsiteY4" fmla="*/ 3492500 h 5628137"/>
                  <a:gd name="connsiteX5" fmla="*/ 1511300 w 2298700"/>
                  <a:gd name="connsiteY5" fmla="*/ 0 h 5628137"/>
                  <a:gd name="connsiteX0" fmla="*/ 1511300 w 2298700"/>
                  <a:gd name="connsiteY0" fmla="*/ 0 h 5626100"/>
                  <a:gd name="connsiteX1" fmla="*/ 2298700 w 2298700"/>
                  <a:gd name="connsiteY1" fmla="*/ 203200 h 5626100"/>
                  <a:gd name="connsiteX2" fmla="*/ 1104900 w 2298700"/>
                  <a:gd name="connsiteY2" fmla="*/ 3911600 h 5626100"/>
                  <a:gd name="connsiteX3" fmla="*/ 0 w 2298700"/>
                  <a:gd name="connsiteY3" fmla="*/ 5626100 h 5626100"/>
                  <a:gd name="connsiteX4" fmla="*/ 114300 w 2298700"/>
                  <a:gd name="connsiteY4" fmla="*/ 3492500 h 5626100"/>
                  <a:gd name="connsiteX5" fmla="*/ 1511300 w 2298700"/>
                  <a:gd name="connsiteY5" fmla="*/ 0 h 5626100"/>
                  <a:gd name="connsiteX0" fmla="*/ 1511300 w 2298700"/>
                  <a:gd name="connsiteY0" fmla="*/ 0 h 5626100"/>
                  <a:gd name="connsiteX1" fmla="*/ 2298700 w 2298700"/>
                  <a:gd name="connsiteY1" fmla="*/ 203200 h 5626100"/>
                  <a:gd name="connsiteX2" fmla="*/ 1104900 w 2298700"/>
                  <a:gd name="connsiteY2" fmla="*/ 3911600 h 5626100"/>
                  <a:gd name="connsiteX3" fmla="*/ 0 w 2298700"/>
                  <a:gd name="connsiteY3" fmla="*/ 5626100 h 5626100"/>
                  <a:gd name="connsiteX4" fmla="*/ 114300 w 2298700"/>
                  <a:gd name="connsiteY4" fmla="*/ 3492500 h 5626100"/>
                  <a:gd name="connsiteX5" fmla="*/ 1511300 w 2298700"/>
                  <a:gd name="connsiteY5" fmla="*/ 0 h 5626100"/>
                  <a:gd name="connsiteX0" fmla="*/ 1511300 w 2298700"/>
                  <a:gd name="connsiteY0" fmla="*/ 0 h 5626100"/>
                  <a:gd name="connsiteX1" fmla="*/ 2298700 w 2298700"/>
                  <a:gd name="connsiteY1" fmla="*/ 203200 h 5626100"/>
                  <a:gd name="connsiteX2" fmla="*/ 1104900 w 2298700"/>
                  <a:gd name="connsiteY2" fmla="*/ 3911600 h 5626100"/>
                  <a:gd name="connsiteX3" fmla="*/ 0 w 2298700"/>
                  <a:gd name="connsiteY3" fmla="*/ 5626100 h 5626100"/>
                  <a:gd name="connsiteX4" fmla="*/ 165100 w 2298700"/>
                  <a:gd name="connsiteY4" fmla="*/ 3492500 h 5626100"/>
                  <a:gd name="connsiteX5" fmla="*/ 1511300 w 2298700"/>
                  <a:gd name="connsiteY5" fmla="*/ 0 h 5626100"/>
                  <a:gd name="connsiteX0" fmla="*/ 1692793 w 2480193"/>
                  <a:gd name="connsiteY0" fmla="*/ 0 h 5626100"/>
                  <a:gd name="connsiteX1" fmla="*/ 2480193 w 2480193"/>
                  <a:gd name="connsiteY1" fmla="*/ 203200 h 5626100"/>
                  <a:gd name="connsiteX2" fmla="*/ 1286393 w 2480193"/>
                  <a:gd name="connsiteY2" fmla="*/ 3911600 h 5626100"/>
                  <a:gd name="connsiteX3" fmla="*/ 181493 w 2480193"/>
                  <a:gd name="connsiteY3" fmla="*/ 5626100 h 5626100"/>
                  <a:gd name="connsiteX4" fmla="*/ 346593 w 2480193"/>
                  <a:gd name="connsiteY4" fmla="*/ 3492500 h 5626100"/>
                  <a:gd name="connsiteX5" fmla="*/ 1692793 w 2480193"/>
                  <a:gd name="connsiteY5" fmla="*/ 0 h 5626100"/>
                  <a:gd name="connsiteX0" fmla="*/ 1692793 w 2789799"/>
                  <a:gd name="connsiteY0" fmla="*/ 0 h 5626100"/>
                  <a:gd name="connsiteX1" fmla="*/ 2480193 w 2789799"/>
                  <a:gd name="connsiteY1" fmla="*/ 203200 h 5626100"/>
                  <a:gd name="connsiteX2" fmla="*/ 1286393 w 2789799"/>
                  <a:gd name="connsiteY2" fmla="*/ 3911600 h 5626100"/>
                  <a:gd name="connsiteX3" fmla="*/ 181493 w 2789799"/>
                  <a:gd name="connsiteY3" fmla="*/ 5626100 h 5626100"/>
                  <a:gd name="connsiteX4" fmla="*/ 346593 w 2789799"/>
                  <a:gd name="connsiteY4" fmla="*/ 3492500 h 5626100"/>
                  <a:gd name="connsiteX5" fmla="*/ 1692793 w 2789799"/>
                  <a:gd name="connsiteY5" fmla="*/ 0 h 5626100"/>
                  <a:gd name="connsiteX0" fmla="*/ 1692793 w 2789799"/>
                  <a:gd name="connsiteY0" fmla="*/ 0 h 5626100"/>
                  <a:gd name="connsiteX1" fmla="*/ 2480193 w 2789799"/>
                  <a:gd name="connsiteY1" fmla="*/ 203200 h 5626100"/>
                  <a:gd name="connsiteX2" fmla="*/ 1286393 w 2789799"/>
                  <a:gd name="connsiteY2" fmla="*/ 3860800 h 5626100"/>
                  <a:gd name="connsiteX3" fmla="*/ 181493 w 2789799"/>
                  <a:gd name="connsiteY3" fmla="*/ 5626100 h 5626100"/>
                  <a:gd name="connsiteX4" fmla="*/ 346593 w 2789799"/>
                  <a:gd name="connsiteY4" fmla="*/ 3492500 h 5626100"/>
                  <a:gd name="connsiteX5" fmla="*/ 1692793 w 2789799"/>
                  <a:gd name="connsiteY5" fmla="*/ 0 h 5626100"/>
                  <a:gd name="connsiteX0" fmla="*/ 1692793 w 2789799"/>
                  <a:gd name="connsiteY0" fmla="*/ 0 h 5626100"/>
                  <a:gd name="connsiteX1" fmla="*/ 2480193 w 2789799"/>
                  <a:gd name="connsiteY1" fmla="*/ 203200 h 5626100"/>
                  <a:gd name="connsiteX2" fmla="*/ 1286393 w 2789799"/>
                  <a:gd name="connsiteY2" fmla="*/ 3860800 h 5626100"/>
                  <a:gd name="connsiteX3" fmla="*/ 181493 w 2789799"/>
                  <a:gd name="connsiteY3" fmla="*/ 5626100 h 5626100"/>
                  <a:gd name="connsiteX4" fmla="*/ 346593 w 2789799"/>
                  <a:gd name="connsiteY4" fmla="*/ 3492500 h 5626100"/>
                  <a:gd name="connsiteX5" fmla="*/ 1692793 w 2789799"/>
                  <a:gd name="connsiteY5" fmla="*/ 0 h 5626100"/>
                  <a:gd name="connsiteX0" fmla="*/ 1692793 w 3323585"/>
                  <a:gd name="connsiteY0" fmla="*/ 0 h 5626100"/>
                  <a:gd name="connsiteX1" fmla="*/ 2480193 w 3323585"/>
                  <a:gd name="connsiteY1" fmla="*/ 203200 h 5626100"/>
                  <a:gd name="connsiteX2" fmla="*/ 1286393 w 3323585"/>
                  <a:gd name="connsiteY2" fmla="*/ 3860800 h 5626100"/>
                  <a:gd name="connsiteX3" fmla="*/ 181493 w 3323585"/>
                  <a:gd name="connsiteY3" fmla="*/ 5626100 h 5626100"/>
                  <a:gd name="connsiteX4" fmla="*/ 346593 w 3323585"/>
                  <a:gd name="connsiteY4" fmla="*/ 3492500 h 5626100"/>
                  <a:gd name="connsiteX5" fmla="*/ 1692793 w 3323585"/>
                  <a:gd name="connsiteY5" fmla="*/ 0 h 5626100"/>
                  <a:gd name="connsiteX0" fmla="*/ 1983620 w 3614412"/>
                  <a:gd name="connsiteY0" fmla="*/ 22368 h 5648468"/>
                  <a:gd name="connsiteX1" fmla="*/ 2771020 w 3614412"/>
                  <a:gd name="connsiteY1" fmla="*/ 225568 h 5648468"/>
                  <a:gd name="connsiteX2" fmla="*/ 1577220 w 3614412"/>
                  <a:gd name="connsiteY2" fmla="*/ 3883168 h 5648468"/>
                  <a:gd name="connsiteX3" fmla="*/ 472320 w 3614412"/>
                  <a:gd name="connsiteY3" fmla="*/ 5648468 h 5648468"/>
                  <a:gd name="connsiteX4" fmla="*/ 637420 w 3614412"/>
                  <a:gd name="connsiteY4" fmla="*/ 3514868 h 5648468"/>
                  <a:gd name="connsiteX5" fmla="*/ 1983620 w 3614412"/>
                  <a:gd name="connsiteY5" fmla="*/ 22368 h 5648468"/>
                  <a:gd name="connsiteX0" fmla="*/ 1983620 w 3614412"/>
                  <a:gd name="connsiteY0" fmla="*/ 22368 h 5648468"/>
                  <a:gd name="connsiteX1" fmla="*/ 2771020 w 3614412"/>
                  <a:gd name="connsiteY1" fmla="*/ 225568 h 5648468"/>
                  <a:gd name="connsiteX2" fmla="*/ 1577220 w 3614412"/>
                  <a:gd name="connsiteY2" fmla="*/ 3883168 h 5648468"/>
                  <a:gd name="connsiteX3" fmla="*/ 472320 w 3614412"/>
                  <a:gd name="connsiteY3" fmla="*/ 5648468 h 5648468"/>
                  <a:gd name="connsiteX4" fmla="*/ 637420 w 3614412"/>
                  <a:gd name="connsiteY4" fmla="*/ 3514868 h 5648468"/>
                  <a:gd name="connsiteX5" fmla="*/ 1983620 w 3614412"/>
                  <a:gd name="connsiteY5" fmla="*/ 22368 h 5648468"/>
                  <a:gd name="connsiteX0" fmla="*/ 1983620 w 3614412"/>
                  <a:gd name="connsiteY0" fmla="*/ 22368 h 5648468"/>
                  <a:gd name="connsiteX1" fmla="*/ 2771020 w 3614412"/>
                  <a:gd name="connsiteY1" fmla="*/ 225568 h 5648468"/>
                  <a:gd name="connsiteX2" fmla="*/ 1577220 w 3614412"/>
                  <a:gd name="connsiteY2" fmla="*/ 3883168 h 5648468"/>
                  <a:gd name="connsiteX3" fmla="*/ 472320 w 3614412"/>
                  <a:gd name="connsiteY3" fmla="*/ 5648468 h 5648468"/>
                  <a:gd name="connsiteX4" fmla="*/ 637420 w 3614412"/>
                  <a:gd name="connsiteY4" fmla="*/ 3514868 h 5648468"/>
                  <a:gd name="connsiteX5" fmla="*/ 1983620 w 3614412"/>
                  <a:gd name="connsiteY5" fmla="*/ 22368 h 5648468"/>
                  <a:gd name="connsiteX0" fmla="*/ 1983620 w 3614412"/>
                  <a:gd name="connsiteY0" fmla="*/ 22368 h 5648468"/>
                  <a:gd name="connsiteX1" fmla="*/ 2771020 w 3614412"/>
                  <a:gd name="connsiteY1" fmla="*/ 225568 h 5648468"/>
                  <a:gd name="connsiteX2" fmla="*/ 1577220 w 3614412"/>
                  <a:gd name="connsiteY2" fmla="*/ 3883168 h 5648468"/>
                  <a:gd name="connsiteX3" fmla="*/ 472320 w 3614412"/>
                  <a:gd name="connsiteY3" fmla="*/ 5648468 h 5648468"/>
                  <a:gd name="connsiteX4" fmla="*/ 637420 w 3614412"/>
                  <a:gd name="connsiteY4" fmla="*/ 3514868 h 5648468"/>
                  <a:gd name="connsiteX5" fmla="*/ 1983620 w 3614412"/>
                  <a:gd name="connsiteY5" fmla="*/ 22368 h 5648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614412" h="5648468">
                    <a:moveTo>
                      <a:pt x="1983620" y="22368"/>
                    </a:moveTo>
                    <a:cubicBezTo>
                      <a:pt x="2277837" y="71051"/>
                      <a:pt x="2508553" y="100685"/>
                      <a:pt x="2771020" y="225568"/>
                    </a:cubicBezTo>
                    <a:cubicBezTo>
                      <a:pt x="3820887" y="915601"/>
                      <a:pt x="4337353" y="2735935"/>
                      <a:pt x="1577220" y="3883168"/>
                    </a:cubicBezTo>
                    <a:cubicBezTo>
                      <a:pt x="1297820" y="4027101"/>
                      <a:pt x="637420" y="5314035"/>
                      <a:pt x="472320" y="5648468"/>
                    </a:cubicBezTo>
                    <a:cubicBezTo>
                      <a:pt x="726320" y="4861068"/>
                      <a:pt x="777120" y="3756168"/>
                      <a:pt x="637420" y="3514868"/>
                    </a:cubicBezTo>
                    <a:cubicBezTo>
                      <a:pt x="-514047" y="1791901"/>
                      <a:pt x="-128813" y="-235865"/>
                      <a:pt x="1983620" y="22368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B40B396E-1E95-D3B5-EDC6-90EAC3501CAE}"/>
                  </a:ext>
                </a:extLst>
              </p:cNvPr>
              <p:cNvSpPr/>
              <p:nvPr/>
            </p:nvSpPr>
            <p:spPr>
              <a:xfrm>
                <a:off x="3813519" y="1590532"/>
                <a:ext cx="2431362" cy="898977"/>
              </a:xfrm>
              <a:custGeom>
                <a:avLst/>
                <a:gdLst>
                  <a:gd name="connsiteX0" fmla="*/ 653552 w 2431362"/>
                  <a:gd name="connsiteY0" fmla="*/ 106 h 898977"/>
                  <a:gd name="connsiteX1" fmla="*/ 1029439 w 2431362"/>
                  <a:gd name="connsiteY1" fmla="*/ 22368 h 898977"/>
                  <a:gd name="connsiteX2" fmla="*/ 1816839 w 2431362"/>
                  <a:gd name="connsiteY2" fmla="*/ 225568 h 898977"/>
                  <a:gd name="connsiteX3" fmla="*/ 2333049 w 2431362"/>
                  <a:gd name="connsiteY3" fmla="*/ 721035 h 898977"/>
                  <a:gd name="connsiteX4" fmla="*/ 2431362 w 2431362"/>
                  <a:gd name="connsiteY4" fmla="*/ 878724 h 898977"/>
                  <a:gd name="connsiteX5" fmla="*/ 2323814 w 2431362"/>
                  <a:gd name="connsiteY5" fmla="*/ 891114 h 898977"/>
                  <a:gd name="connsiteX6" fmla="*/ 1254772 w 2431362"/>
                  <a:gd name="connsiteY6" fmla="*/ 776629 h 898977"/>
                  <a:gd name="connsiteX7" fmla="*/ 78129 w 2431362"/>
                  <a:gd name="connsiteY7" fmla="*/ 188426 h 898977"/>
                  <a:gd name="connsiteX8" fmla="*/ 0 w 2431362"/>
                  <a:gd name="connsiteY8" fmla="*/ 109913 h 898977"/>
                  <a:gd name="connsiteX9" fmla="*/ 22105 w 2431362"/>
                  <a:gd name="connsiteY9" fmla="*/ 101135 h 898977"/>
                  <a:gd name="connsiteX10" fmla="*/ 653552 w 2431362"/>
                  <a:gd name="connsiteY10" fmla="*/ 106 h 898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431362" h="898977">
                    <a:moveTo>
                      <a:pt x="653552" y="106"/>
                    </a:moveTo>
                    <a:cubicBezTo>
                      <a:pt x="772132" y="-982"/>
                      <a:pt x="897412" y="6229"/>
                      <a:pt x="1029439" y="22368"/>
                    </a:cubicBezTo>
                    <a:cubicBezTo>
                      <a:pt x="1323656" y="71051"/>
                      <a:pt x="1554372" y="100685"/>
                      <a:pt x="1816839" y="225568"/>
                    </a:cubicBezTo>
                    <a:cubicBezTo>
                      <a:pt x="2013689" y="354949"/>
                      <a:pt x="2191787" y="524068"/>
                      <a:pt x="2333049" y="721035"/>
                    </a:cubicBezTo>
                    <a:lnTo>
                      <a:pt x="2431362" y="878724"/>
                    </a:lnTo>
                    <a:lnTo>
                      <a:pt x="2323814" y="891114"/>
                    </a:lnTo>
                    <a:cubicBezTo>
                      <a:pt x="2018182" y="916509"/>
                      <a:pt x="1644585" y="880927"/>
                      <a:pt x="1254772" y="776629"/>
                    </a:cubicBezTo>
                    <a:cubicBezTo>
                      <a:pt x="753583" y="642532"/>
                      <a:pt x="332345" y="423405"/>
                      <a:pt x="78129" y="188426"/>
                    </a:cubicBezTo>
                    <a:lnTo>
                      <a:pt x="0" y="109913"/>
                    </a:lnTo>
                    <a:lnTo>
                      <a:pt x="22105" y="101135"/>
                    </a:lnTo>
                    <a:cubicBezTo>
                      <a:pt x="206034" y="37644"/>
                      <a:pt x="416392" y="2280"/>
                      <a:pt x="653552" y="106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2E751B83-CAE5-843E-BEDB-8228968D4D50}"/>
                  </a:ext>
                </a:extLst>
              </p:cNvPr>
              <p:cNvSpPr/>
              <p:nvPr/>
            </p:nvSpPr>
            <p:spPr>
              <a:xfrm rot="898748">
                <a:off x="4108562" y="1674992"/>
                <a:ext cx="2095957" cy="460619"/>
              </a:xfrm>
              <a:custGeom>
                <a:avLst/>
                <a:gdLst>
                  <a:gd name="connsiteX0" fmla="*/ 311589 w 2095957"/>
                  <a:gd name="connsiteY0" fmla="*/ 111499 h 460619"/>
                  <a:gd name="connsiteX1" fmla="*/ 680457 w 2095957"/>
                  <a:gd name="connsiteY1" fmla="*/ 35850 h 460619"/>
                  <a:gd name="connsiteX2" fmla="*/ 1493622 w 2095957"/>
                  <a:gd name="connsiteY2" fmla="*/ 28629 h 460619"/>
                  <a:gd name="connsiteX3" fmla="*/ 1974823 w 2095957"/>
                  <a:gd name="connsiteY3" fmla="*/ 265450 h 460619"/>
                  <a:gd name="connsiteX4" fmla="*/ 2095957 w 2095957"/>
                  <a:gd name="connsiteY4" fmla="*/ 355667 h 460619"/>
                  <a:gd name="connsiteX5" fmla="*/ 2030187 w 2095957"/>
                  <a:gd name="connsiteY5" fmla="*/ 373029 h 460619"/>
                  <a:gd name="connsiteX6" fmla="*/ 1234142 w 2095957"/>
                  <a:gd name="connsiteY6" fmla="*/ 460619 h 460619"/>
                  <a:gd name="connsiteX7" fmla="*/ 53238 w 2095957"/>
                  <a:gd name="connsiteY7" fmla="*/ 248063 h 460619"/>
                  <a:gd name="connsiteX8" fmla="*/ 0 w 2095957"/>
                  <a:gd name="connsiteY8" fmla="*/ 222608 h 460619"/>
                  <a:gd name="connsiteX9" fmla="*/ 146622 w 2095957"/>
                  <a:gd name="connsiteY9" fmla="*/ 163686 h 460619"/>
                  <a:gd name="connsiteX10" fmla="*/ 311589 w 2095957"/>
                  <a:gd name="connsiteY10" fmla="*/ 111499 h 4606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095957" h="460619">
                    <a:moveTo>
                      <a:pt x="311589" y="111499"/>
                    </a:moveTo>
                    <a:cubicBezTo>
                      <a:pt x="425858" y="79799"/>
                      <a:pt x="548745" y="54385"/>
                      <a:pt x="680457" y="35850"/>
                    </a:cubicBezTo>
                    <a:cubicBezTo>
                      <a:pt x="977260" y="6834"/>
                      <a:pt x="1207796" y="-24172"/>
                      <a:pt x="1493622" y="28629"/>
                    </a:cubicBezTo>
                    <a:cubicBezTo>
                      <a:pt x="1661323" y="84208"/>
                      <a:pt x="1824613" y="164106"/>
                      <a:pt x="1974823" y="265450"/>
                    </a:cubicBezTo>
                    <a:lnTo>
                      <a:pt x="2095957" y="355667"/>
                    </a:lnTo>
                    <a:lnTo>
                      <a:pt x="2030187" y="373029"/>
                    </a:lnTo>
                    <a:cubicBezTo>
                      <a:pt x="1793552" y="428889"/>
                      <a:pt x="1522375" y="460619"/>
                      <a:pt x="1234142" y="460619"/>
                    </a:cubicBezTo>
                    <a:cubicBezTo>
                      <a:pt x="772971" y="460619"/>
                      <a:pt x="355458" y="379391"/>
                      <a:pt x="53238" y="248063"/>
                    </a:cubicBezTo>
                    <a:lnTo>
                      <a:pt x="0" y="222608"/>
                    </a:lnTo>
                    <a:lnTo>
                      <a:pt x="146622" y="163686"/>
                    </a:lnTo>
                    <a:cubicBezTo>
                      <a:pt x="199474" y="144769"/>
                      <a:pt x="254454" y="127349"/>
                      <a:pt x="311589" y="111499"/>
                    </a:cubicBezTo>
                    <a:close/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B290A39E-8DC0-CF6B-D730-6C828B410250}"/>
                  </a:ext>
                </a:extLst>
              </p:cNvPr>
              <p:cNvSpPr/>
              <p:nvPr/>
            </p:nvSpPr>
            <p:spPr>
              <a:xfrm rot="898748">
                <a:off x="4534938" y="1709449"/>
                <a:ext cx="1436924" cy="216783"/>
              </a:xfrm>
              <a:custGeom>
                <a:avLst/>
                <a:gdLst>
                  <a:gd name="connsiteX0" fmla="*/ 0 w 1436924"/>
                  <a:gd name="connsiteY0" fmla="*/ 90866 h 216783"/>
                  <a:gd name="connsiteX1" fmla="*/ 92053 w 1436924"/>
                  <a:gd name="connsiteY1" fmla="*/ 68738 h 216783"/>
                  <a:gd name="connsiteX2" fmla="*/ 283028 w 1436924"/>
                  <a:gd name="connsiteY2" fmla="*/ 35851 h 216783"/>
                  <a:gd name="connsiteX3" fmla="*/ 1096193 w 1436924"/>
                  <a:gd name="connsiteY3" fmla="*/ 28629 h 216783"/>
                  <a:gd name="connsiteX4" fmla="*/ 1343353 w 1436924"/>
                  <a:gd name="connsiteY4" fmla="*/ 129878 h 216783"/>
                  <a:gd name="connsiteX5" fmla="*/ 1436924 w 1436924"/>
                  <a:gd name="connsiteY5" fmla="*/ 184081 h 216783"/>
                  <a:gd name="connsiteX6" fmla="*/ 1436447 w 1436924"/>
                  <a:gd name="connsiteY6" fmla="*/ 184156 h 216783"/>
                  <a:gd name="connsiteX7" fmla="*/ 939824 w 1436924"/>
                  <a:gd name="connsiteY7" fmla="*/ 216783 h 216783"/>
                  <a:gd name="connsiteX8" fmla="*/ 6083 w 1436924"/>
                  <a:gd name="connsiteY8" fmla="*/ 92843 h 216783"/>
                  <a:gd name="connsiteX9" fmla="*/ 0 w 1436924"/>
                  <a:gd name="connsiteY9" fmla="*/ 90866 h 2167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36924" h="216783">
                    <a:moveTo>
                      <a:pt x="0" y="90866"/>
                    </a:moveTo>
                    <a:lnTo>
                      <a:pt x="92053" y="68738"/>
                    </a:lnTo>
                    <a:cubicBezTo>
                      <a:pt x="153523" y="56105"/>
                      <a:pt x="217172" y="45118"/>
                      <a:pt x="283028" y="35851"/>
                    </a:cubicBezTo>
                    <a:cubicBezTo>
                      <a:pt x="579831" y="6834"/>
                      <a:pt x="810367" y="-24172"/>
                      <a:pt x="1096193" y="28629"/>
                    </a:cubicBezTo>
                    <a:cubicBezTo>
                      <a:pt x="1180044" y="56419"/>
                      <a:pt x="1262791" y="90288"/>
                      <a:pt x="1343353" y="129878"/>
                    </a:cubicBezTo>
                    <a:lnTo>
                      <a:pt x="1436924" y="184081"/>
                    </a:lnTo>
                    <a:lnTo>
                      <a:pt x="1436447" y="184156"/>
                    </a:lnTo>
                    <a:cubicBezTo>
                      <a:pt x="1279563" y="205360"/>
                      <a:pt x="1112764" y="216783"/>
                      <a:pt x="939824" y="216783"/>
                    </a:cubicBezTo>
                    <a:cubicBezTo>
                      <a:pt x="593946" y="216783"/>
                      <a:pt x="272625" y="171092"/>
                      <a:pt x="6083" y="92843"/>
                    </a:cubicBezTo>
                    <a:lnTo>
                      <a:pt x="0" y="90866"/>
                    </a:lnTo>
                    <a:close/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39134B01-8B51-E475-A763-102BB47AC65F}"/>
              </a:ext>
            </a:extLst>
          </p:cNvPr>
          <p:cNvGrpSpPr/>
          <p:nvPr/>
        </p:nvGrpSpPr>
        <p:grpSpPr>
          <a:xfrm>
            <a:off x="-48068" y="829929"/>
            <a:ext cx="4109908" cy="8005200"/>
            <a:chOff x="2179731" y="2685718"/>
            <a:chExt cx="4109908" cy="8005200"/>
          </a:xfrm>
        </p:grpSpPr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4C9F2FF5-E2A7-BAC8-7453-B80F484DBB9D}"/>
                </a:ext>
              </a:extLst>
            </p:cNvPr>
            <p:cNvGrpSpPr/>
            <p:nvPr/>
          </p:nvGrpSpPr>
          <p:grpSpPr>
            <a:xfrm rot="2434311">
              <a:off x="3994625" y="2733507"/>
              <a:ext cx="1625679" cy="2638756"/>
              <a:chOff x="3181786" y="2685718"/>
              <a:chExt cx="1625679" cy="2638756"/>
            </a:xfrm>
            <a:solidFill>
              <a:srgbClr val="0DB60D"/>
            </a:solidFill>
          </p:grpSpPr>
          <p:sp>
            <p:nvSpPr>
              <p:cNvPr id="93" name="Rectangle 22">
                <a:extLst>
                  <a:ext uri="{FF2B5EF4-FFF2-40B4-BE49-F238E27FC236}">
                    <a16:creationId xmlns:a16="http://schemas.microsoft.com/office/drawing/2014/main" id="{2F8652BA-7578-56FD-6B1E-87B8661E71C4}"/>
                  </a:ext>
                </a:extLst>
              </p:cNvPr>
              <p:cNvSpPr/>
              <p:nvPr/>
            </p:nvSpPr>
            <p:spPr>
              <a:xfrm>
                <a:off x="3181786" y="2685718"/>
                <a:ext cx="1625679" cy="2038682"/>
              </a:xfrm>
              <a:custGeom>
                <a:avLst/>
                <a:gdLst>
                  <a:gd name="connsiteX0" fmla="*/ 0 w 990600"/>
                  <a:gd name="connsiteY0" fmla="*/ 0 h 819150"/>
                  <a:gd name="connsiteX1" fmla="*/ 990600 w 990600"/>
                  <a:gd name="connsiteY1" fmla="*/ 0 h 819150"/>
                  <a:gd name="connsiteX2" fmla="*/ 990600 w 990600"/>
                  <a:gd name="connsiteY2" fmla="*/ 819150 h 819150"/>
                  <a:gd name="connsiteX3" fmla="*/ 0 w 990600"/>
                  <a:gd name="connsiteY3" fmla="*/ 819150 h 819150"/>
                  <a:gd name="connsiteX4" fmla="*/ 0 w 990600"/>
                  <a:gd name="connsiteY4" fmla="*/ 0 h 819150"/>
                  <a:gd name="connsiteX0" fmla="*/ 0 w 1276350"/>
                  <a:gd name="connsiteY0" fmla="*/ 0 h 1409700"/>
                  <a:gd name="connsiteX1" fmla="*/ 990600 w 1276350"/>
                  <a:gd name="connsiteY1" fmla="*/ 0 h 1409700"/>
                  <a:gd name="connsiteX2" fmla="*/ 1276350 w 1276350"/>
                  <a:gd name="connsiteY2" fmla="*/ 1409700 h 1409700"/>
                  <a:gd name="connsiteX3" fmla="*/ 0 w 1276350"/>
                  <a:gd name="connsiteY3" fmla="*/ 819150 h 1409700"/>
                  <a:gd name="connsiteX4" fmla="*/ 0 w 1276350"/>
                  <a:gd name="connsiteY4" fmla="*/ 0 h 1409700"/>
                  <a:gd name="connsiteX0" fmla="*/ 0 w 1276350"/>
                  <a:gd name="connsiteY0" fmla="*/ 0 h 1495425"/>
                  <a:gd name="connsiteX1" fmla="*/ 990600 w 1276350"/>
                  <a:gd name="connsiteY1" fmla="*/ 0 h 1495425"/>
                  <a:gd name="connsiteX2" fmla="*/ 1276350 w 1276350"/>
                  <a:gd name="connsiteY2" fmla="*/ 1409700 h 1495425"/>
                  <a:gd name="connsiteX3" fmla="*/ 1152525 w 1276350"/>
                  <a:gd name="connsiteY3" fmla="*/ 1495425 h 1495425"/>
                  <a:gd name="connsiteX4" fmla="*/ 0 w 1276350"/>
                  <a:gd name="connsiteY4" fmla="*/ 0 h 1495425"/>
                  <a:gd name="connsiteX0" fmla="*/ 0 w 1476375"/>
                  <a:gd name="connsiteY0" fmla="*/ 0 h 1495425"/>
                  <a:gd name="connsiteX1" fmla="*/ 990600 w 1476375"/>
                  <a:gd name="connsiteY1" fmla="*/ 0 h 1495425"/>
                  <a:gd name="connsiteX2" fmla="*/ 1476375 w 1476375"/>
                  <a:gd name="connsiteY2" fmla="*/ 1009650 h 1495425"/>
                  <a:gd name="connsiteX3" fmla="*/ 1276350 w 1476375"/>
                  <a:gd name="connsiteY3" fmla="*/ 1409700 h 1495425"/>
                  <a:gd name="connsiteX4" fmla="*/ 1152525 w 1476375"/>
                  <a:gd name="connsiteY4" fmla="*/ 1495425 h 1495425"/>
                  <a:gd name="connsiteX5" fmla="*/ 0 w 1476375"/>
                  <a:gd name="connsiteY5" fmla="*/ 0 h 1495425"/>
                  <a:gd name="connsiteX0" fmla="*/ 0 w 1476375"/>
                  <a:gd name="connsiteY0" fmla="*/ 0 h 1495425"/>
                  <a:gd name="connsiteX1" fmla="*/ 990600 w 1476375"/>
                  <a:gd name="connsiteY1" fmla="*/ 0 h 1495425"/>
                  <a:gd name="connsiteX2" fmla="*/ 1400175 w 1476375"/>
                  <a:gd name="connsiteY2" fmla="*/ 342900 h 1495425"/>
                  <a:gd name="connsiteX3" fmla="*/ 1476375 w 1476375"/>
                  <a:gd name="connsiteY3" fmla="*/ 1009650 h 1495425"/>
                  <a:gd name="connsiteX4" fmla="*/ 1276350 w 1476375"/>
                  <a:gd name="connsiteY4" fmla="*/ 1409700 h 1495425"/>
                  <a:gd name="connsiteX5" fmla="*/ 1152525 w 1476375"/>
                  <a:gd name="connsiteY5" fmla="*/ 1495425 h 1495425"/>
                  <a:gd name="connsiteX6" fmla="*/ 0 w 1476375"/>
                  <a:gd name="connsiteY6" fmla="*/ 0 h 1495425"/>
                  <a:gd name="connsiteX0" fmla="*/ 0 w 1476375"/>
                  <a:gd name="connsiteY0" fmla="*/ 0 h 1495425"/>
                  <a:gd name="connsiteX1" fmla="*/ 1152525 w 1476375"/>
                  <a:gd name="connsiteY1" fmla="*/ 76200 h 1495425"/>
                  <a:gd name="connsiteX2" fmla="*/ 1400175 w 1476375"/>
                  <a:gd name="connsiteY2" fmla="*/ 342900 h 1495425"/>
                  <a:gd name="connsiteX3" fmla="*/ 1476375 w 1476375"/>
                  <a:gd name="connsiteY3" fmla="*/ 1009650 h 1495425"/>
                  <a:gd name="connsiteX4" fmla="*/ 1276350 w 1476375"/>
                  <a:gd name="connsiteY4" fmla="*/ 1409700 h 1495425"/>
                  <a:gd name="connsiteX5" fmla="*/ 1152525 w 1476375"/>
                  <a:gd name="connsiteY5" fmla="*/ 1495425 h 1495425"/>
                  <a:gd name="connsiteX6" fmla="*/ 0 w 1476375"/>
                  <a:gd name="connsiteY6" fmla="*/ 0 h 1495425"/>
                  <a:gd name="connsiteX0" fmla="*/ 0 w 1476375"/>
                  <a:gd name="connsiteY0" fmla="*/ 87204 h 1582629"/>
                  <a:gd name="connsiteX1" fmla="*/ 771525 w 1476375"/>
                  <a:gd name="connsiteY1" fmla="*/ 1479 h 1582629"/>
                  <a:gd name="connsiteX2" fmla="*/ 1152525 w 1476375"/>
                  <a:gd name="connsiteY2" fmla="*/ 163404 h 1582629"/>
                  <a:gd name="connsiteX3" fmla="*/ 1400175 w 1476375"/>
                  <a:gd name="connsiteY3" fmla="*/ 430104 h 1582629"/>
                  <a:gd name="connsiteX4" fmla="*/ 1476375 w 1476375"/>
                  <a:gd name="connsiteY4" fmla="*/ 1096854 h 1582629"/>
                  <a:gd name="connsiteX5" fmla="*/ 1276350 w 1476375"/>
                  <a:gd name="connsiteY5" fmla="*/ 1496904 h 1582629"/>
                  <a:gd name="connsiteX6" fmla="*/ 1152525 w 1476375"/>
                  <a:gd name="connsiteY6" fmla="*/ 1582629 h 1582629"/>
                  <a:gd name="connsiteX7" fmla="*/ 0 w 1476375"/>
                  <a:gd name="connsiteY7" fmla="*/ 87204 h 1582629"/>
                  <a:gd name="connsiteX0" fmla="*/ 54378 w 1530753"/>
                  <a:gd name="connsiteY0" fmla="*/ 524221 h 2019646"/>
                  <a:gd name="connsiteX1" fmla="*/ 187728 w 1530753"/>
                  <a:gd name="connsiteY1" fmla="*/ 346 h 2019646"/>
                  <a:gd name="connsiteX2" fmla="*/ 825903 w 1530753"/>
                  <a:gd name="connsiteY2" fmla="*/ 438496 h 2019646"/>
                  <a:gd name="connsiteX3" fmla="*/ 1206903 w 1530753"/>
                  <a:gd name="connsiteY3" fmla="*/ 600421 h 2019646"/>
                  <a:gd name="connsiteX4" fmla="*/ 1454553 w 1530753"/>
                  <a:gd name="connsiteY4" fmla="*/ 867121 h 2019646"/>
                  <a:gd name="connsiteX5" fmla="*/ 1530753 w 1530753"/>
                  <a:gd name="connsiteY5" fmla="*/ 1533871 h 2019646"/>
                  <a:gd name="connsiteX6" fmla="*/ 1330728 w 1530753"/>
                  <a:gd name="connsiteY6" fmla="*/ 1933921 h 2019646"/>
                  <a:gd name="connsiteX7" fmla="*/ 1206903 w 1530753"/>
                  <a:gd name="connsiteY7" fmla="*/ 2019646 h 2019646"/>
                  <a:gd name="connsiteX8" fmla="*/ 54378 w 1530753"/>
                  <a:gd name="connsiteY8" fmla="*/ 524221 h 2019646"/>
                  <a:gd name="connsiteX0" fmla="*/ 45492 w 1521867"/>
                  <a:gd name="connsiteY0" fmla="*/ 524221 h 2019646"/>
                  <a:gd name="connsiteX1" fmla="*/ 178842 w 1521867"/>
                  <a:gd name="connsiteY1" fmla="*/ 346 h 2019646"/>
                  <a:gd name="connsiteX2" fmla="*/ 817017 w 1521867"/>
                  <a:gd name="connsiteY2" fmla="*/ 438496 h 2019646"/>
                  <a:gd name="connsiteX3" fmla="*/ 1198017 w 1521867"/>
                  <a:gd name="connsiteY3" fmla="*/ 600421 h 2019646"/>
                  <a:gd name="connsiteX4" fmla="*/ 1445667 w 1521867"/>
                  <a:gd name="connsiteY4" fmla="*/ 867121 h 2019646"/>
                  <a:gd name="connsiteX5" fmla="*/ 1521867 w 1521867"/>
                  <a:gd name="connsiteY5" fmla="*/ 1533871 h 2019646"/>
                  <a:gd name="connsiteX6" fmla="*/ 1321842 w 1521867"/>
                  <a:gd name="connsiteY6" fmla="*/ 1933921 h 2019646"/>
                  <a:gd name="connsiteX7" fmla="*/ 1198017 w 1521867"/>
                  <a:gd name="connsiteY7" fmla="*/ 2019646 h 2019646"/>
                  <a:gd name="connsiteX8" fmla="*/ 45492 w 1521867"/>
                  <a:gd name="connsiteY8" fmla="*/ 524221 h 2019646"/>
                  <a:gd name="connsiteX0" fmla="*/ 51944 w 1528319"/>
                  <a:gd name="connsiteY0" fmla="*/ 543257 h 2038682"/>
                  <a:gd name="connsiteX1" fmla="*/ 147194 w 1528319"/>
                  <a:gd name="connsiteY1" fmla="*/ 332 h 2038682"/>
                  <a:gd name="connsiteX2" fmla="*/ 823469 w 1528319"/>
                  <a:gd name="connsiteY2" fmla="*/ 457532 h 2038682"/>
                  <a:gd name="connsiteX3" fmla="*/ 1204469 w 1528319"/>
                  <a:gd name="connsiteY3" fmla="*/ 619457 h 2038682"/>
                  <a:gd name="connsiteX4" fmla="*/ 1452119 w 1528319"/>
                  <a:gd name="connsiteY4" fmla="*/ 886157 h 2038682"/>
                  <a:gd name="connsiteX5" fmla="*/ 1528319 w 1528319"/>
                  <a:gd name="connsiteY5" fmla="*/ 1552907 h 2038682"/>
                  <a:gd name="connsiteX6" fmla="*/ 1328294 w 1528319"/>
                  <a:gd name="connsiteY6" fmla="*/ 1952957 h 2038682"/>
                  <a:gd name="connsiteX7" fmla="*/ 1204469 w 1528319"/>
                  <a:gd name="connsiteY7" fmla="*/ 2038682 h 2038682"/>
                  <a:gd name="connsiteX8" fmla="*/ 51944 w 1528319"/>
                  <a:gd name="connsiteY8" fmla="*/ 543257 h 2038682"/>
                  <a:gd name="connsiteX0" fmla="*/ 51944 w 1528319"/>
                  <a:gd name="connsiteY0" fmla="*/ 543257 h 2038682"/>
                  <a:gd name="connsiteX1" fmla="*/ 147194 w 1528319"/>
                  <a:gd name="connsiteY1" fmla="*/ 332 h 2038682"/>
                  <a:gd name="connsiteX2" fmla="*/ 823469 w 1528319"/>
                  <a:gd name="connsiteY2" fmla="*/ 457532 h 2038682"/>
                  <a:gd name="connsiteX3" fmla="*/ 1204469 w 1528319"/>
                  <a:gd name="connsiteY3" fmla="*/ 619457 h 2038682"/>
                  <a:gd name="connsiteX4" fmla="*/ 1452119 w 1528319"/>
                  <a:gd name="connsiteY4" fmla="*/ 886157 h 2038682"/>
                  <a:gd name="connsiteX5" fmla="*/ 1528319 w 1528319"/>
                  <a:gd name="connsiteY5" fmla="*/ 1552907 h 2038682"/>
                  <a:gd name="connsiteX6" fmla="*/ 1328294 w 1528319"/>
                  <a:gd name="connsiteY6" fmla="*/ 1952957 h 2038682"/>
                  <a:gd name="connsiteX7" fmla="*/ 1204469 w 1528319"/>
                  <a:gd name="connsiteY7" fmla="*/ 2038682 h 2038682"/>
                  <a:gd name="connsiteX8" fmla="*/ 23369 w 1528319"/>
                  <a:gd name="connsiteY8" fmla="*/ 981407 h 2038682"/>
                  <a:gd name="connsiteX9" fmla="*/ 51944 w 1528319"/>
                  <a:gd name="connsiteY9" fmla="*/ 543257 h 2038682"/>
                  <a:gd name="connsiteX0" fmla="*/ 51944 w 1528319"/>
                  <a:gd name="connsiteY0" fmla="*/ 543257 h 2038682"/>
                  <a:gd name="connsiteX1" fmla="*/ 147194 w 1528319"/>
                  <a:gd name="connsiteY1" fmla="*/ 332 h 2038682"/>
                  <a:gd name="connsiteX2" fmla="*/ 823469 w 1528319"/>
                  <a:gd name="connsiteY2" fmla="*/ 457532 h 2038682"/>
                  <a:gd name="connsiteX3" fmla="*/ 1204469 w 1528319"/>
                  <a:gd name="connsiteY3" fmla="*/ 619457 h 2038682"/>
                  <a:gd name="connsiteX4" fmla="*/ 1452119 w 1528319"/>
                  <a:gd name="connsiteY4" fmla="*/ 886157 h 2038682"/>
                  <a:gd name="connsiteX5" fmla="*/ 1528319 w 1528319"/>
                  <a:gd name="connsiteY5" fmla="*/ 1552907 h 2038682"/>
                  <a:gd name="connsiteX6" fmla="*/ 1328294 w 1528319"/>
                  <a:gd name="connsiteY6" fmla="*/ 1952957 h 2038682"/>
                  <a:gd name="connsiteX7" fmla="*/ 1204469 w 1528319"/>
                  <a:gd name="connsiteY7" fmla="*/ 2038682 h 2038682"/>
                  <a:gd name="connsiteX8" fmla="*/ 166244 w 1528319"/>
                  <a:gd name="connsiteY8" fmla="*/ 1333832 h 2038682"/>
                  <a:gd name="connsiteX9" fmla="*/ 23369 w 1528319"/>
                  <a:gd name="connsiteY9" fmla="*/ 981407 h 2038682"/>
                  <a:gd name="connsiteX10" fmla="*/ 51944 w 1528319"/>
                  <a:gd name="connsiteY10" fmla="*/ 543257 h 2038682"/>
                  <a:gd name="connsiteX0" fmla="*/ 51944 w 1528319"/>
                  <a:gd name="connsiteY0" fmla="*/ 543257 h 2038682"/>
                  <a:gd name="connsiteX1" fmla="*/ 147194 w 1528319"/>
                  <a:gd name="connsiteY1" fmla="*/ 332 h 2038682"/>
                  <a:gd name="connsiteX2" fmla="*/ 823469 w 1528319"/>
                  <a:gd name="connsiteY2" fmla="*/ 457532 h 2038682"/>
                  <a:gd name="connsiteX3" fmla="*/ 1204469 w 1528319"/>
                  <a:gd name="connsiteY3" fmla="*/ 619457 h 2038682"/>
                  <a:gd name="connsiteX4" fmla="*/ 1452119 w 1528319"/>
                  <a:gd name="connsiteY4" fmla="*/ 886157 h 2038682"/>
                  <a:gd name="connsiteX5" fmla="*/ 1528319 w 1528319"/>
                  <a:gd name="connsiteY5" fmla="*/ 1552907 h 2038682"/>
                  <a:gd name="connsiteX6" fmla="*/ 1328294 w 1528319"/>
                  <a:gd name="connsiteY6" fmla="*/ 1952957 h 2038682"/>
                  <a:gd name="connsiteX7" fmla="*/ 1204469 w 1528319"/>
                  <a:gd name="connsiteY7" fmla="*/ 2038682 h 2038682"/>
                  <a:gd name="connsiteX8" fmla="*/ 394844 w 1528319"/>
                  <a:gd name="connsiteY8" fmla="*/ 1648157 h 2038682"/>
                  <a:gd name="connsiteX9" fmla="*/ 166244 w 1528319"/>
                  <a:gd name="connsiteY9" fmla="*/ 1333832 h 2038682"/>
                  <a:gd name="connsiteX10" fmla="*/ 23369 w 1528319"/>
                  <a:gd name="connsiteY10" fmla="*/ 981407 h 2038682"/>
                  <a:gd name="connsiteX11" fmla="*/ 51944 w 1528319"/>
                  <a:gd name="connsiteY11" fmla="*/ 543257 h 2038682"/>
                  <a:gd name="connsiteX0" fmla="*/ 51944 w 1528319"/>
                  <a:gd name="connsiteY0" fmla="*/ 543257 h 2038682"/>
                  <a:gd name="connsiteX1" fmla="*/ 147194 w 1528319"/>
                  <a:gd name="connsiteY1" fmla="*/ 332 h 2038682"/>
                  <a:gd name="connsiteX2" fmla="*/ 823469 w 1528319"/>
                  <a:gd name="connsiteY2" fmla="*/ 457532 h 2038682"/>
                  <a:gd name="connsiteX3" fmla="*/ 1204469 w 1528319"/>
                  <a:gd name="connsiteY3" fmla="*/ 619457 h 2038682"/>
                  <a:gd name="connsiteX4" fmla="*/ 1452119 w 1528319"/>
                  <a:gd name="connsiteY4" fmla="*/ 886157 h 2038682"/>
                  <a:gd name="connsiteX5" fmla="*/ 1528319 w 1528319"/>
                  <a:gd name="connsiteY5" fmla="*/ 1552907 h 2038682"/>
                  <a:gd name="connsiteX6" fmla="*/ 1328294 w 1528319"/>
                  <a:gd name="connsiteY6" fmla="*/ 1952957 h 2038682"/>
                  <a:gd name="connsiteX7" fmla="*/ 1204469 w 1528319"/>
                  <a:gd name="connsiteY7" fmla="*/ 2038682 h 2038682"/>
                  <a:gd name="connsiteX8" fmla="*/ 394844 w 1528319"/>
                  <a:gd name="connsiteY8" fmla="*/ 1648157 h 2038682"/>
                  <a:gd name="connsiteX9" fmla="*/ 166244 w 1528319"/>
                  <a:gd name="connsiteY9" fmla="*/ 1333832 h 2038682"/>
                  <a:gd name="connsiteX10" fmla="*/ 23369 w 1528319"/>
                  <a:gd name="connsiteY10" fmla="*/ 981407 h 2038682"/>
                  <a:gd name="connsiteX11" fmla="*/ 51944 w 1528319"/>
                  <a:gd name="connsiteY11" fmla="*/ 543257 h 2038682"/>
                  <a:gd name="connsiteX0" fmla="*/ 51944 w 1528319"/>
                  <a:gd name="connsiteY0" fmla="*/ 543257 h 2038682"/>
                  <a:gd name="connsiteX1" fmla="*/ 147194 w 1528319"/>
                  <a:gd name="connsiteY1" fmla="*/ 332 h 2038682"/>
                  <a:gd name="connsiteX2" fmla="*/ 823469 w 1528319"/>
                  <a:gd name="connsiteY2" fmla="*/ 457532 h 2038682"/>
                  <a:gd name="connsiteX3" fmla="*/ 1204469 w 1528319"/>
                  <a:gd name="connsiteY3" fmla="*/ 619457 h 2038682"/>
                  <a:gd name="connsiteX4" fmla="*/ 1452119 w 1528319"/>
                  <a:gd name="connsiteY4" fmla="*/ 886157 h 2038682"/>
                  <a:gd name="connsiteX5" fmla="*/ 1528319 w 1528319"/>
                  <a:gd name="connsiteY5" fmla="*/ 1552907 h 2038682"/>
                  <a:gd name="connsiteX6" fmla="*/ 1328294 w 1528319"/>
                  <a:gd name="connsiteY6" fmla="*/ 1952957 h 2038682"/>
                  <a:gd name="connsiteX7" fmla="*/ 1204469 w 1528319"/>
                  <a:gd name="connsiteY7" fmla="*/ 2038682 h 2038682"/>
                  <a:gd name="connsiteX8" fmla="*/ 394844 w 1528319"/>
                  <a:gd name="connsiteY8" fmla="*/ 1648157 h 2038682"/>
                  <a:gd name="connsiteX9" fmla="*/ 166244 w 1528319"/>
                  <a:gd name="connsiteY9" fmla="*/ 1333832 h 2038682"/>
                  <a:gd name="connsiteX10" fmla="*/ 23369 w 1528319"/>
                  <a:gd name="connsiteY10" fmla="*/ 981407 h 2038682"/>
                  <a:gd name="connsiteX11" fmla="*/ 51944 w 1528319"/>
                  <a:gd name="connsiteY11" fmla="*/ 543257 h 2038682"/>
                  <a:gd name="connsiteX0" fmla="*/ 51944 w 1528319"/>
                  <a:gd name="connsiteY0" fmla="*/ 543257 h 2038682"/>
                  <a:gd name="connsiteX1" fmla="*/ 147194 w 1528319"/>
                  <a:gd name="connsiteY1" fmla="*/ 332 h 2038682"/>
                  <a:gd name="connsiteX2" fmla="*/ 823469 w 1528319"/>
                  <a:gd name="connsiteY2" fmla="*/ 457532 h 2038682"/>
                  <a:gd name="connsiteX3" fmla="*/ 1204469 w 1528319"/>
                  <a:gd name="connsiteY3" fmla="*/ 619457 h 2038682"/>
                  <a:gd name="connsiteX4" fmla="*/ 1452119 w 1528319"/>
                  <a:gd name="connsiteY4" fmla="*/ 886157 h 2038682"/>
                  <a:gd name="connsiteX5" fmla="*/ 1528319 w 1528319"/>
                  <a:gd name="connsiteY5" fmla="*/ 1552907 h 2038682"/>
                  <a:gd name="connsiteX6" fmla="*/ 1328294 w 1528319"/>
                  <a:gd name="connsiteY6" fmla="*/ 1952957 h 2038682"/>
                  <a:gd name="connsiteX7" fmla="*/ 1204469 w 1528319"/>
                  <a:gd name="connsiteY7" fmla="*/ 2038682 h 2038682"/>
                  <a:gd name="connsiteX8" fmla="*/ 394844 w 1528319"/>
                  <a:gd name="connsiteY8" fmla="*/ 1648157 h 2038682"/>
                  <a:gd name="connsiteX9" fmla="*/ 166244 w 1528319"/>
                  <a:gd name="connsiteY9" fmla="*/ 1333832 h 2038682"/>
                  <a:gd name="connsiteX10" fmla="*/ 23369 w 1528319"/>
                  <a:gd name="connsiteY10" fmla="*/ 981407 h 2038682"/>
                  <a:gd name="connsiteX11" fmla="*/ 51944 w 1528319"/>
                  <a:gd name="connsiteY11" fmla="*/ 543257 h 2038682"/>
                  <a:gd name="connsiteX0" fmla="*/ 66239 w 1542614"/>
                  <a:gd name="connsiteY0" fmla="*/ 543257 h 2038682"/>
                  <a:gd name="connsiteX1" fmla="*/ 161489 w 1542614"/>
                  <a:gd name="connsiteY1" fmla="*/ 332 h 2038682"/>
                  <a:gd name="connsiteX2" fmla="*/ 837764 w 1542614"/>
                  <a:gd name="connsiteY2" fmla="*/ 457532 h 2038682"/>
                  <a:gd name="connsiteX3" fmla="*/ 1218764 w 1542614"/>
                  <a:gd name="connsiteY3" fmla="*/ 619457 h 2038682"/>
                  <a:gd name="connsiteX4" fmla="*/ 1466414 w 1542614"/>
                  <a:gd name="connsiteY4" fmla="*/ 886157 h 2038682"/>
                  <a:gd name="connsiteX5" fmla="*/ 1542614 w 1542614"/>
                  <a:gd name="connsiteY5" fmla="*/ 1552907 h 2038682"/>
                  <a:gd name="connsiteX6" fmla="*/ 1342589 w 1542614"/>
                  <a:gd name="connsiteY6" fmla="*/ 1952957 h 2038682"/>
                  <a:gd name="connsiteX7" fmla="*/ 1218764 w 1542614"/>
                  <a:gd name="connsiteY7" fmla="*/ 2038682 h 2038682"/>
                  <a:gd name="connsiteX8" fmla="*/ 409139 w 1542614"/>
                  <a:gd name="connsiteY8" fmla="*/ 1648157 h 2038682"/>
                  <a:gd name="connsiteX9" fmla="*/ 180539 w 1542614"/>
                  <a:gd name="connsiteY9" fmla="*/ 1333832 h 2038682"/>
                  <a:gd name="connsiteX10" fmla="*/ 37664 w 1542614"/>
                  <a:gd name="connsiteY10" fmla="*/ 981407 h 2038682"/>
                  <a:gd name="connsiteX11" fmla="*/ 66239 w 1542614"/>
                  <a:gd name="connsiteY11" fmla="*/ 543257 h 2038682"/>
                  <a:gd name="connsiteX0" fmla="*/ 66239 w 1542614"/>
                  <a:gd name="connsiteY0" fmla="*/ 543257 h 2038682"/>
                  <a:gd name="connsiteX1" fmla="*/ 161489 w 1542614"/>
                  <a:gd name="connsiteY1" fmla="*/ 332 h 2038682"/>
                  <a:gd name="connsiteX2" fmla="*/ 837764 w 1542614"/>
                  <a:gd name="connsiteY2" fmla="*/ 457532 h 2038682"/>
                  <a:gd name="connsiteX3" fmla="*/ 1218764 w 1542614"/>
                  <a:gd name="connsiteY3" fmla="*/ 619457 h 2038682"/>
                  <a:gd name="connsiteX4" fmla="*/ 1466414 w 1542614"/>
                  <a:gd name="connsiteY4" fmla="*/ 886157 h 2038682"/>
                  <a:gd name="connsiteX5" fmla="*/ 1542614 w 1542614"/>
                  <a:gd name="connsiteY5" fmla="*/ 1552907 h 2038682"/>
                  <a:gd name="connsiteX6" fmla="*/ 1342589 w 1542614"/>
                  <a:gd name="connsiteY6" fmla="*/ 1952957 h 2038682"/>
                  <a:gd name="connsiteX7" fmla="*/ 1218764 w 1542614"/>
                  <a:gd name="connsiteY7" fmla="*/ 2038682 h 2038682"/>
                  <a:gd name="connsiteX8" fmla="*/ 409139 w 1542614"/>
                  <a:gd name="connsiteY8" fmla="*/ 1648157 h 2038682"/>
                  <a:gd name="connsiteX9" fmla="*/ 180539 w 1542614"/>
                  <a:gd name="connsiteY9" fmla="*/ 1333832 h 2038682"/>
                  <a:gd name="connsiteX10" fmla="*/ 37664 w 1542614"/>
                  <a:gd name="connsiteY10" fmla="*/ 981407 h 2038682"/>
                  <a:gd name="connsiteX11" fmla="*/ 66239 w 1542614"/>
                  <a:gd name="connsiteY11" fmla="*/ 543257 h 2038682"/>
                  <a:gd name="connsiteX0" fmla="*/ 66239 w 1542614"/>
                  <a:gd name="connsiteY0" fmla="*/ 543257 h 2038682"/>
                  <a:gd name="connsiteX1" fmla="*/ 161489 w 1542614"/>
                  <a:gd name="connsiteY1" fmla="*/ 332 h 2038682"/>
                  <a:gd name="connsiteX2" fmla="*/ 837764 w 1542614"/>
                  <a:gd name="connsiteY2" fmla="*/ 457532 h 2038682"/>
                  <a:gd name="connsiteX3" fmla="*/ 1218764 w 1542614"/>
                  <a:gd name="connsiteY3" fmla="*/ 619457 h 2038682"/>
                  <a:gd name="connsiteX4" fmla="*/ 1466414 w 1542614"/>
                  <a:gd name="connsiteY4" fmla="*/ 886157 h 2038682"/>
                  <a:gd name="connsiteX5" fmla="*/ 1542614 w 1542614"/>
                  <a:gd name="connsiteY5" fmla="*/ 1552907 h 2038682"/>
                  <a:gd name="connsiteX6" fmla="*/ 1342589 w 1542614"/>
                  <a:gd name="connsiteY6" fmla="*/ 1952957 h 2038682"/>
                  <a:gd name="connsiteX7" fmla="*/ 1218764 w 1542614"/>
                  <a:gd name="connsiteY7" fmla="*/ 2038682 h 2038682"/>
                  <a:gd name="connsiteX8" fmla="*/ 409139 w 1542614"/>
                  <a:gd name="connsiteY8" fmla="*/ 1648157 h 2038682"/>
                  <a:gd name="connsiteX9" fmla="*/ 180539 w 1542614"/>
                  <a:gd name="connsiteY9" fmla="*/ 1333832 h 2038682"/>
                  <a:gd name="connsiteX10" fmla="*/ 37664 w 1542614"/>
                  <a:gd name="connsiteY10" fmla="*/ 981407 h 2038682"/>
                  <a:gd name="connsiteX11" fmla="*/ 66239 w 1542614"/>
                  <a:gd name="connsiteY11" fmla="*/ 543257 h 2038682"/>
                  <a:gd name="connsiteX0" fmla="*/ 66239 w 1542614"/>
                  <a:gd name="connsiteY0" fmla="*/ 543257 h 2038682"/>
                  <a:gd name="connsiteX1" fmla="*/ 161489 w 1542614"/>
                  <a:gd name="connsiteY1" fmla="*/ 332 h 2038682"/>
                  <a:gd name="connsiteX2" fmla="*/ 837764 w 1542614"/>
                  <a:gd name="connsiteY2" fmla="*/ 457532 h 2038682"/>
                  <a:gd name="connsiteX3" fmla="*/ 1218764 w 1542614"/>
                  <a:gd name="connsiteY3" fmla="*/ 619457 h 2038682"/>
                  <a:gd name="connsiteX4" fmla="*/ 1466414 w 1542614"/>
                  <a:gd name="connsiteY4" fmla="*/ 886157 h 2038682"/>
                  <a:gd name="connsiteX5" fmla="*/ 1542614 w 1542614"/>
                  <a:gd name="connsiteY5" fmla="*/ 1552907 h 2038682"/>
                  <a:gd name="connsiteX6" fmla="*/ 1342589 w 1542614"/>
                  <a:gd name="connsiteY6" fmla="*/ 1952957 h 2038682"/>
                  <a:gd name="connsiteX7" fmla="*/ 1218764 w 1542614"/>
                  <a:gd name="connsiteY7" fmla="*/ 2038682 h 2038682"/>
                  <a:gd name="connsiteX8" fmla="*/ 409139 w 1542614"/>
                  <a:gd name="connsiteY8" fmla="*/ 1648157 h 2038682"/>
                  <a:gd name="connsiteX9" fmla="*/ 180539 w 1542614"/>
                  <a:gd name="connsiteY9" fmla="*/ 1333832 h 2038682"/>
                  <a:gd name="connsiteX10" fmla="*/ 37664 w 1542614"/>
                  <a:gd name="connsiteY10" fmla="*/ 981407 h 2038682"/>
                  <a:gd name="connsiteX11" fmla="*/ 66239 w 1542614"/>
                  <a:gd name="connsiteY11" fmla="*/ 543257 h 2038682"/>
                  <a:gd name="connsiteX0" fmla="*/ 66239 w 1542614"/>
                  <a:gd name="connsiteY0" fmla="*/ 543257 h 2038682"/>
                  <a:gd name="connsiteX1" fmla="*/ 161489 w 1542614"/>
                  <a:gd name="connsiteY1" fmla="*/ 332 h 2038682"/>
                  <a:gd name="connsiteX2" fmla="*/ 837764 w 1542614"/>
                  <a:gd name="connsiteY2" fmla="*/ 457532 h 2038682"/>
                  <a:gd name="connsiteX3" fmla="*/ 1218764 w 1542614"/>
                  <a:gd name="connsiteY3" fmla="*/ 619457 h 2038682"/>
                  <a:gd name="connsiteX4" fmla="*/ 1466414 w 1542614"/>
                  <a:gd name="connsiteY4" fmla="*/ 886157 h 2038682"/>
                  <a:gd name="connsiteX5" fmla="*/ 1542614 w 1542614"/>
                  <a:gd name="connsiteY5" fmla="*/ 1552907 h 2038682"/>
                  <a:gd name="connsiteX6" fmla="*/ 1342589 w 1542614"/>
                  <a:gd name="connsiteY6" fmla="*/ 1952957 h 2038682"/>
                  <a:gd name="connsiteX7" fmla="*/ 1218764 w 1542614"/>
                  <a:gd name="connsiteY7" fmla="*/ 2038682 h 2038682"/>
                  <a:gd name="connsiteX8" fmla="*/ 409139 w 1542614"/>
                  <a:gd name="connsiteY8" fmla="*/ 1648157 h 2038682"/>
                  <a:gd name="connsiteX9" fmla="*/ 180539 w 1542614"/>
                  <a:gd name="connsiteY9" fmla="*/ 1333832 h 2038682"/>
                  <a:gd name="connsiteX10" fmla="*/ 37664 w 1542614"/>
                  <a:gd name="connsiteY10" fmla="*/ 981407 h 2038682"/>
                  <a:gd name="connsiteX11" fmla="*/ 66239 w 1542614"/>
                  <a:gd name="connsiteY11" fmla="*/ 543257 h 2038682"/>
                  <a:gd name="connsiteX0" fmla="*/ 66239 w 1625679"/>
                  <a:gd name="connsiteY0" fmla="*/ 543257 h 2038682"/>
                  <a:gd name="connsiteX1" fmla="*/ 161489 w 1625679"/>
                  <a:gd name="connsiteY1" fmla="*/ 332 h 2038682"/>
                  <a:gd name="connsiteX2" fmla="*/ 837764 w 1625679"/>
                  <a:gd name="connsiteY2" fmla="*/ 457532 h 2038682"/>
                  <a:gd name="connsiteX3" fmla="*/ 1218764 w 1625679"/>
                  <a:gd name="connsiteY3" fmla="*/ 619457 h 2038682"/>
                  <a:gd name="connsiteX4" fmla="*/ 1466414 w 1625679"/>
                  <a:gd name="connsiteY4" fmla="*/ 886157 h 2038682"/>
                  <a:gd name="connsiteX5" fmla="*/ 1542614 w 1625679"/>
                  <a:gd name="connsiteY5" fmla="*/ 1552907 h 2038682"/>
                  <a:gd name="connsiteX6" fmla="*/ 1342589 w 1625679"/>
                  <a:gd name="connsiteY6" fmla="*/ 1952957 h 2038682"/>
                  <a:gd name="connsiteX7" fmla="*/ 1218764 w 1625679"/>
                  <a:gd name="connsiteY7" fmla="*/ 2038682 h 2038682"/>
                  <a:gd name="connsiteX8" fmla="*/ 409139 w 1625679"/>
                  <a:gd name="connsiteY8" fmla="*/ 1648157 h 2038682"/>
                  <a:gd name="connsiteX9" fmla="*/ 180539 w 1625679"/>
                  <a:gd name="connsiteY9" fmla="*/ 1333832 h 2038682"/>
                  <a:gd name="connsiteX10" fmla="*/ 37664 w 1625679"/>
                  <a:gd name="connsiteY10" fmla="*/ 981407 h 2038682"/>
                  <a:gd name="connsiteX11" fmla="*/ 66239 w 1625679"/>
                  <a:gd name="connsiteY11" fmla="*/ 543257 h 2038682"/>
                  <a:gd name="connsiteX0" fmla="*/ 66239 w 1625679"/>
                  <a:gd name="connsiteY0" fmla="*/ 543257 h 2038682"/>
                  <a:gd name="connsiteX1" fmla="*/ 161489 w 1625679"/>
                  <a:gd name="connsiteY1" fmla="*/ 332 h 2038682"/>
                  <a:gd name="connsiteX2" fmla="*/ 837764 w 1625679"/>
                  <a:gd name="connsiteY2" fmla="*/ 457532 h 2038682"/>
                  <a:gd name="connsiteX3" fmla="*/ 1218764 w 1625679"/>
                  <a:gd name="connsiteY3" fmla="*/ 619457 h 2038682"/>
                  <a:gd name="connsiteX4" fmla="*/ 1466414 w 1625679"/>
                  <a:gd name="connsiteY4" fmla="*/ 886157 h 2038682"/>
                  <a:gd name="connsiteX5" fmla="*/ 1542614 w 1625679"/>
                  <a:gd name="connsiteY5" fmla="*/ 1552907 h 2038682"/>
                  <a:gd name="connsiteX6" fmla="*/ 1342589 w 1625679"/>
                  <a:gd name="connsiteY6" fmla="*/ 1952957 h 2038682"/>
                  <a:gd name="connsiteX7" fmla="*/ 1218764 w 1625679"/>
                  <a:gd name="connsiteY7" fmla="*/ 2038682 h 2038682"/>
                  <a:gd name="connsiteX8" fmla="*/ 409139 w 1625679"/>
                  <a:gd name="connsiteY8" fmla="*/ 1648157 h 2038682"/>
                  <a:gd name="connsiteX9" fmla="*/ 180539 w 1625679"/>
                  <a:gd name="connsiteY9" fmla="*/ 1333832 h 2038682"/>
                  <a:gd name="connsiteX10" fmla="*/ 37664 w 1625679"/>
                  <a:gd name="connsiteY10" fmla="*/ 981407 h 2038682"/>
                  <a:gd name="connsiteX11" fmla="*/ 66239 w 1625679"/>
                  <a:gd name="connsiteY11" fmla="*/ 543257 h 20386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625679" h="2038682">
                    <a:moveTo>
                      <a:pt x="66239" y="543257"/>
                    </a:moveTo>
                    <a:cubicBezTo>
                      <a:pt x="37664" y="352757"/>
                      <a:pt x="90052" y="262270"/>
                      <a:pt x="161489" y="332"/>
                    </a:cubicBezTo>
                    <a:cubicBezTo>
                      <a:pt x="290077" y="-13955"/>
                      <a:pt x="704414" y="436895"/>
                      <a:pt x="837764" y="457532"/>
                    </a:cubicBezTo>
                    <a:cubicBezTo>
                      <a:pt x="964764" y="511507"/>
                      <a:pt x="1110814" y="498807"/>
                      <a:pt x="1218764" y="619457"/>
                    </a:cubicBezTo>
                    <a:cubicBezTo>
                      <a:pt x="1421964" y="703595"/>
                      <a:pt x="1385452" y="717882"/>
                      <a:pt x="1466414" y="886157"/>
                    </a:cubicBezTo>
                    <a:cubicBezTo>
                      <a:pt x="1547376" y="1054432"/>
                      <a:pt x="1733114" y="1383044"/>
                      <a:pt x="1542614" y="1552907"/>
                    </a:cubicBezTo>
                    <a:cubicBezTo>
                      <a:pt x="1561664" y="1829132"/>
                      <a:pt x="1409264" y="1819607"/>
                      <a:pt x="1342589" y="1952957"/>
                    </a:cubicBezTo>
                    <a:lnTo>
                      <a:pt x="1218764" y="2038682"/>
                    </a:lnTo>
                    <a:cubicBezTo>
                      <a:pt x="1079064" y="1976770"/>
                      <a:pt x="601227" y="2013282"/>
                      <a:pt x="409139" y="1648157"/>
                    </a:cubicBezTo>
                    <a:cubicBezTo>
                      <a:pt x="236102" y="1530682"/>
                      <a:pt x="248802" y="1500520"/>
                      <a:pt x="180539" y="1333832"/>
                    </a:cubicBezTo>
                    <a:cubicBezTo>
                      <a:pt x="102752" y="1233820"/>
                      <a:pt x="10676" y="1108407"/>
                      <a:pt x="37664" y="981407"/>
                    </a:cubicBezTo>
                    <a:cubicBezTo>
                      <a:pt x="-57586" y="702007"/>
                      <a:pt x="56714" y="689307"/>
                      <a:pt x="66239" y="54325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" name="Rectangle 21">
                <a:extLst>
                  <a:ext uri="{FF2B5EF4-FFF2-40B4-BE49-F238E27FC236}">
                    <a16:creationId xmlns:a16="http://schemas.microsoft.com/office/drawing/2014/main" id="{20417A28-DF75-F4A5-1857-4289B270FDB6}"/>
                  </a:ext>
                </a:extLst>
              </p:cNvPr>
              <p:cNvSpPr/>
              <p:nvPr/>
            </p:nvSpPr>
            <p:spPr>
              <a:xfrm rot="2339417">
                <a:off x="4240894" y="3732437"/>
                <a:ext cx="263754" cy="499192"/>
              </a:xfrm>
              <a:custGeom>
                <a:avLst/>
                <a:gdLst>
                  <a:gd name="connsiteX0" fmla="*/ 0 w 247650"/>
                  <a:gd name="connsiteY0" fmla="*/ 0 h 381000"/>
                  <a:gd name="connsiteX1" fmla="*/ 247650 w 247650"/>
                  <a:gd name="connsiteY1" fmla="*/ 0 h 381000"/>
                  <a:gd name="connsiteX2" fmla="*/ 247650 w 247650"/>
                  <a:gd name="connsiteY2" fmla="*/ 381000 h 381000"/>
                  <a:gd name="connsiteX3" fmla="*/ 0 w 247650"/>
                  <a:gd name="connsiteY3" fmla="*/ 381000 h 381000"/>
                  <a:gd name="connsiteX4" fmla="*/ 0 w 247650"/>
                  <a:gd name="connsiteY4" fmla="*/ 0 h 381000"/>
                  <a:gd name="connsiteX0" fmla="*/ 304800 w 552450"/>
                  <a:gd name="connsiteY0" fmla="*/ 0 h 381000"/>
                  <a:gd name="connsiteX1" fmla="*/ 552450 w 552450"/>
                  <a:gd name="connsiteY1" fmla="*/ 0 h 381000"/>
                  <a:gd name="connsiteX2" fmla="*/ 552450 w 552450"/>
                  <a:gd name="connsiteY2" fmla="*/ 381000 h 381000"/>
                  <a:gd name="connsiteX3" fmla="*/ 0 w 552450"/>
                  <a:gd name="connsiteY3" fmla="*/ 352425 h 381000"/>
                  <a:gd name="connsiteX4" fmla="*/ 304800 w 552450"/>
                  <a:gd name="connsiteY4" fmla="*/ 0 h 381000"/>
                  <a:gd name="connsiteX0" fmla="*/ 304800 w 552450"/>
                  <a:gd name="connsiteY0" fmla="*/ 0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4" fmla="*/ 304800 w 552450"/>
                  <a:gd name="connsiteY4" fmla="*/ 0 h 485775"/>
                  <a:gd name="connsiteX0" fmla="*/ 0 w 552450"/>
                  <a:gd name="connsiteY0" fmla="*/ 352425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0" fmla="*/ 0 w 2028825"/>
                  <a:gd name="connsiteY0" fmla="*/ 1895475 h 2028825"/>
                  <a:gd name="connsiteX1" fmla="*/ 2028825 w 2028825"/>
                  <a:gd name="connsiteY1" fmla="*/ 0 h 2028825"/>
                  <a:gd name="connsiteX2" fmla="*/ 428625 w 2028825"/>
                  <a:gd name="connsiteY2" fmla="*/ 2028825 h 2028825"/>
                  <a:gd name="connsiteX3" fmla="*/ 0 w 2028825"/>
                  <a:gd name="connsiteY3" fmla="*/ 1895475 h 2028825"/>
                  <a:gd name="connsiteX0" fmla="*/ 1066800 w 1495425"/>
                  <a:gd name="connsiteY0" fmla="*/ 25527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1066800 w 1495425"/>
                  <a:gd name="connsiteY3" fmla="*/ 2552700 h 2686050"/>
                  <a:gd name="connsiteX0" fmla="*/ 847725 w 1495425"/>
                  <a:gd name="connsiteY0" fmla="*/ 24384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847725 w 1495425"/>
                  <a:gd name="connsiteY3" fmla="*/ 2438400 h 2686050"/>
                  <a:gd name="connsiteX0" fmla="*/ 847725 w 1228725"/>
                  <a:gd name="connsiteY0" fmla="*/ 243840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47725 w 1228725"/>
                  <a:gd name="connsiteY3" fmla="*/ 243840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8725" h="2543175">
                    <a:moveTo>
                      <a:pt x="876300" y="2428875"/>
                    </a:moveTo>
                    <a:cubicBezTo>
                      <a:pt x="1222375" y="1581150"/>
                      <a:pt x="292100" y="809625"/>
                      <a:pt x="0" y="0"/>
                    </a:cubicBezTo>
                    <a:cubicBezTo>
                      <a:pt x="409575" y="847725"/>
                      <a:pt x="1219200" y="1390650"/>
                      <a:pt x="1228725" y="2543175"/>
                    </a:cubicBezTo>
                    <a:lnTo>
                      <a:pt x="876300" y="2428875"/>
                    </a:lnTo>
                    <a:close/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Rectangle 21">
                <a:extLst>
                  <a:ext uri="{FF2B5EF4-FFF2-40B4-BE49-F238E27FC236}">
                    <a16:creationId xmlns:a16="http://schemas.microsoft.com/office/drawing/2014/main" id="{A2A27242-172E-FABB-628E-D9D39CD6D01D}"/>
                  </a:ext>
                </a:extLst>
              </p:cNvPr>
              <p:cNvSpPr/>
              <p:nvPr/>
            </p:nvSpPr>
            <p:spPr>
              <a:xfrm rot="16200000" flipH="1">
                <a:off x="3974990" y="3981478"/>
                <a:ext cx="263754" cy="499192"/>
              </a:xfrm>
              <a:custGeom>
                <a:avLst/>
                <a:gdLst>
                  <a:gd name="connsiteX0" fmla="*/ 0 w 247650"/>
                  <a:gd name="connsiteY0" fmla="*/ 0 h 381000"/>
                  <a:gd name="connsiteX1" fmla="*/ 247650 w 247650"/>
                  <a:gd name="connsiteY1" fmla="*/ 0 h 381000"/>
                  <a:gd name="connsiteX2" fmla="*/ 247650 w 247650"/>
                  <a:gd name="connsiteY2" fmla="*/ 381000 h 381000"/>
                  <a:gd name="connsiteX3" fmla="*/ 0 w 247650"/>
                  <a:gd name="connsiteY3" fmla="*/ 381000 h 381000"/>
                  <a:gd name="connsiteX4" fmla="*/ 0 w 247650"/>
                  <a:gd name="connsiteY4" fmla="*/ 0 h 381000"/>
                  <a:gd name="connsiteX0" fmla="*/ 304800 w 552450"/>
                  <a:gd name="connsiteY0" fmla="*/ 0 h 381000"/>
                  <a:gd name="connsiteX1" fmla="*/ 552450 w 552450"/>
                  <a:gd name="connsiteY1" fmla="*/ 0 h 381000"/>
                  <a:gd name="connsiteX2" fmla="*/ 552450 w 552450"/>
                  <a:gd name="connsiteY2" fmla="*/ 381000 h 381000"/>
                  <a:gd name="connsiteX3" fmla="*/ 0 w 552450"/>
                  <a:gd name="connsiteY3" fmla="*/ 352425 h 381000"/>
                  <a:gd name="connsiteX4" fmla="*/ 304800 w 552450"/>
                  <a:gd name="connsiteY4" fmla="*/ 0 h 381000"/>
                  <a:gd name="connsiteX0" fmla="*/ 304800 w 552450"/>
                  <a:gd name="connsiteY0" fmla="*/ 0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4" fmla="*/ 304800 w 552450"/>
                  <a:gd name="connsiteY4" fmla="*/ 0 h 485775"/>
                  <a:gd name="connsiteX0" fmla="*/ 0 w 552450"/>
                  <a:gd name="connsiteY0" fmla="*/ 352425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0" fmla="*/ 0 w 2028825"/>
                  <a:gd name="connsiteY0" fmla="*/ 1895475 h 2028825"/>
                  <a:gd name="connsiteX1" fmla="*/ 2028825 w 2028825"/>
                  <a:gd name="connsiteY1" fmla="*/ 0 h 2028825"/>
                  <a:gd name="connsiteX2" fmla="*/ 428625 w 2028825"/>
                  <a:gd name="connsiteY2" fmla="*/ 2028825 h 2028825"/>
                  <a:gd name="connsiteX3" fmla="*/ 0 w 2028825"/>
                  <a:gd name="connsiteY3" fmla="*/ 1895475 h 2028825"/>
                  <a:gd name="connsiteX0" fmla="*/ 1066800 w 1495425"/>
                  <a:gd name="connsiteY0" fmla="*/ 25527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1066800 w 1495425"/>
                  <a:gd name="connsiteY3" fmla="*/ 2552700 h 2686050"/>
                  <a:gd name="connsiteX0" fmla="*/ 847725 w 1495425"/>
                  <a:gd name="connsiteY0" fmla="*/ 24384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847725 w 1495425"/>
                  <a:gd name="connsiteY3" fmla="*/ 2438400 h 2686050"/>
                  <a:gd name="connsiteX0" fmla="*/ 847725 w 1228725"/>
                  <a:gd name="connsiteY0" fmla="*/ 243840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47725 w 1228725"/>
                  <a:gd name="connsiteY3" fmla="*/ 243840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8725" h="2543175">
                    <a:moveTo>
                      <a:pt x="876300" y="2428875"/>
                    </a:moveTo>
                    <a:cubicBezTo>
                      <a:pt x="1222375" y="1581150"/>
                      <a:pt x="292100" y="809625"/>
                      <a:pt x="0" y="0"/>
                    </a:cubicBezTo>
                    <a:cubicBezTo>
                      <a:pt x="409575" y="847725"/>
                      <a:pt x="1219200" y="1390650"/>
                      <a:pt x="1228725" y="2543175"/>
                    </a:cubicBezTo>
                    <a:lnTo>
                      <a:pt x="876300" y="2428875"/>
                    </a:lnTo>
                    <a:close/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Rectangle 21">
                <a:extLst>
                  <a:ext uri="{FF2B5EF4-FFF2-40B4-BE49-F238E27FC236}">
                    <a16:creationId xmlns:a16="http://schemas.microsoft.com/office/drawing/2014/main" id="{464D8008-D1F3-4503-700E-9EA1E6F1827B}"/>
                  </a:ext>
                </a:extLst>
              </p:cNvPr>
              <p:cNvSpPr/>
              <p:nvPr/>
            </p:nvSpPr>
            <p:spPr>
              <a:xfrm rot="1659284">
                <a:off x="3918216" y="3296362"/>
                <a:ext cx="263754" cy="499192"/>
              </a:xfrm>
              <a:custGeom>
                <a:avLst/>
                <a:gdLst>
                  <a:gd name="connsiteX0" fmla="*/ 0 w 247650"/>
                  <a:gd name="connsiteY0" fmla="*/ 0 h 381000"/>
                  <a:gd name="connsiteX1" fmla="*/ 247650 w 247650"/>
                  <a:gd name="connsiteY1" fmla="*/ 0 h 381000"/>
                  <a:gd name="connsiteX2" fmla="*/ 247650 w 247650"/>
                  <a:gd name="connsiteY2" fmla="*/ 381000 h 381000"/>
                  <a:gd name="connsiteX3" fmla="*/ 0 w 247650"/>
                  <a:gd name="connsiteY3" fmla="*/ 381000 h 381000"/>
                  <a:gd name="connsiteX4" fmla="*/ 0 w 247650"/>
                  <a:gd name="connsiteY4" fmla="*/ 0 h 381000"/>
                  <a:gd name="connsiteX0" fmla="*/ 304800 w 552450"/>
                  <a:gd name="connsiteY0" fmla="*/ 0 h 381000"/>
                  <a:gd name="connsiteX1" fmla="*/ 552450 w 552450"/>
                  <a:gd name="connsiteY1" fmla="*/ 0 h 381000"/>
                  <a:gd name="connsiteX2" fmla="*/ 552450 w 552450"/>
                  <a:gd name="connsiteY2" fmla="*/ 381000 h 381000"/>
                  <a:gd name="connsiteX3" fmla="*/ 0 w 552450"/>
                  <a:gd name="connsiteY3" fmla="*/ 352425 h 381000"/>
                  <a:gd name="connsiteX4" fmla="*/ 304800 w 552450"/>
                  <a:gd name="connsiteY4" fmla="*/ 0 h 381000"/>
                  <a:gd name="connsiteX0" fmla="*/ 304800 w 552450"/>
                  <a:gd name="connsiteY0" fmla="*/ 0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4" fmla="*/ 304800 w 552450"/>
                  <a:gd name="connsiteY4" fmla="*/ 0 h 485775"/>
                  <a:gd name="connsiteX0" fmla="*/ 0 w 552450"/>
                  <a:gd name="connsiteY0" fmla="*/ 352425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0" fmla="*/ 0 w 2028825"/>
                  <a:gd name="connsiteY0" fmla="*/ 1895475 h 2028825"/>
                  <a:gd name="connsiteX1" fmla="*/ 2028825 w 2028825"/>
                  <a:gd name="connsiteY1" fmla="*/ 0 h 2028825"/>
                  <a:gd name="connsiteX2" fmla="*/ 428625 w 2028825"/>
                  <a:gd name="connsiteY2" fmla="*/ 2028825 h 2028825"/>
                  <a:gd name="connsiteX3" fmla="*/ 0 w 2028825"/>
                  <a:gd name="connsiteY3" fmla="*/ 1895475 h 2028825"/>
                  <a:gd name="connsiteX0" fmla="*/ 1066800 w 1495425"/>
                  <a:gd name="connsiteY0" fmla="*/ 25527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1066800 w 1495425"/>
                  <a:gd name="connsiteY3" fmla="*/ 2552700 h 2686050"/>
                  <a:gd name="connsiteX0" fmla="*/ 847725 w 1495425"/>
                  <a:gd name="connsiteY0" fmla="*/ 24384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847725 w 1495425"/>
                  <a:gd name="connsiteY3" fmla="*/ 2438400 h 2686050"/>
                  <a:gd name="connsiteX0" fmla="*/ 847725 w 1228725"/>
                  <a:gd name="connsiteY0" fmla="*/ 243840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47725 w 1228725"/>
                  <a:gd name="connsiteY3" fmla="*/ 243840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8725" h="2543175">
                    <a:moveTo>
                      <a:pt x="876300" y="2428875"/>
                    </a:moveTo>
                    <a:cubicBezTo>
                      <a:pt x="1222375" y="1581150"/>
                      <a:pt x="292100" y="809625"/>
                      <a:pt x="0" y="0"/>
                    </a:cubicBezTo>
                    <a:cubicBezTo>
                      <a:pt x="409575" y="847725"/>
                      <a:pt x="1219200" y="1390650"/>
                      <a:pt x="1228725" y="2543175"/>
                    </a:cubicBezTo>
                    <a:lnTo>
                      <a:pt x="876300" y="2428875"/>
                    </a:lnTo>
                    <a:close/>
                  </a:path>
                </a:pathLst>
              </a:custGeom>
              <a:solidFill>
                <a:schemeClr val="accent6">
                  <a:lumMod val="5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7" name="Rectangle 21">
                <a:extLst>
                  <a:ext uri="{FF2B5EF4-FFF2-40B4-BE49-F238E27FC236}">
                    <a16:creationId xmlns:a16="http://schemas.microsoft.com/office/drawing/2014/main" id="{BD65A88E-2498-4A11-D3DD-55EC2AB94702}"/>
                  </a:ext>
                </a:extLst>
              </p:cNvPr>
              <p:cNvSpPr/>
              <p:nvPr/>
            </p:nvSpPr>
            <p:spPr>
              <a:xfrm rot="16200000" flipH="1">
                <a:off x="3709086" y="3516086"/>
                <a:ext cx="263754" cy="499192"/>
              </a:xfrm>
              <a:custGeom>
                <a:avLst/>
                <a:gdLst>
                  <a:gd name="connsiteX0" fmla="*/ 0 w 247650"/>
                  <a:gd name="connsiteY0" fmla="*/ 0 h 381000"/>
                  <a:gd name="connsiteX1" fmla="*/ 247650 w 247650"/>
                  <a:gd name="connsiteY1" fmla="*/ 0 h 381000"/>
                  <a:gd name="connsiteX2" fmla="*/ 247650 w 247650"/>
                  <a:gd name="connsiteY2" fmla="*/ 381000 h 381000"/>
                  <a:gd name="connsiteX3" fmla="*/ 0 w 247650"/>
                  <a:gd name="connsiteY3" fmla="*/ 381000 h 381000"/>
                  <a:gd name="connsiteX4" fmla="*/ 0 w 247650"/>
                  <a:gd name="connsiteY4" fmla="*/ 0 h 381000"/>
                  <a:gd name="connsiteX0" fmla="*/ 304800 w 552450"/>
                  <a:gd name="connsiteY0" fmla="*/ 0 h 381000"/>
                  <a:gd name="connsiteX1" fmla="*/ 552450 w 552450"/>
                  <a:gd name="connsiteY1" fmla="*/ 0 h 381000"/>
                  <a:gd name="connsiteX2" fmla="*/ 552450 w 552450"/>
                  <a:gd name="connsiteY2" fmla="*/ 381000 h 381000"/>
                  <a:gd name="connsiteX3" fmla="*/ 0 w 552450"/>
                  <a:gd name="connsiteY3" fmla="*/ 352425 h 381000"/>
                  <a:gd name="connsiteX4" fmla="*/ 304800 w 552450"/>
                  <a:gd name="connsiteY4" fmla="*/ 0 h 381000"/>
                  <a:gd name="connsiteX0" fmla="*/ 304800 w 552450"/>
                  <a:gd name="connsiteY0" fmla="*/ 0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4" fmla="*/ 304800 w 552450"/>
                  <a:gd name="connsiteY4" fmla="*/ 0 h 485775"/>
                  <a:gd name="connsiteX0" fmla="*/ 0 w 552450"/>
                  <a:gd name="connsiteY0" fmla="*/ 352425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0" fmla="*/ 0 w 2028825"/>
                  <a:gd name="connsiteY0" fmla="*/ 1895475 h 2028825"/>
                  <a:gd name="connsiteX1" fmla="*/ 2028825 w 2028825"/>
                  <a:gd name="connsiteY1" fmla="*/ 0 h 2028825"/>
                  <a:gd name="connsiteX2" fmla="*/ 428625 w 2028825"/>
                  <a:gd name="connsiteY2" fmla="*/ 2028825 h 2028825"/>
                  <a:gd name="connsiteX3" fmla="*/ 0 w 2028825"/>
                  <a:gd name="connsiteY3" fmla="*/ 1895475 h 2028825"/>
                  <a:gd name="connsiteX0" fmla="*/ 1066800 w 1495425"/>
                  <a:gd name="connsiteY0" fmla="*/ 25527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1066800 w 1495425"/>
                  <a:gd name="connsiteY3" fmla="*/ 2552700 h 2686050"/>
                  <a:gd name="connsiteX0" fmla="*/ 847725 w 1495425"/>
                  <a:gd name="connsiteY0" fmla="*/ 24384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847725 w 1495425"/>
                  <a:gd name="connsiteY3" fmla="*/ 2438400 h 2686050"/>
                  <a:gd name="connsiteX0" fmla="*/ 847725 w 1228725"/>
                  <a:gd name="connsiteY0" fmla="*/ 243840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47725 w 1228725"/>
                  <a:gd name="connsiteY3" fmla="*/ 243840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8725" h="2543175">
                    <a:moveTo>
                      <a:pt x="876300" y="2428875"/>
                    </a:moveTo>
                    <a:cubicBezTo>
                      <a:pt x="1222375" y="1581150"/>
                      <a:pt x="292100" y="809625"/>
                      <a:pt x="0" y="0"/>
                    </a:cubicBezTo>
                    <a:cubicBezTo>
                      <a:pt x="409575" y="847725"/>
                      <a:pt x="1219200" y="1390650"/>
                      <a:pt x="1228725" y="2543175"/>
                    </a:cubicBezTo>
                    <a:lnTo>
                      <a:pt x="876300" y="2428875"/>
                    </a:lnTo>
                    <a:close/>
                  </a:path>
                </a:pathLst>
              </a:custGeom>
              <a:solidFill>
                <a:schemeClr val="accent6">
                  <a:lumMod val="5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" name="Rectangle 21">
                <a:extLst>
                  <a:ext uri="{FF2B5EF4-FFF2-40B4-BE49-F238E27FC236}">
                    <a16:creationId xmlns:a16="http://schemas.microsoft.com/office/drawing/2014/main" id="{B1E66DFF-559B-0020-C8F7-2F1B2D1F1E92}"/>
                  </a:ext>
                </a:extLst>
              </p:cNvPr>
              <p:cNvSpPr/>
              <p:nvPr/>
            </p:nvSpPr>
            <p:spPr>
              <a:xfrm rot="1659284">
                <a:off x="3692373" y="3090755"/>
                <a:ext cx="156914" cy="296982"/>
              </a:xfrm>
              <a:custGeom>
                <a:avLst/>
                <a:gdLst>
                  <a:gd name="connsiteX0" fmla="*/ 0 w 247650"/>
                  <a:gd name="connsiteY0" fmla="*/ 0 h 381000"/>
                  <a:gd name="connsiteX1" fmla="*/ 247650 w 247650"/>
                  <a:gd name="connsiteY1" fmla="*/ 0 h 381000"/>
                  <a:gd name="connsiteX2" fmla="*/ 247650 w 247650"/>
                  <a:gd name="connsiteY2" fmla="*/ 381000 h 381000"/>
                  <a:gd name="connsiteX3" fmla="*/ 0 w 247650"/>
                  <a:gd name="connsiteY3" fmla="*/ 381000 h 381000"/>
                  <a:gd name="connsiteX4" fmla="*/ 0 w 247650"/>
                  <a:gd name="connsiteY4" fmla="*/ 0 h 381000"/>
                  <a:gd name="connsiteX0" fmla="*/ 304800 w 552450"/>
                  <a:gd name="connsiteY0" fmla="*/ 0 h 381000"/>
                  <a:gd name="connsiteX1" fmla="*/ 552450 w 552450"/>
                  <a:gd name="connsiteY1" fmla="*/ 0 h 381000"/>
                  <a:gd name="connsiteX2" fmla="*/ 552450 w 552450"/>
                  <a:gd name="connsiteY2" fmla="*/ 381000 h 381000"/>
                  <a:gd name="connsiteX3" fmla="*/ 0 w 552450"/>
                  <a:gd name="connsiteY3" fmla="*/ 352425 h 381000"/>
                  <a:gd name="connsiteX4" fmla="*/ 304800 w 552450"/>
                  <a:gd name="connsiteY4" fmla="*/ 0 h 381000"/>
                  <a:gd name="connsiteX0" fmla="*/ 304800 w 552450"/>
                  <a:gd name="connsiteY0" fmla="*/ 0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4" fmla="*/ 304800 w 552450"/>
                  <a:gd name="connsiteY4" fmla="*/ 0 h 485775"/>
                  <a:gd name="connsiteX0" fmla="*/ 0 w 552450"/>
                  <a:gd name="connsiteY0" fmla="*/ 352425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0" fmla="*/ 0 w 2028825"/>
                  <a:gd name="connsiteY0" fmla="*/ 1895475 h 2028825"/>
                  <a:gd name="connsiteX1" fmla="*/ 2028825 w 2028825"/>
                  <a:gd name="connsiteY1" fmla="*/ 0 h 2028825"/>
                  <a:gd name="connsiteX2" fmla="*/ 428625 w 2028825"/>
                  <a:gd name="connsiteY2" fmla="*/ 2028825 h 2028825"/>
                  <a:gd name="connsiteX3" fmla="*/ 0 w 2028825"/>
                  <a:gd name="connsiteY3" fmla="*/ 1895475 h 2028825"/>
                  <a:gd name="connsiteX0" fmla="*/ 1066800 w 1495425"/>
                  <a:gd name="connsiteY0" fmla="*/ 25527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1066800 w 1495425"/>
                  <a:gd name="connsiteY3" fmla="*/ 2552700 h 2686050"/>
                  <a:gd name="connsiteX0" fmla="*/ 847725 w 1495425"/>
                  <a:gd name="connsiteY0" fmla="*/ 24384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847725 w 1495425"/>
                  <a:gd name="connsiteY3" fmla="*/ 2438400 h 2686050"/>
                  <a:gd name="connsiteX0" fmla="*/ 847725 w 1228725"/>
                  <a:gd name="connsiteY0" fmla="*/ 243840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47725 w 1228725"/>
                  <a:gd name="connsiteY3" fmla="*/ 243840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8725" h="2543175">
                    <a:moveTo>
                      <a:pt x="876300" y="2428875"/>
                    </a:moveTo>
                    <a:cubicBezTo>
                      <a:pt x="1222375" y="1581150"/>
                      <a:pt x="292100" y="809625"/>
                      <a:pt x="0" y="0"/>
                    </a:cubicBezTo>
                    <a:cubicBezTo>
                      <a:pt x="409575" y="847725"/>
                      <a:pt x="1219200" y="1390650"/>
                      <a:pt x="1228725" y="2543175"/>
                    </a:cubicBezTo>
                    <a:lnTo>
                      <a:pt x="876300" y="2428875"/>
                    </a:lnTo>
                    <a:close/>
                  </a:path>
                </a:pathLst>
              </a:custGeom>
              <a:solidFill>
                <a:schemeClr val="accent6">
                  <a:lumMod val="5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" name="Rectangle 21">
                <a:extLst>
                  <a:ext uri="{FF2B5EF4-FFF2-40B4-BE49-F238E27FC236}">
                    <a16:creationId xmlns:a16="http://schemas.microsoft.com/office/drawing/2014/main" id="{DF48405E-8E96-0BBE-C454-4BB2FBBE0AA0}"/>
                  </a:ext>
                </a:extLst>
              </p:cNvPr>
              <p:cNvSpPr/>
              <p:nvPr/>
            </p:nvSpPr>
            <p:spPr>
              <a:xfrm rot="16568896" flipH="1">
                <a:off x="3473647" y="3059060"/>
                <a:ext cx="156914" cy="296982"/>
              </a:xfrm>
              <a:custGeom>
                <a:avLst/>
                <a:gdLst>
                  <a:gd name="connsiteX0" fmla="*/ 0 w 247650"/>
                  <a:gd name="connsiteY0" fmla="*/ 0 h 381000"/>
                  <a:gd name="connsiteX1" fmla="*/ 247650 w 247650"/>
                  <a:gd name="connsiteY1" fmla="*/ 0 h 381000"/>
                  <a:gd name="connsiteX2" fmla="*/ 247650 w 247650"/>
                  <a:gd name="connsiteY2" fmla="*/ 381000 h 381000"/>
                  <a:gd name="connsiteX3" fmla="*/ 0 w 247650"/>
                  <a:gd name="connsiteY3" fmla="*/ 381000 h 381000"/>
                  <a:gd name="connsiteX4" fmla="*/ 0 w 247650"/>
                  <a:gd name="connsiteY4" fmla="*/ 0 h 381000"/>
                  <a:gd name="connsiteX0" fmla="*/ 304800 w 552450"/>
                  <a:gd name="connsiteY0" fmla="*/ 0 h 381000"/>
                  <a:gd name="connsiteX1" fmla="*/ 552450 w 552450"/>
                  <a:gd name="connsiteY1" fmla="*/ 0 h 381000"/>
                  <a:gd name="connsiteX2" fmla="*/ 552450 w 552450"/>
                  <a:gd name="connsiteY2" fmla="*/ 381000 h 381000"/>
                  <a:gd name="connsiteX3" fmla="*/ 0 w 552450"/>
                  <a:gd name="connsiteY3" fmla="*/ 352425 h 381000"/>
                  <a:gd name="connsiteX4" fmla="*/ 304800 w 552450"/>
                  <a:gd name="connsiteY4" fmla="*/ 0 h 381000"/>
                  <a:gd name="connsiteX0" fmla="*/ 304800 w 552450"/>
                  <a:gd name="connsiteY0" fmla="*/ 0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4" fmla="*/ 304800 w 552450"/>
                  <a:gd name="connsiteY4" fmla="*/ 0 h 485775"/>
                  <a:gd name="connsiteX0" fmla="*/ 0 w 552450"/>
                  <a:gd name="connsiteY0" fmla="*/ 352425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0" fmla="*/ 0 w 2028825"/>
                  <a:gd name="connsiteY0" fmla="*/ 1895475 h 2028825"/>
                  <a:gd name="connsiteX1" fmla="*/ 2028825 w 2028825"/>
                  <a:gd name="connsiteY1" fmla="*/ 0 h 2028825"/>
                  <a:gd name="connsiteX2" fmla="*/ 428625 w 2028825"/>
                  <a:gd name="connsiteY2" fmla="*/ 2028825 h 2028825"/>
                  <a:gd name="connsiteX3" fmla="*/ 0 w 2028825"/>
                  <a:gd name="connsiteY3" fmla="*/ 1895475 h 2028825"/>
                  <a:gd name="connsiteX0" fmla="*/ 1066800 w 1495425"/>
                  <a:gd name="connsiteY0" fmla="*/ 25527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1066800 w 1495425"/>
                  <a:gd name="connsiteY3" fmla="*/ 2552700 h 2686050"/>
                  <a:gd name="connsiteX0" fmla="*/ 847725 w 1495425"/>
                  <a:gd name="connsiteY0" fmla="*/ 24384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847725 w 1495425"/>
                  <a:gd name="connsiteY3" fmla="*/ 2438400 h 2686050"/>
                  <a:gd name="connsiteX0" fmla="*/ 847725 w 1228725"/>
                  <a:gd name="connsiteY0" fmla="*/ 243840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47725 w 1228725"/>
                  <a:gd name="connsiteY3" fmla="*/ 243840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8725" h="2543175">
                    <a:moveTo>
                      <a:pt x="876300" y="2428875"/>
                    </a:moveTo>
                    <a:cubicBezTo>
                      <a:pt x="1222375" y="1581150"/>
                      <a:pt x="292100" y="809625"/>
                      <a:pt x="0" y="0"/>
                    </a:cubicBezTo>
                    <a:cubicBezTo>
                      <a:pt x="409575" y="847725"/>
                      <a:pt x="1219200" y="1390650"/>
                      <a:pt x="1228725" y="2543175"/>
                    </a:cubicBezTo>
                    <a:lnTo>
                      <a:pt x="876300" y="2428875"/>
                    </a:lnTo>
                    <a:close/>
                  </a:path>
                </a:pathLst>
              </a:custGeom>
              <a:solidFill>
                <a:schemeClr val="accent6">
                  <a:lumMod val="5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" name="Rectangle 21">
                <a:extLst>
                  <a:ext uri="{FF2B5EF4-FFF2-40B4-BE49-F238E27FC236}">
                    <a16:creationId xmlns:a16="http://schemas.microsoft.com/office/drawing/2014/main" id="{A1F8FD29-D0F4-3B4F-5DEA-3FA2010B44D8}"/>
                  </a:ext>
                </a:extLst>
              </p:cNvPr>
              <p:cNvSpPr/>
              <p:nvPr/>
            </p:nvSpPr>
            <p:spPr>
              <a:xfrm>
                <a:off x="3409950" y="2781299"/>
                <a:ext cx="1228725" cy="2543175"/>
              </a:xfrm>
              <a:custGeom>
                <a:avLst/>
                <a:gdLst>
                  <a:gd name="connsiteX0" fmla="*/ 0 w 247650"/>
                  <a:gd name="connsiteY0" fmla="*/ 0 h 381000"/>
                  <a:gd name="connsiteX1" fmla="*/ 247650 w 247650"/>
                  <a:gd name="connsiteY1" fmla="*/ 0 h 381000"/>
                  <a:gd name="connsiteX2" fmla="*/ 247650 w 247650"/>
                  <a:gd name="connsiteY2" fmla="*/ 381000 h 381000"/>
                  <a:gd name="connsiteX3" fmla="*/ 0 w 247650"/>
                  <a:gd name="connsiteY3" fmla="*/ 381000 h 381000"/>
                  <a:gd name="connsiteX4" fmla="*/ 0 w 247650"/>
                  <a:gd name="connsiteY4" fmla="*/ 0 h 381000"/>
                  <a:gd name="connsiteX0" fmla="*/ 304800 w 552450"/>
                  <a:gd name="connsiteY0" fmla="*/ 0 h 381000"/>
                  <a:gd name="connsiteX1" fmla="*/ 552450 w 552450"/>
                  <a:gd name="connsiteY1" fmla="*/ 0 h 381000"/>
                  <a:gd name="connsiteX2" fmla="*/ 552450 w 552450"/>
                  <a:gd name="connsiteY2" fmla="*/ 381000 h 381000"/>
                  <a:gd name="connsiteX3" fmla="*/ 0 w 552450"/>
                  <a:gd name="connsiteY3" fmla="*/ 352425 h 381000"/>
                  <a:gd name="connsiteX4" fmla="*/ 304800 w 552450"/>
                  <a:gd name="connsiteY4" fmla="*/ 0 h 381000"/>
                  <a:gd name="connsiteX0" fmla="*/ 304800 w 552450"/>
                  <a:gd name="connsiteY0" fmla="*/ 0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4" fmla="*/ 304800 w 552450"/>
                  <a:gd name="connsiteY4" fmla="*/ 0 h 485775"/>
                  <a:gd name="connsiteX0" fmla="*/ 0 w 552450"/>
                  <a:gd name="connsiteY0" fmla="*/ 352425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0" fmla="*/ 0 w 2028825"/>
                  <a:gd name="connsiteY0" fmla="*/ 1895475 h 2028825"/>
                  <a:gd name="connsiteX1" fmla="*/ 2028825 w 2028825"/>
                  <a:gd name="connsiteY1" fmla="*/ 0 h 2028825"/>
                  <a:gd name="connsiteX2" fmla="*/ 428625 w 2028825"/>
                  <a:gd name="connsiteY2" fmla="*/ 2028825 h 2028825"/>
                  <a:gd name="connsiteX3" fmla="*/ 0 w 2028825"/>
                  <a:gd name="connsiteY3" fmla="*/ 1895475 h 2028825"/>
                  <a:gd name="connsiteX0" fmla="*/ 1066800 w 1495425"/>
                  <a:gd name="connsiteY0" fmla="*/ 25527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1066800 w 1495425"/>
                  <a:gd name="connsiteY3" fmla="*/ 2552700 h 2686050"/>
                  <a:gd name="connsiteX0" fmla="*/ 847725 w 1495425"/>
                  <a:gd name="connsiteY0" fmla="*/ 24384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847725 w 1495425"/>
                  <a:gd name="connsiteY3" fmla="*/ 2438400 h 2686050"/>
                  <a:gd name="connsiteX0" fmla="*/ 847725 w 1228725"/>
                  <a:gd name="connsiteY0" fmla="*/ 243840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47725 w 1228725"/>
                  <a:gd name="connsiteY3" fmla="*/ 243840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8725" h="2543175">
                    <a:moveTo>
                      <a:pt x="876300" y="2428875"/>
                    </a:moveTo>
                    <a:cubicBezTo>
                      <a:pt x="1222375" y="1581150"/>
                      <a:pt x="292100" y="809625"/>
                      <a:pt x="0" y="0"/>
                    </a:cubicBezTo>
                    <a:cubicBezTo>
                      <a:pt x="409575" y="847725"/>
                      <a:pt x="1219200" y="1390650"/>
                      <a:pt x="1228725" y="2543175"/>
                    </a:cubicBezTo>
                    <a:lnTo>
                      <a:pt x="876300" y="2428875"/>
                    </a:lnTo>
                    <a:close/>
                  </a:path>
                </a:pathLst>
              </a:custGeom>
              <a:solidFill>
                <a:schemeClr val="accent6">
                  <a:lumMod val="5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9BAC9CE6-E7F6-2795-C048-A8CDAD97F60D}"/>
                </a:ext>
              </a:extLst>
            </p:cNvPr>
            <p:cNvGrpSpPr/>
            <p:nvPr/>
          </p:nvGrpSpPr>
          <p:grpSpPr>
            <a:xfrm>
              <a:off x="3181786" y="2685718"/>
              <a:ext cx="1625679" cy="2638756"/>
              <a:chOff x="3181786" y="2685718"/>
              <a:chExt cx="1625679" cy="2638756"/>
            </a:xfrm>
            <a:solidFill>
              <a:srgbClr val="0DB60D"/>
            </a:solidFill>
          </p:grpSpPr>
          <p:sp>
            <p:nvSpPr>
              <p:cNvPr id="85" name="Rectangle 22">
                <a:extLst>
                  <a:ext uri="{FF2B5EF4-FFF2-40B4-BE49-F238E27FC236}">
                    <a16:creationId xmlns:a16="http://schemas.microsoft.com/office/drawing/2014/main" id="{7028F883-8D77-0497-C97F-69389C853ED1}"/>
                  </a:ext>
                </a:extLst>
              </p:cNvPr>
              <p:cNvSpPr/>
              <p:nvPr/>
            </p:nvSpPr>
            <p:spPr>
              <a:xfrm>
                <a:off x="3181786" y="2685718"/>
                <a:ext cx="1625679" cy="2038682"/>
              </a:xfrm>
              <a:custGeom>
                <a:avLst/>
                <a:gdLst>
                  <a:gd name="connsiteX0" fmla="*/ 0 w 990600"/>
                  <a:gd name="connsiteY0" fmla="*/ 0 h 819150"/>
                  <a:gd name="connsiteX1" fmla="*/ 990600 w 990600"/>
                  <a:gd name="connsiteY1" fmla="*/ 0 h 819150"/>
                  <a:gd name="connsiteX2" fmla="*/ 990600 w 990600"/>
                  <a:gd name="connsiteY2" fmla="*/ 819150 h 819150"/>
                  <a:gd name="connsiteX3" fmla="*/ 0 w 990600"/>
                  <a:gd name="connsiteY3" fmla="*/ 819150 h 819150"/>
                  <a:gd name="connsiteX4" fmla="*/ 0 w 990600"/>
                  <a:gd name="connsiteY4" fmla="*/ 0 h 819150"/>
                  <a:gd name="connsiteX0" fmla="*/ 0 w 1276350"/>
                  <a:gd name="connsiteY0" fmla="*/ 0 h 1409700"/>
                  <a:gd name="connsiteX1" fmla="*/ 990600 w 1276350"/>
                  <a:gd name="connsiteY1" fmla="*/ 0 h 1409700"/>
                  <a:gd name="connsiteX2" fmla="*/ 1276350 w 1276350"/>
                  <a:gd name="connsiteY2" fmla="*/ 1409700 h 1409700"/>
                  <a:gd name="connsiteX3" fmla="*/ 0 w 1276350"/>
                  <a:gd name="connsiteY3" fmla="*/ 819150 h 1409700"/>
                  <a:gd name="connsiteX4" fmla="*/ 0 w 1276350"/>
                  <a:gd name="connsiteY4" fmla="*/ 0 h 1409700"/>
                  <a:gd name="connsiteX0" fmla="*/ 0 w 1276350"/>
                  <a:gd name="connsiteY0" fmla="*/ 0 h 1495425"/>
                  <a:gd name="connsiteX1" fmla="*/ 990600 w 1276350"/>
                  <a:gd name="connsiteY1" fmla="*/ 0 h 1495425"/>
                  <a:gd name="connsiteX2" fmla="*/ 1276350 w 1276350"/>
                  <a:gd name="connsiteY2" fmla="*/ 1409700 h 1495425"/>
                  <a:gd name="connsiteX3" fmla="*/ 1152525 w 1276350"/>
                  <a:gd name="connsiteY3" fmla="*/ 1495425 h 1495425"/>
                  <a:gd name="connsiteX4" fmla="*/ 0 w 1276350"/>
                  <a:gd name="connsiteY4" fmla="*/ 0 h 1495425"/>
                  <a:gd name="connsiteX0" fmla="*/ 0 w 1476375"/>
                  <a:gd name="connsiteY0" fmla="*/ 0 h 1495425"/>
                  <a:gd name="connsiteX1" fmla="*/ 990600 w 1476375"/>
                  <a:gd name="connsiteY1" fmla="*/ 0 h 1495425"/>
                  <a:gd name="connsiteX2" fmla="*/ 1476375 w 1476375"/>
                  <a:gd name="connsiteY2" fmla="*/ 1009650 h 1495425"/>
                  <a:gd name="connsiteX3" fmla="*/ 1276350 w 1476375"/>
                  <a:gd name="connsiteY3" fmla="*/ 1409700 h 1495425"/>
                  <a:gd name="connsiteX4" fmla="*/ 1152525 w 1476375"/>
                  <a:gd name="connsiteY4" fmla="*/ 1495425 h 1495425"/>
                  <a:gd name="connsiteX5" fmla="*/ 0 w 1476375"/>
                  <a:gd name="connsiteY5" fmla="*/ 0 h 1495425"/>
                  <a:gd name="connsiteX0" fmla="*/ 0 w 1476375"/>
                  <a:gd name="connsiteY0" fmla="*/ 0 h 1495425"/>
                  <a:gd name="connsiteX1" fmla="*/ 990600 w 1476375"/>
                  <a:gd name="connsiteY1" fmla="*/ 0 h 1495425"/>
                  <a:gd name="connsiteX2" fmla="*/ 1400175 w 1476375"/>
                  <a:gd name="connsiteY2" fmla="*/ 342900 h 1495425"/>
                  <a:gd name="connsiteX3" fmla="*/ 1476375 w 1476375"/>
                  <a:gd name="connsiteY3" fmla="*/ 1009650 h 1495425"/>
                  <a:gd name="connsiteX4" fmla="*/ 1276350 w 1476375"/>
                  <a:gd name="connsiteY4" fmla="*/ 1409700 h 1495425"/>
                  <a:gd name="connsiteX5" fmla="*/ 1152525 w 1476375"/>
                  <a:gd name="connsiteY5" fmla="*/ 1495425 h 1495425"/>
                  <a:gd name="connsiteX6" fmla="*/ 0 w 1476375"/>
                  <a:gd name="connsiteY6" fmla="*/ 0 h 1495425"/>
                  <a:gd name="connsiteX0" fmla="*/ 0 w 1476375"/>
                  <a:gd name="connsiteY0" fmla="*/ 0 h 1495425"/>
                  <a:gd name="connsiteX1" fmla="*/ 1152525 w 1476375"/>
                  <a:gd name="connsiteY1" fmla="*/ 76200 h 1495425"/>
                  <a:gd name="connsiteX2" fmla="*/ 1400175 w 1476375"/>
                  <a:gd name="connsiteY2" fmla="*/ 342900 h 1495425"/>
                  <a:gd name="connsiteX3" fmla="*/ 1476375 w 1476375"/>
                  <a:gd name="connsiteY3" fmla="*/ 1009650 h 1495425"/>
                  <a:gd name="connsiteX4" fmla="*/ 1276350 w 1476375"/>
                  <a:gd name="connsiteY4" fmla="*/ 1409700 h 1495425"/>
                  <a:gd name="connsiteX5" fmla="*/ 1152525 w 1476375"/>
                  <a:gd name="connsiteY5" fmla="*/ 1495425 h 1495425"/>
                  <a:gd name="connsiteX6" fmla="*/ 0 w 1476375"/>
                  <a:gd name="connsiteY6" fmla="*/ 0 h 1495425"/>
                  <a:gd name="connsiteX0" fmla="*/ 0 w 1476375"/>
                  <a:gd name="connsiteY0" fmla="*/ 87204 h 1582629"/>
                  <a:gd name="connsiteX1" fmla="*/ 771525 w 1476375"/>
                  <a:gd name="connsiteY1" fmla="*/ 1479 h 1582629"/>
                  <a:gd name="connsiteX2" fmla="*/ 1152525 w 1476375"/>
                  <a:gd name="connsiteY2" fmla="*/ 163404 h 1582629"/>
                  <a:gd name="connsiteX3" fmla="*/ 1400175 w 1476375"/>
                  <a:gd name="connsiteY3" fmla="*/ 430104 h 1582629"/>
                  <a:gd name="connsiteX4" fmla="*/ 1476375 w 1476375"/>
                  <a:gd name="connsiteY4" fmla="*/ 1096854 h 1582629"/>
                  <a:gd name="connsiteX5" fmla="*/ 1276350 w 1476375"/>
                  <a:gd name="connsiteY5" fmla="*/ 1496904 h 1582629"/>
                  <a:gd name="connsiteX6" fmla="*/ 1152525 w 1476375"/>
                  <a:gd name="connsiteY6" fmla="*/ 1582629 h 1582629"/>
                  <a:gd name="connsiteX7" fmla="*/ 0 w 1476375"/>
                  <a:gd name="connsiteY7" fmla="*/ 87204 h 1582629"/>
                  <a:gd name="connsiteX0" fmla="*/ 54378 w 1530753"/>
                  <a:gd name="connsiteY0" fmla="*/ 524221 h 2019646"/>
                  <a:gd name="connsiteX1" fmla="*/ 187728 w 1530753"/>
                  <a:gd name="connsiteY1" fmla="*/ 346 h 2019646"/>
                  <a:gd name="connsiteX2" fmla="*/ 825903 w 1530753"/>
                  <a:gd name="connsiteY2" fmla="*/ 438496 h 2019646"/>
                  <a:gd name="connsiteX3" fmla="*/ 1206903 w 1530753"/>
                  <a:gd name="connsiteY3" fmla="*/ 600421 h 2019646"/>
                  <a:gd name="connsiteX4" fmla="*/ 1454553 w 1530753"/>
                  <a:gd name="connsiteY4" fmla="*/ 867121 h 2019646"/>
                  <a:gd name="connsiteX5" fmla="*/ 1530753 w 1530753"/>
                  <a:gd name="connsiteY5" fmla="*/ 1533871 h 2019646"/>
                  <a:gd name="connsiteX6" fmla="*/ 1330728 w 1530753"/>
                  <a:gd name="connsiteY6" fmla="*/ 1933921 h 2019646"/>
                  <a:gd name="connsiteX7" fmla="*/ 1206903 w 1530753"/>
                  <a:gd name="connsiteY7" fmla="*/ 2019646 h 2019646"/>
                  <a:gd name="connsiteX8" fmla="*/ 54378 w 1530753"/>
                  <a:gd name="connsiteY8" fmla="*/ 524221 h 2019646"/>
                  <a:gd name="connsiteX0" fmla="*/ 45492 w 1521867"/>
                  <a:gd name="connsiteY0" fmla="*/ 524221 h 2019646"/>
                  <a:gd name="connsiteX1" fmla="*/ 178842 w 1521867"/>
                  <a:gd name="connsiteY1" fmla="*/ 346 h 2019646"/>
                  <a:gd name="connsiteX2" fmla="*/ 817017 w 1521867"/>
                  <a:gd name="connsiteY2" fmla="*/ 438496 h 2019646"/>
                  <a:gd name="connsiteX3" fmla="*/ 1198017 w 1521867"/>
                  <a:gd name="connsiteY3" fmla="*/ 600421 h 2019646"/>
                  <a:gd name="connsiteX4" fmla="*/ 1445667 w 1521867"/>
                  <a:gd name="connsiteY4" fmla="*/ 867121 h 2019646"/>
                  <a:gd name="connsiteX5" fmla="*/ 1521867 w 1521867"/>
                  <a:gd name="connsiteY5" fmla="*/ 1533871 h 2019646"/>
                  <a:gd name="connsiteX6" fmla="*/ 1321842 w 1521867"/>
                  <a:gd name="connsiteY6" fmla="*/ 1933921 h 2019646"/>
                  <a:gd name="connsiteX7" fmla="*/ 1198017 w 1521867"/>
                  <a:gd name="connsiteY7" fmla="*/ 2019646 h 2019646"/>
                  <a:gd name="connsiteX8" fmla="*/ 45492 w 1521867"/>
                  <a:gd name="connsiteY8" fmla="*/ 524221 h 2019646"/>
                  <a:gd name="connsiteX0" fmla="*/ 51944 w 1528319"/>
                  <a:gd name="connsiteY0" fmla="*/ 543257 h 2038682"/>
                  <a:gd name="connsiteX1" fmla="*/ 147194 w 1528319"/>
                  <a:gd name="connsiteY1" fmla="*/ 332 h 2038682"/>
                  <a:gd name="connsiteX2" fmla="*/ 823469 w 1528319"/>
                  <a:gd name="connsiteY2" fmla="*/ 457532 h 2038682"/>
                  <a:gd name="connsiteX3" fmla="*/ 1204469 w 1528319"/>
                  <a:gd name="connsiteY3" fmla="*/ 619457 h 2038682"/>
                  <a:gd name="connsiteX4" fmla="*/ 1452119 w 1528319"/>
                  <a:gd name="connsiteY4" fmla="*/ 886157 h 2038682"/>
                  <a:gd name="connsiteX5" fmla="*/ 1528319 w 1528319"/>
                  <a:gd name="connsiteY5" fmla="*/ 1552907 h 2038682"/>
                  <a:gd name="connsiteX6" fmla="*/ 1328294 w 1528319"/>
                  <a:gd name="connsiteY6" fmla="*/ 1952957 h 2038682"/>
                  <a:gd name="connsiteX7" fmla="*/ 1204469 w 1528319"/>
                  <a:gd name="connsiteY7" fmla="*/ 2038682 h 2038682"/>
                  <a:gd name="connsiteX8" fmla="*/ 51944 w 1528319"/>
                  <a:gd name="connsiteY8" fmla="*/ 543257 h 2038682"/>
                  <a:gd name="connsiteX0" fmla="*/ 51944 w 1528319"/>
                  <a:gd name="connsiteY0" fmla="*/ 543257 h 2038682"/>
                  <a:gd name="connsiteX1" fmla="*/ 147194 w 1528319"/>
                  <a:gd name="connsiteY1" fmla="*/ 332 h 2038682"/>
                  <a:gd name="connsiteX2" fmla="*/ 823469 w 1528319"/>
                  <a:gd name="connsiteY2" fmla="*/ 457532 h 2038682"/>
                  <a:gd name="connsiteX3" fmla="*/ 1204469 w 1528319"/>
                  <a:gd name="connsiteY3" fmla="*/ 619457 h 2038682"/>
                  <a:gd name="connsiteX4" fmla="*/ 1452119 w 1528319"/>
                  <a:gd name="connsiteY4" fmla="*/ 886157 h 2038682"/>
                  <a:gd name="connsiteX5" fmla="*/ 1528319 w 1528319"/>
                  <a:gd name="connsiteY5" fmla="*/ 1552907 h 2038682"/>
                  <a:gd name="connsiteX6" fmla="*/ 1328294 w 1528319"/>
                  <a:gd name="connsiteY6" fmla="*/ 1952957 h 2038682"/>
                  <a:gd name="connsiteX7" fmla="*/ 1204469 w 1528319"/>
                  <a:gd name="connsiteY7" fmla="*/ 2038682 h 2038682"/>
                  <a:gd name="connsiteX8" fmla="*/ 23369 w 1528319"/>
                  <a:gd name="connsiteY8" fmla="*/ 981407 h 2038682"/>
                  <a:gd name="connsiteX9" fmla="*/ 51944 w 1528319"/>
                  <a:gd name="connsiteY9" fmla="*/ 543257 h 2038682"/>
                  <a:gd name="connsiteX0" fmla="*/ 51944 w 1528319"/>
                  <a:gd name="connsiteY0" fmla="*/ 543257 h 2038682"/>
                  <a:gd name="connsiteX1" fmla="*/ 147194 w 1528319"/>
                  <a:gd name="connsiteY1" fmla="*/ 332 h 2038682"/>
                  <a:gd name="connsiteX2" fmla="*/ 823469 w 1528319"/>
                  <a:gd name="connsiteY2" fmla="*/ 457532 h 2038682"/>
                  <a:gd name="connsiteX3" fmla="*/ 1204469 w 1528319"/>
                  <a:gd name="connsiteY3" fmla="*/ 619457 h 2038682"/>
                  <a:gd name="connsiteX4" fmla="*/ 1452119 w 1528319"/>
                  <a:gd name="connsiteY4" fmla="*/ 886157 h 2038682"/>
                  <a:gd name="connsiteX5" fmla="*/ 1528319 w 1528319"/>
                  <a:gd name="connsiteY5" fmla="*/ 1552907 h 2038682"/>
                  <a:gd name="connsiteX6" fmla="*/ 1328294 w 1528319"/>
                  <a:gd name="connsiteY6" fmla="*/ 1952957 h 2038682"/>
                  <a:gd name="connsiteX7" fmla="*/ 1204469 w 1528319"/>
                  <a:gd name="connsiteY7" fmla="*/ 2038682 h 2038682"/>
                  <a:gd name="connsiteX8" fmla="*/ 166244 w 1528319"/>
                  <a:gd name="connsiteY8" fmla="*/ 1333832 h 2038682"/>
                  <a:gd name="connsiteX9" fmla="*/ 23369 w 1528319"/>
                  <a:gd name="connsiteY9" fmla="*/ 981407 h 2038682"/>
                  <a:gd name="connsiteX10" fmla="*/ 51944 w 1528319"/>
                  <a:gd name="connsiteY10" fmla="*/ 543257 h 2038682"/>
                  <a:gd name="connsiteX0" fmla="*/ 51944 w 1528319"/>
                  <a:gd name="connsiteY0" fmla="*/ 543257 h 2038682"/>
                  <a:gd name="connsiteX1" fmla="*/ 147194 w 1528319"/>
                  <a:gd name="connsiteY1" fmla="*/ 332 h 2038682"/>
                  <a:gd name="connsiteX2" fmla="*/ 823469 w 1528319"/>
                  <a:gd name="connsiteY2" fmla="*/ 457532 h 2038682"/>
                  <a:gd name="connsiteX3" fmla="*/ 1204469 w 1528319"/>
                  <a:gd name="connsiteY3" fmla="*/ 619457 h 2038682"/>
                  <a:gd name="connsiteX4" fmla="*/ 1452119 w 1528319"/>
                  <a:gd name="connsiteY4" fmla="*/ 886157 h 2038682"/>
                  <a:gd name="connsiteX5" fmla="*/ 1528319 w 1528319"/>
                  <a:gd name="connsiteY5" fmla="*/ 1552907 h 2038682"/>
                  <a:gd name="connsiteX6" fmla="*/ 1328294 w 1528319"/>
                  <a:gd name="connsiteY6" fmla="*/ 1952957 h 2038682"/>
                  <a:gd name="connsiteX7" fmla="*/ 1204469 w 1528319"/>
                  <a:gd name="connsiteY7" fmla="*/ 2038682 h 2038682"/>
                  <a:gd name="connsiteX8" fmla="*/ 394844 w 1528319"/>
                  <a:gd name="connsiteY8" fmla="*/ 1648157 h 2038682"/>
                  <a:gd name="connsiteX9" fmla="*/ 166244 w 1528319"/>
                  <a:gd name="connsiteY9" fmla="*/ 1333832 h 2038682"/>
                  <a:gd name="connsiteX10" fmla="*/ 23369 w 1528319"/>
                  <a:gd name="connsiteY10" fmla="*/ 981407 h 2038682"/>
                  <a:gd name="connsiteX11" fmla="*/ 51944 w 1528319"/>
                  <a:gd name="connsiteY11" fmla="*/ 543257 h 2038682"/>
                  <a:gd name="connsiteX0" fmla="*/ 51944 w 1528319"/>
                  <a:gd name="connsiteY0" fmla="*/ 543257 h 2038682"/>
                  <a:gd name="connsiteX1" fmla="*/ 147194 w 1528319"/>
                  <a:gd name="connsiteY1" fmla="*/ 332 h 2038682"/>
                  <a:gd name="connsiteX2" fmla="*/ 823469 w 1528319"/>
                  <a:gd name="connsiteY2" fmla="*/ 457532 h 2038682"/>
                  <a:gd name="connsiteX3" fmla="*/ 1204469 w 1528319"/>
                  <a:gd name="connsiteY3" fmla="*/ 619457 h 2038682"/>
                  <a:gd name="connsiteX4" fmla="*/ 1452119 w 1528319"/>
                  <a:gd name="connsiteY4" fmla="*/ 886157 h 2038682"/>
                  <a:gd name="connsiteX5" fmla="*/ 1528319 w 1528319"/>
                  <a:gd name="connsiteY5" fmla="*/ 1552907 h 2038682"/>
                  <a:gd name="connsiteX6" fmla="*/ 1328294 w 1528319"/>
                  <a:gd name="connsiteY6" fmla="*/ 1952957 h 2038682"/>
                  <a:gd name="connsiteX7" fmla="*/ 1204469 w 1528319"/>
                  <a:gd name="connsiteY7" fmla="*/ 2038682 h 2038682"/>
                  <a:gd name="connsiteX8" fmla="*/ 394844 w 1528319"/>
                  <a:gd name="connsiteY8" fmla="*/ 1648157 h 2038682"/>
                  <a:gd name="connsiteX9" fmla="*/ 166244 w 1528319"/>
                  <a:gd name="connsiteY9" fmla="*/ 1333832 h 2038682"/>
                  <a:gd name="connsiteX10" fmla="*/ 23369 w 1528319"/>
                  <a:gd name="connsiteY10" fmla="*/ 981407 h 2038682"/>
                  <a:gd name="connsiteX11" fmla="*/ 51944 w 1528319"/>
                  <a:gd name="connsiteY11" fmla="*/ 543257 h 2038682"/>
                  <a:gd name="connsiteX0" fmla="*/ 51944 w 1528319"/>
                  <a:gd name="connsiteY0" fmla="*/ 543257 h 2038682"/>
                  <a:gd name="connsiteX1" fmla="*/ 147194 w 1528319"/>
                  <a:gd name="connsiteY1" fmla="*/ 332 h 2038682"/>
                  <a:gd name="connsiteX2" fmla="*/ 823469 w 1528319"/>
                  <a:gd name="connsiteY2" fmla="*/ 457532 h 2038682"/>
                  <a:gd name="connsiteX3" fmla="*/ 1204469 w 1528319"/>
                  <a:gd name="connsiteY3" fmla="*/ 619457 h 2038682"/>
                  <a:gd name="connsiteX4" fmla="*/ 1452119 w 1528319"/>
                  <a:gd name="connsiteY4" fmla="*/ 886157 h 2038682"/>
                  <a:gd name="connsiteX5" fmla="*/ 1528319 w 1528319"/>
                  <a:gd name="connsiteY5" fmla="*/ 1552907 h 2038682"/>
                  <a:gd name="connsiteX6" fmla="*/ 1328294 w 1528319"/>
                  <a:gd name="connsiteY6" fmla="*/ 1952957 h 2038682"/>
                  <a:gd name="connsiteX7" fmla="*/ 1204469 w 1528319"/>
                  <a:gd name="connsiteY7" fmla="*/ 2038682 h 2038682"/>
                  <a:gd name="connsiteX8" fmla="*/ 394844 w 1528319"/>
                  <a:gd name="connsiteY8" fmla="*/ 1648157 h 2038682"/>
                  <a:gd name="connsiteX9" fmla="*/ 166244 w 1528319"/>
                  <a:gd name="connsiteY9" fmla="*/ 1333832 h 2038682"/>
                  <a:gd name="connsiteX10" fmla="*/ 23369 w 1528319"/>
                  <a:gd name="connsiteY10" fmla="*/ 981407 h 2038682"/>
                  <a:gd name="connsiteX11" fmla="*/ 51944 w 1528319"/>
                  <a:gd name="connsiteY11" fmla="*/ 543257 h 2038682"/>
                  <a:gd name="connsiteX0" fmla="*/ 51944 w 1528319"/>
                  <a:gd name="connsiteY0" fmla="*/ 543257 h 2038682"/>
                  <a:gd name="connsiteX1" fmla="*/ 147194 w 1528319"/>
                  <a:gd name="connsiteY1" fmla="*/ 332 h 2038682"/>
                  <a:gd name="connsiteX2" fmla="*/ 823469 w 1528319"/>
                  <a:gd name="connsiteY2" fmla="*/ 457532 h 2038682"/>
                  <a:gd name="connsiteX3" fmla="*/ 1204469 w 1528319"/>
                  <a:gd name="connsiteY3" fmla="*/ 619457 h 2038682"/>
                  <a:gd name="connsiteX4" fmla="*/ 1452119 w 1528319"/>
                  <a:gd name="connsiteY4" fmla="*/ 886157 h 2038682"/>
                  <a:gd name="connsiteX5" fmla="*/ 1528319 w 1528319"/>
                  <a:gd name="connsiteY5" fmla="*/ 1552907 h 2038682"/>
                  <a:gd name="connsiteX6" fmla="*/ 1328294 w 1528319"/>
                  <a:gd name="connsiteY6" fmla="*/ 1952957 h 2038682"/>
                  <a:gd name="connsiteX7" fmla="*/ 1204469 w 1528319"/>
                  <a:gd name="connsiteY7" fmla="*/ 2038682 h 2038682"/>
                  <a:gd name="connsiteX8" fmla="*/ 394844 w 1528319"/>
                  <a:gd name="connsiteY8" fmla="*/ 1648157 h 2038682"/>
                  <a:gd name="connsiteX9" fmla="*/ 166244 w 1528319"/>
                  <a:gd name="connsiteY9" fmla="*/ 1333832 h 2038682"/>
                  <a:gd name="connsiteX10" fmla="*/ 23369 w 1528319"/>
                  <a:gd name="connsiteY10" fmla="*/ 981407 h 2038682"/>
                  <a:gd name="connsiteX11" fmla="*/ 51944 w 1528319"/>
                  <a:gd name="connsiteY11" fmla="*/ 543257 h 2038682"/>
                  <a:gd name="connsiteX0" fmla="*/ 66239 w 1542614"/>
                  <a:gd name="connsiteY0" fmla="*/ 543257 h 2038682"/>
                  <a:gd name="connsiteX1" fmla="*/ 161489 w 1542614"/>
                  <a:gd name="connsiteY1" fmla="*/ 332 h 2038682"/>
                  <a:gd name="connsiteX2" fmla="*/ 837764 w 1542614"/>
                  <a:gd name="connsiteY2" fmla="*/ 457532 h 2038682"/>
                  <a:gd name="connsiteX3" fmla="*/ 1218764 w 1542614"/>
                  <a:gd name="connsiteY3" fmla="*/ 619457 h 2038682"/>
                  <a:gd name="connsiteX4" fmla="*/ 1466414 w 1542614"/>
                  <a:gd name="connsiteY4" fmla="*/ 886157 h 2038682"/>
                  <a:gd name="connsiteX5" fmla="*/ 1542614 w 1542614"/>
                  <a:gd name="connsiteY5" fmla="*/ 1552907 h 2038682"/>
                  <a:gd name="connsiteX6" fmla="*/ 1342589 w 1542614"/>
                  <a:gd name="connsiteY6" fmla="*/ 1952957 h 2038682"/>
                  <a:gd name="connsiteX7" fmla="*/ 1218764 w 1542614"/>
                  <a:gd name="connsiteY7" fmla="*/ 2038682 h 2038682"/>
                  <a:gd name="connsiteX8" fmla="*/ 409139 w 1542614"/>
                  <a:gd name="connsiteY8" fmla="*/ 1648157 h 2038682"/>
                  <a:gd name="connsiteX9" fmla="*/ 180539 w 1542614"/>
                  <a:gd name="connsiteY9" fmla="*/ 1333832 h 2038682"/>
                  <a:gd name="connsiteX10" fmla="*/ 37664 w 1542614"/>
                  <a:gd name="connsiteY10" fmla="*/ 981407 h 2038682"/>
                  <a:gd name="connsiteX11" fmla="*/ 66239 w 1542614"/>
                  <a:gd name="connsiteY11" fmla="*/ 543257 h 2038682"/>
                  <a:gd name="connsiteX0" fmla="*/ 66239 w 1542614"/>
                  <a:gd name="connsiteY0" fmla="*/ 543257 h 2038682"/>
                  <a:gd name="connsiteX1" fmla="*/ 161489 w 1542614"/>
                  <a:gd name="connsiteY1" fmla="*/ 332 h 2038682"/>
                  <a:gd name="connsiteX2" fmla="*/ 837764 w 1542614"/>
                  <a:gd name="connsiteY2" fmla="*/ 457532 h 2038682"/>
                  <a:gd name="connsiteX3" fmla="*/ 1218764 w 1542614"/>
                  <a:gd name="connsiteY3" fmla="*/ 619457 h 2038682"/>
                  <a:gd name="connsiteX4" fmla="*/ 1466414 w 1542614"/>
                  <a:gd name="connsiteY4" fmla="*/ 886157 h 2038682"/>
                  <a:gd name="connsiteX5" fmla="*/ 1542614 w 1542614"/>
                  <a:gd name="connsiteY5" fmla="*/ 1552907 h 2038682"/>
                  <a:gd name="connsiteX6" fmla="*/ 1342589 w 1542614"/>
                  <a:gd name="connsiteY6" fmla="*/ 1952957 h 2038682"/>
                  <a:gd name="connsiteX7" fmla="*/ 1218764 w 1542614"/>
                  <a:gd name="connsiteY7" fmla="*/ 2038682 h 2038682"/>
                  <a:gd name="connsiteX8" fmla="*/ 409139 w 1542614"/>
                  <a:gd name="connsiteY8" fmla="*/ 1648157 h 2038682"/>
                  <a:gd name="connsiteX9" fmla="*/ 180539 w 1542614"/>
                  <a:gd name="connsiteY9" fmla="*/ 1333832 h 2038682"/>
                  <a:gd name="connsiteX10" fmla="*/ 37664 w 1542614"/>
                  <a:gd name="connsiteY10" fmla="*/ 981407 h 2038682"/>
                  <a:gd name="connsiteX11" fmla="*/ 66239 w 1542614"/>
                  <a:gd name="connsiteY11" fmla="*/ 543257 h 2038682"/>
                  <a:gd name="connsiteX0" fmla="*/ 66239 w 1542614"/>
                  <a:gd name="connsiteY0" fmla="*/ 543257 h 2038682"/>
                  <a:gd name="connsiteX1" fmla="*/ 161489 w 1542614"/>
                  <a:gd name="connsiteY1" fmla="*/ 332 h 2038682"/>
                  <a:gd name="connsiteX2" fmla="*/ 837764 w 1542614"/>
                  <a:gd name="connsiteY2" fmla="*/ 457532 h 2038682"/>
                  <a:gd name="connsiteX3" fmla="*/ 1218764 w 1542614"/>
                  <a:gd name="connsiteY3" fmla="*/ 619457 h 2038682"/>
                  <a:gd name="connsiteX4" fmla="*/ 1466414 w 1542614"/>
                  <a:gd name="connsiteY4" fmla="*/ 886157 h 2038682"/>
                  <a:gd name="connsiteX5" fmla="*/ 1542614 w 1542614"/>
                  <a:gd name="connsiteY5" fmla="*/ 1552907 h 2038682"/>
                  <a:gd name="connsiteX6" fmla="*/ 1342589 w 1542614"/>
                  <a:gd name="connsiteY6" fmla="*/ 1952957 h 2038682"/>
                  <a:gd name="connsiteX7" fmla="*/ 1218764 w 1542614"/>
                  <a:gd name="connsiteY7" fmla="*/ 2038682 h 2038682"/>
                  <a:gd name="connsiteX8" fmla="*/ 409139 w 1542614"/>
                  <a:gd name="connsiteY8" fmla="*/ 1648157 h 2038682"/>
                  <a:gd name="connsiteX9" fmla="*/ 180539 w 1542614"/>
                  <a:gd name="connsiteY9" fmla="*/ 1333832 h 2038682"/>
                  <a:gd name="connsiteX10" fmla="*/ 37664 w 1542614"/>
                  <a:gd name="connsiteY10" fmla="*/ 981407 h 2038682"/>
                  <a:gd name="connsiteX11" fmla="*/ 66239 w 1542614"/>
                  <a:gd name="connsiteY11" fmla="*/ 543257 h 2038682"/>
                  <a:gd name="connsiteX0" fmla="*/ 66239 w 1542614"/>
                  <a:gd name="connsiteY0" fmla="*/ 543257 h 2038682"/>
                  <a:gd name="connsiteX1" fmla="*/ 161489 w 1542614"/>
                  <a:gd name="connsiteY1" fmla="*/ 332 h 2038682"/>
                  <a:gd name="connsiteX2" fmla="*/ 837764 w 1542614"/>
                  <a:gd name="connsiteY2" fmla="*/ 457532 h 2038682"/>
                  <a:gd name="connsiteX3" fmla="*/ 1218764 w 1542614"/>
                  <a:gd name="connsiteY3" fmla="*/ 619457 h 2038682"/>
                  <a:gd name="connsiteX4" fmla="*/ 1466414 w 1542614"/>
                  <a:gd name="connsiteY4" fmla="*/ 886157 h 2038682"/>
                  <a:gd name="connsiteX5" fmla="*/ 1542614 w 1542614"/>
                  <a:gd name="connsiteY5" fmla="*/ 1552907 h 2038682"/>
                  <a:gd name="connsiteX6" fmla="*/ 1342589 w 1542614"/>
                  <a:gd name="connsiteY6" fmla="*/ 1952957 h 2038682"/>
                  <a:gd name="connsiteX7" fmla="*/ 1218764 w 1542614"/>
                  <a:gd name="connsiteY7" fmla="*/ 2038682 h 2038682"/>
                  <a:gd name="connsiteX8" fmla="*/ 409139 w 1542614"/>
                  <a:gd name="connsiteY8" fmla="*/ 1648157 h 2038682"/>
                  <a:gd name="connsiteX9" fmla="*/ 180539 w 1542614"/>
                  <a:gd name="connsiteY9" fmla="*/ 1333832 h 2038682"/>
                  <a:gd name="connsiteX10" fmla="*/ 37664 w 1542614"/>
                  <a:gd name="connsiteY10" fmla="*/ 981407 h 2038682"/>
                  <a:gd name="connsiteX11" fmla="*/ 66239 w 1542614"/>
                  <a:gd name="connsiteY11" fmla="*/ 543257 h 2038682"/>
                  <a:gd name="connsiteX0" fmla="*/ 66239 w 1542614"/>
                  <a:gd name="connsiteY0" fmla="*/ 543257 h 2038682"/>
                  <a:gd name="connsiteX1" fmla="*/ 161489 w 1542614"/>
                  <a:gd name="connsiteY1" fmla="*/ 332 h 2038682"/>
                  <a:gd name="connsiteX2" fmla="*/ 837764 w 1542614"/>
                  <a:gd name="connsiteY2" fmla="*/ 457532 h 2038682"/>
                  <a:gd name="connsiteX3" fmla="*/ 1218764 w 1542614"/>
                  <a:gd name="connsiteY3" fmla="*/ 619457 h 2038682"/>
                  <a:gd name="connsiteX4" fmla="*/ 1466414 w 1542614"/>
                  <a:gd name="connsiteY4" fmla="*/ 886157 h 2038682"/>
                  <a:gd name="connsiteX5" fmla="*/ 1542614 w 1542614"/>
                  <a:gd name="connsiteY5" fmla="*/ 1552907 h 2038682"/>
                  <a:gd name="connsiteX6" fmla="*/ 1342589 w 1542614"/>
                  <a:gd name="connsiteY6" fmla="*/ 1952957 h 2038682"/>
                  <a:gd name="connsiteX7" fmla="*/ 1218764 w 1542614"/>
                  <a:gd name="connsiteY7" fmla="*/ 2038682 h 2038682"/>
                  <a:gd name="connsiteX8" fmla="*/ 409139 w 1542614"/>
                  <a:gd name="connsiteY8" fmla="*/ 1648157 h 2038682"/>
                  <a:gd name="connsiteX9" fmla="*/ 180539 w 1542614"/>
                  <a:gd name="connsiteY9" fmla="*/ 1333832 h 2038682"/>
                  <a:gd name="connsiteX10" fmla="*/ 37664 w 1542614"/>
                  <a:gd name="connsiteY10" fmla="*/ 981407 h 2038682"/>
                  <a:gd name="connsiteX11" fmla="*/ 66239 w 1542614"/>
                  <a:gd name="connsiteY11" fmla="*/ 543257 h 2038682"/>
                  <a:gd name="connsiteX0" fmla="*/ 66239 w 1625679"/>
                  <a:gd name="connsiteY0" fmla="*/ 543257 h 2038682"/>
                  <a:gd name="connsiteX1" fmla="*/ 161489 w 1625679"/>
                  <a:gd name="connsiteY1" fmla="*/ 332 h 2038682"/>
                  <a:gd name="connsiteX2" fmla="*/ 837764 w 1625679"/>
                  <a:gd name="connsiteY2" fmla="*/ 457532 h 2038682"/>
                  <a:gd name="connsiteX3" fmla="*/ 1218764 w 1625679"/>
                  <a:gd name="connsiteY3" fmla="*/ 619457 h 2038682"/>
                  <a:gd name="connsiteX4" fmla="*/ 1466414 w 1625679"/>
                  <a:gd name="connsiteY4" fmla="*/ 886157 h 2038682"/>
                  <a:gd name="connsiteX5" fmla="*/ 1542614 w 1625679"/>
                  <a:gd name="connsiteY5" fmla="*/ 1552907 h 2038682"/>
                  <a:gd name="connsiteX6" fmla="*/ 1342589 w 1625679"/>
                  <a:gd name="connsiteY6" fmla="*/ 1952957 h 2038682"/>
                  <a:gd name="connsiteX7" fmla="*/ 1218764 w 1625679"/>
                  <a:gd name="connsiteY7" fmla="*/ 2038682 h 2038682"/>
                  <a:gd name="connsiteX8" fmla="*/ 409139 w 1625679"/>
                  <a:gd name="connsiteY8" fmla="*/ 1648157 h 2038682"/>
                  <a:gd name="connsiteX9" fmla="*/ 180539 w 1625679"/>
                  <a:gd name="connsiteY9" fmla="*/ 1333832 h 2038682"/>
                  <a:gd name="connsiteX10" fmla="*/ 37664 w 1625679"/>
                  <a:gd name="connsiteY10" fmla="*/ 981407 h 2038682"/>
                  <a:gd name="connsiteX11" fmla="*/ 66239 w 1625679"/>
                  <a:gd name="connsiteY11" fmla="*/ 543257 h 2038682"/>
                  <a:gd name="connsiteX0" fmla="*/ 66239 w 1625679"/>
                  <a:gd name="connsiteY0" fmla="*/ 543257 h 2038682"/>
                  <a:gd name="connsiteX1" fmla="*/ 161489 w 1625679"/>
                  <a:gd name="connsiteY1" fmla="*/ 332 h 2038682"/>
                  <a:gd name="connsiteX2" fmla="*/ 837764 w 1625679"/>
                  <a:gd name="connsiteY2" fmla="*/ 457532 h 2038682"/>
                  <a:gd name="connsiteX3" fmla="*/ 1218764 w 1625679"/>
                  <a:gd name="connsiteY3" fmla="*/ 619457 h 2038682"/>
                  <a:gd name="connsiteX4" fmla="*/ 1466414 w 1625679"/>
                  <a:gd name="connsiteY4" fmla="*/ 886157 h 2038682"/>
                  <a:gd name="connsiteX5" fmla="*/ 1542614 w 1625679"/>
                  <a:gd name="connsiteY5" fmla="*/ 1552907 h 2038682"/>
                  <a:gd name="connsiteX6" fmla="*/ 1342589 w 1625679"/>
                  <a:gd name="connsiteY6" fmla="*/ 1952957 h 2038682"/>
                  <a:gd name="connsiteX7" fmla="*/ 1218764 w 1625679"/>
                  <a:gd name="connsiteY7" fmla="*/ 2038682 h 2038682"/>
                  <a:gd name="connsiteX8" fmla="*/ 409139 w 1625679"/>
                  <a:gd name="connsiteY8" fmla="*/ 1648157 h 2038682"/>
                  <a:gd name="connsiteX9" fmla="*/ 180539 w 1625679"/>
                  <a:gd name="connsiteY9" fmla="*/ 1333832 h 2038682"/>
                  <a:gd name="connsiteX10" fmla="*/ 37664 w 1625679"/>
                  <a:gd name="connsiteY10" fmla="*/ 981407 h 2038682"/>
                  <a:gd name="connsiteX11" fmla="*/ 66239 w 1625679"/>
                  <a:gd name="connsiteY11" fmla="*/ 543257 h 20386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625679" h="2038682">
                    <a:moveTo>
                      <a:pt x="66239" y="543257"/>
                    </a:moveTo>
                    <a:cubicBezTo>
                      <a:pt x="37664" y="352757"/>
                      <a:pt x="90052" y="262270"/>
                      <a:pt x="161489" y="332"/>
                    </a:cubicBezTo>
                    <a:cubicBezTo>
                      <a:pt x="290077" y="-13955"/>
                      <a:pt x="704414" y="436895"/>
                      <a:pt x="837764" y="457532"/>
                    </a:cubicBezTo>
                    <a:cubicBezTo>
                      <a:pt x="964764" y="511507"/>
                      <a:pt x="1110814" y="498807"/>
                      <a:pt x="1218764" y="619457"/>
                    </a:cubicBezTo>
                    <a:cubicBezTo>
                      <a:pt x="1421964" y="703595"/>
                      <a:pt x="1385452" y="717882"/>
                      <a:pt x="1466414" y="886157"/>
                    </a:cubicBezTo>
                    <a:cubicBezTo>
                      <a:pt x="1547376" y="1054432"/>
                      <a:pt x="1733114" y="1383044"/>
                      <a:pt x="1542614" y="1552907"/>
                    </a:cubicBezTo>
                    <a:cubicBezTo>
                      <a:pt x="1561664" y="1829132"/>
                      <a:pt x="1409264" y="1819607"/>
                      <a:pt x="1342589" y="1952957"/>
                    </a:cubicBezTo>
                    <a:lnTo>
                      <a:pt x="1218764" y="2038682"/>
                    </a:lnTo>
                    <a:cubicBezTo>
                      <a:pt x="1079064" y="1976770"/>
                      <a:pt x="601227" y="2013282"/>
                      <a:pt x="409139" y="1648157"/>
                    </a:cubicBezTo>
                    <a:cubicBezTo>
                      <a:pt x="236102" y="1530682"/>
                      <a:pt x="248802" y="1500520"/>
                      <a:pt x="180539" y="1333832"/>
                    </a:cubicBezTo>
                    <a:cubicBezTo>
                      <a:pt x="102752" y="1233820"/>
                      <a:pt x="10676" y="1108407"/>
                      <a:pt x="37664" y="981407"/>
                    </a:cubicBezTo>
                    <a:cubicBezTo>
                      <a:pt x="-57586" y="702007"/>
                      <a:pt x="56714" y="689307"/>
                      <a:pt x="66239" y="54325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6" name="Rectangle 21">
                <a:extLst>
                  <a:ext uri="{FF2B5EF4-FFF2-40B4-BE49-F238E27FC236}">
                    <a16:creationId xmlns:a16="http://schemas.microsoft.com/office/drawing/2014/main" id="{8B6418D1-497C-B9E6-07DF-B83AC0A8EDCD}"/>
                  </a:ext>
                </a:extLst>
              </p:cNvPr>
              <p:cNvSpPr/>
              <p:nvPr/>
            </p:nvSpPr>
            <p:spPr>
              <a:xfrm rot="2339417">
                <a:off x="4240894" y="3732437"/>
                <a:ext cx="263754" cy="499192"/>
              </a:xfrm>
              <a:custGeom>
                <a:avLst/>
                <a:gdLst>
                  <a:gd name="connsiteX0" fmla="*/ 0 w 247650"/>
                  <a:gd name="connsiteY0" fmla="*/ 0 h 381000"/>
                  <a:gd name="connsiteX1" fmla="*/ 247650 w 247650"/>
                  <a:gd name="connsiteY1" fmla="*/ 0 h 381000"/>
                  <a:gd name="connsiteX2" fmla="*/ 247650 w 247650"/>
                  <a:gd name="connsiteY2" fmla="*/ 381000 h 381000"/>
                  <a:gd name="connsiteX3" fmla="*/ 0 w 247650"/>
                  <a:gd name="connsiteY3" fmla="*/ 381000 h 381000"/>
                  <a:gd name="connsiteX4" fmla="*/ 0 w 247650"/>
                  <a:gd name="connsiteY4" fmla="*/ 0 h 381000"/>
                  <a:gd name="connsiteX0" fmla="*/ 304800 w 552450"/>
                  <a:gd name="connsiteY0" fmla="*/ 0 h 381000"/>
                  <a:gd name="connsiteX1" fmla="*/ 552450 w 552450"/>
                  <a:gd name="connsiteY1" fmla="*/ 0 h 381000"/>
                  <a:gd name="connsiteX2" fmla="*/ 552450 w 552450"/>
                  <a:gd name="connsiteY2" fmla="*/ 381000 h 381000"/>
                  <a:gd name="connsiteX3" fmla="*/ 0 w 552450"/>
                  <a:gd name="connsiteY3" fmla="*/ 352425 h 381000"/>
                  <a:gd name="connsiteX4" fmla="*/ 304800 w 552450"/>
                  <a:gd name="connsiteY4" fmla="*/ 0 h 381000"/>
                  <a:gd name="connsiteX0" fmla="*/ 304800 w 552450"/>
                  <a:gd name="connsiteY0" fmla="*/ 0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4" fmla="*/ 304800 w 552450"/>
                  <a:gd name="connsiteY4" fmla="*/ 0 h 485775"/>
                  <a:gd name="connsiteX0" fmla="*/ 0 w 552450"/>
                  <a:gd name="connsiteY0" fmla="*/ 352425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0" fmla="*/ 0 w 2028825"/>
                  <a:gd name="connsiteY0" fmla="*/ 1895475 h 2028825"/>
                  <a:gd name="connsiteX1" fmla="*/ 2028825 w 2028825"/>
                  <a:gd name="connsiteY1" fmla="*/ 0 h 2028825"/>
                  <a:gd name="connsiteX2" fmla="*/ 428625 w 2028825"/>
                  <a:gd name="connsiteY2" fmla="*/ 2028825 h 2028825"/>
                  <a:gd name="connsiteX3" fmla="*/ 0 w 2028825"/>
                  <a:gd name="connsiteY3" fmla="*/ 1895475 h 2028825"/>
                  <a:gd name="connsiteX0" fmla="*/ 1066800 w 1495425"/>
                  <a:gd name="connsiteY0" fmla="*/ 25527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1066800 w 1495425"/>
                  <a:gd name="connsiteY3" fmla="*/ 2552700 h 2686050"/>
                  <a:gd name="connsiteX0" fmla="*/ 847725 w 1495425"/>
                  <a:gd name="connsiteY0" fmla="*/ 24384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847725 w 1495425"/>
                  <a:gd name="connsiteY3" fmla="*/ 2438400 h 2686050"/>
                  <a:gd name="connsiteX0" fmla="*/ 847725 w 1228725"/>
                  <a:gd name="connsiteY0" fmla="*/ 243840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47725 w 1228725"/>
                  <a:gd name="connsiteY3" fmla="*/ 243840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8725" h="2543175">
                    <a:moveTo>
                      <a:pt x="876300" y="2428875"/>
                    </a:moveTo>
                    <a:cubicBezTo>
                      <a:pt x="1222375" y="1581150"/>
                      <a:pt x="292100" y="809625"/>
                      <a:pt x="0" y="0"/>
                    </a:cubicBezTo>
                    <a:cubicBezTo>
                      <a:pt x="409575" y="847725"/>
                      <a:pt x="1219200" y="1390650"/>
                      <a:pt x="1228725" y="2543175"/>
                    </a:cubicBezTo>
                    <a:lnTo>
                      <a:pt x="876300" y="2428875"/>
                    </a:lnTo>
                    <a:close/>
                  </a:path>
                </a:pathLst>
              </a:custGeom>
              <a:solidFill>
                <a:schemeClr val="accent6">
                  <a:lumMod val="5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" name="Rectangle 21">
                <a:extLst>
                  <a:ext uri="{FF2B5EF4-FFF2-40B4-BE49-F238E27FC236}">
                    <a16:creationId xmlns:a16="http://schemas.microsoft.com/office/drawing/2014/main" id="{29C3A728-A8F4-6DA7-FDE6-54270CFB658A}"/>
                  </a:ext>
                </a:extLst>
              </p:cNvPr>
              <p:cNvSpPr/>
              <p:nvPr/>
            </p:nvSpPr>
            <p:spPr>
              <a:xfrm rot="16200000" flipH="1">
                <a:off x="3974990" y="3981478"/>
                <a:ext cx="263754" cy="499192"/>
              </a:xfrm>
              <a:custGeom>
                <a:avLst/>
                <a:gdLst>
                  <a:gd name="connsiteX0" fmla="*/ 0 w 247650"/>
                  <a:gd name="connsiteY0" fmla="*/ 0 h 381000"/>
                  <a:gd name="connsiteX1" fmla="*/ 247650 w 247650"/>
                  <a:gd name="connsiteY1" fmla="*/ 0 h 381000"/>
                  <a:gd name="connsiteX2" fmla="*/ 247650 w 247650"/>
                  <a:gd name="connsiteY2" fmla="*/ 381000 h 381000"/>
                  <a:gd name="connsiteX3" fmla="*/ 0 w 247650"/>
                  <a:gd name="connsiteY3" fmla="*/ 381000 h 381000"/>
                  <a:gd name="connsiteX4" fmla="*/ 0 w 247650"/>
                  <a:gd name="connsiteY4" fmla="*/ 0 h 381000"/>
                  <a:gd name="connsiteX0" fmla="*/ 304800 w 552450"/>
                  <a:gd name="connsiteY0" fmla="*/ 0 h 381000"/>
                  <a:gd name="connsiteX1" fmla="*/ 552450 w 552450"/>
                  <a:gd name="connsiteY1" fmla="*/ 0 h 381000"/>
                  <a:gd name="connsiteX2" fmla="*/ 552450 w 552450"/>
                  <a:gd name="connsiteY2" fmla="*/ 381000 h 381000"/>
                  <a:gd name="connsiteX3" fmla="*/ 0 w 552450"/>
                  <a:gd name="connsiteY3" fmla="*/ 352425 h 381000"/>
                  <a:gd name="connsiteX4" fmla="*/ 304800 w 552450"/>
                  <a:gd name="connsiteY4" fmla="*/ 0 h 381000"/>
                  <a:gd name="connsiteX0" fmla="*/ 304800 w 552450"/>
                  <a:gd name="connsiteY0" fmla="*/ 0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4" fmla="*/ 304800 w 552450"/>
                  <a:gd name="connsiteY4" fmla="*/ 0 h 485775"/>
                  <a:gd name="connsiteX0" fmla="*/ 0 w 552450"/>
                  <a:gd name="connsiteY0" fmla="*/ 352425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0" fmla="*/ 0 w 2028825"/>
                  <a:gd name="connsiteY0" fmla="*/ 1895475 h 2028825"/>
                  <a:gd name="connsiteX1" fmla="*/ 2028825 w 2028825"/>
                  <a:gd name="connsiteY1" fmla="*/ 0 h 2028825"/>
                  <a:gd name="connsiteX2" fmla="*/ 428625 w 2028825"/>
                  <a:gd name="connsiteY2" fmla="*/ 2028825 h 2028825"/>
                  <a:gd name="connsiteX3" fmla="*/ 0 w 2028825"/>
                  <a:gd name="connsiteY3" fmla="*/ 1895475 h 2028825"/>
                  <a:gd name="connsiteX0" fmla="*/ 1066800 w 1495425"/>
                  <a:gd name="connsiteY0" fmla="*/ 25527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1066800 w 1495425"/>
                  <a:gd name="connsiteY3" fmla="*/ 2552700 h 2686050"/>
                  <a:gd name="connsiteX0" fmla="*/ 847725 w 1495425"/>
                  <a:gd name="connsiteY0" fmla="*/ 24384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847725 w 1495425"/>
                  <a:gd name="connsiteY3" fmla="*/ 2438400 h 2686050"/>
                  <a:gd name="connsiteX0" fmla="*/ 847725 w 1228725"/>
                  <a:gd name="connsiteY0" fmla="*/ 243840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47725 w 1228725"/>
                  <a:gd name="connsiteY3" fmla="*/ 243840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8725" h="2543175">
                    <a:moveTo>
                      <a:pt x="876300" y="2428875"/>
                    </a:moveTo>
                    <a:cubicBezTo>
                      <a:pt x="1222375" y="1581150"/>
                      <a:pt x="292100" y="809625"/>
                      <a:pt x="0" y="0"/>
                    </a:cubicBezTo>
                    <a:cubicBezTo>
                      <a:pt x="409575" y="847725"/>
                      <a:pt x="1219200" y="1390650"/>
                      <a:pt x="1228725" y="2543175"/>
                    </a:cubicBezTo>
                    <a:lnTo>
                      <a:pt x="876300" y="2428875"/>
                    </a:lnTo>
                    <a:close/>
                  </a:path>
                </a:pathLst>
              </a:custGeom>
              <a:solidFill>
                <a:schemeClr val="accent6">
                  <a:lumMod val="5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" name="Rectangle 21">
                <a:extLst>
                  <a:ext uri="{FF2B5EF4-FFF2-40B4-BE49-F238E27FC236}">
                    <a16:creationId xmlns:a16="http://schemas.microsoft.com/office/drawing/2014/main" id="{70E90095-B2AF-2EE3-08F6-64E38A2756E9}"/>
                  </a:ext>
                </a:extLst>
              </p:cNvPr>
              <p:cNvSpPr/>
              <p:nvPr/>
            </p:nvSpPr>
            <p:spPr>
              <a:xfrm rot="1659284">
                <a:off x="3918216" y="3296362"/>
                <a:ext cx="263754" cy="499192"/>
              </a:xfrm>
              <a:custGeom>
                <a:avLst/>
                <a:gdLst>
                  <a:gd name="connsiteX0" fmla="*/ 0 w 247650"/>
                  <a:gd name="connsiteY0" fmla="*/ 0 h 381000"/>
                  <a:gd name="connsiteX1" fmla="*/ 247650 w 247650"/>
                  <a:gd name="connsiteY1" fmla="*/ 0 h 381000"/>
                  <a:gd name="connsiteX2" fmla="*/ 247650 w 247650"/>
                  <a:gd name="connsiteY2" fmla="*/ 381000 h 381000"/>
                  <a:gd name="connsiteX3" fmla="*/ 0 w 247650"/>
                  <a:gd name="connsiteY3" fmla="*/ 381000 h 381000"/>
                  <a:gd name="connsiteX4" fmla="*/ 0 w 247650"/>
                  <a:gd name="connsiteY4" fmla="*/ 0 h 381000"/>
                  <a:gd name="connsiteX0" fmla="*/ 304800 w 552450"/>
                  <a:gd name="connsiteY0" fmla="*/ 0 h 381000"/>
                  <a:gd name="connsiteX1" fmla="*/ 552450 w 552450"/>
                  <a:gd name="connsiteY1" fmla="*/ 0 h 381000"/>
                  <a:gd name="connsiteX2" fmla="*/ 552450 w 552450"/>
                  <a:gd name="connsiteY2" fmla="*/ 381000 h 381000"/>
                  <a:gd name="connsiteX3" fmla="*/ 0 w 552450"/>
                  <a:gd name="connsiteY3" fmla="*/ 352425 h 381000"/>
                  <a:gd name="connsiteX4" fmla="*/ 304800 w 552450"/>
                  <a:gd name="connsiteY4" fmla="*/ 0 h 381000"/>
                  <a:gd name="connsiteX0" fmla="*/ 304800 w 552450"/>
                  <a:gd name="connsiteY0" fmla="*/ 0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4" fmla="*/ 304800 w 552450"/>
                  <a:gd name="connsiteY4" fmla="*/ 0 h 485775"/>
                  <a:gd name="connsiteX0" fmla="*/ 0 w 552450"/>
                  <a:gd name="connsiteY0" fmla="*/ 352425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0" fmla="*/ 0 w 2028825"/>
                  <a:gd name="connsiteY0" fmla="*/ 1895475 h 2028825"/>
                  <a:gd name="connsiteX1" fmla="*/ 2028825 w 2028825"/>
                  <a:gd name="connsiteY1" fmla="*/ 0 h 2028825"/>
                  <a:gd name="connsiteX2" fmla="*/ 428625 w 2028825"/>
                  <a:gd name="connsiteY2" fmla="*/ 2028825 h 2028825"/>
                  <a:gd name="connsiteX3" fmla="*/ 0 w 2028825"/>
                  <a:gd name="connsiteY3" fmla="*/ 1895475 h 2028825"/>
                  <a:gd name="connsiteX0" fmla="*/ 1066800 w 1495425"/>
                  <a:gd name="connsiteY0" fmla="*/ 25527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1066800 w 1495425"/>
                  <a:gd name="connsiteY3" fmla="*/ 2552700 h 2686050"/>
                  <a:gd name="connsiteX0" fmla="*/ 847725 w 1495425"/>
                  <a:gd name="connsiteY0" fmla="*/ 24384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847725 w 1495425"/>
                  <a:gd name="connsiteY3" fmla="*/ 2438400 h 2686050"/>
                  <a:gd name="connsiteX0" fmla="*/ 847725 w 1228725"/>
                  <a:gd name="connsiteY0" fmla="*/ 243840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47725 w 1228725"/>
                  <a:gd name="connsiteY3" fmla="*/ 243840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8725" h="2543175">
                    <a:moveTo>
                      <a:pt x="876300" y="2428875"/>
                    </a:moveTo>
                    <a:cubicBezTo>
                      <a:pt x="1222375" y="1581150"/>
                      <a:pt x="292100" y="809625"/>
                      <a:pt x="0" y="0"/>
                    </a:cubicBezTo>
                    <a:cubicBezTo>
                      <a:pt x="409575" y="847725"/>
                      <a:pt x="1219200" y="1390650"/>
                      <a:pt x="1228725" y="2543175"/>
                    </a:cubicBezTo>
                    <a:lnTo>
                      <a:pt x="876300" y="2428875"/>
                    </a:lnTo>
                    <a:close/>
                  </a:path>
                </a:pathLst>
              </a:custGeom>
              <a:solidFill>
                <a:schemeClr val="accent6">
                  <a:lumMod val="5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Rectangle 21">
                <a:extLst>
                  <a:ext uri="{FF2B5EF4-FFF2-40B4-BE49-F238E27FC236}">
                    <a16:creationId xmlns:a16="http://schemas.microsoft.com/office/drawing/2014/main" id="{8A3B2D1C-167A-BCF9-CC5E-9C10EA76D4F0}"/>
                  </a:ext>
                </a:extLst>
              </p:cNvPr>
              <p:cNvSpPr/>
              <p:nvPr/>
            </p:nvSpPr>
            <p:spPr>
              <a:xfrm rot="16200000" flipH="1">
                <a:off x="3709086" y="3516086"/>
                <a:ext cx="263754" cy="499192"/>
              </a:xfrm>
              <a:custGeom>
                <a:avLst/>
                <a:gdLst>
                  <a:gd name="connsiteX0" fmla="*/ 0 w 247650"/>
                  <a:gd name="connsiteY0" fmla="*/ 0 h 381000"/>
                  <a:gd name="connsiteX1" fmla="*/ 247650 w 247650"/>
                  <a:gd name="connsiteY1" fmla="*/ 0 h 381000"/>
                  <a:gd name="connsiteX2" fmla="*/ 247650 w 247650"/>
                  <a:gd name="connsiteY2" fmla="*/ 381000 h 381000"/>
                  <a:gd name="connsiteX3" fmla="*/ 0 w 247650"/>
                  <a:gd name="connsiteY3" fmla="*/ 381000 h 381000"/>
                  <a:gd name="connsiteX4" fmla="*/ 0 w 247650"/>
                  <a:gd name="connsiteY4" fmla="*/ 0 h 381000"/>
                  <a:gd name="connsiteX0" fmla="*/ 304800 w 552450"/>
                  <a:gd name="connsiteY0" fmla="*/ 0 h 381000"/>
                  <a:gd name="connsiteX1" fmla="*/ 552450 w 552450"/>
                  <a:gd name="connsiteY1" fmla="*/ 0 h 381000"/>
                  <a:gd name="connsiteX2" fmla="*/ 552450 w 552450"/>
                  <a:gd name="connsiteY2" fmla="*/ 381000 h 381000"/>
                  <a:gd name="connsiteX3" fmla="*/ 0 w 552450"/>
                  <a:gd name="connsiteY3" fmla="*/ 352425 h 381000"/>
                  <a:gd name="connsiteX4" fmla="*/ 304800 w 552450"/>
                  <a:gd name="connsiteY4" fmla="*/ 0 h 381000"/>
                  <a:gd name="connsiteX0" fmla="*/ 304800 w 552450"/>
                  <a:gd name="connsiteY0" fmla="*/ 0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4" fmla="*/ 304800 w 552450"/>
                  <a:gd name="connsiteY4" fmla="*/ 0 h 485775"/>
                  <a:gd name="connsiteX0" fmla="*/ 0 w 552450"/>
                  <a:gd name="connsiteY0" fmla="*/ 352425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0" fmla="*/ 0 w 2028825"/>
                  <a:gd name="connsiteY0" fmla="*/ 1895475 h 2028825"/>
                  <a:gd name="connsiteX1" fmla="*/ 2028825 w 2028825"/>
                  <a:gd name="connsiteY1" fmla="*/ 0 h 2028825"/>
                  <a:gd name="connsiteX2" fmla="*/ 428625 w 2028825"/>
                  <a:gd name="connsiteY2" fmla="*/ 2028825 h 2028825"/>
                  <a:gd name="connsiteX3" fmla="*/ 0 w 2028825"/>
                  <a:gd name="connsiteY3" fmla="*/ 1895475 h 2028825"/>
                  <a:gd name="connsiteX0" fmla="*/ 1066800 w 1495425"/>
                  <a:gd name="connsiteY0" fmla="*/ 25527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1066800 w 1495425"/>
                  <a:gd name="connsiteY3" fmla="*/ 2552700 h 2686050"/>
                  <a:gd name="connsiteX0" fmla="*/ 847725 w 1495425"/>
                  <a:gd name="connsiteY0" fmla="*/ 24384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847725 w 1495425"/>
                  <a:gd name="connsiteY3" fmla="*/ 2438400 h 2686050"/>
                  <a:gd name="connsiteX0" fmla="*/ 847725 w 1228725"/>
                  <a:gd name="connsiteY0" fmla="*/ 243840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47725 w 1228725"/>
                  <a:gd name="connsiteY3" fmla="*/ 243840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8725" h="2543175">
                    <a:moveTo>
                      <a:pt x="876300" y="2428875"/>
                    </a:moveTo>
                    <a:cubicBezTo>
                      <a:pt x="1222375" y="1581150"/>
                      <a:pt x="292100" y="809625"/>
                      <a:pt x="0" y="0"/>
                    </a:cubicBezTo>
                    <a:cubicBezTo>
                      <a:pt x="409575" y="847725"/>
                      <a:pt x="1219200" y="1390650"/>
                      <a:pt x="1228725" y="2543175"/>
                    </a:cubicBezTo>
                    <a:lnTo>
                      <a:pt x="876300" y="2428875"/>
                    </a:lnTo>
                    <a:close/>
                  </a:path>
                </a:pathLst>
              </a:custGeom>
              <a:solidFill>
                <a:schemeClr val="accent6">
                  <a:lumMod val="5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Rectangle 21">
                <a:extLst>
                  <a:ext uri="{FF2B5EF4-FFF2-40B4-BE49-F238E27FC236}">
                    <a16:creationId xmlns:a16="http://schemas.microsoft.com/office/drawing/2014/main" id="{D3AD1C21-393C-D707-8FCA-6FE5A50BBCE1}"/>
                  </a:ext>
                </a:extLst>
              </p:cNvPr>
              <p:cNvSpPr/>
              <p:nvPr/>
            </p:nvSpPr>
            <p:spPr>
              <a:xfrm rot="1659284">
                <a:off x="3692373" y="3090755"/>
                <a:ext cx="156914" cy="296982"/>
              </a:xfrm>
              <a:custGeom>
                <a:avLst/>
                <a:gdLst>
                  <a:gd name="connsiteX0" fmla="*/ 0 w 247650"/>
                  <a:gd name="connsiteY0" fmla="*/ 0 h 381000"/>
                  <a:gd name="connsiteX1" fmla="*/ 247650 w 247650"/>
                  <a:gd name="connsiteY1" fmla="*/ 0 h 381000"/>
                  <a:gd name="connsiteX2" fmla="*/ 247650 w 247650"/>
                  <a:gd name="connsiteY2" fmla="*/ 381000 h 381000"/>
                  <a:gd name="connsiteX3" fmla="*/ 0 w 247650"/>
                  <a:gd name="connsiteY3" fmla="*/ 381000 h 381000"/>
                  <a:gd name="connsiteX4" fmla="*/ 0 w 247650"/>
                  <a:gd name="connsiteY4" fmla="*/ 0 h 381000"/>
                  <a:gd name="connsiteX0" fmla="*/ 304800 w 552450"/>
                  <a:gd name="connsiteY0" fmla="*/ 0 h 381000"/>
                  <a:gd name="connsiteX1" fmla="*/ 552450 w 552450"/>
                  <a:gd name="connsiteY1" fmla="*/ 0 h 381000"/>
                  <a:gd name="connsiteX2" fmla="*/ 552450 w 552450"/>
                  <a:gd name="connsiteY2" fmla="*/ 381000 h 381000"/>
                  <a:gd name="connsiteX3" fmla="*/ 0 w 552450"/>
                  <a:gd name="connsiteY3" fmla="*/ 352425 h 381000"/>
                  <a:gd name="connsiteX4" fmla="*/ 304800 w 552450"/>
                  <a:gd name="connsiteY4" fmla="*/ 0 h 381000"/>
                  <a:gd name="connsiteX0" fmla="*/ 304800 w 552450"/>
                  <a:gd name="connsiteY0" fmla="*/ 0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4" fmla="*/ 304800 w 552450"/>
                  <a:gd name="connsiteY4" fmla="*/ 0 h 485775"/>
                  <a:gd name="connsiteX0" fmla="*/ 0 w 552450"/>
                  <a:gd name="connsiteY0" fmla="*/ 352425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0" fmla="*/ 0 w 2028825"/>
                  <a:gd name="connsiteY0" fmla="*/ 1895475 h 2028825"/>
                  <a:gd name="connsiteX1" fmla="*/ 2028825 w 2028825"/>
                  <a:gd name="connsiteY1" fmla="*/ 0 h 2028825"/>
                  <a:gd name="connsiteX2" fmla="*/ 428625 w 2028825"/>
                  <a:gd name="connsiteY2" fmla="*/ 2028825 h 2028825"/>
                  <a:gd name="connsiteX3" fmla="*/ 0 w 2028825"/>
                  <a:gd name="connsiteY3" fmla="*/ 1895475 h 2028825"/>
                  <a:gd name="connsiteX0" fmla="*/ 1066800 w 1495425"/>
                  <a:gd name="connsiteY0" fmla="*/ 25527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1066800 w 1495425"/>
                  <a:gd name="connsiteY3" fmla="*/ 2552700 h 2686050"/>
                  <a:gd name="connsiteX0" fmla="*/ 847725 w 1495425"/>
                  <a:gd name="connsiteY0" fmla="*/ 24384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847725 w 1495425"/>
                  <a:gd name="connsiteY3" fmla="*/ 2438400 h 2686050"/>
                  <a:gd name="connsiteX0" fmla="*/ 847725 w 1228725"/>
                  <a:gd name="connsiteY0" fmla="*/ 243840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47725 w 1228725"/>
                  <a:gd name="connsiteY3" fmla="*/ 243840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8725" h="2543175">
                    <a:moveTo>
                      <a:pt x="876300" y="2428875"/>
                    </a:moveTo>
                    <a:cubicBezTo>
                      <a:pt x="1222375" y="1581150"/>
                      <a:pt x="292100" y="809625"/>
                      <a:pt x="0" y="0"/>
                    </a:cubicBezTo>
                    <a:cubicBezTo>
                      <a:pt x="409575" y="847725"/>
                      <a:pt x="1219200" y="1390650"/>
                      <a:pt x="1228725" y="2543175"/>
                    </a:cubicBezTo>
                    <a:lnTo>
                      <a:pt x="876300" y="2428875"/>
                    </a:lnTo>
                    <a:close/>
                  </a:path>
                </a:pathLst>
              </a:custGeom>
              <a:solidFill>
                <a:schemeClr val="accent6">
                  <a:lumMod val="5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Rectangle 21">
                <a:extLst>
                  <a:ext uri="{FF2B5EF4-FFF2-40B4-BE49-F238E27FC236}">
                    <a16:creationId xmlns:a16="http://schemas.microsoft.com/office/drawing/2014/main" id="{70CAFB7E-3555-D54A-65D0-D699D7A08C91}"/>
                  </a:ext>
                </a:extLst>
              </p:cNvPr>
              <p:cNvSpPr/>
              <p:nvPr/>
            </p:nvSpPr>
            <p:spPr>
              <a:xfrm rot="16568896" flipH="1">
                <a:off x="3473647" y="3059060"/>
                <a:ext cx="156914" cy="296982"/>
              </a:xfrm>
              <a:custGeom>
                <a:avLst/>
                <a:gdLst>
                  <a:gd name="connsiteX0" fmla="*/ 0 w 247650"/>
                  <a:gd name="connsiteY0" fmla="*/ 0 h 381000"/>
                  <a:gd name="connsiteX1" fmla="*/ 247650 w 247650"/>
                  <a:gd name="connsiteY1" fmla="*/ 0 h 381000"/>
                  <a:gd name="connsiteX2" fmla="*/ 247650 w 247650"/>
                  <a:gd name="connsiteY2" fmla="*/ 381000 h 381000"/>
                  <a:gd name="connsiteX3" fmla="*/ 0 w 247650"/>
                  <a:gd name="connsiteY3" fmla="*/ 381000 h 381000"/>
                  <a:gd name="connsiteX4" fmla="*/ 0 w 247650"/>
                  <a:gd name="connsiteY4" fmla="*/ 0 h 381000"/>
                  <a:gd name="connsiteX0" fmla="*/ 304800 w 552450"/>
                  <a:gd name="connsiteY0" fmla="*/ 0 h 381000"/>
                  <a:gd name="connsiteX1" fmla="*/ 552450 w 552450"/>
                  <a:gd name="connsiteY1" fmla="*/ 0 h 381000"/>
                  <a:gd name="connsiteX2" fmla="*/ 552450 w 552450"/>
                  <a:gd name="connsiteY2" fmla="*/ 381000 h 381000"/>
                  <a:gd name="connsiteX3" fmla="*/ 0 w 552450"/>
                  <a:gd name="connsiteY3" fmla="*/ 352425 h 381000"/>
                  <a:gd name="connsiteX4" fmla="*/ 304800 w 552450"/>
                  <a:gd name="connsiteY4" fmla="*/ 0 h 381000"/>
                  <a:gd name="connsiteX0" fmla="*/ 304800 w 552450"/>
                  <a:gd name="connsiteY0" fmla="*/ 0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4" fmla="*/ 304800 w 552450"/>
                  <a:gd name="connsiteY4" fmla="*/ 0 h 485775"/>
                  <a:gd name="connsiteX0" fmla="*/ 0 w 552450"/>
                  <a:gd name="connsiteY0" fmla="*/ 352425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0" fmla="*/ 0 w 2028825"/>
                  <a:gd name="connsiteY0" fmla="*/ 1895475 h 2028825"/>
                  <a:gd name="connsiteX1" fmla="*/ 2028825 w 2028825"/>
                  <a:gd name="connsiteY1" fmla="*/ 0 h 2028825"/>
                  <a:gd name="connsiteX2" fmla="*/ 428625 w 2028825"/>
                  <a:gd name="connsiteY2" fmla="*/ 2028825 h 2028825"/>
                  <a:gd name="connsiteX3" fmla="*/ 0 w 2028825"/>
                  <a:gd name="connsiteY3" fmla="*/ 1895475 h 2028825"/>
                  <a:gd name="connsiteX0" fmla="*/ 1066800 w 1495425"/>
                  <a:gd name="connsiteY0" fmla="*/ 25527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1066800 w 1495425"/>
                  <a:gd name="connsiteY3" fmla="*/ 2552700 h 2686050"/>
                  <a:gd name="connsiteX0" fmla="*/ 847725 w 1495425"/>
                  <a:gd name="connsiteY0" fmla="*/ 24384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847725 w 1495425"/>
                  <a:gd name="connsiteY3" fmla="*/ 2438400 h 2686050"/>
                  <a:gd name="connsiteX0" fmla="*/ 847725 w 1228725"/>
                  <a:gd name="connsiteY0" fmla="*/ 243840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47725 w 1228725"/>
                  <a:gd name="connsiteY3" fmla="*/ 243840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8725" h="2543175">
                    <a:moveTo>
                      <a:pt x="876300" y="2428875"/>
                    </a:moveTo>
                    <a:cubicBezTo>
                      <a:pt x="1222375" y="1581150"/>
                      <a:pt x="292100" y="809625"/>
                      <a:pt x="0" y="0"/>
                    </a:cubicBezTo>
                    <a:cubicBezTo>
                      <a:pt x="409575" y="847725"/>
                      <a:pt x="1219200" y="1390650"/>
                      <a:pt x="1228725" y="2543175"/>
                    </a:cubicBezTo>
                    <a:lnTo>
                      <a:pt x="876300" y="2428875"/>
                    </a:lnTo>
                    <a:close/>
                  </a:path>
                </a:pathLst>
              </a:custGeom>
              <a:solidFill>
                <a:schemeClr val="accent6">
                  <a:lumMod val="5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" name="Rectangle 21">
                <a:extLst>
                  <a:ext uri="{FF2B5EF4-FFF2-40B4-BE49-F238E27FC236}">
                    <a16:creationId xmlns:a16="http://schemas.microsoft.com/office/drawing/2014/main" id="{8AB47DA3-AC9B-3017-4F82-5F607B95E742}"/>
                  </a:ext>
                </a:extLst>
              </p:cNvPr>
              <p:cNvSpPr/>
              <p:nvPr/>
            </p:nvSpPr>
            <p:spPr>
              <a:xfrm>
                <a:off x="3409950" y="2781299"/>
                <a:ext cx="1228725" cy="2543175"/>
              </a:xfrm>
              <a:custGeom>
                <a:avLst/>
                <a:gdLst>
                  <a:gd name="connsiteX0" fmla="*/ 0 w 247650"/>
                  <a:gd name="connsiteY0" fmla="*/ 0 h 381000"/>
                  <a:gd name="connsiteX1" fmla="*/ 247650 w 247650"/>
                  <a:gd name="connsiteY1" fmla="*/ 0 h 381000"/>
                  <a:gd name="connsiteX2" fmla="*/ 247650 w 247650"/>
                  <a:gd name="connsiteY2" fmla="*/ 381000 h 381000"/>
                  <a:gd name="connsiteX3" fmla="*/ 0 w 247650"/>
                  <a:gd name="connsiteY3" fmla="*/ 381000 h 381000"/>
                  <a:gd name="connsiteX4" fmla="*/ 0 w 247650"/>
                  <a:gd name="connsiteY4" fmla="*/ 0 h 381000"/>
                  <a:gd name="connsiteX0" fmla="*/ 304800 w 552450"/>
                  <a:gd name="connsiteY0" fmla="*/ 0 h 381000"/>
                  <a:gd name="connsiteX1" fmla="*/ 552450 w 552450"/>
                  <a:gd name="connsiteY1" fmla="*/ 0 h 381000"/>
                  <a:gd name="connsiteX2" fmla="*/ 552450 w 552450"/>
                  <a:gd name="connsiteY2" fmla="*/ 381000 h 381000"/>
                  <a:gd name="connsiteX3" fmla="*/ 0 w 552450"/>
                  <a:gd name="connsiteY3" fmla="*/ 352425 h 381000"/>
                  <a:gd name="connsiteX4" fmla="*/ 304800 w 552450"/>
                  <a:gd name="connsiteY4" fmla="*/ 0 h 381000"/>
                  <a:gd name="connsiteX0" fmla="*/ 304800 w 552450"/>
                  <a:gd name="connsiteY0" fmla="*/ 0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4" fmla="*/ 304800 w 552450"/>
                  <a:gd name="connsiteY4" fmla="*/ 0 h 485775"/>
                  <a:gd name="connsiteX0" fmla="*/ 0 w 552450"/>
                  <a:gd name="connsiteY0" fmla="*/ 352425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0" fmla="*/ 0 w 2028825"/>
                  <a:gd name="connsiteY0" fmla="*/ 1895475 h 2028825"/>
                  <a:gd name="connsiteX1" fmla="*/ 2028825 w 2028825"/>
                  <a:gd name="connsiteY1" fmla="*/ 0 h 2028825"/>
                  <a:gd name="connsiteX2" fmla="*/ 428625 w 2028825"/>
                  <a:gd name="connsiteY2" fmla="*/ 2028825 h 2028825"/>
                  <a:gd name="connsiteX3" fmla="*/ 0 w 2028825"/>
                  <a:gd name="connsiteY3" fmla="*/ 1895475 h 2028825"/>
                  <a:gd name="connsiteX0" fmla="*/ 1066800 w 1495425"/>
                  <a:gd name="connsiteY0" fmla="*/ 25527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1066800 w 1495425"/>
                  <a:gd name="connsiteY3" fmla="*/ 2552700 h 2686050"/>
                  <a:gd name="connsiteX0" fmla="*/ 847725 w 1495425"/>
                  <a:gd name="connsiteY0" fmla="*/ 24384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847725 w 1495425"/>
                  <a:gd name="connsiteY3" fmla="*/ 2438400 h 2686050"/>
                  <a:gd name="connsiteX0" fmla="*/ 847725 w 1228725"/>
                  <a:gd name="connsiteY0" fmla="*/ 243840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47725 w 1228725"/>
                  <a:gd name="connsiteY3" fmla="*/ 243840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8725" h="2543175">
                    <a:moveTo>
                      <a:pt x="876300" y="2428875"/>
                    </a:moveTo>
                    <a:cubicBezTo>
                      <a:pt x="1222375" y="1581150"/>
                      <a:pt x="292100" y="809625"/>
                      <a:pt x="0" y="0"/>
                    </a:cubicBezTo>
                    <a:cubicBezTo>
                      <a:pt x="409575" y="847725"/>
                      <a:pt x="1219200" y="1390650"/>
                      <a:pt x="1228725" y="2543175"/>
                    </a:cubicBezTo>
                    <a:lnTo>
                      <a:pt x="876300" y="2428875"/>
                    </a:lnTo>
                    <a:close/>
                  </a:path>
                </a:pathLst>
              </a:custGeom>
              <a:solidFill>
                <a:schemeClr val="accent6">
                  <a:lumMod val="5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1F529287-BDC9-F8D3-BEAB-A808D66F3B8F}"/>
                </a:ext>
              </a:extLst>
            </p:cNvPr>
            <p:cNvGrpSpPr/>
            <p:nvPr/>
          </p:nvGrpSpPr>
          <p:grpSpPr>
            <a:xfrm rot="1040859" flipH="1">
              <a:off x="4663960" y="3043572"/>
              <a:ext cx="1625679" cy="2638755"/>
              <a:chOff x="3181786" y="2685718"/>
              <a:chExt cx="1625679" cy="2638755"/>
            </a:xfrm>
            <a:solidFill>
              <a:srgbClr val="0DB60D"/>
            </a:solidFill>
          </p:grpSpPr>
          <p:sp>
            <p:nvSpPr>
              <p:cNvPr id="77" name="Rectangle 22">
                <a:extLst>
                  <a:ext uri="{FF2B5EF4-FFF2-40B4-BE49-F238E27FC236}">
                    <a16:creationId xmlns:a16="http://schemas.microsoft.com/office/drawing/2014/main" id="{51A6FEB8-6EDC-C34D-BD14-4CE463DE999C}"/>
                  </a:ext>
                </a:extLst>
              </p:cNvPr>
              <p:cNvSpPr/>
              <p:nvPr/>
            </p:nvSpPr>
            <p:spPr>
              <a:xfrm>
                <a:off x="3181786" y="2685718"/>
                <a:ext cx="1625679" cy="2038682"/>
              </a:xfrm>
              <a:custGeom>
                <a:avLst/>
                <a:gdLst>
                  <a:gd name="connsiteX0" fmla="*/ 0 w 990600"/>
                  <a:gd name="connsiteY0" fmla="*/ 0 h 819150"/>
                  <a:gd name="connsiteX1" fmla="*/ 990600 w 990600"/>
                  <a:gd name="connsiteY1" fmla="*/ 0 h 819150"/>
                  <a:gd name="connsiteX2" fmla="*/ 990600 w 990600"/>
                  <a:gd name="connsiteY2" fmla="*/ 819150 h 819150"/>
                  <a:gd name="connsiteX3" fmla="*/ 0 w 990600"/>
                  <a:gd name="connsiteY3" fmla="*/ 819150 h 819150"/>
                  <a:gd name="connsiteX4" fmla="*/ 0 w 990600"/>
                  <a:gd name="connsiteY4" fmla="*/ 0 h 819150"/>
                  <a:gd name="connsiteX0" fmla="*/ 0 w 1276350"/>
                  <a:gd name="connsiteY0" fmla="*/ 0 h 1409700"/>
                  <a:gd name="connsiteX1" fmla="*/ 990600 w 1276350"/>
                  <a:gd name="connsiteY1" fmla="*/ 0 h 1409700"/>
                  <a:gd name="connsiteX2" fmla="*/ 1276350 w 1276350"/>
                  <a:gd name="connsiteY2" fmla="*/ 1409700 h 1409700"/>
                  <a:gd name="connsiteX3" fmla="*/ 0 w 1276350"/>
                  <a:gd name="connsiteY3" fmla="*/ 819150 h 1409700"/>
                  <a:gd name="connsiteX4" fmla="*/ 0 w 1276350"/>
                  <a:gd name="connsiteY4" fmla="*/ 0 h 1409700"/>
                  <a:gd name="connsiteX0" fmla="*/ 0 w 1276350"/>
                  <a:gd name="connsiteY0" fmla="*/ 0 h 1495425"/>
                  <a:gd name="connsiteX1" fmla="*/ 990600 w 1276350"/>
                  <a:gd name="connsiteY1" fmla="*/ 0 h 1495425"/>
                  <a:gd name="connsiteX2" fmla="*/ 1276350 w 1276350"/>
                  <a:gd name="connsiteY2" fmla="*/ 1409700 h 1495425"/>
                  <a:gd name="connsiteX3" fmla="*/ 1152525 w 1276350"/>
                  <a:gd name="connsiteY3" fmla="*/ 1495425 h 1495425"/>
                  <a:gd name="connsiteX4" fmla="*/ 0 w 1276350"/>
                  <a:gd name="connsiteY4" fmla="*/ 0 h 1495425"/>
                  <a:gd name="connsiteX0" fmla="*/ 0 w 1476375"/>
                  <a:gd name="connsiteY0" fmla="*/ 0 h 1495425"/>
                  <a:gd name="connsiteX1" fmla="*/ 990600 w 1476375"/>
                  <a:gd name="connsiteY1" fmla="*/ 0 h 1495425"/>
                  <a:gd name="connsiteX2" fmla="*/ 1476375 w 1476375"/>
                  <a:gd name="connsiteY2" fmla="*/ 1009650 h 1495425"/>
                  <a:gd name="connsiteX3" fmla="*/ 1276350 w 1476375"/>
                  <a:gd name="connsiteY3" fmla="*/ 1409700 h 1495425"/>
                  <a:gd name="connsiteX4" fmla="*/ 1152525 w 1476375"/>
                  <a:gd name="connsiteY4" fmla="*/ 1495425 h 1495425"/>
                  <a:gd name="connsiteX5" fmla="*/ 0 w 1476375"/>
                  <a:gd name="connsiteY5" fmla="*/ 0 h 1495425"/>
                  <a:gd name="connsiteX0" fmla="*/ 0 w 1476375"/>
                  <a:gd name="connsiteY0" fmla="*/ 0 h 1495425"/>
                  <a:gd name="connsiteX1" fmla="*/ 990600 w 1476375"/>
                  <a:gd name="connsiteY1" fmla="*/ 0 h 1495425"/>
                  <a:gd name="connsiteX2" fmla="*/ 1400175 w 1476375"/>
                  <a:gd name="connsiteY2" fmla="*/ 342900 h 1495425"/>
                  <a:gd name="connsiteX3" fmla="*/ 1476375 w 1476375"/>
                  <a:gd name="connsiteY3" fmla="*/ 1009650 h 1495425"/>
                  <a:gd name="connsiteX4" fmla="*/ 1276350 w 1476375"/>
                  <a:gd name="connsiteY4" fmla="*/ 1409700 h 1495425"/>
                  <a:gd name="connsiteX5" fmla="*/ 1152525 w 1476375"/>
                  <a:gd name="connsiteY5" fmla="*/ 1495425 h 1495425"/>
                  <a:gd name="connsiteX6" fmla="*/ 0 w 1476375"/>
                  <a:gd name="connsiteY6" fmla="*/ 0 h 1495425"/>
                  <a:gd name="connsiteX0" fmla="*/ 0 w 1476375"/>
                  <a:gd name="connsiteY0" fmla="*/ 0 h 1495425"/>
                  <a:gd name="connsiteX1" fmla="*/ 1152525 w 1476375"/>
                  <a:gd name="connsiteY1" fmla="*/ 76200 h 1495425"/>
                  <a:gd name="connsiteX2" fmla="*/ 1400175 w 1476375"/>
                  <a:gd name="connsiteY2" fmla="*/ 342900 h 1495425"/>
                  <a:gd name="connsiteX3" fmla="*/ 1476375 w 1476375"/>
                  <a:gd name="connsiteY3" fmla="*/ 1009650 h 1495425"/>
                  <a:gd name="connsiteX4" fmla="*/ 1276350 w 1476375"/>
                  <a:gd name="connsiteY4" fmla="*/ 1409700 h 1495425"/>
                  <a:gd name="connsiteX5" fmla="*/ 1152525 w 1476375"/>
                  <a:gd name="connsiteY5" fmla="*/ 1495425 h 1495425"/>
                  <a:gd name="connsiteX6" fmla="*/ 0 w 1476375"/>
                  <a:gd name="connsiteY6" fmla="*/ 0 h 1495425"/>
                  <a:gd name="connsiteX0" fmla="*/ 0 w 1476375"/>
                  <a:gd name="connsiteY0" fmla="*/ 87204 h 1582629"/>
                  <a:gd name="connsiteX1" fmla="*/ 771525 w 1476375"/>
                  <a:gd name="connsiteY1" fmla="*/ 1479 h 1582629"/>
                  <a:gd name="connsiteX2" fmla="*/ 1152525 w 1476375"/>
                  <a:gd name="connsiteY2" fmla="*/ 163404 h 1582629"/>
                  <a:gd name="connsiteX3" fmla="*/ 1400175 w 1476375"/>
                  <a:gd name="connsiteY3" fmla="*/ 430104 h 1582629"/>
                  <a:gd name="connsiteX4" fmla="*/ 1476375 w 1476375"/>
                  <a:gd name="connsiteY4" fmla="*/ 1096854 h 1582629"/>
                  <a:gd name="connsiteX5" fmla="*/ 1276350 w 1476375"/>
                  <a:gd name="connsiteY5" fmla="*/ 1496904 h 1582629"/>
                  <a:gd name="connsiteX6" fmla="*/ 1152525 w 1476375"/>
                  <a:gd name="connsiteY6" fmla="*/ 1582629 h 1582629"/>
                  <a:gd name="connsiteX7" fmla="*/ 0 w 1476375"/>
                  <a:gd name="connsiteY7" fmla="*/ 87204 h 1582629"/>
                  <a:gd name="connsiteX0" fmla="*/ 54378 w 1530753"/>
                  <a:gd name="connsiteY0" fmla="*/ 524221 h 2019646"/>
                  <a:gd name="connsiteX1" fmla="*/ 187728 w 1530753"/>
                  <a:gd name="connsiteY1" fmla="*/ 346 h 2019646"/>
                  <a:gd name="connsiteX2" fmla="*/ 825903 w 1530753"/>
                  <a:gd name="connsiteY2" fmla="*/ 438496 h 2019646"/>
                  <a:gd name="connsiteX3" fmla="*/ 1206903 w 1530753"/>
                  <a:gd name="connsiteY3" fmla="*/ 600421 h 2019646"/>
                  <a:gd name="connsiteX4" fmla="*/ 1454553 w 1530753"/>
                  <a:gd name="connsiteY4" fmla="*/ 867121 h 2019646"/>
                  <a:gd name="connsiteX5" fmla="*/ 1530753 w 1530753"/>
                  <a:gd name="connsiteY5" fmla="*/ 1533871 h 2019646"/>
                  <a:gd name="connsiteX6" fmla="*/ 1330728 w 1530753"/>
                  <a:gd name="connsiteY6" fmla="*/ 1933921 h 2019646"/>
                  <a:gd name="connsiteX7" fmla="*/ 1206903 w 1530753"/>
                  <a:gd name="connsiteY7" fmla="*/ 2019646 h 2019646"/>
                  <a:gd name="connsiteX8" fmla="*/ 54378 w 1530753"/>
                  <a:gd name="connsiteY8" fmla="*/ 524221 h 2019646"/>
                  <a:gd name="connsiteX0" fmla="*/ 45492 w 1521867"/>
                  <a:gd name="connsiteY0" fmla="*/ 524221 h 2019646"/>
                  <a:gd name="connsiteX1" fmla="*/ 178842 w 1521867"/>
                  <a:gd name="connsiteY1" fmla="*/ 346 h 2019646"/>
                  <a:gd name="connsiteX2" fmla="*/ 817017 w 1521867"/>
                  <a:gd name="connsiteY2" fmla="*/ 438496 h 2019646"/>
                  <a:gd name="connsiteX3" fmla="*/ 1198017 w 1521867"/>
                  <a:gd name="connsiteY3" fmla="*/ 600421 h 2019646"/>
                  <a:gd name="connsiteX4" fmla="*/ 1445667 w 1521867"/>
                  <a:gd name="connsiteY4" fmla="*/ 867121 h 2019646"/>
                  <a:gd name="connsiteX5" fmla="*/ 1521867 w 1521867"/>
                  <a:gd name="connsiteY5" fmla="*/ 1533871 h 2019646"/>
                  <a:gd name="connsiteX6" fmla="*/ 1321842 w 1521867"/>
                  <a:gd name="connsiteY6" fmla="*/ 1933921 h 2019646"/>
                  <a:gd name="connsiteX7" fmla="*/ 1198017 w 1521867"/>
                  <a:gd name="connsiteY7" fmla="*/ 2019646 h 2019646"/>
                  <a:gd name="connsiteX8" fmla="*/ 45492 w 1521867"/>
                  <a:gd name="connsiteY8" fmla="*/ 524221 h 2019646"/>
                  <a:gd name="connsiteX0" fmla="*/ 51944 w 1528319"/>
                  <a:gd name="connsiteY0" fmla="*/ 543257 h 2038682"/>
                  <a:gd name="connsiteX1" fmla="*/ 147194 w 1528319"/>
                  <a:gd name="connsiteY1" fmla="*/ 332 h 2038682"/>
                  <a:gd name="connsiteX2" fmla="*/ 823469 w 1528319"/>
                  <a:gd name="connsiteY2" fmla="*/ 457532 h 2038682"/>
                  <a:gd name="connsiteX3" fmla="*/ 1204469 w 1528319"/>
                  <a:gd name="connsiteY3" fmla="*/ 619457 h 2038682"/>
                  <a:gd name="connsiteX4" fmla="*/ 1452119 w 1528319"/>
                  <a:gd name="connsiteY4" fmla="*/ 886157 h 2038682"/>
                  <a:gd name="connsiteX5" fmla="*/ 1528319 w 1528319"/>
                  <a:gd name="connsiteY5" fmla="*/ 1552907 h 2038682"/>
                  <a:gd name="connsiteX6" fmla="*/ 1328294 w 1528319"/>
                  <a:gd name="connsiteY6" fmla="*/ 1952957 h 2038682"/>
                  <a:gd name="connsiteX7" fmla="*/ 1204469 w 1528319"/>
                  <a:gd name="connsiteY7" fmla="*/ 2038682 h 2038682"/>
                  <a:gd name="connsiteX8" fmla="*/ 51944 w 1528319"/>
                  <a:gd name="connsiteY8" fmla="*/ 543257 h 2038682"/>
                  <a:gd name="connsiteX0" fmla="*/ 51944 w 1528319"/>
                  <a:gd name="connsiteY0" fmla="*/ 543257 h 2038682"/>
                  <a:gd name="connsiteX1" fmla="*/ 147194 w 1528319"/>
                  <a:gd name="connsiteY1" fmla="*/ 332 h 2038682"/>
                  <a:gd name="connsiteX2" fmla="*/ 823469 w 1528319"/>
                  <a:gd name="connsiteY2" fmla="*/ 457532 h 2038682"/>
                  <a:gd name="connsiteX3" fmla="*/ 1204469 w 1528319"/>
                  <a:gd name="connsiteY3" fmla="*/ 619457 h 2038682"/>
                  <a:gd name="connsiteX4" fmla="*/ 1452119 w 1528319"/>
                  <a:gd name="connsiteY4" fmla="*/ 886157 h 2038682"/>
                  <a:gd name="connsiteX5" fmla="*/ 1528319 w 1528319"/>
                  <a:gd name="connsiteY5" fmla="*/ 1552907 h 2038682"/>
                  <a:gd name="connsiteX6" fmla="*/ 1328294 w 1528319"/>
                  <a:gd name="connsiteY6" fmla="*/ 1952957 h 2038682"/>
                  <a:gd name="connsiteX7" fmla="*/ 1204469 w 1528319"/>
                  <a:gd name="connsiteY7" fmla="*/ 2038682 h 2038682"/>
                  <a:gd name="connsiteX8" fmla="*/ 23369 w 1528319"/>
                  <a:gd name="connsiteY8" fmla="*/ 981407 h 2038682"/>
                  <a:gd name="connsiteX9" fmla="*/ 51944 w 1528319"/>
                  <a:gd name="connsiteY9" fmla="*/ 543257 h 2038682"/>
                  <a:gd name="connsiteX0" fmla="*/ 51944 w 1528319"/>
                  <a:gd name="connsiteY0" fmla="*/ 543257 h 2038682"/>
                  <a:gd name="connsiteX1" fmla="*/ 147194 w 1528319"/>
                  <a:gd name="connsiteY1" fmla="*/ 332 h 2038682"/>
                  <a:gd name="connsiteX2" fmla="*/ 823469 w 1528319"/>
                  <a:gd name="connsiteY2" fmla="*/ 457532 h 2038682"/>
                  <a:gd name="connsiteX3" fmla="*/ 1204469 w 1528319"/>
                  <a:gd name="connsiteY3" fmla="*/ 619457 h 2038682"/>
                  <a:gd name="connsiteX4" fmla="*/ 1452119 w 1528319"/>
                  <a:gd name="connsiteY4" fmla="*/ 886157 h 2038682"/>
                  <a:gd name="connsiteX5" fmla="*/ 1528319 w 1528319"/>
                  <a:gd name="connsiteY5" fmla="*/ 1552907 h 2038682"/>
                  <a:gd name="connsiteX6" fmla="*/ 1328294 w 1528319"/>
                  <a:gd name="connsiteY6" fmla="*/ 1952957 h 2038682"/>
                  <a:gd name="connsiteX7" fmla="*/ 1204469 w 1528319"/>
                  <a:gd name="connsiteY7" fmla="*/ 2038682 h 2038682"/>
                  <a:gd name="connsiteX8" fmla="*/ 166244 w 1528319"/>
                  <a:gd name="connsiteY8" fmla="*/ 1333832 h 2038682"/>
                  <a:gd name="connsiteX9" fmla="*/ 23369 w 1528319"/>
                  <a:gd name="connsiteY9" fmla="*/ 981407 h 2038682"/>
                  <a:gd name="connsiteX10" fmla="*/ 51944 w 1528319"/>
                  <a:gd name="connsiteY10" fmla="*/ 543257 h 2038682"/>
                  <a:gd name="connsiteX0" fmla="*/ 51944 w 1528319"/>
                  <a:gd name="connsiteY0" fmla="*/ 543257 h 2038682"/>
                  <a:gd name="connsiteX1" fmla="*/ 147194 w 1528319"/>
                  <a:gd name="connsiteY1" fmla="*/ 332 h 2038682"/>
                  <a:gd name="connsiteX2" fmla="*/ 823469 w 1528319"/>
                  <a:gd name="connsiteY2" fmla="*/ 457532 h 2038682"/>
                  <a:gd name="connsiteX3" fmla="*/ 1204469 w 1528319"/>
                  <a:gd name="connsiteY3" fmla="*/ 619457 h 2038682"/>
                  <a:gd name="connsiteX4" fmla="*/ 1452119 w 1528319"/>
                  <a:gd name="connsiteY4" fmla="*/ 886157 h 2038682"/>
                  <a:gd name="connsiteX5" fmla="*/ 1528319 w 1528319"/>
                  <a:gd name="connsiteY5" fmla="*/ 1552907 h 2038682"/>
                  <a:gd name="connsiteX6" fmla="*/ 1328294 w 1528319"/>
                  <a:gd name="connsiteY6" fmla="*/ 1952957 h 2038682"/>
                  <a:gd name="connsiteX7" fmla="*/ 1204469 w 1528319"/>
                  <a:gd name="connsiteY7" fmla="*/ 2038682 h 2038682"/>
                  <a:gd name="connsiteX8" fmla="*/ 394844 w 1528319"/>
                  <a:gd name="connsiteY8" fmla="*/ 1648157 h 2038682"/>
                  <a:gd name="connsiteX9" fmla="*/ 166244 w 1528319"/>
                  <a:gd name="connsiteY9" fmla="*/ 1333832 h 2038682"/>
                  <a:gd name="connsiteX10" fmla="*/ 23369 w 1528319"/>
                  <a:gd name="connsiteY10" fmla="*/ 981407 h 2038682"/>
                  <a:gd name="connsiteX11" fmla="*/ 51944 w 1528319"/>
                  <a:gd name="connsiteY11" fmla="*/ 543257 h 2038682"/>
                  <a:gd name="connsiteX0" fmla="*/ 51944 w 1528319"/>
                  <a:gd name="connsiteY0" fmla="*/ 543257 h 2038682"/>
                  <a:gd name="connsiteX1" fmla="*/ 147194 w 1528319"/>
                  <a:gd name="connsiteY1" fmla="*/ 332 h 2038682"/>
                  <a:gd name="connsiteX2" fmla="*/ 823469 w 1528319"/>
                  <a:gd name="connsiteY2" fmla="*/ 457532 h 2038682"/>
                  <a:gd name="connsiteX3" fmla="*/ 1204469 w 1528319"/>
                  <a:gd name="connsiteY3" fmla="*/ 619457 h 2038682"/>
                  <a:gd name="connsiteX4" fmla="*/ 1452119 w 1528319"/>
                  <a:gd name="connsiteY4" fmla="*/ 886157 h 2038682"/>
                  <a:gd name="connsiteX5" fmla="*/ 1528319 w 1528319"/>
                  <a:gd name="connsiteY5" fmla="*/ 1552907 h 2038682"/>
                  <a:gd name="connsiteX6" fmla="*/ 1328294 w 1528319"/>
                  <a:gd name="connsiteY6" fmla="*/ 1952957 h 2038682"/>
                  <a:gd name="connsiteX7" fmla="*/ 1204469 w 1528319"/>
                  <a:gd name="connsiteY7" fmla="*/ 2038682 h 2038682"/>
                  <a:gd name="connsiteX8" fmla="*/ 394844 w 1528319"/>
                  <a:gd name="connsiteY8" fmla="*/ 1648157 h 2038682"/>
                  <a:gd name="connsiteX9" fmla="*/ 166244 w 1528319"/>
                  <a:gd name="connsiteY9" fmla="*/ 1333832 h 2038682"/>
                  <a:gd name="connsiteX10" fmla="*/ 23369 w 1528319"/>
                  <a:gd name="connsiteY10" fmla="*/ 981407 h 2038682"/>
                  <a:gd name="connsiteX11" fmla="*/ 51944 w 1528319"/>
                  <a:gd name="connsiteY11" fmla="*/ 543257 h 2038682"/>
                  <a:gd name="connsiteX0" fmla="*/ 51944 w 1528319"/>
                  <a:gd name="connsiteY0" fmla="*/ 543257 h 2038682"/>
                  <a:gd name="connsiteX1" fmla="*/ 147194 w 1528319"/>
                  <a:gd name="connsiteY1" fmla="*/ 332 h 2038682"/>
                  <a:gd name="connsiteX2" fmla="*/ 823469 w 1528319"/>
                  <a:gd name="connsiteY2" fmla="*/ 457532 h 2038682"/>
                  <a:gd name="connsiteX3" fmla="*/ 1204469 w 1528319"/>
                  <a:gd name="connsiteY3" fmla="*/ 619457 h 2038682"/>
                  <a:gd name="connsiteX4" fmla="*/ 1452119 w 1528319"/>
                  <a:gd name="connsiteY4" fmla="*/ 886157 h 2038682"/>
                  <a:gd name="connsiteX5" fmla="*/ 1528319 w 1528319"/>
                  <a:gd name="connsiteY5" fmla="*/ 1552907 h 2038682"/>
                  <a:gd name="connsiteX6" fmla="*/ 1328294 w 1528319"/>
                  <a:gd name="connsiteY6" fmla="*/ 1952957 h 2038682"/>
                  <a:gd name="connsiteX7" fmla="*/ 1204469 w 1528319"/>
                  <a:gd name="connsiteY7" fmla="*/ 2038682 h 2038682"/>
                  <a:gd name="connsiteX8" fmla="*/ 394844 w 1528319"/>
                  <a:gd name="connsiteY8" fmla="*/ 1648157 h 2038682"/>
                  <a:gd name="connsiteX9" fmla="*/ 166244 w 1528319"/>
                  <a:gd name="connsiteY9" fmla="*/ 1333832 h 2038682"/>
                  <a:gd name="connsiteX10" fmla="*/ 23369 w 1528319"/>
                  <a:gd name="connsiteY10" fmla="*/ 981407 h 2038682"/>
                  <a:gd name="connsiteX11" fmla="*/ 51944 w 1528319"/>
                  <a:gd name="connsiteY11" fmla="*/ 543257 h 2038682"/>
                  <a:gd name="connsiteX0" fmla="*/ 51944 w 1528319"/>
                  <a:gd name="connsiteY0" fmla="*/ 543257 h 2038682"/>
                  <a:gd name="connsiteX1" fmla="*/ 147194 w 1528319"/>
                  <a:gd name="connsiteY1" fmla="*/ 332 h 2038682"/>
                  <a:gd name="connsiteX2" fmla="*/ 823469 w 1528319"/>
                  <a:gd name="connsiteY2" fmla="*/ 457532 h 2038682"/>
                  <a:gd name="connsiteX3" fmla="*/ 1204469 w 1528319"/>
                  <a:gd name="connsiteY3" fmla="*/ 619457 h 2038682"/>
                  <a:gd name="connsiteX4" fmla="*/ 1452119 w 1528319"/>
                  <a:gd name="connsiteY4" fmla="*/ 886157 h 2038682"/>
                  <a:gd name="connsiteX5" fmla="*/ 1528319 w 1528319"/>
                  <a:gd name="connsiteY5" fmla="*/ 1552907 h 2038682"/>
                  <a:gd name="connsiteX6" fmla="*/ 1328294 w 1528319"/>
                  <a:gd name="connsiteY6" fmla="*/ 1952957 h 2038682"/>
                  <a:gd name="connsiteX7" fmla="*/ 1204469 w 1528319"/>
                  <a:gd name="connsiteY7" fmla="*/ 2038682 h 2038682"/>
                  <a:gd name="connsiteX8" fmla="*/ 394844 w 1528319"/>
                  <a:gd name="connsiteY8" fmla="*/ 1648157 h 2038682"/>
                  <a:gd name="connsiteX9" fmla="*/ 166244 w 1528319"/>
                  <a:gd name="connsiteY9" fmla="*/ 1333832 h 2038682"/>
                  <a:gd name="connsiteX10" fmla="*/ 23369 w 1528319"/>
                  <a:gd name="connsiteY10" fmla="*/ 981407 h 2038682"/>
                  <a:gd name="connsiteX11" fmla="*/ 51944 w 1528319"/>
                  <a:gd name="connsiteY11" fmla="*/ 543257 h 2038682"/>
                  <a:gd name="connsiteX0" fmla="*/ 66239 w 1542614"/>
                  <a:gd name="connsiteY0" fmla="*/ 543257 h 2038682"/>
                  <a:gd name="connsiteX1" fmla="*/ 161489 w 1542614"/>
                  <a:gd name="connsiteY1" fmla="*/ 332 h 2038682"/>
                  <a:gd name="connsiteX2" fmla="*/ 837764 w 1542614"/>
                  <a:gd name="connsiteY2" fmla="*/ 457532 h 2038682"/>
                  <a:gd name="connsiteX3" fmla="*/ 1218764 w 1542614"/>
                  <a:gd name="connsiteY3" fmla="*/ 619457 h 2038682"/>
                  <a:gd name="connsiteX4" fmla="*/ 1466414 w 1542614"/>
                  <a:gd name="connsiteY4" fmla="*/ 886157 h 2038682"/>
                  <a:gd name="connsiteX5" fmla="*/ 1542614 w 1542614"/>
                  <a:gd name="connsiteY5" fmla="*/ 1552907 h 2038682"/>
                  <a:gd name="connsiteX6" fmla="*/ 1342589 w 1542614"/>
                  <a:gd name="connsiteY6" fmla="*/ 1952957 h 2038682"/>
                  <a:gd name="connsiteX7" fmla="*/ 1218764 w 1542614"/>
                  <a:gd name="connsiteY7" fmla="*/ 2038682 h 2038682"/>
                  <a:gd name="connsiteX8" fmla="*/ 409139 w 1542614"/>
                  <a:gd name="connsiteY8" fmla="*/ 1648157 h 2038682"/>
                  <a:gd name="connsiteX9" fmla="*/ 180539 w 1542614"/>
                  <a:gd name="connsiteY9" fmla="*/ 1333832 h 2038682"/>
                  <a:gd name="connsiteX10" fmla="*/ 37664 w 1542614"/>
                  <a:gd name="connsiteY10" fmla="*/ 981407 h 2038682"/>
                  <a:gd name="connsiteX11" fmla="*/ 66239 w 1542614"/>
                  <a:gd name="connsiteY11" fmla="*/ 543257 h 2038682"/>
                  <a:gd name="connsiteX0" fmla="*/ 66239 w 1542614"/>
                  <a:gd name="connsiteY0" fmla="*/ 543257 h 2038682"/>
                  <a:gd name="connsiteX1" fmla="*/ 161489 w 1542614"/>
                  <a:gd name="connsiteY1" fmla="*/ 332 h 2038682"/>
                  <a:gd name="connsiteX2" fmla="*/ 837764 w 1542614"/>
                  <a:gd name="connsiteY2" fmla="*/ 457532 h 2038682"/>
                  <a:gd name="connsiteX3" fmla="*/ 1218764 w 1542614"/>
                  <a:gd name="connsiteY3" fmla="*/ 619457 h 2038682"/>
                  <a:gd name="connsiteX4" fmla="*/ 1466414 w 1542614"/>
                  <a:gd name="connsiteY4" fmla="*/ 886157 h 2038682"/>
                  <a:gd name="connsiteX5" fmla="*/ 1542614 w 1542614"/>
                  <a:gd name="connsiteY5" fmla="*/ 1552907 h 2038682"/>
                  <a:gd name="connsiteX6" fmla="*/ 1342589 w 1542614"/>
                  <a:gd name="connsiteY6" fmla="*/ 1952957 h 2038682"/>
                  <a:gd name="connsiteX7" fmla="*/ 1218764 w 1542614"/>
                  <a:gd name="connsiteY7" fmla="*/ 2038682 h 2038682"/>
                  <a:gd name="connsiteX8" fmla="*/ 409139 w 1542614"/>
                  <a:gd name="connsiteY8" fmla="*/ 1648157 h 2038682"/>
                  <a:gd name="connsiteX9" fmla="*/ 180539 w 1542614"/>
                  <a:gd name="connsiteY9" fmla="*/ 1333832 h 2038682"/>
                  <a:gd name="connsiteX10" fmla="*/ 37664 w 1542614"/>
                  <a:gd name="connsiteY10" fmla="*/ 981407 h 2038682"/>
                  <a:gd name="connsiteX11" fmla="*/ 66239 w 1542614"/>
                  <a:gd name="connsiteY11" fmla="*/ 543257 h 2038682"/>
                  <a:gd name="connsiteX0" fmla="*/ 66239 w 1542614"/>
                  <a:gd name="connsiteY0" fmla="*/ 543257 h 2038682"/>
                  <a:gd name="connsiteX1" fmla="*/ 161489 w 1542614"/>
                  <a:gd name="connsiteY1" fmla="*/ 332 h 2038682"/>
                  <a:gd name="connsiteX2" fmla="*/ 837764 w 1542614"/>
                  <a:gd name="connsiteY2" fmla="*/ 457532 h 2038682"/>
                  <a:gd name="connsiteX3" fmla="*/ 1218764 w 1542614"/>
                  <a:gd name="connsiteY3" fmla="*/ 619457 h 2038682"/>
                  <a:gd name="connsiteX4" fmla="*/ 1466414 w 1542614"/>
                  <a:gd name="connsiteY4" fmla="*/ 886157 h 2038682"/>
                  <a:gd name="connsiteX5" fmla="*/ 1542614 w 1542614"/>
                  <a:gd name="connsiteY5" fmla="*/ 1552907 h 2038682"/>
                  <a:gd name="connsiteX6" fmla="*/ 1342589 w 1542614"/>
                  <a:gd name="connsiteY6" fmla="*/ 1952957 h 2038682"/>
                  <a:gd name="connsiteX7" fmla="*/ 1218764 w 1542614"/>
                  <a:gd name="connsiteY7" fmla="*/ 2038682 h 2038682"/>
                  <a:gd name="connsiteX8" fmla="*/ 409139 w 1542614"/>
                  <a:gd name="connsiteY8" fmla="*/ 1648157 h 2038682"/>
                  <a:gd name="connsiteX9" fmla="*/ 180539 w 1542614"/>
                  <a:gd name="connsiteY9" fmla="*/ 1333832 h 2038682"/>
                  <a:gd name="connsiteX10" fmla="*/ 37664 w 1542614"/>
                  <a:gd name="connsiteY10" fmla="*/ 981407 h 2038682"/>
                  <a:gd name="connsiteX11" fmla="*/ 66239 w 1542614"/>
                  <a:gd name="connsiteY11" fmla="*/ 543257 h 2038682"/>
                  <a:gd name="connsiteX0" fmla="*/ 66239 w 1542614"/>
                  <a:gd name="connsiteY0" fmla="*/ 543257 h 2038682"/>
                  <a:gd name="connsiteX1" fmla="*/ 161489 w 1542614"/>
                  <a:gd name="connsiteY1" fmla="*/ 332 h 2038682"/>
                  <a:gd name="connsiteX2" fmla="*/ 837764 w 1542614"/>
                  <a:gd name="connsiteY2" fmla="*/ 457532 h 2038682"/>
                  <a:gd name="connsiteX3" fmla="*/ 1218764 w 1542614"/>
                  <a:gd name="connsiteY3" fmla="*/ 619457 h 2038682"/>
                  <a:gd name="connsiteX4" fmla="*/ 1466414 w 1542614"/>
                  <a:gd name="connsiteY4" fmla="*/ 886157 h 2038682"/>
                  <a:gd name="connsiteX5" fmla="*/ 1542614 w 1542614"/>
                  <a:gd name="connsiteY5" fmla="*/ 1552907 h 2038682"/>
                  <a:gd name="connsiteX6" fmla="*/ 1342589 w 1542614"/>
                  <a:gd name="connsiteY6" fmla="*/ 1952957 h 2038682"/>
                  <a:gd name="connsiteX7" fmla="*/ 1218764 w 1542614"/>
                  <a:gd name="connsiteY7" fmla="*/ 2038682 h 2038682"/>
                  <a:gd name="connsiteX8" fmla="*/ 409139 w 1542614"/>
                  <a:gd name="connsiteY8" fmla="*/ 1648157 h 2038682"/>
                  <a:gd name="connsiteX9" fmla="*/ 180539 w 1542614"/>
                  <a:gd name="connsiteY9" fmla="*/ 1333832 h 2038682"/>
                  <a:gd name="connsiteX10" fmla="*/ 37664 w 1542614"/>
                  <a:gd name="connsiteY10" fmla="*/ 981407 h 2038682"/>
                  <a:gd name="connsiteX11" fmla="*/ 66239 w 1542614"/>
                  <a:gd name="connsiteY11" fmla="*/ 543257 h 2038682"/>
                  <a:gd name="connsiteX0" fmla="*/ 66239 w 1542614"/>
                  <a:gd name="connsiteY0" fmla="*/ 543257 h 2038682"/>
                  <a:gd name="connsiteX1" fmla="*/ 161489 w 1542614"/>
                  <a:gd name="connsiteY1" fmla="*/ 332 h 2038682"/>
                  <a:gd name="connsiteX2" fmla="*/ 837764 w 1542614"/>
                  <a:gd name="connsiteY2" fmla="*/ 457532 h 2038682"/>
                  <a:gd name="connsiteX3" fmla="*/ 1218764 w 1542614"/>
                  <a:gd name="connsiteY3" fmla="*/ 619457 h 2038682"/>
                  <a:gd name="connsiteX4" fmla="*/ 1466414 w 1542614"/>
                  <a:gd name="connsiteY4" fmla="*/ 886157 h 2038682"/>
                  <a:gd name="connsiteX5" fmla="*/ 1542614 w 1542614"/>
                  <a:gd name="connsiteY5" fmla="*/ 1552907 h 2038682"/>
                  <a:gd name="connsiteX6" fmla="*/ 1342589 w 1542614"/>
                  <a:gd name="connsiteY6" fmla="*/ 1952957 h 2038682"/>
                  <a:gd name="connsiteX7" fmla="*/ 1218764 w 1542614"/>
                  <a:gd name="connsiteY7" fmla="*/ 2038682 h 2038682"/>
                  <a:gd name="connsiteX8" fmla="*/ 409139 w 1542614"/>
                  <a:gd name="connsiteY8" fmla="*/ 1648157 h 2038682"/>
                  <a:gd name="connsiteX9" fmla="*/ 180539 w 1542614"/>
                  <a:gd name="connsiteY9" fmla="*/ 1333832 h 2038682"/>
                  <a:gd name="connsiteX10" fmla="*/ 37664 w 1542614"/>
                  <a:gd name="connsiteY10" fmla="*/ 981407 h 2038682"/>
                  <a:gd name="connsiteX11" fmla="*/ 66239 w 1542614"/>
                  <a:gd name="connsiteY11" fmla="*/ 543257 h 2038682"/>
                  <a:gd name="connsiteX0" fmla="*/ 66239 w 1625679"/>
                  <a:gd name="connsiteY0" fmla="*/ 543257 h 2038682"/>
                  <a:gd name="connsiteX1" fmla="*/ 161489 w 1625679"/>
                  <a:gd name="connsiteY1" fmla="*/ 332 h 2038682"/>
                  <a:gd name="connsiteX2" fmla="*/ 837764 w 1625679"/>
                  <a:gd name="connsiteY2" fmla="*/ 457532 h 2038682"/>
                  <a:gd name="connsiteX3" fmla="*/ 1218764 w 1625679"/>
                  <a:gd name="connsiteY3" fmla="*/ 619457 h 2038682"/>
                  <a:gd name="connsiteX4" fmla="*/ 1466414 w 1625679"/>
                  <a:gd name="connsiteY4" fmla="*/ 886157 h 2038682"/>
                  <a:gd name="connsiteX5" fmla="*/ 1542614 w 1625679"/>
                  <a:gd name="connsiteY5" fmla="*/ 1552907 h 2038682"/>
                  <a:gd name="connsiteX6" fmla="*/ 1342589 w 1625679"/>
                  <a:gd name="connsiteY6" fmla="*/ 1952957 h 2038682"/>
                  <a:gd name="connsiteX7" fmla="*/ 1218764 w 1625679"/>
                  <a:gd name="connsiteY7" fmla="*/ 2038682 h 2038682"/>
                  <a:gd name="connsiteX8" fmla="*/ 409139 w 1625679"/>
                  <a:gd name="connsiteY8" fmla="*/ 1648157 h 2038682"/>
                  <a:gd name="connsiteX9" fmla="*/ 180539 w 1625679"/>
                  <a:gd name="connsiteY9" fmla="*/ 1333832 h 2038682"/>
                  <a:gd name="connsiteX10" fmla="*/ 37664 w 1625679"/>
                  <a:gd name="connsiteY10" fmla="*/ 981407 h 2038682"/>
                  <a:gd name="connsiteX11" fmla="*/ 66239 w 1625679"/>
                  <a:gd name="connsiteY11" fmla="*/ 543257 h 2038682"/>
                  <a:gd name="connsiteX0" fmla="*/ 66239 w 1625679"/>
                  <a:gd name="connsiteY0" fmla="*/ 543257 h 2038682"/>
                  <a:gd name="connsiteX1" fmla="*/ 161489 w 1625679"/>
                  <a:gd name="connsiteY1" fmla="*/ 332 h 2038682"/>
                  <a:gd name="connsiteX2" fmla="*/ 837764 w 1625679"/>
                  <a:gd name="connsiteY2" fmla="*/ 457532 h 2038682"/>
                  <a:gd name="connsiteX3" fmla="*/ 1218764 w 1625679"/>
                  <a:gd name="connsiteY3" fmla="*/ 619457 h 2038682"/>
                  <a:gd name="connsiteX4" fmla="*/ 1466414 w 1625679"/>
                  <a:gd name="connsiteY4" fmla="*/ 886157 h 2038682"/>
                  <a:gd name="connsiteX5" fmla="*/ 1542614 w 1625679"/>
                  <a:gd name="connsiteY5" fmla="*/ 1552907 h 2038682"/>
                  <a:gd name="connsiteX6" fmla="*/ 1342589 w 1625679"/>
                  <a:gd name="connsiteY6" fmla="*/ 1952957 h 2038682"/>
                  <a:gd name="connsiteX7" fmla="*/ 1218764 w 1625679"/>
                  <a:gd name="connsiteY7" fmla="*/ 2038682 h 2038682"/>
                  <a:gd name="connsiteX8" fmla="*/ 409139 w 1625679"/>
                  <a:gd name="connsiteY8" fmla="*/ 1648157 h 2038682"/>
                  <a:gd name="connsiteX9" fmla="*/ 180539 w 1625679"/>
                  <a:gd name="connsiteY9" fmla="*/ 1333832 h 2038682"/>
                  <a:gd name="connsiteX10" fmla="*/ 37664 w 1625679"/>
                  <a:gd name="connsiteY10" fmla="*/ 981407 h 2038682"/>
                  <a:gd name="connsiteX11" fmla="*/ 66239 w 1625679"/>
                  <a:gd name="connsiteY11" fmla="*/ 543257 h 20386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625679" h="2038682">
                    <a:moveTo>
                      <a:pt x="66239" y="543257"/>
                    </a:moveTo>
                    <a:cubicBezTo>
                      <a:pt x="37664" y="352757"/>
                      <a:pt x="90052" y="262270"/>
                      <a:pt x="161489" y="332"/>
                    </a:cubicBezTo>
                    <a:cubicBezTo>
                      <a:pt x="290077" y="-13955"/>
                      <a:pt x="704414" y="436895"/>
                      <a:pt x="837764" y="457532"/>
                    </a:cubicBezTo>
                    <a:cubicBezTo>
                      <a:pt x="964764" y="511507"/>
                      <a:pt x="1110814" y="498807"/>
                      <a:pt x="1218764" y="619457"/>
                    </a:cubicBezTo>
                    <a:cubicBezTo>
                      <a:pt x="1421964" y="703595"/>
                      <a:pt x="1385452" y="717882"/>
                      <a:pt x="1466414" y="886157"/>
                    </a:cubicBezTo>
                    <a:cubicBezTo>
                      <a:pt x="1547376" y="1054432"/>
                      <a:pt x="1733114" y="1383044"/>
                      <a:pt x="1542614" y="1552907"/>
                    </a:cubicBezTo>
                    <a:cubicBezTo>
                      <a:pt x="1561664" y="1829132"/>
                      <a:pt x="1409264" y="1819607"/>
                      <a:pt x="1342589" y="1952957"/>
                    </a:cubicBezTo>
                    <a:lnTo>
                      <a:pt x="1218764" y="2038682"/>
                    </a:lnTo>
                    <a:cubicBezTo>
                      <a:pt x="1079064" y="1976770"/>
                      <a:pt x="601227" y="2013282"/>
                      <a:pt x="409139" y="1648157"/>
                    </a:cubicBezTo>
                    <a:cubicBezTo>
                      <a:pt x="236102" y="1530682"/>
                      <a:pt x="248802" y="1500520"/>
                      <a:pt x="180539" y="1333832"/>
                    </a:cubicBezTo>
                    <a:cubicBezTo>
                      <a:pt x="102752" y="1233820"/>
                      <a:pt x="10676" y="1108407"/>
                      <a:pt x="37664" y="981407"/>
                    </a:cubicBezTo>
                    <a:cubicBezTo>
                      <a:pt x="-57586" y="702007"/>
                      <a:pt x="56714" y="689307"/>
                      <a:pt x="66239" y="54325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Rectangle 21">
                <a:extLst>
                  <a:ext uri="{FF2B5EF4-FFF2-40B4-BE49-F238E27FC236}">
                    <a16:creationId xmlns:a16="http://schemas.microsoft.com/office/drawing/2014/main" id="{054DEA35-E86C-3514-FD10-E4F36043DE54}"/>
                  </a:ext>
                </a:extLst>
              </p:cNvPr>
              <p:cNvSpPr/>
              <p:nvPr/>
            </p:nvSpPr>
            <p:spPr>
              <a:xfrm rot="2339417">
                <a:off x="4240894" y="3732437"/>
                <a:ext cx="263754" cy="499192"/>
              </a:xfrm>
              <a:custGeom>
                <a:avLst/>
                <a:gdLst>
                  <a:gd name="connsiteX0" fmla="*/ 0 w 247650"/>
                  <a:gd name="connsiteY0" fmla="*/ 0 h 381000"/>
                  <a:gd name="connsiteX1" fmla="*/ 247650 w 247650"/>
                  <a:gd name="connsiteY1" fmla="*/ 0 h 381000"/>
                  <a:gd name="connsiteX2" fmla="*/ 247650 w 247650"/>
                  <a:gd name="connsiteY2" fmla="*/ 381000 h 381000"/>
                  <a:gd name="connsiteX3" fmla="*/ 0 w 247650"/>
                  <a:gd name="connsiteY3" fmla="*/ 381000 h 381000"/>
                  <a:gd name="connsiteX4" fmla="*/ 0 w 247650"/>
                  <a:gd name="connsiteY4" fmla="*/ 0 h 381000"/>
                  <a:gd name="connsiteX0" fmla="*/ 304800 w 552450"/>
                  <a:gd name="connsiteY0" fmla="*/ 0 h 381000"/>
                  <a:gd name="connsiteX1" fmla="*/ 552450 w 552450"/>
                  <a:gd name="connsiteY1" fmla="*/ 0 h 381000"/>
                  <a:gd name="connsiteX2" fmla="*/ 552450 w 552450"/>
                  <a:gd name="connsiteY2" fmla="*/ 381000 h 381000"/>
                  <a:gd name="connsiteX3" fmla="*/ 0 w 552450"/>
                  <a:gd name="connsiteY3" fmla="*/ 352425 h 381000"/>
                  <a:gd name="connsiteX4" fmla="*/ 304800 w 552450"/>
                  <a:gd name="connsiteY4" fmla="*/ 0 h 381000"/>
                  <a:gd name="connsiteX0" fmla="*/ 304800 w 552450"/>
                  <a:gd name="connsiteY0" fmla="*/ 0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4" fmla="*/ 304800 w 552450"/>
                  <a:gd name="connsiteY4" fmla="*/ 0 h 485775"/>
                  <a:gd name="connsiteX0" fmla="*/ 0 w 552450"/>
                  <a:gd name="connsiteY0" fmla="*/ 352425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0" fmla="*/ 0 w 2028825"/>
                  <a:gd name="connsiteY0" fmla="*/ 1895475 h 2028825"/>
                  <a:gd name="connsiteX1" fmla="*/ 2028825 w 2028825"/>
                  <a:gd name="connsiteY1" fmla="*/ 0 h 2028825"/>
                  <a:gd name="connsiteX2" fmla="*/ 428625 w 2028825"/>
                  <a:gd name="connsiteY2" fmla="*/ 2028825 h 2028825"/>
                  <a:gd name="connsiteX3" fmla="*/ 0 w 2028825"/>
                  <a:gd name="connsiteY3" fmla="*/ 1895475 h 2028825"/>
                  <a:gd name="connsiteX0" fmla="*/ 1066800 w 1495425"/>
                  <a:gd name="connsiteY0" fmla="*/ 25527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1066800 w 1495425"/>
                  <a:gd name="connsiteY3" fmla="*/ 2552700 h 2686050"/>
                  <a:gd name="connsiteX0" fmla="*/ 847725 w 1495425"/>
                  <a:gd name="connsiteY0" fmla="*/ 24384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847725 w 1495425"/>
                  <a:gd name="connsiteY3" fmla="*/ 2438400 h 2686050"/>
                  <a:gd name="connsiteX0" fmla="*/ 847725 w 1228725"/>
                  <a:gd name="connsiteY0" fmla="*/ 243840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47725 w 1228725"/>
                  <a:gd name="connsiteY3" fmla="*/ 243840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8725" h="2543175">
                    <a:moveTo>
                      <a:pt x="876300" y="2428875"/>
                    </a:moveTo>
                    <a:cubicBezTo>
                      <a:pt x="1222375" y="1581150"/>
                      <a:pt x="292100" y="809625"/>
                      <a:pt x="0" y="0"/>
                    </a:cubicBezTo>
                    <a:cubicBezTo>
                      <a:pt x="409575" y="847725"/>
                      <a:pt x="1219200" y="1390650"/>
                      <a:pt x="1228725" y="2543175"/>
                    </a:cubicBezTo>
                    <a:lnTo>
                      <a:pt x="876300" y="2428875"/>
                    </a:lnTo>
                    <a:close/>
                  </a:path>
                </a:pathLst>
              </a:custGeom>
              <a:solidFill>
                <a:schemeClr val="accent6">
                  <a:lumMod val="5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21">
                <a:extLst>
                  <a:ext uri="{FF2B5EF4-FFF2-40B4-BE49-F238E27FC236}">
                    <a16:creationId xmlns:a16="http://schemas.microsoft.com/office/drawing/2014/main" id="{38F2E6DC-83D2-21D3-647B-C2DD001E5A6C}"/>
                  </a:ext>
                </a:extLst>
              </p:cNvPr>
              <p:cNvSpPr/>
              <p:nvPr/>
            </p:nvSpPr>
            <p:spPr>
              <a:xfrm rot="16200000" flipH="1">
                <a:off x="3974990" y="3981478"/>
                <a:ext cx="263754" cy="499192"/>
              </a:xfrm>
              <a:custGeom>
                <a:avLst/>
                <a:gdLst>
                  <a:gd name="connsiteX0" fmla="*/ 0 w 247650"/>
                  <a:gd name="connsiteY0" fmla="*/ 0 h 381000"/>
                  <a:gd name="connsiteX1" fmla="*/ 247650 w 247650"/>
                  <a:gd name="connsiteY1" fmla="*/ 0 h 381000"/>
                  <a:gd name="connsiteX2" fmla="*/ 247650 w 247650"/>
                  <a:gd name="connsiteY2" fmla="*/ 381000 h 381000"/>
                  <a:gd name="connsiteX3" fmla="*/ 0 w 247650"/>
                  <a:gd name="connsiteY3" fmla="*/ 381000 h 381000"/>
                  <a:gd name="connsiteX4" fmla="*/ 0 w 247650"/>
                  <a:gd name="connsiteY4" fmla="*/ 0 h 381000"/>
                  <a:gd name="connsiteX0" fmla="*/ 304800 w 552450"/>
                  <a:gd name="connsiteY0" fmla="*/ 0 h 381000"/>
                  <a:gd name="connsiteX1" fmla="*/ 552450 w 552450"/>
                  <a:gd name="connsiteY1" fmla="*/ 0 h 381000"/>
                  <a:gd name="connsiteX2" fmla="*/ 552450 w 552450"/>
                  <a:gd name="connsiteY2" fmla="*/ 381000 h 381000"/>
                  <a:gd name="connsiteX3" fmla="*/ 0 w 552450"/>
                  <a:gd name="connsiteY3" fmla="*/ 352425 h 381000"/>
                  <a:gd name="connsiteX4" fmla="*/ 304800 w 552450"/>
                  <a:gd name="connsiteY4" fmla="*/ 0 h 381000"/>
                  <a:gd name="connsiteX0" fmla="*/ 304800 w 552450"/>
                  <a:gd name="connsiteY0" fmla="*/ 0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4" fmla="*/ 304800 w 552450"/>
                  <a:gd name="connsiteY4" fmla="*/ 0 h 485775"/>
                  <a:gd name="connsiteX0" fmla="*/ 0 w 552450"/>
                  <a:gd name="connsiteY0" fmla="*/ 352425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0" fmla="*/ 0 w 2028825"/>
                  <a:gd name="connsiteY0" fmla="*/ 1895475 h 2028825"/>
                  <a:gd name="connsiteX1" fmla="*/ 2028825 w 2028825"/>
                  <a:gd name="connsiteY1" fmla="*/ 0 h 2028825"/>
                  <a:gd name="connsiteX2" fmla="*/ 428625 w 2028825"/>
                  <a:gd name="connsiteY2" fmla="*/ 2028825 h 2028825"/>
                  <a:gd name="connsiteX3" fmla="*/ 0 w 2028825"/>
                  <a:gd name="connsiteY3" fmla="*/ 1895475 h 2028825"/>
                  <a:gd name="connsiteX0" fmla="*/ 1066800 w 1495425"/>
                  <a:gd name="connsiteY0" fmla="*/ 25527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1066800 w 1495425"/>
                  <a:gd name="connsiteY3" fmla="*/ 2552700 h 2686050"/>
                  <a:gd name="connsiteX0" fmla="*/ 847725 w 1495425"/>
                  <a:gd name="connsiteY0" fmla="*/ 24384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847725 w 1495425"/>
                  <a:gd name="connsiteY3" fmla="*/ 2438400 h 2686050"/>
                  <a:gd name="connsiteX0" fmla="*/ 847725 w 1228725"/>
                  <a:gd name="connsiteY0" fmla="*/ 243840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47725 w 1228725"/>
                  <a:gd name="connsiteY3" fmla="*/ 243840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8725" h="2543175">
                    <a:moveTo>
                      <a:pt x="876300" y="2428875"/>
                    </a:moveTo>
                    <a:cubicBezTo>
                      <a:pt x="1222375" y="1581150"/>
                      <a:pt x="292100" y="809625"/>
                      <a:pt x="0" y="0"/>
                    </a:cubicBezTo>
                    <a:cubicBezTo>
                      <a:pt x="409575" y="847725"/>
                      <a:pt x="1219200" y="1390650"/>
                      <a:pt x="1228725" y="2543175"/>
                    </a:cubicBezTo>
                    <a:lnTo>
                      <a:pt x="876300" y="2428875"/>
                    </a:lnTo>
                    <a:close/>
                  </a:path>
                </a:pathLst>
              </a:custGeom>
              <a:solidFill>
                <a:schemeClr val="accent6">
                  <a:lumMod val="5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21">
                <a:extLst>
                  <a:ext uri="{FF2B5EF4-FFF2-40B4-BE49-F238E27FC236}">
                    <a16:creationId xmlns:a16="http://schemas.microsoft.com/office/drawing/2014/main" id="{51CB9490-020C-AC4A-A607-CE57D9CD50AB}"/>
                  </a:ext>
                </a:extLst>
              </p:cNvPr>
              <p:cNvSpPr/>
              <p:nvPr/>
            </p:nvSpPr>
            <p:spPr>
              <a:xfrm rot="1659284">
                <a:off x="3918216" y="3296362"/>
                <a:ext cx="263754" cy="499192"/>
              </a:xfrm>
              <a:custGeom>
                <a:avLst/>
                <a:gdLst>
                  <a:gd name="connsiteX0" fmla="*/ 0 w 247650"/>
                  <a:gd name="connsiteY0" fmla="*/ 0 h 381000"/>
                  <a:gd name="connsiteX1" fmla="*/ 247650 w 247650"/>
                  <a:gd name="connsiteY1" fmla="*/ 0 h 381000"/>
                  <a:gd name="connsiteX2" fmla="*/ 247650 w 247650"/>
                  <a:gd name="connsiteY2" fmla="*/ 381000 h 381000"/>
                  <a:gd name="connsiteX3" fmla="*/ 0 w 247650"/>
                  <a:gd name="connsiteY3" fmla="*/ 381000 h 381000"/>
                  <a:gd name="connsiteX4" fmla="*/ 0 w 247650"/>
                  <a:gd name="connsiteY4" fmla="*/ 0 h 381000"/>
                  <a:gd name="connsiteX0" fmla="*/ 304800 w 552450"/>
                  <a:gd name="connsiteY0" fmla="*/ 0 h 381000"/>
                  <a:gd name="connsiteX1" fmla="*/ 552450 w 552450"/>
                  <a:gd name="connsiteY1" fmla="*/ 0 h 381000"/>
                  <a:gd name="connsiteX2" fmla="*/ 552450 w 552450"/>
                  <a:gd name="connsiteY2" fmla="*/ 381000 h 381000"/>
                  <a:gd name="connsiteX3" fmla="*/ 0 w 552450"/>
                  <a:gd name="connsiteY3" fmla="*/ 352425 h 381000"/>
                  <a:gd name="connsiteX4" fmla="*/ 304800 w 552450"/>
                  <a:gd name="connsiteY4" fmla="*/ 0 h 381000"/>
                  <a:gd name="connsiteX0" fmla="*/ 304800 w 552450"/>
                  <a:gd name="connsiteY0" fmla="*/ 0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4" fmla="*/ 304800 w 552450"/>
                  <a:gd name="connsiteY4" fmla="*/ 0 h 485775"/>
                  <a:gd name="connsiteX0" fmla="*/ 0 w 552450"/>
                  <a:gd name="connsiteY0" fmla="*/ 352425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0" fmla="*/ 0 w 2028825"/>
                  <a:gd name="connsiteY0" fmla="*/ 1895475 h 2028825"/>
                  <a:gd name="connsiteX1" fmla="*/ 2028825 w 2028825"/>
                  <a:gd name="connsiteY1" fmla="*/ 0 h 2028825"/>
                  <a:gd name="connsiteX2" fmla="*/ 428625 w 2028825"/>
                  <a:gd name="connsiteY2" fmla="*/ 2028825 h 2028825"/>
                  <a:gd name="connsiteX3" fmla="*/ 0 w 2028825"/>
                  <a:gd name="connsiteY3" fmla="*/ 1895475 h 2028825"/>
                  <a:gd name="connsiteX0" fmla="*/ 1066800 w 1495425"/>
                  <a:gd name="connsiteY0" fmla="*/ 25527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1066800 w 1495425"/>
                  <a:gd name="connsiteY3" fmla="*/ 2552700 h 2686050"/>
                  <a:gd name="connsiteX0" fmla="*/ 847725 w 1495425"/>
                  <a:gd name="connsiteY0" fmla="*/ 24384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847725 w 1495425"/>
                  <a:gd name="connsiteY3" fmla="*/ 2438400 h 2686050"/>
                  <a:gd name="connsiteX0" fmla="*/ 847725 w 1228725"/>
                  <a:gd name="connsiteY0" fmla="*/ 243840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47725 w 1228725"/>
                  <a:gd name="connsiteY3" fmla="*/ 243840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8725" h="2543175">
                    <a:moveTo>
                      <a:pt x="876300" y="2428875"/>
                    </a:moveTo>
                    <a:cubicBezTo>
                      <a:pt x="1222375" y="1581150"/>
                      <a:pt x="292100" y="809625"/>
                      <a:pt x="0" y="0"/>
                    </a:cubicBezTo>
                    <a:cubicBezTo>
                      <a:pt x="409575" y="847725"/>
                      <a:pt x="1219200" y="1390650"/>
                      <a:pt x="1228725" y="2543175"/>
                    </a:cubicBezTo>
                    <a:lnTo>
                      <a:pt x="876300" y="2428875"/>
                    </a:lnTo>
                    <a:close/>
                  </a:path>
                </a:pathLst>
              </a:custGeom>
              <a:solidFill>
                <a:schemeClr val="accent6">
                  <a:lumMod val="5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" name="Rectangle 21">
                <a:extLst>
                  <a:ext uri="{FF2B5EF4-FFF2-40B4-BE49-F238E27FC236}">
                    <a16:creationId xmlns:a16="http://schemas.microsoft.com/office/drawing/2014/main" id="{5C683F29-0925-479D-A228-15C515EC5880}"/>
                  </a:ext>
                </a:extLst>
              </p:cNvPr>
              <p:cNvSpPr/>
              <p:nvPr/>
            </p:nvSpPr>
            <p:spPr>
              <a:xfrm rot="16200000" flipH="1">
                <a:off x="3709086" y="3516086"/>
                <a:ext cx="263754" cy="499192"/>
              </a:xfrm>
              <a:custGeom>
                <a:avLst/>
                <a:gdLst>
                  <a:gd name="connsiteX0" fmla="*/ 0 w 247650"/>
                  <a:gd name="connsiteY0" fmla="*/ 0 h 381000"/>
                  <a:gd name="connsiteX1" fmla="*/ 247650 w 247650"/>
                  <a:gd name="connsiteY1" fmla="*/ 0 h 381000"/>
                  <a:gd name="connsiteX2" fmla="*/ 247650 w 247650"/>
                  <a:gd name="connsiteY2" fmla="*/ 381000 h 381000"/>
                  <a:gd name="connsiteX3" fmla="*/ 0 w 247650"/>
                  <a:gd name="connsiteY3" fmla="*/ 381000 h 381000"/>
                  <a:gd name="connsiteX4" fmla="*/ 0 w 247650"/>
                  <a:gd name="connsiteY4" fmla="*/ 0 h 381000"/>
                  <a:gd name="connsiteX0" fmla="*/ 304800 w 552450"/>
                  <a:gd name="connsiteY0" fmla="*/ 0 h 381000"/>
                  <a:gd name="connsiteX1" fmla="*/ 552450 w 552450"/>
                  <a:gd name="connsiteY1" fmla="*/ 0 h 381000"/>
                  <a:gd name="connsiteX2" fmla="*/ 552450 w 552450"/>
                  <a:gd name="connsiteY2" fmla="*/ 381000 h 381000"/>
                  <a:gd name="connsiteX3" fmla="*/ 0 w 552450"/>
                  <a:gd name="connsiteY3" fmla="*/ 352425 h 381000"/>
                  <a:gd name="connsiteX4" fmla="*/ 304800 w 552450"/>
                  <a:gd name="connsiteY4" fmla="*/ 0 h 381000"/>
                  <a:gd name="connsiteX0" fmla="*/ 304800 w 552450"/>
                  <a:gd name="connsiteY0" fmla="*/ 0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4" fmla="*/ 304800 w 552450"/>
                  <a:gd name="connsiteY4" fmla="*/ 0 h 485775"/>
                  <a:gd name="connsiteX0" fmla="*/ 0 w 552450"/>
                  <a:gd name="connsiteY0" fmla="*/ 352425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0" fmla="*/ 0 w 2028825"/>
                  <a:gd name="connsiteY0" fmla="*/ 1895475 h 2028825"/>
                  <a:gd name="connsiteX1" fmla="*/ 2028825 w 2028825"/>
                  <a:gd name="connsiteY1" fmla="*/ 0 h 2028825"/>
                  <a:gd name="connsiteX2" fmla="*/ 428625 w 2028825"/>
                  <a:gd name="connsiteY2" fmla="*/ 2028825 h 2028825"/>
                  <a:gd name="connsiteX3" fmla="*/ 0 w 2028825"/>
                  <a:gd name="connsiteY3" fmla="*/ 1895475 h 2028825"/>
                  <a:gd name="connsiteX0" fmla="*/ 1066800 w 1495425"/>
                  <a:gd name="connsiteY0" fmla="*/ 25527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1066800 w 1495425"/>
                  <a:gd name="connsiteY3" fmla="*/ 2552700 h 2686050"/>
                  <a:gd name="connsiteX0" fmla="*/ 847725 w 1495425"/>
                  <a:gd name="connsiteY0" fmla="*/ 24384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847725 w 1495425"/>
                  <a:gd name="connsiteY3" fmla="*/ 2438400 h 2686050"/>
                  <a:gd name="connsiteX0" fmla="*/ 847725 w 1228725"/>
                  <a:gd name="connsiteY0" fmla="*/ 243840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47725 w 1228725"/>
                  <a:gd name="connsiteY3" fmla="*/ 243840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8725" h="2543175">
                    <a:moveTo>
                      <a:pt x="876300" y="2428875"/>
                    </a:moveTo>
                    <a:cubicBezTo>
                      <a:pt x="1222375" y="1581150"/>
                      <a:pt x="292100" y="809625"/>
                      <a:pt x="0" y="0"/>
                    </a:cubicBezTo>
                    <a:cubicBezTo>
                      <a:pt x="409575" y="847725"/>
                      <a:pt x="1219200" y="1390650"/>
                      <a:pt x="1228725" y="2543175"/>
                    </a:cubicBezTo>
                    <a:lnTo>
                      <a:pt x="876300" y="2428875"/>
                    </a:lnTo>
                    <a:close/>
                  </a:path>
                </a:pathLst>
              </a:custGeom>
              <a:solidFill>
                <a:schemeClr val="accent6">
                  <a:lumMod val="5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Rectangle 21">
                <a:extLst>
                  <a:ext uri="{FF2B5EF4-FFF2-40B4-BE49-F238E27FC236}">
                    <a16:creationId xmlns:a16="http://schemas.microsoft.com/office/drawing/2014/main" id="{14E4E1C7-FBA6-AE3B-2D80-A3445B349F89}"/>
                  </a:ext>
                </a:extLst>
              </p:cNvPr>
              <p:cNvSpPr/>
              <p:nvPr/>
            </p:nvSpPr>
            <p:spPr>
              <a:xfrm rot="1659284">
                <a:off x="3692373" y="3090755"/>
                <a:ext cx="156914" cy="296982"/>
              </a:xfrm>
              <a:custGeom>
                <a:avLst/>
                <a:gdLst>
                  <a:gd name="connsiteX0" fmla="*/ 0 w 247650"/>
                  <a:gd name="connsiteY0" fmla="*/ 0 h 381000"/>
                  <a:gd name="connsiteX1" fmla="*/ 247650 w 247650"/>
                  <a:gd name="connsiteY1" fmla="*/ 0 h 381000"/>
                  <a:gd name="connsiteX2" fmla="*/ 247650 w 247650"/>
                  <a:gd name="connsiteY2" fmla="*/ 381000 h 381000"/>
                  <a:gd name="connsiteX3" fmla="*/ 0 w 247650"/>
                  <a:gd name="connsiteY3" fmla="*/ 381000 h 381000"/>
                  <a:gd name="connsiteX4" fmla="*/ 0 w 247650"/>
                  <a:gd name="connsiteY4" fmla="*/ 0 h 381000"/>
                  <a:gd name="connsiteX0" fmla="*/ 304800 w 552450"/>
                  <a:gd name="connsiteY0" fmla="*/ 0 h 381000"/>
                  <a:gd name="connsiteX1" fmla="*/ 552450 w 552450"/>
                  <a:gd name="connsiteY1" fmla="*/ 0 h 381000"/>
                  <a:gd name="connsiteX2" fmla="*/ 552450 w 552450"/>
                  <a:gd name="connsiteY2" fmla="*/ 381000 h 381000"/>
                  <a:gd name="connsiteX3" fmla="*/ 0 w 552450"/>
                  <a:gd name="connsiteY3" fmla="*/ 352425 h 381000"/>
                  <a:gd name="connsiteX4" fmla="*/ 304800 w 552450"/>
                  <a:gd name="connsiteY4" fmla="*/ 0 h 381000"/>
                  <a:gd name="connsiteX0" fmla="*/ 304800 w 552450"/>
                  <a:gd name="connsiteY0" fmla="*/ 0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4" fmla="*/ 304800 w 552450"/>
                  <a:gd name="connsiteY4" fmla="*/ 0 h 485775"/>
                  <a:gd name="connsiteX0" fmla="*/ 0 w 552450"/>
                  <a:gd name="connsiteY0" fmla="*/ 352425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0" fmla="*/ 0 w 2028825"/>
                  <a:gd name="connsiteY0" fmla="*/ 1895475 h 2028825"/>
                  <a:gd name="connsiteX1" fmla="*/ 2028825 w 2028825"/>
                  <a:gd name="connsiteY1" fmla="*/ 0 h 2028825"/>
                  <a:gd name="connsiteX2" fmla="*/ 428625 w 2028825"/>
                  <a:gd name="connsiteY2" fmla="*/ 2028825 h 2028825"/>
                  <a:gd name="connsiteX3" fmla="*/ 0 w 2028825"/>
                  <a:gd name="connsiteY3" fmla="*/ 1895475 h 2028825"/>
                  <a:gd name="connsiteX0" fmla="*/ 1066800 w 1495425"/>
                  <a:gd name="connsiteY0" fmla="*/ 25527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1066800 w 1495425"/>
                  <a:gd name="connsiteY3" fmla="*/ 2552700 h 2686050"/>
                  <a:gd name="connsiteX0" fmla="*/ 847725 w 1495425"/>
                  <a:gd name="connsiteY0" fmla="*/ 24384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847725 w 1495425"/>
                  <a:gd name="connsiteY3" fmla="*/ 2438400 h 2686050"/>
                  <a:gd name="connsiteX0" fmla="*/ 847725 w 1228725"/>
                  <a:gd name="connsiteY0" fmla="*/ 243840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47725 w 1228725"/>
                  <a:gd name="connsiteY3" fmla="*/ 243840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8725" h="2543175">
                    <a:moveTo>
                      <a:pt x="876300" y="2428875"/>
                    </a:moveTo>
                    <a:cubicBezTo>
                      <a:pt x="1222375" y="1581150"/>
                      <a:pt x="292100" y="809625"/>
                      <a:pt x="0" y="0"/>
                    </a:cubicBezTo>
                    <a:cubicBezTo>
                      <a:pt x="409575" y="847725"/>
                      <a:pt x="1219200" y="1390650"/>
                      <a:pt x="1228725" y="2543175"/>
                    </a:cubicBezTo>
                    <a:lnTo>
                      <a:pt x="876300" y="2428875"/>
                    </a:lnTo>
                    <a:close/>
                  </a:path>
                </a:pathLst>
              </a:custGeom>
              <a:solidFill>
                <a:schemeClr val="accent6">
                  <a:lumMod val="5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" name="Rectangle 21">
                <a:extLst>
                  <a:ext uri="{FF2B5EF4-FFF2-40B4-BE49-F238E27FC236}">
                    <a16:creationId xmlns:a16="http://schemas.microsoft.com/office/drawing/2014/main" id="{6F7AC806-7510-B29B-AA7B-2C2743E37968}"/>
                  </a:ext>
                </a:extLst>
              </p:cNvPr>
              <p:cNvSpPr/>
              <p:nvPr/>
            </p:nvSpPr>
            <p:spPr>
              <a:xfrm rot="16568896" flipH="1">
                <a:off x="3473647" y="3059060"/>
                <a:ext cx="156914" cy="296982"/>
              </a:xfrm>
              <a:custGeom>
                <a:avLst/>
                <a:gdLst>
                  <a:gd name="connsiteX0" fmla="*/ 0 w 247650"/>
                  <a:gd name="connsiteY0" fmla="*/ 0 h 381000"/>
                  <a:gd name="connsiteX1" fmla="*/ 247650 w 247650"/>
                  <a:gd name="connsiteY1" fmla="*/ 0 h 381000"/>
                  <a:gd name="connsiteX2" fmla="*/ 247650 w 247650"/>
                  <a:gd name="connsiteY2" fmla="*/ 381000 h 381000"/>
                  <a:gd name="connsiteX3" fmla="*/ 0 w 247650"/>
                  <a:gd name="connsiteY3" fmla="*/ 381000 h 381000"/>
                  <a:gd name="connsiteX4" fmla="*/ 0 w 247650"/>
                  <a:gd name="connsiteY4" fmla="*/ 0 h 381000"/>
                  <a:gd name="connsiteX0" fmla="*/ 304800 w 552450"/>
                  <a:gd name="connsiteY0" fmla="*/ 0 h 381000"/>
                  <a:gd name="connsiteX1" fmla="*/ 552450 w 552450"/>
                  <a:gd name="connsiteY1" fmla="*/ 0 h 381000"/>
                  <a:gd name="connsiteX2" fmla="*/ 552450 w 552450"/>
                  <a:gd name="connsiteY2" fmla="*/ 381000 h 381000"/>
                  <a:gd name="connsiteX3" fmla="*/ 0 w 552450"/>
                  <a:gd name="connsiteY3" fmla="*/ 352425 h 381000"/>
                  <a:gd name="connsiteX4" fmla="*/ 304800 w 552450"/>
                  <a:gd name="connsiteY4" fmla="*/ 0 h 381000"/>
                  <a:gd name="connsiteX0" fmla="*/ 304800 w 552450"/>
                  <a:gd name="connsiteY0" fmla="*/ 0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4" fmla="*/ 304800 w 552450"/>
                  <a:gd name="connsiteY4" fmla="*/ 0 h 485775"/>
                  <a:gd name="connsiteX0" fmla="*/ 0 w 552450"/>
                  <a:gd name="connsiteY0" fmla="*/ 352425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0" fmla="*/ 0 w 2028825"/>
                  <a:gd name="connsiteY0" fmla="*/ 1895475 h 2028825"/>
                  <a:gd name="connsiteX1" fmla="*/ 2028825 w 2028825"/>
                  <a:gd name="connsiteY1" fmla="*/ 0 h 2028825"/>
                  <a:gd name="connsiteX2" fmla="*/ 428625 w 2028825"/>
                  <a:gd name="connsiteY2" fmla="*/ 2028825 h 2028825"/>
                  <a:gd name="connsiteX3" fmla="*/ 0 w 2028825"/>
                  <a:gd name="connsiteY3" fmla="*/ 1895475 h 2028825"/>
                  <a:gd name="connsiteX0" fmla="*/ 1066800 w 1495425"/>
                  <a:gd name="connsiteY0" fmla="*/ 25527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1066800 w 1495425"/>
                  <a:gd name="connsiteY3" fmla="*/ 2552700 h 2686050"/>
                  <a:gd name="connsiteX0" fmla="*/ 847725 w 1495425"/>
                  <a:gd name="connsiteY0" fmla="*/ 24384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847725 w 1495425"/>
                  <a:gd name="connsiteY3" fmla="*/ 2438400 h 2686050"/>
                  <a:gd name="connsiteX0" fmla="*/ 847725 w 1228725"/>
                  <a:gd name="connsiteY0" fmla="*/ 243840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47725 w 1228725"/>
                  <a:gd name="connsiteY3" fmla="*/ 243840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8725" h="2543175">
                    <a:moveTo>
                      <a:pt x="876300" y="2428875"/>
                    </a:moveTo>
                    <a:cubicBezTo>
                      <a:pt x="1222375" y="1581150"/>
                      <a:pt x="292100" y="809625"/>
                      <a:pt x="0" y="0"/>
                    </a:cubicBezTo>
                    <a:cubicBezTo>
                      <a:pt x="409575" y="847725"/>
                      <a:pt x="1219200" y="1390650"/>
                      <a:pt x="1228725" y="2543175"/>
                    </a:cubicBezTo>
                    <a:lnTo>
                      <a:pt x="876300" y="2428875"/>
                    </a:lnTo>
                    <a:close/>
                  </a:path>
                </a:pathLst>
              </a:custGeom>
              <a:solidFill>
                <a:schemeClr val="accent6">
                  <a:lumMod val="5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" name="Rectangle 21">
                <a:extLst>
                  <a:ext uri="{FF2B5EF4-FFF2-40B4-BE49-F238E27FC236}">
                    <a16:creationId xmlns:a16="http://schemas.microsoft.com/office/drawing/2014/main" id="{8044C05B-590E-FDDA-68F7-DC2EF718DAF1}"/>
                  </a:ext>
                </a:extLst>
              </p:cNvPr>
              <p:cNvSpPr/>
              <p:nvPr/>
            </p:nvSpPr>
            <p:spPr>
              <a:xfrm>
                <a:off x="3409950" y="2781298"/>
                <a:ext cx="1228725" cy="2543175"/>
              </a:xfrm>
              <a:custGeom>
                <a:avLst/>
                <a:gdLst>
                  <a:gd name="connsiteX0" fmla="*/ 0 w 247650"/>
                  <a:gd name="connsiteY0" fmla="*/ 0 h 381000"/>
                  <a:gd name="connsiteX1" fmla="*/ 247650 w 247650"/>
                  <a:gd name="connsiteY1" fmla="*/ 0 h 381000"/>
                  <a:gd name="connsiteX2" fmla="*/ 247650 w 247650"/>
                  <a:gd name="connsiteY2" fmla="*/ 381000 h 381000"/>
                  <a:gd name="connsiteX3" fmla="*/ 0 w 247650"/>
                  <a:gd name="connsiteY3" fmla="*/ 381000 h 381000"/>
                  <a:gd name="connsiteX4" fmla="*/ 0 w 247650"/>
                  <a:gd name="connsiteY4" fmla="*/ 0 h 381000"/>
                  <a:gd name="connsiteX0" fmla="*/ 304800 w 552450"/>
                  <a:gd name="connsiteY0" fmla="*/ 0 h 381000"/>
                  <a:gd name="connsiteX1" fmla="*/ 552450 w 552450"/>
                  <a:gd name="connsiteY1" fmla="*/ 0 h 381000"/>
                  <a:gd name="connsiteX2" fmla="*/ 552450 w 552450"/>
                  <a:gd name="connsiteY2" fmla="*/ 381000 h 381000"/>
                  <a:gd name="connsiteX3" fmla="*/ 0 w 552450"/>
                  <a:gd name="connsiteY3" fmla="*/ 352425 h 381000"/>
                  <a:gd name="connsiteX4" fmla="*/ 304800 w 552450"/>
                  <a:gd name="connsiteY4" fmla="*/ 0 h 381000"/>
                  <a:gd name="connsiteX0" fmla="*/ 304800 w 552450"/>
                  <a:gd name="connsiteY0" fmla="*/ 0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4" fmla="*/ 304800 w 552450"/>
                  <a:gd name="connsiteY4" fmla="*/ 0 h 485775"/>
                  <a:gd name="connsiteX0" fmla="*/ 0 w 552450"/>
                  <a:gd name="connsiteY0" fmla="*/ 352425 h 485775"/>
                  <a:gd name="connsiteX1" fmla="*/ 552450 w 552450"/>
                  <a:gd name="connsiteY1" fmla="*/ 0 h 485775"/>
                  <a:gd name="connsiteX2" fmla="*/ 428625 w 552450"/>
                  <a:gd name="connsiteY2" fmla="*/ 485775 h 485775"/>
                  <a:gd name="connsiteX3" fmla="*/ 0 w 552450"/>
                  <a:gd name="connsiteY3" fmla="*/ 352425 h 485775"/>
                  <a:gd name="connsiteX0" fmla="*/ 0 w 2028825"/>
                  <a:gd name="connsiteY0" fmla="*/ 1895475 h 2028825"/>
                  <a:gd name="connsiteX1" fmla="*/ 2028825 w 2028825"/>
                  <a:gd name="connsiteY1" fmla="*/ 0 h 2028825"/>
                  <a:gd name="connsiteX2" fmla="*/ 428625 w 2028825"/>
                  <a:gd name="connsiteY2" fmla="*/ 2028825 h 2028825"/>
                  <a:gd name="connsiteX3" fmla="*/ 0 w 2028825"/>
                  <a:gd name="connsiteY3" fmla="*/ 1895475 h 2028825"/>
                  <a:gd name="connsiteX0" fmla="*/ 1066800 w 1495425"/>
                  <a:gd name="connsiteY0" fmla="*/ 25527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1066800 w 1495425"/>
                  <a:gd name="connsiteY3" fmla="*/ 2552700 h 2686050"/>
                  <a:gd name="connsiteX0" fmla="*/ 847725 w 1495425"/>
                  <a:gd name="connsiteY0" fmla="*/ 2438400 h 2686050"/>
                  <a:gd name="connsiteX1" fmla="*/ 0 w 1495425"/>
                  <a:gd name="connsiteY1" fmla="*/ 0 h 2686050"/>
                  <a:gd name="connsiteX2" fmla="*/ 1495425 w 1495425"/>
                  <a:gd name="connsiteY2" fmla="*/ 2686050 h 2686050"/>
                  <a:gd name="connsiteX3" fmla="*/ 847725 w 1495425"/>
                  <a:gd name="connsiteY3" fmla="*/ 2438400 h 2686050"/>
                  <a:gd name="connsiteX0" fmla="*/ 847725 w 1228725"/>
                  <a:gd name="connsiteY0" fmla="*/ 243840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47725 w 1228725"/>
                  <a:gd name="connsiteY3" fmla="*/ 243840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971550 w 1228725"/>
                  <a:gd name="connsiteY0" fmla="*/ 2457450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971550 w 1228725"/>
                  <a:gd name="connsiteY3" fmla="*/ 2457450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  <a:gd name="connsiteX0" fmla="*/ 876300 w 1228725"/>
                  <a:gd name="connsiteY0" fmla="*/ 2428875 h 2543175"/>
                  <a:gd name="connsiteX1" fmla="*/ 0 w 1228725"/>
                  <a:gd name="connsiteY1" fmla="*/ 0 h 2543175"/>
                  <a:gd name="connsiteX2" fmla="*/ 1228725 w 1228725"/>
                  <a:gd name="connsiteY2" fmla="*/ 2543175 h 2543175"/>
                  <a:gd name="connsiteX3" fmla="*/ 876300 w 1228725"/>
                  <a:gd name="connsiteY3" fmla="*/ 2428875 h 2543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28725" h="2543175">
                    <a:moveTo>
                      <a:pt x="876300" y="2428875"/>
                    </a:moveTo>
                    <a:cubicBezTo>
                      <a:pt x="1222375" y="1581150"/>
                      <a:pt x="292100" y="809625"/>
                      <a:pt x="0" y="0"/>
                    </a:cubicBezTo>
                    <a:cubicBezTo>
                      <a:pt x="409575" y="847725"/>
                      <a:pt x="1219200" y="1390650"/>
                      <a:pt x="1228725" y="2543175"/>
                    </a:cubicBezTo>
                    <a:lnTo>
                      <a:pt x="876300" y="2428875"/>
                    </a:lnTo>
                    <a:close/>
                  </a:path>
                </a:pathLst>
              </a:custGeom>
              <a:solidFill>
                <a:schemeClr val="accent6">
                  <a:lumMod val="5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BF4E22EC-240F-2ED1-E2FF-3495A11E207F}"/>
                </a:ext>
              </a:extLst>
            </p:cNvPr>
            <p:cNvGrpSpPr/>
            <p:nvPr/>
          </p:nvGrpSpPr>
          <p:grpSpPr>
            <a:xfrm>
              <a:off x="2179731" y="5042450"/>
              <a:ext cx="3614412" cy="5648468"/>
              <a:chOff x="2865713" y="1590532"/>
              <a:chExt cx="3614412" cy="5648468"/>
            </a:xfrm>
          </p:grpSpPr>
          <p:sp>
            <p:nvSpPr>
              <p:cNvPr id="73" name="Rectangle 3">
                <a:extLst>
                  <a:ext uri="{FF2B5EF4-FFF2-40B4-BE49-F238E27FC236}">
                    <a16:creationId xmlns:a16="http://schemas.microsoft.com/office/drawing/2014/main" id="{6F17B792-F287-1328-FD3D-B5041A246950}"/>
                  </a:ext>
                </a:extLst>
              </p:cNvPr>
              <p:cNvSpPr/>
              <p:nvPr/>
            </p:nvSpPr>
            <p:spPr>
              <a:xfrm>
                <a:off x="2865713" y="1590532"/>
                <a:ext cx="3614412" cy="5648468"/>
              </a:xfrm>
              <a:custGeom>
                <a:avLst/>
                <a:gdLst>
                  <a:gd name="connsiteX0" fmla="*/ 0 w 571500"/>
                  <a:gd name="connsiteY0" fmla="*/ 0 h 647700"/>
                  <a:gd name="connsiteX1" fmla="*/ 571500 w 571500"/>
                  <a:gd name="connsiteY1" fmla="*/ 0 h 647700"/>
                  <a:gd name="connsiteX2" fmla="*/ 571500 w 571500"/>
                  <a:gd name="connsiteY2" fmla="*/ 647700 h 647700"/>
                  <a:gd name="connsiteX3" fmla="*/ 0 w 571500"/>
                  <a:gd name="connsiteY3" fmla="*/ 647700 h 647700"/>
                  <a:gd name="connsiteX4" fmla="*/ 0 w 571500"/>
                  <a:gd name="connsiteY4" fmla="*/ 0 h 647700"/>
                  <a:gd name="connsiteX0" fmla="*/ 101600 w 571500"/>
                  <a:gd name="connsiteY0" fmla="*/ 0 h 685800"/>
                  <a:gd name="connsiteX1" fmla="*/ 571500 w 571500"/>
                  <a:gd name="connsiteY1" fmla="*/ 38100 h 685800"/>
                  <a:gd name="connsiteX2" fmla="*/ 571500 w 571500"/>
                  <a:gd name="connsiteY2" fmla="*/ 685800 h 685800"/>
                  <a:gd name="connsiteX3" fmla="*/ 0 w 571500"/>
                  <a:gd name="connsiteY3" fmla="*/ 685800 h 685800"/>
                  <a:gd name="connsiteX4" fmla="*/ 101600 w 571500"/>
                  <a:gd name="connsiteY4" fmla="*/ 0 h 685800"/>
                  <a:gd name="connsiteX0" fmla="*/ 101600 w 889000"/>
                  <a:gd name="connsiteY0" fmla="*/ 0 h 685800"/>
                  <a:gd name="connsiteX1" fmla="*/ 889000 w 889000"/>
                  <a:gd name="connsiteY1" fmla="*/ 203200 h 685800"/>
                  <a:gd name="connsiteX2" fmla="*/ 571500 w 889000"/>
                  <a:gd name="connsiteY2" fmla="*/ 685800 h 685800"/>
                  <a:gd name="connsiteX3" fmla="*/ 0 w 889000"/>
                  <a:gd name="connsiteY3" fmla="*/ 685800 h 685800"/>
                  <a:gd name="connsiteX4" fmla="*/ 101600 w 889000"/>
                  <a:gd name="connsiteY4" fmla="*/ 0 h 685800"/>
                  <a:gd name="connsiteX0" fmla="*/ 1397000 w 2184400"/>
                  <a:gd name="connsiteY0" fmla="*/ 0 h 3492500"/>
                  <a:gd name="connsiteX1" fmla="*/ 2184400 w 2184400"/>
                  <a:gd name="connsiteY1" fmla="*/ 203200 h 3492500"/>
                  <a:gd name="connsiteX2" fmla="*/ 1866900 w 2184400"/>
                  <a:gd name="connsiteY2" fmla="*/ 685800 h 3492500"/>
                  <a:gd name="connsiteX3" fmla="*/ 0 w 2184400"/>
                  <a:gd name="connsiteY3" fmla="*/ 3492500 h 3492500"/>
                  <a:gd name="connsiteX4" fmla="*/ 1397000 w 2184400"/>
                  <a:gd name="connsiteY4" fmla="*/ 0 h 3492500"/>
                  <a:gd name="connsiteX0" fmla="*/ 1397000 w 2184400"/>
                  <a:gd name="connsiteY0" fmla="*/ 0 h 3911600"/>
                  <a:gd name="connsiteX1" fmla="*/ 2184400 w 2184400"/>
                  <a:gd name="connsiteY1" fmla="*/ 203200 h 3911600"/>
                  <a:gd name="connsiteX2" fmla="*/ 990600 w 2184400"/>
                  <a:gd name="connsiteY2" fmla="*/ 3911600 h 3911600"/>
                  <a:gd name="connsiteX3" fmla="*/ 0 w 2184400"/>
                  <a:gd name="connsiteY3" fmla="*/ 3492500 h 3911600"/>
                  <a:gd name="connsiteX4" fmla="*/ 1397000 w 2184400"/>
                  <a:gd name="connsiteY4" fmla="*/ 0 h 3911600"/>
                  <a:gd name="connsiteX0" fmla="*/ 1511300 w 2298700"/>
                  <a:gd name="connsiteY0" fmla="*/ 0 h 5628137"/>
                  <a:gd name="connsiteX1" fmla="*/ 2298700 w 2298700"/>
                  <a:gd name="connsiteY1" fmla="*/ 203200 h 5628137"/>
                  <a:gd name="connsiteX2" fmla="*/ 1104900 w 2298700"/>
                  <a:gd name="connsiteY2" fmla="*/ 3911600 h 5628137"/>
                  <a:gd name="connsiteX3" fmla="*/ 0 w 2298700"/>
                  <a:gd name="connsiteY3" fmla="*/ 5626100 h 5628137"/>
                  <a:gd name="connsiteX4" fmla="*/ 114300 w 2298700"/>
                  <a:gd name="connsiteY4" fmla="*/ 3492500 h 5628137"/>
                  <a:gd name="connsiteX5" fmla="*/ 1511300 w 2298700"/>
                  <a:gd name="connsiteY5" fmla="*/ 0 h 5628137"/>
                  <a:gd name="connsiteX0" fmla="*/ 1511300 w 2298700"/>
                  <a:gd name="connsiteY0" fmla="*/ 0 h 5628137"/>
                  <a:gd name="connsiteX1" fmla="*/ 2298700 w 2298700"/>
                  <a:gd name="connsiteY1" fmla="*/ 203200 h 5628137"/>
                  <a:gd name="connsiteX2" fmla="*/ 1104900 w 2298700"/>
                  <a:gd name="connsiteY2" fmla="*/ 3911600 h 5628137"/>
                  <a:gd name="connsiteX3" fmla="*/ 0 w 2298700"/>
                  <a:gd name="connsiteY3" fmla="*/ 5626100 h 5628137"/>
                  <a:gd name="connsiteX4" fmla="*/ 114300 w 2298700"/>
                  <a:gd name="connsiteY4" fmla="*/ 3492500 h 5628137"/>
                  <a:gd name="connsiteX5" fmla="*/ 1511300 w 2298700"/>
                  <a:gd name="connsiteY5" fmla="*/ 0 h 5628137"/>
                  <a:gd name="connsiteX0" fmla="*/ 1511300 w 2298700"/>
                  <a:gd name="connsiteY0" fmla="*/ 0 h 5626100"/>
                  <a:gd name="connsiteX1" fmla="*/ 2298700 w 2298700"/>
                  <a:gd name="connsiteY1" fmla="*/ 203200 h 5626100"/>
                  <a:gd name="connsiteX2" fmla="*/ 1104900 w 2298700"/>
                  <a:gd name="connsiteY2" fmla="*/ 3911600 h 5626100"/>
                  <a:gd name="connsiteX3" fmla="*/ 0 w 2298700"/>
                  <a:gd name="connsiteY3" fmla="*/ 5626100 h 5626100"/>
                  <a:gd name="connsiteX4" fmla="*/ 114300 w 2298700"/>
                  <a:gd name="connsiteY4" fmla="*/ 3492500 h 5626100"/>
                  <a:gd name="connsiteX5" fmla="*/ 1511300 w 2298700"/>
                  <a:gd name="connsiteY5" fmla="*/ 0 h 5626100"/>
                  <a:gd name="connsiteX0" fmla="*/ 1511300 w 2298700"/>
                  <a:gd name="connsiteY0" fmla="*/ 0 h 5626100"/>
                  <a:gd name="connsiteX1" fmla="*/ 2298700 w 2298700"/>
                  <a:gd name="connsiteY1" fmla="*/ 203200 h 5626100"/>
                  <a:gd name="connsiteX2" fmla="*/ 1104900 w 2298700"/>
                  <a:gd name="connsiteY2" fmla="*/ 3911600 h 5626100"/>
                  <a:gd name="connsiteX3" fmla="*/ 0 w 2298700"/>
                  <a:gd name="connsiteY3" fmla="*/ 5626100 h 5626100"/>
                  <a:gd name="connsiteX4" fmla="*/ 114300 w 2298700"/>
                  <a:gd name="connsiteY4" fmla="*/ 3492500 h 5626100"/>
                  <a:gd name="connsiteX5" fmla="*/ 1511300 w 2298700"/>
                  <a:gd name="connsiteY5" fmla="*/ 0 h 5626100"/>
                  <a:gd name="connsiteX0" fmla="*/ 1511300 w 2298700"/>
                  <a:gd name="connsiteY0" fmla="*/ 0 h 5626100"/>
                  <a:gd name="connsiteX1" fmla="*/ 2298700 w 2298700"/>
                  <a:gd name="connsiteY1" fmla="*/ 203200 h 5626100"/>
                  <a:gd name="connsiteX2" fmla="*/ 1104900 w 2298700"/>
                  <a:gd name="connsiteY2" fmla="*/ 3911600 h 5626100"/>
                  <a:gd name="connsiteX3" fmla="*/ 0 w 2298700"/>
                  <a:gd name="connsiteY3" fmla="*/ 5626100 h 5626100"/>
                  <a:gd name="connsiteX4" fmla="*/ 165100 w 2298700"/>
                  <a:gd name="connsiteY4" fmla="*/ 3492500 h 5626100"/>
                  <a:gd name="connsiteX5" fmla="*/ 1511300 w 2298700"/>
                  <a:gd name="connsiteY5" fmla="*/ 0 h 5626100"/>
                  <a:gd name="connsiteX0" fmla="*/ 1692793 w 2480193"/>
                  <a:gd name="connsiteY0" fmla="*/ 0 h 5626100"/>
                  <a:gd name="connsiteX1" fmla="*/ 2480193 w 2480193"/>
                  <a:gd name="connsiteY1" fmla="*/ 203200 h 5626100"/>
                  <a:gd name="connsiteX2" fmla="*/ 1286393 w 2480193"/>
                  <a:gd name="connsiteY2" fmla="*/ 3911600 h 5626100"/>
                  <a:gd name="connsiteX3" fmla="*/ 181493 w 2480193"/>
                  <a:gd name="connsiteY3" fmla="*/ 5626100 h 5626100"/>
                  <a:gd name="connsiteX4" fmla="*/ 346593 w 2480193"/>
                  <a:gd name="connsiteY4" fmla="*/ 3492500 h 5626100"/>
                  <a:gd name="connsiteX5" fmla="*/ 1692793 w 2480193"/>
                  <a:gd name="connsiteY5" fmla="*/ 0 h 5626100"/>
                  <a:gd name="connsiteX0" fmla="*/ 1692793 w 2789799"/>
                  <a:gd name="connsiteY0" fmla="*/ 0 h 5626100"/>
                  <a:gd name="connsiteX1" fmla="*/ 2480193 w 2789799"/>
                  <a:gd name="connsiteY1" fmla="*/ 203200 h 5626100"/>
                  <a:gd name="connsiteX2" fmla="*/ 1286393 w 2789799"/>
                  <a:gd name="connsiteY2" fmla="*/ 3911600 h 5626100"/>
                  <a:gd name="connsiteX3" fmla="*/ 181493 w 2789799"/>
                  <a:gd name="connsiteY3" fmla="*/ 5626100 h 5626100"/>
                  <a:gd name="connsiteX4" fmla="*/ 346593 w 2789799"/>
                  <a:gd name="connsiteY4" fmla="*/ 3492500 h 5626100"/>
                  <a:gd name="connsiteX5" fmla="*/ 1692793 w 2789799"/>
                  <a:gd name="connsiteY5" fmla="*/ 0 h 5626100"/>
                  <a:gd name="connsiteX0" fmla="*/ 1692793 w 2789799"/>
                  <a:gd name="connsiteY0" fmla="*/ 0 h 5626100"/>
                  <a:gd name="connsiteX1" fmla="*/ 2480193 w 2789799"/>
                  <a:gd name="connsiteY1" fmla="*/ 203200 h 5626100"/>
                  <a:gd name="connsiteX2" fmla="*/ 1286393 w 2789799"/>
                  <a:gd name="connsiteY2" fmla="*/ 3860800 h 5626100"/>
                  <a:gd name="connsiteX3" fmla="*/ 181493 w 2789799"/>
                  <a:gd name="connsiteY3" fmla="*/ 5626100 h 5626100"/>
                  <a:gd name="connsiteX4" fmla="*/ 346593 w 2789799"/>
                  <a:gd name="connsiteY4" fmla="*/ 3492500 h 5626100"/>
                  <a:gd name="connsiteX5" fmla="*/ 1692793 w 2789799"/>
                  <a:gd name="connsiteY5" fmla="*/ 0 h 5626100"/>
                  <a:gd name="connsiteX0" fmla="*/ 1692793 w 2789799"/>
                  <a:gd name="connsiteY0" fmla="*/ 0 h 5626100"/>
                  <a:gd name="connsiteX1" fmla="*/ 2480193 w 2789799"/>
                  <a:gd name="connsiteY1" fmla="*/ 203200 h 5626100"/>
                  <a:gd name="connsiteX2" fmla="*/ 1286393 w 2789799"/>
                  <a:gd name="connsiteY2" fmla="*/ 3860800 h 5626100"/>
                  <a:gd name="connsiteX3" fmla="*/ 181493 w 2789799"/>
                  <a:gd name="connsiteY3" fmla="*/ 5626100 h 5626100"/>
                  <a:gd name="connsiteX4" fmla="*/ 346593 w 2789799"/>
                  <a:gd name="connsiteY4" fmla="*/ 3492500 h 5626100"/>
                  <a:gd name="connsiteX5" fmla="*/ 1692793 w 2789799"/>
                  <a:gd name="connsiteY5" fmla="*/ 0 h 5626100"/>
                  <a:gd name="connsiteX0" fmla="*/ 1692793 w 3323585"/>
                  <a:gd name="connsiteY0" fmla="*/ 0 h 5626100"/>
                  <a:gd name="connsiteX1" fmla="*/ 2480193 w 3323585"/>
                  <a:gd name="connsiteY1" fmla="*/ 203200 h 5626100"/>
                  <a:gd name="connsiteX2" fmla="*/ 1286393 w 3323585"/>
                  <a:gd name="connsiteY2" fmla="*/ 3860800 h 5626100"/>
                  <a:gd name="connsiteX3" fmla="*/ 181493 w 3323585"/>
                  <a:gd name="connsiteY3" fmla="*/ 5626100 h 5626100"/>
                  <a:gd name="connsiteX4" fmla="*/ 346593 w 3323585"/>
                  <a:gd name="connsiteY4" fmla="*/ 3492500 h 5626100"/>
                  <a:gd name="connsiteX5" fmla="*/ 1692793 w 3323585"/>
                  <a:gd name="connsiteY5" fmla="*/ 0 h 5626100"/>
                  <a:gd name="connsiteX0" fmla="*/ 1983620 w 3614412"/>
                  <a:gd name="connsiteY0" fmla="*/ 22368 h 5648468"/>
                  <a:gd name="connsiteX1" fmla="*/ 2771020 w 3614412"/>
                  <a:gd name="connsiteY1" fmla="*/ 225568 h 5648468"/>
                  <a:gd name="connsiteX2" fmla="*/ 1577220 w 3614412"/>
                  <a:gd name="connsiteY2" fmla="*/ 3883168 h 5648468"/>
                  <a:gd name="connsiteX3" fmla="*/ 472320 w 3614412"/>
                  <a:gd name="connsiteY3" fmla="*/ 5648468 h 5648468"/>
                  <a:gd name="connsiteX4" fmla="*/ 637420 w 3614412"/>
                  <a:gd name="connsiteY4" fmla="*/ 3514868 h 5648468"/>
                  <a:gd name="connsiteX5" fmla="*/ 1983620 w 3614412"/>
                  <a:gd name="connsiteY5" fmla="*/ 22368 h 5648468"/>
                  <a:gd name="connsiteX0" fmla="*/ 1983620 w 3614412"/>
                  <a:gd name="connsiteY0" fmla="*/ 22368 h 5648468"/>
                  <a:gd name="connsiteX1" fmla="*/ 2771020 w 3614412"/>
                  <a:gd name="connsiteY1" fmla="*/ 225568 h 5648468"/>
                  <a:gd name="connsiteX2" fmla="*/ 1577220 w 3614412"/>
                  <a:gd name="connsiteY2" fmla="*/ 3883168 h 5648468"/>
                  <a:gd name="connsiteX3" fmla="*/ 472320 w 3614412"/>
                  <a:gd name="connsiteY3" fmla="*/ 5648468 h 5648468"/>
                  <a:gd name="connsiteX4" fmla="*/ 637420 w 3614412"/>
                  <a:gd name="connsiteY4" fmla="*/ 3514868 h 5648468"/>
                  <a:gd name="connsiteX5" fmla="*/ 1983620 w 3614412"/>
                  <a:gd name="connsiteY5" fmla="*/ 22368 h 5648468"/>
                  <a:gd name="connsiteX0" fmla="*/ 1983620 w 3614412"/>
                  <a:gd name="connsiteY0" fmla="*/ 22368 h 5648468"/>
                  <a:gd name="connsiteX1" fmla="*/ 2771020 w 3614412"/>
                  <a:gd name="connsiteY1" fmla="*/ 225568 h 5648468"/>
                  <a:gd name="connsiteX2" fmla="*/ 1577220 w 3614412"/>
                  <a:gd name="connsiteY2" fmla="*/ 3883168 h 5648468"/>
                  <a:gd name="connsiteX3" fmla="*/ 472320 w 3614412"/>
                  <a:gd name="connsiteY3" fmla="*/ 5648468 h 5648468"/>
                  <a:gd name="connsiteX4" fmla="*/ 637420 w 3614412"/>
                  <a:gd name="connsiteY4" fmla="*/ 3514868 h 5648468"/>
                  <a:gd name="connsiteX5" fmla="*/ 1983620 w 3614412"/>
                  <a:gd name="connsiteY5" fmla="*/ 22368 h 5648468"/>
                  <a:gd name="connsiteX0" fmla="*/ 1983620 w 3614412"/>
                  <a:gd name="connsiteY0" fmla="*/ 22368 h 5648468"/>
                  <a:gd name="connsiteX1" fmla="*/ 2771020 w 3614412"/>
                  <a:gd name="connsiteY1" fmla="*/ 225568 h 5648468"/>
                  <a:gd name="connsiteX2" fmla="*/ 1577220 w 3614412"/>
                  <a:gd name="connsiteY2" fmla="*/ 3883168 h 5648468"/>
                  <a:gd name="connsiteX3" fmla="*/ 472320 w 3614412"/>
                  <a:gd name="connsiteY3" fmla="*/ 5648468 h 5648468"/>
                  <a:gd name="connsiteX4" fmla="*/ 637420 w 3614412"/>
                  <a:gd name="connsiteY4" fmla="*/ 3514868 h 5648468"/>
                  <a:gd name="connsiteX5" fmla="*/ 1983620 w 3614412"/>
                  <a:gd name="connsiteY5" fmla="*/ 22368 h 5648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614412" h="5648468">
                    <a:moveTo>
                      <a:pt x="1983620" y="22368"/>
                    </a:moveTo>
                    <a:cubicBezTo>
                      <a:pt x="2277837" y="71051"/>
                      <a:pt x="2508553" y="100685"/>
                      <a:pt x="2771020" y="225568"/>
                    </a:cubicBezTo>
                    <a:cubicBezTo>
                      <a:pt x="3820887" y="915601"/>
                      <a:pt x="4337353" y="2735935"/>
                      <a:pt x="1577220" y="3883168"/>
                    </a:cubicBezTo>
                    <a:cubicBezTo>
                      <a:pt x="1297820" y="4027101"/>
                      <a:pt x="637420" y="5314035"/>
                      <a:pt x="472320" y="5648468"/>
                    </a:cubicBezTo>
                    <a:cubicBezTo>
                      <a:pt x="726320" y="4861068"/>
                      <a:pt x="777120" y="3756168"/>
                      <a:pt x="637420" y="3514868"/>
                    </a:cubicBezTo>
                    <a:cubicBezTo>
                      <a:pt x="-514047" y="1791901"/>
                      <a:pt x="-128813" y="-235865"/>
                      <a:pt x="1983620" y="22368"/>
                    </a:cubicBezTo>
                    <a:close/>
                  </a:path>
                </a:pathLst>
              </a:custGeom>
              <a:solidFill>
                <a:srgbClr val="F3EAC1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E8150C76-55F6-E32A-0639-669F2D0BC458}"/>
                  </a:ext>
                </a:extLst>
              </p:cNvPr>
              <p:cNvSpPr/>
              <p:nvPr/>
            </p:nvSpPr>
            <p:spPr>
              <a:xfrm>
                <a:off x="3813519" y="1590532"/>
                <a:ext cx="2431362" cy="898977"/>
              </a:xfrm>
              <a:custGeom>
                <a:avLst/>
                <a:gdLst>
                  <a:gd name="connsiteX0" fmla="*/ 653552 w 2431362"/>
                  <a:gd name="connsiteY0" fmla="*/ 106 h 898977"/>
                  <a:gd name="connsiteX1" fmla="*/ 1029439 w 2431362"/>
                  <a:gd name="connsiteY1" fmla="*/ 22368 h 898977"/>
                  <a:gd name="connsiteX2" fmla="*/ 1816839 w 2431362"/>
                  <a:gd name="connsiteY2" fmla="*/ 225568 h 898977"/>
                  <a:gd name="connsiteX3" fmla="*/ 2333049 w 2431362"/>
                  <a:gd name="connsiteY3" fmla="*/ 721035 h 898977"/>
                  <a:gd name="connsiteX4" fmla="*/ 2431362 w 2431362"/>
                  <a:gd name="connsiteY4" fmla="*/ 878724 h 898977"/>
                  <a:gd name="connsiteX5" fmla="*/ 2323814 w 2431362"/>
                  <a:gd name="connsiteY5" fmla="*/ 891114 h 898977"/>
                  <a:gd name="connsiteX6" fmla="*/ 1254772 w 2431362"/>
                  <a:gd name="connsiteY6" fmla="*/ 776629 h 898977"/>
                  <a:gd name="connsiteX7" fmla="*/ 78129 w 2431362"/>
                  <a:gd name="connsiteY7" fmla="*/ 188426 h 898977"/>
                  <a:gd name="connsiteX8" fmla="*/ 0 w 2431362"/>
                  <a:gd name="connsiteY8" fmla="*/ 109913 h 898977"/>
                  <a:gd name="connsiteX9" fmla="*/ 22105 w 2431362"/>
                  <a:gd name="connsiteY9" fmla="*/ 101135 h 898977"/>
                  <a:gd name="connsiteX10" fmla="*/ 653552 w 2431362"/>
                  <a:gd name="connsiteY10" fmla="*/ 106 h 898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431362" h="898977">
                    <a:moveTo>
                      <a:pt x="653552" y="106"/>
                    </a:moveTo>
                    <a:cubicBezTo>
                      <a:pt x="772132" y="-982"/>
                      <a:pt x="897412" y="6229"/>
                      <a:pt x="1029439" y="22368"/>
                    </a:cubicBezTo>
                    <a:cubicBezTo>
                      <a:pt x="1323656" y="71051"/>
                      <a:pt x="1554372" y="100685"/>
                      <a:pt x="1816839" y="225568"/>
                    </a:cubicBezTo>
                    <a:cubicBezTo>
                      <a:pt x="2013689" y="354949"/>
                      <a:pt x="2191787" y="524068"/>
                      <a:pt x="2333049" y="721035"/>
                    </a:cubicBezTo>
                    <a:lnTo>
                      <a:pt x="2431362" y="878724"/>
                    </a:lnTo>
                    <a:lnTo>
                      <a:pt x="2323814" y="891114"/>
                    </a:lnTo>
                    <a:cubicBezTo>
                      <a:pt x="2018182" y="916509"/>
                      <a:pt x="1644585" y="880927"/>
                      <a:pt x="1254772" y="776629"/>
                    </a:cubicBezTo>
                    <a:cubicBezTo>
                      <a:pt x="753583" y="642532"/>
                      <a:pt x="332345" y="423405"/>
                      <a:pt x="78129" y="188426"/>
                    </a:cubicBezTo>
                    <a:lnTo>
                      <a:pt x="0" y="109913"/>
                    </a:lnTo>
                    <a:lnTo>
                      <a:pt x="22105" y="101135"/>
                    </a:lnTo>
                    <a:cubicBezTo>
                      <a:pt x="206034" y="37644"/>
                      <a:pt x="416392" y="2280"/>
                      <a:pt x="653552" y="106"/>
                    </a:cubicBezTo>
                    <a:close/>
                  </a:path>
                </a:pathLst>
              </a:custGeom>
              <a:solidFill>
                <a:srgbClr val="BB5088"/>
              </a:solidFill>
              <a:ln w="38100">
                <a:solidFill>
                  <a:srgbClr val="BB508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8FEBCBD3-DBA0-3716-DA81-3E46F7543F20}"/>
                  </a:ext>
                </a:extLst>
              </p:cNvPr>
              <p:cNvSpPr/>
              <p:nvPr/>
            </p:nvSpPr>
            <p:spPr>
              <a:xfrm rot="898748">
                <a:off x="4108562" y="1674992"/>
                <a:ext cx="2095957" cy="460619"/>
              </a:xfrm>
              <a:custGeom>
                <a:avLst/>
                <a:gdLst>
                  <a:gd name="connsiteX0" fmla="*/ 311589 w 2095957"/>
                  <a:gd name="connsiteY0" fmla="*/ 111499 h 460619"/>
                  <a:gd name="connsiteX1" fmla="*/ 680457 w 2095957"/>
                  <a:gd name="connsiteY1" fmla="*/ 35850 h 460619"/>
                  <a:gd name="connsiteX2" fmla="*/ 1493622 w 2095957"/>
                  <a:gd name="connsiteY2" fmla="*/ 28629 h 460619"/>
                  <a:gd name="connsiteX3" fmla="*/ 1974823 w 2095957"/>
                  <a:gd name="connsiteY3" fmla="*/ 265450 h 460619"/>
                  <a:gd name="connsiteX4" fmla="*/ 2095957 w 2095957"/>
                  <a:gd name="connsiteY4" fmla="*/ 355667 h 460619"/>
                  <a:gd name="connsiteX5" fmla="*/ 2030187 w 2095957"/>
                  <a:gd name="connsiteY5" fmla="*/ 373029 h 460619"/>
                  <a:gd name="connsiteX6" fmla="*/ 1234142 w 2095957"/>
                  <a:gd name="connsiteY6" fmla="*/ 460619 h 460619"/>
                  <a:gd name="connsiteX7" fmla="*/ 53238 w 2095957"/>
                  <a:gd name="connsiteY7" fmla="*/ 248063 h 460619"/>
                  <a:gd name="connsiteX8" fmla="*/ 0 w 2095957"/>
                  <a:gd name="connsiteY8" fmla="*/ 222608 h 460619"/>
                  <a:gd name="connsiteX9" fmla="*/ 146622 w 2095957"/>
                  <a:gd name="connsiteY9" fmla="*/ 163686 h 460619"/>
                  <a:gd name="connsiteX10" fmla="*/ 311589 w 2095957"/>
                  <a:gd name="connsiteY10" fmla="*/ 111499 h 4606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095957" h="460619">
                    <a:moveTo>
                      <a:pt x="311589" y="111499"/>
                    </a:moveTo>
                    <a:cubicBezTo>
                      <a:pt x="425858" y="79799"/>
                      <a:pt x="548745" y="54385"/>
                      <a:pt x="680457" y="35850"/>
                    </a:cubicBezTo>
                    <a:cubicBezTo>
                      <a:pt x="977260" y="6834"/>
                      <a:pt x="1207796" y="-24172"/>
                      <a:pt x="1493622" y="28629"/>
                    </a:cubicBezTo>
                    <a:cubicBezTo>
                      <a:pt x="1661323" y="84208"/>
                      <a:pt x="1824613" y="164106"/>
                      <a:pt x="1974823" y="265450"/>
                    </a:cubicBezTo>
                    <a:lnTo>
                      <a:pt x="2095957" y="355667"/>
                    </a:lnTo>
                    <a:lnTo>
                      <a:pt x="2030187" y="373029"/>
                    </a:lnTo>
                    <a:cubicBezTo>
                      <a:pt x="1793552" y="428889"/>
                      <a:pt x="1522375" y="460619"/>
                      <a:pt x="1234142" y="460619"/>
                    </a:cubicBezTo>
                    <a:cubicBezTo>
                      <a:pt x="772971" y="460619"/>
                      <a:pt x="355458" y="379391"/>
                      <a:pt x="53238" y="248063"/>
                    </a:cubicBezTo>
                    <a:lnTo>
                      <a:pt x="0" y="222608"/>
                    </a:lnTo>
                    <a:lnTo>
                      <a:pt x="146622" y="163686"/>
                    </a:lnTo>
                    <a:cubicBezTo>
                      <a:pt x="199474" y="144769"/>
                      <a:pt x="254454" y="127349"/>
                      <a:pt x="311589" y="111499"/>
                    </a:cubicBezTo>
                    <a:close/>
                  </a:path>
                </a:pathLst>
              </a:custGeom>
              <a:solidFill>
                <a:srgbClr val="BB5088"/>
              </a:solidFill>
              <a:ln>
                <a:solidFill>
                  <a:srgbClr val="BB508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FD27C39B-1EC0-068F-7701-C6A4ED54C014}"/>
                  </a:ext>
                </a:extLst>
              </p:cNvPr>
              <p:cNvSpPr/>
              <p:nvPr/>
            </p:nvSpPr>
            <p:spPr>
              <a:xfrm rot="898748">
                <a:off x="4534938" y="1709449"/>
                <a:ext cx="1436924" cy="216783"/>
              </a:xfrm>
              <a:custGeom>
                <a:avLst/>
                <a:gdLst>
                  <a:gd name="connsiteX0" fmla="*/ 0 w 1436924"/>
                  <a:gd name="connsiteY0" fmla="*/ 90866 h 216783"/>
                  <a:gd name="connsiteX1" fmla="*/ 92053 w 1436924"/>
                  <a:gd name="connsiteY1" fmla="*/ 68738 h 216783"/>
                  <a:gd name="connsiteX2" fmla="*/ 283028 w 1436924"/>
                  <a:gd name="connsiteY2" fmla="*/ 35851 h 216783"/>
                  <a:gd name="connsiteX3" fmla="*/ 1096193 w 1436924"/>
                  <a:gd name="connsiteY3" fmla="*/ 28629 h 216783"/>
                  <a:gd name="connsiteX4" fmla="*/ 1343353 w 1436924"/>
                  <a:gd name="connsiteY4" fmla="*/ 129878 h 216783"/>
                  <a:gd name="connsiteX5" fmla="*/ 1436924 w 1436924"/>
                  <a:gd name="connsiteY5" fmla="*/ 184081 h 216783"/>
                  <a:gd name="connsiteX6" fmla="*/ 1436447 w 1436924"/>
                  <a:gd name="connsiteY6" fmla="*/ 184156 h 216783"/>
                  <a:gd name="connsiteX7" fmla="*/ 939824 w 1436924"/>
                  <a:gd name="connsiteY7" fmla="*/ 216783 h 216783"/>
                  <a:gd name="connsiteX8" fmla="*/ 6083 w 1436924"/>
                  <a:gd name="connsiteY8" fmla="*/ 92843 h 216783"/>
                  <a:gd name="connsiteX9" fmla="*/ 0 w 1436924"/>
                  <a:gd name="connsiteY9" fmla="*/ 90866 h 2167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36924" h="216783">
                    <a:moveTo>
                      <a:pt x="0" y="90866"/>
                    </a:moveTo>
                    <a:lnTo>
                      <a:pt x="92053" y="68738"/>
                    </a:lnTo>
                    <a:cubicBezTo>
                      <a:pt x="153523" y="56105"/>
                      <a:pt x="217172" y="45118"/>
                      <a:pt x="283028" y="35851"/>
                    </a:cubicBezTo>
                    <a:cubicBezTo>
                      <a:pt x="579831" y="6834"/>
                      <a:pt x="810367" y="-24172"/>
                      <a:pt x="1096193" y="28629"/>
                    </a:cubicBezTo>
                    <a:cubicBezTo>
                      <a:pt x="1180044" y="56419"/>
                      <a:pt x="1262791" y="90288"/>
                      <a:pt x="1343353" y="129878"/>
                    </a:cubicBezTo>
                    <a:lnTo>
                      <a:pt x="1436924" y="184081"/>
                    </a:lnTo>
                    <a:lnTo>
                      <a:pt x="1436447" y="184156"/>
                    </a:lnTo>
                    <a:cubicBezTo>
                      <a:pt x="1279563" y="205360"/>
                      <a:pt x="1112764" y="216783"/>
                      <a:pt x="939824" y="216783"/>
                    </a:cubicBezTo>
                    <a:cubicBezTo>
                      <a:pt x="593946" y="216783"/>
                      <a:pt x="272625" y="171092"/>
                      <a:pt x="6083" y="92843"/>
                    </a:cubicBezTo>
                    <a:lnTo>
                      <a:pt x="0" y="90866"/>
                    </a:lnTo>
                    <a:close/>
                  </a:path>
                </a:pathLst>
              </a:custGeom>
              <a:solidFill>
                <a:srgbClr val="BB5088"/>
              </a:solidFill>
              <a:ln>
                <a:solidFill>
                  <a:srgbClr val="BB5088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202363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536BB7ED-582D-72CB-D2DA-340778858EC1}"/>
              </a:ext>
            </a:extLst>
          </p:cNvPr>
          <p:cNvGrpSpPr/>
          <p:nvPr/>
        </p:nvGrpSpPr>
        <p:grpSpPr>
          <a:xfrm>
            <a:off x="2121059" y="1686787"/>
            <a:ext cx="6020688" cy="4555012"/>
            <a:chOff x="2121059" y="1686787"/>
            <a:chExt cx="6020688" cy="4555012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50ADE5B-5AC0-39C8-D291-A835A57DE245}"/>
                </a:ext>
              </a:extLst>
            </p:cNvPr>
            <p:cNvGrpSpPr/>
            <p:nvPr/>
          </p:nvGrpSpPr>
          <p:grpSpPr>
            <a:xfrm>
              <a:off x="5326377" y="1686787"/>
              <a:ext cx="2815370" cy="2984273"/>
              <a:chOff x="5272031" y="1611901"/>
              <a:chExt cx="2815370" cy="2984273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F695CEC-197A-88C2-B190-516DC533E226}"/>
                  </a:ext>
                </a:extLst>
              </p:cNvPr>
              <p:cNvSpPr/>
              <p:nvPr/>
            </p:nvSpPr>
            <p:spPr>
              <a:xfrm>
                <a:off x="5272031" y="1730329"/>
                <a:ext cx="894152" cy="1793571"/>
              </a:xfrm>
              <a:custGeom>
                <a:avLst/>
                <a:gdLst>
                  <a:gd name="connsiteX0" fmla="*/ 0 w 381000"/>
                  <a:gd name="connsiteY0" fmla="*/ 0 h 1422400"/>
                  <a:gd name="connsiteX1" fmla="*/ 381000 w 381000"/>
                  <a:gd name="connsiteY1" fmla="*/ 0 h 1422400"/>
                  <a:gd name="connsiteX2" fmla="*/ 381000 w 381000"/>
                  <a:gd name="connsiteY2" fmla="*/ 1422400 h 1422400"/>
                  <a:gd name="connsiteX3" fmla="*/ 0 w 381000"/>
                  <a:gd name="connsiteY3" fmla="*/ 1422400 h 1422400"/>
                  <a:gd name="connsiteX4" fmla="*/ 0 w 381000"/>
                  <a:gd name="connsiteY4" fmla="*/ 0 h 1422400"/>
                  <a:gd name="connsiteX0" fmla="*/ 0 w 596900"/>
                  <a:gd name="connsiteY0" fmla="*/ 0 h 1905000"/>
                  <a:gd name="connsiteX1" fmla="*/ 596900 w 596900"/>
                  <a:gd name="connsiteY1" fmla="*/ 482600 h 1905000"/>
                  <a:gd name="connsiteX2" fmla="*/ 596900 w 596900"/>
                  <a:gd name="connsiteY2" fmla="*/ 1905000 h 1905000"/>
                  <a:gd name="connsiteX3" fmla="*/ 215900 w 596900"/>
                  <a:gd name="connsiteY3" fmla="*/ 1905000 h 1905000"/>
                  <a:gd name="connsiteX4" fmla="*/ 0 w 596900"/>
                  <a:gd name="connsiteY4" fmla="*/ 0 h 1905000"/>
                  <a:gd name="connsiteX0" fmla="*/ 0 w 596900"/>
                  <a:gd name="connsiteY0" fmla="*/ 0 h 1905000"/>
                  <a:gd name="connsiteX1" fmla="*/ 482600 w 596900"/>
                  <a:gd name="connsiteY1" fmla="*/ 139700 h 1905000"/>
                  <a:gd name="connsiteX2" fmla="*/ 596900 w 596900"/>
                  <a:gd name="connsiteY2" fmla="*/ 1905000 h 1905000"/>
                  <a:gd name="connsiteX3" fmla="*/ 215900 w 596900"/>
                  <a:gd name="connsiteY3" fmla="*/ 1905000 h 1905000"/>
                  <a:gd name="connsiteX4" fmla="*/ 0 w 596900"/>
                  <a:gd name="connsiteY4" fmla="*/ 0 h 1905000"/>
                  <a:gd name="connsiteX0" fmla="*/ 0 w 596900"/>
                  <a:gd name="connsiteY0" fmla="*/ 0 h 1905000"/>
                  <a:gd name="connsiteX1" fmla="*/ 468313 w 596900"/>
                  <a:gd name="connsiteY1" fmla="*/ 115887 h 1905000"/>
                  <a:gd name="connsiteX2" fmla="*/ 596900 w 596900"/>
                  <a:gd name="connsiteY2" fmla="*/ 1905000 h 1905000"/>
                  <a:gd name="connsiteX3" fmla="*/ 215900 w 596900"/>
                  <a:gd name="connsiteY3" fmla="*/ 1905000 h 1905000"/>
                  <a:gd name="connsiteX4" fmla="*/ 0 w 596900"/>
                  <a:gd name="connsiteY4" fmla="*/ 0 h 1905000"/>
                  <a:gd name="connsiteX0" fmla="*/ 0 w 630237"/>
                  <a:gd name="connsiteY0" fmla="*/ 0 h 1900237"/>
                  <a:gd name="connsiteX1" fmla="*/ 501650 w 630237"/>
                  <a:gd name="connsiteY1" fmla="*/ 111124 h 1900237"/>
                  <a:gd name="connsiteX2" fmla="*/ 630237 w 630237"/>
                  <a:gd name="connsiteY2" fmla="*/ 1900237 h 1900237"/>
                  <a:gd name="connsiteX3" fmla="*/ 249237 w 630237"/>
                  <a:gd name="connsiteY3" fmla="*/ 1900237 h 1900237"/>
                  <a:gd name="connsiteX4" fmla="*/ 0 w 630237"/>
                  <a:gd name="connsiteY4" fmla="*/ 0 h 1900237"/>
                  <a:gd name="connsiteX0" fmla="*/ 0 w 630237"/>
                  <a:gd name="connsiteY0" fmla="*/ 74867 h 1975104"/>
                  <a:gd name="connsiteX1" fmla="*/ 501650 w 630237"/>
                  <a:gd name="connsiteY1" fmla="*/ 185991 h 1975104"/>
                  <a:gd name="connsiteX2" fmla="*/ 630237 w 630237"/>
                  <a:gd name="connsiteY2" fmla="*/ 1975104 h 1975104"/>
                  <a:gd name="connsiteX3" fmla="*/ 249237 w 630237"/>
                  <a:gd name="connsiteY3" fmla="*/ 1975104 h 1975104"/>
                  <a:gd name="connsiteX4" fmla="*/ 0 w 630237"/>
                  <a:gd name="connsiteY4" fmla="*/ 74867 h 1975104"/>
                  <a:gd name="connsiteX0" fmla="*/ 0 w 630237"/>
                  <a:gd name="connsiteY0" fmla="*/ 125035 h 2025272"/>
                  <a:gd name="connsiteX1" fmla="*/ 501650 w 630237"/>
                  <a:gd name="connsiteY1" fmla="*/ 236159 h 2025272"/>
                  <a:gd name="connsiteX2" fmla="*/ 630237 w 630237"/>
                  <a:gd name="connsiteY2" fmla="*/ 2025272 h 2025272"/>
                  <a:gd name="connsiteX3" fmla="*/ 249237 w 630237"/>
                  <a:gd name="connsiteY3" fmla="*/ 2025272 h 2025272"/>
                  <a:gd name="connsiteX4" fmla="*/ 0 w 630237"/>
                  <a:gd name="connsiteY4" fmla="*/ 125035 h 2025272"/>
                  <a:gd name="connsiteX0" fmla="*/ 176212 w 806449"/>
                  <a:gd name="connsiteY0" fmla="*/ 125035 h 2025272"/>
                  <a:gd name="connsiteX1" fmla="*/ 677862 w 806449"/>
                  <a:gd name="connsiteY1" fmla="*/ 236159 h 2025272"/>
                  <a:gd name="connsiteX2" fmla="*/ 806449 w 806449"/>
                  <a:gd name="connsiteY2" fmla="*/ 2025272 h 2025272"/>
                  <a:gd name="connsiteX3" fmla="*/ 425449 w 806449"/>
                  <a:gd name="connsiteY3" fmla="*/ 2025272 h 2025272"/>
                  <a:gd name="connsiteX4" fmla="*/ 0 w 806449"/>
                  <a:gd name="connsiteY4" fmla="*/ 382210 h 2025272"/>
                  <a:gd name="connsiteX5" fmla="*/ 176212 w 806449"/>
                  <a:gd name="connsiteY5" fmla="*/ 125035 h 2025272"/>
                  <a:gd name="connsiteX0" fmla="*/ 245290 w 875527"/>
                  <a:gd name="connsiteY0" fmla="*/ 125035 h 2025272"/>
                  <a:gd name="connsiteX1" fmla="*/ 746940 w 875527"/>
                  <a:gd name="connsiteY1" fmla="*/ 236159 h 2025272"/>
                  <a:gd name="connsiteX2" fmla="*/ 875527 w 875527"/>
                  <a:gd name="connsiteY2" fmla="*/ 2025272 h 2025272"/>
                  <a:gd name="connsiteX3" fmla="*/ 494527 w 875527"/>
                  <a:gd name="connsiteY3" fmla="*/ 2025272 h 2025272"/>
                  <a:gd name="connsiteX4" fmla="*/ 26216 w 875527"/>
                  <a:gd name="connsiteY4" fmla="*/ 658435 h 2025272"/>
                  <a:gd name="connsiteX5" fmla="*/ 69078 w 875527"/>
                  <a:gd name="connsiteY5" fmla="*/ 382210 h 2025272"/>
                  <a:gd name="connsiteX6" fmla="*/ 245290 w 875527"/>
                  <a:gd name="connsiteY6" fmla="*/ 125035 h 2025272"/>
                  <a:gd name="connsiteX0" fmla="*/ 221743 w 851980"/>
                  <a:gd name="connsiteY0" fmla="*/ 125035 h 2025272"/>
                  <a:gd name="connsiteX1" fmla="*/ 723393 w 851980"/>
                  <a:gd name="connsiteY1" fmla="*/ 236159 h 2025272"/>
                  <a:gd name="connsiteX2" fmla="*/ 851980 w 851980"/>
                  <a:gd name="connsiteY2" fmla="*/ 2025272 h 2025272"/>
                  <a:gd name="connsiteX3" fmla="*/ 470980 w 851980"/>
                  <a:gd name="connsiteY3" fmla="*/ 2025272 h 2025272"/>
                  <a:gd name="connsiteX4" fmla="*/ 55056 w 851980"/>
                  <a:gd name="connsiteY4" fmla="*/ 944185 h 2025272"/>
                  <a:gd name="connsiteX5" fmla="*/ 2669 w 851980"/>
                  <a:gd name="connsiteY5" fmla="*/ 658435 h 2025272"/>
                  <a:gd name="connsiteX6" fmla="*/ 45531 w 851980"/>
                  <a:gd name="connsiteY6" fmla="*/ 382210 h 2025272"/>
                  <a:gd name="connsiteX7" fmla="*/ 221743 w 851980"/>
                  <a:gd name="connsiteY7" fmla="*/ 125035 h 2025272"/>
                  <a:gd name="connsiteX0" fmla="*/ 219345 w 849582"/>
                  <a:gd name="connsiteY0" fmla="*/ 125035 h 2025272"/>
                  <a:gd name="connsiteX1" fmla="*/ 720995 w 849582"/>
                  <a:gd name="connsiteY1" fmla="*/ 236159 h 2025272"/>
                  <a:gd name="connsiteX2" fmla="*/ 849582 w 849582"/>
                  <a:gd name="connsiteY2" fmla="*/ 2025272 h 2025272"/>
                  <a:gd name="connsiteX3" fmla="*/ 468582 w 849582"/>
                  <a:gd name="connsiteY3" fmla="*/ 2025272 h 2025272"/>
                  <a:gd name="connsiteX4" fmla="*/ 200295 w 849582"/>
                  <a:gd name="connsiteY4" fmla="*/ 1229935 h 2025272"/>
                  <a:gd name="connsiteX5" fmla="*/ 52658 w 849582"/>
                  <a:gd name="connsiteY5" fmla="*/ 944185 h 2025272"/>
                  <a:gd name="connsiteX6" fmla="*/ 271 w 849582"/>
                  <a:gd name="connsiteY6" fmla="*/ 658435 h 2025272"/>
                  <a:gd name="connsiteX7" fmla="*/ 43133 w 849582"/>
                  <a:gd name="connsiteY7" fmla="*/ 382210 h 2025272"/>
                  <a:gd name="connsiteX8" fmla="*/ 219345 w 849582"/>
                  <a:gd name="connsiteY8" fmla="*/ 125035 h 2025272"/>
                  <a:gd name="connsiteX0" fmla="*/ 219345 w 849582"/>
                  <a:gd name="connsiteY0" fmla="*/ 125035 h 2025272"/>
                  <a:gd name="connsiteX1" fmla="*/ 720995 w 849582"/>
                  <a:gd name="connsiteY1" fmla="*/ 236159 h 2025272"/>
                  <a:gd name="connsiteX2" fmla="*/ 849582 w 849582"/>
                  <a:gd name="connsiteY2" fmla="*/ 2025272 h 2025272"/>
                  <a:gd name="connsiteX3" fmla="*/ 468582 w 849582"/>
                  <a:gd name="connsiteY3" fmla="*/ 2025272 h 2025272"/>
                  <a:gd name="connsiteX4" fmla="*/ 309832 w 849582"/>
                  <a:gd name="connsiteY4" fmla="*/ 1415672 h 2025272"/>
                  <a:gd name="connsiteX5" fmla="*/ 200295 w 849582"/>
                  <a:gd name="connsiteY5" fmla="*/ 1229935 h 2025272"/>
                  <a:gd name="connsiteX6" fmla="*/ 52658 w 849582"/>
                  <a:gd name="connsiteY6" fmla="*/ 944185 h 2025272"/>
                  <a:gd name="connsiteX7" fmla="*/ 271 w 849582"/>
                  <a:gd name="connsiteY7" fmla="*/ 658435 h 2025272"/>
                  <a:gd name="connsiteX8" fmla="*/ 43133 w 849582"/>
                  <a:gd name="connsiteY8" fmla="*/ 382210 h 2025272"/>
                  <a:gd name="connsiteX9" fmla="*/ 219345 w 849582"/>
                  <a:gd name="connsiteY9" fmla="*/ 125035 h 2025272"/>
                  <a:gd name="connsiteX0" fmla="*/ 219345 w 849582"/>
                  <a:gd name="connsiteY0" fmla="*/ 125035 h 2025272"/>
                  <a:gd name="connsiteX1" fmla="*/ 720995 w 849582"/>
                  <a:gd name="connsiteY1" fmla="*/ 236159 h 2025272"/>
                  <a:gd name="connsiteX2" fmla="*/ 849582 w 849582"/>
                  <a:gd name="connsiteY2" fmla="*/ 2025272 h 2025272"/>
                  <a:gd name="connsiteX3" fmla="*/ 468582 w 849582"/>
                  <a:gd name="connsiteY3" fmla="*/ 2025272 h 2025272"/>
                  <a:gd name="connsiteX4" fmla="*/ 381270 w 849582"/>
                  <a:gd name="connsiteY4" fmla="*/ 1577597 h 2025272"/>
                  <a:gd name="connsiteX5" fmla="*/ 309832 w 849582"/>
                  <a:gd name="connsiteY5" fmla="*/ 1415672 h 2025272"/>
                  <a:gd name="connsiteX6" fmla="*/ 200295 w 849582"/>
                  <a:gd name="connsiteY6" fmla="*/ 1229935 h 2025272"/>
                  <a:gd name="connsiteX7" fmla="*/ 52658 w 849582"/>
                  <a:gd name="connsiteY7" fmla="*/ 944185 h 2025272"/>
                  <a:gd name="connsiteX8" fmla="*/ 271 w 849582"/>
                  <a:gd name="connsiteY8" fmla="*/ 658435 h 2025272"/>
                  <a:gd name="connsiteX9" fmla="*/ 43133 w 849582"/>
                  <a:gd name="connsiteY9" fmla="*/ 382210 h 2025272"/>
                  <a:gd name="connsiteX10" fmla="*/ 219345 w 849582"/>
                  <a:gd name="connsiteY10" fmla="*/ 125035 h 2025272"/>
                  <a:gd name="connsiteX0" fmla="*/ 219345 w 849582"/>
                  <a:gd name="connsiteY0" fmla="*/ 125035 h 2025272"/>
                  <a:gd name="connsiteX1" fmla="*/ 720995 w 849582"/>
                  <a:gd name="connsiteY1" fmla="*/ 236159 h 2025272"/>
                  <a:gd name="connsiteX2" fmla="*/ 819420 w 849582"/>
                  <a:gd name="connsiteY2" fmla="*/ 586997 h 2025272"/>
                  <a:gd name="connsiteX3" fmla="*/ 849582 w 849582"/>
                  <a:gd name="connsiteY3" fmla="*/ 2025272 h 2025272"/>
                  <a:gd name="connsiteX4" fmla="*/ 468582 w 849582"/>
                  <a:gd name="connsiteY4" fmla="*/ 2025272 h 2025272"/>
                  <a:gd name="connsiteX5" fmla="*/ 381270 w 849582"/>
                  <a:gd name="connsiteY5" fmla="*/ 1577597 h 2025272"/>
                  <a:gd name="connsiteX6" fmla="*/ 309832 w 849582"/>
                  <a:gd name="connsiteY6" fmla="*/ 1415672 h 2025272"/>
                  <a:gd name="connsiteX7" fmla="*/ 200295 w 849582"/>
                  <a:gd name="connsiteY7" fmla="*/ 1229935 h 2025272"/>
                  <a:gd name="connsiteX8" fmla="*/ 52658 w 849582"/>
                  <a:gd name="connsiteY8" fmla="*/ 944185 h 2025272"/>
                  <a:gd name="connsiteX9" fmla="*/ 271 w 849582"/>
                  <a:gd name="connsiteY9" fmla="*/ 658435 h 2025272"/>
                  <a:gd name="connsiteX10" fmla="*/ 43133 w 849582"/>
                  <a:gd name="connsiteY10" fmla="*/ 382210 h 2025272"/>
                  <a:gd name="connsiteX11" fmla="*/ 219345 w 849582"/>
                  <a:gd name="connsiteY11" fmla="*/ 125035 h 2025272"/>
                  <a:gd name="connsiteX0" fmla="*/ 219345 w 849582"/>
                  <a:gd name="connsiteY0" fmla="*/ 125035 h 2025272"/>
                  <a:gd name="connsiteX1" fmla="*/ 720995 w 849582"/>
                  <a:gd name="connsiteY1" fmla="*/ 236159 h 2025272"/>
                  <a:gd name="connsiteX2" fmla="*/ 819420 w 849582"/>
                  <a:gd name="connsiteY2" fmla="*/ 586997 h 2025272"/>
                  <a:gd name="connsiteX3" fmla="*/ 805132 w 849582"/>
                  <a:gd name="connsiteY3" fmla="*/ 787022 h 2025272"/>
                  <a:gd name="connsiteX4" fmla="*/ 849582 w 849582"/>
                  <a:gd name="connsiteY4" fmla="*/ 2025272 h 2025272"/>
                  <a:gd name="connsiteX5" fmla="*/ 468582 w 849582"/>
                  <a:gd name="connsiteY5" fmla="*/ 2025272 h 2025272"/>
                  <a:gd name="connsiteX6" fmla="*/ 381270 w 849582"/>
                  <a:gd name="connsiteY6" fmla="*/ 1577597 h 2025272"/>
                  <a:gd name="connsiteX7" fmla="*/ 309832 w 849582"/>
                  <a:gd name="connsiteY7" fmla="*/ 1415672 h 2025272"/>
                  <a:gd name="connsiteX8" fmla="*/ 200295 w 849582"/>
                  <a:gd name="connsiteY8" fmla="*/ 1229935 h 2025272"/>
                  <a:gd name="connsiteX9" fmla="*/ 52658 w 849582"/>
                  <a:gd name="connsiteY9" fmla="*/ 944185 h 2025272"/>
                  <a:gd name="connsiteX10" fmla="*/ 271 w 849582"/>
                  <a:gd name="connsiteY10" fmla="*/ 658435 h 2025272"/>
                  <a:gd name="connsiteX11" fmla="*/ 43133 w 849582"/>
                  <a:gd name="connsiteY11" fmla="*/ 382210 h 2025272"/>
                  <a:gd name="connsiteX12" fmla="*/ 219345 w 849582"/>
                  <a:gd name="connsiteY12" fmla="*/ 125035 h 2025272"/>
                  <a:gd name="connsiteX0" fmla="*/ 219345 w 849582"/>
                  <a:gd name="connsiteY0" fmla="*/ 125035 h 2025272"/>
                  <a:gd name="connsiteX1" fmla="*/ 720995 w 849582"/>
                  <a:gd name="connsiteY1" fmla="*/ 236159 h 2025272"/>
                  <a:gd name="connsiteX2" fmla="*/ 819420 w 849582"/>
                  <a:gd name="connsiteY2" fmla="*/ 586997 h 2025272"/>
                  <a:gd name="connsiteX3" fmla="*/ 805132 w 849582"/>
                  <a:gd name="connsiteY3" fmla="*/ 787022 h 2025272"/>
                  <a:gd name="connsiteX4" fmla="*/ 776557 w 849582"/>
                  <a:gd name="connsiteY4" fmla="*/ 1053722 h 2025272"/>
                  <a:gd name="connsiteX5" fmla="*/ 849582 w 849582"/>
                  <a:gd name="connsiteY5" fmla="*/ 2025272 h 2025272"/>
                  <a:gd name="connsiteX6" fmla="*/ 468582 w 849582"/>
                  <a:gd name="connsiteY6" fmla="*/ 2025272 h 2025272"/>
                  <a:gd name="connsiteX7" fmla="*/ 381270 w 849582"/>
                  <a:gd name="connsiteY7" fmla="*/ 1577597 h 2025272"/>
                  <a:gd name="connsiteX8" fmla="*/ 309832 w 849582"/>
                  <a:gd name="connsiteY8" fmla="*/ 1415672 h 2025272"/>
                  <a:gd name="connsiteX9" fmla="*/ 200295 w 849582"/>
                  <a:gd name="connsiteY9" fmla="*/ 1229935 h 2025272"/>
                  <a:gd name="connsiteX10" fmla="*/ 52658 w 849582"/>
                  <a:gd name="connsiteY10" fmla="*/ 944185 h 2025272"/>
                  <a:gd name="connsiteX11" fmla="*/ 271 w 849582"/>
                  <a:gd name="connsiteY11" fmla="*/ 658435 h 2025272"/>
                  <a:gd name="connsiteX12" fmla="*/ 43133 w 849582"/>
                  <a:gd name="connsiteY12" fmla="*/ 382210 h 2025272"/>
                  <a:gd name="connsiteX13" fmla="*/ 219345 w 849582"/>
                  <a:gd name="connsiteY13" fmla="*/ 125035 h 2025272"/>
                  <a:gd name="connsiteX0" fmla="*/ 219345 w 849582"/>
                  <a:gd name="connsiteY0" fmla="*/ 125035 h 2025272"/>
                  <a:gd name="connsiteX1" fmla="*/ 720995 w 849582"/>
                  <a:gd name="connsiteY1" fmla="*/ 236159 h 2025272"/>
                  <a:gd name="connsiteX2" fmla="*/ 819420 w 849582"/>
                  <a:gd name="connsiteY2" fmla="*/ 586997 h 2025272"/>
                  <a:gd name="connsiteX3" fmla="*/ 805132 w 849582"/>
                  <a:gd name="connsiteY3" fmla="*/ 787022 h 2025272"/>
                  <a:gd name="connsiteX4" fmla="*/ 776557 w 849582"/>
                  <a:gd name="connsiteY4" fmla="*/ 1053722 h 2025272"/>
                  <a:gd name="connsiteX5" fmla="*/ 809895 w 849582"/>
                  <a:gd name="connsiteY5" fmla="*/ 1348997 h 2025272"/>
                  <a:gd name="connsiteX6" fmla="*/ 849582 w 849582"/>
                  <a:gd name="connsiteY6" fmla="*/ 2025272 h 2025272"/>
                  <a:gd name="connsiteX7" fmla="*/ 468582 w 849582"/>
                  <a:gd name="connsiteY7" fmla="*/ 2025272 h 2025272"/>
                  <a:gd name="connsiteX8" fmla="*/ 381270 w 849582"/>
                  <a:gd name="connsiteY8" fmla="*/ 1577597 h 2025272"/>
                  <a:gd name="connsiteX9" fmla="*/ 309832 w 849582"/>
                  <a:gd name="connsiteY9" fmla="*/ 1415672 h 2025272"/>
                  <a:gd name="connsiteX10" fmla="*/ 200295 w 849582"/>
                  <a:gd name="connsiteY10" fmla="*/ 1229935 h 2025272"/>
                  <a:gd name="connsiteX11" fmla="*/ 52658 w 849582"/>
                  <a:gd name="connsiteY11" fmla="*/ 944185 h 2025272"/>
                  <a:gd name="connsiteX12" fmla="*/ 271 w 849582"/>
                  <a:gd name="connsiteY12" fmla="*/ 658435 h 2025272"/>
                  <a:gd name="connsiteX13" fmla="*/ 43133 w 849582"/>
                  <a:gd name="connsiteY13" fmla="*/ 382210 h 2025272"/>
                  <a:gd name="connsiteX14" fmla="*/ 219345 w 849582"/>
                  <a:gd name="connsiteY14" fmla="*/ 125035 h 2025272"/>
                  <a:gd name="connsiteX0" fmla="*/ 219345 w 819522"/>
                  <a:gd name="connsiteY0" fmla="*/ 125035 h 2025272"/>
                  <a:gd name="connsiteX1" fmla="*/ 720995 w 819522"/>
                  <a:gd name="connsiteY1" fmla="*/ 236159 h 2025272"/>
                  <a:gd name="connsiteX2" fmla="*/ 819420 w 819522"/>
                  <a:gd name="connsiteY2" fmla="*/ 586997 h 2025272"/>
                  <a:gd name="connsiteX3" fmla="*/ 805132 w 819522"/>
                  <a:gd name="connsiteY3" fmla="*/ 787022 h 2025272"/>
                  <a:gd name="connsiteX4" fmla="*/ 776557 w 819522"/>
                  <a:gd name="connsiteY4" fmla="*/ 1053722 h 2025272"/>
                  <a:gd name="connsiteX5" fmla="*/ 809895 w 819522"/>
                  <a:gd name="connsiteY5" fmla="*/ 1348997 h 2025272"/>
                  <a:gd name="connsiteX6" fmla="*/ 468582 w 819522"/>
                  <a:gd name="connsiteY6" fmla="*/ 2025272 h 2025272"/>
                  <a:gd name="connsiteX7" fmla="*/ 381270 w 819522"/>
                  <a:gd name="connsiteY7" fmla="*/ 1577597 h 2025272"/>
                  <a:gd name="connsiteX8" fmla="*/ 309832 w 819522"/>
                  <a:gd name="connsiteY8" fmla="*/ 1415672 h 2025272"/>
                  <a:gd name="connsiteX9" fmla="*/ 200295 w 819522"/>
                  <a:gd name="connsiteY9" fmla="*/ 1229935 h 2025272"/>
                  <a:gd name="connsiteX10" fmla="*/ 52658 w 819522"/>
                  <a:gd name="connsiteY10" fmla="*/ 944185 h 2025272"/>
                  <a:gd name="connsiteX11" fmla="*/ 271 w 819522"/>
                  <a:gd name="connsiteY11" fmla="*/ 658435 h 2025272"/>
                  <a:gd name="connsiteX12" fmla="*/ 43133 w 819522"/>
                  <a:gd name="connsiteY12" fmla="*/ 382210 h 2025272"/>
                  <a:gd name="connsiteX13" fmla="*/ 219345 w 819522"/>
                  <a:gd name="connsiteY13" fmla="*/ 125035 h 2025272"/>
                  <a:gd name="connsiteX0" fmla="*/ 219345 w 819522"/>
                  <a:gd name="connsiteY0" fmla="*/ 125035 h 1772859"/>
                  <a:gd name="connsiteX1" fmla="*/ 720995 w 819522"/>
                  <a:gd name="connsiteY1" fmla="*/ 236159 h 1772859"/>
                  <a:gd name="connsiteX2" fmla="*/ 819420 w 819522"/>
                  <a:gd name="connsiteY2" fmla="*/ 586997 h 1772859"/>
                  <a:gd name="connsiteX3" fmla="*/ 805132 w 819522"/>
                  <a:gd name="connsiteY3" fmla="*/ 787022 h 1772859"/>
                  <a:gd name="connsiteX4" fmla="*/ 776557 w 819522"/>
                  <a:gd name="connsiteY4" fmla="*/ 1053722 h 1772859"/>
                  <a:gd name="connsiteX5" fmla="*/ 809895 w 819522"/>
                  <a:gd name="connsiteY5" fmla="*/ 1348997 h 1772859"/>
                  <a:gd name="connsiteX6" fmla="*/ 673370 w 819522"/>
                  <a:gd name="connsiteY6" fmla="*/ 1772859 h 1772859"/>
                  <a:gd name="connsiteX7" fmla="*/ 381270 w 819522"/>
                  <a:gd name="connsiteY7" fmla="*/ 1577597 h 1772859"/>
                  <a:gd name="connsiteX8" fmla="*/ 309832 w 819522"/>
                  <a:gd name="connsiteY8" fmla="*/ 1415672 h 1772859"/>
                  <a:gd name="connsiteX9" fmla="*/ 200295 w 819522"/>
                  <a:gd name="connsiteY9" fmla="*/ 1229935 h 1772859"/>
                  <a:gd name="connsiteX10" fmla="*/ 52658 w 819522"/>
                  <a:gd name="connsiteY10" fmla="*/ 944185 h 1772859"/>
                  <a:gd name="connsiteX11" fmla="*/ 271 w 819522"/>
                  <a:gd name="connsiteY11" fmla="*/ 658435 h 1772859"/>
                  <a:gd name="connsiteX12" fmla="*/ 43133 w 819522"/>
                  <a:gd name="connsiteY12" fmla="*/ 382210 h 1772859"/>
                  <a:gd name="connsiteX13" fmla="*/ 219345 w 819522"/>
                  <a:gd name="connsiteY13" fmla="*/ 125035 h 1772859"/>
                  <a:gd name="connsiteX0" fmla="*/ 219345 w 819522"/>
                  <a:gd name="connsiteY0" fmla="*/ 125035 h 1772859"/>
                  <a:gd name="connsiteX1" fmla="*/ 720995 w 819522"/>
                  <a:gd name="connsiteY1" fmla="*/ 236159 h 1772859"/>
                  <a:gd name="connsiteX2" fmla="*/ 819420 w 819522"/>
                  <a:gd name="connsiteY2" fmla="*/ 586997 h 1772859"/>
                  <a:gd name="connsiteX3" fmla="*/ 805132 w 819522"/>
                  <a:gd name="connsiteY3" fmla="*/ 787022 h 1772859"/>
                  <a:gd name="connsiteX4" fmla="*/ 776557 w 819522"/>
                  <a:gd name="connsiteY4" fmla="*/ 1053722 h 1772859"/>
                  <a:gd name="connsiteX5" fmla="*/ 809895 w 819522"/>
                  <a:gd name="connsiteY5" fmla="*/ 1348997 h 1772859"/>
                  <a:gd name="connsiteX6" fmla="*/ 673370 w 819522"/>
                  <a:gd name="connsiteY6" fmla="*/ 1772859 h 1772859"/>
                  <a:gd name="connsiteX7" fmla="*/ 381270 w 819522"/>
                  <a:gd name="connsiteY7" fmla="*/ 1577597 h 1772859"/>
                  <a:gd name="connsiteX8" fmla="*/ 309832 w 819522"/>
                  <a:gd name="connsiteY8" fmla="*/ 1415672 h 1772859"/>
                  <a:gd name="connsiteX9" fmla="*/ 200295 w 819522"/>
                  <a:gd name="connsiteY9" fmla="*/ 1229935 h 1772859"/>
                  <a:gd name="connsiteX10" fmla="*/ 52658 w 819522"/>
                  <a:gd name="connsiteY10" fmla="*/ 944185 h 1772859"/>
                  <a:gd name="connsiteX11" fmla="*/ 271 w 819522"/>
                  <a:gd name="connsiteY11" fmla="*/ 658435 h 1772859"/>
                  <a:gd name="connsiteX12" fmla="*/ 43133 w 819522"/>
                  <a:gd name="connsiteY12" fmla="*/ 382210 h 1772859"/>
                  <a:gd name="connsiteX13" fmla="*/ 219345 w 819522"/>
                  <a:gd name="connsiteY13" fmla="*/ 125035 h 1772859"/>
                  <a:gd name="connsiteX0" fmla="*/ 219345 w 819522"/>
                  <a:gd name="connsiteY0" fmla="*/ 125035 h 1777273"/>
                  <a:gd name="connsiteX1" fmla="*/ 720995 w 819522"/>
                  <a:gd name="connsiteY1" fmla="*/ 236159 h 1777273"/>
                  <a:gd name="connsiteX2" fmla="*/ 819420 w 819522"/>
                  <a:gd name="connsiteY2" fmla="*/ 586997 h 1777273"/>
                  <a:gd name="connsiteX3" fmla="*/ 805132 w 819522"/>
                  <a:gd name="connsiteY3" fmla="*/ 787022 h 1777273"/>
                  <a:gd name="connsiteX4" fmla="*/ 776557 w 819522"/>
                  <a:gd name="connsiteY4" fmla="*/ 1053722 h 1777273"/>
                  <a:gd name="connsiteX5" fmla="*/ 809895 w 819522"/>
                  <a:gd name="connsiteY5" fmla="*/ 1348997 h 1777273"/>
                  <a:gd name="connsiteX6" fmla="*/ 673370 w 819522"/>
                  <a:gd name="connsiteY6" fmla="*/ 1772859 h 1777273"/>
                  <a:gd name="connsiteX7" fmla="*/ 381270 w 819522"/>
                  <a:gd name="connsiteY7" fmla="*/ 1577597 h 1777273"/>
                  <a:gd name="connsiteX8" fmla="*/ 309832 w 819522"/>
                  <a:gd name="connsiteY8" fmla="*/ 1415672 h 1777273"/>
                  <a:gd name="connsiteX9" fmla="*/ 200295 w 819522"/>
                  <a:gd name="connsiteY9" fmla="*/ 1229935 h 1777273"/>
                  <a:gd name="connsiteX10" fmla="*/ 52658 w 819522"/>
                  <a:gd name="connsiteY10" fmla="*/ 944185 h 1777273"/>
                  <a:gd name="connsiteX11" fmla="*/ 271 w 819522"/>
                  <a:gd name="connsiteY11" fmla="*/ 658435 h 1777273"/>
                  <a:gd name="connsiteX12" fmla="*/ 43133 w 819522"/>
                  <a:gd name="connsiteY12" fmla="*/ 382210 h 1777273"/>
                  <a:gd name="connsiteX13" fmla="*/ 219345 w 819522"/>
                  <a:gd name="connsiteY13" fmla="*/ 125035 h 1777273"/>
                  <a:gd name="connsiteX0" fmla="*/ 219345 w 835096"/>
                  <a:gd name="connsiteY0" fmla="*/ 125035 h 1777273"/>
                  <a:gd name="connsiteX1" fmla="*/ 720995 w 835096"/>
                  <a:gd name="connsiteY1" fmla="*/ 236159 h 1777273"/>
                  <a:gd name="connsiteX2" fmla="*/ 819420 w 835096"/>
                  <a:gd name="connsiteY2" fmla="*/ 586997 h 1777273"/>
                  <a:gd name="connsiteX3" fmla="*/ 805132 w 835096"/>
                  <a:gd name="connsiteY3" fmla="*/ 787022 h 1777273"/>
                  <a:gd name="connsiteX4" fmla="*/ 776557 w 835096"/>
                  <a:gd name="connsiteY4" fmla="*/ 1053722 h 1777273"/>
                  <a:gd name="connsiteX5" fmla="*/ 809895 w 835096"/>
                  <a:gd name="connsiteY5" fmla="*/ 1348997 h 1777273"/>
                  <a:gd name="connsiteX6" fmla="*/ 673370 w 835096"/>
                  <a:gd name="connsiteY6" fmla="*/ 1772859 h 1777273"/>
                  <a:gd name="connsiteX7" fmla="*/ 381270 w 835096"/>
                  <a:gd name="connsiteY7" fmla="*/ 1577597 h 1777273"/>
                  <a:gd name="connsiteX8" fmla="*/ 309832 w 835096"/>
                  <a:gd name="connsiteY8" fmla="*/ 1415672 h 1777273"/>
                  <a:gd name="connsiteX9" fmla="*/ 200295 w 835096"/>
                  <a:gd name="connsiteY9" fmla="*/ 1229935 h 1777273"/>
                  <a:gd name="connsiteX10" fmla="*/ 52658 w 835096"/>
                  <a:gd name="connsiteY10" fmla="*/ 944185 h 1777273"/>
                  <a:gd name="connsiteX11" fmla="*/ 271 w 835096"/>
                  <a:gd name="connsiteY11" fmla="*/ 658435 h 1777273"/>
                  <a:gd name="connsiteX12" fmla="*/ 43133 w 835096"/>
                  <a:gd name="connsiteY12" fmla="*/ 382210 h 1777273"/>
                  <a:gd name="connsiteX13" fmla="*/ 219345 w 835096"/>
                  <a:gd name="connsiteY13" fmla="*/ 125035 h 1777273"/>
                  <a:gd name="connsiteX0" fmla="*/ 219345 w 835096"/>
                  <a:gd name="connsiteY0" fmla="*/ 125035 h 1777273"/>
                  <a:gd name="connsiteX1" fmla="*/ 720995 w 835096"/>
                  <a:gd name="connsiteY1" fmla="*/ 236159 h 1777273"/>
                  <a:gd name="connsiteX2" fmla="*/ 819420 w 835096"/>
                  <a:gd name="connsiteY2" fmla="*/ 586997 h 1777273"/>
                  <a:gd name="connsiteX3" fmla="*/ 805132 w 835096"/>
                  <a:gd name="connsiteY3" fmla="*/ 787022 h 1777273"/>
                  <a:gd name="connsiteX4" fmla="*/ 776557 w 835096"/>
                  <a:gd name="connsiteY4" fmla="*/ 1053722 h 1777273"/>
                  <a:gd name="connsiteX5" fmla="*/ 809895 w 835096"/>
                  <a:gd name="connsiteY5" fmla="*/ 1348997 h 1777273"/>
                  <a:gd name="connsiteX6" fmla="*/ 673370 w 835096"/>
                  <a:gd name="connsiteY6" fmla="*/ 1772859 h 1777273"/>
                  <a:gd name="connsiteX7" fmla="*/ 381270 w 835096"/>
                  <a:gd name="connsiteY7" fmla="*/ 1577597 h 1777273"/>
                  <a:gd name="connsiteX8" fmla="*/ 309832 w 835096"/>
                  <a:gd name="connsiteY8" fmla="*/ 1415672 h 1777273"/>
                  <a:gd name="connsiteX9" fmla="*/ 200295 w 835096"/>
                  <a:gd name="connsiteY9" fmla="*/ 1229935 h 1777273"/>
                  <a:gd name="connsiteX10" fmla="*/ 52658 w 835096"/>
                  <a:gd name="connsiteY10" fmla="*/ 944185 h 1777273"/>
                  <a:gd name="connsiteX11" fmla="*/ 271 w 835096"/>
                  <a:gd name="connsiteY11" fmla="*/ 658435 h 1777273"/>
                  <a:gd name="connsiteX12" fmla="*/ 43133 w 835096"/>
                  <a:gd name="connsiteY12" fmla="*/ 382210 h 1777273"/>
                  <a:gd name="connsiteX13" fmla="*/ 219345 w 835096"/>
                  <a:gd name="connsiteY13" fmla="*/ 125035 h 1777273"/>
                  <a:gd name="connsiteX0" fmla="*/ 219345 w 844079"/>
                  <a:gd name="connsiteY0" fmla="*/ 125035 h 1777273"/>
                  <a:gd name="connsiteX1" fmla="*/ 720995 w 844079"/>
                  <a:gd name="connsiteY1" fmla="*/ 236159 h 1777273"/>
                  <a:gd name="connsiteX2" fmla="*/ 819420 w 844079"/>
                  <a:gd name="connsiteY2" fmla="*/ 586997 h 1777273"/>
                  <a:gd name="connsiteX3" fmla="*/ 805132 w 844079"/>
                  <a:gd name="connsiteY3" fmla="*/ 787022 h 1777273"/>
                  <a:gd name="connsiteX4" fmla="*/ 776557 w 844079"/>
                  <a:gd name="connsiteY4" fmla="*/ 1053722 h 1777273"/>
                  <a:gd name="connsiteX5" fmla="*/ 809895 w 844079"/>
                  <a:gd name="connsiteY5" fmla="*/ 1348997 h 1777273"/>
                  <a:gd name="connsiteX6" fmla="*/ 673370 w 844079"/>
                  <a:gd name="connsiteY6" fmla="*/ 1772859 h 1777273"/>
                  <a:gd name="connsiteX7" fmla="*/ 381270 w 844079"/>
                  <a:gd name="connsiteY7" fmla="*/ 1577597 h 1777273"/>
                  <a:gd name="connsiteX8" fmla="*/ 309832 w 844079"/>
                  <a:gd name="connsiteY8" fmla="*/ 1415672 h 1777273"/>
                  <a:gd name="connsiteX9" fmla="*/ 200295 w 844079"/>
                  <a:gd name="connsiteY9" fmla="*/ 1229935 h 1777273"/>
                  <a:gd name="connsiteX10" fmla="*/ 52658 w 844079"/>
                  <a:gd name="connsiteY10" fmla="*/ 944185 h 1777273"/>
                  <a:gd name="connsiteX11" fmla="*/ 271 w 844079"/>
                  <a:gd name="connsiteY11" fmla="*/ 658435 h 1777273"/>
                  <a:gd name="connsiteX12" fmla="*/ 43133 w 844079"/>
                  <a:gd name="connsiteY12" fmla="*/ 382210 h 1777273"/>
                  <a:gd name="connsiteX13" fmla="*/ 219345 w 844079"/>
                  <a:gd name="connsiteY13" fmla="*/ 125035 h 1777273"/>
                  <a:gd name="connsiteX0" fmla="*/ 219345 w 856265"/>
                  <a:gd name="connsiteY0" fmla="*/ 125035 h 1777273"/>
                  <a:gd name="connsiteX1" fmla="*/ 720995 w 856265"/>
                  <a:gd name="connsiteY1" fmla="*/ 236159 h 1777273"/>
                  <a:gd name="connsiteX2" fmla="*/ 819420 w 856265"/>
                  <a:gd name="connsiteY2" fmla="*/ 586997 h 1777273"/>
                  <a:gd name="connsiteX3" fmla="*/ 805132 w 856265"/>
                  <a:gd name="connsiteY3" fmla="*/ 787022 h 1777273"/>
                  <a:gd name="connsiteX4" fmla="*/ 776557 w 856265"/>
                  <a:gd name="connsiteY4" fmla="*/ 1053722 h 1777273"/>
                  <a:gd name="connsiteX5" fmla="*/ 809895 w 856265"/>
                  <a:gd name="connsiteY5" fmla="*/ 1348997 h 1777273"/>
                  <a:gd name="connsiteX6" fmla="*/ 673370 w 856265"/>
                  <a:gd name="connsiteY6" fmla="*/ 1772859 h 1777273"/>
                  <a:gd name="connsiteX7" fmla="*/ 381270 w 856265"/>
                  <a:gd name="connsiteY7" fmla="*/ 1577597 h 1777273"/>
                  <a:gd name="connsiteX8" fmla="*/ 309832 w 856265"/>
                  <a:gd name="connsiteY8" fmla="*/ 1415672 h 1777273"/>
                  <a:gd name="connsiteX9" fmla="*/ 200295 w 856265"/>
                  <a:gd name="connsiteY9" fmla="*/ 1229935 h 1777273"/>
                  <a:gd name="connsiteX10" fmla="*/ 52658 w 856265"/>
                  <a:gd name="connsiteY10" fmla="*/ 944185 h 1777273"/>
                  <a:gd name="connsiteX11" fmla="*/ 271 w 856265"/>
                  <a:gd name="connsiteY11" fmla="*/ 658435 h 1777273"/>
                  <a:gd name="connsiteX12" fmla="*/ 43133 w 856265"/>
                  <a:gd name="connsiteY12" fmla="*/ 382210 h 1777273"/>
                  <a:gd name="connsiteX13" fmla="*/ 219345 w 856265"/>
                  <a:gd name="connsiteY13" fmla="*/ 125035 h 1777273"/>
                  <a:gd name="connsiteX0" fmla="*/ 219345 w 856265"/>
                  <a:gd name="connsiteY0" fmla="*/ 125035 h 1777273"/>
                  <a:gd name="connsiteX1" fmla="*/ 720995 w 856265"/>
                  <a:gd name="connsiteY1" fmla="*/ 236159 h 1777273"/>
                  <a:gd name="connsiteX2" fmla="*/ 819420 w 856265"/>
                  <a:gd name="connsiteY2" fmla="*/ 586997 h 1777273"/>
                  <a:gd name="connsiteX3" fmla="*/ 805132 w 856265"/>
                  <a:gd name="connsiteY3" fmla="*/ 787022 h 1777273"/>
                  <a:gd name="connsiteX4" fmla="*/ 776557 w 856265"/>
                  <a:gd name="connsiteY4" fmla="*/ 1053722 h 1777273"/>
                  <a:gd name="connsiteX5" fmla="*/ 809895 w 856265"/>
                  <a:gd name="connsiteY5" fmla="*/ 1348997 h 1777273"/>
                  <a:gd name="connsiteX6" fmla="*/ 673370 w 856265"/>
                  <a:gd name="connsiteY6" fmla="*/ 1772859 h 1777273"/>
                  <a:gd name="connsiteX7" fmla="*/ 381270 w 856265"/>
                  <a:gd name="connsiteY7" fmla="*/ 1577597 h 1777273"/>
                  <a:gd name="connsiteX8" fmla="*/ 309832 w 856265"/>
                  <a:gd name="connsiteY8" fmla="*/ 1415672 h 1777273"/>
                  <a:gd name="connsiteX9" fmla="*/ 200295 w 856265"/>
                  <a:gd name="connsiteY9" fmla="*/ 1229935 h 1777273"/>
                  <a:gd name="connsiteX10" fmla="*/ 52658 w 856265"/>
                  <a:gd name="connsiteY10" fmla="*/ 944185 h 1777273"/>
                  <a:gd name="connsiteX11" fmla="*/ 271 w 856265"/>
                  <a:gd name="connsiteY11" fmla="*/ 658435 h 1777273"/>
                  <a:gd name="connsiteX12" fmla="*/ 43133 w 856265"/>
                  <a:gd name="connsiteY12" fmla="*/ 382210 h 1777273"/>
                  <a:gd name="connsiteX13" fmla="*/ 219345 w 856265"/>
                  <a:gd name="connsiteY13" fmla="*/ 125035 h 1777273"/>
                  <a:gd name="connsiteX0" fmla="*/ 238395 w 856265"/>
                  <a:gd name="connsiteY0" fmla="*/ 134237 h 1762662"/>
                  <a:gd name="connsiteX1" fmla="*/ 720995 w 856265"/>
                  <a:gd name="connsiteY1" fmla="*/ 221548 h 1762662"/>
                  <a:gd name="connsiteX2" fmla="*/ 819420 w 856265"/>
                  <a:gd name="connsiteY2" fmla="*/ 572386 h 1762662"/>
                  <a:gd name="connsiteX3" fmla="*/ 805132 w 856265"/>
                  <a:gd name="connsiteY3" fmla="*/ 772411 h 1762662"/>
                  <a:gd name="connsiteX4" fmla="*/ 776557 w 856265"/>
                  <a:gd name="connsiteY4" fmla="*/ 1039111 h 1762662"/>
                  <a:gd name="connsiteX5" fmla="*/ 809895 w 856265"/>
                  <a:gd name="connsiteY5" fmla="*/ 1334386 h 1762662"/>
                  <a:gd name="connsiteX6" fmla="*/ 673370 w 856265"/>
                  <a:gd name="connsiteY6" fmla="*/ 1758248 h 1762662"/>
                  <a:gd name="connsiteX7" fmla="*/ 381270 w 856265"/>
                  <a:gd name="connsiteY7" fmla="*/ 1562986 h 1762662"/>
                  <a:gd name="connsiteX8" fmla="*/ 309832 w 856265"/>
                  <a:gd name="connsiteY8" fmla="*/ 1401061 h 1762662"/>
                  <a:gd name="connsiteX9" fmla="*/ 200295 w 856265"/>
                  <a:gd name="connsiteY9" fmla="*/ 1215324 h 1762662"/>
                  <a:gd name="connsiteX10" fmla="*/ 52658 w 856265"/>
                  <a:gd name="connsiteY10" fmla="*/ 929574 h 1762662"/>
                  <a:gd name="connsiteX11" fmla="*/ 271 w 856265"/>
                  <a:gd name="connsiteY11" fmla="*/ 643824 h 1762662"/>
                  <a:gd name="connsiteX12" fmla="*/ 43133 w 856265"/>
                  <a:gd name="connsiteY12" fmla="*/ 367599 h 1762662"/>
                  <a:gd name="connsiteX13" fmla="*/ 238395 w 856265"/>
                  <a:gd name="connsiteY13" fmla="*/ 134237 h 1762662"/>
                  <a:gd name="connsiteX0" fmla="*/ 238395 w 856265"/>
                  <a:gd name="connsiteY0" fmla="*/ 184774 h 1813199"/>
                  <a:gd name="connsiteX1" fmla="*/ 720995 w 856265"/>
                  <a:gd name="connsiteY1" fmla="*/ 272085 h 1813199"/>
                  <a:gd name="connsiteX2" fmla="*/ 819420 w 856265"/>
                  <a:gd name="connsiteY2" fmla="*/ 622923 h 1813199"/>
                  <a:gd name="connsiteX3" fmla="*/ 805132 w 856265"/>
                  <a:gd name="connsiteY3" fmla="*/ 822948 h 1813199"/>
                  <a:gd name="connsiteX4" fmla="*/ 776557 w 856265"/>
                  <a:gd name="connsiteY4" fmla="*/ 1089648 h 1813199"/>
                  <a:gd name="connsiteX5" fmla="*/ 809895 w 856265"/>
                  <a:gd name="connsiteY5" fmla="*/ 1384923 h 1813199"/>
                  <a:gd name="connsiteX6" fmla="*/ 673370 w 856265"/>
                  <a:gd name="connsiteY6" fmla="*/ 1808785 h 1813199"/>
                  <a:gd name="connsiteX7" fmla="*/ 381270 w 856265"/>
                  <a:gd name="connsiteY7" fmla="*/ 1613523 h 1813199"/>
                  <a:gd name="connsiteX8" fmla="*/ 309832 w 856265"/>
                  <a:gd name="connsiteY8" fmla="*/ 1451598 h 1813199"/>
                  <a:gd name="connsiteX9" fmla="*/ 200295 w 856265"/>
                  <a:gd name="connsiteY9" fmla="*/ 1265861 h 1813199"/>
                  <a:gd name="connsiteX10" fmla="*/ 52658 w 856265"/>
                  <a:gd name="connsiteY10" fmla="*/ 980111 h 1813199"/>
                  <a:gd name="connsiteX11" fmla="*/ 271 w 856265"/>
                  <a:gd name="connsiteY11" fmla="*/ 694361 h 1813199"/>
                  <a:gd name="connsiteX12" fmla="*/ 43133 w 856265"/>
                  <a:gd name="connsiteY12" fmla="*/ 418136 h 1813199"/>
                  <a:gd name="connsiteX13" fmla="*/ 238395 w 856265"/>
                  <a:gd name="connsiteY13" fmla="*/ 184774 h 1813199"/>
                  <a:gd name="connsiteX0" fmla="*/ 276282 w 894152"/>
                  <a:gd name="connsiteY0" fmla="*/ 184774 h 1813199"/>
                  <a:gd name="connsiteX1" fmla="*/ 758882 w 894152"/>
                  <a:gd name="connsiteY1" fmla="*/ 272085 h 1813199"/>
                  <a:gd name="connsiteX2" fmla="*/ 857307 w 894152"/>
                  <a:gd name="connsiteY2" fmla="*/ 622923 h 1813199"/>
                  <a:gd name="connsiteX3" fmla="*/ 843019 w 894152"/>
                  <a:gd name="connsiteY3" fmla="*/ 822948 h 1813199"/>
                  <a:gd name="connsiteX4" fmla="*/ 814444 w 894152"/>
                  <a:gd name="connsiteY4" fmla="*/ 1089648 h 1813199"/>
                  <a:gd name="connsiteX5" fmla="*/ 847782 w 894152"/>
                  <a:gd name="connsiteY5" fmla="*/ 1384923 h 1813199"/>
                  <a:gd name="connsiteX6" fmla="*/ 711257 w 894152"/>
                  <a:gd name="connsiteY6" fmla="*/ 1808785 h 1813199"/>
                  <a:gd name="connsiteX7" fmla="*/ 419157 w 894152"/>
                  <a:gd name="connsiteY7" fmla="*/ 1613523 h 1813199"/>
                  <a:gd name="connsiteX8" fmla="*/ 347719 w 894152"/>
                  <a:gd name="connsiteY8" fmla="*/ 1451598 h 1813199"/>
                  <a:gd name="connsiteX9" fmla="*/ 238182 w 894152"/>
                  <a:gd name="connsiteY9" fmla="*/ 1265861 h 1813199"/>
                  <a:gd name="connsiteX10" fmla="*/ 90545 w 894152"/>
                  <a:gd name="connsiteY10" fmla="*/ 980111 h 1813199"/>
                  <a:gd name="connsiteX11" fmla="*/ 38158 w 894152"/>
                  <a:gd name="connsiteY11" fmla="*/ 694361 h 1813199"/>
                  <a:gd name="connsiteX12" fmla="*/ 81020 w 894152"/>
                  <a:gd name="connsiteY12" fmla="*/ 418136 h 1813199"/>
                  <a:gd name="connsiteX13" fmla="*/ 276282 w 894152"/>
                  <a:gd name="connsiteY13" fmla="*/ 184774 h 1813199"/>
                  <a:gd name="connsiteX0" fmla="*/ 276282 w 894152"/>
                  <a:gd name="connsiteY0" fmla="*/ 184774 h 1813199"/>
                  <a:gd name="connsiteX1" fmla="*/ 758882 w 894152"/>
                  <a:gd name="connsiteY1" fmla="*/ 272085 h 1813199"/>
                  <a:gd name="connsiteX2" fmla="*/ 857307 w 894152"/>
                  <a:gd name="connsiteY2" fmla="*/ 622923 h 1813199"/>
                  <a:gd name="connsiteX3" fmla="*/ 843019 w 894152"/>
                  <a:gd name="connsiteY3" fmla="*/ 822948 h 1813199"/>
                  <a:gd name="connsiteX4" fmla="*/ 814444 w 894152"/>
                  <a:gd name="connsiteY4" fmla="*/ 1089648 h 1813199"/>
                  <a:gd name="connsiteX5" fmla="*/ 847782 w 894152"/>
                  <a:gd name="connsiteY5" fmla="*/ 1384923 h 1813199"/>
                  <a:gd name="connsiteX6" fmla="*/ 711257 w 894152"/>
                  <a:gd name="connsiteY6" fmla="*/ 1808785 h 1813199"/>
                  <a:gd name="connsiteX7" fmla="*/ 419157 w 894152"/>
                  <a:gd name="connsiteY7" fmla="*/ 1613523 h 1813199"/>
                  <a:gd name="connsiteX8" fmla="*/ 347719 w 894152"/>
                  <a:gd name="connsiteY8" fmla="*/ 1451598 h 1813199"/>
                  <a:gd name="connsiteX9" fmla="*/ 238182 w 894152"/>
                  <a:gd name="connsiteY9" fmla="*/ 1265861 h 1813199"/>
                  <a:gd name="connsiteX10" fmla="*/ 90545 w 894152"/>
                  <a:gd name="connsiteY10" fmla="*/ 980111 h 1813199"/>
                  <a:gd name="connsiteX11" fmla="*/ 38158 w 894152"/>
                  <a:gd name="connsiteY11" fmla="*/ 694361 h 1813199"/>
                  <a:gd name="connsiteX12" fmla="*/ 81020 w 894152"/>
                  <a:gd name="connsiteY12" fmla="*/ 418136 h 1813199"/>
                  <a:gd name="connsiteX13" fmla="*/ 276282 w 894152"/>
                  <a:gd name="connsiteY13" fmla="*/ 184774 h 1813199"/>
                  <a:gd name="connsiteX0" fmla="*/ 276282 w 894152"/>
                  <a:gd name="connsiteY0" fmla="*/ 184774 h 1813199"/>
                  <a:gd name="connsiteX1" fmla="*/ 758882 w 894152"/>
                  <a:gd name="connsiteY1" fmla="*/ 272085 h 1813199"/>
                  <a:gd name="connsiteX2" fmla="*/ 857307 w 894152"/>
                  <a:gd name="connsiteY2" fmla="*/ 622923 h 1813199"/>
                  <a:gd name="connsiteX3" fmla="*/ 843019 w 894152"/>
                  <a:gd name="connsiteY3" fmla="*/ 822948 h 1813199"/>
                  <a:gd name="connsiteX4" fmla="*/ 814444 w 894152"/>
                  <a:gd name="connsiteY4" fmla="*/ 1089648 h 1813199"/>
                  <a:gd name="connsiteX5" fmla="*/ 847782 w 894152"/>
                  <a:gd name="connsiteY5" fmla="*/ 1384923 h 1813199"/>
                  <a:gd name="connsiteX6" fmla="*/ 711257 w 894152"/>
                  <a:gd name="connsiteY6" fmla="*/ 1808785 h 1813199"/>
                  <a:gd name="connsiteX7" fmla="*/ 419157 w 894152"/>
                  <a:gd name="connsiteY7" fmla="*/ 1613523 h 1813199"/>
                  <a:gd name="connsiteX8" fmla="*/ 347719 w 894152"/>
                  <a:gd name="connsiteY8" fmla="*/ 1451598 h 1813199"/>
                  <a:gd name="connsiteX9" fmla="*/ 238182 w 894152"/>
                  <a:gd name="connsiteY9" fmla="*/ 1265861 h 1813199"/>
                  <a:gd name="connsiteX10" fmla="*/ 90545 w 894152"/>
                  <a:gd name="connsiteY10" fmla="*/ 980111 h 1813199"/>
                  <a:gd name="connsiteX11" fmla="*/ 38158 w 894152"/>
                  <a:gd name="connsiteY11" fmla="*/ 694361 h 1813199"/>
                  <a:gd name="connsiteX12" fmla="*/ 81020 w 894152"/>
                  <a:gd name="connsiteY12" fmla="*/ 418136 h 1813199"/>
                  <a:gd name="connsiteX13" fmla="*/ 276282 w 894152"/>
                  <a:gd name="connsiteY13" fmla="*/ 184774 h 1813199"/>
                  <a:gd name="connsiteX0" fmla="*/ 276282 w 894152"/>
                  <a:gd name="connsiteY0" fmla="*/ 184774 h 1813199"/>
                  <a:gd name="connsiteX1" fmla="*/ 758882 w 894152"/>
                  <a:gd name="connsiteY1" fmla="*/ 272085 h 1813199"/>
                  <a:gd name="connsiteX2" fmla="*/ 857307 w 894152"/>
                  <a:gd name="connsiteY2" fmla="*/ 622923 h 1813199"/>
                  <a:gd name="connsiteX3" fmla="*/ 843019 w 894152"/>
                  <a:gd name="connsiteY3" fmla="*/ 822948 h 1813199"/>
                  <a:gd name="connsiteX4" fmla="*/ 814444 w 894152"/>
                  <a:gd name="connsiteY4" fmla="*/ 1089648 h 1813199"/>
                  <a:gd name="connsiteX5" fmla="*/ 847782 w 894152"/>
                  <a:gd name="connsiteY5" fmla="*/ 1384923 h 1813199"/>
                  <a:gd name="connsiteX6" fmla="*/ 711257 w 894152"/>
                  <a:gd name="connsiteY6" fmla="*/ 1808785 h 1813199"/>
                  <a:gd name="connsiteX7" fmla="*/ 419157 w 894152"/>
                  <a:gd name="connsiteY7" fmla="*/ 1613523 h 1813199"/>
                  <a:gd name="connsiteX8" fmla="*/ 347719 w 894152"/>
                  <a:gd name="connsiteY8" fmla="*/ 1451598 h 1813199"/>
                  <a:gd name="connsiteX9" fmla="*/ 238182 w 894152"/>
                  <a:gd name="connsiteY9" fmla="*/ 1265861 h 1813199"/>
                  <a:gd name="connsiteX10" fmla="*/ 90545 w 894152"/>
                  <a:gd name="connsiteY10" fmla="*/ 980111 h 1813199"/>
                  <a:gd name="connsiteX11" fmla="*/ 38158 w 894152"/>
                  <a:gd name="connsiteY11" fmla="*/ 694361 h 1813199"/>
                  <a:gd name="connsiteX12" fmla="*/ 81020 w 894152"/>
                  <a:gd name="connsiteY12" fmla="*/ 418136 h 1813199"/>
                  <a:gd name="connsiteX13" fmla="*/ 276282 w 894152"/>
                  <a:gd name="connsiteY13" fmla="*/ 184774 h 1813199"/>
                  <a:gd name="connsiteX0" fmla="*/ 276282 w 894152"/>
                  <a:gd name="connsiteY0" fmla="*/ 165146 h 1793571"/>
                  <a:gd name="connsiteX1" fmla="*/ 758882 w 894152"/>
                  <a:gd name="connsiteY1" fmla="*/ 252457 h 1793571"/>
                  <a:gd name="connsiteX2" fmla="*/ 857307 w 894152"/>
                  <a:gd name="connsiteY2" fmla="*/ 603295 h 1793571"/>
                  <a:gd name="connsiteX3" fmla="*/ 843019 w 894152"/>
                  <a:gd name="connsiteY3" fmla="*/ 803320 h 1793571"/>
                  <a:gd name="connsiteX4" fmla="*/ 814444 w 894152"/>
                  <a:gd name="connsiteY4" fmla="*/ 1070020 h 1793571"/>
                  <a:gd name="connsiteX5" fmla="*/ 847782 w 894152"/>
                  <a:gd name="connsiteY5" fmla="*/ 1365295 h 1793571"/>
                  <a:gd name="connsiteX6" fmla="*/ 711257 w 894152"/>
                  <a:gd name="connsiteY6" fmla="*/ 1789157 h 1793571"/>
                  <a:gd name="connsiteX7" fmla="*/ 419157 w 894152"/>
                  <a:gd name="connsiteY7" fmla="*/ 1593895 h 1793571"/>
                  <a:gd name="connsiteX8" fmla="*/ 347719 w 894152"/>
                  <a:gd name="connsiteY8" fmla="*/ 1431970 h 1793571"/>
                  <a:gd name="connsiteX9" fmla="*/ 238182 w 894152"/>
                  <a:gd name="connsiteY9" fmla="*/ 1246233 h 1793571"/>
                  <a:gd name="connsiteX10" fmla="*/ 90545 w 894152"/>
                  <a:gd name="connsiteY10" fmla="*/ 960483 h 1793571"/>
                  <a:gd name="connsiteX11" fmla="*/ 38158 w 894152"/>
                  <a:gd name="connsiteY11" fmla="*/ 674733 h 1793571"/>
                  <a:gd name="connsiteX12" fmla="*/ 81020 w 894152"/>
                  <a:gd name="connsiteY12" fmla="*/ 398508 h 1793571"/>
                  <a:gd name="connsiteX13" fmla="*/ 276282 w 894152"/>
                  <a:gd name="connsiteY13" fmla="*/ 165146 h 17935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94152" h="1793571">
                    <a:moveTo>
                      <a:pt x="276282" y="165146"/>
                    </a:moveTo>
                    <a:cubicBezTo>
                      <a:pt x="519698" y="-159762"/>
                      <a:pt x="705965" y="63016"/>
                      <a:pt x="758882" y="252457"/>
                    </a:cubicBezTo>
                    <a:cubicBezTo>
                      <a:pt x="767878" y="358291"/>
                      <a:pt x="976898" y="316486"/>
                      <a:pt x="857307" y="603295"/>
                    </a:cubicBezTo>
                    <a:cubicBezTo>
                      <a:pt x="920807" y="708070"/>
                      <a:pt x="841432" y="746170"/>
                      <a:pt x="843019" y="803320"/>
                    </a:cubicBezTo>
                    <a:cubicBezTo>
                      <a:pt x="847782" y="884283"/>
                      <a:pt x="857306" y="984295"/>
                      <a:pt x="814444" y="1070020"/>
                    </a:cubicBezTo>
                    <a:cubicBezTo>
                      <a:pt x="820794" y="1150983"/>
                      <a:pt x="917632" y="1279570"/>
                      <a:pt x="847782" y="1365295"/>
                    </a:cubicBezTo>
                    <a:cubicBezTo>
                      <a:pt x="802274" y="1506582"/>
                      <a:pt x="952028" y="1733595"/>
                      <a:pt x="711257" y="1789157"/>
                    </a:cubicBezTo>
                    <a:cubicBezTo>
                      <a:pt x="556211" y="1818525"/>
                      <a:pt x="445615" y="1695495"/>
                      <a:pt x="419157" y="1593895"/>
                    </a:cubicBezTo>
                    <a:cubicBezTo>
                      <a:pt x="392699" y="1492295"/>
                      <a:pt x="372325" y="1493882"/>
                      <a:pt x="347719" y="1431970"/>
                    </a:cubicBezTo>
                    <a:cubicBezTo>
                      <a:pt x="270726" y="1379583"/>
                      <a:pt x="274694" y="1330371"/>
                      <a:pt x="238182" y="1246233"/>
                    </a:cubicBezTo>
                    <a:cubicBezTo>
                      <a:pt x="87370" y="1128759"/>
                      <a:pt x="112770" y="1054939"/>
                      <a:pt x="90545" y="960483"/>
                    </a:cubicBezTo>
                    <a:cubicBezTo>
                      <a:pt x="-74555" y="813639"/>
                      <a:pt x="41333" y="753314"/>
                      <a:pt x="38158" y="674733"/>
                    </a:cubicBezTo>
                    <a:cubicBezTo>
                      <a:pt x="-60267" y="577102"/>
                      <a:pt x="60383" y="483439"/>
                      <a:pt x="81020" y="398508"/>
                    </a:cubicBezTo>
                    <a:cubicBezTo>
                      <a:pt x="139757" y="312783"/>
                      <a:pt x="-15818" y="260396"/>
                      <a:pt x="276282" y="165146"/>
                    </a:cubicBezTo>
                    <a:close/>
                  </a:path>
                </a:pathLst>
              </a:custGeom>
              <a:solidFill>
                <a:srgbClr val="56BE56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ectangle 3">
                <a:extLst>
                  <a:ext uri="{FF2B5EF4-FFF2-40B4-BE49-F238E27FC236}">
                    <a16:creationId xmlns:a16="http://schemas.microsoft.com/office/drawing/2014/main" id="{9E8C9AB1-57BE-644C-BE72-29F91BB4B754}"/>
                  </a:ext>
                </a:extLst>
              </p:cNvPr>
              <p:cNvSpPr/>
              <p:nvPr/>
            </p:nvSpPr>
            <p:spPr>
              <a:xfrm rot="6032630">
                <a:off x="6129582" y="2838708"/>
                <a:ext cx="1216727" cy="2298206"/>
              </a:xfrm>
              <a:custGeom>
                <a:avLst/>
                <a:gdLst>
                  <a:gd name="connsiteX0" fmla="*/ 0 w 381000"/>
                  <a:gd name="connsiteY0" fmla="*/ 0 h 1422400"/>
                  <a:gd name="connsiteX1" fmla="*/ 381000 w 381000"/>
                  <a:gd name="connsiteY1" fmla="*/ 0 h 1422400"/>
                  <a:gd name="connsiteX2" fmla="*/ 381000 w 381000"/>
                  <a:gd name="connsiteY2" fmla="*/ 1422400 h 1422400"/>
                  <a:gd name="connsiteX3" fmla="*/ 0 w 381000"/>
                  <a:gd name="connsiteY3" fmla="*/ 1422400 h 1422400"/>
                  <a:gd name="connsiteX4" fmla="*/ 0 w 381000"/>
                  <a:gd name="connsiteY4" fmla="*/ 0 h 1422400"/>
                  <a:gd name="connsiteX0" fmla="*/ 0 w 596900"/>
                  <a:gd name="connsiteY0" fmla="*/ 0 h 1905000"/>
                  <a:gd name="connsiteX1" fmla="*/ 596900 w 596900"/>
                  <a:gd name="connsiteY1" fmla="*/ 482600 h 1905000"/>
                  <a:gd name="connsiteX2" fmla="*/ 596900 w 596900"/>
                  <a:gd name="connsiteY2" fmla="*/ 1905000 h 1905000"/>
                  <a:gd name="connsiteX3" fmla="*/ 215900 w 596900"/>
                  <a:gd name="connsiteY3" fmla="*/ 1905000 h 1905000"/>
                  <a:gd name="connsiteX4" fmla="*/ 0 w 596900"/>
                  <a:gd name="connsiteY4" fmla="*/ 0 h 1905000"/>
                  <a:gd name="connsiteX0" fmla="*/ 0 w 596900"/>
                  <a:gd name="connsiteY0" fmla="*/ 0 h 1905000"/>
                  <a:gd name="connsiteX1" fmla="*/ 482600 w 596900"/>
                  <a:gd name="connsiteY1" fmla="*/ 139700 h 1905000"/>
                  <a:gd name="connsiteX2" fmla="*/ 596900 w 596900"/>
                  <a:gd name="connsiteY2" fmla="*/ 1905000 h 1905000"/>
                  <a:gd name="connsiteX3" fmla="*/ 215900 w 596900"/>
                  <a:gd name="connsiteY3" fmla="*/ 1905000 h 1905000"/>
                  <a:gd name="connsiteX4" fmla="*/ 0 w 596900"/>
                  <a:gd name="connsiteY4" fmla="*/ 0 h 1905000"/>
                  <a:gd name="connsiteX0" fmla="*/ 0 w 596900"/>
                  <a:gd name="connsiteY0" fmla="*/ 0 h 1905000"/>
                  <a:gd name="connsiteX1" fmla="*/ 468313 w 596900"/>
                  <a:gd name="connsiteY1" fmla="*/ 115887 h 1905000"/>
                  <a:gd name="connsiteX2" fmla="*/ 596900 w 596900"/>
                  <a:gd name="connsiteY2" fmla="*/ 1905000 h 1905000"/>
                  <a:gd name="connsiteX3" fmla="*/ 215900 w 596900"/>
                  <a:gd name="connsiteY3" fmla="*/ 1905000 h 1905000"/>
                  <a:gd name="connsiteX4" fmla="*/ 0 w 596900"/>
                  <a:gd name="connsiteY4" fmla="*/ 0 h 1905000"/>
                  <a:gd name="connsiteX0" fmla="*/ 0 w 630237"/>
                  <a:gd name="connsiteY0" fmla="*/ 0 h 1900237"/>
                  <a:gd name="connsiteX1" fmla="*/ 501650 w 630237"/>
                  <a:gd name="connsiteY1" fmla="*/ 111124 h 1900237"/>
                  <a:gd name="connsiteX2" fmla="*/ 630237 w 630237"/>
                  <a:gd name="connsiteY2" fmla="*/ 1900237 h 1900237"/>
                  <a:gd name="connsiteX3" fmla="*/ 249237 w 630237"/>
                  <a:gd name="connsiteY3" fmla="*/ 1900237 h 1900237"/>
                  <a:gd name="connsiteX4" fmla="*/ 0 w 630237"/>
                  <a:gd name="connsiteY4" fmla="*/ 0 h 1900237"/>
                  <a:gd name="connsiteX0" fmla="*/ 0 w 630237"/>
                  <a:gd name="connsiteY0" fmla="*/ 74867 h 1975104"/>
                  <a:gd name="connsiteX1" fmla="*/ 501650 w 630237"/>
                  <a:gd name="connsiteY1" fmla="*/ 185991 h 1975104"/>
                  <a:gd name="connsiteX2" fmla="*/ 630237 w 630237"/>
                  <a:gd name="connsiteY2" fmla="*/ 1975104 h 1975104"/>
                  <a:gd name="connsiteX3" fmla="*/ 249237 w 630237"/>
                  <a:gd name="connsiteY3" fmla="*/ 1975104 h 1975104"/>
                  <a:gd name="connsiteX4" fmla="*/ 0 w 630237"/>
                  <a:gd name="connsiteY4" fmla="*/ 74867 h 1975104"/>
                  <a:gd name="connsiteX0" fmla="*/ 0 w 630237"/>
                  <a:gd name="connsiteY0" fmla="*/ 125035 h 2025272"/>
                  <a:gd name="connsiteX1" fmla="*/ 501650 w 630237"/>
                  <a:gd name="connsiteY1" fmla="*/ 236159 h 2025272"/>
                  <a:gd name="connsiteX2" fmla="*/ 630237 w 630237"/>
                  <a:gd name="connsiteY2" fmla="*/ 2025272 h 2025272"/>
                  <a:gd name="connsiteX3" fmla="*/ 249237 w 630237"/>
                  <a:gd name="connsiteY3" fmla="*/ 2025272 h 2025272"/>
                  <a:gd name="connsiteX4" fmla="*/ 0 w 630237"/>
                  <a:gd name="connsiteY4" fmla="*/ 125035 h 2025272"/>
                  <a:gd name="connsiteX0" fmla="*/ 176212 w 806449"/>
                  <a:gd name="connsiteY0" fmla="*/ 125035 h 2025272"/>
                  <a:gd name="connsiteX1" fmla="*/ 677862 w 806449"/>
                  <a:gd name="connsiteY1" fmla="*/ 236159 h 2025272"/>
                  <a:gd name="connsiteX2" fmla="*/ 806449 w 806449"/>
                  <a:gd name="connsiteY2" fmla="*/ 2025272 h 2025272"/>
                  <a:gd name="connsiteX3" fmla="*/ 425449 w 806449"/>
                  <a:gd name="connsiteY3" fmla="*/ 2025272 h 2025272"/>
                  <a:gd name="connsiteX4" fmla="*/ 0 w 806449"/>
                  <a:gd name="connsiteY4" fmla="*/ 382210 h 2025272"/>
                  <a:gd name="connsiteX5" fmla="*/ 176212 w 806449"/>
                  <a:gd name="connsiteY5" fmla="*/ 125035 h 2025272"/>
                  <a:gd name="connsiteX0" fmla="*/ 245290 w 875527"/>
                  <a:gd name="connsiteY0" fmla="*/ 125035 h 2025272"/>
                  <a:gd name="connsiteX1" fmla="*/ 746940 w 875527"/>
                  <a:gd name="connsiteY1" fmla="*/ 236159 h 2025272"/>
                  <a:gd name="connsiteX2" fmla="*/ 875527 w 875527"/>
                  <a:gd name="connsiteY2" fmla="*/ 2025272 h 2025272"/>
                  <a:gd name="connsiteX3" fmla="*/ 494527 w 875527"/>
                  <a:gd name="connsiteY3" fmla="*/ 2025272 h 2025272"/>
                  <a:gd name="connsiteX4" fmla="*/ 26216 w 875527"/>
                  <a:gd name="connsiteY4" fmla="*/ 658435 h 2025272"/>
                  <a:gd name="connsiteX5" fmla="*/ 69078 w 875527"/>
                  <a:gd name="connsiteY5" fmla="*/ 382210 h 2025272"/>
                  <a:gd name="connsiteX6" fmla="*/ 245290 w 875527"/>
                  <a:gd name="connsiteY6" fmla="*/ 125035 h 2025272"/>
                  <a:gd name="connsiteX0" fmla="*/ 221743 w 851980"/>
                  <a:gd name="connsiteY0" fmla="*/ 125035 h 2025272"/>
                  <a:gd name="connsiteX1" fmla="*/ 723393 w 851980"/>
                  <a:gd name="connsiteY1" fmla="*/ 236159 h 2025272"/>
                  <a:gd name="connsiteX2" fmla="*/ 851980 w 851980"/>
                  <a:gd name="connsiteY2" fmla="*/ 2025272 h 2025272"/>
                  <a:gd name="connsiteX3" fmla="*/ 470980 w 851980"/>
                  <a:gd name="connsiteY3" fmla="*/ 2025272 h 2025272"/>
                  <a:gd name="connsiteX4" fmla="*/ 55056 w 851980"/>
                  <a:gd name="connsiteY4" fmla="*/ 944185 h 2025272"/>
                  <a:gd name="connsiteX5" fmla="*/ 2669 w 851980"/>
                  <a:gd name="connsiteY5" fmla="*/ 658435 h 2025272"/>
                  <a:gd name="connsiteX6" fmla="*/ 45531 w 851980"/>
                  <a:gd name="connsiteY6" fmla="*/ 382210 h 2025272"/>
                  <a:gd name="connsiteX7" fmla="*/ 221743 w 851980"/>
                  <a:gd name="connsiteY7" fmla="*/ 125035 h 2025272"/>
                  <a:gd name="connsiteX0" fmla="*/ 219345 w 849582"/>
                  <a:gd name="connsiteY0" fmla="*/ 125035 h 2025272"/>
                  <a:gd name="connsiteX1" fmla="*/ 720995 w 849582"/>
                  <a:gd name="connsiteY1" fmla="*/ 236159 h 2025272"/>
                  <a:gd name="connsiteX2" fmla="*/ 849582 w 849582"/>
                  <a:gd name="connsiteY2" fmla="*/ 2025272 h 2025272"/>
                  <a:gd name="connsiteX3" fmla="*/ 468582 w 849582"/>
                  <a:gd name="connsiteY3" fmla="*/ 2025272 h 2025272"/>
                  <a:gd name="connsiteX4" fmla="*/ 200295 w 849582"/>
                  <a:gd name="connsiteY4" fmla="*/ 1229935 h 2025272"/>
                  <a:gd name="connsiteX5" fmla="*/ 52658 w 849582"/>
                  <a:gd name="connsiteY5" fmla="*/ 944185 h 2025272"/>
                  <a:gd name="connsiteX6" fmla="*/ 271 w 849582"/>
                  <a:gd name="connsiteY6" fmla="*/ 658435 h 2025272"/>
                  <a:gd name="connsiteX7" fmla="*/ 43133 w 849582"/>
                  <a:gd name="connsiteY7" fmla="*/ 382210 h 2025272"/>
                  <a:gd name="connsiteX8" fmla="*/ 219345 w 849582"/>
                  <a:gd name="connsiteY8" fmla="*/ 125035 h 2025272"/>
                  <a:gd name="connsiteX0" fmla="*/ 219345 w 849582"/>
                  <a:gd name="connsiteY0" fmla="*/ 125035 h 2025272"/>
                  <a:gd name="connsiteX1" fmla="*/ 720995 w 849582"/>
                  <a:gd name="connsiteY1" fmla="*/ 236159 h 2025272"/>
                  <a:gd name="connsiteX2" fmla="*/ 849582 w 849582"/>
                  <a:gd name="connsiteY2" fmla="*/ 2025272 h 2025272"/>
                  <a:gd name="connsiteX3" fmla="*/ 468582 w 849582"/>
                  <a:gd name="connsiteY3" fmla="*/ 2025272 h 2025272"/>
                  <a:gd name="connsiteX4" fmla="*/ 309832 w 849582"/>
                  <a:gd name="connsiteY4" fmla="*/ 1415672 h 2025272"/>
                  <a:gd name="connsiteX5" fmla="*/ 200295 w 849582"/>
                  <a:gd name="connsiteY5" fmla="*/ 1229935 h 2025272"/>
                  <a:gd name="connsiteX6" fmla="*/ 52658 w 849582"/>
                  <a:gd name="connsiteY6" fmla="*/ 944185 h 2025272"/>
                  <a:gd name="connsiteX7" fmla="*/ 271 w 849582"/>
                  <a:gd name="connsiteY7" fmla="*/ 658435 h 2025272"/>
                  <a:gd name="connsiteX8" fmla="*/ 43133 w 849582"/>
                  <a:gd name="connsiteY8" fmla="*/ 382210 h 2025272"/>
                  <a:gd name="connsiteX9" fmla="*/ 219345 w 849582"/>
                  <a:gd name="connsiteY9" fmla="*/ 125035 h 2025272"/>
                  <a:gd name="connsiteX0" fmla="*/ 219345 w 849582"/>
                  <a:gd name="connsiteY0" fmla="*/ 125035 h 2025272"/>
                  <a:gd name="connsiteX1" fmla="*/ 720995 w 849582"/>
                  <a:gd name="connsiteY1" fmla="*/ 236159 h 2025272"/>
                  <a:gd name="connsiteX2" fmla="*/ 849582 w 849582"/>
                  <a:gd name="connsiteY2" fmla="*/ 2025272 h 2025272"/>
                  <a:gd name="connsiteX3" fmla="*/ 468582 w 849582"/>
                  <a:gd name="connsiteY3" fmla="*/ 2025272 h 2025272"/>
                  <a:gd name="connsiteX4" fmla="*/ 381270 w 849582"/>
                  <a:gd name="connsiteY4" fmla="*/ 1577597 h 2025272"/>
                  <a:gd name="connsiteX5" fmla="*/ 309832 w 849582"/>
                  <a:gd name="connsiteY5" fmla="*/ 1415672 h 2025272"/>
                  <a:gd name="connsiteX6" fmla="*/ 200295 w 849582"/>
                  <a:gd name="connsiteY6" fmla="*/ 1229935 h 2025272"/>
                  <a:gd name="connsiteX7" fmla="*/ 52658 w 849582"/>
                  <a:gd name="connsiteY7" fmla="*/ 944185 h 2025272"/>
                  <a:gd name="connsiteX8" fmla="*/ 271 w 849582"/>
                  <a:gd name="connsiteY8" fmla="*/ 658435 h 2025272"/>
                  <a:gd name="connsiteX9" fmla="*/ 43133 w 849582"/>
                  <a:gd name="connsiteY9" fmla="*/ 382210 h 2025272"/>
                  <a:gd name="connsiteX10" fmla="*/ 219345 w 849582"/>
                  <a:gd name="connsiteY10" fmla="*/ 125035 h 2025272"/>
                  <a:gd name="connsiteX0" fmla="*/ 219345 w 849582"/>
                  <a:gd name="connsiteY0" fmla="*/ 125035 h 2025272"/>
                  <a:gd name="connsiteX1" fmla="*/ 720995 w 849582"/>
                  <a:gd name="connsiteY1" fmla="*/ 236159 h 2025272"/>
                  <a:gd name="connsiteX2" fmla="*/ 819420 w 849582"/>
                  <a:gd name="connsiteY2" fmla="*/ 586997 h 2025272"/>
                  <a:gd name="connsiteX3" fmla="*/ 849582 w 849582"/>
                  <a:gd name="connsiteY3" fmla="*/ 2025272 h 2025272"/>
                  <a:gd name="connsiteX4" fmla="*/ 468582 w 849582"/>
                  <a:gd name="connsiteY4" fmla="*/ 2025272 h 2025272"/>
                  <a:gd name="connsiteX5" fmla="*/ 381270 w 849582"/>
                  <a:gd name="connsiteY5" fmla="*/ 1577597 h 2025272"/>
                  <a:gd name="connsiteX6" fmla="*/ 309832 w 849582"/>
                  <a:gd name="connsiteY6" fmla="*/ 1415672 h 2025272"/>
                  <a:gd name="connsiteX7" fmla="*/ 200295 w 849582"/>
                  <a:gd name="connsiteY7" fmla="*/ 1229935 h 2025272"/>
                  <a:gd name="connsiteX8" fmla="*/ 52658 w 849582"/>
                  <a:gd name="connsiteY8" fmla="*/ 944185 h 2025272"/>
                  <a:gd name="connsiteX9" fmla="*/ 271 w 849582"/>
                  <a:gd name="connsiteY9" fmla="*/ 658435 h 2025272"/>
                  <a:gd name="connsiteX10" fmla="*/ 43133 w 849582"/>
                  <a:gd name="connsiteY10" fmla="*/ 382210 h 2025272"/>
                  <a:gd name="connsiteX11" fmla="*/ 219345 w 849582"/>
                  <a:gd name="connsiteY11" fmla="*/ 125035 h 2025272"/>
                  <a:gd name="connsiteX0" fmla="*/ 219345 w 849582"/>
                  <a:gd name="connsiteY0" fmla="*/ 125035 h 2025272"/>
                  <a:gd name="connsiteX1" fmla="*/ 720995 w 849582"/>
                  <a:gd name="connsiteY1" fmla="*/ 236159 h 2025272"/>
                  <a:gd name="connsiteX2" fmla="*/ 819420 w 849582"/>
                  <a:gd name="connsiteY2" fmla="*/ 586997 h 2025272"/>
                  <a:gd name="connsiteX3" fmla="*/ 805132 w 849582"/>
                  <a:gd name="connsiteY3" fmla="*/ 787022 h 2025272"/>
                  <a:gd name="connsiteX4" fmla="*/ 849582 w 849582"/>
                  <a:gd name="connsiteY4" fmla="*/ 2025272 h 2025272"/>
                  <a:gd name="connsiteX5" fmla="*/ 468582 w 849582"/>
                  <a:gd name="connsiteY5" fmla="*/ 2025272 h 2025272"/>
                  <a:gd name="connsiteX6" fmla="*/ 381270 w 849582"/>
                  <a:gd name="connsiteY6" fmla="*/ 1577597 h 2025272"/>
                  <a:gd name="connsiteX7" fmla="*/ 309832 w 849582"/>
                  <a:gd name="connsiteY7" fmla="*/ 1415672 h 2025272"/>
                  <a:gd name="connsiteX8" fmla="*/ 200295 w 849582"/>
                  <a:gd name="connsiteY8" fmla="*/ 1229935 h 2025272"/>
                  <a:gd name="connsiteX9" fmla="*/ 52658 w 849582"/>
                  <a:gd name="connsiteY9" fmla="*/ 944185 h 2025272"/>
                  <a:gd name="connsiteX10" fmla="*/ 271 w 849582"/>
                  <a:gd name="connsiteY10" fmla="*/ 658435 h 2025272"/>
                  <a:gd name="connsiteX11" fmla="*/ 43133 w 849582"/>
                  <a:gd name="connsiteY11" fmla="*/ 382210 h 2025272"/>
                  <a:gd name="connsiteX12" fmla="*/ 219345 w 849582"/>
                  <a:gd name="connsiteY12" fmla="*/ 125035 h 2025272"/>
                  <a:gd name="connsiteX0" fmla="*/ 219345 w 849582"/>
                  <a:gd name="connsiteY0" fmla="*/ 125035 h 2025272"/>
                  <a:gd name="connsiteX1" fmla="*/ 720995 w 849582"/>
                  <a:gd name="connsiteY1" fmla="*/ 236159 h 2025272"/>
                  <a:gd name="connsiteX2" fmla="*/ 819420 w 849582"/>
                  <a:gd name="connsiteY2" fmla="*/ 586997 h 2025272"/>
                  <a:gd name="connsiteX3" fmla="*/ 805132 w 849582"/>
                  <a:gd name="connsiteY3" fmla="*/ 787022 h 2025272"/>
                  <a:gd name="connsiteX4" fmla="*/ 776557 w 849582"/>
                  <a:gd name="connsiteY4" fmla="*/ 1053722 h 2025272"/>
                  <a:gd name="connsiteX5" fmla="*/ 849582 w 849582"/>
                  <a:gd name="connsiteY5" fmla="*/ 2025272 h 2025272"/>
                  <a:gd name="connsiteX6" fmla="*/ 468582 w 849582"/>
                  <a:gd name="connsiteY6" fmla="*/ 2025272 h 2025272"/>
                  <a:gd name="connsiteX7" fmla="*/ 381270 w 849582"/>
                  <a:gd name="connsiteY7" fmla="*/ 1577597 h 2025272"/>
                  <a:gd name="connsiteX8" fmla="*/ 309832 w 849582"/>
                  <a:gd name="connsiteY8" fmla="*/ 1415672 h 2025272"/>
                  <a:gd name="connsiteX9" fmla="*/ 200295 w 849582"/>
                  <a:gd name="connsiteY9" fmla="*/ 1229935 h 2025272"/>
                  <a:gd name="connsiteX10" fmla="*/ 52658 w 849582"/>
                  <a:gd name="connsiteY10" fmla="*/ 944185 h 2025272"/>
                  <a:gd name="connsiteX11" fmla="*/ 271 w 849582"/>
                  <a:gd name="connsiteY11" fmla="*/ 658435 h 2025272"/>
                  <a:gd name="connsiteX12" fmla="*/ 43133 w 849582"/>
                  <a:gd name="connsiteY12" fmla="*/ 382210 h 2025272"/>
                  <a:gd name="connsiteX13" fmla="*/ 219345 w 849582"/>
                  <a:gd name="connsiteY13" fmla="*/ 125035 h 2025272"/>
                  <a:gd name="connsiteX0" fmla="*/ 219345 w 849582"/>
                  <a:gd name="connsiteY0" fmla="*/ 125035 h 2025272"/>
                  <a:gd name="connsiteX1" fmla="*/ 720995 w 849582"/>
                  <a:gd name="connsiteY1" fmla="*/ 236159 h 2025272"/>
                  <a:gd name="connsiteX2" fmla="*/ 819420 w 849582"/>
                  <a:gd name="connsiteY2" fmla="*/ 586997 h 2025272"/>
                  <a:gd name="connsiteX3" fmla="*/ 805132 w 849582"/>
                  <a:gd name="connsiteY3" fmla="*/ 787022 h 2025272"/>
                  <a:gd name="connsiteX4" fmla="*/ 776557 w 849582"/>
                  <a:gd name="connsiteY4" fmla="*/ 1053722 h 2025272"/>
                  <a:gd name="connsiteX5" fmla="*/ 809895 w 849582"/>
                  <a:gd name="connsiteY5" fmla="*/ 1348997 h 2025272"/>
                  <a:gd name="connsiteX6" fmla="*/ 849582 w 849582"/>
                  <a:gd name="connsiteY6" fmla="*/ 2025272 h 2025272"/>
                  <a:gd name="connsiteX7" fmla="*/ 468582 w 849582"/>
                  <a:gd name="connsiteY7" fmla="*/ 2025272 h 2025272"/>
                  <a:gd name="connsiteX8" fmla="*/ 381270 w 849582"/>
                  <a:gd name="connsiteY8" fmla="*/ 1577597 h 2025272"/>
                  <a:gd name="connsiteX9" fmla="*/ 309832 w 849582"/>
                  <a:gd name="connsiteY9" fmla="*/ 1415672 h 2025272"/>
                  <a:gd name="connsiteX10" fmla="*/ 200295 w 849582"/>
                  <a:gd name="connsiteY10" fmla="*/ 1229935 h 2025272"/>
                  <a:gd name="connsiteX11" fmla="*/ 52658 w 849582"/>
                  <a:gd name="connsiteY11" fmla="*/ 944185 h 2025272"/>
                  <a:gd name="connsiteX12" fmla="*/ 271 w 849582"/>
                  <a:gd name="connsiteY12" fmla="*/ 658435 h 2025272"/>
                  <a:gd name="connsiteX13" fmla="*/ 43133 w 849582"/>
                  <a:gd name="connsiteY13" fmla="*/ 382210 h 2025272"/>
                  <a:gd name="connsiteX14" fmla="*/ 219345 w 849582"/>
                  <a:gd name="connsiteY14" fmla="*/ 125035 h 2025272"/>
                  <a:gd name="connsiteX0" fmla="*/ 219345 w 819522"/>
                  <a:gd name="connsiteY0" fmla="*/ 125035 h 2025272"/>
                  <a:gd name="connsiteX1" fmla="*/ 720995 w 819522"/>
                  <a:gd name="connsiteY1" fmla="*/ 236159 h 2025272"/>
                  <a:gd name="connsiteX2" fmla="*/ 819420 w 819522"/>
                  <a:gd name="connsiteY2" fmla="*/ 586997 h 2025272"/>
                  <a:gd name="connsiteX3" fmla="*/ 805132 w 819522"/>
                  <a:gd name="connsiteY3" fmla="*/ 787022 h 2025272"/>
                  <a:gd name="connsiteX4" fmla="*/ 776557 w 819522"/>
                  <a:gd name="connsiteY4" fmla="*/ 1053722 h 2025272"/>
                  <a:gd name="connsiteX5" fmla="*/ 809895 w 819522"/>
                  <a:gd name="connsiteY5" fmla="*/ 1348997 h 2025272"/>
                  <a:gd name="connsiteX6" fmla="*/ 468582 w 819522"/>
                  <a:gd name="connsiteY6" fmla="*/ 2025272 h 2025272"/>
                  <a:gd name="connsiteX7" fmla="*/ 381270 w 819522"/>
                  <a:gd name="connsiteY7" fmla="*/ 1577597 h 2025272"/>
                  <a:gd name="connsiteX8" fmla="*/ 309832 w 819522"/>
                  <a:gd name="connsiteY8" fmla="*/ 1415672 h 2025272"/>
                  <a:gd name="connsiteX9" fmla="*/ 200295 w 819522"/>
                  <a:gd name="connsiteY9" fmla="*/ 1229935 h 2025272"/>
                  <a:gd name="connsiteX10" fmla="*/ 52658 w 819522"/>
                  <a:gd name="connsiteY10" fmla="*/ 944185 h 2025272"/>
                  <a:gd name="connsiteX11" fmla="*/ 271 w 819522"/>
                  <a:gd name="connsiteY11" fmla="*/ 658435 h 2025272"/>
                  <a:gd name="connsiteX12" fmla="*/ 43133 w 819522"/>
                  <a:gd name="connsiteY12" fmla="*/ 382210 h 2025272"/>
                  <a:gd name="connsiteX13" fmla="*/ 219345 w 819522"/>
                  <a:gd name="connsiteY13" fmla="*/ 125035 h 2025272"/>
                  <a:gd name="connsiteX0" fmla="*/ 219345 w 819522"/>
                  <a:gd name="connsiteY0" fmla="*/ 125035 h 1772859"/>
                  <a:gd name="connsiteX1" fmla="*/ 720995 w 819522"/>
                  <a:gd name="connsiteY1" fmla="*/ 236159 h 1772859"/>
                  <a:gd name="connsiteX2" fmla="*/ 819420 w 819522"/>
                  <a:gd name="connsiteY2" fmla="*/ 586997 h 1772859"/>
                  <a:gd name="connsiteX3" fmla="*/ 805132 w 819522"/>
                  <a:gd name="connsiteY3" fmla="*/ 787022 h 1772859"/>
                  <a:gd name="connsiteX4" fmla="*/ 776557 w 819522"/>
                  <a:gd name="connsiteY4" fmla="*/ 1053722 h 1772859"/>
                  <a:gd name="connsiteX5" fmla="*/ 809895 w 819522"/>
                  <a:gd name="connsiteY5" fmla="*/ 1348997 h 1772859"/>
                  <a:gd name="connsiteX6" fmla="*/ 673370 w 819522"/>
                  <a:gd name="connsiteY6" fmla="*/ 1772859 h 1772859"/>
                  <a:gd name="connsiteX7" fmla="*/ 381270 w 819522"/>
                  <a:gd name="connsiteY7" fmla="*/ 1577597 h 1772859"/>
                  <a:gd name="connsiteX8" fmla="*/ 309832 w 819522"/>
                  <a:gd name="connsiteY8" fmla="*/ 1415672 h 1772859"/>
                  <a:gd name="connsiteX9" fmla="*/ 200295 w 819522"/>
                  <a:gd name="connsiteY9" fmla="*/ 1229935 h 1772859"/>
                  <a:gd name="connsiteX10" fmla="*/ 52658 w 819522"/>
                  <a:gd name="connsiteY10" fmla="*/ 944185 h 1772859"/>
                  <a:gd name="connsiteX11" fmla="*/ 271 w 819522"/>
                  <a:gd name="connsiteY11" fmla="*/ 658435 h 1772859"/>
                  <a:gd name="connsiteX12" fmla="*/ 43133 w 819522"/>
                  <a:gd name="connsiteY12" fmla="*/ 382210 h 1772859"/>
                  <a:gd name="connsiteX13" fmla="*/ 219345 w 819522"/>
                  <a:gd name="connsiteY13" fmla="*/ 125035 h 1772859"/>
                  <a:gd name="connsiteX0" fmla="*/ 219345 w 819522"/>
                  <a:gd name="connsiteY0" fmla="*/ 125035 h 1772859"/>
                  <a:gd name="connsiteX1" fmla="*/ 720995 w 819522"/>
                  <a:gd name="connsiteY1" fmla="*/ 236159 h 1772859"/>
                  <a:gd name="connsiteX2" fmla="*/ 819420 w 819522"/>
                  <a:gd name="connsiteY2" fmla="*/ 586997 h 1772859"/>
                  <a:gd name="connsiteX3" fmla="*/ 805132 w 819522"/>
                  <a:gd name="connsiteY3" fmla="*/ 787022 h 1772859"/>
                  <a:gd name="connsiteX4" fmla="*/ 776557 w 819522"/>
                  <a:gd name="connsiteY4" fmla="*/ 1053722 h 1772859"/>
                  <a:gd name="connsiteX5" fmla="*/ 809895 w 819522"/>
                  <a:gd name="connsiteY5" fmla="*/ 1348997 h 1772859"/>
                  <a:gd name="connsiteX6" fmla="*/ 673370 w 819522"/>
                  <a:gd name="connsiteY6" fmla="*/ 1772859 h 1772859"/>
                  <a:gd name="connsiteX7" fmla="*/ 381270 w 819522"/>
                  <a:gd name="connsiteY7" fmla="*/ 1577597 h 1772859"/>
                  <a:gd name="connsiteX8" fmla="*/ 309832 w 819522"/>
                  <a:gd name="connsiteY8" fmla="*/ 1415672 h 1772859"/>
                  <a:gd name="connsiteX9" fmla="*/ 200295 w 819522"/>
                  <a:gd name="connsiteY9" fmla="*/ 1229935 h 1772859"/>
                  <a:gd name="connsiteX10" fmla="*/ 52658 w 819522"/>
                  <a:gd name="connsiteY10" fmla="*/ 944185 h 1772859"/>
                  <a:gd name="connsiteX11" fmla="*/ 271 w 819522"/>
                  <a:gd name="connsiteY11" fmla="*/ 658435 h 1772859"/>
                  <a:gd name="connsiteX12" fmla="*/ 43133 w 819522"/>
                  <a:gd name="connsiteY12" fmla="*/ 382210 h 1772859"/>
                  <a:gd name="connsiteX13" fmla="*/ 219345 w 819522"/>
                  <a:gd name="connsiteY13" fmla="*/ 125035 h 1772859"/>
                  <a:gd name="connsiteX0" fmla="*/ 219345 w 819522"/>
                  <a:gd name="connsiteY0" fmla="*/ 125035 h 1777273"/>
                  <a:gd name="connsiteX1" fmla="*/ 720995 w 819522"/>
                  <a:gd name="connsiteY1" fmla="*/ 236159 h 1777273"/>
                  <a:gd name="connsiteX2" fmla="*/ 819420 w 819522"/>
                  <a:gd name="connsiteY2" fmla="*/ 586997 h 1777273"/>
                  <a:gd name="connsiteX3" fmla="*/ 805132 w 819522"/>
                  <a:gd name="connsiteY3" fmla="*/ 787022 h 1777273"/>
                  <a:gd name="connsiteX4" fmla="*/ 776557 w 819522"/>
                  <a:gd name="connsiteY4" fmla="*/ 1053722 h 1777273"/>
                  <a:gd name="connsiteX5" fmla="*/ 809895 w 819522"/>
                  <a:gd name="connsiteY5" fmla="*/ 1348997 h 1777273"/>
                  <a:gd name="connsiteX6" fmla="*/ 673370 w 819522"/>
                  <a:gd name="connsiteY6" fmla="*/ 1772859 h 1777273"/>
                  <a:gd name="connsiteX7" fmla="*/ 381270 w 819522"/>
                  <a:gd name="connsiteY7" fmla="*/ 1577597 h 1777273"/>
                  <a:gd name="connsiteX8" fmla="*/ 309832 w 819522"/>
                  <a:gd name="connsiteY8" fmla="*/ 1415672 h 1777273"/>
                  <a:gd name="connsiteX9" fmla="*/ 200295 w 819522"/>
                  <a:gd name="connsiteY9" fmla="*/ 1229935 h 1777273"/>
                  <a:gd name="connsiteX10" fmla="*/ 52658 w 819522"/>
                  <a:gd name="connsiteY10" fmla="*/ 944185 h 1777273"/>
                  <a:gd name="connsiteX11" fmla="*/ 271 w 819522"/>
                  <a:gd name="connsiteY11" fmla="*/ 658435 h 1777273"/>
                  <a:gd name="connsiteX12" fmla="*/ 43133 w 819522"/>
                  <a:gd name="connsiteY12" fmla="*/ 382210 h 1777273"/>
                  <a:gd name="connsiteX13" fmla="*/ 219345 w 819522"/>
                  <a:gd name="connsiteY13" fmla="*/ 125035 h 1777273"/>
                  <a:gd name="connsiteX0" fmla="*/ 219345 w 835096"/>
                  <a:gd name="connsiteY0" fmla="*/ 125035 h 1777273"/>
                  <a:gd name="connsiteX1" fmla="*/ 720995 w 835096"/>
                  <a:gd name="connsiteY1" fmla="*/ 236159 h 1777273"/>
                  <a:gd name="connsiteX2" fmla="*/ 819420 w 835096"/>
                  <a:gd name="connsiteY2" fmla="*/ 586997 h 1777273"/>
                  <a:gd name="connsiteX3" fmla="*/ 805132 w 835096"/>
                  <a:gd name="connsiteY3" fmla="*/ 787022 h 1777273"/>
                  <a:gd name="connsiteX4" fmla="*/ 776557 w 835096"/>
                  <a:gd name="connsiteY4" fmla="*/ 1053722 h 1777273"/>
                  <a:gd name="connsiteX5" fmla="*/ 809895 w 835096"/>
                  <a:gd name="connsiteY5" fmla="*/ 1348997 h 1777273"/>
                  <a:gd name="connsiteX6" fmla="*/ 673370 w 835096"/>
                  <a:gd name="connsiteY6" fmla="*/ 1772859 h 1777273"/>
                  <a:gd name="connsiteX7" fmla="*/ 381270 w 835096"/>
                  <a:gd name="connsiteY7" fmla="*/ 1577597 h 1777273"/>
                  <a:gd name="connsiteX8" fmla="*/ 309832 w 835096"/>
                  <a:gd name="connsiteY8" fmla="*/ 1415672 h 1777273"/>
                  <a:gd name="connsiteX9" fmla="*/ 200295 w 835096"/>
                  <a:gd name="connsiteY9" fmla="*/ 1229935 h 1777273"/>
                  <a:gd name="connsiteX10" fmla="*/ 52658 w 835096"/>
                  <a:gd name="connsiteY10" fmla="*/ 944185 h 1777273"/>
                  <a:gd name="connsiteX11" fmla="*/ 271 w 835096"/>
                  <a:gd name="connsiteY11" fmla="*/ 658435 h 1777273"/>
                  <a:gd name="connsiteX12" fmla="*/ 43133 w 835096"/>
                  <a:gd name="connsiteY12" fmla="*/ 382210 h 1777273"/>
                  <a:gd name="connsiteX13" fmla="*/ 219345 w 835096"/>
                  <a:gd name="connsiteY13" fmla="*/ 125035 h 1777273"/>
                  <a:gd name="connsiteX0" fmla="*/ 219345 w 835096"/>
                  <a:gd name="connsiteY0" fmla="*/ 125035 h 1777273"/>
                  <a:gd name="connsiteX1" fmla="*/ 720995 w 835096"/>
                  <a:gd name="connsiteY1" fmla="*/ 236159 h 1777273"/>
                  <a:gd name="connsiteX2" fmla="*/ 819420 w 835096"/>
                  <a:gd name="connsiteY2" fmla="*/ 586997 h 1777273"/>
                  <a:gd name="connsiteX3" fmla="*/ 805132 w 835096"/>
                  <a:gd name="connsiteY3" fmla="*/ 787022 h 1777273"/>
                  <a:gd name="connsiteX4" fmla="*/ 776557 w 835096"/>
                  <a:gd name="connsiteY4" fmla="*/ 1053722 h 1777273"/>
                  <a:gd name="connsiteX5" fmla="*/ 809895 w 835096"/>
                  <a:gd name="connsiteY5" fmla="*/ 1348997 h 1777273"/>
                  <a:gd name="connsiteX6" fmla="*/ 673370 w 835096"/>
                  <a:gd name="connsiteY6" fmla="*/ 1772859 h 1777273"/>
                  <a:gd name="connsiteX7" fmla="*/ 381270 w 835096"/>
                  <a:gd name="connsiteY7" fmla="*/ 1577597 h 1777273"/>
                  <a:gd name="connsiteX8" fmla="*/ 309832 w 835096"/>
                  <a:gd name="connsiteY8" fmla="*/ 1415672 h 1777273"/>
                  <a:gd name="connsiteX9" fmla="*/ 200295 w 835096"/>
                  <a:gd name="connsiteY9" fmla="*/ 1229935 h 1777273"/>
                  <a:gd name="connsiteX10" fmla="*/ 52658 w 835096"/>
                  <a:gd name="connsiteY10" fmla="*/ 944185 h 1777273"/>
                  <a:gd name="connsiteX11" fmla="*/ 271 w 835096"/>
                  <a:gd name="connsiteY11" fmla="*/ 658435 h 1777273"/>
                  <a:gd name="connsiteX12" fmla="*/ 43133 w 835096"/>
                  <a:gd name="connsiteY12" fmla="*/ 382210 h 1777273"/>
                  <a:gd name="connsiteX13" fmla="*/ 219345 w 835096"/>
                  <a:gd name="connsiteY13" fmla="*/ 125035 h 1777273"/>
                  <a:gd name="connsiteX0" fmla="*/ 219345 w 844079"/>
                  <a:gd name="connsiteY0" fmla="*/ 125035 h 1777273"/>
                  <a:gd name="connsiteX1" fmla="*/ 720995 w 844079"/>
                  <a:gd name="connsiteY1" fmla="*/ 236159 h 1777273"/>
                  <a:gd name="connsiteX2" fmla="*/ 819420 w 844079"/>
                  <a:gd name="connsiteY2" fmla="*/ 586997 h 1777273"/>
                  <a:gd name="connsiteX3" fmla="*/ 805132 w 844079"/>
                  <a:gd name="connsiteY3" fmla="*/ 787022 h 1777273"/>
                  <a:gd name="connsiteX4" fmla="*/ 776557 w 844079"/>
                  <a:gd name="connsiteY4" fmla="*/ 1053722 h 1777273"/>
                  <a:gd name="connsiteX5" fmla="*/ 809895 w 844079"/>
                  <a:gd name="connsiteY5" fmla="*/ 1348997 h 1777273"/>
                  <a:gd name="connsiteX6" fmla="*/ 673370 w 844079"/>
                  <a:gd name="connsiteY6" fmla="*/ 1772859 h 1777273"/>
                  <a:gd name="connsiteX7" fmla="*/ 381270 w 844079"/>
                  <a:gd name="connsiteY7" fmla="*/ 1577597 h 1777273"/>
                  <a:gd name="connsiteX8" fmla="*/ 309832 w 844079"/>
                  <a:gd name="connsiteY8" fmla="*/ 1415672 h 1777273"/>
                  <a:gd name="connsiteX9" fmla="*/ 200295 w 844079"/>
                  <a:gd name="connsiteY9" fmla="*/ 1229935 h 1777273"/>
                  <a:gd name="connsiteX10" fmla="*/ 52658 w 844079"/>
                  <a:gd name="connsiteY10" fmla="*/ 944185 h 1777273"/>
                  <a:gd name="connsiteX11" fmla="*/ 271 w 844079"/>
                  <a:gd name="connsiteY11" fmla="*/ 658435 h 1777273"/>
                  <a:gd name="connsiteX12" fmla="*/ 43133 w 844079"/>
                  <a:gd name="connsiteY12" fmla="*/ 382210 h 1777273"/>
                  <a:gd name="connsiteX13" fmla="*/ 219345 w 844079"/>
                  <a:gd name="connsiteY13" fmla="*/ 125035 h 1777273"/>
                  <a:gd name="connsiteX0" fmla="*/ 219345 w 856265"/>
                  <a:gd name="connsiteY0" fmla="*/ 125035 h 1777273"/>
                  <a:gd name="connsiteX1" fmla="*/ 720995 w 856265"/>
                  <a:gd name="connsiteY1" fmla="*/ 236159 h 1777273"/>
                  <a:gd name="connsiteX2" fmla="*/ 819420 w 856265"/>
                  <a:gd name="connsiteY2" fmla="*/ 586997 h 1777273"/>
                  <a:gd name="connsiteX3" fmla="*/ 805132 w 856265"/>
                  <a:gd name="connsiteY3" fmla="*/ 787022 h 1777273"/>
                  <a:gd name="connsiteX4" fmla="*/ 776557 w 856265"/>
                  <a:gd name="connsiteY4" fmla="*/ 1053722 h 1777273"/>
                  <a:gd name="connsiteX5" fmla="*/ 809895 w 856265"/>
                  <a:gd name="connsiteY5" fmla="*/ 1348997 h 1777273"/>
                  <a:gd name="connsiteX6" fmla="*/ 673370 w 856265"/>
                  <a:gd name="connsiteY6" fmla="*/ 1772859 h 1777273"/>
                  <a:gd name="connsiteX7" fmla="*/ 381270 w 856265"/>
                  <a:gd name="connsiteY7" fmla="*/ 1577597 h 1777273"/>
                  <a:gd name="connsiteX8" fmla="*/ 309832 w 856265"/>
                  <a:gd name="connsiteY8" fmla="*/ 1415672 h 1777273"/>
                  <a:gd name="connsiteX9" fmla="*/ 200295 w 856265"/>
                  <a:gd name="connsiteY9" fmla="*/ 1229935 h 1777273"/>
                  <a:gd name="connsiteX10" fmla="*/ 52658 w 856265"/>
                  <a:gd name="connsiteY10" fmla="*/ 944185 h 1777273"/>
                  <a:gd name="connsiteX11" fmla="*/ 271 w 856265"/>
                  <a:gd name="connsiteY11" fmla="*/ 658435 h 1777273"/>
                  <a:gd name="connsiteX12" fmla="*/ 43133 w 856265"/>
                  <a:gd name="connsiteY12" fmla="*/ 382210 h 1777273"/>
                  <a:gd name="connsiteX13" fmla="*/ 219345 w 856265"/>
                  <a:gd name="connsiteY13" fmla="*/ 125035 h 1777273"/>
                  <a:gd name="connsiteX0" fmla="*/ 219345 w 856265"/>
                  <a:gd name="connsiteY0" fmla="*/ 125035 h 1777273"/>
                  <a:gd name="connsiteX1" fmla="*/ 720995 w 856265"/>
                  <a:gd name="connsiteY1" fmla="*/ 236159 h 1777273"/>
                  <a:gd name="connsiteX2" fmla="*/ 819420 w 856265"/>
                  <a:gd name="connsiteY2" fmla="*/ 586997 h 1777273"/>
                  <a:gd name="connsiteX3" fmla="*/ 805132 w 856265"/>
                  <a:gd name="connsiteY3" fmla="*/ 787022 h 1777273"/>
                  <a:gd name="connsiteX4" fmla="*/ 776557 w 856265"/>
                  <a:gd name="connsiteY4" fmla="*/ 1053722 h 1777273"/>
                  <a:gd name="connsiteX5" fmla="*/ 809895 w 856265"/>
                  <a:gd name="connsiteY5" fmla="*/ 1348997 h 1777273"/>
                  <a:gd name="connsiteX6" fmla="*/ 673370 w 856265"/>
                  <a:gd name="connsiteY6" fmla="*/ 1772859 h 1777273"/>
                  <a:gd name="connsiteX7" fmla="*/ 381270 w 856265"/>
                  <a:gd name="connsiteY7" fmla="*/ 1577597 h 1777273"/>
                  <a:gd name="connsiteX8" fmla="*/ 309832 w 856265"/>
                  <a:gd name="connsiteY8" fmla="*/ 1415672 h 1777273"/>
                  <a:gd name="connsiteX9" fmla="*/ 200295 w 856265"/>
                  <a:gd name="connsiteY9" fmla="*/ 1229935 h 1777273"/>
                  <a:gd name="connsiteX10" fmla="*/ 52658 w 856265"/>
                  <a:gd name="connsiteY10" fmla="*/ 944185 h 1777273"/>
                  <a:gd name="connsiteX11" fmla="*/ 271 w 856265"/>
                  <a:gd name="connsiteY11" fmla="*/ 658435 h 1777273"/>
                  <a:gd name="connsiteX12" fmla="*/ 43133 w 856265"/>
                  <a:gd name="connsiteY12" fmla="*/ 382210 h 1777273"/>
                  <a:gd name="connsiteX13" fmla="*/ 219345 w 856265"/>
                  <a:gd name="connsiteY13" fmla="*/ 125035 h 1777273"/>
                  <a:gd name="connsiteX0" fmla="*/ 238395 w 856265"/>
                  <a:gd name="connsiteY0" fmla="*/ 134237 h 1762662"/>
                  <a:gd name="connsiteX1" fmla="*/ 720995 w 856265"/>
                  <a:gd name="connsiteY1" fmla="*/ 221548 h 1762662"/>
                  <a:gd name="connsiteX2" fmla="*/ 819420 w 856265"/>
                  <a:gd name="connsiteY2" fmla="*/ 572386 h 1762662"/>
                  <a:gd name="connsiteX3" fmla="*/ 805132 w 856265"/>
                  <a:gd name="connsiteY3" fmla="*/ 772411 h 1762662"/>
                  <a:gd name="connsiteX4" fmla="*/ 776557 w 856265"/>
                  <a:gd name="connsiteY4" fmla="*/ 1039111 h 1762662"/>
                  <a:gd name="connsiteX5" fmla="*/ 809895 w 856265"/>
                  <a:gd name="connsiteY5" fmla="*/ 1334386 h 1762662"/>
                  <a:gd name="connsiteX6" fmla="*/ 673370 w 856265"/>
                  <a:gd name="connsiteY6" fmla="*/ 1758248 h 1762662"/>
                  <a:gd name="connsiteX7" fmla="*/ 381270 w 856265"/>
                  <a:gd name="connsiteY7" fmla="*/ 1562986 h 1762662"/>
                  <a:gd name="connsiteX8" fmla="*/ 309832 w 856265"/>
                  <a:gd name="connsiteY8" fmla="*/ 1401061 h 1762662"/>
                  <a:gd name="connsiteX9" fmla="*/ 200295 w 856265"/>
                  <a:gd name="connsiteY9" fmla="*/ 1215324 h 1762662"/>
                  <a:gd name="connsiteX10" fmla="*/ 52658 w 856265"/>
                  <a:gd name="connsiteY10" fmla="*/ 929574 h 1762662"/>
                  <a:gd name="connsiteX11" fmla="*/ 271 w 856265"/>
                  <a:gd name="connsiteY11" fmla="*/ 643824 h 1762662"/>
                  <a:gd name="connsiteX12" fmla="*/ 43133 w 856265"/>
                  <a:gd name="connsiteY12" fmla="*/ 367599 h 1762662"/>
                  <a:gd name="connsiteX13" fmla="*/ 238395 w 856265"/>
                  <a:gd name="connsiteY13" fmla="*/ 134237 h 1762662"/>
                  <a:gd name="connsiteX0" fmla="*/ 238395 w 856265"/>
                  <a:gd name="connsiteY0" fmla="*/ 184774 h 1813199"/>
                  <a:gd name="connsiteX1" fmla="*/ 720995 w 856265"/>
                  <a:gd name="connsiteY1" fmla="*/ 272085 h 1813199"/>
                  <a:gd name="connsiteX2" fmla="*/ 819420 w 856265"/>
                  <a:gd name="connsiteY2" fmla="*/ 622923 h 1813199"/>
                  <a:gd name="connsiteX3" fmla="*/ 805132 w 856265"/>
                  <a:gd name="connsiteY3" fmla="*/ 822948 h 1813199"/>
                  <a:gd name="connsiteX4" fmla="*/ 776557 w 856265"/>
                  <a:gd name="connsiteY4" fmla="*/ 1089648 h 1813199"/>
                  <a:gd name="connsiteX5" fmla="*/ 809895 w 856265"/>
                  <a:gd name="connsiteY5" fmla="*/ 1384923 h 1813199"/>
                  <a:gd name="connsiteX6" fmla="*/ 673370 w 856265"/>
                  <a:gd name="connsiteY6" fmla="*/ 1808785 h 1813199"/>
                  <a:gd name="connsiteX7" fmla="*/ 381270 w 856265"/>
                  <a:gd name="connsiteY7" fmla="*/ 1613523 h 1813199"/>
                  <a:gd name="connsiteX8" fmla="*/ 309832 w 856265"/>
                  <a:gd name="connsiteY8" fmla="*/ 1451598 h 1813199"/>
                  <a:gd name="connsiteX9" fmla="*/ 200295 w 856265"/>
                  <a:gd name="connsiteY9" fmla="*/ 1265861 h 1813199"/>
                  <a:gd name="connsiteX10" fmla="*/ 52658 w 856265"/>
                  <a:gd name="connsiteY10" fmla="*/ 980111 h 1813199"/>
                  <a:gd name="connsiteX11" fmla="*/ 271 w 856265"/>
                  <a:gd name="connsiteY11" fmla="*/ 694361 h 1813199"/>
                  <a:gd name="connsiteX12" fmla="*/ 43133 w 856265"/>
                  <a:gd name="connsiteY12" fmla="*/ 418136 h 1813199"/>
                  <a:gd name="connsiteX13" fmla="*/ 238395 w 856265"/>
                  <a:gd name="connsiteY13" fmla="*/ 184774 h 1813199"/>
                  <a:gd name="connsiteX0" fmla="*/ 276282 w 894152"/>
                  <a:gd name="connsiteY0" fmla="*/ 184774 h 1813199"/>
                  <a:gd name="connsiteX1" fmla="*/ 758882 w 894152"/>
                  <a:gd name="connsiteY1" fmla="*/ 272085 h 1813199"/>
                  <a:gd name="connsiteX2" fmla="*/ 857307 w 894152"/>
                  <a:gd name="connsiteY2" fmla="*/ 622923 h 1813199"/>
                  <a:gd name="connsiteX3" fmla="*/ 843019 w 894152"/>
                  <a:gd name="connsiteY3" fmla="*/ 822948 h 1813199"/>
                  <a:gd name="connsiteX4" fmla="*/ 814444 w 894152"/>
                  <a:gd name="connsiteY4" fmla="*/ 1089648 h 1813199"/>
                  <a:gd name="connsiteX5" fmla="*/ 847782 w 894152"/>
                  <a:gd name="connsiteY5" fmla="*/ 1384923 h 1813199"/>
                  <a:gd name="connsiteX6" fmla="*/ 711257 w 894152"/>
                  <a:gd name="connsiteY6" fmla="*/ 1808785 h 1813199"/>
                  <a:gd name="connsiteX7" fmla="*/ 419157 w 894152"/>
                  <a:gd name="connsiteY7" fmla="*/ 1613523 h 1813199"/>
                  <a:gd name="connsiteX8" fmla="*/ 347719 w 894152"/>
                  <a:gd name="connsiteY8" fmla="*/ 1451598 h 1813199"/>
                  <a:gd name="connsiteX9" fmla="*/ 238182 w 894152"/>
                  <a:gd name="connsiteY9" fmla="*/ 1265861 h 1813199"/>
                  <a:gd name="connsiteX10" fmla="*/ 90545 w 894152"/>
                  <a:gd name="connsiteY10" fmla="*/ 980111 h 1813199"/>
                  <a:gd name="connsiteX11" fmla="*/ 38158 w 894152"/>
                  <a:gd name="connsiteY11" fmla="*/ 694361 h 1813199"/>
                  <a:gd name="connsiteX12" fmla="*/ 81020 w 894152"/>
                  <a:gd name="connsiteY12" fmla="*/ 418136 h 1813199"/>
                  <a:gd name="connsiteX13" fmla="*/ 276282 w 894152"/>
                  <a:gd name="connsiteY13" fmla="*/ 184774 h 1813199"/>
                  <a:gd name="connsiteX0" fmla="*/ 276282 w 894152"/>
                  <a:gd name="connsiteY0" fmla="*/ 184774 h 1813199"/>
                  <a:gd name="connsiteX1" fmla="*/ 758882 w 894152"/>
                  <a:gd name="connsiteY1" fmla="*/ 272085 h 1813199"/>
                  <a:gd name="connsiteX2" fmla="*/ 857307 w 894152"/>
                  <a:gd name="connsiteY2" fmla="*/ 622923 h 1813199"/>
                  <a:gd name="connsiteX3" fmla="*/ 843019 w 894152"/>
                  <a:gd name="connsiteY3" fmla="*/ 822948 h 1813199"/>
                  <a:gd name="connsiteX4" fmla="*/ 814444 w 894152"/>
                  <a:gd name="connsiteY4" fmla="*/ 1089648 h 1813199"/>
                  <a:gd name="connsiteX5" fmla="*/ 847782 w 894152"/>
                  <a:gd name="connsiteY5" fmla="*/ 1384923 h 1813199"/>
                  <a:gd name="connsiteX6" fmla="*/ 711257 w 894152"/>
                  <a:gd name="connsiteY6" fmla="*/ 1808785 h 1813199"/>
                  <a:gd name="connsiteX7" fmla="*/ 419157 w 894152"/>
                  <a:gd name="connsiteY7" fmla="*/ 1613523 h 1813199"/>
                  <a:gd name="connsiteX8" fmla="*/ 347719 w 894152"/>
                  <a:gd name="connsiteY8" fmla="*/ 1451598 h 1813199"/>
                  <a:gd name="connsiteX9" fmla="*/ 238182 w 894152"/>
                  <a:gd name="connsiteY9" fmla="*/ 1265861 h 1813199"/>
                  <a:gd name="connsiteX10" fmla="*/ 90545 w 894152"/>
                  <a:gd name="connsiteY10" fmla="*/ 980111 h 1813199"/>
                  <a:gd name="connsiteX11" fmla="*/ 38158 w 894152"/>
                  <a:gd name="connsiteY11" fmla="*/ 694361 h 1813199"/>
                  <a:gd name="connsiteX12" fmla="*/ 81020 w 894152"/>
                  <a:gd name="connsiteY12" fmla="*/ 418136 h 1813199"/>
                  <a:gd name="connsiteX13" fmla="*/ 276282 w 894152"/>
                  <a:gd name="connsiteY13" fmla="*/ 184774 h 1813199"/>
                  <a:gd name="connsiteX0" fmla="*/ 276282 w 894152"/>
                  <a:gd name="connsiteY0" fmla="*/ 184774 h 1813199"/>
                  <a:gd name="connsiteX1" fmla="*/ 758882 w 894152"/>
                  <a:gd name="connsiteY1" fmla="*/ 272085 h 1813199"/>
                  <a:gd name="connsiteX2" fmla="*/ 857307 w 894152"/>
                  <a:gd name="connsiteY2" fmla="*/ 622923 h 1813199"/>
                  <a:gd name="connsiteX3" fmla="*/ 843019 w 894152"/>
                  <a:gd name="connsiteY3" fmla="*/ 822948 h 1813199"/>
                  <a:gd name="connsiteX4" fmla="*/ 814444 w 894152"/>
                  <a:gd name="connsiteY4" fmla="*/ 1089648 h 1813199"/>
                  <a:gd name="connsiteX5" fmla="*/ 847782 w 894152"/>
                  <a:gd name="connsiteY5" fmla="*/ 1384923 h 1813199"/>
                  <a:gd name="connsiteX6" fmla="*/ 711257 w 894152"/>
                  <a:gd name="connsiteY6" fmla="*/ 1808785 h 1813199"/>
                  <a:gd name="connsiteX7" fmla="*/ 419157 w 894152"/>
                  <a:gd name="connsiteY7" fmla="*/ 1613523 h 1813199"/>
                  <a:gd name="connsiteX8" fmla="*/ 347719 w 894152"/>
                  <a:gd name="connsiteY8" fmla="*/ 1451598 h 1813199"/>
                  <a:gd name="connsiteX9" fmla="*/ 238182 w 894152"/>
                  <a:gd name="connsiteY9" fmla="*/ 1265861 h 1813199"/>
                  <a:gd name="connsiteX10" fmla="*/ 90545 w 894152"/>
                  <a:gd name="connsiteY10" fmla="*/ 980111 h 1813199"/>
                  <a:gd name="connsiteX11" fmla="*/ 38158 w 894152"/>
                  <a:gd name="connsiteY11" fmla="*/ 694361 h 1813199"/>
                  <a:gd name="connsiteX12" fmla="*/ 81020 w 894152"/>
                  <a:gd name="connsiteY12" fmla="*/ 418136 h 1813199"/>
                  <a:gd name="connsiteX13" fmla="*/ 276282 w 894152"/>
                  <a:gd name="connsiteY13" fmla="*/ 184774 h 1813199"/>
                  <a:gd name="connsiteX0" fmla="*/ 276282 w 894152"/>
                  <a:gd name="connsiteY0" fmla="*/ 184774 h 1813199"/>
                  <a:gd name="connsiteX1" fmla="*/ 758882 w 894152"/>
                  <a:gd name="connsiteY1" fmla="*/ 272085 h 1813199"/>
                  <a:gd name="connsiteX2" fmla="*/ 857307 w 894152"/>
                  <a:gd name="connsiteY2" fmla="*/ 622923 h 1813199"/>
                  <a:gd name="connsiteX3" fmla="*/ 843019 w 894152"/>
                  <a:gd name="connsiteY3" fmla="*/ 822948 h 1813199"/>
                  <a:gd name="connsiteX4" fmla="*/ 814444 w 894152"/>
                  <a:gd name="connsiteY4" fmla="*/ 1089648 h 1813199"/>
                  <a:gd name="connsiteX5" fmla="*/ 847782 w 894152"/>
                  <a:gd name="connsiteY5" fmla="*/ 1384923 h 1813199"/>
                  <a:gd name="connsiteX6" fmla="*/ 711257 w 894152"/>
                  <a:gd name="connsiteY6" fmla="*/ 1808785 h 1813199"/>
                  <a:gd name="connsiteX7" fmla="*/ 419157 w 894152"/>
                  <a:gd name="connsiteY7" fmla="*/ 1613523 h 1813199"/>
                  <a:gd name="connsiteX8" fmla="*/ 347719 w 894152"/>
                  <a:gd name="connsiteY8" fmla="*/ 1451598 h 1813199"/>
                  <a:gd name="connsiteX9" fmla="*/ 238182 w 894152"/>
                  <a:gd name="connsiteY9" fmla="*/ 1265861 h 1813199"/>
                  <a:gd name="connsiteX10" fmla="*/ 90545 w 894152"/>
                  <a:gd name="connsiteY10" fmla="*/ 980111 h 1813199"/>
                  <a:gd name="connsiteX11" fmla="*/ 38158 w 894152"/>
                  <a:gd name="connsiteY11" fmla="*/ 694361 h 1813199"/>
                  <a:gd name="connsiteX12" fmla="*/ 81020 w 894152"/>
                  <a:gd name="connsiteY12" fmla="*/ 418136 h 1813199"/>
                  <a:gd name="connsiteX13" fmla="*/ 276282 w 894152"/>
                  <a:gd name="connsiteY13" fmla="*/ 184774 h 1813199"/>
                  <a:gd name="connsiteX0" fmla="*/ 276282 w 894152"/>
                  <a:gd name="connsiteY0" fmla="*/ 165146 h 1793571"/>
                  <a:gd name="connsiteX1" fmla="*/ 758882 w 894152"/>
                  <a:gd name="connsiteY1" fmla="*/ 252457 h 1793571"/>
                  <a:gd name="connsiteX2" fmla="*/ 857307 w 894152"/>
                  <a:gd name="connsiteY2" fmla="*/ 603295 h 1793571"/>
                  <a:gd name="connsiteX3" fmla="*/ 843019 w 894152"/>
                  <a:gd name="connsiteY3" fmla="*/ 803320 h 1793571"/>
                  <a:gd name="connsiteX4" fmla="*/ 814444 w 894152"/>
                  <a:gd name="connsiteY4" fmla="*/ 1070020 h 1793571"/>
                  <a:gd name="connsiteX5" fmla="*/ 847782 w 894152"/>
                  <a:gd name="connsiteY5" fmla="*/ 1365295 h 1793571"/>
                  <a:gd name="connsiteX6" fmla="*/ 711257 w 894152"/>
                  <a:gd name="connsiteY6" fmla="*/ 1789157 h 1793571"/>
                  <a:gd name="connsiteX7" fmla="*/ 419157 w 894152"/>
                  <a:gd name="connsiteY7" fmla="*/ 1593895 h 1793571"/>
                  <a:gd name="connsiteX8" fmla="*/ 347719 w 894152"/>
                  <a:gd name="connsiteY8" fmla="*/ 1431970 h 1793571"/>
                  <a:gd name="connsiteX9" fmla="*/ 238182 w 894152"/>
                  <a:gd name="connsiteY9" fmla="*/ 1246233 h 1793571"/>
                  <a:gd name="connsiteX10" fmla="*/ 90545 w 894152"/>
                  <a:gd name="connsiteY10" fmla="*/ 960483 h 1793571"/>
                  <a:gd name="connsiteX11" fmla="*/ 38158 w 894152"/>
                  <a:gd name="connsiteY11" fmla="*/ 674733 h 1793571"/>
                  <a:gd name="connsiteX12" fmla="*/ 81020 w 894152"/>
                  <a:gd name="connsiteY12" fmla="*/ 398508 h 1793571"/>
                  <a:gd name="connsiteX13" fmla="*/ 276282 w 894152"/>
                  <a:gd name="connsiteY13" fmla="*/ 165146 h 1793571"/>
                  <a:gd name="connsiteX0" fmla="*/ 309161 w 927031"/>
                  <a:gd name="connsiteY0" fmla="*/ 165146 h 1793571"/>
                  <a:gd name="connsiteX1" fmla="*/ 791761 w 927031"/>
                  <a:gd name="connsiteY1" fmla="*/ 252457 h 1793571"/>
                  <a:gd name="connsiteX2" fmla="*/ 890186 w 927031"/>
                  <a:gd name="connsiteY2" fmla="*/ 603295 h 1793571"/>
                  <a:gd name="connsiteX3" fmla="*/ 875898 w 927031"/>
                  <a:gd name="connsiteY3" fmla="*/ 803320 h 1793571"/>
                  <a:gd name="connsiteX4" fmla="*/ 847323 w 927031"/>
                  <a:gd name="connsiteY4" fmla="*/ 1070020 h 1793571"/>
                  <a:gd name="connsiteX5" fmla="*/ 880661 w 927031"/>
                  <a:gd name="connsiteY5" fmla="*/ 1365295 h 1793571"/>
                  <a:gd name="connsiteX6" fmla="*/ 744136 w 927031"/>
                  <a:gd name="connsiteY6" fmla="*/ 1789157 h 1793571"/>
                  <a:gd name="connsiteX7" fmla="*/ 452036 w 927031"/>
                  <a:gd name="connsiteY7" fmla="*/ 1593895 h 1793571"/>
                  <a:gd name="connsiteX8" fmla="*/ 380598 w 927031"/>
                  <a:gd name="connsiteY8" fmla="*/ 1431970 h 1793571"/>
                  <a:gd name="connsiteX9" fmla="*/ 271061 w 927031"/>
                  <a:gd name="connsiteY9" fmla="*/ 1246233 h 1793571"/>
                  <a:gd name="connsiteX10" fmla="*/ 123424 w 927031"/>
                  <a:gd name="connsiteY10" fmla="*/ 960483 h 1793571"/>
                  <a:gd name="connsiteX11" fmla="*/ 71037 w 927031"/>
                  <a:gd name="connsiteY11" fmla="*/ 674733 h 1793571"/>
                  <a:gd name="connsiteX12" fmla="*/ 19336 w 927031"/>
                  <a:gd name="connsiteY12" fmla="*/ 388491 h 1793571"/>
                  <a:gd name="connsiteX13" fmla="*/ 309161 w 927031"/>
                  <a:gd name="connsiteY13" fmla="*/ 165146 h 1793571"/>
                  <a:gd name="connsiteX0" fmla="*/ 148346 w 945033"/>
                  <a:gd name="connsiteY0" fmla="*/ 141483 h 1857858"/>
                  <a:gd name="connsiteX1" fmla="*/ 809763 w 945033"/>
                  <a:gd name="connsiteY1" fmla="*/ 316744 h 1857858"/>
                  <a:gd name="connsiteX2" fmla="*/ 908188 w 945033"/>
                  <a:gd name="connsiteY2" fmla="*/ 667582 h 1857858"/>
                  <a:gd name="connsiteX3" fmla="*/ 893900 w 945033"/>
                  <a:gd name="connsiteY3" fmla="*/ 867607 h 1857858"/>
                  <a:gd name="connsiteX4" fmla="*/ 865325 w 945033"/>
                  <a:gd name="connsiteY4" fmla="*/ 1134307 h 1857858"/>
                  <a:gd name="connsiteX5" fmla="*/ 898663 w 945033"/>
                  <a:gd name="connsiteY5" fmla="*/ 1429582 h 1857858"/>
                  <a:gd name="connsiteX6" fmla="*/ 762138 w 945033"/>
                  <a:gd name="connsiteY6" fmla="*/ 1853444 h 1857858"/>
                  <a:gd name="connsiteX7" fmla="*/ 470038 w 945033"/>
                  <a:gd name="connsiteY7" fmla="*/ 1658182 h 1857858"/>
                  <a:gd name="connsiteX8" fmla="*/ 398600 w 945033"/>
                  <a:gd name="connsiteY8" fmla="*/ 1496257 h 1857858"/>
                  <a:gd name="connsiteX9" fmla="*/ 289063 w 945033"/>
                  <a:gd name="connsiteY9" fmla="*/ 1310520 h 1857858"/>
                  <a:gd name="connsiteX10" fmla="*/ 141426 w 945033"/>
                  <a:gd name="connsiteY10" fmla="*/ 1024770 h 1857858"/>
                  <a:gd name="connsiteX11" fmla="*/ 89039 w 945033"/>
                  <a:gd name="connsiteY11" fmla="*/ 739020 h 1857858"/>
                  <a:gd name="connsiteX12" fmla="*/ 37338 w 945033"/>
                  <a:gd name="connsiteY12" fmla="*/ 452778 h 1857858"/>
                  <a:gd name="connsiteX13" fmla="*/ 148346 w 945033"/>
                  <a:gd name="connsiteY13" fmla="*/ 141483 h 1857858"/>
                  <a:gd name="connsiteX0" fmla="*/ 148346 w 932847"/>
                  <a:gd name="connsiteY0" fmla="*/ 212237 h 1928612"/>
                  <a:gd name="connsiteX1" fmla="*/ 581913 w 932847"/>
                  <a:gd name="connsiteY1" fmla="*/ 174851 h 1928612"/>
                  <a:gd name="connsiteX2" fmla="*/ 908188 w 932847"/>
                  <a:gd name="connsiteY2" fmla="*/ 738336 h 1928612"/>
                  <a:gd name="connsiteX3" fmla="*/ 893900 w 932847"/>
                  <a:gd name="connsiteY3" fmla="*/ 938361 h 1928612"/>
                  <a:gd name="connsiteX4" fmla="*/ 865325 w 932847"/>
                  <a:gd name="connsiteY4" fmla="*/ 1205061 h 1928612"/>
                  <a:gd name="connsiteX5" fmla="*/ 898663 w 932847"/>
                  <a:gd name="connsiteY5" fmla="*/ 1500336 h 1928612"/>
                  <a:gd name="connsiteX6" fmla="*/ 762138 w 932847"/>
                  <a:gd name="connsiteY6" fmla="*/ 1924198 h 1928612"/>
                  <a:gd name="connsiteX7" fmla="*/ 470038 w 932847"/>
                  <a:gd name="connsiteY7" fmla="*/ 1728936 h 1928612"/>
                  <a:gd name="connsiteX8" fmla="*/ 398600 w 932847"/>
                  <a:gd name="connsiteY8" fmla="*/ 1567011 h 1928612"/>
                  <a:gd name="connsiteX9" fmla="*/ 289063 w 932847"/>
                  <a:gd name="connsiteY9" fmla="*/ 1381274 h 1928612"/>
                  <a:gd name="connsiteX10" fmla="*/ 141426 w 932847"/>
                  <a:gd name="connsiteY10" fmla="*/ 1095524 h 1928612"/>
                  <a:gd name="connsiteX11" fmla="*/ 89039 w 932847"/>
                  <a:gd name="connsiteY11" fmla="*/ 809774 h 1928612"/>
                  <a:gd name="connsiteX12" fmla="*/ 37338 w 932847"/>
                  <a:gd name="connsiteY12" fmla="*/ 523532 h 1928612"/>
                  <a:gd name="connsiteX13" fmla="*/ 148346 w 932847"/>
                  <a:gd name="connsiteY13" fmla="*/ 212237 h 1928612"/>
                  <a:gd name="connsiteX0" fmla="*/ 148346 w 932847"/>
                  <a:gd name="connsiteY0" fmla="*/ 212237 h 1928612"/>
                  <a:gd name="connsiteX1" fmla="*/ 581913 w 932847"/>
                  <a:gd name="connsiteY1" fmla="*/ 174851 h 1928612"/>
                  <a:gd name="connsiteX2" fmla="*/ 812843 w 932847"/>
                  <a:gd name="connsiteY2" fmla="*/ 449929 h 1928612"/>
                  <a:gd name="connsiteX3" fmla="*/ 908188 w 932847"/>
                  <a:gd name="connsiteY3" fmla="*/ 738336 h 1928612"/>
                  <a:gd name="connsiteX4" fmla="*/ 893900 w 932847"/>
                  <a:gd name="connsiteY4" fmla="*/ 938361 h 1928612"/>
                  <a:gd name="connsiteX5" fmla="*/ 865325 w 932847"/>
                  <a:gd name="connsiteY5" fmla="*/ 1205061 h 1928612"/>
                  <a:gd name="connsiteX6" fmla="*/ 898663 w 932847"/>
                  <a:gd name="connsiteY6" fmla="*/ 1500336 h 1928612"/>
                  <a:gd name="connsiteX7" fmla="*/ 762138 w 932847"/>
                  <a:gd name="connsiteY7" fmla="*/ 1924198 h 1928612"/>
                  <a:gd name="connsiteX8" fmla="*/ 470038 w 932847"/>
                  <a:gd name="connsiteY8" fmla="*/ 1728936 h 1928612"/>
                  <a:gd name="connsiteX9" fmla="*/ 398600 w 932847"/>
                  <a:gd name="connsiteY9" fmla="*/ 1567011 h 1928612"/>
                  <a:gd name="connsiteX10" fmla="*/ 289063 w 932847"/>
                  <a:gd name="connsiteY10" fmla="*/ 1381274 h 1928612"/>
                  <a:gd name="connsiteX11" fmla="*/ 141426 w 932847"/>
                  <a:gd name="connsiteY11" fmla="*/ 1095524 h 1928612"/>
                  <a:gd name="connsiteX12" fmla="*/ 89039 w 932847"/>
                  <a:gd name="connsiteY12" fmla="*/ 809774 h 1928612"/>
                  <a:gd name="connsiteX13" fmla="*/ 37338 w 932847"/>
                  <a:gd name="connsiteY13" fmla="*/ 523532 h 1928612"/>
                  <a:gd name="connsiteX14" fmla="*/ 148346 w 932847"/>
                  <a:gd name="connsiteY14" fmla="*/ 212237 h 1928612"/>
                  <a:gd name="connsiteX0" fmla="*/ 148346 w 932847"/>
                  <a:gd name="connsiteY0" fmla="*/ 212237 h 1928612"/>
                  <a:gd name="connsiteX1" fmla="*/ 581913 w 932847"/>
                  <a:gd name="connsiteY1" fmla="*/ 174851 h 1928612"/>
                  <a:gd name="connsiteX2" fmla="*/ 812843 w 932847"/>
                  <a:gd name="connsiteY2" fmla="*/ 449929 h 1928612"/>
                  <a:gd name="connsiteX3" fmla="*/ 908188 w 932847"/>
                  <a:gd name="connsiteY3" fmla="*/ 738336 h 1928612"/>
                  <a:gd name="connsiteX4" fmla="*/ 893900 w 932847"/>
                  <a:gd name="connsiteY4" fmla="*/ 938361 h 1928612"/>
                  <a:gd name="connsiteX5" fmla="*/ 865325 w 932847"/>
                  <a:gd name="connsiteY5" fmla="*/ 1205061 h 1928612"/>
                  <a:gd name="connsiteX6" fmla="*/ 898663 w 932847"/>
                  <a:gd name="connsiteY6" fmla="*/ 1500336 h 1928612"/>
                  <a:gd name="connsiteX7" fmla="*/ 762138 w 932847"/>
                  <a:gd name="connsiteY7" fmla="*/ 1924198 h 1928612"/>
                  <a:gd name="connsiteX8" fmla="*/ 470038 w 932847"/>
                  <a:gd name="connsiteY8" fmla="*/ 1728936 h 1928612"/>
                  <a:gd name="connsiteX9" fmla="*/ 398600 w 932847"/>
                  <a:gd name="connsiteY9" fmla="*/ 1567011 h 1928612"/>
                  <a:gd name="connsiteX10" fmla="*/ 289063 w 932847"/>
                  <a:gd name="connsiteY10" fmla="*/ 1381274 h 1928612"/>
                  <a:gd name="connsiteX11" fmla="*/ 141426 w 932847"/>
                  <a:gd name="connsiteY11" fmla="*/ 1095524 h 1928612"/>
                  <a:gd name="connsiteX12" fmla="*/ 89039 w 932847"/>
                  <a:gd name="connsiteY12" fmla="*/ 809774 h 1928612"/>
                  <a:gd name="connsiteX13" fmla="*/ 37338 w 932847"/>
                  <a:gd name="connsiteY13" fmla="*/ 523532 h 1928612"/>
                  <a:gd name="connsiteX14" fmla="*/ 148346 w 932847"/>
                  <a:gd name="connsiteY14" fmla="*/ 212237 h 1928612"/>
                  <a:gd name="connsiteX0" fmla="*/ 148346 w 932847"/>
                  <a:gd name="connsiteY0" fmla="*/ 190693 h 1907068"/>
                  <a:gd name="connsiteX1" fmla="*/ 581913 w 932847"/>
                  <a:gd name="connsiteY1" fmla="*/ 153307 h 1907068"/>
                  <a:gd name="connsiteX2" fmla="*/ 812843 w 932847"/>
                  <a:gd name="connsiteY2" fmla="*/ 428385 h 1907068"/>
                  <a:gd name="connsiteX3" fmla="*/ 908188 w 932847"/>
                  <a:gd name="connsiteY3" fmla="*/ 716792 h 1907068"/>
                  <a:gd name="connsiteX4" fmla="*/ 893900 w 932847"/>
                  <a:gd name="connsiteY4" fmla="*/ 916817 h 1907068"/>
                  <a:gd name="connsiteX5" fmla="*/ 865325 w 932847"/>
                  <a:gd name="connsiteY5" fmla="*/ 1183517 h 1907068"/>
                  <a:gd name="connsiteX6" fmla="*/ 898663 w 932847"/>
                  <a:gd name="connsiteY6" fmla="*/ 1478792 h 1907068"/>
                  <a:gd name="connsiteX7" fmla="*/ 762138 w 932847"/>
                  <a:gd name="connsiteY7" fmla="*/ 1902654 h 1907068"/>
                  <a:gd name="connsiteX8" fmla="*/ 470038 w 932847"/>
                  <a:gd name="connsiteY8" fmla="*/ 1707392 h 1907068"/>
                  <a:gd name="connsiteX9" fmla="*/ 398600 w 932847"/>
                  <a:gd name="connsiteY9" fmla="*/ 1545467 h 1907068"/>
                  <a:gd name="connsiteX10" fmla="*/ 289063 w 932847"/>
                  <a:gd name="connsiteY10" fmla="*/ 1359730 h 1907068"/>
                  <a:gd name="connsiteX11" fmla="*/ 141426 w 932847"/>
                  <a:gd name="connsiteY11" fmla="*/ 1073980 h 1907068"/>
                  <a:gd name="connsiteX12" fmla="*/ 89039 w 932847"/>
                  <a:gd name="connsiteY12" fmla="*/ 788230 h 1907068"/>
                  <a:gd name="connsiteX13" fmla="*/ 37338 w 932847"/>
                  <a:gd name="connsiteY13" fmla="*/ 501988 h 1907068"/>
                  <a:gd name="connsiteX14" fmla="*/ 148346 w 932847"/>
                  <a:gd name="connsiteY14" fmla="*/ 190693 h 1907068"/>
                  <a:gd name="connsiteX0" fmla="*/ 148346 w 932847"/>
                  <a:gd name="connsiteY0" fmla="*/ 190693 h 1907068"/>
                  <a:gd name="connsiteX1" fmla="*/ 581913 w 932847"/>
                  <a:gd name="connsiteY1" fmla="*/ 153307 h 1907068"/>
                  <a:gd name="connsiteX2" fmla="*/ 812843 w 932847"/>
                  <a:gd name="connsiteY2" fmla="*/ 428385 h 1907068"/>
                  <a:gd name="connsiteX3" fmla="*/ 908188 w 932847"/>
                  <a:gd name="connsiteY3" fmla="*/ 716792 h 1907068"/>
                  <a:gd name="connsiteX4" fmla="*/ 893900 w 932847"/>
                  <a:gd name="connsiteY4" fmla="*/ 916817 h 1907068"/>
                  <a:gd name="connsiteX5" fmla="*/ 865325 w 932847"/>
                  <a:gd name="connsiteY5" fmla="*/ 1183517 h 1907068"/>
                  <a:gd name="connsiteX6" fmla="*/ 898663 w 932847"/>
                  <a:gd name="connsiteY6" fmla="*/ 1478792 h 1907068"/>
                  <a:gd name="connsiteX7" fmla="*/ 762138 w 932847"/>
                  <a:gd name="connsiteY7" fmla="*/ 1902654 h 1907068"/>
                  <a:gd name="connsiteX8" fmla="*/ 470038 w 932847"/>
                  <a:gd name="connsiteY8" fmla="*/ 1707392 h 1907068"/>
                  <a:gd name="connsiteX9" fmla="*/ 398600 w 932847"/>
                  <a:gd name="connsiteY9" fmla="*/ 1545467 h 1907068"/>
                  <a:gd name="connsiteX10" fmla="*/ 289063 w 932847"/>
                  <a:gd name="connsiteY10" fmla="*/ 1359730 h 1907068"/>
                  <a:gd name="connsiteX11" fmla="*/ 107309 w 932847"/>
                  <a:gd name="connsiteY11" fmla="*/ 980317 h 1907068"/>
                  <a:gd name="connsiteX12" fmla="*/ 89039 w 932847"/>
                  <a:gd name="connsiteY12" fmla="*/ 788230 h 1907068"/>
                  <a:gd name="connsiteX13" fmla="*/ 37338 w 932847"/>
                  <a:gd name="connsiteY13" fmla="*/ 501988 h 1907068"/>
                  <a:gd name="connsiteX14" fmla="*/ 148346 w 932847"/>
                  <a:gd name="connsiteY14" fmla="*/ 190693 h 1907068"/>
                  <a:gd name="connsiteX0" fmla="*/ 148346 w 932847"/>
                  <a:gd name="connsiteY0" fmla="*/ 190693 h 1907068"/>
                  <a:gd name="connsiteX1" fmla="*/ 581913 w 932847"/>
                  <a:gd name="connsiteY1" fmla="*/ 153307 h 1907068"/>
                  <a:gd name="connsiteX2" fmla="*/ 812843 w 932847"/>
                  <a:gd name="connsiteY2" fmla="*/ 428385 h 1907068"/>
                  <a:gd name="connsiteX3" fmla="*/ 908188 w 932847"/>
                  <a:gd name="connsiteY3" fmla="*/ 716792 h 1907068"/>
                  <a:gd name="connsiteX4" fmla="*/ 893900 w 932847"/>
                  <a:gd name="connsiteY4" fmla="*/ 916817 h 1907068"/>
                  <a:gd name="connsiteX5" fmla="*/ 865325 w 932847"/>
                  <a:gd name="connsiteY5" fmla="*/ 1183517 h 1907068"/>
                  <a:gd name="connsiteX6" fmla="*/ 898663 w 932847"/>
                  <a:gd name="connsiteY6" fmla="*/ 1478792 h 1907068"/>
                  <a:gd name="connsiteX7" fmla="*/ 762138 w 932847"/>
                  <a:gd name="connsiteY7" fmla="*/ 1902654 h 1907068"/>
                  <a:gd name="connsiteX8" fmla="*/ 470038 w 932847"/>
                  <a:gd name="connsiteY8" fmla="*/ 1707392 h 1907068"/>
                  <a:gd name="connsiteX9" fmla="*/ 398600 w 932847"/>
                  <a:gd name="connsiteY9" fmla="*/ 1545467 h 1907068"/>
                  <a:gd name="connsiteX10" fmla="*/ 289063 w 932847"/>
                  <a:gd name="connsiteY10" fmla="*/ 1359730 h 1907068"/>
                  <a:gd name="connsiteX11" fmla="*/ 107309 w 932847"/>
                  <a:gd name="connsiteY11" fmla="*/ 980317 h 1907068"/>
                  <a:gd name="connsiteX12" fmla="*/ 37338 w 932847"/>
                  <a:gd name="connsiteY12" fmla="*/ 501988 h 1907068"/>
                  <a:gd name="connsiteX13" fmla="*/ 148346 w 932847"/>
                  <a:gd name="connsiteY13" fmla="*/ 190693 h 1907068"/>
                  <a:gd name="connsiteX0" fmla="*/ 164947 w 949448"/>
                  <a:gd name="connsiteY0" fmla="*/ 190693 h 1907068"/>
                  <a:gd name="connsiteX1" fmla="*/ 598514 w 949448"/>
                  <a:gd name="connsiteY1" fmla="*/ 153307 h 1907068"/>
                  <a:gd name="connsiteX2" fmla="*/ 829444 w 949448"/>
                  <a:gd name="connsiteY2" fmla="*/ 428385 h 1907068"/>
                  <a:gd name="connsiteX3" fmla="*/ 924789 w 949448"/>
                  <a:gd name="connsiteY3" fmla="*/ 716792 h 1907068"/>
                  <a:gd name="connsiteX4" fmla="*/ 910501 w 949448"/>
                  <a:gd name="connsiteY4" fmla="*/ 916817 h 1907068"/>
                  <a:gd name="connsiteX5" fmla="*/ 881926 w 949448"/>
                  <a:gd name="connsiteY5" fmla="*/ 1183517 h 1907068"/>
                  <a:gd name="connsiteX6" fmla="*/ 915264 w 949448"/>
                  <a:gd name="connsiteY6" fmla="*/ 1478792 h 1907068"/>
                  <a:gd name="connsiteX7" fmla="*/ 778739 w 949448"/>
                  <a:gd name="connsiteY7" fmla="*/ 1902654 h 1907068"/>
                  <a:gd name="connsiteX8" fmla="*/ 486639 w 949448"/>
                  <a:gd name="connsiteY8" fmla="*/ 1707392 h 1907068"/>
                  <a:gd name="connsiteX9" fmla="*/ 415201 w 949448"/>
                  <a:gd name="connsiteY9" fmla="*/ 1545467 h 1907068"/>
                  <a:gd name="connsiteX10" fmla="*/ 305664 w 949448"/>
                  <a:gd name="connsiteY10" fmla="*/ 1359730 h 1907068"/>
                  <a:gd name="connsiteX11" fmla="*/ 123910 w 949448"/>
                  <a:gd name="connsiteY11" fmla="*/ 980317 h 1907068"/>
                  <a:gd name="connsiteX12" fmla="*/ 53939 w 949448"/>
                  <a:gd name="connsiteY12" fmla="*/ 501988 h 1907068"/>
                  <a:gd name="connsiteX13" fmla="*/ 164947 w 949448"/>
                  <a:gd name="connsiteY13" fmla="*/ 190693 h 1907068"/>
                  <a:gd name="connsiteX0" fmla="*/ 164947 w 940465"/>
                  <a:gd name="connsiteY0" fmla="*/ 190693 h 1907068"/>
                  <a:gd name="connsiteX1" fmla="*/ 598514 w 940465"/>
                  <a:gd name="connsiteY1" fmla="*/ 153307 h 1907068"/>
                  <a:gd name="connsiteX2" fmla="*/ 829444 w 940465"/>
                  <a:gd name="connsiteY2" fmla="*/ 428385 h 1907068"/>
                  <a:gd name="connsiteX3" fmla="*/ 865607 w 940465"/>
                  <a:gd name="connsiteY3" fmla="*/ 693693 h 1907068"/>
                  <a:gd name="connsiteX4" fmla="*/ 910501 w 940465"/>
                  <a:gd name="connsiteY4" fmla="*/ 916817 h 1907068"/>
                  <a:gd name="connsiteX5" fmla="*/ 881926 w 940465"/>
                  <a:gd name="connsiteY5" fmla="*/ 1183517 h 1907068"/>
                  <a:gd name="connsiteX6" fmla="*/ 915264 w 940465"/>
                  <a:gd name="connsiteY6" fmla="*/ 1478792 h 1907068"/>
                  <a:gd name="connsiteX7" fmla="*/ 778739 w 940465"/>
                  <a:gd name="connsiteY7" fmla="*/ 1902654 h 1907068"/>
                  <a:gd name="connsiteX8" fmla="*/ 486639 w 940465"/>
                  <a:gd name="connsiteY8" fmla="*/ 1707392 h 1907068"/>
                  <a:gd name="connsiteX9" fmla="*/ 415201 w 940465"/>
                  <a:gd name="connsiteY9" fmla="*/ 1545467 h 1907068"/>
                  <a:gd name="connsiteX10" fmla="*/ 305664 w 940465"/>
                  <a:gd name="connsiteY10" fmla="*/ 1359730 h 1907068"/>
                  <a:gd name="connsiteX11" fmla="*/ 123910 w 940465"/>
                  <a:gd name="connsiteY11" fmla="*/ 980317 h 1907068"/>
                  <a:gd name="connsiteX12" fmla="*/ 53939 w 940465"/>
                  <a:gd name="connsiteY12" fmla="*/ 501988 h 1907068"/>
                  <a:gd name="connsiteX13" fmla="*/ 164947 w 940465"/>
                  <a:gd name="connsiteY13" fmla="*/ 190693 h 1907068"/>
                  <a:gd name="connsiteX0" fmla="*/ 164947 w 940465"/>
                  <a:gd name="connsiteY0" fmla="*/ 190693 h 1907068"/>
                  <a:gd name="connsiteX1" fmla="*/ 598514 w 940465"/>
                  <a:gd name="connsiteY1" fmla="*/ 153307 h 1907068"/>
                  <a:gd name="connsiteX2" fmla="*/ 829444 w 940465"/>
                  <a:gd name="connsiteY2" fmla="*/ 428385 h 1907068"/>
                  <a:gd name="connsiteX3" fmla="*/ 865607 w 940465"/>
                  <a:gd name="connsiteY3" fmla="*/ 693693 h 1907068"/>
                  <a:gd name="connsiteX4" fmla="*/ 881926 w 940465"/>
                  <a:gd name="connsiteY4" fmla="*/ 1183517 h 1907068"/>
                  <a:gd name="connsiteX5" fmla="*/ 915264 w 940465"/>
                  <a:gd name="connsiteY5" fmla="*/ 1478792 h 1907068"/>
                  <a:gd name="connsiteX6" fmla="*/ 778739 w 940465"/>
                  <a:gd name="connsiteY6" fmla="*/ 1902654 h 1907068"/>
                  <a:gd name="connsiteX7" fmla="*/ 486639 w 940465"/>
                  <a:gd name="connsiteY7" fmla="*/ 1707392 h 1907068"/>
                  <a:gd name="connsiteX8" fmla="*/ 415201 w 940465"/>
                  <a:gd name="connsiteY8" fmla="*/ 1545467 h 1907068"/>
                  <a:gd name="connsiteX9" fmla="*/ 305664 w 940465"/>
                  <a:gd name="connsiteY9" fmla="*/ 1359730 h 1907068"/>
                  <a:gd name="connsiteX10" fmla="*/ 123910 w 940465"/>
                  <a:gd name="connsiteY10" fmla="*/ 980317 h 1907068"/>
                  <a:gd name="connsiteX11" fmla="*/ 53939 w 940465"/>
                  <a:gd name="connsiteY11" fmla="*/ 501988 h 1907068"/>
                  <a:gd name="connsiteX12" fmla="*/ 164947 w 940465"/>
                  <a:gd name="connsiteY12" fmla="*/ 190693 h 1907068"/>
                  <a:gd name="connsiteX0" fmla="*/ 164947 w 955152"/>
                  <a:gd name="connsiteY0" fmla="*/ 190693 h 1907068"/>
                  <a:gd name="connsiteX1" fmla="*/ 598514 w 955152"/>
                  <a:gd name="connsiteY1" fmla="*/ 153307 h 1907068"/>
                  <a:gd name="connsiteX2" fmla="*/ 829444 w 955152"/>
                  <a:gd name="connsiteY2" fmla="*/ 428385 h 1907068"/>
                  <a:gd name="connsiteX3" fmla="*/ 865607 w 955152"/>
                  <a:gd name="connsiteY3" fmla="*/ 693693 h 1907068"/>
                  <a:gd name="connsiteX4" fmla="*/ 936970 w 955152"/>
                  <a:gd name="connsiteY4" fmla="*/ 957916 h 1907068"/>
                  <a:gd name="connsiteX5" fmla="*/ 915264 w 955152"/>
                  <a:gd name="connsiteY5" fmla="*/ 1478792 h 1907068"/>
                  <a:gd name="connsiteX6" fmla="*/ 778739 w 955152"/>
                  <a:gd name="connsiteY6" fmla="*/ 1902654 h 1907068"/>
                  <a:gd name="connsiteX7" fmla="*/ 486639 w 955152"/>
                  <a:gd name="connsiteY7" fmla="*/ 1707392 h 1907068"/>
                  <a:gd name="connsiteX8" fmla="*/ 415201 w 955152"/>
                  <a:gd name="connsiteY8" fmla="*/ 1545467 h 1907068"/>
                  <a:gd name="connsiteX9" fmla="*/ 305664 w 955152"/>
                  <a:gd name="connsiteY9" fmla="*/ 1359730 h 1907068"/>
                  <a:gd name="connsiteX10" fmla="*/ 123910 w 955152"/>
                  <a:gd name="connsiteY10" fmla="*/ 980317 h 1907068"/>
                  <a:gd name="connsiteX11" fmla="*/ 53939 w 955152"/>
                  <a:gd name="connsiteY11" fmla="*/ 501988 h 1907068"/>
                  <a:gd name="connsiteX12" fmla="*/ 164947 w 955152"/>
                  <a:gd name="connsiteY12" fmla="*/ 190693 h 1907068"/>
                  <a:gd name="connsiteX0" fmla="*/ 164947 w 955152"/>
                  <a:gd name="connsiteY0" fmla="*/ 190693 h 1907068"/>
                  <a:gd name="connsiteX1" fmla="*/ 598514 w 955152"/>
                  <a:gd name="connsiteY1" fmla="*/ 153307 h 1907068"/>
                  <a:gd name="connsiteX2" fmla="*/ 829444 w 955152"/>
                  <a:gd name="connsiteY2" fmla="*/ 428385 h 1907068"/>
                  <a:gd name="connsiteX3" fmla="*/ 865607 w 955152"/>
                  <a:gd name="connsiteY3" fmla="*/ 693693 h 1907068"/>
                  <a:gd name="connsiteX4" fmla="*/ 936970 w 955152"/>
                  <a:gd name="connsiteY4" fmla="*/ 957916 h 1907068"/>
                  <a:gd name="connsiteX5" fmla="*/ 915264 w 955152"/>
                  <a:gd name="connsiteY5" fmla="*/ 1478792 h 1907068"/>
                  <a:gd name="connsiteX6" fmla="*/ 778739 w 955152"/>
                  <a:gd name="connsiteY6" fmla="*/ 1902654 h 1907068"/>
                  <a:gd name="connsiteX7" fmla="*/ 486639 w 955152"/>
                  <a:gd name="connsiteY7" fmla="*/ 1707392 h 1907068"/>
                  <a:gd name="connsiteX8" fmla="*/ 415201 w 955152"/>
                  <a:gd name="connsiteY8" fmla="*/ 1545467 h 1907068"/>
                  <a:gd name="connsiteX9" fmla="*/ 305664 w 955152"/>
                  <a:gd name="connsiteY9" fmla="*/ 1359730 h 1907068"/>
                  <a:gd name="connsiteX10" fmla="*/ 123910 w 955152"/>
                  <a:gd name="connsiteY10" fmla="*/ 980317 h 1907068"/>
                  <a:gd name="connsiteX11" fmla="*/ 53939 w 955152"/>
                  <a:gd name="connsiteY11" fmla="*/ 501988 h 1907068"/>
                  <a:gd name="connsiteX12" fmla="*/ 164947 w 955152"/>
                  <a:gd name="connsiteY12" fmla="*/ 190693 h 1907068"/>
                  <a:gd name="connsiteX0" fmla="*/ 164947 w 955152"/>
                  <a:gd name="connsiteY0" fmla="*/ 190693 h 1907068"/>
                  <a:gd name="connsiteX1" fmla="*/ 598514 w 955152"/>
                  <a:gd name="connsiteY1" fmla="*/ 153307 h 1907068"/>
                  <a:gd name="connsiteX2" fmla="*/ 829444 w 955152"/>
                  <a:gd name="connsiteY2" fmla="*/ 428385 h 1907068"/>
                  <a:gd name="connsiteX3" fmla="*/ 865607 w 955152"/>
                  <a:gd name="connsiteY3" fmla="*/ 693693 h 1907068"/>
                  <a:gd name="connsiteX4" fmla="*/ 936970 w 955152"/>
                  <a:gd name="connsiteY4" fmla="*/ 957916 h 1907068"/>
                  <a:gd name="connsiteX5" fmla="*/ 915264 w 955152"/>
                  <a:gd name="connsiteY5" fmla="*/ 1478792 h 1907068"/>
                  <a:gd name="connsiteX6" fmla="*/ 778739 w 955152"/>
                  <a:gd name="connsiteY6" fmla="*/ 1902654 h 1907068"/>
                  <a:gd name="connsiteX7" fmla="*/ 486639 w 955152"/>
                  <a:gd name="connsiteY7" fmla="*/ 1707392 h 1907068"/>
                  <a:gd name="connsiteX8" fmla="*/ 415201 w 955152"/>
                  <a:gd name="connsiteY8" fmla="*/ 1545467 h 1907068"/>
                  <a:gd name="connsiteX9" fmla="*/ 305664 w 955152"/>
                  <a:gd name="connsiteY9" fmla="*/ 1359730 h 1907068"/>
                  <a:gd name="connsiteX10" fmla="*/ 123910 w 955152"/>
                  <a:gd name="connsiteY10" fmla="*/ 980317 h 1907068"/>
                  <a:gd name="connsiteX11" fmla="*/ 53939 w 955152"/>
                  <a:gd name="connsiteY11" fmla="*/ 501988 h 1907068"/>
                  <a:gd name="connsiteX12" fmla="*/ 164947 w 955152"/>
                  <a:gd name="connsiteY12" fmla="*/ 190693 h 1907068"/>
                  <a:gd name="connsiteX0" fmla="*/ 164947 w 986806"/>
                  <a:gd name="connsiteY0" fmla="*/ 190693 h 1907068"/>
                  <a:gd name="connsiteX1" fmla="*/ 598514 w 986806"/>
                  <a:gd name="connsiteY1" fmla="*/ 153307 h 1907068"/>
                  <a:gd name="connsiteX2" fmla="*/ 829444 w 986806"/>
                  <a:gd name="connsiteY2" fmla="*/ 428385 h 1907068"/>
                  <a:gd name="connsiteX3" fmla="*/ 865607 w 986806"/>
                  <a:gd name="connsiteY3" fmla="*/ 693693 h 1907068"/>
                  <a:gd name="connsiteX4" fmla="*/ 936970 w 986806"/>
                  <a:gd name="connsiteY4" fmla="*/ 957916 h 1907068"/>
                  <a:gd name="connsiteX5" fmla="*/ 986565 w 986806"/>
                  <a:gd name="connsiteY5" fmla="*/ 1294174 h 1907068"/>
                  <a:gd name="connsiteX6" fmla="*/ 915264 w 986806"/>
                  <a:gd name="connsiteY6" fmla="*/ 1478792 h 1907068"/>
                  <a:gd name="connsiteX7" fmla="*/ 778739 w 986806"/>
                  <a:gd name="connsiteY7" fmla="*/ 1902654 h 1907068"/>
                  <a:gd name="connsiteX8" fmla="*/ 486639 w 986806"/>
                  <a:gd name="connsiteY8" fmla="*/ 1707392 h 1907068"/>
                  <a:gd name="connsiteX9" fmla="*/ 415201 w 986806"/>
                  <a:gd name="connsiteY9" fmla="*/ 1545467 h 1907068"/>
                  <a:gd name="connsiteX10" fmla="*/ 305664 w 986806"/>
                  <a:gd name="connsiteY10" fmla="*/ 1359730 h 1907068"/>
                  <a:gd name="connsiteX11" fmla="*/ 123910 w 986806"/>
                  <a:gd name="connsiteY11" fmla="*/ 980317 h 1907068"/>
                  <a:gd name="connsiteX12" fmla="*/ 53939 w 986806"/>
                  <a:gd name="connsiteY12" fmla="*/ 501988 h 1907068"/>
                  <a:gd name="connsiteX13" fmla="*/ 164947 w 986806"/>
                  <a:gd name="connsiteY13" fmla="*/ 190693 h 1907068"/>
                  <a:gd name="connsiteX0" fmla="*/ 164947 w 1026643"/>
                  <a:gd name="connsiteY0" fmla="*/ 190693 h 1907068"/>
                  <a:gd name="connsiteX1" fmla="*/ 598514 w 1026643"/>
                  <a:gd name="connsiteY1" fmla="*/ 153307 h 1907068"/>
                  <a:gd name="connsiteX2" fmla="*/ 829444 w 1026643"/>
                  <a:gd name="connsiteY2" fmla="*/ 428385 h 1907068"/>
                  <a:gd name="connsiteX3" fmla="*/ 865607 w 1026643"/>
                  <a:gd name="connsiteY3" fmla="*/ 693693 h 1907068"/>
                  <a:gd name="connsiteX4" fmla="*/ 936970 w 1026643"/>
                  <a:gd name="connsiteY4" fmla="*/ 957916 h 1907068"/>
                  <a:gd name="connsiteX5" fmla="*/ 986565 w 1026643"/>
                  <a:gd name="connsiteY5" fmla="*/ 1294174 h 1907068"/>
                  <a:gd name="connsiteX6" fmla="*/ 915264 w 1026643"/>
                  <a:gd name="connsiteY6" fmla="*/ 1478792 h 1907068"/>
                  <a:gd name="connsiteX7" fmla="*/ 778739 w 1026643"/>
                  <a:gd name="connsiteY7" fmla="*/ 1902654 h 1907068"/>
                  <a:gd name="connsiteX8" fmla="*/ 486639 w 1026643"/>
                  <a:gd name="connsiteY8" fmla="*/ 1707392 h 1907068"/>
                  <a:gd name="connsiteX9" fmla="*/ 415201 w 1026643"/>
                  <a:gd name="connsiteY9" fmla="*/ 1545467 h 1907068"/>
                  <a:gd name="connsiteX10" fmla="*/ 305664 w 1026643"/>
                  <a:gd name="connsiteY10" fmla="*/ 1359730 h 1907068"/>
                  <a:gd name="connsiteX11" fmla="*/ 123910 w 1026643"/>
                  <a:gd name="connsiteY11" fmla="*/ 980317 h 1907068"/>
                  <a:gd name="connsiteX12" fmla="*/ 53939 w 1026643"/>
                  <a:gd name="connsiteY12" fmla="*/ 501988 h 1907068"/>
                  <a:gd name="connsiteX13" fmla="*/ 164947 w 1026643"/>
                  <a:gd name="connsiteY13" fmla="*/ 190693 h 1907068"/>
                  <a:gd name="connsiteX0" fmla="*/ 164947 w 1026643"/>
                  <a:gd name="connsiteY0" fmla="*/ 190693 h 1907068"/>
                  <a:gd name="connsiteX1" fmla="*/ 598514 w 1026643"/>
                  <a:gd name="connsiteY1" fmla="*/ 153307 h 1907068"/>
                  <a:gd name="connsiteX2" fmla="*/ 829444 w 1026643"/>
                  <a:gd name="connsiteY2" fmla="*/ 428385 h 1907068"/>
                  <a:gd name="connsiteX3" fmla="*/ 865607 w 1026643"/>
                  <a:gd name="connsiteY3" fmla="*/ 693693 h 1907068"/>
                  <a:gd name="connsiteX4" fmla="*/ 936970 w 1026643"/>
                  <a:gd name="connsiteY4" fmla="*/ 957916 h 1907068"/>
                  <a:gd name="connsiteX5" fmla="*/ 986565 w 1026643"/>
                  <a:gd name="connsiteY5" fmla="*/ 1294174 h 1907068"/>
                  <a:gd name="connsiteX6" fmla="*/ 966196 w 1026643"/>
                  <a:gd name="connsiteY6" fmla="*/ 1506067 h 1907068"/>
                  <a:gd name="connsiteX7" fmla="*/ 778739 w 1026643"/>
                  <a:gd name="connsiteY7" fmla="*/ 1902654 h 1907068"/>
                  <a:gd name="connsiteX8" fmla="*/ 486639 w 1026643"/>
                  <a:gd name="connsiteY8" fmla="*/ 1707392 h 1907068"/>
                  <a:gd name="connsiteX9" fmla="*/ 415201 w 1026643"/>
                  <a:gd name="connsiteY9" fmla="*/ 1545467 h 1907068"/>
                  <a:gd name="connsiteX10" fmla="*/ 305664 w 1026643"/>
                  <a:gd name="connsiteY10" fmla="*/ 1359730 h 1907068"/>
                  <a:gd name="connsiteX11" fmla="*/ 123910 w 1026643"/>
                  <a:gd name="connsiteY11" fmla="*/ 980317 h 1907068"/>
                  <a:gd name="connsiteX12" fmla="*/ 53939 w 1026643"/>
                  <a:gd name="connsiteY12" fmla="*/ 501988 h 1907068"/>
                  <a:gd name="connsiteX13" fmla="*/ 164947 w 1026643"/>
                  <a:gd name="connsiteY13" fmla="*/ 190693 h 1907068"/>
                  <a:gd name="connsiteX0" fmla="*/ 351484 w 1026643"/>
                  <a:gd name="connsiteY0" fmla="*/ 149061 h 1992508"/>
                  <a:gd name="connsiteX1" fmla="*/ 598514 w 1026643"/>
                  <a:gd name="connsiteY1" fmla="*/ 238747 h 1992508"/>
                  <a:gd name="connsiteX2" fmla="*/ 829444 w 1026643"/>
                  <a:gd name="connsiteY2" fmla="*/ 513825 h 1992508"/>
                  <a:gd name="connsiteX3" fmla="*/ 865607 w 1026643"/>
                  <a:gd name="connsiteY3" fmla="*/ 779133 h 1992508"/>
                  <a:gd name="connsiteX4" fmla="*/ 936970 w 1026643"/>
                  <a:gd name="connsiteY4" fmla="*/ 1043356 h 1992508"/>
                  <a:gd name="connsiteX5" fmla="*/ 986565 w 1026643"/>
                  <a:gd name="connsiteY5" fmla="*/ 1379614 h 1992508"/>
                  <a:gd name="connsiteX6" fmla="*/ 966196 w 1026643"/>
                  <a:gd name="connsiteY6" fmla="*/ 1591507 h 1992508"/>
                  <a:gd name="connsiteX7" fmla="*/ 778739 w 1026643"/>
                  <a:gd name="connsiteY7" fmla="*/ 1988094 h 1992508"/>
                  <a:gd name="connsiteX8" fmla="*/ 486639 w 1026643"/>
                  <a:gd name="connsiteY8" fmla="*/ 1792832 h 1992508"/>
                  <a:gd name="connsiteX9" fmla="*/ 415201 w 1026643"/>
                  <a:gd name="connsiteY9" fmla="*/ 1630907 h 1992508"/>
                  <a:gd name="connsiteX10" fmla="*/ 305664 w 1026643"/>
                  <a:gd name="connsiteY10" fmla="*/ 1445170 h 1992508"/>
                  <a:gd name="connsiteX11" fmla="*/ 123910 w 1026643"/>
                  <a:gd name="connsiteY11" fmla="*/ 1065757 h 1992508"/>
                  <a:gd name="connsiteX12" fmla="*/ 53939 w 1026643"/>
                  <a:gd name="connsiteY12" fmla="*/ 587428 h 1992508"/>
                  <a:gd name="connsiteX13" fmla="*/ 351484 w 1026643"/>
                  <a:gd name="connsiteY13" fmla="*/ 149061 h 1992508"/>
                  <a:gd name="connsiteX0" fmla="*/ 341092 w 1016251"/>
                  <a:gd name="connsiteY0" fmla="*/ 149061 h 1992508"/>
                  <a:gd name="connsiteX1" fmla="*/ 588122 w 1016251"/>
                  <a:gd name="connsiteY1" fmla="*/ 238747 h 1992508"/>
                  <a:gd name="connsiteX2" fmla="*/ 819052 w 1016251"/>
                  <a:gd name="connsiteY2" fmla="*/ 513825 h 1992508"/>
                  <a:gd name="connsiteX3" fmla="*/ 855215 w 1016251"/>
                  <a:gd name="connsiteY3" fmla="*/ 779133 h 1992508"/>
                  <a:gd name="connsiteX4" fmla="*/ 926578 w 1016251"/>
                  <a:gd name="connsiteY4" fmla="*/ 1043356 h 1992508"/>
                  <a:gd name="connsiteX5" fmla="*/ 976173 w 1016251"/>
                  <a:gd name="connsiteY5" fmla="*/ 1379614 h 1992508"/>
                  <a:gd name="connsiteX6" fmla="*/ 955804 w 1016251"/>
                  <a:gd name="connsiteY6" fmla="*/ 1591507 h 1992508"/>
                  <a:gd name="connsiteX7" fmla="*/ 768347 w 1016251"/>
                  <a:gd name="connsiteY7" fmla="*/ 1988094 h 1992508"/>
                  <a:gd name="connsiteX8" fmla="*/ 476247 w 1016251"/>
                  <a:gd name="connsiteY8" fmla="*/ 1792832 h 1992508"/>
                  <a:gd name="connsiteX9" fmla="*/ 404809 w 1016251"/>
                  <a:gd name="connsiteY9" fmla="*/ 1630907 h 1992508"/>
                  <a:gd name="connsiteX10" fmla="*/ 295272 w 1016251"/>
                  <a:gd name="connsiteY10" fmla="*/ 1445170 h 1992508"/>
                  <a:gd name="connsiteX11" fmla="*/ 113518 w 1016251"/>
                  <a:gd name="connsiteY11" fmla="*/ 1065757 h 1992508"/>
                  <a:gd name="connsiteX12" fmla="*/ 72347 w 1016251"/>
                  <a:gd name="connsiteY12" fmla="*/ 380313 h 1992508"/>
                  <a:gd name="connsiteX13" fmla="*/ 341092 w 1016251"/>
                  <a:gd name="connsiteY13" fmla="*/ 149061 h 1992508"/>
                  <a:gd name="connsiteX0" fmla="*/ 376976 w 1052135"/>
                  <a:gd name="connsiteY0" fmla="*/ 149061 h 1992508"/>
                  <a:gd name="connsiteX1" fmla="*/ 624006 w 1052135"/>
                  <a:gd name="connsiteY1" fmla="*/ 238747 h 1992508"/>
                  <a:gd name="connsiteX2" fmla="*/ 854936 w 1052135"/>
                  <a:gd name="connsiteY2" fmla="*/ 513825 h 1992508"/>
                  <a:gd name="connsiteX3" fmla="*/ 891099 w 1052135"/>
                  <a:gd name="connsiteY3" fmla="*/ 779133 h 1992508"/>
                  <a:gd name="connsiteX4" fmla="*/ 962462 w 1052135"/>
                  <a:gd name="connsiteY4" fmla="*/ 1043356 h 1992508"/>
                  <a:gd name="connsiteX5" fmla="*/ 1012057 w 1052135"/>
                  <a:gd name="connsiteY5" fmla="*/ 1379614 h 1992508"/>
                  <a:gd name="connsiteX6" fmla="*/ 991688 w 1052135"/>
                  <a:gd name="connsiteY6" fmla="*/ 1591507 h 1992508"/>
                  <a:gd name="connsiteX7" fmla="*/ 804231 w 1052135"/>
                  <a:gd name="connsiteY7" fmla="*/ 1988094 h 1992508"/>
                  <a:gd name="connsiteX8" fmla="*/ 512131 w 1052135"/>
                  <a:gd name="connsiteY8" fmla="*/ 1792832 h 1992508"/>
                  <a:gd name="connsiteX9" fmla="*/ 440693 w 1052135"/>
                  <a:gd name="connsiteY9" fmla="*/ 1630907 h 1992508"/>
                  <a:gd name="connsiteX10" fmla="*/ 331156 w 1052135"/>
                  <a:gd name="connsiteY10" fmla="*/ 1445170 h 1992508"/>
                  <a:gd name="connsiteX11" fmla="*/ 149402 w 1052135"/>
                  <a:gd name="connsiteY11" fmla="*/ 1065757 h 1992508"/>
                  <a:gd name="connsiteX12" fmla="*/ 108231 w 1052135"/>
                  <a:gd name="connsiteY12" fmla="*/ 380313 h 1992508"/>
                  <a:gd name="connsiteX13" fmla="*/ 376976 w 1052135"/>
                  <a:gd name="connsiteY13" fmla="*/ 149061 h 1992508"/>
                  <a:gd name="connsiteX0" fmla="*/ 376976 w 1052135"/>
                  <a:gd name="connsiteY0" fmla="*/ 144858 h 1988305"/>
                  <a:gd name="connsiteX1" fmla="*/ 660431 w 1052135"/>
                  <a:gd name="connsiteY1" fmla="*/ 250953 h 1988305"/>
                  <a:gd name="connsiteX2" fmla="*/ 854936 w 1052135"/>
                  <a:gd name="connsiteY2" fmla="*/ 509622 h 1988305"/>
                  <a:gd name="connsiteX3" fmla="*/ 891099 w 1052135"/>
                  <a:gd name="connsiteY3" fmla="*/ 774930 h 1988305"/>
                  <a:gd name="connsiteX4" fmla="*/ 962462 w 1052135"/>
                  <a:gd name="connsiteY4" fmla="*/ 1039153 h 1988305"/>
                  <a:gd name="connsiteX5" fmla="*/ 1012057 w 1052135"/>
                  <a:gd name="connsiteY5" fmla="*/ 1375411 h 1988305"/>
                  <a:gd name="connsiteX6" fmla="*/ 991688 w 1052135"/>
                  <a:gd name="connsiteY6" fmla="*/ 1587304 h 1988305"/>
                  <a:gd name="connsiteX7" fmla="*/ 804231 w 1052135"/>
                  <a:gd name="connsiteY7" fmla="*/ 1983891 h 1988305"/>
                  <a:gd name="connsiteX8" fmla="*/ 512131 w 1052135"/>
                  <a:gd name="connsiteY8" fmla="*/ 1788629 h 1988305"/>
                  <a:gd name="connsiteX9" fmla="*/ 440693 w 1052135"/>
                  <a:gd name="connsiteY9" fmla="*/ 1626704 h 1988305"/>
                  <a:gd name="connsiteX10" fmla="*/ 331156 w 1052135"/>
                  <a:gd name="connsiteY10" fmla="*/ 1440967 h 1988305"/>
                  <a:gd name="connsiteX11" fmla="*/ 149402 w 1052135"/>
                  <a:gd name="connsiteY11" fmla="*/ 1061554 h 1988305"/>
                  <a:gd name="connsiteX12" fmla="*/ 108231 w 1052135"/>
                  <a:gd name="connsiteY12" fmla="*/ 376110 h 1988305"/>
                  <a:gd name="connsiteX13" fmla="*/ 376976 w 1052135"/>
                  <a:gd name="connsiteY13" fmla="*/ 144858 h 1988305"/>
                  <a:gd name="connsiteX0" fmla="*/ 376976 w 1052135"/>
                  <a:gd name="connsiteY0" fmla="*/ 133800 h 1977247"/>
                  <a:gd name="connsiteX1" fmla="*/ 660431 w 1052135"/>
                  <a:gd name="connsiteY1" fmla="*/ 239895 h 1977247"/>
                  <a:gd name="connsiteX2" fmla="*/ 854936 w 1052135"/>
                  <a:gd name="connsiteY2" fmla="*/ 498564 h 1977247"/>
                  <a:gd name="connsiteX3" fmla="*/ 891099 w 1052135"/>
                  <a:gd name="connsiteY3" fmla="*/ 763872 h 1977247"/>
                  <a:gd name="connsiteX4" fmla="*/ 962462 w 1052135"/>
                  <a:gd name="connsiteY4" fmla="*/ 1028095 h 1977247"/>
                  <a:gd name="connsiteX5" fmla="*/ 1012057 w 1052135"/>
                  <a:gd name="connsiteY5" fmla="*/ 1364353 h 1977247"/>
                  <a:gd name="connsiteX6" fmla="*/ 991688 w 1052135"/>
                  <a:gd name="connsiteY6" fmla="*/ 1576246 h 1977247"/>
                  <a:gd name="connsiteX7" fmla="*/ 804231 w 1052135"/>
                  <a:gd name="connsiteY7" fmla="*/ 1972833 h 1977247"/>
                  <a:gd name="connsiteX8" fmla="*/ 512131 w 1052135"/>
                  <a:gd name="connsiteY8" fmla="*/ 1777571 h 1977247"/>
                  <a:gd name="connsiteX9" fmla="*/ 440693 w 1052135"/>
                  <a:gd name="connsiteY9" fmla="*/ 1615646 h 1977247"/>
                  <a:gd name="connsiteX10" fmla="*/ 331156 w 1052135"/>
                  <a:gd name="connsiteY10" fmla="*/ 1429909 h 1977247"/>
                  <a:gd name="connsiteX11" fmla="*/ 149402 w 1052135"/>
                  <a:gd name="connsiteY11" fmla="*/ 1050496 h 1977247"/>
                  <a:gd name="connsiteX12" fmla="*/ 108231 w 1052135"/>
                  <a:gd name="connsiteY12" fmla="*/ 365052 h 1977247"/>
                  <a:gd name="connsiteX13" fmla="*/ 376976 w 1052135"/>
                  <a:gd name="connsiteY13" fmla="*/ 133800 h 1977247"/>
                  <a:gd name="connsiteX0" fmla="*/ 376976 w 1052135"/>
                  <a:gd name="connsiteY0" fmla="*/ 98323 h 1941770"/>
                  <a:gd name="connsiteX1" fmla="*/ 660431 w 1052135"/>
                  <a:gd name="connsiteY1" fmla="*/ 204418 h 1941770"/>
                  <a:gd name="connsiteX2" fmla="*/ 854936 w 1052135"/>
                  <a:gd name="connsiteY2" fmla="*/ 463087 h 1941770"/>
                  <a:gd name="connsiteX3" fmla="*/ 891099 w 1052135"/>
                  <a:gd name="connsiteY3" fmla="*/ 728395 h 1941770"/>
                  <a:gd name="connsiteX4" fmla="*/ 962462 w 1052135"/>
                  <a:gd name="connsiteY4" fmla="*/ 992618 h 1941770"/>
                  <a:gd name="connsiteX5" fmla="*/ 1012057 w 1052135"/>
                  <a:gd name="connsiteY5" fmla="*/ 1328876 h 1941770"/>
                  <a:gd name="connsiteX6" fmla="*/ 991688 w 1052135"/>
                  <a:gd name="connsiteY6" fmla="*/ 1540769 h 1941770"/>
                  <a:gd name="connsiteX7" fmla="*/ 804231 w 1052135"/>
                  <a:gd name="connsiteY7" fmla="*/ 1937356 h 1941770"/>
                  <a:gd name="connsiteX8" fmla="*/ 512131 w 1052135"/>
                  <a:gd name="connsiteY8" fmla="*/ 1742094 h 1941770"/>
                  <a:gd name="connsiteX9" fmla="*/ 440693 w 1052135"/>
                  <a:gd name="connsiteY9" fmla="*/ 1580169 h 1941770"/>
                  <a:gd name="connsiteX10" fmla="*/ 331156 w 1052135"/>
                  <a:gd name="connsiteY10" fmla="*/ 1394432 h 1941770"/>
                  <a:gd name="connsiteX11" fmla="*/ 149402 w 1052135"/>
                  <a:gd name="connsiteY11" fmla="*/ 1015019 h 1941770"/>
                  <a:gd name="connsiteX12" fmla="*/ 108231 w 1052135"/>
                  <a:gd name="connsiteY12" fmla="*/ 329575 h 1941770"/>
                  <a:gd name="connsiteX13" fmla="*/ 376976 w 1052135"/>
                  <a:gd name="connsiteY13" fmla="*/ 98323 h 1941770"/>
                  <a:gd name="connsiteX0" fmla="*/ 376976 w 1052135"/>
                  <a:gd name="connsiteY0" fmla="*/ 98323 h 1941770"/>
                  <a:gd name="connsiteX1" fmla="*/ 660431 w 1052135"/>
                  <a:gd name="connsiteY1" fmla="*/ 204418 h 1941770"/>
                  <a:gd name="connsiteX2" fmla="*/ 854936 w 1052135"/>
                  <a:gd name="connsiteY2" fmla="*/ 463087 h 1941770"/>
                  <a:gd name="connsiteX3" fmla="*/ 891099 w 1052135"/>
                  <a:gd name="connsiteY3" fmla="*/ 728395 h 1941770"/>
                  <a:gd name="connsiteX4" fmla="*/ 962462 w 1052135"/>
                  <a:gd name="connsiteY4" fmla="*/ 992618 h 1941770"/>
                  <a:gd name="connsiteX5" fmla="*/ 1012057 w 1052135"/>
                  <a:gd name="connsiteY5" fmla="*/ 1328876 h 1941770"/>
                  <a:gd name="connsiteX6" fmla="*/ 991688 w 1052135"/>
                  <a:gd name="connsiteY6" fmla="*/ 1540769 h 1941770"/>
                  <a:gd name="connsiteX7" fmla="*/ 804231 w 1052135"/>
                  <a:gd name="connsiteY7" fmla="*/ 1937356 h 1941770"/>
                  <a:gd name="connsiteX8" fmla="*/ 512131 w 1052135"/>
                  <a:gd name="connsiteY8" fmla="*/ 1742094 h 1941770"/>
                  <a:gd name="connsiteX9" fmla="*/ 440693 w 1052135"/>
                  <a:gd name="connsiteY9" fmla="*/ 1580169 h 1941770"/>
                  <a:gd name="connsiteX10" fmla="*/ 331156 w 1052135"/>
                  <a:gd name="connsiteY10" fmla="*/ 1394432 h 1941770"/>
                  <a:gd name="connsiteX11" fmla="*/ 149402 w 1052135"/>
                  <a:gd name="connsiteY11" fmla="*/ 1015019 h 1941770"/>
                  <a:gd name="connsiteX12" fmla="*/ 108231 w 1052135"/>
                  <a:gd name="connsiteY12" fmla="*/ 329575 h 1941770"/>
                  <a:gd name="connsiteX13" fmla="*/ 376976 w 1052135"/>
                  <a:gd name="connsiteY13" fmla="*/ 98323 h 1941770"/>
                  <a:gd name="connsiteX0" fmla="*/ 376976 w 1052135"/>
                  <a:gd name="connsiteY0" fmla="*/ 98323 h 1941770"/>
                  <a:gd name="connsiteX1" fmla="*/ 660431 w 1052135"/>
                  <a:gd name="connsiteY1" fmla="*/ 204418 h 1941770"/>
                  <a:gd name="connsiteX2" fmla="*/ 854936 w 1052135"/>
                  <a:gd name="connsiteY2" fmla="*/ 463087 h 1941770"/>
                  <a:gd name="connsiteX3" fmla="*/ 891099 w 1052135"/>
                  <a:gd name="connsiteY3" fmla="*/ 728395 h 1941770"/>
                  <a:gd name="connsiteX4" fmla="*/ 962462 w 1052135"/>
                  <a:gd name="connsiteY4" fmla="*/ 992618 h 1941770"/>
                  <a:gd name="connsiteX5" fmla="*/ 1012057 w 1052135"/>
                  <a:gd name="connsiteY5" fmla="*/ 1328876 h 1941770"/>
                  <a:gd name="connsiteX6" fmla="*/ 991688 w 1052135"/>
                  <a:gd name="connsiteY6" fmla="*/ 1540769 h 1941770"/>
                  <a:gd name="connsiteX7" fmla="*/ 804231 w 1052135"/>
                  <a:gd name="connsiteY7" fmla="*/ 1937356 h 1941770"/>
                  <a:gd name="connsiteX8" fmla="*/ 512131 w 1052135"/>
                  <a:gd name="connsiteY8" fmla="*/ 1742094 h 1941770"/>
                  <a:gd name="connsiteX9" fmla="*/ 440693 w 1052135"/>
                  <a:gd name="connsiteY9" fmla="*/ 1580169 h 1941770"/>
                  <a:gd name="connsiteX10" fmla="*/ 331156 w 1052135"/>
                  <a:gd name="connsiteY10" fmla="*/ 1394432 h 1941770"/>
                  <a:gd name="connsiteX11" fmla="*/ 149402 w 1052135"/>
                  <a:gd name="connsiteY11" fmla="*/ 1015019 h 1941770"/>
                  <a:gd name="connsiteX12" fmla="*/ 108231 w 1052135"/>
                  <a:gd name="connsiteY12" fmla="*/ 329575 h 1941770"/>
                  <a:gd name="connsiteX13" fmla="*/ 376976 w 1052135"/>
                  <a:gd name="connsiteY13" fmla="*/ 98323 h 1941770"/>
                  <a:gd name="connsiteX0" fmla="*/ 376976 w 1040138"/>
                  <a:gd name="connsiteY0" fmla="*/ 98323 h 1941770"/>
                  <a:gd name="connsiteX1" fmla="*/ 660431 w 1040138"/>
                  <a:gd name="connsiteY1" fmla="*/ 204418 h 1941770"/>
                  <a:gd name="connsiteX2" fmla="*/ 854936 w 1040138"/>
                  <a:gd name="connsiteY2" fmla="*/ 463087 h 1941770"/>
                  <a:gd name="connsiteX3" fmla="*/ 891099 w 1040138"/>
                  <a:gd name="connsiteY3" fmla="*/ 728395 h 1941770"/>
                  <a:gd name="connsiteX4" fmla="*/ 962462 w 1040138"/>
                  <a:gd name="connsiteY4" fmla="*/ 992618 h 1941770"/>
                  <a:gd name="connsiteX5" fmla="*/ 997192 w 1040138"/>
                  <a:gd name="connsiteY5" fmla="*/ 1205397 h 1941770"/>
                  <a:gd name="connsiteX6" fmla="*/ 991688 w 1040138"/>
                  <a:gd name="connsiteY6" fmla="*/ 1540769 h 1941770"/>
                  <a:gd name="connsiteX7" fmla="*/ 804231 w 1040138"/>
                  <a:gd name="connsiteY7" fmla="*/ 1937356 h 1941770"/>
                  <a:gd name="connsiteX8" fmla="*/ 512131 w 1040138"/>
                  <a:gd name="connsiteY8" fmla="*/ 1742094 h 1941770"/>
                  <a:gd name="connsiteX9" fmla="*/ 440693 w 1040138"/>
                  <a:gd name="connsiteY9" fmla="*/ 1580169 h 1941770"/>
                  <a:gd name="connsiteX10" fmla="*/ 331156 w 1040138"/>
                  <a:gd name="connsiteY10" fmla="*/ 1394432 h 1941770"/>
                  <a:gd name="connsiteX11" fmla="*/ 149402 w 1040138"/>
                  <a:gd name="connsiteY11" fmla="*/ 1015019 h 1941770"/>
                  <a:gd name="connsiteX12" fmla="*/ 108231 w 1040138"/>
                  <a:gd name="connsiteY12" fmla="*/ 329575 h 1941770"/>
                  <a:gd name="connsiteX13" fmla="*/ 376976 w 1040138"/>
                  <a:gd name="connsiteY13" fmla="*/ 98323 h 1941770"/>
                  <a:gd name="connsiteX0" fmla="*/ 376976 w 1059010"/>
                  <a:gd name="connsiteY0" fmla="*/ 98323 h 1941770"/>
                  <a:gd name="connsiteX1" fmla="*/ 660431 w 1059010"/>
                  <a:gd name="connsiteY1" fmla="*/ 204418 h 1941770"/>
                  <a:gd name="connsiteX2" fmla="*/ 854936 w 1059010"/>
                  <a:gd name="connsiteY2" fmla="*/ 463087 h 1941770"/>
                  <a:gd name="connsiteX3" fmla="*/ 891099 w 1059010"/>
                  <a:gd name="connsiteY3" fmla="*/ 728395 h 1941770"/>
                  <a:gd name="connsiteX4" fmla="*/ 962462 w 1059010"/>
                  <a:gd name="connsiteY4" fmla="*/ 992618 h 1941770"/>
                  <a:gd name="connsiteX5" fmla="*/ 997192 w 1059010"/>
                  <a:gd name="connsiteY5" fmla="*/ 1205397 h 1941770"/>
                  <a:gd name="connsiteX6" fmla="*/ 1052966 w 1059010"/>
                  <a:gd name="connsiteY6" fmla="*/ 1339304 h 1941770"/>
                  <a:gd name="connsiteX7" fmla="*/ 804231 w 1059010"/>
                  <a:gd name="connsiteY7" fmla="*/ 1937356 h 1941770"/>
                  <a:gd name="connsiteX8" fmla="*/ 512131 w 1059010"/>
                  <a:gd name="connsiteY8" fmla="*/ 1742094 h 1941770"/>
                  <a:gd name="connsiteX9" fmla="*/ 440693 w 1059010"/>
                  <a:gd name="connsiteY9" fmla="*/ 1580169 h 1941770"/>
                  <a:gd name="connsiteX10" fmla="*/ 331156 w 1059010"/>
                  <a:gd name="connsiteY10" fmla="*/ 1394432 h 1941770"/>
                  <a:gd name="connsiteX11" fmla="*/ 149402 w 1059010"/>
                  <a:gd name="connsiteY11" fmla="*/ 1015019 h 1941770"/>
                  <a:gd name="connsiteX12" fmla="*/ 108231 w 1059010"/>
                  <a:gd name="connsiteY12" fmla="*/ 329575 h 1941770"/>
                  <a:gd name="connsiteX13" fmla="*/ 376976 w 1059010"/>
                  <a:gd name="connsiteY13" fmla="*/ 98323 h 1941770"/>
                  <a:gd name="connsiteX0" fmla="*/ 376976 w 1059010"/>
                  <a:gd name="connsiteY0" fmla="*/ 98323 h 1941770"/>
                  <a:gd name="connsiteX1" fmla="*/ 660431 w 1059010"/>
                  <a:gd name="connsiteY1" fmla="*/ 204418 h 1941770"/>
                  <a:gd name="connsiteX2" fmla="*/ 854936 w 1059010"/>
                  <a:gd name="connsiteY2" fmla="*/ 463087 h 1941770"/>
                  <a:gd name="connsiteX3" fmla="*/ 891099 w 1059010"/>
                  <a:gd name="connsiteY3" fmla="*/ 728395 h 1941770"/>
                  <a:gd name="connsiteX4" fmla="*/ 962462 w 1059010"/>
                  <a:gd name="connsiteY4" fmla="*/ 992618 h 1941770"/>
                  <a:gd name="connsiteX5" fmla="*/ 997192 w 1059010"/>
                  <a:gd name="connsiteY5" fmla="*/ 1205397 h 1941770"/>
                  <a:gd name="connsiteX6" fmla="*/ 1052966 w 1059010"/>
                  <a:gd name="connsiteY6" fmla="*/ 1339304 h 1941770"/>
                  <a:gd name="connsiteX7" fmla="*/ 1012371 w 1059010"/>
                  <a:gd name="connsiteY7" fmla="*/ 1546942 h 1941770"/>
                  <a:gd name="connsiteX8" fmla="*/ 804231 w 1059010"/>
                  <a:gd name="connsiteY8" fmla="*/ 1937356 h 1941770"/>
                  <a:gd name="connsiteX9" fmla="*/ 512131 w 1059010"/>
                  <a:gd name="connsiteY9" fmla="*/ 1742094 h 1941770"/>
                  <a:gd name="connsiteX10" fmla="*/ 440693 w 1059010"/>
                  <a:gd name="connsiteY10" fmla="*/ 1580169 h 1941770"/>
                  <a:gd name="connsiteX11" fmla="*/ 331156 w 1059010"/>
                  <a:gd name="connsiteY11" fmla="*/ 1394432 h 1941770"/>
                  <a:gd name="connsiteX12" fmla="*/ 149402 w 1059010"/>
                  <a:gd name="connsiteY12" fmla="*/ 1015019 h 1941770"/>
                  <a:gd name="connsiteX13" fmla="*/ 108231 w 1059010"/>
                  <a:gd name="connsiteY13" fmla="*/ 329575 h 1941770"/>
                  <a:gd name="connsiteX14" fmla="*/ 376976 w 1059010"/>
                  <a:gd name="connsiteY14" fmla="*/ 98323 h 1941770"/>
                  <a:gd name="connsiteX0" fmla="*/ 376976 w 1067432"/>
                  <a:gd name="connsiteY0" fmla="*/ 98323 h 1941770"/>
                  <a:gd name="connsiteX1" fmla="*/ 660431 w 1067432"/>
                  <a:gd name="connsiteY1" fmla="*/ 204418 h 1941770"/>
                  <a:gd name="connsiteX2" fmla="*/ 854936 w 1067432"/>
                  <a:gd name="connsiteY2" fmla="*/ 463087 h 1941770"/>
                  <a:gd name="connsiteX3" fmla="*/ 891099 w 1067432"/>
                  <a:gd name="connsiteY3" fmla="*/ 728395 h 1941770"/>
                  <a:gd name="connsiteX4" fmla="*/ 962462 w 1067432"/>
                  <a:gd name="connsiteY4" fmla="*/ 992618 h 1941770"/>
                  <a:gd name="connsiteX5" fmla="*/ 997192 w 1067432"/>
                  <a:gd name="connsiteY5" fmla="*/ 1205397 h 1941770"/>
                  <a:gd name="connsiteX6" fmla="*/ 1052966 w 1067432"/>
                  <a:gd name="connsiteY6" fmla="*/ 1339304 h 1941770"/>
                  <a:gd name="connsiteX7" fmla="*/ 1012371 w 1067432"/>
                  <a:gd name="connsiteY7" fmla="*/ 1546942 h 1941770"/>
                  <a:gd name="connsiteX8" fmla="*/ 804231 w 1067432"/>
                  <a:gd name="connsiteY8" fmla="*/ 1937356 h 1941770"/>
                  <a:gd name="connsiteX9" fmla="*/ 512131 w 1067432"/>
                  <a:gd name="connsiteY9" fmla="*/ 1742094 h 1941770"/>
                  <a:gd name="connsiteX10" fmla="*/ 440693 w 1067432"/>
                  <a:gd name="connsiteY10" fmla="*/ 1580169 h 1941770"/>
                  <a:gd name="connsiteX11" fmla="*/ 331156 w 1067432"/>
                  <a:gd name="connsiteY11" fmla="*/ 1394432 h 1941770"/>
                  <a:gd name="connsiteX12" fmla="*/ 149402 w 1067432"/>
                  <a:gd name="connsiteY12" fmla="*/ 1015019 h 1941770"/>
                  <a:gd name="connsiteX13" fmla="*/ 108231 w 1067432"/>
                  <a:gd name="connsiteY13" fmla="*/ 329575 h 1941770"/>
                  <a:gd name="connsiteX14" fmla="*/ 376976 w 1067432"/>
                  <a:gd name="connsiteY14" fmla="*/ 98323 h 1941770"/>
                  <a:gd name="connsiteX0" fmla="*/ 376976 w 1067432"/>
                  <a:gd name="connsiteY0" fmla="*/ 98323 h 1941770"/>
                  <a:gd name="connsiteX1" fmla="*/ 660431 w 1067432"/>
                  <a:gd name="connsiteY1" fmla="*/ 204418 h 1941770"/>
                  <a:gd name="connsiteX2" fmla="*/ 854936 w 1067432"/>
                  <a:gd name="connsiteY2" fmla="*/ 463087 h 1941770"/>
                  <a:gd name="connsiteX3" fmla="*/ 891099 w 1067432"/>
                  <a:gd name="connsiteY3" fmla="*/ 728395 h 1941770"/>
                  <a:gd name="connsiteX4" fmla="*/ 962462 w 1067432"/>
                  <a:gd name="connsiteY4" fmla="*/ 992618 h 1941770"/>
                  <a:gd name="connsiteX5" fmla="*/ 997192 w 1067432"/>
                  <a:gd name="connsiteY5" fmla="*/ 1205397 h 1941770"/>
                  <a:gd name="connsiteX6" fmla="*/ 1052966 w 1067432"/>
                  <a:gd name="connsiteY6" fmla="*/ 1339304 h 1941770"/>
                  <a:gd name="connsiteX7" fmla="*/ 1012371 w 1067432"/>
                  <a:gd name="connsiteY7" fmla="*/ 1546942 h 1941770"/>
                  <a:gd name="connsiteX8" fmla="*/ 804231 w 1067432"/>
                  <a:gd name="connsiteY8" fmla="*/ 1937356 h 1941770"/>
                  <a:gd name="connsiteX9" fmla="*/ 512131 w 1067432"/>
                  <a:gd name="connsiteY9" fmla="*/ 1742094 h 1941770"/>
                  <a:gd name="connsiteX10" fmla="*/ 440693 w 1067432"/>
                  <a:gd name="connsiteY10" fmla="*/ 1580169 h 1941770"/>
                  <a:gd name="connsiteX11" fmla="*/ 331156 w 1067432"/>
                  <a:gd name="connsiteY11" fmla="*/ 1394432 h 1941770"/>
                  <a:gd name="connsiteX12" fmla="*/ 149402 w 1067432"/>
                  <a:gd name="connsiteY12" fmla="*/ 1015019 h 1941770"/>
                  <a:gd name="connsiteX13" fmla="*/ 108231 w 1067432"/>
                  <a:gd name="connsiteY13" fmla="*/ 329575 h 1941770"/>
                  <a:gd name="connsiteX14" fmla="*/ 376976 w 1067432"/>
                  <a:gd name="connsiteY14" fmla="*/ 98323 h 1941770"/>
                  <a:gd name="connsiteX0" fmla="*/ 376976 w 1103576"/>
                  <a:gd name="connsiteY0" fmla="*/ 98323 h 1941770"/>
                  <a:gd name="connsiteX1" fmla="*/ 660431 w 1103576"/>
                  <a:gd name="connsiteY1" fmla="*/ 204418 h 1941770"/>
                  <a:gd name="connsiteX2" fmla="*/ 854936 w 1103576"/>
                  <a:gd name="connsiteY2" fmla="*/ 463087 h 1941770"/>
                  <a:gd name="connsiteX3" fmla="*/ 891099 w 1103576"/>
                  <a:gd name="connsiteY3" fmla="*/ 728395 h 1941770"/>
                  <a:gd name="connsiteX4" fmla="*/ 962462 w 1103576"/>
                  <a:gd name="connsiteY4" fmla="*/ 992618 h 1941770"/>
                  <a:gd name="connsiteX5" fmla="*/ 1072057 w 1103576"/>
                  <a:gd name="connsiteY5" fmla="*/ 1209412 h 1941770"/>
                  <a:gd name="connsiteX6" fmla="*/ 1052966 w 1103576"/>
                  <a:gd name="connsiteY6" fmla="*/ 1339304 h 1941770"/>
                  <a:gd name="connsiteX7" fmla="*/ 1012371 w 1103576"/>
                  <a:gd name="connsiteY7" fmla="*/ 1546942 h 1941770"/>
                  <a:gd name="connsiteX8" fmla="*/ 804231 w 1103576"/>
                  <a:gd name="connsiteY8" fmla="*/ 1937356 h 1941770"/>
                  <a:gd name="connsiteX9" fmla="*/ 512131 w 1103576"/>
                  <a:gd name="connsiteY9" fmla="*/ 1742094 h 1941770"/>
                  <a:gd name="connsiteX10" fmla="*/ 440693 w 1103576"/>
                  <a:gd name="connsiteY10" fmla="*/ 1580169 h 1941770"/>
                  <a:gd name="connsiteX11" fmla="*/ 331156 w 1103576"/>
                  <a:gd name="connsiteY11" fmla="*/ 1394432 h 1941770"/>
                  <a:gd name="connsiteX12" fmla="*/ 149402 w 1103576"/>
                  <a:gd name="connsiteY12" fmla="*/ 1015019 h 1941770"/>
                  <a:gd name="connsiteX13" fmla="*/ 108231 w 1103576"/>
                  <a:gd name="connsiteY13" fmla="*/ 329575 h 1941770"/>
                  <a:gd name="connsiteX14" fmla="*/ 376976 w 1103576"/>
                  <a:gd name="connsiteY14" fmla="*/ 98323 h 1941770"/>
                  <a:gd name="connsiteX0" fmla="*/ 376976 w 1136975"/>
                  <a:gd name="connsiteY0" fmla="*/ 98323 h 1941770"/>
                  <a:gd name="connsiteX1" fmla="*/ 660431 w 1136975"/>
                  <a:gd name="connsiteY1" fmla="*/ 204418 h 1941770"/>
                  <a:gd name="connsiteX2" fmla="*/ 854936 w 1136975"/>
                  <a:gd name="connsiteY2" fmla="*/ 463087 h 1941770"/>
                  <a:gd name="connsiteX3" fmla="*/ 891099 w 1136975"/>
                  <a:gd name="connsiteY3" fmla="*/ 728395 h 1941770"/>
                  <a:gd name="connsiteX4" fmla="*/ 1109148 w 1136975"/>
                  <a:gd name="connsiteY4" fmla="*/ 1044516 h 1941770"/>
                  <a:gd name="connsiteX5" fmla="*/ 1072057 w 1136975"/>
                  <a:gd name="connsiteY5" fmla="*/ 1209412 h 1941770"/>
                  <a:gd name="connsiteX6" fmla="*/ 1052966 w 1136975"/>
                  <a:gd name="connsiteY6" fmla="*/ 1339304 h 1941770"/>
                  <a:gd name="connsiteX7" fmla="*/ 1012371 w 1136975"/>
                  <a:gd name="connsiteY7" fmla="*/ 1546942 h 1941770"/>
                  <a:gd name="connsiteX8" fmla="*/ 804231 w 1136975"/>
                  <a:gd name="connsiteY8" fmla="*/ 1937356 h 1941770"/>
                  <a:gd name="connsiteX9" fmla="*/ 512131 w 1136975"/>
                  <a:gd name="connsiteY9" fmla="*/ 1742094 h 1941770"/>
                  <a:gd name="connsiteX10" fmla="*/ 440693 w 1136975"/>
                  <a:gd name="connsiteY10" fmla="*/ 1580169 h 1941770"/>
                  <a:gd name="connsiteX11" fmla="*/ 331156 w 1136975"/>
                  <a:gd name="connsiteY11" fmla="*/ 1394432 h 1941770"/>
                  <a:gd name="connsiteX12" fmla="*/ 149402 w 1136975"/>
                  <a:gd name="connsiteY12" fmla="*/ 1015019 h 1941770"/>
                  <a:gd name="connsiteX13" fmla="*/ 108231 w 1136975"/>
                  <a:gd name="connsiteY13" fmla="*/ 329575 h 1941770"/>
                  <a:gd name="connsiteX14" fmla="*/ 376976 w 1136975"/>
                  <a:gd name="connsiteY14" fmla="*/ 98323 h 1941770"/>
                  <a:gd name="connsiteX0" fmla="*/ 376976 w 1156045"/>
                  <a:gd name="connsiteY0" fmla="*/ 98323 h 1941770"/>
                  <a:gd name="connsiteX1" fmla="*/ 660431 w 1156045"/>
                  <a:gd name="connsiteY1" fmla="*/ 204418 h 1941770"/>
                  <a:gd name="connsiteX2" fmla="*/ 854936 w 1156045"/>
                  <a:gd name="connsiteY2" fmla="*/ 463087 h 1941770"/>
                  <a:gd name="connsiteX3" fmla="*/ 1117372 w 1156045"/>
                  <a:gd name="connsiteY3" fmla="*/ 864852 h 1941770"/>
                  <a:gd name="connsiteX4" fmla="*/ 1109148 w 1156045"/>
                  <a:gd name="connsiteY4" fmla="*/ 1044516 h 1941770"/>
                  <a:gd name="connsiteX5" fmla="*/ 1072057 w 1156045"/>
                  <a:gd name="connsiteY5" fmla="*/ 1209412 h 1941770"/>
                  <a:gd name="connsiteX6" fmla="*/ 1052966 w 1156045"/>
                  <a:gd name="connsiteY6" fmla="*/ 1339304 h 1941770"/>
                  <a:gd name="connsiteX7" fmla="*/ 1012371 w 1156045"/>
                  <a:gd name="connsiteY7" fmla="*/ 1546942 h 1941770"/>
                  <a:gd name="connsiteX8" fmla="*/ 804231 w 1156045"/>
                  <a:gd name="connsiteY8" fmla="*/ 1937356 h 1941770"/>
                  <a:gd name="connsiteX9" fmla="*/ 512131 w 1156045"/>
                  <a:gd name="connsiteY9" fmla="*/ 1742094 h 1941770"/>
                  <a:gd name="connsiteX10" fmla="*/ 440693 w 1156045"/>
                  <a:gd name="connsiteY10" fmla="*/ 1580169 h 1941770"/>
                  <a:gd name="connsiteX11" fmla="*/ 331156 w 1156045"/>
                  <a:gd name="connsiteY11" fmla="*/ 1394432 h 1941770"/>
                  <a:gd name="connsiteX12" fmla="*/ 149402 w 1156045"/>
                  <a:gd name="connsiteY12" fmla="*/ 1015019 h 1941770"/>
                  <a:gd name="connsiteX13" fmla="*/ 108231 w 1156045"/>
                  <a:gd name="connsiteY13" fmla="*/ 329575 h 1941770"/>
                  <a:gd name="connsiteX14" fmla="*/ 376976 w 1156045"/>
                  <a:gd name="connsiteY14" fmla="*/ 98323 h 1941770"/>
                  <a:gd name="connsiteX0" fmla="*/ 376976 w 1156045"/>
                  <a:gd name="connsiteY0" fmla="*/ 98323 h 1941770"/>
                  <a:gd name="connsiteX1" fmla="*/ 660431 w 1156045"/>
                  <a:gd name="connsiteY1" fmla="*/ 204418 h 1941770"/>
                  <a:gd name="connsiteX2" fmla="*/ 1068872 w 1156045"/>
                  <a:gd name="connsiteY2" fmla="*/ 628667 h 1941770"/>
                  <a:gd name="connsiteX3" fmla="*/ 1117372 w 1156045"/>
                  <a:gd name="connsiteY3" fmla="*/ 864852 h 1941770"/>
                  <a:gd name="connsiteX4" fmla="*/ 1109148 w 1156045"/>
                  <a:gd name="connsiteY4" fmla="*/ 1044516 h 1941770"/>
                  <a:gd name="connsiteX5" fmla="*/ 1072057 w 1156045"/>
                  <a:gd name="connsiteY5" fmla="*/ 1209412 h 1941770"/>
                  <a:gd name="connsiteX6" fmla="*/ 1052966 w 1156045"/>
                  <a:gd name="connsiteY6" fmla="*/ 1339304 h 1941770"/>
                  <a:gd name="connsiteX7" fmla="*/ 1012371 w 1156045"/>
                  <a:gd name="connsiteY7" fmla="*/ 1546942 h 1941770"/>
                  <a:gd name="connsiteX8" fmla="*/ 804231 w 1156045"/>
                  <a:gd name="connsiteY8" fmla="*/ 1937356 h 1941770"/>
                  <a:gd name="connsiteX9" fmla="*/ 512131 w 1156045"/>
                  <a:gd name="connsiteY9" fmla="*/ 1742094 h 1941770"/>
                  <a:gd name="connsiteX10" fmla="*/ 440693 w 1156045"/>
                  <a:gd name="connsiteY10" fmla="*/ 1580169 h 1941770"/>
                  <a:gd name="connsiteX11" fmla="*/ 331156 w 1156045"/>
                  <a:gd name="connsiteY11" fmla="*/ 1394432 h 1941770"/>
                  <a:gd name="connsiteX12" fmla="*/ 149402 w 1156045"/>
                  <a:gd name="connsiteY12" fmla="*/ 1015019 h 1941770"/>
                  <a:gd name="connsiteX13" fmla="*/ 108231 w 1156045"/>
                  <a:gd name="connsiteY13" fmla="*/ 329575 h 1941770"/>
                  <a:gd name="connsiteX14" fmla="*/ 376976 w 1156045"/>
                  <a:gd name="connsiteY14" fmla="*/ 98323 h 1941770"/>
                  <a:gd name="connsiteX0" fmla="*/ 376976 w 1156045"/>
                  <a:gd name="connsiteY0" fmla="*/ 98323 h 1941770"/>
                  <a:gd name="connsiteX1" fmla="*/ 660431 w 1156045"/>
                  <a:gd name="connsiteY1" fmla="*/ 204418 h 1941770"/>
                  <a:gd name="connsiteX2" fmla="*/ 1068872 w 1156045"/>
                  <a:gd name="connsiteY2" fmla="*/ 628667 h 1941770"/>
                  <a:gd name="connsiteX3" fmla="*/ 1117372 w 1156045"/>
                  <a:gd name="connsiteY3" fmla="*/ 864852 h 1941770"/>
                  <a:gd name="connsiteX4" fmla="*/ 1109148 w 1156045"/>
                  <a:gd name="connsiteY4" fmla="*/ 1044516 h 1941770"/>
                  <a:gd name="connsiteX5" fmla="*/ 1072057 w 1156045"/>
                  <a:gd name="connsiteY5" fmla="*/ 1209412 h 1941770"/>
                  <a:gd name="connsiteX6" fmla="*/ 1052966 w 1156045"/>
                  <a:gd name="connsiteY6" fmla="*/ 1339304 h 1941770"/>
                  <a:gd name="connsiteX7" fmla="*/ 1012371 w 1156045"/>
                  <a:gd name="connsiteY7" fmla="*/ 1546942 h 1941770"/>
                  <a:gd name="connsiteX8" fmla="*/ 804231 w 1156045"/>
                  <a:gd name="connsiteY8" fmla="*/ 1937356 h 1941770"/>
                  <a:gd name="connsiteX9" fmla="*/ 512131 w 1156045"/>
                  <a:gd name="connsiteY9" fmla="*/ 1742094 h 1941770"/>
                  <a:gd name="connsiteX10" fmla="*/ 440693 w 1156045"/>
                  <a:gd name="connsiteY10" fmla="*/ 1580169 h 1941770"/>
                  <a:gd name="connsiteX11" fmla="*/ 331156 w 1156045"/>
                  <a:gd name="connsiteY11" fmla="*/ 1394432 h 1941770"/>
                  <a:gd name="connsiteX12" fmla="*/ 149402 w 1156045"/>
                  <a:gd name="connsiteY12" fmla="*/ 1015019 h 1941770"/>
                  <a:gd name="connsiteX13" fmla="*/ 108231 w 1156045"/>
                  <a:gd name="connsiteY13" fmla="*/ 329575 h 1941770"/>
                  <a:gd name="connsiteX14" fmla="*/ 376976 w 1156045"/>
                  <a:gd name="connsiteY14" fmla="*/ 98323 h 1941770"/>
                  <a:gd name="connsiteX0" fmla="*/ 376976 w 1161892"/>
                  <a:gd name="connsiteY0" fmla="*/ 98323 h 1941770"/>
                  <a:gd name="connsiteX1" fmla="*/ 660431 w 1161892"/>
                  <a:gd name="connsiteY1" fmla="*/ 204418 h 1941770"/>
                  <a:gd name="connsiteX2" fmla="*/ 1068872 w 1161892"/>
                  <a:gd name="connsiteY2" fmla="*/ 628667 h 1941770"/>
                  <a:gd name="connsiteX3" fmla="*/ 1117372 w 1161892"/>
                  <a:gd name="connsiteY3" fmla="*/ 864852 h 1941770"/>
                  <a:gd name="connsiteX4" fmla="*/ 1109148 w 1161892"/>
                  <a:gd name="connsiteY4" fmla="*/ 1044516 h 1941770"/>
                  <a:gd name="connsiteX5" fmla="*/ 1072057 w 1161892"/>
                  <a:gd name="connsiteY5" fmla="*/ 1209412 h 1941770"/>
                  <a:gd name="connsiteX6" fmla="*/ 1052966 w 1161892"/>
                  <a:gd name="connsiteY6" fmla="*/ 1339304 h 1941770"/>
                  <a:gd name="connsiteX7" fmla="*/ 1012371 w 1161892"/>
                  <a:gd name="connsiteY7" fmla="*/ 1546942 h 1941770"/>
                  <a:gd name="connsiteX8" fmla="*/ 804231 w 1161892"/>
                  <a:gd name="connsiteY8" fmla="*/ 1937356 h 1941770"/>
                  <a:gd name="connsiteX9" fmla="*/ 512131 w 1161892"/>
                  <a:gd name="connsiteY9" fmla="*/ 1742094 h 1941770"/>
                  <a:gd name="connsiteX10" fmla="*/ 440693 w 1161892"/>
                  <a:gd name="connsiteY10" fmla="*/ 1580169 h 1941770"/>
                  <a:gd name="connsiteX11" fmla="*/ 331156 w 1161892"/>
                  <a:gd name="connsiteY11" fmla="*/ 1394432 h 1941770"/>
                  <a:gd name="connsiteX12" fmla="*/ 149402 w 1161892"/>
                  <a:gd name="connsiteY12" fmla="*/ 1015019 h 1941770"/>
                  <a:gd name="connsiteX13" fmla="*/ 108231 w 1161892"/>
                  <a:gd name="connsiteY13" fmla="*/ 329575 h 1941770"/>
                  <a:gd name="connsiteX14" fmla="*/ 376976 w 1161892"/>
                  <a:gd name="connsiteY14" fmla="*/ 98323 h 1941770"/>
                  <a:gd name="connsiteX0" fmla="*/ 376976 w 1161892"/>
                  <a:gd name="connsiteY0" fmla="*/ 98323 h 1941770"/>
                  <a:gd name="connsiteX1" fmla="*/ 660431 w 1161892"/>
                  <a:gd name="connsiteY1" fmla="*/ 204418 h 1941770"/>
                  <a:gd name="connsiteX2" fmla="*/ 933547 w 1161892"/>
                  <a:gd name="connsiteY2" fmla="*/ 399753 h 1941770"/>
                  <a:gd name="connsiteX3" fmla="*/ 1068872 w 1161892"/>
                  <a:gd name="connsiteY3" fmla="*/ 628667 h 1941770"/>
                  <a:gd name="connsiteX4" fmla="*/ 1117372 w 1161892"/>
                  <a:gd name="connsiteY4" fmla="*/ 864852 h 1941770"/>
                  <a:gd name="connsiteX5" fmla="*/ 1109148 w 1161892"/>
                  <a:gd name="connsiteY5" fmla="*/ 1044516 h 1941770"/>
                  <a:gd name="connsiteX6" fmla="*/ 1072057 w 1161892"/>
                  <a:gd name="connsiteY6" fmla="*/ 1209412 h 1941770"/>
                  <a:gd name="connsiteX7" fmla="*/ 1052966 w 1161892"/>
                  <a:gd name="connsiteY7" fmla="*/ 1339304 h 1941770"/>
                  <a:gd name="connsiteX8" fmla="*/ 1012371 w 1161892"/>
                  <a:gd name="connsiteY8" fmla="*/ 1546942 h 1941770"/>
                  <a:gd name="connsiteX9" fmla="*/ 804231 w 1161892"/>
                  <a:gd name="connsiteY9" fmla="*/ 1937356 h 1941770"/>
                  <a:gd name="connsiteX10" fmla="*/ 512131 w 1161892"/>
                  <a:gd name="connsiteY10" fmla="*/ 1742094 h 1941770"/>
                  <a:gd name="connsiteX11" fmla="*/ 440693 w 1161892"/>
                  <a:gd name="connsiteY11" fmla="*/ 1580169 h 1941770"/>
                  <a:gd name="connsiteX12" fmla="*/ 331156 w 1161892"/>
                  <a:gd name="connsiteY12" fmla="*/ 1394432 h 1941770"/>
                  <a:gd name="connsiteX13" fmla="*/ 149402 w 1161892"/>
                  <a:gd name="connsiteY13" fmla="*/ 1015019 h 1941770"/>
                  <a:gd name="connsiteX14" fmla="*/ 108231 w 1161892"/>
                  <a:gd name="connsiteY14" fmla="*/ 329575 h 1941770"/>
                  <a:gd name="connsiteX15" fmla="*/ 376976 w 1161892"/>
                  <a:gd name="connsiteY15" fmla="*/ 98323 h 1941770"/>
                  <a:gd name="connsiteX0" fmla="*/ 376976 w 1161892"/>
                  <a:gd name="connsiteY0" fmla="*/ 89695 h 1933142"/>
                  <a:gd name="connsiteX1" fmla="*/ 781052 w 1161892"/>
                  <a:gd name="connsiteY1" fmla="*/ 241110 h 1933142"/>
                  <a:gd name="connsiteX2" fmla="*/ 933547 w 1161892"/>
                  <a:gd name="connsiteY2" fmla="*/ 391125 h 1933142"/>
                  <a:gd name="connsiteX3" fmla="*/ 1068872 w 1161892"/>
                  <a:gd name="connsiteY3" fmla="*/ 620039 h 1933142"/>
                  <a:gd name="connsiteX4" fmla="*/ 1117372 w 1161892"/>
                  <a:gd name="connsiteY4" fmla="*/ 856224 h 1933142"/>
                  <a:gd name="connsiteX5" fmla="*/ 1109148 w 1161892"/>
                  <a:gd name="connsiteY5" fmla="*/ 1035888 h 1933142"/>
                  <a:gd name="connsiteX6" fmla="*/ 1072057 w 1161892"/>
                  <a:gd name="connsiteY6" fmla="*/ 1200784 h 1933142"/>
                  <a:gd name="connsiteX7" fmla="*/ 1052966 w 1161892"/>
                  <a:gd name="connsiteY7" fmla="*/ 1330676 h 1933142"/>
                  <a:gd name="connsiteX8" fmla="*/ 1012371 w 1161892"/>
                  <a:gd name="connsiteY8" fmla="*/ 1538314 h 1933142"/>
                  <a:gd name="connsiteX9" fmla="*/ 804231 w 1161892"/>
                  <a:gd name="connsiteY9" fmla="*/ 1928728 h 1933142"/>
                  <a:gd name="connsiteX10" fmla="*/ 512131 w 1161892"/>
                  <a:gd name="connsiteY10" fmla="*/ 1733466 h 1933142"/>
                  <a:gd name="connsiteX11" fmla="*/ 440693 w 1161892"/>
                  <a:gd name="connsiteY11" fmla="*/ 1571541 h 1933142"/>
                  <a:gd name="connsiteX12" fmla="*/ 331156 w 1161892"/>
                  <a:gd name="connsiteY12" fmla="*/ 1385804 h 1933142"/>
                  <a:gd name="connsiteX13" fmla="*/ 149402 w 1161892"/>
                  <a:gd name="connsiteY13" fmla="*/ 1006391 h 1933142"/>
                  <a:gd name="connsiteX14" fmla="*/ 108231 w 1161892"/>
                  <a:gd name="connsiteY14" fmla="*/ 320947 h 1933142"/>
                  <a:gd name="connsiteX15" fmla="*/ 376976 w 1161892"/>
                  <a:gd name="connsiteY15" fmla="*/ 89695 h 1933142"/>
                  <a:gd name="connsiteX0" fmla="*/ 376976 w 1161892"/>
                  <a:gd name="connsiteY0" fmla="*/ 89695 h 1933142"/>
                  <a:gd name="connsiteX1" fmla="*/ 781052 w 1161892"/>
                  <a:gd name="connsiteY1" fmla="*/ 241110 h 1933142"/>
                  <a:gd name="connsiteX2" fmla="*/ 933547 w 1161892"/>
                  <a:gd name="connsiteY2" fmla="*/ 391125 h 1933142"/>
                  <a:gd name="connsiteX3" fmla="*/ 1068872 w 1161892"/>
                  <a:gd name="connsiteY3" fmla="*/ 620039 h 1933142"/>
                  <a:gd name="connsiteX4" fmla="*/ 1117372 w 1161892"/>
                  <a:gd name="connsiteY4" fmla="*/ 856224 h 1933142"/>
                  <a:gd name="connsiteX5" fmla="*/ 1109148 w 1161892"/>
                  <a:gd name="connsiteY5" fmla="*/ 1035888 h 1933142"/>
                  <a:gd name="connsiteX6" fmla="*/ 1072057 w 1161892"/>
                  <a:gd name="connsiteY6" fmla="*/ 1200784 h 1933142"/>
                  <a:gd name="connsiteX7" fmla="*/ 1052966 w 1161892"/>
                  <a:gd name="connsiteY7" fmla="*/ 1330676 h 1933142"/>
                  <a:gd name="connsiteX8" fmla="*/ 1012371 w 1161892"/>
                  <a:gd name="connsiteY8" fmla="*/ 1538314 h 1933142"/>
                  <a:gd name="connsiteX9" fmla="*/ 804231 w 1161892"/>
                  <a:gd name="connsiteY9" fmla="*/ 1928728 h 1933142"/>
                  <a:gd name="connsiteX10" fmla="*/ 512131 w 1161892"/>
                  <a:gd name="connsiteY10" fmla="*/ 1733466 h 1933142"/>
                  <a:gd name="connsiteX11" fmla="*/ 440693 w 1161892"/>
                  <a:gd name="connsiteY11" fmla="*/ 1571541 h 1933142"/>
                  <a:gd name="connsiteX12" fmla="*/ 331156 w 1161892"/>
                  <a:gd name="connsiteY12" fmla="*/ 1385804 h 1933142"/>
                  <a:gd name="connsiteX13" fmla="*/ 149402 w 1161892"/>
                  <a:gd name="connsiteY13" fmla="*/ 1006391 h 1933142"/>
                  <a:gd name="connsiteX14" fmla="*/ 108231 w 1161892"/>
                  <a:gd name="connsiteY14" fmla="*/ 320947 h 1933142"/>
                  <a:gd name="connsiteX15" fmla="*/ 376976 w 1161892"/>
                  <a:gd name="connsiteY15" fmla="*/ 89695 h 1933142"/>
                  <a:gd name="connsiteX0" fmla="*/ 376976 w 1161892"/>
                  <a:gd name="connsiteY0" fmla="*/ 89695 h 1933142"/>
                  <a:gd name="connsiteX1" fmla="*/ 781052 w 1161892"/>
                  <a:gd name="connsiteY1" fmla="*/ 241110 h 1933142"/>
                  <a:gd name="connsiteX2" fmla="*/ 933547 w 1161892"/>
                  <a:gd name="connsiteY2" fmla="*/ 391125 h 1933142"/>
                  <a:gd name="connsiteX3" fmla="*/ 1068872 w 1161892"/>
                  <a:gd name="connsiteY3" fmla="*/ 620039 h 1933142"/>
                  <a:gd name="connsiteX4" fmla="*/ 1117372 w 1161892"/>
                  <a:gd name="connsiteY4" fmla="*/ 856224 h 1933142"/>
                  <a:gd name="connsiteX5" fmla="*/ 1109148 w 1161892"/>
                  <a:gd name="connsiteY5" fmla="*/ 1035888 h 1933142"/>
                  <a:gd name="connsiteX6" fmla="*/ 1072057 w 1161892"/>
                  <a:gd name="connsiteY6" fmla="*/ 1200784 h 1933142"/>
                  <a:gd name="connsiteX7" fmla="*/ 1052966 w 1161892"/>
                  <a:gd name="connsiteY7" fmla="*/ 1330676 h 1933142"/>
                  <a:gd name="connsiteX8" fmla="*/ 1012371 w 1161892"/>
                  <a:gd name="connsiteY8" fmla="*/ 1538314 h 1933142"/>
                  <a:gd name="connsiteX9" fmla="*/ 804231 w 1161892"/>
                  <a:gd name="connsiteY9" fmla="*/ 1928728 h 1933142"/>
                  <a:gd name="connsiteX10" fmla="*/ 512131 w 1161892"/>
                  <a:gd name="connsiteY10" fmla="*/ 1733466 h 1933142"/>
                  <a:gd name="connsiteX11" fmla="*/ 440693 w 1161892"/>
                  <a:gd name="connsiteY11" fmla="*/ 1571541 h 1933142"/>
                  <a:gd name="connsiteX12" fmla="*/ 331156 w 1161892"/>
                  <a:gd name="connsiteY12" fmla="*/ 1385804 h 1933142"/>
                  <a:gd name="connsiteX13" fmla="*/ 149402 w 1161892"/>
                  <a:gd name="connsiteY13" fmla="*/ 1006391 h 1933142"/>
                  <a:gd name="connsiteX14" fmla="*/ 108231 w 1161892"/>
                  <a:gd name="connsiteY14" fmla="*/ 320947 h 1933142"/>
                  <a:gd name="connsiteX15" fmla="*/ 376976 w 1161892"/>
                  <a:gd name="connsiteY15" fmla="*/ 89695 h 1933142"/>
                  <a:gd name="connsiteX0" fmla="*/ 376976 w 1161892"/>
                  <a:gd name="connsiteY0" fmla="*/ 28547 h 1871994"/>
                  <a:gd name="connsiteX1" fmla="*/ 677728 w 1161892"/>
                  <a:gd name="connsiteY1" fmla="*/ 24882 h 1871994"/>
                  <a:gd name="connsiteX2" fmla="*/ 781052 w 1161892"/>
                  <a:gd name="connsiteY2" fmla="*/ 179962 h 1871994"/>
                  <a:gd name="connsiteX3" fmla="*/ 933547 w 1161892"/>
                  <a:gd name="connsiteY3" fmla="*/ 329977 h 1871994"/>
                  <a:gd name="connsiteX4" fmla="*/ 1068872 w 1161892"/>
                  <a:gd name="connsiteY4" fmla="*/ 558891 h 1871994"/>
                  <a:gd name="connsiteX5" fmla="*/ 1117372 w 1161892"/>
                  <a:gd name="connsiteY5" fmla="*/ 795076 h 1871994"/>
                  <a:gd name="connsiteX6" fmla="*/ 1109148 w 1161892"/>
                  <a:gd name="connsiteY6" fmla="*/ 974740 h 1871994"/>
                  <a:gd name="connsiteX7" fmla="*/ 1072057 w 1161892"/>
                  <a:gd name="connsiteY7" fmla="*/ 1139636 h 1871994"/>
                  <a:gd name="connsiteX8" fmla="*/ 1052966 w 1161892"/>
                  <a:gd name="connsiteY8" fmla="*/ 1269528 h 1871994"/>
                  <a:gd name="connsiteX9" fmla="*/ 1012371 w 1161892"/>
                  <a:gd name="connsiteY9" fmla="*/ 1477166 h 1871994"/>
                  <a:gd name="connsiteX10" fmla="*/ 804231 w 1161892"/>
                  <a:gd name="connsiteY10" fmla="*/ 1867580 h 1871994"/>
                  <a:gd name="connsiteX11" fmla="*/ 512131 w 1161892"/>
                  <a:gd name="connsiteY11" fmla="*/ 1672318 h 1871994"/>
                  <a:gd name="connsiteX12" fmla="*/ 440693 w 1161892"/>
                  <a:gd name="connsiteY12" fmla="*/ 1510393 h 1871994"/>
                  <a:gd name="connsiteX13" fmla="*/ 331156 w 1161892"/>
                  <a:gd name="connsiteY13" fmla="*/ 1324656 h 1871994"/>
                  <a:gd name="connsiteX14" fmla="*/ 149402 w 1161892"/>
                  <a:gd name="connsiteY14" fmla="*/ 945243 h 1871994"/>
                  <a:gd name="connsiteX15" fmla="*/ 108231 w 1161892"/>
                  <a:gd name="connsiteY15" fmla="*/ 259799 h 1871994"/>
                  <a:gd name="connsiteX16" fmla="*/ 376976 w 1161892"/>
                  <a:gd name="connsiteY16" fmla="*/ 28547 h 1871994"/>
                  <a:gd name="connsiteX0" fmla="*/ 250959 w 1161892"/>
                  <a:gd name="connsiteY0" fmla="*/ 84593 h 1853216"/>
                  <a:gd name="connsiteX1" fmla="*/ 677728 w 1161892"/>
                  <a:gd name="connsiteY1" fmla="*/ 6104 h 1853216"/>
                  <a:gd name="connsiteX2" fmla="*/ 781052 w 1161892"/>
                  <a:gd name="connsiteY2" fmla="*/ 161184 h 1853216"/>
                  <a:gd name="connsiteX3" fmla="*/ 933547 w 1161892"/>
                  <a:gd name="connsiteY3" fmla="*/ 311199 h 1853216"/>
                  <a:gd name="connsiteX4" fmla="*/ 1068872 w 1161892"/>
                  <a:gd name="connsiteY4" fmla="*/ 540113 h 1853216"/>
                  <a:gd name="connsiteX5" fmla="*/ 1117372 w 1161892"/>
                  <a:gd name="connsiteY5" fmla="*/ 776298 h 1853216"/>
                  <a:gd name="connsiteX6" fmla="*/ 1109148 w 1161892"/>
                  <a:gd name="connsiteY6" fmla="*/ 955962 h 1853216"/>
                  <a:gd name="connsiteX7" fmla="*/ 1072057 w 1161892"/>
                  <a:gd name="connsiteY7" fmla="*/ 1120858 h 1853216"/>
                  <a:gd name="connsiteX8" fmla="*/ 1052966 w 1161892"/>
                  <a:gd name="connsiteY8" fmla="*/ 1250750 h 1853216"/>
                  <a:gd name="connsiteX9" fmla="*/ 1012371 w 1161892"/>
                  <a:gd name="connsiteY9" fmla="*/ 1458388 h 1853216"/>
                  <a:gd name="connsiteX10" fmla="*/ 804231 w 1161892"/>
                  <a:gd name="connsiteY10" fmla="*/ 1848802 h 1853216"/>
                  <a:gd name="connsiteX11" fmla="*/ 512131 w 1161892"/>
                  <a:gd name="connsiteY11" fmla="*/ 1653540 h 1853216"/>
                  <a:gd name="connsiteX12" fmla="*/ 440693 w 1161892"/>
                  <a:gd name="connsiteY12" fmla="*/ 1491615 h 1853216"/>
                  <a:gd name="connsiteX13" fmla="*/ 331156 w 1161892"/>
                  <a:gd name="connsiteY13" fmla="*/ 1305878 h 1853216"/>
                  <a:gd name="connsiteX14" fmla="*/ 149402 w 1161892"/>
                  <a:gd name="connsiteY14" fmla="*/ 926465 h 1853216"/>
                  <a:gd name="connsiteX15" fmla="*/ 108231 w 1161892"/>
                  <a:gd name="connsiteY15" fmla="*/ 241021 h 1853216"/>
                  <a:gd name="connsiteX16" fmla="*/ 250959 w 1161892"/>
                  <a:gd name="connsiteY16" fmla="*/ 84593 h 1853216"/>
                  <a:gd name="connsiteX0" fmla="*/ 250959 w 1161892"/>
                  <a:gd name="connsiteY0" fmla="*/ 160230 h 1928853"/>
                  <a:gd name="connsiteX1" fmla="*/ 677728 w 1161892"/>
                  <a:gd name="connsiteY1" fmla="*/ 81741 h 1928853"/>
                  <a:gd name="connsiteX2" fmla="*/ 781052 w 1161892"/>
                  <a:gd name="connsiteY2" fmla="*/ 236821 h 1928853"/>
                  <a:gd name="connsiteX3" fmla="*/ 933547 w 1161892"/>
                  <a:gd name="connsiteY3" fmla="*/ 386836 h 1928853"/>
                  <a:gd name="connsiteX4" fmla="*/ 1068872 w 1161892"/>
                  <a:gd name="connsiteY4" fmla="*/ 615750 h 1928853"/>
                  <a:gd name="connsiteX5" fmla="*/ 1117372 w 1161892"/>
                  <a:gd name="connsiteY5" fmla="*/ 851935 h 1928853"/>
                  <a:gd name="connsiteX6" fmla="*/ 1109148 w 1161892"/>
                  <a:gd name="connsiteY6" fmla="*/ 1031599 h 1928853"/>
                  <a:gd name="connsiteX7" fmla="*/ 1072057 w 1161892"/>
                  <a:gd name="connsiteY7" fmla="*/ 1196495 h 1928853"/>
                  <a:gd name="connsiteX8" fmla="*/ 1052966 w 1161892"/>
                  <a:gd name="connsiteY8" fmla="*/ 1326387 h 1928853"/>
                  <a:gd name="connsiteX9" fmla="*/ 1012371 w 1161892"/>
                  <a:gd name="connsiteY9" fmla="*/ 1534025 h 1928853"/>
                  <a:gd name="connsiteX10" fmla="*/ 804231 w 1161892"/>
                  <a:gd name="connsiteY10" fmla="*/ 1924439 h 1928853"/>
                  <a:gd name="connsiteX11" fmla="*/ 512131 w 1161892"/>
                  <a:gd name="connsiteY11" fmla="*/ 1729177 h 1928853"/>
                  <a:gd name="connsiteX12" fmla="*/ 440693 w 1161892"/>
                  <a:gd name="connsiteY12" fmla="*/ 1567252 h 1928853"/>
                  <a:gd name="connsiteX13" fmla="*/ 331156 w 1161892"/>
                  <a:gd name="connsiteY13" fmla="*/ 1381515 h 1928853"/>
                  <a:gd name="connsiteX14" fmla="*/ 149402 w 1161892"/>
                  <a:gd name="connsiteY14" fmla="*/ 1002102 h 1928853"/>
                  <a:gd name="connsiteX15" fmla="*/ 108231 w 1161892"/>
                  <a:gd name="connsiteY15" fmla="*/ 316658 h 1928853"/>
                  <a:gd name="connsiteX16" fmla="*/ 250959 w 1161892"/>
                  <a:gd name="connsiteY16" fmla="*/ 160230 h 1928853"/>
                  <a:gd name="connsiteX0" fmla="*/ 250959 w 1161892"/>
                  <a:gd name="connsiteY0" fmla="*/ 160230 h 1928853"/>
                  <a:gd name="connsiteX1" fmla="*/ 677728 w 1161892"/>
                  <a:gd name="connsiteY1" fmla="*/ 81741 h 1928853"/>
                  <a:gd name="connsiteX2" fmla="*/ 781052 w 1161892"/>
                  <a:gd name="connsiteY2" fmla="*/ 236821 h 1928853"/>
                  <a:gd name="connsiteX3" fmla="*/ 933547 w 1161892"/>
                  <a:gd name="connsiteY3" fmla="*/ 386836 h 1928853"/>
                  <a:gd name="connsiteX4" fmla="*/ 1068872 w 1161892"/>
                  <a:gd name="connsiteY4" fmla="*/ 615750 h 1928853"/>
                  <a:gd name="connsiteX5" fmla="*/ 1117372 w 1161892"/>
                  <a:gd name="connsiteY5" fmla="*/ 851935 h 1928853"/>
                  <a:gd name="connsiteX6" fmla="*/ 1109148 w 1161892"/>
                  <a:gd name="connsiteY6" fmla="*/ 1031599 h 1928853"/>
                  <a:gd name="connsiteX7" fmla="*/ 1072057 w 1161892"/>
                  <a:gd name="connsiteY7" fmla="*/ 1196495 h 1928853"/>
                  <a:gd name="connsiteX8" fmla="*/ 1052966 w 1161892"/>
                  <a:gd name="connsiteY8" fmla="*/ 1326387 h 1928853"/>
                  <a:gd name="connsiteX9" fmla="*/ 1012371 w 1161892"/>
                  <a:gd name="connsiteY9" fmla="*/ 1534025 h 1928853"/>
                  <a:gd name="connsiteX10" fmla="*/ 804231 w 1161892"/>
                  <a:gd name="connsiteY10" fmla="*/ 1924439 h 1928853"/>
                  <a:gd name="connsiteX11" fmla="*/ 512131 w 1161892"/>
                  <a:gd name="connsiteY11" fmla="*/ 1729177 h 1928853"/>
                  <a:gd name="connsiteX12" fmla="*/ 440693 w 1161892"/>
                  <a:gd name="connsiteY12" fmla="*/ 1567252 h 1928853"/>
                  <a:gd name="connsiteX13" fmla="*/ 331156 w 1161892"/>
                  <a:gd name="connsiteY13" fmla="*/ 1381515 h 1928853"/>
                  <a:gd name="connsiteX14" fmla="*/ 149402 w 1161892"/>
                  <a:gd name="connsiteY14" fmla="*/ 1002102 h 1928853"/>
                  <a:gd name="connsiteX15" fmla="*/ 108231 w 1161892"/>
                  <a:gd name="connsiteY15" fmla="*/ 316658 h 1928853"/>
                  <a:gd name="connsiteX16" fmla="*/ 250959 w 1161892"/>
                  <a:gd name="connsiteY16" fmla="*/ 160230 h 1928853"/>
                  <a:gd name="connsiteX0" fmla="*/ 250959 w 1161892"/>
                  <a:gd name="connsiteY0" fmla="*/ 160230 h 1928853"/>
                  <a:gd name="connsiteX1" fmla="*/ 677728 w 1161892"/>
                  <a:gd name="connsiteY1" fmla="*/ 81741 h 1928853"/>
                  <a:gd name="connsiteX2" fmla="*/ 781052 w 1161892"/>
                  <a:gd name="connsiteY2" fmla="*/ 236821 h 1928853"/>
                  <a:gd name="connsiteX3" fmla="*/ 933547 w 1161892"/>
                  <a:gd name="connsiteY3" fmla="*/ 386836 h 1928853"/>
                  <a:gd name="connsiteX4" fmla="*/ 1068872 w 1161892"/>
                  <a:gd name="connsiteY4" fmla="*/ 615750 h 1928853"/>
                  <a:gd name="connsiteX5" fmla="*/ 1117372 w 1161892"/>
                  <a:gd name="connsiteY5" fmla="*/ 851935 h 1928853"/>
                  <a:gd name="connsiteX6" fmla="*/ 1109148 w 1161892"/>
                  <a:gd name="connsiteY6" fmla="*/ 1031599 h 1928853"/>
                  <a:gd name="connsiteX7" fmla="*/ 1072057 w 1161892"/>
                  <a:gd name="connsiteY7" fmla="*/ 1196495 h 1928853"/>
                  <a:gd name="connsiteX8" fmla="*/ 1052966 w 1161892"/>
                  <a:gd name="connsiteY8" fmla="*/ 1326387 h 1928853"/>
                  <a:gd name="connsiteX9" fmla="*/ 1012371 w 1161892"/>
                  <a:gd name="connsiteY9" fmla="*/ 1534025 h 1928853"/>
                  <a:gd name="connsiteX10" fmla="*/ 804231 w 1161892"/>
                  <a:gd name="connsiteY10" fmla="*/ 1924439 h 1928853"/>
                  <a:gd name="connsiteX11" fmla="*/ 512131 w 1161892"/>
                  <a:gd name="connsiteY11" fmla="*/ 1729177 h 1928853"/>
                  <a:gd name="connsiteX12" fmla="*/ 440693 w 1161892"/>
                  <a:gd name="connsiteY12" fmla="*/ 1567252 h 1928853"/>
                  <a:gd name="connsiteX13" fmla="*/ 331156 w 1161892"/>
                  <a:gd name="connsiteY13" fmla="*/ 1381515 h 1928853"/>
                  <a:gd name="connsiteX14" fmla="*/ 149402 w 1161892"/>
                  <a:gd name="connsiteY14" fmla="*/ 1002102 h 1928853"/>
                  <a:gd name="connsiteX15" fmla="*/ 108231 w 1161892"/>
                  <a:gd name="connsiteY15" fmla="*/ 316658 h 1928853"/>
                  <a:gd name="connsiteX16" fmla="*/ 250959 w 1161892"/>
                  <a:gd name="connsiteY16" fmla="*/ 160230 h 19288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161892" h="1928853">
                    <a:moveTo>
                      <a:pt x="250959" y="160230"/>
                    </a:moveTo>
                    <a:cubicBezTo>
                      <a:pt x="509839" y="-128910"/>
                      <a:pt x="610382" y="56505"/>
                      <a:pt x="677728" y="81741"/>
                    </a:cubicBezTo>
                    <a:cubicBezTo>
                      <a:pt x="745074" y="106977"/>
                      <a:pt x="738115" y="179697"/>
                      <a:pt x="781052" y="236821"/>
                    </a:cubicBezTo>
                    <a:cubicBezTo>
                      <a:pt x="873629" y="286186"/>
                      <a:pt x="893475" y="273600"/>
                      <a:pt x="933547" y="386836"/>
                    </a:cubicBezTo>
                    <a:cubicBezTo>
                      <a:pt x="1115997" y="444255"/>
                      <a:pt x="1038050" y="537360"/>
                      <a:pt x="1068872" y="615750"/>
                    </a:cubicBezTo>
                    <a:cubicBezTo>
                      <a:pt x="1200749" y="696986"/>
                      <a:pt x="1109574" y="770854"/>
                      <a:pt x="1117372" y="851935"/>
                    </a:cubicBezTo>
                    <a:cubicBezTo>
                      <a:pt x="1186411" y="985860"/>
                      <a:pt x="1168480" y="929538"/>
                      <a:pt x="1109148" y="1031599"/>
                    </a:cubicBezTo>
                    <a:cubicBezTo>
                      <a:pt x="1124283" y="1131007"/>
                      <a:pt x="1179912" y="1042457"/>
                      <a:pt x="1072057" y="1196495"/>
                    </a:cubicBezTo>
                    <a:cubicBezTo>
                      <a:pt x="1105269" y="1263967"/>
                      <a:pt x="1082579" y="1224301"/>
                      <a:pt x="1052966" y="1326387"/>
                    </a:cubicBezTo>
                    <a:cubicBezTo>
                      <a:pt x="1057502" y="1385712"/>
                      <a:pt x="1100523" y="1441911"/>
                      <a:pt x="1012371" y="1534025"/>
                    </a:cubicBezTo>
                    <a:cubicBezTo>
                      <a:pt x="970915" y="1633700"/>
                      <a:pt x="889611" y="1894315"/>
                      <a:pt x="804231" y="1924439"/>
                    </a:cubicBezTo>
                    <a:cubicBezTo>
                      <a:pt x="649185" y="1953807"/>
                      <a:pt x="538589" y="1830777"/>
                      <a:pt x="512131" y="1729177"/>
                    </a:cubicBezTo>
                    <a:cubicBezTo>
                      <a:pt x="485673" y="1627577"/>
                      <a:pt x="465299" y="1629164"/>
                      <a:pt x="440693" y="1567252"/>
                    </a:cubicBezTo>
                    <a:cubicBezTo>
                      <a:pt x="363700" y="1514865"/>
                      <a:pt x="367668" y="1465653"/>
                      <a:pt x="331156" y="1381515"/>
                    </a:cubicBezTo>
                    <a:cubicBezTo>
                      <a:pt x="180344" y="1264041"/>
                      <a:pt x="171627" y="1096558"/>
                      <a:pt x="149402" y="1002102"/>
                    </a:cubicBezTo>
                    <a:cubicBezTo>
                      <a:pt x="-75019" y="748928"/>
                      <a:pt x="-10464" y="447278"/>
                      <a:pt x="108231" y="316658"/>
                    </a:cubicBezTo>
                    <a:cubicBezTo>
                      <a:pt x="125239" y="237760"/>
                      <a:pt x="44951" y="225132"/>
                      <a:pt x="250959" y="160230"/>
                    </a:cubicBezTo>
                    <a:close/>
                  </a:path>
                </a:pathLst>
              </a:custGeom>
              <a:solidFill>
                <a:srgbClr val="56BE56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85A03ED1-1759-646E-0D74-0B384E291754}"/>
                  </a:ext>
                </a:extLst>
              </p:cNvPr>
              <p:cNvSpPr/>
              <p:nvPr/>
            </p:nvSpPr>
            <p:spPr>
              <a:xfrm rot="16638766" flipH="1" flipV="1">
                <a:off x="5240232" y="2739369"/>
                <a:ext cx="1177253" cy="403310"/>
              </a:xfrm>
              <a:custGeom>
                <a:avLst/>
                <a:gdLst>
                  <a:gd name="connsiteX0" fmla="*/ 0 w 1007285"/>
                  <a:gd name="connsiteY0" fmla="*/ 0 h 94954"/>
                  <a:gd name="connsiteX1" fmla="*/ 1007285 w 1007285"/>
                  <a:gd name="connsiteY1" fmla="*/ 0 h 94954"/>
                  <a:gd name="connsiteX2" fmla="*/ 1007285 w 1007285"/>
                  <a:gd name="connsiteY2" fmla="*/ 94954 h 94954"/>
                  <a:gd name="connsiteX3" fmla="*/ 0 w 1007285"/>
                  <a:gd name="connsiteY3" fmla="*/ 94954 h 94954"/>
                  <a:gd name="connsiteX4" fmla="*/ 0 w 1007285"/>
                  <a:gd name="connsiteY4" fmla="*/ 0 h 94954"/>
                  <a:gd name="connsiteX0" fmla="*/ 2819400 w 3826685"/>
                  <a:gd name="connsiteY0" fmla="*/ 0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4" fmla="*/ 2819400 w 3826685"/>
                  <a:gd name="connsiteY4" fmla="*/ 0 h 869654"/>
                  <a:gd name="connsiteX0" fmla="*/ 0 w 3826685"/>
                  <a:gd name="connsiteY0" fmla="*/ 869654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968065 h 1033547"/>
                  <a:gd name="connsiteX1" fmla="*/ 3826685 w 3826685"/>
                  <a:gd name="connsiteY1" fmla="*/ 98411 h 1033547"/>
                  <a:gd name="connsiteX2" fmla="*/ 3826685 w 3826685"/>
                  <a:gd name="connsiteY2" fmla="*/ 193365 h 1033547"/>
                  <a:gd name="connsiteX3" fmla="*/ 0 w 3826685"/>
                  <a:gd name="connsiteY3" fmla="*/ 968065 h 1033547"/>
                  <a:gd name="connsiteX0" fmla="*/ 0 w 3826685"/>
                  <a:gd name="connsiteY0" fmla="*/ 968065 h 1013810"/>
                  <a:gd name="connsiteX1" fmla="*/ 3826685 w 3826685"/>
                  <a:gd name="connsiteY1" fmla="*/ 98411 h 1013810"/>
                  <a:gd name="connsiteX2" fmla="*/ 3826685 w 3826685"/>
                  <a:gd name="connsiteY2" fmla="*/ 193365 h 1013810"/>
                  <a:gd name="connsiteX3" fmla="*/ 0 w 3826685"/>
                  <a:gd name="connsiteY3" fmla="*/ 968065 h 1013810"/>
                  <a:gd name="connsiteX0" fmla="*/ 0 w 3826685"/>
                  <a:gd name="connsiteY0" fmla="*/ 968065 h 1012429"/>
                  <a:gd name="connsiteX1" fmla="*/ 3826685 w 3826685"/>
                  <a:gd name="connsiteY1" fmla="*/ 98411 h 1012429"/>
                  <a:gd name="connsiteX2" fmla="*/ 3826685 w 3826685"/>
                  <a:gd name="connsiteY2" fmla="*/ 193365 h 1012429"/>
                  <a:gd name="connsiteX3" fmla="*/ 0 w 3826685"/>
                  <a:gd name="connsiteY3" fmla="*/ 968065 h 101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6685" h="1012429">
                    <a:moveTo>
                      <a:pt x="0" y="968065"/>
                    </a:moveTo>
                    <a:cubicBezTo>
                      <a:pt x="1199362" y="1008380"/>
                      <a:pt x="2779723" y="-373704"/>
                      <a:pt x="3826685" y="98411"/>
                    </a:cubicBezTo>
                    <a:lnTo>
                      <a:pt x="3826685" y="193365"/>
                    </a:lnTo>
                    <a:cubicBezTo>
                      <a:pt x="2614623" y="-65927"/>
                      <a:pt x="932662" y="1268632"/>
                      <a:pt x="0" y="968065"/>
                    </a:cubicBezTo>
                    <a:close/>
                  </a:path>
                </a:pathLst>
              </a:custGeom>
              <a:solidFill>
                <a:srgbClr val="9EC82D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ectangle 7">
                <a:extLst>
                  <a:ext uri="{FF2B5EF4-FFF2-40B4-BE49-F238E27FC236}">
                    <a16:creationId xmlns:a16="http://schemas.microsoft.com/office/drawing/2014/main" id="{93782A43-35B2-EF5C-4578-DA174AB11D45}"/>
                  </a:ext>
                </a:extLst>
              </p:cNvPr>
              <p:cNvSpPr/>
              <p:nvPr/>
            </p:nvSpPr>
            <p:spPr>
              <a:xfrm rot="1173360" flipH="1" flipV="1">
                <a:off x="6065525" y="3900357"/>
                <a:ext cx="1177253" cy="403310"/>
              </a:xfrm>
              <a:custGeom>
                <a:avLst/>
                <a:gdLst>
                  <a:gd name="connsiteX0" fmla="*/ 0 w 1007285"/>
                  <a:gd name="connsiteY0" fmla="*/ 0 h 94954"/>
                  <a:gd name="connsiteX1" fmla="*/ 1007285 w 1007285"/>
                  <a:gd name="connsiteY1" fmla="*/ 0 h 94954"/>
                  <a:gd name="connsiteX2" fmla="*/ 1007285 w 1007285"/>
                  <a:gd name="connsiteY2" fmla="*/ 94954 h 94954"/>
                  <a:gd name="connsiteX3" fmla="*/ 0 w 1007285"/>
                  <a:gd name="connsiteY3" fmla="*/ 94954 h 94954"/>
                  <a:gd name="connsiteX4" fmla="*/ 0 w 1007285"/>
                  <a:gd name="connsiteY4" fmla="*/ 0 h 94954"/>
                  <a:gd name="connsiteX0" fmla="*/ 2819400 w 3826685"/>
                  <a:gd name="connsiteY0" fmla="*/ 0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4" fmla="*/ 2819400 w 3826685"/>
                  <a:gd name="connsiteY4" fmla="*/ 0 h 869654"/>
                  <a:gd name="connsiteX0" fmla="*/ 0 w 3826685"/>
                  <a:gd name="connsiteY0" fmla="*/ 869654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968065 h 1033547"/>
                  <a:gd name="connsiteX1" fmla="*/ 3826685 w 3826685"/>
                  <a:gd name="connsiteY1" fmla="*/ 98411 h 1033547"/>
                  <a:gd name="connsiteX2" fmla="*/ 3826685 w 3826685"/>
                  <a:gd name="connsiteY2" fmla="*/ 193365 h 1033547"/>
                  <a:gd name="connsiteX3" fmla="*/ 0 w 3826685"/>
                  <a:gd name="connsiteY3" fmla="*/ 968065 h 1033547"/>
                  <a:gd name="connsiteX0" fmla="*/ 0 w 3826685"/>
                  <a:gd name="connsiteY0" fmla="*/ 968065 h 1013810"/>
                  <a:gd name="connsiteX1" fmla="*/ 3826685 w 3826685"/>
                  <a:gd name="connsiteY1" fmla="*/ 98411 h 1013810"/>
                  <a:gd name="connsiteX2" fmla="*/ 3826685 w 3826685"/>
                  <a:gd name="connsiteY2" fmla="*/ 193365 h 1013810"/>
                  <a:gd name="connsiteX3" fmla="*/ 0 w 3826685"/>
                  <a:gd name="connsiteY3" fmla="*/ 968065 h 1013810"/>
                  <a:gd name="connsiteX0" fmla="*/ 0 w 3826685"/>
                  <a:gd name="connsiteY0" fmla="*/ 968065 h 1012429"/>
                  <a:gd name="connsiteX1" fmla="*/ 3826685 w 3826685"/>
                  <a:gd name="connsiteY1" fmla="*/ 98411 h 1012429"/>
                  <a:gd name="connsiteX2" fmla="*/ 3826685 w 3826685"/>
                  <a:gd name="connsiteY2" fmla="*/ 193365 h 1012429"/>
                  <a:gd name="connsiteX3" fmla="*/ 0 w 3826685"/>
                  <a:gd name="connsiteY3" fmla="*/ 968065 h 101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6685" h="1012429">
                    <a:moveTo>
                      <a:pt x="0" y="968065"/>
                    </a:moveTo>
                    <a:cubicBezTo>
                      <a:pt x="1199362" y="1008380"/>
                      <a:pt x="2779723" y="-373704"/>
                      <a:pt x="3826685" y="98411"/>
                    </a:cubicBezTo>
                    <a:lnTo>
                      <a:pt x="3826685" y="193365"/>
                    </a:lnTo>
                    <a:cubicBezTo>
                      <a:pt x="2614623" y="-65927"/>
                      <a:pt x="932662" y="1268632"/>
                      <a:pt x="0" y="968065"/>
                    </a:cubicBezTo>
                    <a:close/>
                  </a:path>
                </a:pathLst>
              </a:custGeom>
              <a:solidFill>
                <a:srgbClr val="9EC82D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ectangle 3">
                <a:extLst>
                  <a:ext uri="{FF2B5EF4-FFF2-40B4-BE49-F238E27FC236}">
                    <a16:creationId xmlns:a16="http://schemas.microsoft.com/office/drawing/2014/main" id="{6D006D8C-8396-ED16-9A24-8534F85EB58B}"/>
                  </a:ext>
                </a:extLst>
              </p:cNvPr>
              <p:cNvSpPr/>
              <p:nvPr/>
            </p:nvSpPr>
            <p:spPr>
              <a:xfrm rot="3771712">
                <a:off x="6371698" y="2022650"/>
                <a:ext cx="1117809" cy="2313596"/>
              </a:xfrm>
              <a:custGeom>
                <a:avLst/>
                <a:gdLst>
                  <a:gd name="connsiteX0" fmla="*/ 0 w 381000"/>
                  <a:gd name="connsiteY0" fmla="*/ 0 h 1422400"/>
                  <a:gd name="connsiteX1" fmla="*/ 381000 w 381000"/>
                  <a:gd name="connsiteY1" fmla="*/ 0 h 1422400"/>
                  <a:gd name="connsiteX2" fmla="*/ 381000 w 381000"/>
                  <a:gd name="connsiteY2" fmla="*/ 1422400 h 1422400"/>
                  <a:gd name="connsiteX3" fmla="*/ 0 w 381000"/>
                  <a:gd name="connsiteY3" fmla="*/ 1422400 h 1422400"/>
                  <a:gd name="connsiteX4" fmla="*/ 0 w 381000"/>
                  <a:gd name="connsiteY4" fmla="*/ 0 h 1422400"/>
                  <a:gd name="connsiteX0" fmla="*/ 0 w 596900"/>
                  <a:gd name="connsiteY0" fmla="*/ 0 h 1905000"/>
                  <a:gd name="connsiteX1" fmla="*/ 596900 w 596900"/>
                  <a:gd name="connsiteY1" fmla="*/ 482600 h 1905000"/>
                  <a:gd name="connsiteX2" fmla="*/ 596900 w 596900"/>
                  <a:gd name="connsiteY2" fmla="*/ 1905000 h 1905000"/>
                  <a:gd name="connsiteX3" fmla="*/ 215900 w 596900"/>
                  <a:gd name="connsiteY3" fmla="*/ 1905000 h 1905000"/>
                  <a:gd name="connsiteX4" fmla="*/ 0 w 596900"/>
                  <a:gd name="connsiteY4" fmla="*/ 0 h 1905000"/>
                  <a:gd name="connsiteX0" fmla="*/ 0 w 596900"/>
                  <a:gd name="connsiteY0" fmla="*/ 0 h 1905000"/>
                  <a:gd name="connsiteX1" fmla="*/ 482600 w 596900"/>
                  <a:gd name="connsiteY1" fmla="*/ 139700 h 1905000"/>
                  <a:gd name="connsiteX2" fmla="*/ 596900 w 596900"/>
                  <a:gd name="connsiteY2" fmla="*/ 1905000 h 1905000"/>
                  <a:gd name="connsiteX3" fmla="*/ 215900 w 596900"/>
                  <a:gd name="connsiteY3" fmla="*/ 1905000 h 1905000"/>
                  <a:gd name="connsiteX4" fmla="*/ 0 w 596900"/>
                  <a:gd name="connsiteY4" fmla="*/ 0 h 1905000"/>
                  <a:gd name="connsiteX0" fmla="*/ 0 w 596900"/>
                  <a:gd name="connsiteY0" fmla="*/ 0 h 1905000"/>
                  <a:gd name="connsiteX1" fmla="*/ 468313 w 596900"/>
                  <a:gd name="connsiteY1" fmla="*/ 115887 h 1905000"/>
                  <a:gd name="connsiteX2" fmla="*/ 596900 w 596900"/>
                  <a:gd name="connsiteY2" fmla="*/ 1905000 h 1905000"/>
                  <a:gd name="connsiteX3" fmla="*/ 215900 w 596900"/>
                  <a:gd name="connsiteY3" fmla="*/ 1905000 h 1905000"/>
                  <a:gd name="connsiteX4" fmla="*/ 0 w 596900"/>
                  <a:gd name="connsiteY4" fmla="*/ 0 h 1905000"/>
                  <a:gd name="connsiteX0" fmla="*/ 0 w 630237"/>
                  <a:gd name="connsiteY0" fmla="*/ 0 h 1900237"/>
                  <a:gd name="connsiteX1" fmla="*/ 501650 w 630237"/>
                  <a:gd name="connsiteY1" fmla="*/ 111124 h 1900237"/>
                  <a:gd name="connsiteX2" fmla="*/ 630237 w 630237"/>
                  <a:gd name="connsiteY2" fmla="*/ 1900237 h 1900237"/>
                  <a:gd name="connsiteX3" fmla="*/ 249237 w 630237"/>
                  <a:gd name="connsiteY3" fmla="*/ 1900237 h 1900237"/>
                  <a:gd name="connsiteX4" fmla="*/ 0 w 630237"/>
                  <a:gd name="connsiteY4" fmla="*/ 0 h 1900237"/>
                  <a:gd name="connsiteX0" fmla="*/ 0 w 630237"/>
                  <a:gd name="connsiteY0" fmla="*/ 74867 h 1975104"/>
                  <a:gd name="connsiteX1" fmla="*/ 501650 w 630237"/>
                  <a:gd name="connsiteY1" fmla="*/ 185991 h 1975104"/>
                  <a:gd name="connsiteX2" fmla="*/ 630237 w 630237"/>
                  <a:gd name="connsiteY2" fmla="*/ 1975104 h 1975104"/>
                  <a:gd name="connsiteX3" fmla="*/ 249237 w 630237"/>
                  <a:gd name="connsiteY3" fmla="*/ 1975104 h 1975104"/>
                  <a:gd name="connsiteX4" fmla="*/ 0 w 630237"/>
                  <a:gd name="connsiteY4" fmla="*/ 74867 h 1975104"/>
                  <a:gd name="connsiteX0" fmla="*/ 0 w 630237"/>
                  <a:gd name="connsiteY0" fmla="*/ 125035 h 2025272"/>
                  <a:gd name="connsiteX1" fmla="*/ 501650 w 630237"/>
                  <a:gd name="connsiteY1" fmla="*/ 236159 h 2025272"/>
                  <a:gd name="connsiteX2" fmla="*/ 630237 w 630237"/>
                  <a:gd name="connsiteY2" fmla="*/ 2025272 h 2025272"/>
                  <a:gd name="connsiteX3" fmla="*/ 249237 w 630237"/>
                  <a:gd name="connsiteY3" fmla="*/ 2025272 h 2025272"/>
                  <a:gd name="connsiteX4" fmla="*/ 0 w 630237"/>
                  <a:gd name="connsiteY4" fmla="*/ 125035 h 2025272"/>
                  <a:gd name="connsiteX0" fmla="*/ 176212 w 806449"/>
                  <a:gd name="connsiteY0" fmla="*/ 125035 h 2025272"/>
                  <a:gd name="connsiteX1" fmla="*/ 677862 w 806449"/>
                  <a:gd name="connsiteY1" fmla="*/ 236159 h 2025272"/>
                  <a:gd name="connsiteX2" fmla="*/ 806449 w 806449"/>
                  <a:gd name="connsiteY2" fmla="*/ 2025272 h 2025272"/>
                  <a:gd name="connsiteX3" fmla="*/ 425449 w 806449"/>
                  <a:gd name="connsiteY3" fmla="*/ 2025272 h 2025272"/>
                  <a:gd name="connsiteX4" fmla="*/ 0 w 806449"/>
                  <a:gd name="connsiteY4" fmla="*/ 382210 h 2025272"/>
                  <a:gd name="connsiteX5" fmla="*/ 176212 w 806449"/>
                  <a:gd name="connsiteY5" fmla="*/ 125035 h 2025272"/>
                  <a:gd name="connsiteX0" fmla="*/ 245290 w 875527"/>
                  <a:gd name="connsiteY0" fmla="*/ 125035 h 2025272"/>
                  <a:gd name="connsiteX1" fmla="*/ 746940 w 875527"/>
                  <a:gd name="connsiteY1" fmla="*/ 236159 h 2025272"/>
                  <a:gd name="connsiteX2" fmla="*/ 875527 w 875527"/>
                  <a:gd name="connsiteY2" fmla="*/ 2025272 h 2025272"/>
                  <a:gd name="connsiteX3" fmla="*/ 494527 w 875527"/>
                  <a:gd name="connsiteY3" fmla="*/ 2025272 h 2025272"/>
                  <a:gd name="connsiteX4" fmla="*/ 26216 w 875527"/>
                  <a:gd name="connsiteY4" fmla="*/ 658435 h 2025272"/>
                  <a:gd name="connsiteX5" fmla="*/ 69078 w 875527"/>
                  <a:gd name="connsiteY5" fmla="*/ 382210 h 2025272"/>
                  <a:gd name="connsiteX6" fmla="*/ 245290 w 875527"/>
                  <a:gd name="connsiteY6" fmla="*/ 125035 h 2025272"/>
                  <a:gd name="connsiteX0" fmla="*/ 221743 w 851980"/>
                  <a:gd name="connsiteY0" fmla="*/ 125035 h 2025272"/>
                  <a:gd name="connsiteX1" fmla="*/ 723393 w 851980"/>
                  <a:gd name="connsiteY1" fmla="*/ 236159 h 2025272"/>
                  <a:gd name="connsiteX2" fmla="*/ 851980 w 851980"/>
                  <a:gd name="connsiteY2" fmla="*/ 2025272 h 2025272"/>
                  <a:gd name="connsiteX3" fmla="*/ 470980 w 851980"/>
                  <a:gd name="connsiteY3" fmla="*/ 2025272 h 2025272"/>
                  <a:gd name="connsiteX4" fmla="*/ 55056 w 851980"/>
                  <a:gd name="connsiteY4" fmla="*/ 944185 h 2025272"/>
                  <a:gd name="connsiteX5" fmla="*/ 2669 w 851980"/>
                  <a:gd name="connsiteY5" fmla="*/ 658435 h 2025272"/>
                  <a:gd name="connsiteX6" fmla="*/ 45531 w 851980"/>
                  <a:gd name="connsiteY6" fmla="*/ 382210 h 2025272"/>
                  <a:gd name="connsiteX7" fmla="*/ 221743 w 851980"/>
                  <a:gd name="connsiteY7" fmla="*/ 125035 h 2025272"/>
                  <a:gd name="connsiteX0" fmla="*/ 219345 w 849582"/>
                  <a:gd name="connsiteY0" fmla="*/ 125035 h 2025272"/>
                  <a:gd name="connsiteX1" fmla="*/ 720995 w 849582"/>
                  <a:gd name="connsiteY1" fmla="*/ 236159 h 2025272"/>
                  <a:gd name="connsiteX2" fmla="*/ 849582 w 849582"/>
                  <a:gd name="connsiteY2" fmla="*/ 2025272 h 2025272"/>
                  <a:gd name="connsiteX3" fmla="*/ 468582 w 849582"/>
                  <a:gd name="connsiteY3" fmla="*/ 2025272 h 2025272"/>
                  <a:gd name="connsiteX4" fmla="*/ 200295 w 849582"/>
                  <a:gd name="connsiteY4" fmla="*/ 1229935 h 2025272"/>
                  <a:gd name="connsiteX5" fmla="*/ 52658 w 849582"/>
                  <a:gd name="connsiteY5" fmla="*/ 944185 h 2025272"/>
                  <a:gd name="connsiteX6" fmla="*/ 271 w 849582"/>
                  <a:gd name="connsiteY6" fmla="*/ 658435 h 2025272"/>
                  <a:gd name="connsiteX7" fmla="*/ 43133 w 849582"/>
                  <a:gd name="connsiteY7" fmla="*/ 382210 h 2025272"/>
                  <a:gd name="connsiteX8" fmla="*/ 219345 w 849582"/>
                  <a:gd name="connsiteY8" fmla="*/ 125035 h 2025272"/>
                  <a:gd name="connsiteX0" fmla="*/ 219345 w 849582"/>
                  <a:gd name="connsiteY0" fmla="*/ 125035 h 2025272"/>
                  <a:gd name="connsiteX1" fmla="*/ 720995 w 849582"/>
                  <a:gd name="connsiteY1" fmla="*/ 236159 h 2025272"/>
                  <a:gd name="connsiteX2" fmla="*/ 849582 w 849582"/>
                  <a:gd name="connsiteY2" fmla="*/ 2025272 h 2025272"/>
                  <a:gd name="connsiteX3" fmla="*/ 468582 w 849582"/>
                  <a:gd name="connsiteY3" fmla="*/ 2025272 h 2025272"/>
                  <a:gd name="connsiteX4" fmla="*/ 309832 w 849582"/>
                  <a:gd name="connsiteY4" fmla="*/ 1415672 h 2025272"/>
                  <a:gd name="connsiteX5" fmla="*/ 200295 w 849582"/>
                  <a:gd name="connsiteY5" fmla="*/ 1229935 h 2025272"/>
                  <a:gd name="connsiteX6" fmla="*/ 52658 w 849582"/>
                  <a:gd name="connsiteY6" fmla="*/ 944185 h 2025272"/>
                  <a:gd name="connsiteX7" fmla="*/ 271 w 849582"/>
                  <a:gd name="connsiteY7" fmla="*/ 658435 h 2025272"/>
                  <a:gd name="connsiteX8" fmla="*/ 43133 w 849582"/>
                  <a:gd name="connsiteY8" fmla="*/ 382210 h 2025272"/>
                  <a:gd name="connsiteX9" fmla="*/ 219345 w 849582"/>
                  <a:gd name="connsiteY9" fmla="*/ 125035 h 2025272"/>
                  <a:gd name="connsiteX0" fmla="*/ 219345 w 849582"/>
                  <a:gd name="connsiteY0" fmla="*/ 125035 h 2025272"/>
                  <a:gd name="connsiteX1" fmla="*/ 720995 w 849582"/>
                  <a:gd name="connsiteY1" fmla="*/ 236159 h 2025272"/>
                  <a:gd name="connsiteX2" fmla="*/ 849582 w 849582"/>
                  <a:gd name="connsiteY2" fmla="*/ 2025272 h 2025272"/>
                  <a:gd name="connsiteX3" fmla="*/ 468582 w 849582"/>
                  <a:gd name="connsiteY3" fmla="*/ 2025272 h 2025272"/>
                  <a:gd name="connsiteX4" fmla="*/ 381270 w 849582"/>
                  <a:gd name="connsiteY4" fmla="*/ 1577597 h 2025272"/>
                  <a:gd name="connsiteX5" fmla="*/ 309832 w 849582"/>
                  <a:gd name="connsiteY5" fmla="*/ 1415672 h 2025272"/>
                  <a:gd name="connsiteX6" fmla="*/ 200295 w 849582"/>
                  <a:gd name="connsiteY6" fmla="*/ 1229935 h 2025272"/>
                  <a:gd name="connsiteX7" fmla="*/ 52658 w 849582"/>
                  <a:gd name="connsiteY7" fmla="*/ 944185 h 2025272"/>
                  <a:gd name="connsiteX8" fmla="*/ 271 w 849582"/>
                  <a:gd name="connsiteY8" fmla="*/ 658435 h 2025272"/>
                  <a:gd name="connsiteX9" fmla="*/ 43133 w 849582"/>
                  <a:gd name="connsiteY9" fmla="*/ 382210 h 2025272"/>
                  <a:gd name="connsiteX10" fmla="*/ 219345 w 849582"/>
                  <a:gd name="connsiteY10" fmla="*/ 125035 h 2025272"/>
                  <a:gd name="connsiteX0" fmla="*/ 219345 w 849582"/>
                  <a:gd name="connsiteY0" fmla="*/ 125035 h 2025272"/>
                  <a:gd name="connsiteX1" fmla="*/ 720995 w 849582"/>
                  <a:gd name="connsiteY1" fmla="*/ 236159 h 2025272"/>
                  <a:gd name="connsiteX2" fmla="*/ 819420 w 849582"/>
                  <a:gd name="connsiteY2" fmla="*/ 586997 h 2025272"/>
                  <a:gd name="connsiteX3" fmla="*/ 849582 w 849582"/>
                  <a:gd name="connsiteY3" fmla="*/ 2025272 h 2025272"/>
                  <a:gd name="connsiteX4" fmla="*/ 468582 w 849582"/>
                  <a:gd name="connsiteY4" fmla="*/ 2025272 h 2025272"/>
                  <a:gd name="connsiteX5" fmla="*/ 381270 w 849582"/>
                  <a:gd name="connsiteY5" fmla="*/ 1577597 h 2025272"/>
                  <a:gd name="connsiteX6" fmla="*/ 309832 w 849582"/>
                  <a:gd name="connsiteY6" fmla="*/ 1415672 h 2025272"/>
                  <a:gd name="connsiteX7" fmla="*/ 200295 w 849582"/>
                  <a:gd name="connsiteY7" fmla="*/ 1229935 h 2025272"/>
                  <a:gd name="connsiteX8" fmla="*/ 52658 w 849582"/>
                  <a:gd name="connsiteY8" fmla="*/ 944185 h 2025272"/>
                  <a:gd name="connsiteX9" fmla="*/ 271 w 849582"/>
                  <a:gd name="connsiteY9" fmla="*/ 658435 h 2025272"/>
                  <a:gd name="connsiteX10" fmla="*/ 43133 w 849582"/>
                  <a:gd name="connsiteY10" fmla="*/ 382210 h 2025272"/>
                  <a:gd name="connsiteX11" fmla="*/ 219345 w 849582"/>
                  <a:gd name="connsiteY11" fmla="*/ 125035 h 2025272"/>
                  <a:gd name="connsiteX0" fmla="*/ 219345 w 849582"/>
                  <a:gd name="connsiteY0" fmla="*/ 125035 h 2025272"/>
                  <a:gd name="connsiteX1" fmla="*/ 720995 w 849582"/>
                  <a:gd name="connsiteY1" fmla="*/ 236159 h 2025272"/>
                  <a:gd name="connsiteX2" fmla="*/ 819420 w 849582"/>
                  <a:gd name="connsiteY2" fmla="*/ 586997 h 2025272"/>
                  <a:gd name="connsiteX3" fmla="*/ 805132 w 849582"/>
                  <a:gd name="connsiteY3" fmla="*/ 787022 h 2025272"/>
                  <a:gd name="connsiteX4" fmla="*/ 849582 w 849582"/>
                  <a:gd name="connsiteY4" fmla="*/ 2025272 h 2025272"/>
                  <a:gd name="connsiteX5" fmla="*/ 468582 w 849582"/>
                  <a:gd name="connsiteY5" fmla="*/ 2025272 h 2025272"/>
                  <a:gd name="connsiteX6" fmla="*/ 381270 w 849582"/>
                  <a:gd name="connsiteY6" fmla="*/ 1577597 h 2025272"/>
                  <a:gd name="connsiteX7" fmla="*/ 309832 w 849582"/>
                  <a:gd name="connsiteY7" fmla="*/ 1415672 h 2025272"/>
                  <a:gd name="connsiteX8" fmla="*/ 200295 w 849582"/>
                  <a:gd name="connsiteY8" fmla="*/ 1229935 h 2025272"/>
                  <a:gd name="connsiteX9" fmla="*/ 52658 w 849582"/>
                  <a:gd name="connsiteY9" fmla="*/ 944185 h 2025272"/>
                  <a:gd name="connsiteX10" fmla="*/ 271 w 849582"/>
                  <a:gd name="connsiteY10" fmla="*/ 658435 h 2025272"/>
                  <a:gd name="connsiteX11" fmla="*/ 43133 w 849582"/>
                  <a:gd name="connsiteY11" fmla="*/ 382210 h 2025272"/>
                  <a:gd name="connsiteX12" fmla="*/ 219345 w 849582"/>
                  <a:gd name="connsiteY12" fmla="*/ 125035 h 2025272"/>
                  <a:gd name="connsiteX0" fmla="*/ 219345 w 849582"/>
                  <a:gd name="connsiteY0" fmla="*/ 125035 h 2025272"/>
                  <a:gd name="connsiteX1" fmla="*/ 720995 w 849582"/>
                  <a:gd name="connsiteY1" fmla="*/ 236159 h 2025272"/>
                  <a:gd name="connsiteX2" fmla="*/ 819420 w 849582"/>
                  <a:gd name="connsiteY2" fmla="*/ 586997 h 2025272"/>
                  <a:gd name="connsiteX3" fmla="*/ 805132 w 849582"/>
                  <a:gd name="connsiteY3" fmla="*/ 787022 h 2025272"/>
                  <a:gd name="connsiteX4" fmla="*/ 776557 w 849582"/>
                  <a:gd name="connsiteY4" fmla="*/ 1053722 h 2025272"/>
                  <a:gd name="connsiteX5" fmla="*/ 849582 w 849582"/>
                  <a:gd name="connsiteY5" fmla="*/ 2025272 h 2025272"/>
                  <a:gd name="connsiteX6" fmla="*/ 468582 w 849582"/>
                  <a:gd name="connsiteY6" fmla="*/ 2025272 h 2025272"/>
                  <a:gd name="connsiteX7" fmla="*/ 381270 w 849582"/>
                  <a:gd name="connsiteY7" fmla="*/ 1577597 h 2025272"/>
                  <a:gd name="connsiteX8" fmla="*/ 309832 w 849582"/>
                  <a:gd name="connsiteY8" fmla="*/ 1415672 h 2025272"/>
                  <a:gd name="connsiteX9" fmla="*/ 200295 w 849582"/>
                  <a:gd name="connsiteY9" fmla="*/ 1229935 h 2025272"/>
                  <a:gd name="connsiteX10" fmla="*/ 52658 w 849582"/>
                  <a:gd name="connsiteY10" fmla="*/ 944185 h 2025272"/>
                  <a:gd name="connsiteX11" fmla="*/ 271 w 849582"/>
                  <a:gd name="connsiteY11" fmla="*/ 658435 h 2025272"/>
                  <a:gd name="connsiteX12" fmla="*/ 43133 w 849582"/>
                  <a:gd name="connsiteY12" fmla="*/ 382210 h 2025272"/>
                  <a:gd name="connsiteX13" fmla="*/ 219345 w 849582"/>
                  <a:gd name="connsiteY13" fmla="*/ 125035 h 2025272"/>
                  <a:gd name="connsiteX0" fmla="*/ 219345 w 849582"/>
                  <a:gd name="connsiteY0" fmla="*/ 125035 h 2025272"/>
                  <a:gd name="connsiteX1" fmla="*/ 720995 w 849582"/>
                  <a:gd name="connsiteY1" fmla="*/ 236159 h 2025272"/>
                  <a:gd name="connsiteX2" fmla="*/ 819420 w 849582"/>
                  <a:gd name="connsiteY2" fmla="*/ 586997 h 2025272"/>
                  <a:gd name="connsiteX3" fmla="*/ 805132 w 849582"/>
                  <a:gd name="connsiteY3" fmla="*/ 787022 h 2025272"/>
                  <a:gd name="connsiteX4" fmla="*/ 776557 w 849582"/>
                  <a:gd name="connsiteY4" fmla="*/ 1053722 h 2025272"/>
                  <a:gd name="connsiteX5" fmla="*/ 809895 w 849582"/>
                  <a:gd name="connsiteY5" fmla="*/ 1348997 h 2025272"/>
                  <a:gd name="connsiteX6" fmla="*/ 849582 w 849582"/>
                  <a:gd name="connsiteY6" fmla="*/ 2025272 h 2025272"/>
                  <a:gd name="connsiteX7" fmla="*/ 468582 w 849582"/>
                  <a:gd name="connsiteY7" fmla="*/ 2025272 h 2025272"/>
                  <a:gd name="connsiteX8" fmla="*/ 381270 w 849582"/>
                  <a:gd name="connsiteY8" fmla="*/ 1577597 h 2025272"/>
                  <a:gd name="connsiteX9" fmla="*/ 309832 w 849582"/>
                  <a:gd name="connsiteY9" fmla="*/ 1415672 h 2025272"/>
                  <a:gd name="connsiteX10" fmla="*/ 200295 w 849582"/>
                  <a:gd name="connsiteY10" fmla="*/ 1229935 h 2025272"/>
                  <a:gd name="connsiteX11" fmla="*/ 52658 w 849582"/>
                  <a:gd name="connsiteY11" fmla="*/ 944185 h 2025272"/>
                  <a:gd name="connsiteX12" fmla="*/ 271 w 849582"/>
                  <a:gd name="connsiteY12" fmla="*/ 658435 h 2025272"/>
                  <a:gd name="connsiteX13" fmla="*/ 43133 w 849582"/>
                  <a:gd name="connsiteY13" fmla="*/ 382210 h 2025272"/>
                  <a:gd name="connsiteX14" fmla="*/ 219345 w 849582"/>
                  <a:gd name="connsiteY14" fmla="*/ 125035 h 2025272"/>
                  <a:gd name="connsiteX0" fmla="*/ 219345 w 819522"/>
                  <a:gd name="connsiteY0" fmla="*/ 125035 h 2025272"/>
                  <a:gd name="connsiteX1" fmla="*/ 720995 w 819522"/>
                  <a:gd name="connsiteY1" fmla="*/ 236159 h 2025272"/>
                  <a:gd name="connsiteX2" fmla="*/ 819420 w 819522"/>
                  <a:gd name="connsiteY2" fmla="*/ 586997 h 2025272"/>
                  <a:gd name="connsiteX3" fmla="*/ 805132 w 819522"/>
                  <a:gd name="connsiteY3" fmla="*/ 787022 h 2025272"/>
                  <a:gd name="connsiteX4" fmla="*/ 776557 w 819522"/>
                  <a:gd name="connsiteY4" fmla="*/ 1053722 h 2025272"/>
                  <a:gd name="connsiteX5" fmla="*/ 809895 w 819522"/>
                  <a:gd name="connsiteY5" fmla="*/ 1348997 h 2025272"/>
                  <a:gd name="connsiteX6" fmla="*/ 468582 w 819522"/>
                  <a:gd name="connsiteY6" fmla="*/ 2025272 h 2025272"/>
                  <a:gd name="connsiteX7" fmla="*/ 381270 w 819522"/>
                  <a:gd name="connsiteY7" fmla="*/ 1577597 h 2025272"/>
                  <a:gd name="connsiteX8" fmla="*/ 309832 w 819522"/>
                  <a:gd name="connsiteY8" fmla="*/ 1415672 h 2025272"/>
                  <a:gd name="connsiteX9" fmla="*/ 200295 w 819522"/>
                  <a:gd name="connsiteY9" fmla="*/ 1229935 h 2025272"/>
                  <a:gd name="connsiteX10" fmla="*/ 52658 w 819522"/>
                  <a:gd name="connsiteY10" fmla="*/ 944185 h 2025272"/>
                  <a:gd name="connsiteX11" fmla="*/ 271 w 819522"/>
                  <a:gd name="connsiteY11" fmla="*/ 658435 h 2025272"/>
                  <a:gd name="connsiteX12" fmla="*/ 43133 w 819522"/>
                  <a:gd name="connsiteY12" fmla="*/ 382210 h 2025272"/>
                  <a:gd name="connsiteX13" fmla="*/ 219345 w 819522"/>
                  <a:gd name="connsiteY13" fmla="*/ 125035 h 2025272"/>
                  <a:gd name="connsiteX0" fmla="*/ 219345 w 819522"/>
                  <a:gd name="connsiteY0" fmla="*/ 125035 h 1772859"/>
                  <a:gd name="connsiteX1" fmla="*/ 720995 w 819522"/>
                  <a:gd name="connsiteY1" fmla="*/ 236159 h 1772859"/>
                  <a:gd name="connsiteX2" fmla="*/ 819420 w 819522"/>
                  <a:gd name="connsiteY2" fmla="*/ 586997 h 1772859"/>
                  <a:gd name="connsiteX3" fmla="*/ 805132 w 819522"/>
                  <a:gd name="connsiteY3" fmla="*/ 787022 h 1772859"/>
                  <a:gd name="connsiteX4" fmla="*/ 776557 w 819522"/>
                  <a:gd name="connsiteY4" fmla="*/ 1053722 h 1772859"/>
                  <a:gd name="connsiteX5" fmla="*/ 809895 w 819522"/>
                  <a:gd name="connsiteY5" fmla="*/ 1348997 h 1772859"/>
                  <a:gd name="connsiteX6" fmla="*/ 673370 w 819522"/>
                  <a:gd name="connsiteY6" fmla="*/ 1772859 h 1772859"/>
                  <a:gd name="connsiteX7" fmla="*/ 381270 w 819522"/>
                  <a:gd name="connsiteY7" fmla="*/ 1577597 h 1772859"/>
                  <a:gd name="connsiteX8" fmla="*/ 309832 w 819522"/>
                  <a:gd name="connsiteY8" fmla="*/ 1415672 h 1772859"/>
                  <a:gd name="connsiteX9" fmla="*/ 200295 w 819522"/>
                  <a:gd name="connsiteY9" fmla="*/ 1229935 h 1772859"/>
                  <a:gd name="connsiteX10" fmla="*/ 52658 w 819522"/>
                  <a:gd name="connsiteY10" fmla="*/ 944185 h 1772859"/>
                  <a:gd name="connsiteX11" fmla="*/ 271 w 819522"/>
                  <a:gd name="connsiteY11" fmla="*/ 658435 h 1772859"/>
                  <a:gd name="connsiteX12" fmla="*/ 43133 w 819522"/>
                  <a:gd name="connsiteY12" fmla="*/ 382210 h 1772859"/>
                  <a:gd name="connsiteX13" fmla="*/ 219345 w 819522"/>
                  <a:gd name="connsiteY13" fmla="*/ 125035 h 1772859"/>
                  <a:gd name="connsiteX0" fmla="*/ 219345 w 819522"/>
                  <a:gd name="connsiteY0" fmla="*/ 125035 h 1772859"/>
                  <a:gd name="connsiteX1" fmla="*/ 720995 w 819522"/>
                  <a:gd name="connsiteY1" fmla="*/ 236159 h 1772859"/>
                  <a:gd name="connsiteX2" fmla="*/ 819420 w 819522"/>
                  <a:gd name="connsiteY2" fmla="*/ 586997 h 1772859"/>
                  <a:gd name="connsiteX3" fmla="*/ 805132 w 819522"/>
                  <a:gd name="connsiteY3" fmla="*/ 787022 h 1772859"/>
                  <a:gd name="connsiteX4" fmla="*/ 776557 w 819522"/>
                  <a:gd name="connsiteY4" fmla="*/ 1053722 h 1772859"/>
                  <a:gd name="connsiteX5" fmla="*/ 809895 w 819522"/>
                  <a:gd name="connsiteY5" fmla="*/ 1348997 h 1772859"/>
                  <a:gd name="connsiteX6" fmla="*/ 673370 w 819522"/>
                  <a:gd name="connsiteY6" fmla="*/ 1772859 h 1772859"/>
                  <a:gd name="connsiteX7" fmla="*/ 381270 w 819522"/>
                  <a:gd name="connsiteY7" fmla="*/ 1577597 h 1772859"/>
                  <a:gd name="connsiteX8" fmla="*/ 309832 w 819522"/>
                  <a:gd name="connsiteY8" fmla="*/ 1415672 h 1772859"/>
                  <a:gd name="connsiteX9" fmla="*/ 200295 w 819522"/>
                  <a:gd name="connsiteY9" fmla="*/ 1229935 h 1772859"/>
                  <a:gd name="connsiteX10" fmla="*/ 52658 w 819522"/>
                  <a:gd name="connsiteY10" fmla="*/ 944185 h 1772859"/>
                  <a:gd name="connsiteX11" fmla="*/ 271 w 819522"/>
                  <a:gd name="connsiteY11" fmla="*/ 658435 h 1772859"/>
                  <a:gd name="connsiteX12" fmla="*/ 43133 w 819522"/>
                  <a:gd name="connsiteY12" fmla="*/ 382210 h 1772859"/>
                  <a:gd name="connsiteX13" fmla="*/ 219345 w 819522"/>
                  <a:gd name="connsiteY13" fmla="*/ 125035 h 1772859"/>
                  <a:gd name="connsiteX0" fmla="*/ 219345 w 819522"/>
                  <a:gd name="connsiteY0" fmla="*/ 125035 h 1777273"/>
                  <a:gd name="connsiteX1" fmla="*/ 720995 w 819522"/>
                  <a:gd name="connsiteY1" fmla="*/ 236159 h 1777273"/>
                  <a:gd name="connsiteX2" fmla="*/ 819420 w 819522"/>
                  <a:gd name="connsiteY2" fmla="*/ 586997 h 1777273"/>
                  <a:gd name="connsiteX3" fmla="*/ 805132 w 819522"/>
                  <a:gd name="connsiteY3" fmla="*/ 787022 h 1777273"/>
                  <a:gd name="connsiteX4" fmla="*/ 776557 w 819522"/>
                  <a:gd name="connsiteY4" fmla="*/ 1053722 h 1777273"/>
                  <a:gd name="connsiteX5" fmla="*/ 809895 w 819522"/>
                  <a:gd name="connsiteY5" fmla="*/ 1348997 h 1777273"/>
                  <a:gd name="connsiteX6" fmla="*/ 673370 w 819522"/>
                  <a:gd name="connsiteY6" fmla="*/ 1772859 h 1777273"/>
                  <a:gd name="connsiteX7" fmla="*/ 381270 w 819522"/>
                  <a:gd name="connsiteY7" fmla="*/ 1577597 h 1777273"/>
                  <a:gd name="connsiteX8" fmla="*/ 309832 w 819522"/>
                  <a:gd name="connsiteY8" fmla="*/ 1415672 h 1777273"/>
                  <a:gd name="connsiteX9" fmla="*/ 200295 w 819522"/>
                  <a:gd name="connsiteY9" fmla="*/ 1229935 h 1777273"/>
                  <a:gd name="connsiteX10" fmla="*/ 52658 w 819522"/>
                  <a:gd name="connsiteY10" fmla="*/ 944185 h 1777273"/>
                  <a:gd name="connsiteX11" fmla="*/ 271 w 819522"/>
                  <a:gd name="connsiteY11" fmla="*/ 658435 h 1777273"/>
                  <a:gd name="connsiteX12" fmla="*/ 43133 w 819522"/>
                  <a:gd name="connsiteY12" fmla="*/ 382210 h 1777273"/>
                  <a:gd name="connsiteX13" fmla="*/ 219345 w 819522"/>
                  <a:gd name="connsiteY13" fmla="*/ 125035 h 1777273"/>
                  <a:gd name="connsiteX0" fmla="*/ 219345 w 835096"/>
                  <a:gd name="connsiteY0" fmla="*/ 125035 h 1777273"/>
                  <a:gd name="connsiteX1" fmla="*/ 720995 w 835096"/>
                  <a:gd name="connsiteY1" fmla="*/ 236159 h 1777273"/>
                  <a:gd name="connsiteX2" fmla="*/ 819420 w 835096"/>
                  <a:gd name="connsiteY2" fmla="*/ 586997 h 1777273"/>
                  <a:gd name="connsiteX3" fmla="*/ 805132 w 835096"/>
                  <a:gd name="connsiteY3" fmla="*/ 787022 h 1777273"/>
                  <a:gd name="connsiteX4" fmla="*/ 776557 w 835096"/>
                  <a:gd name="connsiteY4" fmla="*/ 1053722 h 1777273"/>
                  <a:gd name="connsiteX5" fmla="*/ 809895 w 835096"/>
                  <a:gd name="connsiteY5" fmla="*/ 1348997 h 1777273"/>
                  <a:gd name="connsiteX6" fmla="*/ 673370 w 835096"/>
                  <a:gd name="connsiteY6" fmla="*/ 1772859 h 1777273"/>
                  <a:gd name="connsiteX7" fmla="*/ 381270 w 835096"/>
                  <a:gd name="connsiteY7" fmla="*/ 1577597 h 1777273"/>
                  <a:gd name="connsiteX8" fmla="*/ 309832 w 835096"/>
                  <a:gd name="connsiteY8" fmla="*/ 1415672 h 1777273"/>
                  <a:gd name="connsiteX9" fmla="*/ 200295 w 835096"/>
                  <a:gd name="connsiteY9" fmla="*/ 1229935 h 1777273"/>
                  <a:gd name="connsiteX10" fmla="*/ 52658 w 835096"/>
                  <a:gd name="connsiteY10" fmla="*/ 944185 h 1777273"/>
                  <a:gd name="connsiteX11" fmla="*/ 271 w 835096"/>
                  <a:gd name="connsiteY11" fmla="*/ 658435 h 1777273"/>
                  <a:gd name="connsiteX12" fmla="*/ 43133 w 835096"/>
                  <a:gd name="connsiteY12" fmla="*/ 382210 h 1777273"/>
                  <a:gd name="connsiteX13" fmla="*/ 219345 w 835096"/>
                  <a:gd name="connsiteY13" fmla="*/ 125035 h 1777273"/>
                  <a:gd name="connsiteX0" fmla="*/ 219345 w 835096"/>
                  <a:gd name="connsiteY0" fmla="*/ 125035 h 1777273"/>
                  <a:gd name="connsiteX1" fmla="*/ 720995 w 835096"/>
                  <a:gd name="connsiteY1" fmla="*/ 236159 h 1777273"/>
                  <a:gd name="connsiteX2" fmla="*/ 819420 w 835096"/>
                  <a:gd name="connsiteY2" fmla="*/ 586997 h 1777273"/>
                  <a:gd name="connsiteX3" fmla="*/ 805132 w 835096"/>
                  <a:gd name="connsiteY3" fmla="*/ 787022 h 1777273"/>
                  <a:gd name="connsiteX4" fmla="*/ 776557 w 835096"/>
                  <a:gd name="connsiteY4" fmla="*/ 1053722 h 1777273"/>
                  <a:gd name="connsiteX5" fmla="*/ 809895 w 835096"/>
                  <a:gd name="connsiteY5" fmla="*/ 1348997 h 1777273"/>
                  <a:gd name="connsiteX6" fmla="*/ 673370 w 835096"/>
                  <a:gd name="connsiteY6" fmla="*/ 1772859 h 1777273"/>
                  <a:gd name="connsiteX7" fmla="*/ 381270 w 835096"/>
                  <a:gd name="connsiteY7" fmla="*/ 1577597 h 1777273"/>
                  <a:gd name="connsiteX8" fmla="*/ 309832 w 835096"/>
                  <a:gd name="connsiteY8" fmla="*/ 1415672 h 1777273"/>
                  <a:gd name="connsiteX9" fmla="*/ 200295 w 835096"/>
                  <a:gd name="connsiteY9" fmla="*/ 1229935 h 1777273"/>
                  <a:gd name="connsiteX10" fmla="*/ 52658 w 835096"/>
                  <a:gd name="connsiteY10" fmla="*/ 944185 h 1777273"/>
                  <a:gd name="connsiteX11" fmla="*/ 271 w 835096"/>
                  <a:gd name="connsiteY11" fmla="*/ 658435 h 1777273"/>
                  <a:gd name="connsiteX12" fmla="*/ 43133 w 835096"/>
                  <a:gd name="connsiteY12" fmla="*/ 382210 h 1777273"/>
                  <a:gd name="connsiteX13" fmla="*/ 219345 w 835096"/>
                  <a:gd name="connsiteY13" fmla="*/ 125035 h 1777273"/>
                  <a:gd name="connsiteX0" fmla="*/ 219345 w 844079"/>
                  <a:gd name="connsiteY0" fmla="*/ 125035 h 1777273"/>
                  <a:gd name="connsiteX1" fmla="*/ 720995 w 844079"/>
                  <a:gd name="connsiteY1" fmla="*/ 236159 h 1777273"/>
                  <a:gd name="connsiteX2" fmla="*/ 819420 w 844079"/>
                  <a:gd name="connsiteY2" fmla="*/ 586997 h 1777273"/>
                  <a:gd name="connsiteX3" fmla="*/ 805132 w 844079"/>
                  <a:gd name="connsiteY3" fmla="*/ 787022 h 1777273"/>
                  <a:gd name="connsiteX4" fmla="*/ 776557 w 844079"/>
                  <a:gd name="connsiteY4" fmla="*/ 1053722 h 1777273"/>
                  <a:gd name="connsiteX5" fmla="*/ 809895 w 844079"/>
                  <a:gd name="connsiteY5" fmla="*/ 1348997 h 1777273"/>
                  <a:gd name="connsiteX6" fmla="*/ 673370 w 844079"/>
                  <a:gd name="connsiteY6" fmla="*/ 1772859 h 1777273"/>
                  <a:gd name="connsiteX7" fmla="*/ 381270 w 844079"/>
                  <a:gd name="connsiteY7" fmla="*/ 1577597 h 1777273"/>
                  <a:gd name="connsiteX8" fmla="*/ 309832 w 844079"/>
                  <a:gd name="connsiteY8" fmla="*/ 1415672 h 1777273"/>
                  <a:gd name="connsiteX9" fmla="*/ 200295 w 844079"/>
                  <a:gd name="connsiteY9" fmla="*/ 1229935 h 1777273"/>
                  <a:gd name="connsiteX10" fmla="*/ 52658 w 844079"/>
                  <a:gd name="connsiteY10" fmla="*/ 944185 h 1777273"/>
                  <a:gd name="connsiteX11" fmla="*/ 271 w 844079"/>
                  <a:gd name="connsiteY11" fmla="*/ 658435 h 1777273"/>
                  <a:gd name="connsiteX12" fmla="*/ 43133 w 844079"/>
                  <a:gd name="connsiteY12" fmla="*/ 382210 h 1777273"/>
                  <a:gd name="connsiteX13" fmla="*/ 219345 w 844079"/>
                  <a:gd name="connsiteY13" fmla="*/ 125035 h 1777273"/>
                  <a:gd name="connsiteX0" fmla="*/ 219345 w 856265"/>
                  <a:gd name="connsiteY0" fmla="*/ 125035 h 1777273"/>
                  <a:gd name="connsiteX1" fmla="*/ 720995 w 856265"/>
                  <a:gd name="connsiteY1" fmla="*/ 236159 h 1777273"/>
                  <a:gd name="connsiteX2" fmla="*/ 819420 w 856265"/>
                  <a:gd name="connsiteY2" fmla="*/ 586997 h 1777273"/>
                  <a:gd name="connsiteX3" fmla="*/ 805132 w 856265"/>
                  <a:gd name="connsiteY3" fmla="*/ 787022 h 1777273"/>
                  <a:gd name="connsiteX4" fmla="*/ 776557 w 856265"/>
                  <a:gd name="connsiteY4" fmla="*/ 1053722 h 1777273"/>
                  <a:gd name="connsiteX5" fmla="*/ 809895 w 856265"/>
                  <a:gd name="connsiteY5" fmla="*/ 1348997 h 1777273"/>
                  <a:gd name="connsiteX6" fmla="*/ 673370 w 856265"/>
                  <a:gd name="connsiteY6" fmla="*/ 1772859 h 1777273"/>
                  <a:gd name="connsiteX7" fmla="*/ 381270 w 856265"/>
                  <a:gd name="connsiteY7" fmla="*/ 1577597 h 1777273"/>
                  <a:gd name="connsiteX8" fmla="*/ 309832 w 856265"/>
                  <a:gd name="connsiteY8" fmla="*/ 1415672 h 1777273"/>
                  <a:gd name="connsiteX9" fmla="*/ 200295 w 856265"/>
                  <a:gd name="connsiteY9" fmla="*/ 1229935 h 1777273"/>
                  <a:gd name="connsiteX10" fmla="*/ 52658 w 856265"/>
                  <a:gd name="connsiteY10" fmla="*/ 944185 h 1777273"/>
                  <a:gd name="connsiteX11" fmla="*/ 271 w 856265"/>
                  <a:gd name="connsiteY11" fmla="*/ 658435 h 1777273"/>
                  <a:gd name="connsiteX12" fmla="*/ 43133 w 856265"/>
                  <a:gd name="connsiteY12" fmla="*/ 382210 h 1777273"/>
                  <a:gd name="connsiteX13" fmla="*/ 219345 w 856265"/>
                  <a:gd name="connsiteY13" fmla="*/ 125035 h 1777273"/>
                  <a:gd name="connsiteX0" fmla="*/ 219345 w 856265"/>
                  <a:gd name="connsiteY0" fmla="*/ 125035 h 1777273"/>
                  <a:gd name="connsiteX1" fmla="*/ 720995 w 856265"/>
                  <a:gd name="connsiteY1" fmla="*/ 236159 h 1777273"/>
                  <a:gd name="connsiteX2" fmla="*/ 819420 w 856265"/>
                  <a:gd name="connsiteY2" fmla="*/ 586997 h 1777273"/>
                  <a:gd name="connsiteX3" fmla="*/ 805132 w 856265"/>
                  <a:gd name="connsiteY3" fmla="*/ 787022 h 1777273"/>
                  <a:gd name="connsiteX4" fmla="*/ 776557 w 856265"/>
                  <a:gd name="connsiteY4" fmla="*/ 1053722 h 1777273"/>
                  <a:gd name="connsiteX5" fmla="*/ 809895 w 856265"/>
                  <a:gd name="connsiteY5" fmla="*/ 1348997 h 1777273"/>
                  <a:gd name="connsiteX6" fmla="*/ 673370 w 856265"/>
                  <a:gd name="connsiteY6" fmla="*/ 1772859 h 1777273"/>
                  <a:gd name="connsiteX7" fmla="*/ 381270 w 856265"/>
                  <a:gd name="connsiteY7" fmla="*/ 1577597 h 1777273"/>
                  <a:gd name="connsiteX8" fmla="*/ 309832 w 856265"/>
                  <a:gd name="connsiteY8" fmla="*/ 1415672 h 1777273"/>
                  <a:gd name="connsiteX9" fmla="*/ 200295 w 856265"/>
                  <a:gd name="connsiteY9" fmla="*/ 1229935 h 1777273"/>
                  <a:gd name="connsiteX10" fmla="*/ 52658 w 856265"/>
                  <a:gd name="connsiteY10" fmla="*/ 944185 h 1777273"/>
                  <a:gd name="connsiteX11" fmla="*/ 271 w 856265"/>
                  <a:gd name="connsiteY11" fmla="*/ 658435 h 1777273"/>
                  <a:gd name="connsiteX12" fmla="*/ 43133 w 856265"/>
                  <a:gd name="connsiteY12" fmla="*/ 382210 h 1777273"/>
                  <a:gd name="connsiteX13" fmla="*/ 219345 w 856265"/>
                  <a:gd name="connsiteY13" fmla="*/ 125035 h 1777273"/>
                  <a:gd name="connsiteX0" fmla="*/ 238395 w 856265"/>
                  <a:gd name="connsiteY0" fmla="*/ 134237 h 1762662"/>
                  <a:gd name="connsiteX1" fmla="*/ 720995 w 856265"/>
                  <a:gd name="connsiteY1" fmla="*/ 221548 h 1762662"/>
                  <a:gd name="connsiteX2" fmla="*/ 819420 w 856265"/>
                  <a:gd name="connsiteY2" fmla="*/ 572386 h 1762662"/>
                  <a:gd name="connsiteX3" fmla="*/ 805132 w 856265"/>
                  <a:gd name="connsiteY3" fmla="*/ 772411 h 1762662"/>
                  <a:gd name="connsiteX4" fmla="*/ 776557 w 856265"/>
                  <a:gd name="connsiteY4" fmla="*/ 1039111 h 1762662"/>
                  <a:gd name="connsiteX5" fmla="*/ 809895 w 856265"/>
                  <a:gd name="connsiteY5" fmla="*/ 1334386 h 1762662"/>
                  <a:gd name="connsiteX6" fmla="*/ 673370 w 856265"/>
                  <a:gd name="connsiteY6" fmla="*/ 1758248 h 1762662"/>
                  <a:gd name="connsiteX7" fmla="*/ 381270 w 856265"/>
                  <a:gd name="connsiteY7" fmla="*/ 1562986 h 1762662"/>
                  <a:gd name="connsiteX8" fmla="*/ 309832 w 856265"/>
                  <a:gd name="connsiteY8" fmla="*/ 1401061 h 1762662"/>
                  <a:gd name="connsiteX9" fmla="*/ 200295 w 856265"/>
                  <a:gd name="connsiteY9" fmla="*/ 1215324 h 1762662"/>
                  <a:gd name="connsiteX10" fmla="*/ 52658 w 856265"/>
                  <a:gd name="connsiteY10" fmla="*/ 929574 h 1762662"/>
                  <a:gd name="connsiteX11" fmla="*/ 271 w 856265"/>
                  <a:gd name="connsiteY11" fmla="*/ 643824 h 1762662"/>
                  <a:gd name="connsiteX12" fmla="*/ 43133 w 856265"/>
                  <a:gd name="connsiteY12" fmla="*/ 367599 h 1762662"/>
                  <a:gd name="connsiteX13" fmla="*/ 238395 w 856265"/>
                  <a:gd name="connsiteY13" fmla="*/ 134237 h 1762662"/>
                  <a:gd name="connsiteX0" fmla="*/ 238395 w 856265"/>
                  <a:gd name="connsiteY0" fmla="*/ 184774 h 1813199"/>
                  <a:gd name="connsiteX1" fmla="*/ 720995 w 856265"/>
                  <a:gd name="connsiteY1" fmla="*/ 272085 h 1813199"/>
                  <a:gd name="connsiteX2" fmla="*/ 819420 w 856265"/>
                  <a:gd name="connsiteY2" fmla="*/ 622923 h 1813199"/>
                  <a:gd name="connsiteX3" fmla="*/ 805132 w 856265"/>
                  <a:gd name="connsiteY3" fmla="*/ 822948 h 1813199"/>
                  <a:gd name="connsiteX4" fmla="*/ 776557 w 856265"/>
                  <a:gd name="connsiteY4" fmla="*/ 1089648 h 1813199"/>
                  <a:gd name="connsiteX5" fmla="*/ 809895 w 856265"/>
                  <a:gd name="connsiteY5" fmla="*/ 1384923 h 1813199"/>
                  <a:gd name="connsiteX6" fmla="*/ 673370 w 856265"/>
                  <a:gd name="connsiteY6" fmla="*/ 1808785 h 1813199"/>
                  <a:gd name="connsiteX7" fmla="*/ 381270 w 856265"/>
                  <a:gd name="connsiteY7" fmla="*/ 1613523 h 1813199"/>
                  <a:gd name="connsiteX8" fmla="*/ 309832 w 856265"/>
                  <a:gd name="connsiteY8" fmla="*/ 1451598 h 1813199"/>
                  <a:gd name="connsiteX9" fmla="*/ 200295 w 856265"/>
                  <a:gd name="connsiteY9" fmla="*/ 1265861 h 1813199"/>
                  <a:gd name="connsiteX10" fmla="*/ 52658 w 856265"/>
                  <a:gd name="connsiteY10" fmla="*/ 980111 h 1813199"/>
                  <a:gd name="connsiteX11" fmla="*/ 271 w 856265"/>
                  <a:gd name="connsiteY11" fmla="*/ 694361 h 1813199"/>
                  <a:gd name="connsiteX12" fmla="*/ 43133 w 856265"/>
                  <a:gd name="connsiteY12" fmla="*/ 418136 h 1813199"/>
                  <a:gd name="connsiteX13" fmla="*/ 238395 w 856265"/>
                  <a:gd name="connsiteY13" fmla="*/ 184774 h 1813199"/>
                  <a:gd name="connsiteX0" fmla="*/ 276282 w 894152"/>
                  <a:gd name="connsiteY0" fmla="*/ 184774 h 1813199"/>
                  <a:gd name="connsiteX1" fmla="*/ 758882 w 894152"/>
                  <a:gd name="connsiteY1" fmla="*/ 272085 h 1813199"/>
                  <a:gd name="connsiteX2" fmla="*/ 857307 w 894152"/>
                  <a:gd name="connsiteY2" fmla="*/ 622923 h 1813199"/>
                  <a:gd name="connsiteX3" fmla="*/ 843019 w 894152"/>
                  <a:gd name="connsiteY3" fmla="*/ 822948 h 1813199"/>
                  <a:gd name="connsiteX4" fmla="*/ 814444 w 894152"/>
                  <a:gd name="connsiteY4" fmla="*/ 1089648 h 1813199"/>
                  <a:gd name="connsiteX5" fmla="*/ 847782 w 894152"/>
                  <a:gd name="connsiteY5" fmla="*/ 1384923 h 1813199"/>
                  <a:gd name="connsiteX6" fmla="*/ 711257 w 894152"/>
                  <a:gd name="connsiteY6" fmla="*/ 1808785 h 1813199"/>
                  <a:gd name="connsiteX7" fmla="*/ 419157 w 894152"/>
                  <a:gd name="connsiteY7" fmla="*/ 1613523 h 1813199"/>
                  <a:gd name="connsiteX8" fmla="*/ 347719 w 894152"/>
                  <a:gd name="connsiteY8" fmla="*/ 1451598 h 1813199"/>
                  <a:gd name="connsiteX9" fmla="*/ 238182 w 894152"/>
                  <a:gd name="connsiteY9" fmla="*/ 1265861 h 1813199"/>
                  <a:gd name="connsiteX10" fmla="*/ 90545 w 894152"/>
                  <a:gd name="connsiteY10" fmla="*/ 980111 h 1813199"/>
                  <a:gd name="connsiteX11" fmla="*/ 38158 w 894152"/>
                  <a:gd name="connsiteY11" fmla="*/ 694361 h 1813199"/>
                  <a:gd name="connsiteX12" fmla="*/ 81020 w 894152"/>
                  <a:gd name="connsiteY12" fmla="*/ 418136 h 1813199"/>
                  <a:gd name="connsiteX13" fmla="*/ 276282 w 894152"/>
                  <a:gd name="connsiteY13" fmla="*/ 184774 h 1813199"/>
                  <a:gd name="connsiteX0" fmla="*/ 276282 w 894152"/>
                  <a:gd name="connsiteY0" fmla="*/ 184774 h 1813199"/>
                  <a:gd name="connsiteX1" fmla="*/ 758882 w 894152"/>
                  <a:gd name="connsiteY1" fmla="*/ 272085 h 1813199"/>
                  <a:gd name="connsiteX2" fmla="*/ 857307 w 894152"/>
                  <a:gd name="connsiteY2" fmla="*/ 622923 h 1813199"/>
                  <a:gd name="connsiteX3" fmla="*/ 843019 w 894152"/>
                  <a:gd name="connsiteY3" fmla="*/ 822948 h 1813199"/>
                  <a:gd name="connsiteX4" fmla="*/ 814444 w 894152"/>
                  <a:gd name="connsiteY4" fmla="*/ 1089648 h 1813199"/>
                  <a:gd name="connsiteX5" fmla="*/ 847782 w 894152"/>
                  <a:gd name="connsiteY5" fmla="*/ 1384923 h 1813199"/>
                  <a:gd name="connsiteX6" fmla="*/ 711257 w 894152"/>
                  <a:gd name="connsiteY6" fmla="*/ 1808785 h 1813199"/>
                  <a:gd name="connsiteX7" fmla="*/ 419157 w 894152"/>
                  <a:gd name="connsiteY7" fmla="*/ 1613523 h 1813199"/>
                  <a:gd name="connsiteX8" fmla="*/ 347719 w 894152"/>
                  <a:gd name="connsiteY8" fmla="*/ 1451598 h 1813199"/>
                  <a:gd name="connsiteX9" fmla="*/ 238182 w 894152"/>
                  <a:gd name="connsiteY9" fmla="*/ 1265861 h 1813199"/>
                  <a:gd name="connsiteX10" fmla="*/ 90545 w 894152"/>
                  <a:gd name="connsiteY10" fmla="*/ 980111 h 1813199"/>
                  <a:gd name="connsiteX11" fmla="*/ 38158 w 894152"/>
                  <a:gd name="connsiteY11" fmla="*/ 694361 h 1813199"/>
                  <a:gd name="connsiteX12" fmla="*/ 81020 w 894152"/>
                  <a:gd name="connsiteY12" fmla="*/ 418136 h 1813199"/>
                  <a:gd name="connsiteX13" fmla="*/ 276282 w 894152"/>
                  <a:gd name="connsiteY13" fmla="*/ 184774 h 1813199"/>
                  <a:gd name="connsiteX0" fmla="*/ 276282 w 894152"/>
                  <a:gd name="connsiteY0" fmla="*/ 184774 h 1813199"/>
                  <a:gd name="connsiteX1" fmla="*/ 758882 w 894152"/>
                  <a:gd name="connsiteY1" fmla="*/ 272085 h 1813199"/>
                  <a:gd name="connsiteX2" fmla="*/ 857307 w 894152"/>
                  <a:gd name="connsiteY2" fmla="*/ 622923 h 1813199"/>
                  <a:gd name="connsiteX3" fmla="*/ 843019 w 894152"/>
                  <a:gd name="connsiteY3" fmla="*/ 822948 h 1813199"/>
                  <a:gd name="connsiteX4" fmla="*/ 814444 w 894152"/>
                  <a:gd name="connsiteY4" fmla="*/ 1089648 h 1813199"/>
                  <a:gd name="connsiteX5" fmla="*/ 847782 w 894152"/>
                  <a:gd name="connsiteY5" fmla="*/ 1384923 h 1813199"/>
                  <a:gd name="connsiteX6" fmla="*/ 711257 w 894152"/>
                  <a:gd name="connsiteY6" fmla="*/ 1808785 h 1813199"/>
                  <a:gd name="connsiteX7" fmla="*/ 419157 w 894152"/>
                  <a:gd name="connsiteY7" fmla="*/ 1613523 h 1813199"/>
                  <a:gd name="connsiteX8" fmla="*/ 347719 w 894152"/>
                  <a:gd name="connsiteY8" fmla="*/ 1451598 h 1813199"/>
                  <a:gd name="connsiteX9" fmla="*/ 238182 w 894152"/>
                  <a:gd name="connsiteY9" fmla="*/ 1265861 h 1813199"/>
                  <a:gd name="connsiteX10" fmla="*/ 90545 w 894152"/>
                  <a:gd name="connsiteY10" fmla="*/ 980111 h 1813199"/>
                  <a:gd name="connsiteX11" fmla="*/ 38158 w 894152"/>
                  <a:gd name="connsiteY11" fmla="*/ 694361 h 1813199"/>
                  <a:gd name="connsiteX12" fmla="*/ 81020 w 894152"/>
                  <a:gd name="connsiteY12" fmla="*/ 418136 h 1813199"/>
                  <a:gd name="connsiteX13" fmla="*/ 276282 w 894152"/>
                  <a:gd name="connsiteY13" fmla="*/ 184774 h 1813199"/>
                  <a:gd name="connsiteX0" fmla="*/ 276282 w 894152"/>
                  <a:gd name="connsiteY0" fmla="*/ 184774 h 1813199"/>
                  <a:gd name="connsiteX1" fmla="*/ 758882 w 894152"/>
                  <a:gd name="connsiteY1" fmla="*/ 272085 h 1813199"/>
                  <a:gd name="connsiteX2" fmla="*/ 857307 w 894152"/>
                  <a:gd name="connsiteY2" fmla="*/ 622923 h 1813199"/>
                  <a:gd name="connsiteX3" fmla="*/ 843019 w 894152"/>
                  <a:gd name="connsiteY3" fmla="*/ 822948 h 1813199"/>
                  <a:gd name="connsiteX4" fmla="*/ 814444 w 894152"/>
                  <a:gd name="connsiteY4" fmla="*/ 1089648 h 1813199"/>
                  <a:gd name="connsiteX5" fmla="*/ 847782 w 894152"/>
                  <a:gd name="connsiteY5" fmla="*/ 1384923 h 1813199"/>
                  <a:gd name="connsiteX6" fmla="*/ 711257 w 894152"/>
                  <a:gd name="connsiteY6" fmla="*/ 1808785 h 1813199"/>
                  <a:gd name="connsiteX7" fmla="*/ 419157 w 894152"/>
                  <a:gd name="connsiteY7" fmla="*/ 1613523 h 1813199"/>
                  <a:gd name="connsiteX8" fmla="*/ 347719 w 894152"/>
                  <a:gd name="connsiteY8" fmla="*/ 1451598 h 1813199"/>
                  <a:gd name="connsiteX9" fmla="*/ 238182 w 894152"/>
                  <a:gd name="connsiteY9" fmla="*/ 1265861 h 1813199"/>
                  <a:gd name="connsiteX10" fmla="*/ 90545 w 894152"/>
                  <a:gd name="connsiteY10" fmla="*/ 980111 h 1813199"/>
                  <a:gd name="connsiteX11" fmla="*/ 38158 w 894152"/>
                  <a:gd name="connsiteY11" fmla="*/ 694361 h 1813199"/>
                  <a:gd name="connsiteX12" fmla="*/ 81020 w 894152"/>
                  <a:gd name="connsiteY12" fmla="*/ 418136 h 1813199"/>
                  <a:gd name="connsiteX13" fmla="*/ 276282 w 894152"/>
                  <a:gd name="connsiteY13" fmla="*/ 184774 h 1813199"/>
                  <a:gd name="connsiteX0" fmla="*/ 276282 w 894152"/>
                  <a:gd name="connsiteY0" fmla="*/ 165146 h 1793571"/>
                  <a:gd name="connsiteX1" fmla="*/ 758882 w 894152"/>
                  <a:gd name="connsiteY1" fmla="*/ 252457 h 1793571"/>
                  <a:gd name="connsiteX2" fmla="*/ 857307 w 894152"/>
                  <a:gd name="connsiteY2" fmla="*/ 603295 h 1793571"/>
                  <a:gd name="connsiteX3" fmla="*/ 843019 w 894152"/>
                  <a:gd name="connsiteY3" fmla="*/ 803320 h 1793571"/>
                  <a:gd name="connsiteX4" fmla="*/ 814444 w 894152"/>
                  <a:gd name="connsiteY4" fmla="*/ 1070020 h 1793571"/>
                  <a:gd name="connsiteX5" fmla="*/ 847782 w 894152"/>
                  <a:gd name="connsiteY5" fmla="*/ 1365295 h 1793571"/>
                  <a:gd name="connsiteX6" fmla="*/ 711257 w 894152"/>
                  <a:gd name="connsiteY6" fmla="*/ 1789157 h 1793571"/>
                  <a:gd name="connsiteX7" fmla="*/ 419157 w 894152"/>
                  <a:gd name="connsiteY7" fmla="*/ 1593895 h 1793571"/>
                  <a:gd name="connsiteX8" fmla="*/ 347719 w 894152"/>
                  <a:gd name="connsiteY8" fmla="*/ 1431970 h 1793571"/>
                  <a:gd name="connsiteX9" fmla="*/ 238182 w 894152"/>
                  <a:gd name="connsiteY9" fmla="*/ 1246233 h 1793571"/>
                  <a:gd name="connsiteX10" fmla="*/ 90545 w 894152"/>
                  <a:gd name="connsiteY10" fmla="*/ 960483 h 1793571"/>
                  <a:gd name="connsiteX11" fmla="*/ 38158 w 894152"/>
                  <a:gd name="connsiteY11" fmla="*/ 674733 h 1793571"/>
                  <a:gd name="connsiteX12" fmla="*/ 81020 w 894152"/>
                  <a:gd name="connsiteY12" fmla="*/ 398508 h 1793571"/>
                  <a:gd name="connsiteX13" fmla="*/ 276282 w 894152"/>
                  <a:gd name="connsiteY13" fmla="*/ 165146 h 1793571"/>
                  <a:gd name="connsiteX0" fmla="*/ 309161 w 927031"/>
                  <a:gd name="connsiteY0" fmla="*/ 165146 h 1793571"/>
                  <a:gd name="connsiteX1" fmla="*/ 791761 w 927031"/>
                  <a:gd name="connsiteY1" fmla="*/ 252457 h 1793571"/>
                  <a:gd name="connsiteX2" fmla="*/ 890186 w 927031"/>
                  <a:gd name="connsiteY2" fmla="*/ 603295 h 1793571"/>
                  <a:gd name="connsiteX3" fmla="*/ 875898 w 927031"/>
                  <a:gd name="connsiteY3" fmla="*/ 803320 h 1793571"/>
                  <a:gd name="connsiteX4" fmla="*/ 847323 w 927031"/>
                  <a:gd name="connsiteY4" fmla="*/ 1070020 h 1793571"/>
                  <a:gd name="connsiteX5" fmla="*/ 880661 w 927031"/>
                  <a:gd name="connsiteY5" fmla="*/ 1365295 h 1793571"/>
                  <a:gd name="connsiteX6" fmla="*/ 744136 w 927031"/>
                  <a:gd name="connsiteY6" fmla="*/ 1789157 h 1793571"/>
                  <a:gd name="connsiteX7" fmla="*/ 452036 w 927031"/>
                  <a:gd name="connsiteY7" fmla="*/ 1593895 h 1793571"/>
                  <a:gd name="connsiteX8" fmla="*/ 380598 w 927031"/>
                  <a:gd name="connsiteY8" fmla="*/ 1431970 h 1793571"/>
                  <a:gd name="connsiteX9" fmla="*/ 271061 w 927031"/>
                  <a:gd name="connsiteY9" fmla="*/ 1246233 h 1793571"/>
                  <a:gd name="connsiteX10" fmla="*/ 123424 w 927031"/>
                  <a:gd name="connsiteY10" fmla="*/ 960483 h 1793571"/>
                  <a:gd name="connsiteX11" fmla="*/ 71037 w 927031"/>
                  <a:gd name="connsiteY11" fmla="*/ 674733 h 1793571"/>
                  <a:gd name="connsiteX12" fmla="*/ 19336 w 927031"/>
                  <a:gd name="connsiteY12" fmla="*/ 388491 h 1793571"/>
                  <a:gd name="connsiteX13" fmla="*/ 309161 w 927031"/>
                  <a:gd name="connsiteY13" fmla="*/ 165146 h 1793571"/>
                  <a:gd name="connsiteX0" fmla="*/ 148346 w 945033"/>
                  <a:gd name="connsiteY0" fmla="*/ 141483 h 1857858"/>
                  <a:gd name="connsiteX1" fmla="*/ 809763 w 945033"/>
                  <a:gd name="connsiteY1" fmla="*/ 316744 h 1857858"/>
                  <a:gd name="connsiteX2" fmla="*/ 908188 w 945033"/>
                  <a:gd name="connsiteY2" fmla="*/ 667582 h 1857858"/>
                  <a:gd name="connsiteX3" fmla="*/ 893900 w 945033"/>
                  <a:gd name="connsiteY3" fmla="*/ 867607 h 1857858"/>
                  <a:gd name="connsiteX4" fmla="*/ 865325 w 945033"/>
                  <a:gd name="connsiteY4" fmla="*/ 1134307 h 1857858"/>
                  <a:gd name="connsiteX5" fmla="*/ 898663 w 945033"/>
                  <a:gd name="connsiteY5" fmla="*/ 1429582 h 1857858"/>
                  <a:gd name="connsiteX6" fmla="*/ 762138 w 945033"/>
                  <a:gd name="connsiteY6" fmla="*/ 1853444 h 1857858"/>
                  <a:gd name="connsiteX7" fmla="*/ 470038 w 945033"/>
                  <a:gd name="connsiteY7" fmla="*/ 1658182 h 1857858"/>
                  <a:gd name="connsiteX8" fmla="*/ 398600 w 945033"/>
                  <a:gd name="connsiteY8" fmla="*/ 1496257 h 1857858"/>
                  <a:gd name="connsiteX9" fmla="*/ 289063 w 945033"/>
                  <a:gd name="connsiteY9" fmla="*/ 1310520 h 1857858"/>
                  <a:gd name="connsiteX10" fmla="*/ 141426 w 945033"/>
                  <a:gd name="connsiteY10" fmla="*/ 1024770 h 1857858"/>
                  <a:gd name="connsiteX11" fmla="*/ 89039 w 945033"/>
                  <a:gd name="connsiteY11" fmla="*/ 739020 h 1857858"/>
                  <a:gd name="connsiteX12" fmla="*/ 37338 w 945033"/>
                  <a:gd name="connsiteY12" fmla="*/ 452778 h 1857858"/>
                  <a:gd name="connsiteX13" fmla="*/ 148346 w 945033"/>
                  <a:gd name="connsiteY13" fmla="*/ 141483 h 1857858"/>
                  <a:gd name="connsiteX0" fmla="*/ 148346 w 932847"/>
                  <a:gd name="connsiteY0" fmla="*/ 212237 h 1928612"/>
                  <a:gd name="connsiteX1" fmla="*/ 581913 w 932847"/>
                  <a:gd name="connsiteY1" fmla="*/ 174851 h 1928612"/>
                  <a:gd name="connsiteX2" fmla="*/ 908188 w 932847"/>
                  <a:gd name="connsiteY2" fmla="*/ 738336 h 1928612"/>
                  <a:gd name="connsiteX3" fmla="*/ 893900 w 932847"/>
                  <a:gd name="connsiteY3" fmla="*/ 938361 h 1928612"/>
                  <a:gd name="connsiteX4" fmla="*/ 865325 w 932847"/>
                  <a:gd name="connsiteY4" fmla="*/ 1205061 h 1928612"/>
                  <a:gd name="connsiteX5" fmla="*/ 898663 w 932847"/>
                  <a:gd name="connsiteY5" fmla="*/ 1500336 h 1928612"/>
                  <a:gd name="connsiteX6" fmla="*/ 762138 w 932847"/>
                  <a:gd name="connsiteY6" fmla="*/ 1924198 h 1928612"/>
                  <a:gd name="connsiteX7" fmla="*/ 470038 w 932847"/>
                  <a:gd name="connsiteY7" fmla="*/ 1728936 h 1928612"/>
                  <a:gd name="connsiteX8" fmla="*/ 398600 w 932847"/>
                  <a:gd name="connsiteY8" fmla="*/ 1567011 h 1928612"/>
                  <a:gd name="connsiteX9" fmla="*/ 289063 w 932847"/>
                  <a:gd name="connsiteY9" fmla="*/ 1381274 h 1928612"/>
                  <a:gd name="connsiteX10" fmla="*/ 141426 w 932847"/>
                  <a:gd name="connsiteY10" fmla="*/ 1095524 h 1928612"/>
                  <a:gd name="connsiteX11" fmla="*/ 89039 w 932847"/>
                  <a:gd name="connsiteY11" fmla="*/ 809774 h 1928612"/>
                  <a:gd name="connsiteX12" fmla="*/ 37338 w 932847"/>
                  <a:gd name="connsiteY12" fmla="*/ 523532 h 1928612"/>
                  <a:gd name="connsiteX13" fmla="*/ 148346 w 932847"/>
                  <a:gd name="connsiteY13" fmla="*/ 212237 h 1928612"/>
                  <a:gd name="connsiteX0" fmla="*/ 148346 w 932847"/>
                  <a:gd name="connsiteY0" fmla="*/ 212237 h 1928612"/>
                  <a:gd name="connsiteX1" fmla="*/ 581913 w 932847"/>
                  <a:gd name="connsiteY1" fmla="*/ 174851 h 1928612"/>
                  <a:gd name="connsiteX2" fmla="*/ 812843 w 932847"/>
                  <a:gd name="connsiteY2" fmla="*/ 449929 h 1928612"/>
                  <a:gd name="connsiteX3" fmla="*/ 908188 w 932847"/>
                  <a:gd name="connsiteY3" fmla="*/ 738336 h 1928612"/>
                  <a:gd name="connsiteX4" fmla="*/ 893900 w 932847"/>
                  <a:gd name="connsiteY4" fmla="*/ 938361 h 1928612"/>
                  <a:gd name="connsiteX5" fmla="*/ 865325 w 932847"/>
                  <a:gd name="connsiteY5" fmla="*/ 1205061 h 1928612"/>
                  <a:gd name="connsiteX6" fmla="*/ 898663 w 932847"/>
                  <a:gd name="connsiteY6" fmla="*/ 1500336 h 1928612"/>
                  <a:gd name="connsiteX7" fmla="*/ 762138 w 932847"/>
                  <a:gd name="connsiteY7" fmla="*/ 1924198 h 1928612"/>
                  <a:gd name="connsiteX8" fmla="*/ 470038 w 932847"/>
                  <a:gd name="connsiteY8" fmla="*/ 1728936 h 1928612"/>
                  <a:gd name="connsiteX9" fmla="*/ 398600 w 932847"/>
                  <a:gd name="connsiteY9" fmla="*/ 1567011 h 1928612"/>
                  <a:gd name="connsiteX10" fmla="*/ 289063 w 932847"/>
                  <a:gd name="connsiteY10" fmla="*/ 1381274 h 1928612"/>
                  <a:gd name="connsiteX11" fmla="*/ 141426 w 932847"/>
                  <a:gd name="connsiteY11" fmla="*/ 1095524 h 1928612"/>
                  <a:gd name="connsiteX12" fmla="*/ 89039 w 932847"/>
                  <a:gd name="connsiteY12" fmla="*/ 809774 h 1928612"/>
                  <a:gd name="connsiteX13" fmla="*/ 37338 w 932847"/>
                  <a:gd name="connsiteY13" fmla="*/ 523532 h 1928612"/>
                  <a:gd name="connsiteX14" fmla="*/ 148346 w 932847"/>
                  <a:gd name="connsiteY14" fmla="*/ 212237 h 1928612"/>
                  <a:gd name="connsiteX0" fmla="*/ 148346 w 932847"/>
                  <a:gd name="connsiteY0" fmla="*/ 212237 h 1928612"/>
                  <a:gd name="connsiteX1" fmla="*/ 581913 w 932847"/>
                  <a:gd name="connsiteY1" fmla="*/ 174851 h 1928612"/>
                  <a:gd name="connsiteX2" fmla="*/ 812843 w 932847"/>
                  <a:gd name="connsiteY2" fmla="*/ 449929 h 1928612"/>
                  <a:gd name="connsiteX3" fmla="*/ 908188 w 932847"/>
                  <a:gd name="connsiteY3" fmla="*/ 738336 h 1928612"/>
                  <a:gd name="connsiteX4" fmla="*/ 893900 w 932847"/>
                  <a:gd name="connsiteY4" fmla="*/ 938361 h 1928612"/>
                  <a:gd name="connsiteX5" fmla="*/ 865325 w 932847"/>
                  <a:gd name="connsiteY5" fmla="*/ 1205061 h 1928612"/>
                  <a:gd name="connsiteX6" fmla="*/ 898663 w 932847"/>
                  <a:gd name="connsiteY6" fmla="*/ 1500336 h 1928612"/>
                  <a:gd name="connsiteX7" fmla="*/ 762138 w 932847"/>
                  <a:gd name="connsiteY7" fmla="*/ 1924198 h 1928612"/>
                  <a:gd name="connsiteX8" fmla="*/ 470038 w 932847"/>
                  <a:gd name="connsiteY8" fmla="*/ 1728936 h 1928612"/>
                  <a:gd name="connsiteX9" fmla="*/ 398600 w 932847"/>
                  <a:gd name="connsiteY9" fmla="*/ 1567011 h 1928612"/>
                  <a:gd name="connsiteX10" fmla="*/ 289063 w 932847"/>
                  <a:gd name="connsiteY10" fmla="*/ 1381274 h 1928612"/>
                  <a:gd name="connsiteX11" fmla="*/ 141426 w 932847"/>
                  <a:gd name="connsiteY11" fmla="*/ 1095524 h 1928612"/>
                  <a:gd name="connsiteX12" fmla="*/ 89039 w 932847"/>
                  <a:gd name="connsiteY12" fmla="*/ 809774 h 1928612"/>
                  <a:gd name="connsiteX13" fmla="*/ 37338 w 932847"/>
                  <a:gd name="connsiteY13" fmla="*/ 523532 h 1928612"/>
                  <a:gd name="connsiteX14" fmla="*/ 148346 w 932847"/>
                  <a:gd name="connsiteY14" fmla="*/ 212237 h 1928612"/>
                  <a:gd name="connsiteX0" fmla="*/ 148346 w 932847"/>
                  <a:gd name="connsiteY0" fmla="*/ 190693 h 1907068"/>
                  <a:gd name="connsiteX1" fmla="*/ 581913 w 932847"/>
                  <a:gd name="connsiteY1" fmla="*/ 153307 h 1907068"/>
                  <a:gd name="connsiteX2" fmla="*/ 812843 w 932847"/>
                  <a:gd name="connsiteY2" fmla="*/ 428385 h 1907068"/>
                  <a:gd name="connsiteX3" fmla="*/ 908188 w 932847"/>
                  <a:gd name="connsiteY3" fmla="*/ 716792 h 1907068"/>
                  <a:gd name="connsiteX4" fmla="*/ 893900 w 932847"/>
                  <a:gd name="connsiteY4" fmla="*/ 916817 h 1907068"/>
                  <a:gd name="connsiteX5" fmla="*/ 865325 w 932847"/>
                  <a:gd name="connsiteY5" fmla="*/ 1183517 h 1907068"/>
                  <a:gd name="connsiteX6" fmla="*/ 898663 w 932847"/>
                  <a:gd name="connsiteY6" fmla="*/ 1478792 h 1907068"/>
                  <a:gd name="connsiteX7" fmla="*/ 762138 w 932847"/>
                  <a:gd name="connsiteY7" fmla="*/ 1902654 h 1907068"/>
                  <a:gd name="connsiteX8" fmla="*/ 470038 w 932847"/>
                  <a:gd name="connsiteY8" fmla="*/ 1707392 h 1907068"/>
                  <a:gd name="connsiteX9" fmla="*/ 398600 w 932847"/>
                  <a:gd name="connsiteY9" fmla="*/ 1545467 h 1907068"/>
                  <a:gd name="connsiteX10" fmla="*/ 289063 w 932847"/>
                  <a:gd name="connsiteY10" fmla="*/ 1359730 h 1907068"/>
                  <a:gd name="connsiteX11" fmla="*/ 141426 w 932847"/>
                  <a:gd name="connsiteY11" fmla="*/ 1073980 h 1907068"/>
                  <a:gd name="connsiteX12" fmla="*/ 89039 w 932847"/>
                  <a:gd name="connsiteY12" fmla="*/ 788230 h 1907068"/>
                  <a:gd name="connsiteX13" fmla="*/ 37338 w 932847"/>
                  <a:gd name="connsiteY13" fmla="*/ 501988 h 1907068"/>
                  <a:gd name="connsiteX14" fmla="*/ 148346 w 932847"/>
                  <a:gd name="connsiteY14" fmla="*/ 190693 h 1907068"/>
                  <a:gd name="connsiteX0" fmla="*/ 148346 w 932847"/>
                  <a:gd name="connsiteY0" fmla="*/ 190693 h 1907068"/>
                  <a:gd name="connsiteX1" fmla="*/ 581913 w 932847"/>
                  <a:gd name="connsiteY1" fmla="*/ 153307 h 1907068"/>
                  <a:gd name="connsiteX2" fmla="*/ 812843 w 932847"/>
                  <a:gd name="connsiteY2" fmla="*/ 428385 h 1907068"/>
                  <a:gd name="connsiteX3" fmla="*/ 908188 w 932847"/>
                  <a:gd name="connsiteY3" fmla="*/ 716792 h 1907068"/>
                  <a:gd name="connsiteX4" fmla="*/ 893900 w 932847"/>
                  <a:gd name="connsiteY4" fmla="*/ 916817 h 1907068"/>
                  <a:gd name="connsiteX5" fmla="*/ 865325 w 932847"/>
                  <a:gd name="connsiteY5" fmla="*/ 1183517 h 1907068"/>
                  <a:gd name="connsiteX6" fmla="*/ 898663 w 932847"/>
                  <a:gd name="connsiteY6" fmla="*/ 1478792 h 1907068"/>
                  <a:gd name="connsiteX7" fmla="*/ 762138 w 932847"/>
                  <a:gd name="connsiteY7" fmla="*/ 1902654 h 1907068"/>
                  <a:gd name="connsiteX8" fmla="*/ 470038 w 932847"/>
                  <a:gd name="connsiteY8" fmla="*/ 1707392 h 1907068"/>
                  <a:gd name="connsiteX9" fmla="*/ 398600 w 932847"/>
                  <a:gd name="connsiteY9" fmla="*/ 1545467 h 1907068"/>
                  <a:gd name="connsiteX10" fmla="*/ 289063 w 932847"/>
                  <a:gd name="connsiteY10" fmla="*/ 1359730 h 1907068"/>
                  <a:gd name="connsiteX11" fmla="*/ 107309 w 932847"/>
                  <a:gd name="connsiteY11" fmla="*/ 980317 h 1907068"/>
                  <a:gd name="connsiteX12" fmla="*/ 89039 w 932847"/>
                  <a:gd name="connsiteY12" fmla="*/ 788230 h 1907068"/>
                  <a:gd name="connsiteX13" fmla="*/ 37338 w 932847"/>
                  <a:gd name="connsiteY13" fmla="*/ 501988 h 1907068"/>
                  <a:gd name="connsiteX14" fmla="*/ 148346 w 932847"/>
                  <a:gd name="connsiteY14" fmla="*/ 190693 h 1907068"/>
                  <a:gd name="connsiteX0" fmla="*/ 148346 w 932847"/>
                  <a:gd name="connsiteY0" fmla="*/ 190693 h 1907068"/>
                  <a:gd name="connsiteX1" fmla="*/ 581913 w 932847"/>
                  <a:gd name="connsiteY1" fmla="*/ 153307 h 1907068"/>
                  <a:gd name="connsiteX2" fmla="*/ 812843 w 932847"/>
                  <a:gd name="connsiteY2" fmla="*/ 428385 h 1907068"/>
                  <a:gd name="connsiteX3" fmla="*/ 908188 w 932847"/>
                  <a:gd name="connsiteY3" fmla="*/ 716792 h 1907068"/>
                  <a:gd name="connsiteX4" fmla="*/ 893900 w 932847"/>
                  <a:gd name="connsiteY4" fmla="*/ 916817 h 1907068"/>
                  <a:gd name="connsiteX5" fmla="*/ 865325 w 932847"/>
                  <a:gd name="connsiteY5" fmla="*/ 1183517 h 1907068"/>
                  <a:gd name="connsiteX6" fmla="*/ 898663 w 932847"/>
                  <a:gd name="connsiteY6" fmla="*/ 1478792 h 1907068"/>
                  <a:gd name="connsiteX7" fmla="*/ 762138 w 932847"/>
                  <a:gd name="connsiteY7" fmla="*/ 1902654 h 1907068"/>
                  <a:gd name="connsiteX8" fmla="*/ 470038 w 932847"/>
                  <a:gd name="connsiteY8" fmla="*/ 1707392 h 1907068"/>
                  <a:gd name="connsiteX9" fmla="*/ 398600 w 932847"/>
                  <a:gd name="connsiteY9" fmla="*/ 1545467 h 1907068"/>
                  <a:gd name="connsiteX10" fmla="*/ 289063 w 932847"/>
                  <a:gd name="connsiteY10" fmla="*/ 1359730 h 1907068"/>
                  <a:gd name="connsiteX11" fmla="*/ 107309 w 932847"/>
                  <a:gd name="connsiteY11" fmla="*/ 980317 h 1907068"/>
                  <a:gd name="connsiteX12" fmla="*/ 37338 w 932847"/>
                  <a:gd name="connsiteY12" fmla="*/ 501988 h 1907068"/>
                  <a:gd name="connsiteX13" fmla="*/ 148346 w 932847"/>
                  <a:gd name="connsiteY13" fmla="*/ 190693 h 1907068"/>
                  <a:gd name="connsiteX0" fmla="*/ 164947 w 949448"/>
                  <a:gd name="connsiteY0" fmla="*/ 190693 h 1907068"/>
                  <a:gd name="connsiteX1" fmla="*/ 598514 w 949448"/>
                  <a:gd name="connsiteY1" fmla="*/ 153307 h 1907068"/>
                  <a:gd name="connsiteX2" fmla="*/ 829444 w 949448"/>
                  <a:gd name="connsiteY2" fmla="*/ 428385 h 1907068"/>
                  <a:gd name="connsiteX3" fmla="*/ 924789 w 949448"/>
                  <a:gd name="connsiteY3" fmla="*/ 716792 h 1907068"/>
                  <a:gd name="connsiteX4" fmla="*/ 910501 w 949448"/>
                  <a:gd name="connsiteY4" fmla="*/ 916817 h 1907068"/>
                  <a:gd name="connsiteX5" fmla="*/ 881926 w 949448"/>
                  <a:gd name="connsiteY5" fmla="*/ 1183517 h 1907068"/>
                  <a:gd name="connsiteX6" fmla="*/ 915264 w 949448"/>
                  <a:gd name="connsiteY6" fmla="*/ 1478792 h 1907068"/>
                  <a:gd name="connsiteX7" fmla="*/ 778739 w 949448"/>
                  <a:gd name="connsiteY7" fmla="*/ 1902654 h 1907068"/>
                  <a:gd name="connsiteX8" fmla="*/ 486639 w 949448"/>
                  <a:gd name="connsiteY8" fmla="*/ 1707392 h 1907068"/>
                  <a:gd name="connsiteX9" fmla="*/ 415201 w 949448"/>
                  <a:gd name="connsiteY9" fmla="*/ 1545467 h 1907068"/>
                  <a:gd name="connsiteX10" fmla="*/ 305664 w 949448"/>
                  <a:gd name="connsiteY10" fmla="*/ 1359730 h 1907068"/>
                  <a:gd name="connsiteX11" fmla="*/ 123910 w 949448"/>
                  <a:gd name="connsiteY11" fmla="*/ 980317 h 1907068"/>
                  <a:gd name="connsiteX12" fmla="*/ 53939 w 949448"/>
                  <a:gd name="connsiteY12" fmla="*/ 501988 h 1907068"/>
                  <a:gd name="connsiteX13" fmla="*/ 164947 w 949448"/>
                  <a:gd name="connsiteY13" fmla="*/ 190693 h 1907068"/>
                  <a:gd name="connsiteX0" fmla="*/ 164947 w 940465"/>
                  <a:gd name="connsiteY0" fmla="*/ 190693 h 1907068"/>
                  <a:gd name="connsiteX1" fmla="*/ 598514 w 940465"/>
                  <a:gd name="connsiteY1" fmla="*/ 153307 h 1907068"/>
                  <a:gd name="connsiteX2" fmla="*/ 829444 w 940465"/>
                  <a:gd name="connsiteY2" fmla="*/ 428385 h 1907068"/>
                  <a:gd name="connsiteX3" fmla="*/ 865607 w 940465"/>
                  <a:gd name="connsiteY3" fmla="*/ 693693 h 1907068"/>
                  <a:gd name="connsiteX4" fmla="*/ 910501 w 940465"/>
                  <a:gd name="connsiteY4" fmla="*/ 916817 h 1907068"/>
                  <a:gd name="connsiteX5" fmla="*/ 881926 w 940465"/>
                  <a:gd name="connsiteY5" fmla="*/ 1183517 h 1907068"/>
                  <a:gd name="connsiteX6" fmla="*/ 915264 w 940465"/>
                  <a:gd name="connsiteY6" fmla="*/ 1478792 h 1907068"/>
                  <a:gd name="connsiteX7" fmla="*/ 778739 w 940465"/>
                  <a:gd name="connsiteY7" fmla="*/ 1902654 h 1907068"/>
                  <a:gd name="connsiteX8" fmla="*/ 486639 w 940465"/>
                  <a:gd name="connsiteY8" fmla="*/ 1707392 h 1907068"/>
                  <a:gd name="connsiteX9" fmla="*/ 415201 w 940465"/>
                  <a:gd name="connsiteY9" fmla="*/ 1545467 h 1907068"/>
                  <a:gd name="connsiteX10" fmla="*/ 305664 w 940465"/>
                  <a:gd name="connsiteY10" fmla="*/ 1359730 h 1907068"/>
                  <a:gd name="connsiteX11" fmla="*/ 123910 w 940465"/>
                  <a:gd name="connsiteY11" fmla="*/ 980317 h 1907068"/>
                  <a:gd name="connsiteX12" fmla="*/ 53939 w 940465"/>
                  <a:gd name="connsiteY12" fmla="*/ 501988 h 1907068"/>
                  <a:gd name="connsiteX13" fmla="*/ 164947 w 940465"/>
                  <a:gd name="connsiteY13" fmla="*/ 190693 h 1907068"/>
                  <a:gd name="connsiteX0" fmla="*/ 164947 w 940465"/>
                  <a:gd name="connsiteY0" fmla="*/ 190693 h 1907068"/>
                  <a:gd name="connsiteX1" fmla="*/ 598514 w 940465"/>
                  <a:gd name="connsiteY1" fmla="*/ 153307 h 1907068"/>
                  <a:gd name="connsiteX2" fmla="*/ 829444 w 940465"/>
                  <a:gd name="connsiteY2" fmla="*/ 428385 h 1907068"/>
                  <a:gd name="connsiteX3" fmla="*/ 865607 w 940465"/>
                  <a:gd name="connsiteY3" fmla="*/ 693693 h 1907068"/>
                  <a:gd name="connsiteX4" fmla="*/ 881926 w 940465"/>
                  <a:gd name="connsiteY4" fmla="*/ 1183517 h 1907068"/>
                  <a:gd name="connsiteX5" fmla="*/ 915264 w 940465"/>
                  <a:gd name="connsiteY5" fmla="*/ 1478792 h 1907068"/>
                  <a:gd name="connsiteX6" fmla="*/ 778739 w 940465"/>
                  <a:gd name="connsiteY6" fmla="*/ 1902654 h 1907068"/>
                  <a:gd name="connsiteX7" fmla="*/ 486639 w 940465"/>
                  <a:gd name="connsiteY7" fmla="*/ 1707392 h 1907068"/>
                  <a:gd name="connsiteX8" fmla="*/ 415201 w 940465"/>
                  <a:gd name="connsiteY8" fmla="*/ 1545467 h 1907068"/>
                  <a:gd name="connsiteX9" fmla="*/ 305664 w 940465"/>
                  <a:gd name="connsiteY9" fmla="*/ 1359730 h 1907068"/>
                  <a:gd name="connsiteX10" fmla="*/ 123910 w 940465"/>
                  <a:gd name="connsiteY10" fmla="*/ 980317 h 1907068"/>
                  <a:gd name="connsiteX11" fmla="*/ 53939 w 940465"/>
                  <a:gd name="connsiteY11" fmla="*/ 501988 h 1907068"/>
                  <a:gd name="connsiteX12" fmla="*/ 164947 w 940465"/>
                  <a:gd name="connsiteY12" fmla="*/ 190693 h 1907068"/>
                  <a:gd name="connsiteX0" fmla="*/ 164947 w 955152"/>
                  <a:gd name="connsiteY0" fmla="*/ 190693 h 1907068"/>
                  <a:gd name="connsiteX1" fmla="*/ 598514 w 955152"/>
                  <a:gd name="connsiteY1" fmla="*/ 153307 h 1907068"/>
                  <a:gd name="connsiteX2" fmla="*/ 829444 w 955152"/>
                  <a:gd name="connsiteY2" fmla="*/ 428385 h 1907068"/>
                  <a:gd name="connsiteX3" fmla="*/ 865607 w 955152"/>
                  <a:gd name="connsiteY3" fmla="*/ 693693 h 1907068"/>
                  <a:gd name="connsiteX4" fmla="*/ 936970 w 955152"/>
                  <a:gd name="connsiteY4" fmla="*/ 957916 h 1907068"/>
                  <a:gd name="connsiteX5" fmla="*/ 915264 w 955152"/>
                  <a:gd name="connsiteY5" fmla="*/ 1478792 h 1907068"/>
                  <a:gd name="connsiteX6" fmla="*/ 778739 w 955152"/>
                  <a:gd name="connsiteY6" fmla="*/ 1902654 h 1907068"/>
                  <a:gd name="connsiteX7" fmla="*/ 486639 w 955152"/>
                  <a:gd name="connsiteY7" fmla="*/ 1707392 h 1907068"/>
                  <a:gd name="connsiteX8" fmla="*/ 415201 w 955152"/>
                  <a:gd name="connsiteY8" fmla="*/ 1545467 h 1907068"/>
                  <a:gd name="connsiteX9" fmla="*/ 305664 w 955152"/>
                  <a:gd name="connsiteY9" fmla="*/ 1359730 h 1907068"/>
                  <a:gd name="connsiteX10" fmla="*/ 123910 w 955152"/>
                  <a:gd name="connsiteY10" fmla="*/ 980317 h 1907068"/>
                  <a:gd name="connsiteX11" fmla="*/ 53939 w 955152"/>
                  <a:gd name="connsiteY11" fmla="*/ 501988 h 1907068"/>
                  <a:gd name="connsiteX12" fmla="*/ 164947 w 955152"/>
                  <a:gd name="connsiteY12" fmla="*/ 190693 h 1907068"/>
                  <a:gd name="connsiteX0" fmla="*/ 164947 w 955152"/>
                  <a:gd name="connsiteY0" fmla="*/ 190693 h 1907068"/>
                  <a:gd name="connsiteX1" fmla="*/ 598514 w 955152"/>
                  <a:gd name="connsiteY1" fmla="*/ 153307 h 1907068"/>
                  <a:gd name="connsiteX2" fmla="*/ 829444 w 955152"/>
                  <a:gd name="connsiteY2" fmla="*/ 428385 h 1907068"/>
                  <a:gd name="connsiteX3" fmla="*/ 865607 w 955152"/>
                  <a:gd name="connsiteY3" fmla="*/ 693693 h 1907068"/>
                  <a:gd name="connsiteX4" fmla="*/ 936970 w 955152"/>
                  <a:gd name="connsiteY4" fmla="*/ 957916 h 1907068"/>
                  <a:gd name="connsiteX5" fmla="*/ 915264 w 955152"/>
                  <a:gd name="connsiteY5" fmla="*/ 1478792 h 1907068"/>
                  <a:gd name="connsiteX6" fmla="*/ 778739 w 955152"/>
                  <a:gd name="connsiteY6" fmla="*/ 1902654 h 1907068"/>
                  <a:gd name="connsiteX7" fmla="*/ 486639 w 955152"/>
                  <a:gd name="connsiteY7" fmla="*/ 1707392 h 1907068"/>
                  <a:gd name="connsiteX8" fmla="*/ 415201 w 955152"/>
                  <a:gd name="connsiteY8" fmla="*/ 1545467 h 1907068"/>
                  <a:gd name="connsiteX9" fmla="*/ 305664 w 955152"/>
                  <a:gd name="connsiteY9" fmla="*/ 1359730 h 1907068"/>
                  <a:gd name="connsiteX10" fmla="*/ 123910 w 955152"/>
                  <a:gd name="connsiteY10" fmla="*/ 980317 h 1907068"/>
                  <a:gd name="connsiteX11" fmla="*/ 53939 w 955152"/>
                  <a:gd name="connsiteY11" fmla="*/ 501988 h 1907068"/>
                  <a:gd name="connsiteX12" fmla="*/ 164947 w 955152"/>
                  <a:gd name="connsiteY12" fmla="*/ 190693 h 1907068"/>
                  <a:gd name="connsiteX0" fmla="*/ 164947 w 955152"/>
                  <a:gd name="connsiteY0" fmla="*/ 190693 h 1907068"/>
                  <a:gd name="connsiteX1" fmla="*/ 598514 w 955152"/>
                  <a:gd name="connsiteY1" fmla="*/ 153307 h 1907068"/>
                  <a:gd name="connsiteX2" fmla="*/ 829444 w 955152"/>
                  <a:gd name="connsiteY2" fmla="*/ 428385 h 1907068"/>
                  <a:gd name="connsiteX3" fmla="*/ 865607 w 955152"/>
                  <a:gd name="connsiteY3" fmla="*/ 693693 h 1907068"/>
                  <a:gd name="connsiteX4" fmla="*/ 936970 w 955152"/>
                  <a:gd name="connsiteY4" fmla="*/ 957916 h 1907068"/>
                  <a:gd name="connsiteX5" fmla="*/ 915264 w 955152"/>
                  <a:gd name="connsiteY5" fmla="*/ 1478792 h 1907068"/>
                  <a:gd name="connsiteX6" fmla="*/ 778739 w 955152"/>
                  <a:gd name="connsiteY6" fmla="*/ 1902654 h 1907068"/>
                  <a:gd name="connsiteX7" fmla="*/ 486639 w 955152"/>
                  <a:gd name="connsiteY7" fmla="*/ 1707392 h 1907068"/>
                  <a:gd name="connsiteX8" fmla="*/ 415201 w 955152"/>
                  <a:gd name="connsiteY8" fmla="*/ 1545467 h 1907068"/>
                  <a:gd name="connsiteX9" fmla="*/ 305664 w 955152"/>
                  <a:gd name="connsiteY9" fmla="*/ 1359730 h 1907068"/>
                  <a:gd name="connsiteX10" fmla="*/ 123910 w 955152"/>
                  <a:gd name="connsiteY10" fmla="*/ 980317 h 1907068"/>
                  <a:gd name="connsiteX11" fmla="*/ 53939 w 955152"/>
                  <a:gd name="connsiteY11" fmla="*/ 501988 h 1907068"/>
                  <a:gd name="connsiteX12" fmla="*/ 164947 w 955152"/>
                  <a:gd name="connsiteY12" fmla="*/ 190693 h 1907068"/>
                  <a:gd name="connsiteX0" fmla="*/ 164947 w 986806"/>
                  <a:gd name="connsiteY0" fmla="*/ 190693 h 1907068"/>
                  <a:gd name="connsiteX1" fmla="*/ 598514 w 986806"/>
                  <a:gd name="connsiteY1" fmla="*/ 153307 h 1907068"/>
                  <a:gd name="connsiteX2" fmla="*/ 829444 w 986806"/>
                  <a:gd name="connsiteY2" fmla="*/ 428385 h 1907068"/>
                  <a:gd name="connsiteX3" fmla="*/ 865607 w 986806"/>
                  <a:gd name="connsiteY3" fmla="*/ 693693 h 1907068"/>
                  <a:gd name="connsiteX4" fmla="*/ 936970 w 986806"/>
                  <a:gd name="connsiteY4" fmla="*/ 957916 h 1907068"/>
                  <a:gd name="connsiteX5" fmla="*/ 986565 w 986806"/>
                  <a:gd name="connsiteY5" fmla="*/ 1294174 h 1907068"/>
                  <a:gd name="connsiteX6" fmla="*/ 915264 w 986806"/>
                  <a:gd name="connsiteY6" fmla="*/ 1478792 h 1907068"/>
                  <a:gd name="connsiteX7" fmla="*/ 778739 w 986806"/>
                  <a:gd name="connsiteY7" fmla="*/ 1902654 h 1907068"/>
                  <a:gd name="connsiteX8" fmla="*/ 486639 w 986806"/>
                  <a:gd name="connsiteY8" fmla="*/ 1707392 h 1907068"/>
                  <a:gd name="connsiteX9" fmla="*/ 415201 w 986806"/>
                  <a:gd name="connsiteY9" fmla="*/ 1545467 h 1907068"/>
                  <a:gd name="connsiteX10" fmla="*/ 305664 w 986806"/>
                  <a:gd name="connsiteY10" fmla="*/ 1359730 h 1907068"/>
                  <a:gd name="connsiteX11" fmla="*/ 123910 w 986806"/>
                  <a:gd name="connsiteY11" fmla="*/ 980317 h 1907068"/>
                  <a:gd name="connsiteX12" fmla="*/ 53939 w 986806"/>
                  <a:gd name="connsiteY12" fmla="*/ 501988 h 1907068"/>
                  <a:gd name="connsiteX13" fmla="*/ 164947 w 986806"/>
                  <a:gd name="connsiteY13" fmla="*/ 190693 h 1907068"/>
                  <a:gd name="connsiteX0" fmla="*/ 164947 w 1026643"/>
                  <a:gd name="connsiteY0" fmla="*/ 190693 h 1907068"/>
                  <a:gd name="connsiteX1" fmla="*/ 598514 w 1026643"/>
                  <a:gd name="connsiteY1" fmla="*/ 153307 h 1907068"/>
                  <a:gd name="connsiteX2" fmla="*/ 829444 w 1026643"/>
                  <a:gd name="connsiteY2" fmla="*/ 428385 h 1907068"/>
                  <a:gd name="connsiteX3" fmla="*/ 865607 w 1026643"/>
                  <a:gd name="connsiteY3" fmla="*/ 693693 h 1907068"/>
                  <a:gd name="connsiteX4" fmla="*/ 936970 w 1026643"/>
                  <a:gd name="connsiteY4" fmla="*/ 957916 h 1907068"/>
                  <a:gd name="connsiteX5" fmla="*/ 986565 w 1026643"/>
                  <a:gd name="connsiteY5" fmla="*/ 1294174 h 1907068"/>
                  <a:gd name="connsiteX6" fmla="*/ 915264 w 1026643"/>
                  <a:gd name="connsiteY6" fmla="*/ 1478792 h 1907068"/>
                  <a:gd name="connsiteX7" fmla="*/ 778739 w 1026643"/>
                  <a:gd name="connsiteY7" fmla="*/ 1902654 h 1907068"/>
                  <a:gd name="connsiteX8" fmla="*/ 486639 w 1026643"/>
                  <a:gd name="connsiteY8" fmla="*/ 1707392 h 1907068"/>
                  <a:gd name="connsiteX9" fmla="*/ 415201 w 1026643"/>
                  <a:gd name="connsiteY9" fmla="*/ 1545467 h 1907068"/>
                  <a:gd name="connsiteX10" fmla="*/ 305664 w 1026643"/>
                  <a:gd name="connsiteY10" fmla="*/ 1359730 h 1907068"/>
                  <a:gd name="connsiteX11" fmla="*/ 123910 w 1026643"/>
                  <a:gd name="connsiteY11" fmla="*/ 980317 h 1907068"/>
                  <a:gd name="connsiteX12" fmla="*/ 53939 w 1026643"/>
                  <a:gd name="connsiteY12" fmla="*/ 501988 h 1907068"/>
                  <a:gd name="connsiteX13" fmla="*/ 164947 w 1026643"/>
                  <a:gd name="connsiteY13" fmla="*/ 190693 h 1907068"/>
                  <a:gd name="connsiteX0" fmla="*/ 164947 w 1026643"/>
                  <a:gd name="connsiteY0" fmla="*/ 190693 h 1907068"/>
                  <a:gd name="connsiteX1" fmla="*/ 598514 w 1026643"/>
                  <a:gd name="connsiteY1" fmla="*/ 153307 h 1907068"/>
                  <a:gd name="connsiteX2" fmla="*/ 829444 w 1026643"/>
                  <a:gd name="connsiteY2" fmla="*/ 428385 h 1907068"/>
                  <a:gd name="connsiteX3" fmla="*/ 865607 w 1026643"/>
                  <a:gd name="connsiteY3" fmla="*/ 693693 h 1907068"/>
                  <a:gd name="connsiteX4" fmla="*/ 936970 w 1026643"/>
                  <a:gd name="connsiteY4" fmla="*/ 957916 h 1907068"/>
                  <a:gd name="connsiteX5" fmla="*/ 986565 w 1026643"/>
                  <a:gd name="connsiteY5" fmla="*/ 1294174 h 1907068"/>
                  <a:gd name="connsiteX6" fmla="*/ 966196 w 1026643"/>
                  <a:gd name="connsiteY6" fmla="*/ 1506067 h 1907068"/>
                  <a:gd name="connsiteX7" fmla="*/ 778739 w 1026643"/>
                  <a:gd name="connsiteY7" fmla="*/ 1902654 h 1907068"/>
                  <a:gd name="connsiteX8" fmla="*/ 486639 w 1026643"/>
                  <a:gd name="connsiteY8" fmla="*/ 1707392 h 1907068"/>
                  <a:gd name="connsiteX9" fmla="*/ 415201 w 1026643"/>
                  <a:gd name="connsiteY9" fmla="*/ 1545467 h 1907068"/>
                  <a:gd name="connsiteX10" fmla="*/ 305664 w 1026643"/>
                  <a:gd name="connsiteY10" fmla="*/ 1359730 h 1907068"/>
                  <a:gd name="connsiteX11" fmla="*/ 123910 w 1026643"/>
                  <a:gd name="connsiteY11" fmla="*/ 980317 h 1907068"/>
                  <a:gd name="connsiteX12" fmla="*/ 53939 w 1026643"/>
                  <a:gd name="connsiteY12" fmla="*/ 501988 h 1907068"/>
                  <a:gd name="connsiteX13" fmla="*/ 164947 w 1026643"/>
                  <a:gd name="connsiteY13" fmla="*/ 190693 h 1907068"/>
                  <a:gd name="connsiteX0" fmla="*/ 351484 w 1026643"/>
                  <a:gd name="connsiteY0" fmla="*/ 149061 h 1992508"/>
                  <a:gd name="connsiteX1" fmla="*/ 598514 w 1026643"/>
                  <a:gd name="connsiteY1" fmla="*/ 238747 h 1992508"/>
                  <a:gd name="connsiteX2" fmla="*/ 829444 w 1026643"/>
                  <a:gd name="connsiteY2" fmla="*/ 513825 h 1992508"/>
                  <a:gd name="connsiteX3" fmla="*/ 865607 w 1026643"/>
                  <a:gd name="connsiteY3" fmla="*/ 779133 h 1992508"/>
                  <a:gd name="connsiteX4" fmla="*/ 936970 w 1026643"/>
                  <a:gd name="connsiteY4" fmla="*/ 1043356 h 1992508"/>
                  <a:gd name="connsiteX5" fmla="*/ 986565 w 1026643"/>
                  <a:gd name="connsiteY5" fmla="*/ 1379614 h 1992508"/>
                  <a:gd name="connsiteX6" fmla="*/ 966196 w 1026643"/>
                  <a:gd name="connsiteY6" fmla="*/ 1591507 h 1992508"/>
                  <a:gd name="connsiteX7" fmla="*/ 778739 w 1026643"/>
                  <a:gd name="connsiteY7" fmla="*/ 1988094 h 1992508"/>
                  <a:gd name="connsiteX8" fmla="*/ 486639 w 1026643"/>
                  <a:gd name="connsiteY8" fmla="*/ 1792832 h 1992508"/>
                  <a:gd name="connsiteX9" fmla="*/ 415201 w 1026643"/>
                  <a:gd name="connsiteY9" fmla="*/ 1630907 h 1992508"/>
                  <a:gd name="connsiteX10" fmla="*/ 305664 w 1026643"/>
                  <a:gd name="connsiteY10" fmla="*/ 1445170 h 1992508"/>
                  <a:gd name="connsiteX11" fmla="*/ 123910 w 1026643"/>
                  <a:gd name="connsiteY11" fmla="*/ 1065757 h 1992508"/>
                  <a:gd name="connsiteX12" fmla="*/ 53939 w 1026643"/>
                  <a:gd name="connsiteY12" fmla="*/ 587428 h 1992508"/>
                  <a:gd name="connsiteX13" fmla="*/ 351484 w 1026643"/>
                  <a:gd name="connsiteY13" fmla="*/ 149061 h 1992508"/>
                  <a:gd name="connsiteX0" fmla="*/ 341092 w 1016251"/>
                  <a:gd name="connsiteY0" fmla="*/ 149061 h 1992508"/>
                  <a:gd name="connsiteX1" fmla="*/ 588122 w 1016251"/>
                  <a:gd name="connsiteY1" fmla="*/ 238747 h 1992508"/>
                  <a:gd name="connsiteX2" fmla="*/ 819052 w 1016251"/>
                  <a:gd name="connsiteY2" fmla="*/ 513825 h 1992508"/>
                  <a:gd name="connsiteX3" fmla="*/ 855215 w 1016251"/>
                  <a:gd name="connsiteY3" fmla="*/ 779133 h 1992508"/>
                  <a:gd name="connsiteX4" fmla="*/ 926578 w 1016251"/>
                  <a:gd name="connsiteY4" fmla="*/ 1043356 h 1992508"/>
                  <a:gd name="connsiteX5" fmla="*/ 976173 w 1016251"/>
                  <a:gd name="connsiteY5" fmla="*/ 1379614 h 1992508"/>
                  <a:gd name="connsiteX6" fmla="*/ 955804 w 1016251"/>
                  <a:gd name="connsiteY6" fmla="*/ 1591507 h 1992508"/>
                  <a:gd name="connsiteX7" fmla="*/ 768347 w 1016251"/>
                  <a:gd name="connsiteY7" fmla="*/ 1988094 h 1992508"/>
                  <a:gd name="connsiteX8" fmla="*/ 476247 w 1016251"/>
                  <a:gd name="connsiteY8" fmla="*/ 1792832 h 1992508"/>
                  <a:gd name="connsiteX9" fmla="*/ 404809 w 1016251"/>
                  <a:gd name="connsiteY9" fmla="*/ 1630907 h 1992508"/>
                  <a:gd name="connsiteX10" fmla="*/ 295272 w 1016251"/>
                  <a:gd name="connsiteY10" fmla="*/ 1445170 h 1992508"/>
                  <a:gd name="connsiteX11" fmla="*/ 113518 w 1016251"/>
                  <a:gd name="connsiteY11" fmla="*/ 1065757 h 1992508"/>
                  <a:gd name="connsiteX12" fmla="*/ 72347 w 1016251"/>
                  <a:gd name="connsiteY12" fmla="*/ 380313 h 1992508"/>
                  <a:gd name="connsiteX13" fmla="*/ 341092 w 1016251"/>
                  <a:gd name="connsiteY13" fmla="*/ 149061 h 1992508"/>
                  <a:gd name="connsiteX0" fmla="*/ 376976 w 1052135"/>
                  <a:gd name="connsiteY0" fmla="*/ 149061 h 1992508"/>
                  <a:gd name="connsiteX1" fmla="*/ 624006 w 1052135"/>
                  <a:gd name="connsiteY1" fmla="*/ 238747 h 1992508"/>
                  <a:gd name="connsiteX2" fmla="*/ 854936 w 1052135"/>
                  <a:gd name="connsiteY2" fmla="*/ 513825 h 1992508"/>
                  <a:gd name="connsiteX3" fmla="*/ 891099 w 1052135"/>
                  <a:gd name="connsiteY3" fmla="*/ 779133 h 1992508"/>
                  <a:gd name="connsiteX4" fmla="*/ 962462 w 1052135"/>
                  <a:gd name="connsiteY4" fmla="*/ 1043356 h 1992508"/>
                  <a:gd name="connsiteX5" fmla="*/ 1012057 w 1052135"/>
                  <a:gd name="connsiteY5" fmla="*/ 1379614 h 1992508"/>
                  <a:gd name="connsiteX6" fmla="*/ 991688 w 1052135"/>
                  <a:gd name="connsiteY6" fmla="*/ 1591507 h 1992508"/>
                  <a:gd name="connsiteX7" fmla="*/ 804231 w 1052135"/>
                  <a:gd name="connsiteY7" fmla="*/ 1988094 h 1992508"/>
                  <a:gd name="connsiteX8" fmla="*/ 512131 w 1052135"/>
                  <a:gd name="connsiteY8" fmla="*/ 1792832 h 1992508"/>
                  <a:gd name="connsiteX9" fmla="*/ 440693 w 1052135"/>
                  <a:gd name="connsiteY9" fmla="*/ 1630907 h 1992508"/>
                  <a:gd name="connsiteX10" fmla="*/ 331156 w 1052135"/>
                  <a:gd name="connsiteY10" fmla="*/ 1445170 h 1992508"/>
                  <a:gd name="connsiteX11" fmla="*/ 149402 w 1052135"/>
                  <a:gd name="connsiteY11" fmla="*/ 1065757 h 1992508"/>
                  <a:gd name="connsiteX12" fmla="*/ 108231 w 1052135"/>
                  <a:gd name="connsiteY12" fmla="*/ 380313 h 1992508"/>
                  <a:gd name="connsiteX13" fmla="*/ 376976 w 1052135"/>
                  <a:gd name="connsiteY13" fmla="*/ 149061 h 1992508"/>
                  <a:gd name="connsiteX0" fmla="*/ 376976 w 1052135"/>
                  <a:gd name="connsiteY0" fmla="*/ 144858 h 1988305"/>
                  <a:gd name="connsiteX1" fmla="*/ 660431 w 1052135"/>
                  <a:gd name="connsiteY1" fmla="*/ 250953 h 1988305"/>
                  <a:gd name="connsiteX2" fmla="*/ 854936 w 1052135"/>
                  <a:gd name="connsiteY2" fmla="*/ 509622 h 1988305"/>
                  <a:gd name="connsiteX3" fmla="*/ 891099 w 1052135"/>
                  <a:gd name="connsiteY3" fmla="*/ 774930 h 1988305"/>
                  <a:gd name="connsiteX4" fmla="*/ 962462 w 1052135"/>
                  <a:gd name="connsiteY4" fmla="*/ 1039153 h 1988305"/>
                  <a:gd name="connsiteX5" fmla="*/ 1012057 w 1052135"/>
                  <a:gd name="connsiteY5" fmla="*/ 1375411 h 1988305"/>
                  <a:gd name="connsiteX6" fmla="*/ 991688 w 1052135"/>
                  <a:gd name="connsiteY6" fmla="*/ 1587304 h 1988305"/>
                  <a:gd name="connsiteX7" fmla="*/ 804231 w 1052135"/>
                  <a:gd name="connsiteY7" fmla="*/ 1983891 h 1988305"/>
                  <a:gd name="connsiteX8" fmla="*/ 512131 w 1052135"/>
                  <a:gd name="connsiteY8" fmla="*/ 1788629 h 1988305"/>
                  <a:gd name="connsiteX9" fmla="*/ 440693 w 1052135"/>
                  <a:gd name="connsiteY9" fmla="*/ 1626704 h 1988305"/>
                  <a:gd name="connsiteX10" fmla="*/ 331156 w 1052135"/>
                  <a:gd name="connsiteY10" fmla="*/ 1440967 h 1988305"/>
                  <a:gd name="connsiteX11" fmla="*/ 149402 w 1052135"/>
                  <a:gd name="connsiteY11" fmla="*/ 1061554 h 1988305"/>
                  <a:gd name="connsiteX12" fmla="*/ 108231 w 1052135"/>
                  <a:gd name="connsiteY12" fmla="*/ 376110 h 1988305"/>
                  <a:gd name="connsiteX13" fmla="*/ 376976 w 1052135"/>
                  <a:gd name="connsiteY13" fmla="*/ 144858 h 1988305"/>
                  <a:gd name="connsiteX0" fmla="*/ 376976 w 1052135"/>
                  <a:gd name="connsiteY0" fmla="*/ 133800 h 1977247"/>
                  <a:gd name="connsiteX1" fmla="*/ 660431 w 1052135"/>
                  <a:gd name="connsiteY1" fmla="*/ 239895 h 1977247"/>
                  <a:gd name="connsiteX2" fmla="*/ 854936 w 1052135"/>
                  <a:gd name="connsiteY2" fmla="*/ 498564 h 1977247"/>
                  <a:gd name="connsiteX3" fmla="*/ 891099 w 1052135"/>
                  <a:gd name="connsiteY3" fmla="*/ 763872 h 1977247"/>
                  <a:gd name="connsiteX4" fmla="*/ 962462 w 1052135"/>
                  <a:gd name="connsiteY4" fmla="*/ 1028095 h 1977247"/>
                  <a:gd name="connsiteX5" fmla="*/ 1012057 w 1052135"/>
                  <a:gd name="connsiteY5" fmla="*/ 1364353 h 1977247"/>
                  <a:gd name="connsiteX6" fmla="*/ 991688 w 1052135"/>
                  <a:gd name="connsiteY6" fmla="*/ 1576246 h 1977247"/>
                  <a:gd name="connsiteX7" fmla="*/ 804231 w 1052135"/>
                  <a:gd name="connsiteY7" fmla="*/ 1972833 h 1977247"/>
                  <a:gd name="connsiteX8" fmla="*/ 512131 w 1052135"/>
                  <a:gd name="connsiteY8" fmla="*/ 1777571 h 1977247"/>
                  <a:gd name="connsiteX9" fmla="*/ 440693 w 1052135"/>
                  <a:gd name="connsiteY9" fmla="*/ 1615646 h 1977247"/>
                  <a:gd name="connsiteX10" fmla="*/ 331156 w 1052135"/>
                  <a:gd name="connsiteY10" fmla="*/ 1429909 h 1977247"/>
                  <a:gd name="connsiteX11" fmla="*/ 149402 w 1052135"/>
                  <a:gd name="connsiteY11" fmla="*/ 1050496 h 1977247"/>
                  <a:gd name="connsiteX12" fmla="*/ 108231 w 1052135"/>
                  <a:gd name="connsiteY12" fmla="*/ 365052 h 1977247"/>
                  <a:gd name="connsiteX13" fmla="*/ 376976 w 1052135"/>
                  <a:gd name="connsiteY13" fmla="*/ 133800 h 1977247"/>
                  <a:gd name="connsiteX0" fmla="*/ 376976 w 1052135"/>
                  <a:gd name="connsiteY0" fmla="*/ 98323 h 1941770"/>
                  <a:gd name="connsiteX1" fmla="*/ 660431 w 1052135"/>
                  <a:gd name="connsiteY1" fmla="*/ 204418 h 1941770"/>
                  <a:gd name="connsiteX2" fmla="*/ 854936 w 1052135"/>
                  <a:gd name="connsiteY2" fmla="*/ 463087 h 1941770"/>
                  <a:gd name="connsiteX3" fmla="*/ 891099 w 1052135"/>
                  <a:gd name="connsiteY3" fmla="*/ 728395 h 1941770"/>
                  <a:gd name="connsiteX4" fmla="*/ 962462 w 1052135"/>
                  <a:gd name="connsiteY4" fmla="*/ 992618 h 1941770"/>
                  <a:gd name="connsiteX5" fmla="*/ 1012057 w 1052135"/>
                  <a:gd name="connsiteY5" fmla="*/ 1328876 h 1941770"/>
                  <a:gd name="connsiteX6" fmla="*/ 991688 w 1052135"/>
                  <a:gd name="connsiteY6" fmla="*/ 1540769 h 1941770"/>
                  <a:gd name="connsiteX7" fmla="*/ 804231 w 1052135"/>
                  <a:gd name="connsiteY7" fmla="*/ 1937356 h 1941770"/>
                  <a:gd name="connsiteX8" fmla="*/ 512131 w 1052135"/>
                  <a:gd name="connsiteY8" fmla="*/ 1742094 h 1941770"/>
                  <a:gd name="connsiteX9" fmla="*/ 440693 w 1052135"/>
                  <a:gd name="connsiteY9" fmla="*/ 1580169 h 1941770"/>
                  <a:gd name="connsiteX10" fmla="*/ 331156 w 1052135"/>
                  <a:gd name="connsiteY10" fmla="*/ 1394432 h 1941770"/>
                  <a:gd name="connsiteX11" fmla="*/ 149402 w 1052135"/>
                  <a:gd name="connsiteY11" fmla="*/ 1015019 h 1941770"/>
                  <a:gd name="connsiteX12" fmla="*/ 108231 w 1052135"/>
                  <a:gd name="connsiteY12" fmla="*/ 329575 h 1941770"/>
                  <a:gd name="connsiteX13" fmla="*/ 376976 w 1052135"/>
                  <a:gd name="connsiteY13" fmla="*/ 98323 h 1941770"/>
                  <a:gd name="connsiteX0" fmla="*/ 376976 w 1052135"/>
                  <a:gd name="connsiteY0" fmla="*/ 98323 h 1941770"/>
                  <a:gd name="connsiteX1" fmla="*/ 660431 w 1052135"/>
                  <a:gd name="connsiteY1" fmla="*/ 204418 h 1941770"/>
                  <a:gd name="connsiteX2" fmla="*/ 854936 w 1052135"/>
                  <a:gd name="connsiteY2" fmla="*/ 463087 h 1941770"/>
                  <a:gd name="connsiteX3" fmla="*/ 891099 w 1052135"/>
                  <a:gd name="connsiteY3" fmla="*/ 728395 h 1941770"/>
                  <a:gd name="connsiteX4" fmla="*/ 962462 w 1052135"/>
                  <a:gd name="connsiteY4" fmla="*/ 992618 h 1941770"/>
                  <a:gd name="connsiteX5" fmla="*/ 1012057 w 1052135"/>
                  <a:gd name="connsiteY5" fmla="*/ 1328876 h 1941770"/>
                  <a:gd name="connsiteX6" fmla="*/ 991688 w 1052135"/>
                  <a:gd name="connsiteY6" fmla="*/ 1540769 h 1941770"/>
                  <a:gd name="connsiteX7" fmla="*/ 804231 w 1052135"/>
                  <a:gd name="connsiteY7" fmla="*/ 1937356 h 1941770"/>
                  <a:gd name="connsiteX8" fmla="*/ 512131 w 1052135"/>
                  <a:gd name="connsiteY8" fmla="*/ 1742094 h 1941770"/>
                  <a:gd name="connsiteX9" fmla="*/ 440693 w 1052135"/>
                  <a:gd name="connsiteY9" fmla="*/ 1580169 h 1941770"/>
                  <a:gd name="connsiteX10" fmla="*/ 331156 w 1052135"/>
                  <a:gd name="connsiteY10" fmla="*/ 1394432 h 1941770"/>
                  <a:gd name="connsiteX11" fmla="*/ 149402 w 1052135"/>
                  <a:gd name="connsiteY11" fmla="*/ 1015019 h 1941770"/>
                  <a:gd name="connsiteX12" fmla="*/ 108231 w 1052135"/>
                  <a:gd name="connsiteY12" fmla="*/ 329575 h 1941770"/>
                  <a:gd name="connsiteX13" fmla="*/ 376976 w 1052135"/>
                  <a:gd name="connsiteY13" fmla="*/ 98323 h 1941770"/>
                  <a:gd name="connsiteX0" fmla="*/ 376976 w 1052135"/>
                  <a:gd name="connsiteY0" fmla="*/ 98323 h 1941770"/>
                  <a:gd name="connsiteX1" fmla="*/ 660431 w 1052135"/>
                  <a:gd name="connsiteY1" fmla="*/ 204418 h 1941770"/>
                  <a:gd name="connsiteX2" fmla="*/ 854936 w 1052135"/>
                  <a:gd name="connsiteY2" fmla="*/ 463087 h 1941770"/>
                  <a:gd name="connsiteX3" fmla="*/ 891099 w 1052135"/>
                  <a:gd name="connsiteY3" fmla="*/ 728395 h 1941770"/>
                  <a:gd name="connsiteX4" fmla="*/ 962462 w 1052135"/>
                  <a:gd name="connsiteY4" fmla="*/ 992618 h 1941770"/>
                  <a:gd name="connsiteX5" fmla="*/ 1012057 w 1052135"/>
                  <a:gd name="connsiteY5" fmla="*/ 1328876 h 1941770"/>
                  <a:gd name="connsiteX6" fmla="*/ 991688 w 1052135"/>
                  <a:gd name="connsiteY6" fmla="*/ 1540769 h 1941770"/>
                  <a:gd name="connsiteX7" fmla="*/ 804231 w 1052135"/>
                  <a:gd name="connsiteY7" fmla="*/ 1937356 h 1941770"/>
                  <a:gd name="connsiteX8" fmla="*/ 512131 w 1052135"/>
                  <a:gd name="connsiteY8" fmla="*/ 1742094 h 1941770"/>
                  <a:gd name="connsiteX9" fmla="*/ 440693 w 1052135"/>
                  <a:gd name="connsiteY9" fmla="*/ 1580169 h 1941770"/>
                  <a:gd name="connsiteX10" fmla="*/ 331156 w 1052135"/>
                  <a:gd name="connsiteY10" fmla="*/ 1394432 h 1941770"/>
                  <a:gd name="connsiteX11" fmla="*/ 149402 w 1052135"/>
                  <a:gd name="connsiteY11" fmla="*/ 1015019 h 1941770"/>
                  <a:gd name="connsiteX12" fmla="*/ 108231 w 1052135"/>
                  <a:gd name="connsiteY12" fmla="*/ 329575 h 1941770"/>
                  <a:gd name="connsiteX13" fmla="*/ 376976 w 1052135"/>
                  <a:gd name="connsiteY13" fmla="*/ 98323 h 1941770"/>
                  <a:gd name="connsiteX0" fmla="*/ 376976 w 1040138"/>
                  <a:gd name="connsiteY0" fmla="*/ 98323 h 1941770"/>
                  <a:gd name="connsiteX1" fmla="*/ 660431 w 1040138"/>
                  <a:gd name="connsiteY1" fmla="*/ 204418 h 1941770"/>
                  <a:gd name="connsiteX2" fmla="*/ 854936 w 1040138"/>
                  <a:gd name="connsiteY2" fmla="*/ 463087 h 1941770"/>
                  <a:gd name="connsiteX3" fmla="*/ 891099 w 1040138"/>
                  <a:gd name="connsiteY3" fmla="*/ 728395 h 1941770"/>
                  <a:gd name="connsiteX4" fmla="*/ 962462 w 1040138"/>
                  <a:gd name="connsiteY4" fmla="*/ 992618 h 1941770"/>
                  <a:gd name="connsiteX5" fmla="*/ 997192 w 1040138"/>
                  <a:gd name="connsiteY5" fmla="*/ 1205397 h 1941770"/>
                  <a:gd name="connsiteX6" fmla="*/ 991688 w 1040138"/>
                  <a:gd name="connsiteY6" fmla="*/ 1540769 h 1941770"/>
                  <a:gd name="connsiteX7" fmla="*/ 804231 w 1040138"/>
                  <a:gd name="connsiteY7" fmla="*/ 1937356 h 1941770"/>
                  <a:gd name="connsiteX8" fmla="*/ 512131 w 1040138"/>
                  <a:gd name="connsiteY8" fmla="*/ 1742094 h 1941770"/>
                  <a:gd name="connsiteX9" fmla="*/ 440693 w 1040138"/>
                  <a:gd name="connsiteY9" fmla="*/ 1580169 h 1941770"/>
                  <a:gd name="connsiteX10" fmla="*/ 331156 w 1040138"/>
                  <a:gd name="connsiteY10" fmla="*/ 1394432 h 1941770"/>
                  <a:gd name="connsiteX11" fmla="*/ 149402 w 1040138"/>
                  <a:gd name="connsiteY11" fmla="*/ 1015019 h 1941770"/>
                  <a:gd name="connsiteX12" fmla="*/ 108231 w 1040138"/>
                  <a:gd name="connsiteY12" fmla="*/ 329575 h 1941770"/>
                  <a:gd name="connsiteX13" fmla="*/ 376976 w 1040138"/>
                  <a:gd name="connsiteY13" fmla="*/ 98323 h 1941770"/>
                  <a:gd name="connsiteX0" fmla="*/ 376976 w 1059010"/>
                  <a:gd name="connsiteY0" fmla="*/ 98323 h 1941770"/>
                  <a:gd name="connsiteX1" fmla="*/ 660431 w 1059010"/>
                  <a:gd name="connsiteY1" fmla="*/ 204418 h 1941770"/>
                  <a:gd name="connsiteX2" fmla="*/ 854936 w 1059010"/>
                  <a:gd name="connsiteY2" fmla="*/ 463087 h 1941770"/>
                  <a:gd name="connsiteX3" fmla="*/ 891099 w 1059010"/>
                  <a:gd name="connsiteY3" fmla="*/ 728395 h 1941770"/>
                  <a:gd name="connsiteX4" fmla="*/ 962462 w 1059010"/>
                  <a:gd name="connsiteY4" fmla="*/ 992618 h 1941770"/>
                  <a:gd name="connsiteX5" fmla="*/ 997192 w 1059010"/>
                  <a:gd name="connsiteY5" fmla="*/ 1205397 h 1941770"/>
                  <a:gd name="connsiteX6" fmla="*/ 1052966 w 1059010"/>
                  <a:gd name="connsiteY6" fmla="*/ 1339304 h 1941770"/>
                  <a:gd name="connsiteX7" fmla="*/ 804231 w 1059010"/>
                  <a:gd name="connsiteY7" fmla="*/ 1937356 h 1941770"/>
                  <a:gd name="connsiteX8" fmla="*/ 512131 w 1059010"/>
                  <a:gd name="connsiteY8" fmla="*/ 1742094 h 1941770"/>
                  <a:gd name="connsiteX9" fmla="*/ 440693 w 1059010"/>
                  <a:gd name="connsiteY9" fmla="*/ 1580169 h 1941770"/>
                  <a:gd name="connsiteX10" fmla="*/ 331156 w 1059010"/>
                  <a:gd name="connsiteY10" fmla="*/ 1394432 h 1941770"/>
                  <a:gd name="connsiteX11" fmla="*/ 149402 w 1059010"/>
                  <a:gd name="connsiteY11" fmla="*/ 1015019 h 1941770"/>
                  <a:gd name="connsiteX12" fmla="*/ 108231 w 1059010"/>
                  <a:gd name="connsiteY12" fmla="*/ 329575 h 1941770"/>
                  <a:gd name="connsiteX13" fmla="*/ 376976 w 1059010"/>
                  <a:gd name="connsiteY13" fmla="*/ 98323 h 1941770"/>
                  <a:gd name="connsiteX0" fmla="*/ 376976 w 1059010"/>
                  <a:gd name="connsiteY0" fmla="*/ 98323 h 1941770"/>
                  <a:gd name="connsiteX1" fmla="*/ 660431 w 1059010"/>
                  <a:gd name="connsiteY1" fmla="*/ 204418 h 1941770"/>
                  <a:gd name="connsiteX2" fmla="*/ 854936 w 1059010"/>
                  <a:gd name="connsiteY2" fmla="*/ 463087 h 1941770"/>
                  <a:gd name="connsiteX3" fmla="*/ 891099 w 1059010"/>
                  <a:gd name="connsiteY3" fmla="*/ 728395 h 1941770"/>
                  <a:gd name="connsiteX4" fmla="*/ 962462 w 1059010"/>
                  <a:gd name="connsiteY4" fmla="*/ 992618 h 1941770"/>
                  <a:gd name="connsiteX5" fmla="*/ 997192 w 1059010"/>
                  <a:gd name="connsiteY5" fmla="*/ 1205397 h 1941770"/>
                  <a:gd name="connsiteX6" fmla="*/ 1052966 w 1059010"/>
                  <a:gd name="connsiteY6" fmla="*/ 1339304 h 1941770"/>
                  <a:gd name="connsiteX7" fmla="*/ 1012371 w 1059010"/>
                  <a:gd name="connsiteY7" fmla="*/ 1546942 h 1941770"/>
                  <a:gd name="connsiteX8" fmla="*/ 804231 w 1059010"/>
                  <a:gd name="connsiteY8" fmla="*/ 1937356 h 1941770"/>
                  <a:gd name="connsiteX9" fmla="*/ 512131 w 1059010"/>
                  <a:gd name="connsiteY9" fmla="*/ 1742094 h 1941770"/>
                  <a:gd name="connsiteX10" fmla="*/ 440693 w 1059010"/>
                  <a:gd name="connsiteY10" fmla="*/ 1580169 h 1941770"/>
                  <a:gd name="connsiteX11" fmla="*/ 331156 w 1059010"/>
                  <a:gd name="connsiteY11" fmla="*/ 1394432 h 1941770"/>
                  <a:gd name="connsiteX12" fmla="*/ 149402 w 1059010"/>
                  <a:gd name="connsiteY12" fmla="*/ 1015019 h 1941770"/>
                  <a:gd name="connsiteX13" fmla="*/ 108231 w 1059010"/>
                  <a:gd name="connsiteY13" fmla="*/ 329575 h 1941770"/>
                  <a:gd name="connsiteX14" fmla="*/ 376976 w 1059010"/>
                  <a:gd name="connsiteY14" fmla="*/ 98323 h 1941770"/>
                  <a:gd name="connsiteX0" fmla="*/ 376976 w 1067432"/>
                  <a:gd name="connsiteY0" fmla="*/ 98323 h 1941770"/>
                  <a:gd name="connsiteX1" fmla="*/ 660431 w 1067432"/>
                  <a:gd name="connsiteY1" fmla="*/ 204418 h 1941770"/>
                  <a:gd name="connsiteX2" fmla="*/ 854936 w 1067432"/>
                  <a:gd name="connsiteY2" fmla="*/ 463087 h 1941770"/>
                  <a:gd name="connsiteX3" fmla="*/ 891099 w 1067432"/>
                  <a:gd name="connsiteY3" fmla="*/ 728395 h 1941770"/>
                  <a:gd name="connsiteX4" fmla="*/ 962462 w 1067432"/>
                  <a:gd name="connsiteY4" fmla="*/ 992618 h 1941770"/>
                  <a:gd name="connsiteX5" fmla="*/ 997192 w 1067432"/>
                  <a:gd name="connsiteY5" fmla="*/ 1205397 h 1941770"/>
                  <a:gd name="connsiteX6" fmla="*/ 1052966 w 1067432"/>
                  <a:gd name="connsiteY6" fmla="*/ 1339304 h 1941770"/>
                  <a:gd name="connsiteX7" fmla="*/ 1012371 w 1067432"/>
                  <a:gd name="connsiteY7" fmla="*/ 1546942 h 1941770"/>
                  <a:gd name="connsiteX8" fmla="*/ 804231 w 1067432"/>
                  <a:gd name="connsiteY8" fmla="*/ 1937356 h 1941770"/>
                  <a:gd name="connsiteX9" fmla="*/ 512131 w 1067432"/>
                  <a:gd name="connsiteY9" fmla="*/ 1742094 h 1941770"/>
                  <a:gd name="connsiteX10" fmla="*/ 440693 w 1067432"/>
                  <a:gd name="connsiteY10" fmla="*/ 1580169 h 1941770"/>
                  <a:gd name="connsiteX11" fmla="*/ 331156 w 1067432"/>
                  <a:gd name="connsiteY11" fmla="*/ 1394432 h 1941770"/>
                  <a:gd name="connsiteX12" fmla="*/ 149402 w 1067432"/>
                  <a:gd name="connsiteY12" fmla="*/ 1015019 h 1941770"/>
                  <a:gd name="connsiteX13" fmla="*/ 108231 w 1067432"/>
                  <a:gd name="connsiteY13" fmla="*/ 329575 h 1941770"/>
                  <a:gd name="connsiteX14" fmla="*/ 376976 w 1067432"/>
                  <a:gd name="connsiteY14" fmla="*/ 98323 h 1941770"/>
                  <a:gd name="connsiteX0" fmla="*/ 376976 w 1067432"/>
                  <a:gd name="connsiteY0" fmla="*/ 98323 h 1941770"/>
                  <a:gd name="connsiteX1" fmla="*/ 660431 w 1067432"/>
                  <a:gd name="connsiteY1" fmla="*/ 204418 h 1941770"/>
                  <a:gd name="connsiteX2" fmla="*/ 854936 w 1067432"/>
                  <a:gd name="connsiteY2" fmla="*/ 463087 h 1941770"/>
                  <a:gd name="connsiteX3" fmla="*/ 891099 w 1067432"/>
                  <a:gd name="connsiteY3" fmla="*/ 728395 h 1941770"/>
                  <a:gd name="connsiteX4" fmla="*/ 962462 w 1067432"/>
                  <a:gd name="connsiteY4" fmla="*/ 992618 h 1941770"/>
                  <a:gd name="connsiteX5" fmla="*/ 997192 w 1067432"/>
                  <a:gd name="connsiteY5" fmla="*/ 1205397 h 1941770"/>
                  <a:gd name="connsiteX6" fmla="*/ 1052966 w 1067432"/>
                  <a:gd name="connsiteY6" fmla="*/ 1339304 h 1941770"/>
                  <a:gd name="connsiteX7" fmla="*/ 1012371 w 1067432"/>
                  <a:gd name="connsiteY7" fmla="*/ 1546942 h 1941770"/>
                  <a:gd name="connsiteX8" fmla="*/ 804231 w 1067432"/>
                  <a:gd name="connsiteY8" fmla="*/ 1937356 h 1941770"/>
                  <a:gd name="connsiteX9" fmla="*/ 512131 w 1067432"/>
                  <a:gd name="connsiteY9" fmla="*/ 1742094 h 1941770"/>
                  <a:gd name="connsiteX10" fmla="*/ 440693 w 1067432"/>
                  <a:gd name="connsiteY10" fmla="*/ 1580169 h 1941770"/>
                  <a:gd name="connsiteX11" fmla="*/ 331156 w 1067432"/>
                  <a:gd name="connsiteY11" fmla="*/ 1394432 h 1941770"/>
                  <a:gd name="connsiteX12" fmla="*/ 149402 w 1067432"/>
                  <a:gd name="connsiteY12" fmla="*/ 1015019 h 1941770"/>
                  <a:gd name="connsiteX13" fmla="*/ 108231 w 1067432"/>
                  <a:gd name="connsiteY13" fmla="*/ 329575 h 1941770"/>
                  <a:gd name="connsiteX14" fmla="*/ 376976 w 1067432"/>
                  <a:gd name="connsiteY14" fmla="*/ 98323 h 1941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067432" h="1941770">
                    <a:moveTo>
                      <a:pt x="376976" y="98323"/>
                    </a:moveTo>
                    <a:cubicBezTo>
                      <a:pt x="629645" y="-146060"/>
                      <a:pt x="668137" y="133378"/>
                      <a:pt x="660431" y="204418"/>
                    </a:cubicBezTo>
                    <a:cubicBezTo>
                      <a:pt x="776892" y="244358"/>
                      <a:pt x="857923" y="329165"/>
                      <a:pt x="854936" y="463087"/>
                    </a:cubicBezTo>
                    <a:cubicBezTo>
                      <a:pt x="909315" y="557001"/>
                      <a:pt x="883301" y="647314"/>
                      <a:pt x="891099" y="728395"/>
                    </a:cubicBezTo>
                    <a:cubicBezTo>
                      <a:pt x="960138" y="862320"/>
                      <a:pt x="1003213" y="861070"/>
                      <a:pt x="962462" y="992618"/>
                    </a:cubicBezTo>
                    <a:cubicBezTo>
                      <a:pt x="977597" y="1092026"/>
                      <a:pt x="1105047" y="1051359"/>
                      <a:pt x="997192" y="1205397"/>
                    </a:cubicBezTo>
                    <a:cubicBezTo>
                      <a:pt x="1030404" y="1272869"/>
                      <a:pt x="1082579" y="1237218"/>
                      <a:pt x="1052966" y="1339304"/>
                    </a:cubicBezTo>
                    <a:cubicBezTo>
                      <a:pt x="1057502" y="1398629"/>
                      <a:pt x="1100523" y="1454828"/>
                      <a:pt x="1012371" y="1546942"/>
                    </a:cubicBezTo>
                    <a:cubicBezTo>
                      <a:pt x="970915" y="1646617"/>
                      <a:pt x="889611" y="1907232"/>
                      <a:pt x="804231" y="1937356"/>
                    </a:cubicBezTo>
                    <a:cubicBezTo>
                      <a:pt x="649185" y="1966724"/>
                      <a:pt x="538589" y="1843694"/>
                      <a:pt x="512131" y="1742094"/>
                    </a:cubicBezTo>
                    <a:cubicBezTo>
                      <a:pt x="485673" y="1640494"/>
                      <a:pt x="465299" y="1642081"/>
                      <a:pt x="440693" y="1580169"/>
                    </a:cubicBezTo>
                    <a:cubicBezTo>
                      <a:pt x="363700" y="1527782"/>
                      <a:pt x="367668" y="1478570"/>
                      <a:pt x="331156" y="1394432"/>
                    </a:cubicBezTo>
                    <a:cubicBezTo>
                      <a:pt x="180344" y="1276958"/>
                      <a:pt x="171627" y="1109475"/>
                      <a:pt x="149402" y="1015019"/>
                    </a:cubicBezTo>
                    <a:cubicBezTo>
                      <a:pt x="-75019" y="761845"/>
                      <a:pt x="-10464" y="460195"/>
                      <a:pt x="108231" y="329575"/>
                    </a:cubicBezTo>
                    <a:cubicBezTo>
                      <a:pt x="166968" y="243850"/>
                      <a:pt x="84876" y="193573"/>
                      <a:pt x="376976" y="98323"/>
                    </a:cubicBezTo>
                    <a:close/>
                  </a:path>
                </a:pathLst>
              </a:custGeom>
              <a:solidFill>
                <a:srgbClr val="56BE56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7">
                <a:extLst>
                  <a:ext uri="{FF2B5EF4-FFF2-40B4-BE49-F238E27FC236}">
                    <a16:creationId xmlns:a16="http://schemas.microsoft.com/office/drawing/2014/main" id="{5DB31BF5-C9F8-16FF-324F-760C26C6631A}"/>
                  </a:ext>
                </a:extLst>
              </p:cNvPr>
              <p:cNvSpPr/>
              <p:nvPr/>
            </p:nvSpPr>
            <p:spPr>
              <a:xfrm rot="20110172" flipH="1" flipV="1">
                <a:off x="6116562" y="3304986"/>
                <a:ext cx="1177253" cy="403310"/>
              </a:xfrm>
              <a:custGeom>
                <a:avLst/>
                <a:gdLst>
                  <a:gd name="connsiteX0" fmla="*/ 0 w 1007285"/>
                  <a:gd name="connsiteY0" fmla="*/ 0 h 94954"/>
                  <a:gd name="connsiteX1" fmla="*/ 1007285 w 1007285"/>
                  <a:gd name="connsiteY1" fmla="*/ 0 h 94954"/>
                  <a:gd name="connsiteX2" fmla="*/ 1007285 w 1007285"/>
                  <a:gd name="connsiteY2" fmla="*/ 94954 h 94954"/>
                  <a:gd name="connsiteX3" fmla="*/ 0 w 1007285"/>
                  <a:gd name="connsiteY3" fmla="*/ 94954 h 94954"/>
                  <a:gd name="connsiteX4" fmla="*/ 0 w 1007285"/>
                  <a:gd name="connsiteY4" fmla="*/ 0 h 94954"/>
                  <a:gd name="connsiteX0" fmla="*/ 2819400 w 3826685"/>
                  <a:gd name="connsiteY0" fmla="*/ 0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4" fmla="*/ 2819400 w 3826685"/>
                  <a:gd name="connsiteY4" fmla="*/ 0 h 869654"/>
                  <a:gd name="connsiteX0" fmla="*/ 0 w 3826685"/>
                  <a:gd name="connsiteY0" fmla="*/ 869654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968065 h 1033547"/>
                  <a:gd name="connsiteX1" fmla="*/ 3826685 w 3826685"/>
                  <a:gd name="connsiteY1" fmla="*/ 98411 h 1033547"/>
                  <a:gd name="connsiteX2" fmla="*/ 3826685 w 3826685"/>
                  <a:gd name="connsiteY2" fmla="*/ 193365 h 1033547"/>
                  <a:gd name="connsiteX3" fmla="*/ 0 w 3826685"/>
                  <a:gd name="connsiteY3" fmla="*/ 968065 h 1033547"/>
                  <a:gd name="connsiteX0" fmla="*/ 0 w 3826685"/>
                  <a:gd name="connsiteY0" fmla="*/ 968065 h 1013810"/>
                  <a:gd name="connsiteX1" fmla="*/ 3826685 w 3826685"/>
                  <a:gd name="connsiteY1" fmla="*/ 98411 h 1013810"/>
                  <a:gd name="connsiteX2" fmla="*/ 3826685 w 3826685"/>
                  <a:gd name="connsiteY2" fmla="*/ 193365 h 1013810"/>
                  <a:gd name="connsiteX3" fmla="*/ 0 w 3826685"/>
                  <a:gd name="connsiteY3" fmla="*/ 968065 h 1013810"/>
                  <a:gd name="connsiteX0" fmla="*/ 0 w 3826685"/>
                  <a:gd name="connsiteY0" fmla="*/ 968065 h 1012429"/>
                  <a:gd name="connsiteX1" fmla="*/ 3826685 w 3826685"/>
                  <a:gd name="connsiteY1" fmla="*/ 98411 h 1012429"/>
                  <a:gd name="connsiteX2" fmla="*/ 3826685 w 3826685"/>
                  <a:gd name="connsiteY2" fmla="*/ 193365 h 1012429"/>
                  <a:gd name="connsiteX3" fmla="*/ 0 w 3826685"/>
                  <a:gd name="connsiteY3" fmla="*/ 968065 h 101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6685" h="1012429">
                    <a:moveTo>
                      <a:pt x="0" y="968065"/>
                    </a:moveTo>
                    <a:cubicBezTo>
                      <a:pt x="1199362" y="1008380"/>
                      <a:pt x="2779723" y="-373704"/>
                      <a:pt x="3826685" y="98411"/>
                    </a:cubicBezTo>
                    <a:lnTo>
                      <a:pt x="3826685" y="193365"/>
                    </a:lnTo>
                    <a:cubicBezTo>
                      <a:pt x="2614623" y="-65927"/>
                      <a:pt x="932662" y="1268632"/>
                      <a:pt x="0" y="968065"/>
                    </a:cubicBezTo>
                    <a:close/>
                  </a:path>
                </a:pathLst>
              </a:custGeom>
              <a:solidFill>
                <a:srgbClr val="9EC82D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EA5FF778-9C5F-A24C-6B36-F494DDAABF08}"/>
                  </a:ext>
                </a:extLst>
              </p:cNvPr>
              <p:cNvSpPr/>
              <p:nvPr/>
            </p:nvSpPr>
            <p:spPr>
              <a:xfrm rot="1799061">
                <a:off x="6052652" y="1611901"/>
                <a:ext cx="1026643" cy="2174123"/>
              </a:xfrm>
              <a:custGeom>
                <a:avLst/>
                <a:gdLst>
                  <a:gd name="connsiteX0" fmla="*/ 0 w 381000"/>
                  <a:gd name="connsiteY0" fmla="*/ 0 h 1422400"/>
                  <a:gd name="connsiteX1" fmla="*/ 381000 w 381000"/>
                  <a:gd name="connsiteY1" fmla="*/ 0 h 1422400"/>
                  <a:gd name="connsiteX2" fmla="*/ 381000 w 381000"/>
                  <a:gd name="connsiteY2" fmla="*/ 1422400 h 1422400"/>
                  <a:gd name="connsiteX3" fmla="*/ 0 w 381000"/>
                  <a:gd name="connsiteY3" fmla="*/ 1422400 h 1422400"/>
                  <a:gd name="connsiteX4" fmla="*/ 0 w 381000"/>
                  <a:gd name="connsiteY4" fmla="*/ 0 h 1422400"/>
                  <a:gd name="connsiteX0" fmla="*/ 0 w 596900"/>
                  <a:gd name="connsiteY0" fmla="*/ 0 h 1905000"/>
                  <a:gd name="connsiteX1" fmla="*/ 596900 w 596900"/>
                  <a:gd name="connsiteY1" fmla="*/ 482600 h 1905000"/>
                  <a:gd name="connsiteX2" fmla="*/ 596900 w 596900"/>
                  <a:gd name="connsiteY2" fmla="*/ 1905000 h 1905000"/>
                  <a:gd name="connsiteX3" fmla="*/ 215900 w 596900"/>
                  <a:gd name="connsiteY3" fmla="*/ 1905000 h 1905000"/>
                  <a:gd name="connsiteX4" fmla="*/ 0 w 596900"/>
                  <a:gd name="connsiteY4" fmla="*/ 0 h 1905000"/>
                  <a:gd name="connsiteX0" fmla="*/ 0 w 596900"/>
                  <a:gd name="connsiteY0" fmla="*/ 0 h 1905000"/>
                  <a:gd name="connsiteX1" fmla="*/ 482600 w 596900"/>
                  <a:gd name="connsiteY1" fmla="*/ 139700 h 1905000"/>
                  <a:gd name="connsiteX2" fmla="*/ 596900 w 596900"/>
                  <a:gd name="connsiteY2" fmla="*/ 1905000 h 1905000"/>
                  <a:gd name="connsiteX3" fmla="*/ 215900 w 596900"/>
                  <a:gd name="connsiteY3" fmla="*/ 1905000 h 1905000"/>
                  <a:gd name="connsiteX4" fmla="*/ 0 w 596900"/>
                  <a:gd name="connsiteY4" fmla="*/ 0 h 1905000"/>
                  <a:gd name="connsiteX0" fmla="*/ 0 w 596900"/>
                  <a:gd name="connsiteY0" fmla="*/ 0 h 1905000"/>
                  <a:gd name="connsiteX1" fmla="*/ 468313 w 596900"/>
                  <a:gd name="connsiteY1" fmla="*/ 115887 h 1905000"/>
                  <a:gd name="connsiteX2" fmla="*/ 596900 w 596900"/>
                  <a:gd name="connsiteY2" fmla="*/ 1905000 h 1905000"/>
                  <a:gd name="connsiteX3" fmla="*/ 215900 w 596900"/>
                  <a:gd name="connsiteY3" fmla="*/ 1905000 h 1905000"/>
                  <a:gd name="connsiteX4" fmla="*/ 0 w 596900"/>
                  <a:gd name="connsiteY4" fmla="*/ 0 h 1905000"/>
                  <a:gd name="connsiteX0" fmla="*/ 0 w 630237"/>
                  <a:gd name="connsiteY0" fmla="*/ 0 h 1900237"/>
                  <a:gd name="connsiteX1" fmla="*/ 501650 w 630237"/>
                  <a:gd name="connsiteY1" fmla="*/ 111124 h 1900237"/>
                  <a:gd name="connsiteX2" fmla="*/ 630237 w 630237"/>
                  <a:gd name="connsiteY2" fmla="*/ 1900237 h 1900237"/>
                  <a:gd name="connsiteX3" fmla="*/ 249237 w 630237"/>
                  <a:gd name="connsiteY3" fmla="*/ 1900237 h 1900237"/>
                  <a:gd name="connsiteX4" fmla="*/ 0 w 630237"/>
                  <a:gd name="connsiteY4" fmla="*/ 0 h 1900237"/>
                  <a:gd name="connsiteX0" fmla="*/ 0 w 630237"/>
                  <a:gd name="connsiteY0" fmla="*/ 74867 h 1975104"/>
                  <a:gd name="connsiteX1" fmla="*/ 501650 w 630237"/>
                  <a:gd name="connsiteY1" fmla="*/ 185991 h 1975104"/>
                  <a:gd name="connsiteX2" fmla="*/ 630237 w 630237"/>
                  <a:gd name="connsiteY2" fmla="*/ 1975104 h 1975104"/>
                  <a:gd name="connsiteX3" fmla="*/ 249237 w 630237"/>
                  <a:gd name="connsiteY3" fmla="*/ 1975104 h 1975104"/>
                  <a:gd name="connsiteX4" fmla="*/ 0 w 630237"/>
                  <a:gd name="connsiteY4" fmla="*/ 74867 h 1975104"/>
                  <a:gd name="connsiteX0" fmla="*/ 0 w 630237"/>
                  <a:gd name="connsiteY0" fmla="*/ 125035 h 2025272"/>
                  <a:gd name="connsiteX1" fmla="*/ 501650 w 630237"/>
                  <a:gd name="connsiteY1" fmla="*/ 236159 h 2025272"/>
                  <a:gd name="connsiteX2" fmla="*/ 630237 w 630237"/>
                  <a:gd name="connsiteY2" fmla="*/ 2025272 h 2025272"/>
                  <a:gd name="connsiteX3" fmla="*/ 249237 w 630237"/>
                  <a:gd name="connsiteY3" fmla="*/ 2025272 h 2025272"/>
                  <a:gd name="connsiteX4" fmla="*/ 0 w 630237"/>
                  <a:gd name="connsiteY4" fmla="*/ 125035 h 2025272"/>
                  <a:gd name="connsiteX0" fmla="*/ 176212 w 806449"/>
                  <a:gd name="connsiteY0" fmla="*/ 125035 h 2025272"/>
                  <a:gd name="connsiteX1" fmla="*/ 677862 w 806449"/>
                  <a:gd name="connsiteY1" fmla="*/ 236159 h 2025272"/>
                  <a:gd name="connsiteX2" fmla="*/ 806449 w 806449"/>
                  <a:gd name="connsiteY2" fmla="*/ 2025272 h 2025272"/>
                  <a:gd name="connsiteX3" fmla="*/ 425449 w 806449"/>
                  <a:gd name="connsiteY3" fmla="*/ 2025272 h 2025272"/>
                  <a:gd name="connsiteX4" fmla="*/ 0 w 806449"/>
                  <a:gd name="connsiteY4" fmla="*/ 382210 h 2025272"/>
                  <a:gd name="connsiteX5" fmla="*/ 176212 w 806449"/>
                  <a:gd name="connsiteY5" fmla="*/ 125035 h 2025272"/>
                  <a:gd name="connsiteX0" fmla="*/ 245290 w 875527"/>
                  <a:gd name="connsiteY0" fmla="*/ 125035 h 2025272"/>
                  <a:gd name="connsiteX1" fmla="*/ 746940 w 875527"/>
                  <a:gd name="connsiteY1" fmla="*/ 236159 h 2025272"/>
                  <a:gd name="connsiteX2" fmla="*/ 875527 w 875527"/>
                  <a:gd name="connsiteY2" fmla="*/ 2025272 h 2025272"/>
                  <a:gd name="connsiteX3" fmla="*/ 494527 w 875527"/>
                  <a:gd name="connsiteY3" fmla="*/ 2025272 h 2025272"/>
                  <a:gd name="connsiteX4" fmla="*/ 26216 w 875527"/>
                  <a:gd name="connsiteY4" fmla="*/ 658435 h 2025272"/>
                  <a:gd name="connsiteX5" fmla="*/ 69078 w 875527"/>
                  <a:gd name="connsiteY5" fmla="*/ 382210 h 2025272"/>
                  <a:gd name="connsiteX6" fmla="*/ 245290 w 875527"/>
                  <a:gd name="connsiteY6" fmla="*/ 125035 h 2025272"/>
                  <a:gd name="connsiteX0" fmla="*/ 221743 w 851980"/>
                  <a:gd name="connsiteY0" fmla="*/ 125035 h 2025272"/>
                  <a:gd name="connsiteX1" fmla="*/ 723393 w 851980"/>
                  <a:gd name="connsiteY1" fmla="*/ 236159 h 2025272"/>
                  <a:gd name="connsiteX2" fmla="*/ 851980 w 851980"/>
                  <a:gd name="connsiteY2" fmla="*/ 2025272 h 2025272"/>
                  <a:gd name="connsiteX3" fmla="*/ 470980 w 851980"/>
                  <a:gd name="connsiteY3" fmla="*/ 2025272 h 2025272"/>
                  <a:gd name="connsiteX4" fmla="*/ 55056 w 851980"/>
                  <a:gd name="connsiteY4" fmla="*/ 944185 h 2025272"/>
                  <a:gd name="connsiteX5" fmla="*/ 2669 w 851980"/>
                  <a:gd name="connsiteY5" fmla="*/ 658435 h 2025272"/>
                  <a:gd name="connsiteX6" fmla="*/ 45531 w 851980"/>
                  <a:gd name="connsiteY6" fmla="*/ 382210 h 2025272"/>
                  <a:gd name="connsiteX7" fmla="*/ 221743 w 851980"/>
                  <a:gd name="connsiteY7" fmla="*/ 125035 h 2025272"/>
                  <a:gd name="connsiteX0" fmla="*/ 219345 w 849582"/>
                  <a:gd name="connsiteY0" fmla="*/ 125035 h 2025272"/>
                  <a:gd name="connsiteX1" fmla="*/ 720995 w 849582"/>
                  <a:gd name="connsiteY1" fmla="*/ 236159 h 2025272"/>
                  <a:gd name="connsiteX2" fmla="*/ 849582 w 849582"/>
                  <a:gd name="connsiteY2" fmla="*/ 2025272 h 2025272"/>
                  <a:gd name="connsiteX3" fmla="*/ 468582 w 849582"/>
                  <a:gd name="connsiteY3" fmla="*/ 2025272 h 2025272"/>
                  <a:gd name="connsiteX4" fmla="*/ 200295 w 849582"/>
                  <a:gd name="connsiteY4" fmla="*/ 1229935 h 2025272"/>
                  <a:gd name="connsiteX5" fmla="*/ 52658 w 849582"/>
                  <a:gd name="connsiteY5" fmla="*/ 944185 h 2025272"/>
                  <a:gd name="connsiteX6" fmla="*/ 271 w 849582"/>
                  <a:gd name="connsiteY6" fmla="*/ 658435 h 2025272"/>
                  <a:gd name="connsiteX7" fmla="*/ 43133 w 849582"/>
                  <a:gd name="connsiteY7" fmla="*/ 382210 h 2025272"/>
                  <a:gd name="connsiteX8" fmla="*/ 219345 w 849582"/>
                  <a:gd name="connsiteY8" fmla="*/ 125035 h 2025272"/>
                  <a:gd name="connsiteX0" fmla="*/ 219345 w 849582"/>
                  <a:gd name="connsiteY0" fmla="*/ 125035 h 2025272"/>
                  <a:gd name="connsiteX1" fmla="*/ 720995 w 849582"/>
                  <a:gd name="connsiteY1" fmla="*/ 236159 h 2025272"/>
                  <a:gd name="connsiteX2" fmla="*/ 849582 w 849582"/>
                  <a:gd name="connsiteY2" fmla="*/ 2025272 h 2025272"/>
                  <a:gd name="connsiteX3" fmla="*/ 468582 w 849582"/>
                  <a:gd name="connsiteY3" fmla="*/ 2025272 h 2025272"/>
                  <a:gd name="connsiteX4" fmla="*/ 309832 w 849582"/>
                  <a:gd name="connsiteY4" fmla="*/ 1415672 h 2025272"/>
                  <a:gd name="connsiteX5" fmla="*/ 200295 w 849582"/>
                  <a:gd name="connsiteY5" fmla="*/ 1229935 h 2025272"/>
                  <a:gd name="connsiteX6" fmla="*/ 52658 w 849582"/>
                  <a:gd name="connsiteY6" fmla="*/ 944185 h 2025272"/>
                  <a:gd name="connsiteX7" fmla="*/ 271 w 849582"/>
                  <a:gd name="connsiteY7" fmla="*/ 658435 h 2025272"/>
                  <a:gd name="connsiteX8" fmla="*/ 43133 w 849582"/>
                  <a:gd name="connsiteY8" fmla="*/ 382210 h 2025272"/>
                  <a:gd name="connsiteX9" fmla="*/ 219345 w 849582"/>
                  <a:gd name="connsiteY9" fmla="*/ 125035 h 2025272"/>
                  <a:gd name="connsiteX0" fmla="*/ 219345 w 849582"/>
                  <a:gd name="connsiteY0" fmla="*/ 125035 h 2025272"/>
                  <a:gd name="connsiteX1" fmla="*/ 720995 w 849582"/>
                  <a:gd name="connsiteY1" fmla="*/ 236159 h 2025272"/>
                  <a:gd name="connsiteX2" fmla="*/ 849582 w 849582"/>
                  <a:gd name="connsiteY2" fmla="*/ 2025272 h 2025272"/>
                  <a:gd name="connsiteX3" fmla="*/ 468582 w 849582"/>
                  <a:gd name="connsiteY3" fmla="*/ 2025272 h 2025272"/>
                  <a:gd name="connsiteX4" fmla="*/ 381270 w 849582"/>
                  <a:gd name="connsiteY4" fmla="*/ 1577597 h 2025272"/>
                  <a:gd name="connsiteX5" fmla="*/ 309832 w 849582"/>
                  <a:gd name="connsiteY5" fmla="*/ 1415672 h 2025272"/>
                  <a:gd name="connsiteX6" fmla="*/ 200295 w 849582"/>
                  <a:gd name="connsiteY6" fmla="*/ 1229935 h 2025272"/>
                  <a:gd name="connsiteX7" fmla="*/ 52658 w 849582"/>
                  <a:gd name="connsiteY7" fmla="*/ 944185 h 2025272"/>
                  <a:gd name="connsiteX8" fmla="*/ 271 w 849582"/>
                  <a:gd name="connsiteY8" fmla="*/ 658435 h 2025272"/>
                  <a:gd name="connsiteX9" fmla="*/ 43133 w 849582"/>
                  <a:gd name="connsiteY9" fmla="*/ 382210 h 2025272"/>
                  <a:gd name="connsiteX10" fmla="*/ 219345 w 849582"/>
                  <a:gd name="connsiteY10" fmla="*/ 125035 h 2025272"/>
                  <a:gd name="connsiteX0" fmla="*/ 219345 w 849582"/>
                  <a:gd name="connsiteY0" fmla="*/ 125035 h 2025272"/>
                  <a:gd name="connsiteX1" fmla="*/ 720995 w 849582"/>
                  <a:gd name="connsiteY1" fmla="*/ 236159 h 2025272"/>
                  <a:gd name="connsiteX2" fmla="*/ 819420 w 849582"/>
                  <a:gd name="connsiteY2" fmla="*/ 586997 h 2025272"/>
                  <a:gd name="connsiteX3" fmla="*/ 849582 w 849582"/>
                  <a:gd name="connsiteY3" fmla="*/ 2025272 h 2025272"/>
                  <a:gd name="connsiteX4" fmla="*/ 468582 w 849582"/>
                  <a:gd name="connsiteY4" fmla="*/ 2025272 h 2025272"/>
                  <a:gd name="connsiteX5" fmla="*/ 381270 w 849582"/>
                  <a:gd name="connsiteY5" fmla="*/ 1577597 h 2025272"/>
                  <a:gd name="connsiteX6" fmla="*/ 309832 w 849582"/>
                  <a:gd name="connsiteY6" fmla="*/ 1415672 h 2025272"/>
                  <a:gd name="connsiteX7" fmla="*/ 200295 w 849582"/>
                  <a:gd name="connsiteY7" fmla="*/ 1229935 h 2025272"/>
                  <a:gd name="connsiteX8" fmla="*/ 52658 w 849582"/>
                  <a:gd name="connsiteY8" fmla="*/ 944185 h 2025272"/>
                  <a:gd name="connsiteX9" fmla="*/ 271 w 849582"/>
                  <a:gd name="connsiteY9" fmla="*/ 658435 h 2025272"/>
                  <a:gd name="connsiteX10" fmla="*/ 43133 w 849582"/>
                  <a:gd name="connsiteY10" fmla="*/ 382210 h 2025272"/>
                  <a:gd name="connsiteX11" fmla="*/ 219345 w 849582"/>
                  <a:gd name="connsiteY11" fmla="*/ 125035 h 2025272"/>
                  <a:gd name="connsiteX0" fmla="*/ 219345 w 849582"/>
                  <a:gd name="connsiteY0" fmla="*/ 125035 h 2025272"/>
                  <a:gd name="connsiteX1" fmla="*/ 720995 w 849582"/>
                  <a:gd name="connsiteY1" fmla="*/ 236159 h 2025272"/>
                  <a:gd name="connsiteX2" fmla="*/ 819420 w 849582"/>
                  <a:gd name="connsiteY2" fmla="*/ 586997 h 2025272"/>
                  <a:gd name="connsiteX3" fmla="*/ 805132 w 849582"/>
                  <a:gd name="connsiteY3" fmla="*/ 787022 h 2025272"/>
                  <a:gd name="connsiteX4" fmla="*/ 849582 w 849582"/>
                  <a:gd name="connsiteY4" fmla="*/ 2025272 h 2025272"/>
                  <a:gd name="connsiteX5" fmla="*/ 468582 w 849582"/>
                  <a:gd name="connsiteY5" fmla="*/ 2025272 h 2025272"/>
                  <a:gd name="connsiteX6" fmla="*/ 381270 w 849582"/>
                  <a:gd name="connsiteY6" fmla="*/ 1577597 h 2025272"/>
                  <a:gd name="connsiteX7" fmla="*/ 309832 w 849582"/>
                  <a:gd name="connsiteY7" fmla="*/ 1415672 h 2025272"/>
                  <a:gd name="connsiteX8" fmla="*/ 200295 w 849582"/>
                  <a:gd name="connsiteY8" fmla="*/ 1229935 h 2025272"/>
                  <a:gd name="connsiteX9" fmla="*/ 52658 w 849582"/>
                  <a:gd name="connsiteY9" fmla="*/ 944185 h 2025272"/>
                  <a:gd name="connsiteX10" fmla="*/ 271 w 849582"/>
                  <a:gd name="connsiteY10" fmla="*/ 658435 h 2025272"/>
                  <a:gd name="connsiteX11" fmla="*/ 43133 w 849582"/>
                  <a:gd name="connsiteY11" fmla="*/ 382210 h 2025272"/>
                  <a:gd name="connsiteX12" fmla="*/ 219345 w 849582"/>
                  <a:gd name="connsiteY12" fmla="*/ 125035 h 2025272"/>
                  <a:gd name="connsiteX0" fmla="*/ 219345 w 849582"/>
                  <a:gd name="connsiteY0" fmla="*/ 125035 h 2025272"/>
                  <a:gd name="connsiteX1" fmla="*/ 720995 w 849582"/>
                  <a:gd name="connsiteY1" fmla="*/ 236159 h 2025272"/>
                  <a:gd name="connsiteX2" fmla="*/ 819420 w 849582"/>
                  <a:gd name="connsiteY2" fmla="*/ 586997 h 2025272"/>
                  <a:gd name="connsiteX3" fmla="*/ 805132 w 849582"/>
                  <a:gd name="connsiteY3" fmla="*/ 787022 h 2025272"/>
                  <a:gd name="connsiteX4" fmla="*/ 776557 w 849582"/>
                  <a:gd name="connsiteY4" fmla="*/ 1053722 h 2025272"/>
                  <a:gd name="connsiteX5" fmla="*/ 849582 w 849582"/>
                  <a:gd name="connsiteY5" fmla="*/ 2025272 h 2025272"/>
                  <a:gd name="connsiteX6" fmla="*/ 468582 w 849582"/>
                  <a:gd name="connsiteY6" fmla="*/ 2025272 h 2025272"/>
                  <a:gd name="connsiteX7" fmla="*/ 381270 w 849582"/>
                  <a:gd name="connsiteY7" fmla="*/ 1577597 h 2025272"/>
                  <a:gd name="connsiteX8" fmla="*/ 309832 w 849582"/>
                  <a:gd name="connsiteY8" fmla="*/ 1415672 h 2025272"/>
                  <a:gd name="connsiteX9" fmla="*/ 200295 w 849582"/>
                  <a:gd name="connsiteY9" fmla="*/ 1229935 h 2025272"/>
                  <a:gd name="connsiteX10" fmla="*/ 52658 w 849582"/>
                  <a:gd name="connsiteY10" fmla="*/ 944185 h 2025272"/>
                  <a:gd name="connsiteX11" fmla="*/ 271 w 849582"/>
                  <a:gd name="connsiteY11" fmla="*/ 658435 h 2025272"/>
                  <a:gd name="connsiteX12" fmla="*/ 43133 w 849582"/>
                  <a:gd name="connsiteY12" fmla="*/ 382210 h 2025272"/>
                  <a:gd name="connsiteX13" fmla="*/ 219345 w 849582"/>
                  <a:gd name="connsiteY13" fmla="*/ 125035 h 2025272"/>
                  <a:gd name="connsiteX0" fmla="*/ 219345 w 849582"/>
                  <a:gd name="connsiteY0" fmla="*/ 125035 h 2025272"/>
                  <a:gd name="connsiteX1" fmla="*/ 720995 w 849582"/>
                  <a:gd name="connsiteY1" fmla="*/ 236159 h 2025272"/>
                  <a:gd name="connsiteX2" fmla="*/ 819420 w 849582"/>
                  <a:gd name="connsiteY2" fmla="*/ 586997 h 2025272"/>
                  <a:gd name="connsiteX3" fmla="*/ 805132 w 849582"/>
                  <a:gd name="connsiteY3" fmla="*/ 787022 h 2025272"/>
                  <a:gd name="connsiteX4" fmla="*/ 776557 w 849582"/>
                  <a:gd name="connsiteY4" fmla="*/ 1053722 h 2025272"/>
                  <a:gd name="connsiteX5" fmla="*/ 809895 w 849582"/>
                  <a:gd name="connsiteY5" fmla="*/ 1348997 h 2025272"/>
                  <a:gd name="connsiteX6" fmla="*/ 849582 w 849582"/>
                  <a:gd name="connsiteY6" fmla="*/ 2025272 h 2025272"/>
                  <a:gd name="connsiteX7" fmla="*/ 468582 w 849582"/>
                  <a:gd name="connsiteY7" fmla="*/ 2025272 h 2025272"/>
                  <a:gd name="connsiteX8" fmla="*/ 381270 w 849582"/>
                  <a:gd name="connsiteY8" fmla="*/ 1577597 h 2025272"/>
                  <a:gd name="connsiteX9" fmla="*/ 309832 w 849582"/>
                  <a:gd name="connsiteY9" fmla="*/ 1415672 h 2025272"/>
                  <a:gd name="connsiteX10" fmla="*/ 200295 w 849582"/>
                  <a:gd name="connsiteY10" fmla="*/ 1229935 h 2025272"/>
                  <a:gd name="connsiteX11" fmla="*/ 52658 w 849582"/>
                  <a:gd name="connsiteY11" fmla="*/ 944185 h 2025272"/>
                  <a:gd name="connsiteX12" fmla="*/ 271 w 849582"/>
                  <a:gd name="connsiteY12" fmla="*/ 658435 h 2025272"/>
                  <a:gd name="connsiteX13" fmla="*/ 43133 w 849582"/>
                  <a:gd name="connsiteY13" fmla="*/ 382210 h 2025272"/>
                  <a:gd name="connsiteX14" fmla="*/ 219345 w 849582"/>
                  <a:gd name="connsiteY14" fmla="*/ 125035 h 2025272"/>
                  <a:gd name="connsiteX0" fmla="*/ 219345 w 819522"/>
                  <a:gd name="connsiteY0" fmla="*/ 125035 h 2025272"/>
                  <a:gd name="connsiteX1" fmla="*/ 720995 w 819522"/>
                  <a:gd name="connsiteY1" fmla="*/ 236159 h 2025272"/>
                  <a:gd name="connsiteX2" fmla="*/ 819420 w 819522"/>
                  <a:gd name="connsiteY2" fmla="*/ 586997 h 2025272"/>
                  <a:gd name="connsiteX3" fmla="*/ 805132 w 819522"/>
                  <a:gd name="connsiteY3" fmla="*/ 787022 h 2025272"/>
                  <a:gd name="connsiteX4" fmla="*/ 776557 w 819522"/>
                  <a:gd name="connsiteY4" fmla="*/ 1053722 h 2025272"/>
                  <a:gd name="connsiteX5" fmla="*/ 809895 w 819522"/>
                  <a:gd name="connsiteY5" fmla="*/ 1348997 h 2025272"/>
                  <a:gd name="connsiteX6" fmla="*/ 468582 w 819522"/>
                  <a:gd name="connsiteY6" fmla="*/ 2025272 h 2025272"/>
                  <a:gd name="connsiteX7" fmla="*/ 381270 w 819522"/>
                  <a:gd name="connsiteY7" fmla="*/ 1577597 h 2025272"/>
                  <a:gd name="connsiteX8" fmla="*/ 309832 w 819522"/>
                  <a:gd name="connsiteY8" fmla="*/ 1415672 h 2025272"/>
                  <a:gd name="connsiteX9" fmla="*/ 200295 w 819522"/>
                  <a:gd name="connsiteY9" fmla="*/ 1229935 h 2025272"/>
                  <a:gd name="connsiteX10" fmla="*/ 52658 w 819522"/>
                  <a:gd name="connsiteY10" fmla="*/ 944185 h 2025272"/>
                  <a:gd name="connsiteX11" fmla="*/ 271 w 819522"/>
                  <a:gd name="connsiteY11" fmla="*/ 658435 h 2025272"/>
                  <a:gd name="connsiteX12" fmla="*/ 43133 w 819522"/>
                  <a:gd name="connsiteY12" fmla="*/ 382210 h 2025272"/>
                  <a:gd name="connsiteX13" fmla="*/ 219345 w 819522"/>
                  <a:gd name="connsiteY13" fmla="*/ 125035 h 2025272"/>
                  <a:gd name="connsiteX0" fmla="*/ 219345 w 819522"/>
                  <a:gd name="connsiteY0" fmla="*/ 125035 h 1772859"/>
                  <a:gd name="connsiteX1" fmla="*/ 720995 w 819522"/>
                  <a:gd name="connsiteY1" fmla="*/ 236159 h 1772859"/>
                  <a:gd name="connsiteX2" fmla="*/ 819420 w 819522"/>
                  <a:gd name="connsiteY2" fmla="*/ 586997 h 1772859"/>
                  <a:gd name="connsiteX3" fmla="*/ 805132 w 819522"/>
                  <a:gd name="connsiteY3" fmla="*/ 787022 h 1772859"/>
                  <a:gd name="connsiteX4" fmla="*/ 776557 w 819522"/>
                  <a:gd name="connsiteY4" fmla="*/ 1053722 h 1772859"/>
                  <a:gd name="connsiteX5" fmla="*/ 809895 w 819522"/>
                  <a:gd name="connsiteY5" fmla="*/ 1348997 h 1772859"/>
                  <a:gd name="connsiteX6" fmla="*/ 673370 w 819522"/>
                  <a:gd name="connsiteY6" fmla="*/ 1772859 h 1772859"/>
                  <a:gd name="connsiteX7" fmla="*/ 381270 w 819522"/>
                  <a:gd name="connsiteY7" fmla="*/ 1577597 h 1772859"/>
                  <a:gd name="connsiteX8" fmla="*/ 309832 w 819522"/>
                  <a:gd name="connsiteY8" fmla="*/ 1415672 h 1772859"/>
                  <a:gd name="connsiteX9" fmla="*/ 200295 w 819522"/>
                  <a:gd name="connsiteY9" fmla="*/ 1229935 h 1772859"/>
                  <a:gd name="connsiteX10" fmla="*/ 52658 w 819522"/>
                  <a:gd name="connsiteY10" fmla="*/ 944185 h 1772859"/>
                  <a:gd name="connsiteX11" fmla="*/ 271 w 819522"/>
                  <a:gd name="connsiteY11" fmla="*/ 658435 h 1772859"/>
                  <a:gd name="connsiteX12" fmla="*/ 43133 w 819522"/>
                  <a:gd name="connsiteY12" fmla="*/ 382210 h 1772859"/>
                  <a:gd name="connsiteX13" fmla="*/ 219345 w 819522"/>
                  <a:gd name="connsiteY13" fmla="*/ 125035 h 1772859"/>
                  <a:gd name="connsiteX0" fmla="*/ 219345 w 819522"/>
                  <a:gd name="connsiteY0" fmla="*/ 125035 h 1772859"/>
                  <a:gd name="connsiteX1" fmla="*/ 720995 w 819522"/>
                  <a:gd name="connsiteY1" fmla="*/ 236159 h 1772859"/>
                  <a:gd name="connsiteX2" fmla="*/ 819420 w 819522"/>
                  <a:gd name="connsiteY2" fmla="*/ 586997 h 1772859"/>
                  <a:gd name="connsiteX3" fmla="*/ 805132 w 819522"/>
                  <a:gd name="connsiteY3" fmla="*/ 787022 h 1772859"/>
                  <a:gd name="connsiteX4" fmla="*/ 776557 w 819522"/>
                  <a:gd name="connsiteY4" fmla="*/ 1053722 h 1772859"/>
                  <a:gd name="connsiteX5" fmla="*/ 809895 w 819522"/>
                  <a:gd name="connsiteY5" fmla="*/ 1348997 h 1772859"/>
                  <a:gd name="connsiteX6" fmla="*/ 673370 w 819522"/>
                  <a:gd name="connsiteY6" fmla="*/ 1772859 h 1772859"/>
                  <a:gd name="connsiteX7" fmla="*/ 381270 w 819522"/>
                  <a:gd name="connsiteY7" fmla="*/ 1577597 h 1772859"/>
                  <a:gd name="connsiteX8" fmla="*/ 309832 w 819522"/>
                  <a:gd name="connsiteY8" fmla="*/ 1415672 h 1772859"/>
                  <a:gd name="connsiteX9" fmla="*/ 200295 w 819522"/>
                  <a:gd name="connsiteY9" fmla="*/ 1229935 h 1772859"/>
                  <a:gd name="connsiteX10" fmla="*/ 52658 w 819522"/>
                  <a:gd name="connsiteY10" fmla="*/ 944185 h 1772859"/>
                  <a:gd name="connsiteX11" fmla="*/ 271 w 819522"/>
                  <a:gd name="connsiteY11" fmla="*/ 658435 h 1772859"/>
                  <a:gd name="connsiteX12" fmla="*/ 43133 w 819522"/>
                  <a:gd name="connsiteY12" fmla="*/ 382210 h 1772859"/>
                  <a:gd name="connsiteX13" fmla="*/ 219345 w 819522"/>
                  <a:gd name="connsiteY13" fmla="*/ 125035 h 1772859"/>
                  <a:gd name="connsiteX0" fmla="*/ 219345 w 819522"/>
                  <a:gd name="connsiteY0" fmla="*/ 125035 h 1777273"/>
                  <a:gd name="connsiteX1" fmla="*/ 720995 w 819522"/>
                  <a:gd name="connsiteY1" fmla="*/ 236159 h 1777273"/>
                  <a:gd name="connsiteX2" fmla="*/ 819420 w 819522"/>
                  <a:gd name="connsiteY2" fmla="*/ 586997 h 1777273"/>
                  <a:gd name="connsiteX3" fmla="*/ 805132 w 819522"/>
                  <a:gd name="connsiteY3" fmla="*/ 787022 h 1777273"/>
                  <a:gd name="connsiteX4" fmla="*/ 776557 w 819522"/>
                  <a:gd name="connsiteY4" fmla="*/ 1053722 h 1777273"/>
                  <a:gd name="connsiteX5" fmla="*/ 809895 w 819522"/>
                  <a:gd name="connsiteY5" fmla="*/ 1348997 h 1777273"/>
                  <a:gd name="connsiteX6" fmla="*/ 673370 w 819522"/>
                  <a:gd name="connsiteY6" fmla="*/ 1772859 h 1777273"/>
                  <a:gd name="connsiteX7" fmla="*/ 381270 w 819522"/>
                  <a:gd name="connsiteY7" fmla="*/ 1577597 h 1777273"/>
                  <a:gd name="connsiteX8" fmla="*/ 309832 w 819522"/>
                  <a:gd name="connsiteY8" fmla="*/ 1415672 h 1777273"/>
                  <a:gd name="connsiteX9" fmla="*/ 200295 w 819522"/>
                  <a:gd name="connsiteY9" fmla="*/ 1229935 h 1777273"/>
                  <a:gd name="connsiteX10" fmla="*/ 52658 w 819522"/>
                  <a:gd name="connsiteY10" fmla="*/ 944185 h 1777273"/>
                  <a:gd name="connsiteX11" fmla="*/ 271 w 819522"/>
                  <a:gd name="connsiteY11" fmla="*/ 658435 h 1777273"/>
                  <a:gd name="connsiteX12" fmla="*/ 43133 w 819522"/>
                  <a:gd name="connsiteY12" fmla="*/ 382210 h 1777273"/>
                  <a:gd name="connsiteX13" fmla="*/ 219345 w 819522"/>
                  <a:gd name="connsiteY13" fmla="*/ 125035 h 1777273"/>
                  <a:gd name="connsiteX0" fmla="*/ 219345 w 835096"/>
                  <a:gd name="connsiteY0" fmla="*/ 125035 h 1777273"/>
                  <a:gd name="connsiteX1" fmla="*/ 720995 w 835096"/>
                  <a:gd name="connsiteY1" fmla="*/ 236159 h 1777273"/>
                  <a:gd name="connsiteX2" fmla="*/ 819420 w 835096"/>
                  <a:gd name="connsiteY2" fmla="*/ 586997 h 1777273"/>
                  <a:gd name="connsiteX3" fmla="*/ 805132 w 835096"/>
                  <a:gd name="connsiteY3" fmla="*/ 787022 h 1777273"/>
                  <a:gd name="connsiteX4" fmla="*/ 776557 w 835096"/>
                  <a:gd name="connsiteY4" fmla="*/ 1053722 h 1777273"/>
                  <a:gd name="connsiteX5" fmla="*/ 809895 w 835096"/>
                  <a:gd name="connsiteY5" fmla="*/ 1348997 h 1777273"/>
                  <a:gd name="connsiteX6" fmla="*/ 673370 w 835096"/>
                  <a:gd name="connsiteY6" fmla="*/ 1772859 h 1777273"/>
                  <a:gd name="connsiteX7" fmla="*/ 381270 w 835096"/>
                  <a:gd name="connsiteY7" fmla="*/ 1577597 h 1777273"/>
                  <a:gd name="connsiteX8" fmla="*/ 309832 w 835096"/>
                  <a:gd name="connsiteY8" fmla="*/ 1415672 h 1777273"/>
                  <a:gd name="connsiteX9" fmla="*/ 200295 w 835096"/>
                  <a:gd name="connsiteY9" fmla="*/ 1229935 h 1777273"/>
                  <a:gd name="connsiteX10" fmla="*/ 52658 w 835096"/>
                  <a:gd name="connsiteY10" fmla="*/ 944185 h 1777273"/>
                  <a:gd name="connsiteX11" fmla="*/ 271 w 835096"/>
                  <a:gd name="connsiteY11" fmla="*/ 658435 h 1777273"/>
                  <a:gd name="connsiteX12" fmla="*/ 43133 w 835096"/>
                  <a:gd name="connsiteY12" fmla="*/ 382210 h 1777273"/>
                  <a:gd name="connsiteX13" fmla="*/ 219345 w 835096"/>
                  <a:gd name="connsiteY13" fmla="*/ 125035 h 1777273"/>
                  <a:gd name="connsiteX0" fmla="*/ 219345 w 835096"/>
                  <a:gd name="connsiteY0" fmla="*/ 125035 h 1777273"/>
                  <a:gd name="connsiteX1" fmla="*/ 720995 w 835096"/>
                  <a:gd name="connsiteY1" fmla="*/ 236159 h 1777273"/>
                  <a:gd name="connsiteX2" fmla="*/ 819420 w 835096"/>
                  <a:gd name="connsiteY2" fmla="*/ 586997 h 1777273"/>
                  <a:gd name="connsiteX3" fmla="*/ 805132 w 835096"/>
                  <a:gd name="connsiteY3" fmla="*/ 787022 h 1777273"/>
                  <a:gd name="connsiteX4" fmla="*/ 776557 w 835096"/>
                  <a:gd name="connsiteY4" fmla="*/ 1053722 h 1777273"/>
                  <a:gd name="connsiteX5" fmla="*/ 809895 w 835096"/>
                  <a:gd name="connsiteY5" fmla="*/ 1348997 h 1777273"/>
                  <a:gd name="connsiteX6" fmla="*/ 673370 w 835096"/>
                  <a:gd name="connsiteY6" fmla="*/ 1772859 h 1777273"/>
                  <a:gd name="connsiteX7" fmla="*/ 381270 w 835096"/>
                  <a:gd name="connsiteY7" fmla="*/ 1577597 h 1777273"/>
                  <a:gd name="connsiteX8" fmla="*/ 309832 w 835096"/>
                  <a:gd name="connsiteY8" fmla="*/ 1415672 h 1777273"/>
                  <a:gd name="connsiteX9" fmla="*/ 200295 w 835096"/>
                  <a:gd name="connsiteY9" fmla="*/ 1229935 h 1777273"/>
                  <a:gd name="connsiteX10" fmla="*/ 52658 w 835096"/>
                  <a:gd name="connsiteY10" fmla="*/ 944185 h 1777273"/>
                  <a:gd name="connsiteX11" fmla="*/ 271 w 835096"/>
                  <a:gd name="connsiteY11" fmla="*/ 658435 h 1777273"/>
                  <a:gd name="connsiteX12" fmla="*/ 43133 w 835096"/>
                  <a:gd name="connsiteY12" fmla="*/ 382210 h 1777273"/>
                  <a:gd name="connsiteX13" fmla="*/ 219345 w 835096"/>
                  <a:gd name="connsiteY13" fmla="*/ 125035 h 1777273"/>
                  <a:gd name="connsiteX0" fmla="*/ 219345 w 844079"/>
                  <a:gd name="connsiteY0" fmla="*/ 125035 h 1777273"/>
                  <a:gd name="connsiteX1" fmla="*/ 720995 w 844079"/>
                  <a:gd name="connsiteY1" fmla="*/ 236159 h 1777273"/>
                  <a:gd name="connsiteX2" fmla="*/ 819420 w 844079"/>
                  <a:gd name="connsiteY2" fmla="*/ 586997 h 1777273"/>
                  <a:gd name="connsiteX3" fmla="*/ 805132 w 844079"/>
                  <a:gd name="connsiteY3" fmla="*/ 787022 h 1777273"/>
                  <a:gd name="connsiteX4" fmla="*/ 776557 w 844079"/>
                  <a:gd name="connsiteY4" fmla="*/ 1053722 h 1777273"/>
                  <a:gd name="connsiteX5" fmla="*/ 809895 w 844079"/>
                  <a:gd name="connsiteY5" fmla="*/ 1348997 h 1777273"/>
                  <a:gd name="connsiteX6" fmla="*/ 673370 w 844079"/>
                  <a:gd name="connsiteY6" fmla="*/ 1772859 h 1777273"/>
                  <a:gd name="connsiteX7" fmla="*/ 381270 w 844079"/>
                  <a:gd name="connsiteY7" fmla="*/ 1577597 h 1777273"/>
                  <a:gd name="connsiteX8" fmla="*/ 309832 w 844079"/>
                  <a:gd name="connsiteY8" fmla="*/ 1415672 h 1777273"/>
                  <a:gd name="connsiteX9" fmla="*/ 200295 w 844079"/>
                  <a:gd name="connsiteY9" fmla="*/ 1229935 h 1777273"/>
                  <a:gd name="connsiteX10" fmla="*/ 52658 w 844079"/>
                  <a:gd name="connsiteY10" fmla="*/ 944185 h 1777273"/>
                  <a:gd name="connsiteX11" fmla="*/ 271 w 844079"/>
                  <a:gd name="connsiteY11" fmla="*/ 658435 h 1777273"/>
                  <a:gd name="connsiteX12" fmla="*/ 43133 w 844079"/>
                  <a:gd name="connsiteY12" fmla="*/ 382210 h 1777273"/>
                  <a:gd name="connsiteX13" fmla="*/ 219345 w 844079"/>
                  <a:gd name="connsiteY13" fmla="*/ 125035 h 1777273"/>
                  <a:gd name="connsiteX0" fmla="*/ 219345 w 856265"/>
                  <a:gd name="connsiteY0" fmla="*/ 125035 h 1777273"/>
                  <a:gd name="connsiteX1" fmla="*/ 720995 w 856265"/>
                  <a:gd name="connsiteY1" fmla="*/ 236159 h 1777273"/>
                  <a:gd name="connsiteX2" fmla="*/ 819420 w 856265"/>
                  <a:gd name="connsiteY2" fmla="*/ 586997 h 1777273"/>
                  <a:gd name="connsiteX3" fmla="*/ 805132 w 856265"/>
                  <a:gd name="connsiteY3" fmla="*/ 787022 h 1777273"/>
                  <a:gd name="connsiteX4" fmla="*/ 776557 w 856265"/>
                  <a:gd name="connsiteY4" fmla="*/ 1053722 h 1777273"/>
                  <a:gd name="connsiteX5" fmla="*/ 809895 w 856265"/>
                  <a:gd name="connsiteY5" fmla="*/ 1348997 h 1777273"/>
                  <a:gd name="connsiteX6" fmla="*/ 673370 w 856265"/>
                  <a:gd name="connsiteY6" fmla="*/ 1772859 h 1777273"/>
                  <a:gd name="connsiteX7" fmla="*/ 381270 w 856265"/>
                  <a:gd name="connsiteY7" fmla="*/ 1577597 h 1777273"/>
                  <a:gd name="connsiteX8" fmla="*/ 309832 w 856265"/>
                  <a:gd name="connsiteY8" fmla="*/ 1415672 h 1777273"/>
                  <a:gd name="connsiteX9" fmla="*/ 200295 w 856265"/>
                  <a:gd name="connsiteY9" fmla="*/ 1229935 h 1777273"/>
                  <a:gd name="connsiteX10" fmla="*/ 52658 w 856265"/>
                  <a:gd name="connsiteY10" fmla="*/ 944185 h 1777273"/>
                  <a:gd name="connsiteX11" fmla="*/ 271 w 856265"/>
                  <a:gd name="connsiteY11" fmla="*/ 658435 h 1777273"/>
                  <a:gd name="connsiteX12" fmla="*/ 43133 w 856265"/>
                  <a:gd name="connsiteY12" fmla="*/ 382210 h 1777273"/>
                  <a:gd name="connsiteX13" fmla="*/ 219345 w 856265"/>
                  <a:gd name="connsiteY13" fmla="*/ 125035 h 1777273"/>
                  <a:gd name="connsiteX0" fmla="*/ 219345 w 856265"/>
                  <a:gd name="connsiteY0" fmla="*/ 125035 h 1777273"/>
                  <a:gd name="connsiteX1" fmla="*/ 720995 w 856265"/>
                  <a:gd name="connsiteY1" fmla="*/ 236159 h 1777273"/>
                  <a:gd name="connsiteX2" fmla="*/ 819420 w 856265"/>
                  <a:gd name="connsiteY2" fmla="*/ 586997 h 1777273"/>
                  <a:gd name="connsiteX3" fmla="*/ 805132 w 856265"/>
                  <a:gd name="connsiteY3" fmla="*/ 787022 h 1777273"/>
                  <a:gd name="connsiteX4" fmla="*/ 776557 w 856265"/>
                  <a:gd name="connsiteY4" fmla="*/ 1053722 h 1777273"/>
                  <a:gd name="connsiteX5" fmla="*/ 809895 w 856265"/>
                  <a:gd name="connsiteY5" fmla="*/ 1348997 h 1777273"/>
                  <a:gd name="connsiteX6" fmla="*/ 673370 w 856265"/>
                  <a:gd name="connsiteY6" fmla="*/ 1772859 h 1777273"/>
                  <a:gd name="connsiteX7" fmla="*/ 381270 w 856265"/>
                  <a:gd name="connsiteY7" fmla="*/ 1577597 h 1777273"/>
                  <a:gd name="connsiteX8" fmla="*/ 309832 w 856265"/>
                  <a:gd name="connsiteY8" fmla="*/ 1415672 h 1777273"/>
                  <a:gd name="connsiteX9" fmla="*/ 200295 w 856265"/>
                  <a:gd name="connsiteY9" fmla="*/ 1229935 h 1777273"/>
                  <a:gd name="connsiteX10" fmla="*/ 52658 w 856265"/>
                  <a:gd name="connsiteY10" fmla="*/ 944185 h 1777273"/>
                  <a:gd name="connsiteX11" fmla="*/ 271 w 856265"/>
                  <a:gd name="connsiteY11" fmla="*/ 658435 h 1777273"/>
                  <a:gd name="connsiteX12" fmla="*/ 43133 w 856265"/>
                  <a:gd name="connsiteY12" fmla="*/ 382210 h 1777273"/>
                  <a:gd name="connsiteX13" fmla="*/ 219345 w 856265"/>
                  <a:gd name="connsiteY13" fmla="*/ 125035 h 1777273"/>
                  <a:gd name="connsiteX0" fmla="*/ 238395 w 856265"/>
                  <a:gd name="connsiteY0" fmla="*/ 134237 h 1762662"/>
                  <a:gd name="connsiteX1" fmla="*/ 720995 w 856265"/>
                  <a:gd name="connsiteY1" fmla="*/ 221548 h 1762662"/>
                  <a:gd name="connsiteX2" fmla="*/ 819420 w 856265"/>
                  <a:gd name="connsiteY2" fmla="*/ 572386 h 1762662"/>
                  <a:gd name="connsiteX3" fmla="*/ 805132 w 856265"/>
                  <a:gd name="connsiteY3" fmla="*/ 772411 h 1762662"/>
                  <a:gd name="connsiteX4" fmla="*/ 776557 w 856265"/>
                  <a:gd name="connsiteY4" fmla="*/ 1039111 h 1762662"/>
                  <a:gd name="connsiteX5" fmla="*/ 809895 w 856265"/>
                  <a:gd name="connsiteY5" fmla="*/ 1334386 h 1762662"/>
                  <a:gd name="connsiteX6" fmla="*/ 673370 w 856265"/>
                  <a:gd name="connsiteY6" fmla="*/ 1758248 h 1762662"/>
                  <a:gd name="connsiteX7" fmla="*/ 381270 w 856265"/>
                  <a:gd name="connsiteY7" fmla="*/ 1562986 h 1762662"/>
                  <a:gd name="connsiteX8" fmla="*/ 309832 w 856265"/>
                  <a:gd name="connsiteY8" fmla="*/ 1401061 h 1762662"/>
                  <a:gd name="connsiteX9" fmla="*/ 200295 w 856265"/>
                  <a:gd name="connsiteY9" fmla="*/ 1215324 h 1762662"/>
                  <a:gd name="connsiteX10" fmla="*/ 52658 w 856265"/>
                  <a:gd name="connsiteY10" fmla="*/ 929574 h 1762662"/>
                  <a:gd name="connsiteX11" fmla="*/ 271 w 856265"/>
                  <a:gd name="connsiteY11" fmla="*/ 643824 h 1762662"/>
                  <a:gd name="connsiteX12" fmla="*/ 43133 w 856265"/>
                  <a:gd name="connsiteY12" fmla="*/ 367599 h 1762662"/>
                  <a:gd name="connsiteX13" fmla="*/ 238395 w 856265"/>
                  <a:gd name="connsiteY13" fmla="*/ 134237 h 1762662"/>
                  <a:gd name="connsiteX0" fmla="*/ 238395 w 856265"/>
                  <a:gd name="connsiteY0" fmla="*/ 184774 h 1813199"/>
                  <a:gd name="connsiteX1" fmla="*/ 720995 w 856265"/>
                  <a:gd name="connsiteY1" fmla="*/ 272085 h 1813199"/>
                  <a:gd name="connsiteX2" fmla="*/ 819420 w 856265"/>
                  <a:gd name="connsiteY2" fmla="*/ 622923 h 1813199"/>
                  <a:gd name="connsiteX3" fmla="*/ 805132 w 856265"/>
                  <a:gd name="connsiteY3" fmla="*/ 822948 h 1813199"/>
                  <a:gd name="connsiteX4" fmla="*/ 776557 w 856265"/>
                  <a:gd name="connsiteY4" fmla="*/ 1089648 h 1813199"/>
                  <a:gd name="connsiteX5" fmla="*/ 809895 w 856265"/>
                  <a:gd name="connsiteY5" fmla="*/ 1384923 h 1813199"/>
                  <a:gd name="connsiteX6" fmla="*/ 673370 w 856265"/>
                  <a:gd name="connsiteY6" fmla="*/ 1808785 h 1813199"/>
                  <a:gd name="connsiteX7" fmla="*/ 381270 w 856265"/>
                  <a:gd name="connsiteY7" fmla="*/ 1613523 h 1813199"/>
                  <a:gd name="connsiteX8" fmla="*/ 309832 w 856265"/>
                  <a:gd name="connsiteY8" fmla="*/ 1451598 h 1813199"/>
                  <a:gd name="connsiteX9" fmla="*/ 200295 w 856265"/>
                  <a:gd name="connsiteY9" fmla="*/ 1265861 h 1813199"/>
                  <a:gd name="connsiteX10" fmla="*/ 52658 w 856265"/>
                  <a:gd name="connsiteY10" fmla="*/ 980111 h 1813199"/>
                  <a:gd name="connsiteX11" fmla="*/ 271 w 856265"/>
                  <a:gd name="connsiteY11" fmla="*/ 694361 h 1813199"/>
                  <a:gd name="connsiteX12" fmla="*/ 43133 w 856265"/>
                  <a:gd name="connsiteY12" fmla="*/ 418136 h 1813199"/>
                  <a:gd name="connsiteX13" fmla="*/ 238395 w 856265"/>
                  <a:gd name="connsiteY13" fmla="*/ 184774 h 1813199"/>
                  <a:gd name="connsiteX0" fmla="*/ 276282 w 894152"/>
                  <a:gd name="connsiteY0" fmla="*/ 184774 h 1813199"/>
                  <a:gd name="connsiteX1" fmla="*/ 758882 w 894152"/>
                  <a:gd name="connsiteY1" fmla="*/ 272085 h 1813199"/>
                  <a:gd name="connsiteX2" fmla="*/ 857307 w 894152"/>
                  <a:gd name="connsiteY2" fmla="*/ 622923 h 1813199"/>
                  <a:gd name="connsiteX3" fmla="*/ 843019 w 894152"/>
                  <a:gd name="connsiteY3" fmla="*/ 822948 h 1813199"/>
                  <a:gd name="connsiteX4" fmla="*/ 814444 w 894152"/>
                  <a:gd name="connsiteY4" fmla="*/ 1089648 h 1813199"/>
                  <a:gd name="connsiteX5" fmla="*/ 847782 w 894152"/>
                  <a:gd name="connsiteY5" fmla="*/ 1384923 h 1813199"/>
                  <a:gd name="connsiteX6" fmla="*/ 711257 w 894152"/>
                  <a:gd name="connsiteY6" fmla="*/ 1808785 h 1813199"/>
                  <a:gd name="connsiteX7" fmla="*/ 419157 w 894152"/>
                  <a:gd name="connsiteY7" fmla="*/ 1613523 h 1813199"/>
                  <a:gd name="connsiteX8" fmla="*/ 347719 w 894152"/>
                  <a:gd name="connsiteY8" fmla="*/ 1451598 h 1813199"/>
                  <a:gd name="connsiteX9" fmla="*/ 238182 w 894152"/>
                  <a:gd name="connsiteY9" fmla="*/ 1265861 h 1813199"/>
                  <a:gd name="connsiteX10" fmla="*/ 90545 w 894152"/>
                  <a:gd name="connsiteY10" fmla="*/ 980111 h 1813199"/>
                  <a:gd name="connsiteX11" fmla="*/ 38158 w 894152"/>
                  <a:gd name="connsiteY11" fmla="*/ 694361 h 1813199"/>
                  <a:gd name="connsiteX12" fmla="*/ 81020 w 894152"/>
                  <a:gd name="connsiteY12" fmla="*/ 418136 h 1813199"/>
                  <a:gd name="connsiteX13" fmla="*/ 276282 w 894152"/>
                  <a:gd name="connsiteY13" fmla="*/ 184774 h 1813199"/>
                  <a:gd name="connsiteX0" fmla="*/ 276282 w 894152"/>
                  <a:gd name="connsiteY0" fmla="*/ 184774 h 1813199"/>
                  <a:gd name="connsiteX1" fmla="*/ 758882 w 894152"/>
                  <a:gd name="connsiteY1" fmla="*/ 272085 h 1813199"/>
                  <a:gd name="connsiteX2" fmla="*/ 857307 w 894152"/>
                  <a:gd name="connsiteY2" fmla="*/ 622923 h 1813199"/>
                  <a:gd name="connsiteX3" fmla="*/ 843019 w 894152"/>
                  <a:gd name="connsiteY3" fmla="*/ 822948 h 1813199"/>
                  <a:gd name="connsiteX4" fmla="*/ 814444 w 894152"/>
                  <a:gd name="connsiteY4" fmla="*/ 1089648 h 1813199"/>
                  <a:gd name="connsiteX5" fmla="*/ 847782 w 894152"/>
                  <a:gd name="connsiteY5" fmla="*/ 1384923 h 1813199"/>
                  <a:gd name="connsiteX6" fmla="*/ 711257 w 894152"/>
                  <a:gd name="connsiteY6" fmla="*/ 1808785 h 1813199"/>
                  <a:gd name="connsiteX7" fmla="*/ 419157 w 894152"/>
                  <a:gd name="connsiteY7" fmla="*/ 1613523 h 1813199"/>
                  <a:gd name="connsiteX8" fmla="*/ 347719 w 894152"/>
                  <a:gd name="connsiteY8" fmla="*/ 1451598 h 1813199"/>
                  <a:gd name="connsiteX9" fmla="*/ 238182 w 894152"/>
                  <a:gd name="connsiteY9" fmla="*/ 1265861 h 1813199"/>
                  <a:gd name="connsiteX10" fmla="*/ 90545 w 894152"/>
                  <a:gd name="connsiteY10" fmla="*/ 980111 h 1813199"/>
                  <a:gd name="connsiteX11" fmla="*/ 38158 w 894152"/>
                  <a:gd name="connsiteY11" fmla="*/ 694361 h 1813199"/>
                  <a:gd name="connsiteX12" fmla="*/ 81020 w 894152"/>
                  <a:gd name="connsiteY12" fmla="*/ 418136 h 1813199"/>
                  <a:gd name="connsiteX13" fmla="*/ 276282 w 894152"/>
                  <a:gd name="connsiteY13" fmla="*/ 184774 h 1813199"/>
                  <a:gd name="connsiteX0" fmla="*/ 276282 w 894152"/>
                  <a:gd name="connsiteY0" fmla="*/ 184774 h 1813199"/>
                  <a:gd name="connsiteX1" fmla="*/ 758882 w 894152"/>
                  <a:gd name="connsiteY1" fmla="*/ 272085 h 1813199"/>
                  <a:gd name="connsiteX2" fmla="*/ 857307 w 894152"/>
                  <a:gd name="connsiteY2" fmla="*/ 622923 h 1813199"/>
                  <a:gd name="connsiteX3" fmla="*/ 843019 w 894152"/>
                  <a:gd name="connsiteY3" fmla="*/ 822948 h 1813199"/>
                  <a:gd name="connsiteX4" fmla="*/ 814444 w 894152"/>
                  <a:gd name="connsiteY4" fmla="*/ 1089648 h 1813199"/>
                  <a:gd name="connsiteX5" fmla="*/ 847782 w 894152"/>
                  <a:gd name="connsiteY5" fmla="*/ 1384923 h 1813199"/>
                  <a:gd name="connsiteX6" fmla="*/ 711257 w 894152"/>
                  <a:gd name="connsiteY6" fmla="*/ 1808785 h 1813199"/>
                  <a:gd name="connsiteX7" fmla="*/ 419157 w 894152"/>
                  <a:gd name="connsiteY7" fmla="*/ 1613523 h 1813199"/>
                  <a:gd name="connsiteX8" fmla="*/ 347719 w 894152"/>
                  <a:gd name="connsiteY8" fmla="*/ 1451598 h 1813199"/>
                  <a:gd name="connsiteX9" fmla="*/ 238182 w 894152"/>
                  <a:gd name="connsiteY9" fmla="*/ 1265861 h 1813199"/>
                  <a:gd name="connsiteX10" fmla="*/ 90545 w 894152"/>
                  <a:gd name="connsiteY10" fmla="*/ 980111 h 1813199"/>
                  <a:gd name="connsiteX11" fmla="*/ 38158 w 894152"/>
                  <a:gd name="connsiteY11" fmla="*/ 694361 h 1813199"/>
                  <a:gd name="connsiteX12" fmla="*/ 81020 w 894152"/>
                  <a:gd name="connsiteY12" fmla="*/ 418136 h 1813199"/>
                  <a:gd name="connsiteX13" fmla="*/ 276282 w 894152"/>
                  <a:gd name="connsiteY13" fmla="*/ 184774 h 1813199"/>
                  <a:gd name="connsiteX0" fmla="*/ 276282 w 894152"/>
                  <a:gd name="connsiteY0" fmla="*/ 184774 h 1813199"/>
                  <a:gd name="connsiteX1" fmla="*/ 758882 w 894152"/>
                  <a:gd name="connsiteY1" fmla="*/ 272085 h 1813199"/>
                  <a:gd name="connsiteX2" fmla="*/ 857307 w 894152"/>
                  <a:gd name="connsiteY2" fmla="*/ 622923 h 1813199"/>
                  <a:gd name="connsiteX3" fmla="*/ 843019 w 894152"/>
                  <a:gd name="connsiteY3" fmla="*/ 822948 h 1813199"/>
                  <a:gd name="connsiteX4" fmla="*/ 814444 w 894152"/>
                  <a:gd name="connsiteY4" fmla="*/ 1089648 h 1813199"/>
                  <a:gd name="connsiteX5" fmla="*/ 847782 w 894152"/>
                  <a:gd name="connsiteY5" fmla="*/ 1384923 h 1813199"/>
                  <a:gd name="connsiteX6" fmla="*/ 711257 w 894152"/>
                  <a:gd name="connsiteY6" fmla="*/ 1808785 h 1813199"/>
                  <a:gd name="connsiteX7" fmla="*/ 419157 w 894152"/>
                  <a:gd name="connsiteY7" fmla="*/ 1613523 h 1813199"/>
                  <a:gd name="connsiteX8" fmla="*/ 347719 w 894152"/>
                  <a:gd name="connsiteY8" fmla="*/ 1451598 h 1813199"/>
                  <a:gd name="connsiteX9" fmla="*/ 238182 w 894152"/>
                  <a:gd name="connsiteY9" fmla="*/ 1265861 h 1813199"/>
                  <a:gd name="connsiteX10" fmla="*/ 90545 w 894152"/>
                  <a:gd name="connsiteY10" fmla="*/ 980111 h 1813199"/>
                  <a:gd name="connsiteX11" fmla="*/ 38158 w 894152"/>
                  <a:gd name="connsiteY11" fmla="*/ 694361 h 1813199"/>
                  <a:gd name="connsiteX12" fmla="*/ 81020 w 894152"/>
                  <a:gd name="connsiteY12" fmla="*/ 418136 h 1813199"/>
                  <a:gd name="connsiteX13" fmla="*/ 276282 w 894152"/>
                  <a:gd name="connsiteY13" fmla="*/ 184774 h 1813199"/>
                  <a:gd name="connsiteX0" fmla="*/ 276282 w 894152"/>
                  <a:gd name="connsiteY0" fmla="*/ 165146 h 1793571"/>
                  <a:gd name="connsiteX1" fmla="*/ 758882 w 894152"/>
                  <a:gd name="connsiteY1" fmla="*/ 252457 h 1793571"/>
                  <a:gd name="connsiteX2" fmla="*/ 857307 w 894152"/>
                  <a:gd name="connsiteY2" fmla="*/ 603295 h 1793571"/>
                  <a:gd name="connsiteX3" fmla="*/ 843019 w 894152"/>
                  <a:gd name="connsiteY3" fmla="*/ 803320 h 1793571"/>
                  <a:gd name="connsiteX4" fmla="*/ 814444 w 894152"/>
                  <a:gd name="connsiteY4" fmla="*/ 1070020 h 1793571"/>
                  <a:gd name="connsiteX5" fmla="*/ 847782 w 894152"/>
                  <a:gd name="connsiteY5" fmla="*/ 1365295 h 1793571"/>
                  <a:gd name="connsiteX6" fmla="*/ 711257 w 894152"/>
                  <a:gd name="connsiteY6" fmla="*/ 1789157 h 1793571"/>
                  <a:gd name="connsiteX7" fmla="*/ 419157 w 894152"/>
                  <a:gd name="connsiteY7" fmla="*/ 1593895 h 1793571"/>
                  <a:gd name="connsiteX8" fmla="*/ 347719 w 894152"/>
                  <a:gd name="connsiteY8" fmla="*/ 1431970 h 1793571"/>
                  <a:gd name="connsiteX9" fmla="*/ 238182 w 894152"/>
                  <a:gd name="connsiteY9" fmla="*/ 1246233 h 1793571"/>
                  <a:gd name="connsiteX10" fmla="*/ 90545 w 894152"/>
                  <a:gd name="connsiteY10" fmla="*/ 960483 h 1793571"/>
                  <a:gd name="connsiteX11" fmla="*/ 38158 w 894152"/>
                  <a:gd name="connsiteY11" fmla="*/ 674733 h 1793571"/>
                  <a:gd name="connsiteX12" fmla="*/ 81020 w 894152"/>
                  <a:gd name="connsiteY12" fmla="*/ 398508 h 1793571"/>
                  <a:gd name="connsiteX13" fmla="*/ 276282 w 894152"/>
                  <a:gd name="connsiteY13" fmla="*/ 165146 h 1793571"/>
                  <a:gd name="connsiteX0" fmla="*/ 309161 w 927031"/>
                  <a:gd name="connsiteY0" fmla="*/ 165146 h 1793571"/>
                  <a:gd name="connsiteX1" fmla="*/ 791761 w 927031"/>
                  <a:gd name="connsiteY1" fmla="*/ 252457 h 1793571"/>
                  <a:gd name="connsiteX2" fmla="*/ 890186 w 927031"/>
                  <a:gd name="connsiteY2" fmla="*/ 603295 h 1793571"/>
                  <a:gd name="connsiteX3" fmla="*/ 875898 w 927031"/>
                  <a:gd name="connsiteY3" fmla="*/ 803320 h 1793571"/>
                  <a:gd name="connsiteX4" fmla="*/ 847323 w 927031"/>
                  <a:gd name="connsiteY4" fmla="*/ 1070020 h 1793571"/>
                  <a:gd name="connsiteX5" fmla="*/ 880661 w 927031"/>
                  <a:gd name="connsiteY5" fmla="*/ 1365295 h 1793571"/>
                  <a:gd name="connsiteX6" fmla="*/ 744136 w 927031"/>
                  <a:gd name="connsiteY6" fmla="*/ 1789157 h 1793571"/>
                  <a:gd name="connsiteX7" fmla="*/ 452036 w 927031"/>
                  <a:gd name="connsiteY7" fmla="*/ 1593895 h 1793571"/>
                  <a:gd name="connsiteX8" fmla="*/ 380598 w 927031"/>
                  <a:gd name="connsiteY8" fmla="*/ 1431970 h 1793571"/>
                  <a:gd name="connsiteX9" fmla="*/ 271061 w 927031"/>
                  <a:gd name="connsiteY9" fmla="*/ 1246233 h 1793571"/>
                  <a:gd name="connsiteX10" fmla="*/ 123424 w 927031"/>
                  <a:gd name="connsiteY10" fmla="*/ 960483 h 1793571"/>
                  <a:gd name="connsiteX11" fmla="*/ 71037 w 927031"/>
                  <a:gd name="connsiteY11" fmla="*/ 674733 h 1793571"/>
                  <a:gd name="connsiteX12" fmla="*/ 19336 w 927031"/>
                  <a:gd name="connsiteY12" fmla="*/ 388491 h 1793571"/>
                  <a:gd name="connsiteX13" fmla="*/ 309161 w 927031"/>
                  <a:gd name="connsiteY13" fmla="*/ 165146 h 1793571"/>
                  <a:gd name="connsiteX0" fmla="*/ 148346 w 945033"/>
                  <a:gd name="connsiteY0" fmla="*/ 141483 h 1857858"/>
                  <a:gd name="connsiteX1" fmla="*/ 809763 w 945033"/>
                  <a:gd name="connsiteY1" fmla="*/ 316744 h 1857858"/>
                  <a:gd name="connsiteX2" fmla="*/ 908188 w 945033"/>
                  <a:gd name="connsiteY2" fmla="*/ 667582 h 1857858"/>
                  <a:gd name="connsiteX3" fmla="*/ 893900 w 945033"/>
                  <a:gd name="connsiteY3" fmla="*/ 867607 h 1857858"/>
                  <a:gd name="connsiteX4" fmla="*/ 865325 w 945033"/>
                  <a:gd name="connsiteY4" fmla="*/ 1134307 h 1857858"/>
                  <a:gd name="connsiteX5" fmla="*/ 898663 w 945033"/>
                  <a:gd name="connsiteY5" fmla="*/ 1429582 h 1857858"/>
                  <a:gd name="connsiteX6" fmla="*/ 762138 w 945033"/>
                  <a:gd name="connsiteY6" fmla="*/ 1853444 h 1857858"/>
                  <a:gd name="connsiteX7" fmla="*/ 470038 w 945033"/>
                  <a:gd name="connsiteY7" fmla="*/ 1658182 h 1857858"/>
                  <a:gd name="connsiteX8" fmla="*/ 398600 w 945033"/>
                  <a:gd name="connsiteY8" fmla="*/ 1496257 h 1857858"/>
                  <a:gd name="connsiteX9" fmla="*/ 289063 w 945033"/>
                  <a:gd name="connsiteY9" fmla="*/ 1310520 h 1857858"/>
                  <a:gd name="connsiteX10" fmla="*/ 141426 w 945033"/>
                  <a:gd name="connsiteY10" fmla="*/ 1024770 h 1857858"/>
                  <a:gd name="connsiteX11" fmla="*/ 89039 w 945033"/>
                  <a:gd name="connsiteY11" fmla="*/ 739020 h 1857858"/>
                  <a:gd name="connsiteX12" fmla="*/ 37338 w 945033"/>
                  <a:gd name="connsiteY12" fmla="*/ 452778 h 1857858"/>
                  <a:gd name="connsiteX13" fmla="*/ 148346 w 945033"/>
                  <a:gd name="connsiteY13" fmla="*/ 141483 h 1857858"/>
                  <a:gd name="connsiteX0" fmla="*/ 148346 w 932847"/>
                  <a:gd name="connsiteY0" fmla="*/ 212237 h 1928612"/>
                  <a:gd name="connsiteX1" fmla="*/ 581913 w 932847"/>
                  <a:gd name="connsiteY1" fmla="*/ 174851 h 1928612"/>
                  <a:gd name="connsiteX2" fmla="*/ 908188 w 932847"/>
                  <a:gd name="connsiteY2" fmla="*/ 738336 h 1928612"/>
                  <a:gd name="connsiteX3" fmla="*/ 893900 w 932847"/>
                  <a:gd name="connsiteY3" fmla="*/ 938361 h 1928612"/>
                  <a:gd name="connsiteX4" fmla="*/ 865325 w 932847"/>
                  <a:gd name="connsiteY4" fmla="*/ 1205061 h 1928612"/>
                  <a:gd name="connsiteX5" fmla="*/ 898663 w 932847"/>
                  <a:gd name="connsiteY5" fmla="*/ 1500336 h 1928612"/>
                  <a:gd name="connsiteX6" fmla="*/ 762138 w 932847"/>
                  <a:gd name="connsiteY6" fmla="*/ 1924198 h 1928612"/>
                  <a:gd name="connsiteX7" fmla="*/ 470038 w 932847"/>
                  <a:gd name="connsiteY7" fmla="*/ 1728936 h 1928612"/>
                  <a:gd name="connsiteX8" fmla="*/ 398600 w 932847"/>
                  <a:gd name="connsiteY8" fmla="*/ 1567011 h 1928612"/>
                  <a:gd name="connsiteX9" fmla="*/ 289063 w 932847"/>
                  <a:gd name="connsiteY9" fmla="*/ 1381274 h 1928612"/>
                  <a:gd name="connsiteX10" fmla="*/ 141426 w 932847"/>
                  <a:gd name="connsiteY10" fmla="*/ 1095524 h 1928612"/>
                  <a:gd name="connsiteX11" fmla="*/ 89039 w 932847"/>
                  <a:gd name="connsiteY11" fmla="*/ 809774 h 1928612"/>
                  <a:gd name="connsiteX12" fmla="*/ 37338 w 932847"/>
                  <a:gd name="connsiteY12" fmla="*/ 523532 h 1928612"/>
                  <a:gd name="connsiteX13" fmla="*/ 148346 w 932847"/>
                  <a:gd name="connsiteY13" fmla="*/ 212237 h 1928612"/>
                  <a:gd name="connsiteX0" fmla="*/ 148346 w 932847"/>
                  <a:gd name="connsiteY0" fmla="*/ 212237 h 1928612"/>
                  <a:gd name="connsiteX1" fmla="*/ 581913 w 932847"/>
                  <a:gd name="connsiteY1" fmla="*/ 174851 h 1928612"/>
                  <a:gd name="connsiteX2" fmla="*/ 812843 w 932847"/>
                  <a:gd name="connsiteY2" fmla="*/ 449929 h 1928612"/>
                  <a:gd name="connsiteX3" fmla="*/ 908188 w 932847"/>
                  <a:gd name="connsiteY3" fmla="*/ 738336 h 1928612"/>
                  <a:gd name="connsiteX4" fmla="*/ 893900 w 932847"/>
                  <a:gd name="connsiteY4" fmla="*/ 938361 h 1928612"/>
                  <a:gd name="connsiteX5" fmla="*/ 865325 w 932847"/>
                  <a:gd name="connsiteY5" fmla="*/ 1205061 h 1928612"/>
                  <a:gd name="connsiteX6" fmla="*/ 898663 w 932847"/>
                  <a:gd name="connsiteY6" fmla="*/ 1500336 h 1928612"/>
                  <a:gd name="connsiteX7" fmla="*/ 762138 w 932847"/>
                  <a:gd name="connsiteY7" fmla="*/ 1924198 h 1928612"/>
                  <a:gd name="connsiteX8" fmla="*/ 470038 w 932847"/>
                  <a:gd name="connsiteY8" fmla="*/ 1728936 h 1928612"/>
                  <a:gd name="connsiteX9" fmla="*/ 398600 w 932847"/>
                  <a:gd name="connsiteY9" fmla="*/ 1567011 h 1928612"/>
                  <a:gd name="connsiteX10" fmla="*/ 289063 w 932847"/>
                  <a:gd name="connsiteY10" fmla="*/ 1381274 h 1928612"/>
                  <a:gd name="connsiteX11" fmla="*/ 141426 w 932847"/>
                  <a:gd name="connsiteY11" fmla="*/ 1095524 h 1928612"/>
                  <a:gd name="connsiteX12" fmla="*/ 89039 w 932847"/>
                  <a:gd name="connsiteY12" fmla="*/ 809774 h 1928612"/>
                  <a:gd name="connsiteX13" fmla="*/ 37338 w 932847"/>
                  <a:gd name="connsiteY13" fmla="*/ 523532 h 1928612"/>
                  <a:gd name="connsiteX14" fmla="*/ 148346 w 932847"/>
                  <a:gd name="connsiteY14" fmla="*/ 212237 h 1928612"/>
                  <a:gd name="connsiteX0" fmla="*/ 148346 w 932847"/>
                  <a:gd name="connsiteY0" fmla="*/ 212237 h 1928612"/>
                  <a:gd name="connsiteX1" fmla="*/ 581913 w 932847"/>
                  <a:gd name="connsiteY1" fmla="*/ 174851 h 1928612"/>
                  <a:gd name="connsiteX2" fmla="*/ 812843 w 932847"/>
                  <a:gd name="connsiteY2" fmla="*/ 449929 h 1928612"/>
                  <a:gd name="connsiteX3" fmla="*/ 908188 w 932847"/>
                  <a:gd name="connsiteY3" fmla="*/ 738336 h 1928612"/>
                  <a:gd name="connsiteX4" fmla="*/ 893900 w 932847"/>
                  <a:gd name="connsiteY4" fmla="*/ 938361 h 1928612"/>
                  <a:gd name="connsiteX5" fmla="*/ 865325 w 932847"/>
                  <a:gd name="connsiteY5" fmla="*/ 1205061 h 1928612"/>
                  <a:gd name="connsiteX6" fmla="*/ 898663 w 932847"/>
                  <a:gd name="connsiteY6" fmla="*/ 1500336 h 1928612"/>
                  <a:gd name="connsiteX7" fmla="*/ 762138 w 932847"/>
                  <a:gd name="connsiteY7" fmla="*/ 1924198 h 1928612"/>
                  <a:gd name="connsiteX8" fmla="*/ 470038 w 932847"/>
                  <a:gd name="connsiteY8" fmla="*/ 1728936 h 1928612"/>
                  <a:gd name="connsiteX9" fmla="*/ 398600 w 932847"/>
                  <a:gd name="connsiteY9" fmla="*/ 1567011 h 1928612"/>
                  <a:gd name="connsiteX10" fmla="*/ 289063 w 932847"/>
                  <a:gd name="connsiteY10" fmla="*/ 1381274 h 1928612"/>
                  <a:gd name="connsiteX11" fmla="*/ 141426 w 932847"/>
                  <a:gd name="connsiteY11" fmla="*/ 1095524 h 1928612"/>
                  <a:gd name="connsiteX12" fmla="*/ 89039 w 932847"/>
                  <a:gd name="connsiteY12" fmla="*/ 809774 h 1928612"/>
                  <a:gd name="connsiteX13" fmla="*/ 37338 w 932847"/>
                  <a:gd name="connsiteY13" fmla="*/ 523532 h 1928612"/>
                  <a:gd name="connsiteX14" fmla="*/ 148346 w 932847"/>
                  <a:gd name="connsiteY14" fmla="*/ 212237 h 1928612"/>
                  <a:gd name="connsiteX0" fmla="*/ 148346 w 932847"/>
                  <a:gd name="connsiteY0" fmla="*/ 190693 h 1907068"/>
                  <a:gd name="connsiteX1" fmla="*/ 581913 w 932847"/>
                  <a:gd name="connsiteY1" fmla="*/ 153307 h 1907068"/>
                  <a:gd name="connsiteX2" fmla="*/ 812843 w 932847"/>
                  <a:gd name="connsiteY2" fmla="*/ 428385 h 1907068"/>
                  <a:gd name="connsiteX3" fmla="*/ 908188 w 932847"/>
                  <a:gd name="connsiteY3" fmla="*/ 716792 h 1907068"/>
                  <a:gd name="connsiteX4" fmla="*/ 893900 w 932847"/>
                  <a:gd name="connsiteY4" fmla="*/ 916817 h 1907068"/>
                  <a:gd name="connsiteX5" fmla="*/ 865325 w 932847"/>
                  <a:gd name="connsiteY5" fmla="*/ 1183517 h 1907068"/>
                  <a:gd name="connsiteX6" fmla="*/ 898663 w 932847"/>
                  <a:gd name="connsiteY6" fmla="*/ 1478792 h 1907068"/>
                  <a:gd name="connsiteX7" fmla="*/ 762138 w 932847"/>
                  <a:gd name="connsiteY7" fmla="*/ 1902654 h 1907068"/>
                  <a:gd name="connsiteX8" fmla="*/ 470038 w 932847"/>
                  <a:gd name="connsiteY8" fmla="*/ 1707392 h 1907068"/>
                  <a:gd name="connsiteX9" fmla="*/ 398600 w 932847"/>
                  <a:gd name="connsiteY9" fmla="*/ 1545467 h 1907068"/>
                  <a:gd name="connsiteX10" fmla="*/ 289063 w 932847"/>
                  <a:gd name="connsiteY10" fmla="*/ 1359730 h 1907068"/>
                  <a:gd name="connsiteX11" fmla="*/ 141426 w 932847"/>
                  <a:gd name="connsiteY11" fmla="*/ 1073980 h 1907068"/>
                  <a:gd name="connsiteX12" fmla="*/ 89039 w 932847"/>
                  <a:gd name="connsiteY12" fmla="*/ 788230 h 1907068"/>
                  <a:gd name="connsiteX13" fmla="*/ 37338 w 932847"/>
                  <a:gd name="connsiteY13" fmla="*/ 501988 h 1907068"/>
                  <a:gd name="connsiteX14" fmla="*/ 148346 w 932847"/>
                  <a:gd name="connsiteY14" fmla="*/ 190693 h 1907068"/>
                  <a:gd name="connsiteX0" fmla="*/ 148346 w 932847"/>
                  <a:gd name="connsiteY0" fmla="*/ 190693 h 1907068"/>
                  <a:gd name="connsiteX1" fmla="*/ 581913 w 932847"/>
                  <a:gd name="connsiteY1" fmla="*/ 153307 h 1907068"/>
                  <a:gd name="connsiteX2" fmla="*/ 812843 w 932847"/>
                  <a:gd name="connsiteY2" fmla="*/ 428385 h 1907068"/>
                  <a:gd name="connsiteX3" fmla="*/ 908188 w 932847"/>
                  <a:gd name="connsiteY3" fmla="*/ 716792 h 1907068"/>
                  <a:gd name="connsiteX4" fmla="*/ 893900 w 932847"/>
                  <a:gd name="connsiteY4" fmla="*/ 916817 h 1907068"/>
                  <a:gd name="connsiteX5" fmla="*/ 865325 w 932847"/>
                  <a:gd name="connsiteY5" fmla="*/ 1183517 h 1907068"/>
                  <a:gd name="connsiteX6" fmla="*/ 898663 w 932847"/>
                  <a:gd name="connsiteY6" fmla="*/ 1478792 h 1907068"/>
                  <a:gd name="connsiteX7" fmla="*/ 762138 w 932847"/>
                  <a:gd name="connsiteY7" fmla="*/ 1902654 h 1907068"/>
                  <a:gd name="connsiteX8" fmla="*/ 470038 w 932847"/>
                  <a:gd name="connsiteY8" fmla="*/ 1707392 h 1907068"/>
                  <a:gd name="connsiteX9" fmla="*/ 398600 w 932847"/>
                  <a:gd name="connsiteY9" fmla="*/ 1545467 h 1907068"/>
                  <a:gd name="connsiteX10" fmla="*/ 289063 w 932847"/>
                  <a:gd name="connsiteY10" fmla="*/ 1359730 h 1907068"/>
                  <a:gd name="connsiteX11" fmla="*/ 107309 w 932847"/>
                  <a:gd name="connsiteY11" fmla="*/ 980317 h 1907068"/>
                  <a:gd name="connsiteX12" fmla="*/ 89039 w 932847"/>
                  <a:gd name="connsiteY12" fmla="*/ 788230 h 1907068"/>
                  <a:gd name="connsiteX13" fmla="*/ 37338 w 932847"/>
                  <a:gd name="connsiteY13" fmla="*/ 501988 h 1907068"/>
                  <a:gd name="connsiteX14" fmla="*/ 148346 w 932847"/>
                  <a:gd name="connsiteY14" fmla="*/ 190693 h 1907068"/>
                  <a:gd name="connsiteX0" fmla="*/ 148346 w 932847"/>
                  <a:gd name="connsiteY0" fmla="*/ 190693 h 1907068"/>
                  <a:gd name="connsiteX1" fmla="*/ 581913 w 932847"/>
                  <a:gd name="connsiteY1" fmla="*/ 153307 h 1907068"/>
                  <a:gd name="connsiteX2" fmla="*/ 812843 w 932847"/>
                  <a:gd name="connsiteY2" fmla="*/ 428385 h 1907068"/>
                  <a:gd name="connsiteX3" fmla="*/ 908188 w 932847"/>
                  <a:gd name="connsiteY3" fmla="*/ 716792 h 1907068"/>
                  <a:gd name="connsiteX4" fmla="*/ 893900 w 932847"/>
                  <a:gd name="connsiteY4" fmla="*/ 916817 h 1907068"/>
                  <a:gd name="connsiteX5" fmla="*/ 865325 w 932847"/>
                  <a:gd name="connsiteY5" fmla="*/ 1183517 h 1907068"/>
                  <a:gd name="connsiteX6" fmla="*/ 898663 w 932847"/>
                  <a:gd name="connsiteY6" fmla="*/ 1478792 h 1907068"/>
                  <a:gd name="connsiteX7" fmla="*/ 762138 w 932847"/>
                  <a:gd name="connsiteY7" fmla="*/ 1902654 h 1907068"/>
                  <a:gd name="connsiteX8" fmla="*/ 470038 w 932847"/>
                  <a:gd name="connsiteY8" fmla="*/ 1707392 h 1907068"/>
                  <a:gd name="connsiteX9" fmla="*/ 398600 w 932847"/>
                  <a:gd name="connsiteY9" fmla="*/ 1545467 h 1907068"/>
                  <a:gd name="connsiteX10" fmla="*/ 289063 w 932847"/>
                  <a:gd name="connsiteY10" fmla="*/ 1359730 h 1907068"/>
                  <a:gd name="connsiteX11" fmla="*/ 107309 w 932847"/>
                  <a:gd name="connsiteY11" fmla="*/ 980317 h 1907068"/>
                  <a:gd name="connsiteX12" fmla="*/ 37338 w 932847"/>
                  <a:gd name="connsiteY12" fmla="*/ 501988 h 1907068"/>
                  <a:gd name="connsiteX13" fmla="*/ 148346 w 932847"/>
                  <a:gd name="connsiteY13" fmla="*/ 190693 h 1907068"/>
                  <a:gd name="connsiteX0" fmla="*/ 164947 w 949448"/>
                  <a:gd name="connsiteY0" fmla="*/ 190693 h 1907068"/>
                  <a:gd name="connsiteX1" fmla="*/ 598514 w 949448"/>
                  <a:gd name="connsiteY1" fmla="*/ 153307 h 1907068"/>
                  <a:gd name="connsiteX2" fmla="*/ 829444 w 949448"/>
                  <a:gd name="connsiteY2" fmla="*/ 428385 h 1907068"/>
                  <a:gd name="connsiteX3" fmla="*/ 924789 w 949448"/>
                  <a:gd name="connsiteY3" fmla="*/ 716792 h 1907068"/>
                  <a:gd name="connsiteX4" fmla="*/ 910501 w 949448"/>
                  <a:gd name="connsiteY4" fmla="*/ 916817 h 1907068"/>
                  <a:gd name="connsiteX5" fmla="*/ 881926 w 949448"/>
                  <a:gd name="connsiteY5" fmla="*/ 1183517 h 1907068"/>
                  <a:gd name="connsiteX6" fmla="*/ 915264 w 949448"/>
                  <a:gd name="connsiteY6" fmla="*/ 1478792 h 1907068"/>
                  <a:gd name="connsiteX7" fmla="*/ 778739 w 949448"/>
                  <a:gd name="connsiteY7" fmla="*/ 1902654 h 1907068"/>
                  <a:gd name="connsiteX8" fmla="*/ 486639 w 949448"/>
                  <a:gd name="connsiteY8" fmla="*/ 1707392 h 1907068"/>
                  <a:gd name="connsiteX9" fmla="*/ 415201 w 949448"/>
                  <a:gd name="connsiteY9" fmla="*/ 1545467 h 1907068"/>
                  <a:gd name="connsiteX10" fmla="*/ 305664 w 949448"/>
                  <a:gd name="connsiteY10" fmla="*/ 1359730 h 1907068"/>
                  <a:gd name="connsiteX11" fmla="*/ 123910 w 949448"/>
                  <a:gd name="connsiteY11" fmla="*/ 980317 h 1907068"/>
                  <a:gd name="connsiteX12" fmla="*/ 53939 w 949448"/>
                  <a:gd name="connsiteY12" fmla="*/ 501988 h 1907068"/>
                  <a:gd name="connsiteX13" fmla="*/ 164947 w 949448"/>
                  <a:gd name="connsiteY13" fmla="*/ 190693 h 1907068"/>
                  <a:gd name="connsiteX0" fmla="*/ 164947 w 940465"/>
                  <a:gd name="connsiteY0" fmla="*/ 190693 h 1907068"/>
                  <a:gd name="connsiteX1" fmla="*/ 598514 w 940465"/>
                  <a:gd name="connsiteY1" fmla="*/ 153307 h 1907068"/>
                  <a:gd name="connsiteX2" fmla="*/ 829444 w 940465"/>
                  <a:gd name="connsiteY2" fmla="*/ 428385 h 1907068"/>
                  <a:gd name="connsiteX3" fmla="*/ 865607 w 940465"/>
                  <a:gd name="connsiteY3" fmla="*/ 693693 h 1907068"/>
                  <a:gd name="connsiteX4" fmla="*/ 910501 w 940465"/>
                  <a:gd name="connsiteY4" fmla="*/ 916817 h 1907068"/>
                  <a:gd name="connsiteX5" fmla="*/ 881926 w 940465"/>
                  <a:gd name="connsiteY5" fmla="*/ 1183517 h 1907068"/>
                  <a:gd name="connsiteX6" fmla="*/ 915264 w 940465"/>
                  <a:gd name="connsiteY6" fmla="*/ 1478792 h 1907068"/>
                  <a:gd name="connsiteX7" fmla="*/ 778739 w 940465"/>
                  <a:gd name="connsiteY7" fmla="*/ 1902654 h 1907068"/>
                  <a:gd name="connsiteX8" fmla="*/ 486639 w 940465"/>
                  <a:gd name="connsiteY8" fmla="*/ 1707392 h 1907068"/>
                  <a:gd name="connsiteX9" fmla="*/ 415201 w 940465"/>
                  <a:gd name="connsiteY9" fmla="*/ 1545467 h 1907068"/>
                  <a:gd name="connsiteX10" fmla="*/ 305664 w 940465"/>
                  <a:gd name="connsiteY10" fmla="*/ 1359730 h 1907068"/>
                  <a:gd name="connsiteX11" fmla="*/ 123910 w 940465"/>
                  <a:gd name="connsiteY11" fmla="*/ 980317 h 1907068"/>
                  <a:gd name="connsiteX12" fmla="*/ 53939 w 940465"/>
                  <a:gd name="connsiteY12" fmla="*/ 501988 h 1907068"/>
                  <a:gd name="connsiteX13" fmla="*/ 164947 w 940465"/>
                  <a:gd name="connsiteY13" fmla="*/ 190693 h 1907068"/>
                  <a:gd name="connsiteX0" fmla="*/ 164947 w 940465"/>
                  <a:gd name="connsiteY0" fmla="*/ 190693 h 1907068"/>
                  <a:gd name="connsiteX1" fmla="*/ 598514 w 940465"/>
                  <a:gd name="connsiteY1" fmla="*/ 153307 h 1907068"/>
                  <a:gd name="connsiteX2" fmla="*/ 829444 w 940465"/>
                  <a:gd name="connsiteY2" fmla="*/ 428385 h 1907068"/>
                  <a:gd name="connsiteX3" fmla="*/ 865607 w 940465"/>
                  <a:gd name="connsiteY3" fmla="*/ 693693 h 1907068"/>
                  <a:gd name="connsiteX4" fmla="*/ 881926 w 940465"/>
                  <a:gd name="connsiteY4" fmla="*/ 1183517 h 1907068"/>
                  <a:gd name="connsiteX5" fmla="*/ 915264 w 940465"/>
                  <a:gd name="connsiteY5" fmla="*/ 1478792 h 1907068"/>
                  <a:gd name="connsiteX6" fmla="*/ 778739 w 940465"/>
                  <a:gd name="connsiteY6" fmla="*/ 1902654 h 1907068"/>
                  <a:gd name="connsiteX7" fmla="*/ 486639 w 940465"/>
                  <a:gd name="connsiteY7" fmla="*/ 1707392 h 1907068"/>
                  <a:gd name="connsiteX8" fmla="*/ 415201 w 940465"/>
                  <a:gd name="connsiteY8" fmla="*/ 1545467 h 1907068"/>
                  <a:gd name="connsiteX9" fmla="*/ 305664 w 940465"/>
                  <a:gd name="connsiteY9" fmla="*/ 1359730 h 1907068"/>
                  <a:gd name="connsiteX10" fmla="*/ 123910 w 940465"/>
                  <a:gd name="connsiteY10" fmla="*/ 980317 h 1907068"/>
                  <a:gd name="connsiteX11" fmla="*/ 53939 w 940465"/>
                  <a:gd name="connsiteY11" fmla="*/ 501988 h 1907068"/>
                  <a:gd name="connsiteX12" fmla="*/ 164947 w 940465"/>
                  <a:gd name="connsiteY12" fmla="*/ 190693 h 1907068"/>
                  <a:gd name="connsiteX0" fmla="*/ 164947 w 955152"/>
                  <a:gd name="connsiteY0" fmla="*/ 190693 h 1907068"/>
                  <a:gd name="connsiteX1" fmla="*/ 598514 w 955152"/>
                  <a:gd name="connsiteY1" fmla="*/ 153307 h 1907068"/>
                  <a:gd name="connsiteX2" fmla="*/ 829444 w 955152"/>
                  <a:gd name="connsiteY2" fmla="*/ 428385 h 1907068"/>
                  <a:gd name="connsiteX3" fmla="*/ 865607 w 955152"/>
                  <a:gd name="connsiteY3" fmla="*/ 693693 h 1907068"/>
                  <a:gd name="connsiteX4" fmla="*/ 936970 w 955152"/>
                  <a:gd name="connsiteY4" fmla="*/ 957916 h 1907068"/>
                  <a:gd name="connsiteX5" fmla="*/ 915264 w 955152"/>
                  <a:gd name="connsiteY5" fmla="*/ 1478792 h 1907068"/>
                  <a:gd name="connsiteX6" fmla="*/ 778739 w 955152"/>
                  <a:gd name="connsiteY6" fmla="*/ 1902654 h 1907068"/>
                  <a:gd name="connsiteX7" fmla="*/ 486639 w 955152"/>
                  <a:gd name="connsiteY7" fmla="*/ 1707392 h 1907068"/>
                  <a:gd name="connsiteX8" fmla="*/ 415201 w 955152"/>
                  <a:gd name="connsiteY8" fmla="*/ 1545467 h 1907068"/>
                  <a:gd name="connsiteX9" fmla="*/ 305664 w 955152"/>
                  <a:gd name="connsiteY9" fmla="*/ 1359730 h 1907068"/>
                  <a:gd name="connsiteX10" fmla="*/ 123910 w 955152"/>
                  <a:gd name="connsiteY10" fmla="*/ 980317 h 1907068"/>
                  <a:gd name="connsiteX11" fmla="*/ 53939 w 955152"/>
                  <a:gd name="connsiteY11" fmla="*/ 501988 h 1907068"/>
                  <a:gd name="connsiteX12" fmla="*/ 164947 w 955152"/>
                  <a:gd name="connsiteY12" fmla="*/ 190693 h 1907068"/>
                  <a:gd name="connsiteX0" fmla="*/ 164947 w 955152"/>
                  <a:gd name="connsiteY0" fmla="*/ 190693 h 1907068"/>
                  <a:gd name="connsiteX1" fmla="*/ 598514 w 955152"/>
                  <a:gd name="connsiteY1" fmla="*/ 153307 h 1907068"/>
                  <a:gd name="connsiteX2" fmla="*/ 829444 w 955152"/>
                  <a:gd name="connsiteY2" fmla="*/ 428385 h 1907068"/>
                  <a:gd name="connsiteX3" fmla="*/ 865607 w 955152"/>
                  <a:gd name="connsiteY3" fmla="*/ 693693 h 1907068"/>
                  <a:gd name="connsiteX4" fmla="*/ 936970 w 955152"/>
                  <a:gd name="connsiteY4" fmla="*/ 957916 h 1907068"/>
                  <a:gd name="connsiteX5" fmla="*/ 915264 w 955152"/>
                  <a:gd name="connsiteY5" fmla="*/ 1478792 h 1907068"/>
                  <a:gd name="connsiteX6" fmla="*/ 778739 w 955152"/>
                  <a:gd name="connsiteY6" fmla="*/ 1902654 h 1907068"/>
                  <a:gd name="connsiteX7" fmla="*/ 486639 w 955152"/>
                  <a:gd name="connsiteY7" fmla="*/ 1707392 h 1907068"/>
                  <a:gd name="connsiteX8" fmla="*/ 415201 w 955152"/>
                  <a:gd name="connsiteY8" fmla="*/ 1545467 h 1907068"/>
                  <a:gd name="connsiteX9" fmla="*/ 305664 w 955152"/>
                  <a:gd name="connsiteY9" fmla="*/ 1359730 h 1907068"/>
                  <a:gd name="connsiteX10" fmla="*/ 123910 w 955152"/>
                  <a:gd name="connsiteY10" fmla="*/ 980317 h 1907068"/>
                  <a:gd name="connsiteX11" fmla="*/ 53939 w 955152"/>
                  <a:gd name="connsiteY11" fmla="*/ 501988 h 1907068"/>
                  <a:gd name="connsiteX12" fmla="*/ 164947 w 955152"/>
                  <a:gd name="connsiteY12" fmla="*/ 190693 h 1907068"/>
                  <a:gd name="connsiteX0" fmla="*/ 164947 w 955152"/>
                  <a:gd name="connsiteY0" fmla="*/ 190693 h 1907068"/>
                  <a:gd name="connsiteX1" fmla="*/ 598514 w 955152"/>
                  <a:gd name="connsiteY1" fmla="*/ 153307 h 1907068"/>
                  <a:gd name="connsiteX2" fmla="*/ 829444 w 955152"/>
                  <a:gd name="connsiteY2" fmla="*/ 428385 h 1907068"/>
                  <a:gd name="connsiteX3" fmla="*/ 865607 w 955152"/>
                  <a:gd name="connsiteY3" fmla="*/ 693693 h 1907068"/>
                  <a:gd name="connsiteX4" fmla="*/ 936970 w 955152"/>
                  <a:gd name="connsiteY4" fmla="*/ 957916 h 1907068"/>
                  <a:gd name="connsiteX5" fmla="*/ 915264 w 955152"/>
                  <a:gd name="connsiteY5" fmla="*/ 1478792 h 1907068"/>
                  <a:gd name="connsiteX6" fmla="*/ 778739 w 955152"/>
                  <a:gd name="connsiteY6" fmla="*/ 1902654 h 1907068"/>
                  <a:gd name="connsiteX7" fmla="*/ 486639 w 955152"/>
                  <a:gd name="connsiteY7" fmla="*/ 1707392 h 1907068"/>
                  <a:gd name="connsiteX8" fmla="*/ 415201 w 955152"/>
                  <a:gd name="connsiteY8" fmla="*/ 1545467 h 1907068"/>
                  <a:gd name="connsiteX9" fmla="*/ 305664 w 955152"/>
                  <a:gd name="connsiteY9" fmla="*/ 1359730 h 1907068"/>
                  <a:gd name="connsiteX10" fmla="*/ 123910 w 955152"/>
                  <a:gd name="connsiteY10" fmla="*/ 980317 h 1907068"/>
                  <a:gd name="connsiteX11" fmla="*/ 53939 w 955152"/>
                  <a:gd name="connsiteY11" fmla="*/ 501988 h 1907068"/>
                  <a:gd name="connsiteX12" fmla="*/ 164947 w 955152"/>
                  <a:gd name="connsiteY12" fmla="*/ 190693 h 1907068"/>
                  <a:gd name="connsiteX0" fmla="*/ 164947 w 986806"/>
                  <a:gd name="connsiteY0" fmla="*/ 190693 h 1907068"/>
                  <a:gd name="connsiteX1" fmla="*/ 598514 w 986806"/>
                  <a:gd name="connsiteY1" fmla="*/ 153307 h 1907068"/>
                  <a:gd name="connsiteX2" fmla="*/ 829444 w 986806"/>
                  <a:gd name="connsiteY2" fmla="*/ 428385 h 1907068"/>
                  <a:gd name="connsiteX3" fmla="*/ 865607 w 986806"/>
                  <a:gd name="connsiteY3" fmla="*/ 693693 h 1907068"/>
                  <a:gd name="connsiteX4" fmla="*/ 936970 w 986806"/>
                  <a:gd name="connsiteY4" fmla="*/ 957916 h 1907068"/>
                  <a:gd name="connsiteX5" fmla="*/ 986565 w 986806"/>
                  <a:gd name="connsiteY5" fmla="*/ 1294174 h 1907068"/>
                  <a:gd name="connsiteX6" fmla="*/ 915264 w 986806"/>
                  <a:gd name="connsiteY6" fmla="*/ 1478792 h 1907068"/>
                  <a:gd name="connsiteX7" fmla="*/ 778739 w 986806"/>
                  <a:gd name="connsiteY7" fmla="*/ 1902654 h 1907068"/>
                  <a:gd name="connsiteX8" fmla="*/ 486639 w 986806"/>
                  <a:gd name="connsiteY8" fmla="*/ 1707392 h 1907068"/>
                  <a:gd name="connsiteX9" fmla="*/ 415201 w 986806"/>
                  <a:gd name="connsiteY9" fmla="*/ 1545467 h 1907068"/>
                  <a:gd name="connsiteX10" fmla="*/ 305664 w 986806"/>
                  <a:gd name="connsiteY10" fmla="*/ 1359730 h 1907068"/>
                  <a:gd name="connsiteX11" fmla="*/ 123910 w 986806"/>
                  <a:gd name="connsiteY11" fmla="*/ 980317 h 1907068"/>
                  <a:gd name="connsiteX12" fmla="*/ 53939 w 986806"/>
                  <a:gd name="connsiteY12" fmla="*/ 501988 h 1907068"/>
                  <a:gd name="connsiteX13" fmla="*/ 164947 w 986806"/>
                  <a:gd name="connsiteY13" fmla="*/ 190693 h 1907068"/>
                  <a:gd name="connsiteX0" fmla="*/ 164947 w 1026643"/>
                  <a:gd name="connsiteY0" fmla="*/ 190693 h 1907068"/>
                  <a:gd name="connsiteX1" fmla="*/ 598514 w 1026643"/>
                  <a:gd name="connsiteY1" fmla="*/ 153307 h 1907068"/>
                  <a:gd name="connsiteX2" fmla="*/ 829444 w 1026643"/>
                  <a:gd name="connsiteY2" fmla="*/ 428385 h 1907068"/>
                  <a:gd name="connsiteX3" fmla="*/ 865607 w 1026643"/>
                  <a:gd name="connsiteY3" fmla="*/ 693693 h 1907068"/>
                  <a:gd name="connsiteX4" fmla="*/ 936970 w 1026643"/>
                  <a:gd name="connsiteY4" fmla="*/ 957916 h 1907068"/>
                  <a:gd name="connsiteX5" fmla="*/ 986565 w 1026643"/>
                  <a:gd name="connsiteY5" fmla="*/ 1294174 h 1907068"/>
                  <a:gd name="connsiteX6" fmla="*/ 915264 w 1026643"/>
                  <a:gd name="connsiteY6" fmla="*/ 1478792 h 1907068"/>
                  <a:gd name="connsiteX7" fmla="*/ 778739 w 1026643"/>
                  <a:gd name="connsiteY7" fmla="*/ 1902654 h 1907068"/>
                  <a:gd name="connsiteX8" fmla="*/ 486639 w 1026643"/>
                  <a:gd name="connsiteY8" fmla="*/ 1707392 h 1907068"/>
                  <a:gd name="connsiteX9" fmla="*/ 415201 w 1026643"/>
                  <a:gd name="connsiteY9" fmla="*/ 1545467 h 1907068"/>
                  <a:gd name="connsiteX10" fmla="*/ 305664 w 1026643"/>
                  <a:gd name="connsiteY10" fmla="*/ 1359730 h 1907068"/>
                  <a:gd name="connsiteX11" fmla="*/ 123910 w 1026643"/>
                  <a:gd name="connsiteY11" fmla="*/ 980317 h 1907068"/>
                  <a:gd name="connsiteX12" fmla="*/ 53939 w 1026643"/>
                  <a:gd name="connsiteY12" fmla="*/ 501988 h 1907068"/>
                  <a:gd name="connsiteX13" fmla="*/ 164947 w 1026643"/>
                  <a:gd name="connsiteY13" fmla="*/ 190693 h 1907068"/>
                  <a:gd name="connsiteX0" fmla="*/ 164947 w 1026643"/>
                  <a:gd name="connsiteY0" fmla="*/ 190693 h 1907068"/>
                  <a:gd name="connsiteX1" fmla="*/ 598514 w 1026643"/>
                  <a:gd name="connsiteY1" fmla="*/ 153307 h 1907068"/>
                  <a:gd name="connsiteX2" fmla="*/ 829444 w 1026643"/>
                  <a:gd name="connsiteY2" fmla="*/ 428385 h 1907068"/>
                  <a:gd name="connsiteX3" fmla="*/ 865607 w 1026643"/>
                  <a:gd name="connsiteY3" fmla="*/ 693693 h 1907068"/>
                  <a:gd name="connsiteX4" fmla="*/ 936970 w 1026643"/>
                  <a:gd name="connsiteY4" fmla="*/ 957916 h 1907068"/>
                  <a:gd name="connsiteX5" fmla="*/ 986565 w 1026643"/>
                  <a:gd name="connsiteY5" fmla="*/ 1294174 h 1907068"/>
                  <a:gd name="connsiteX6" fmla="*/ 966196 w 1026643"/>
                  <a:gd name="connsiteY6" fmla="*/ 1506067 h 1907068"/>
                  <a:gd name="connsiteX7" fmla="*/ 778739 w 1026643"/>
                  <a:gd name="connsiteY7" fmla="*/ 1902654 h 1907068"/>
                  <a:gd name="connsiteX8" fmla="*/ 486639 w 1026643"/>
                  <a:gd name="connsiteY8" fmla="*/ 1707392 h 1907068"/>
                  <a:gd name="connsiteX9" fmla="*/ 415201 w 1026643"/>
                  <a:gd name="connsiteY9" fmla="*/ 1545467 h 1907068"/>
                  <a:gd name="connsiteX10" fmla="*/ 305664 w 1026643"/>
                  <a:gd name="connsiteY10" fmla="*/ 1359730 h 1907068"/>
                  <a:gd name="connsiteX11" fmla="*/ 123910 w 1026643"/>
                  <a:gd name="connsiteY11" fmla="*/ 980317 h 1907068"/>
                  <a:gd name="connsiteX12" fmla="*/ 53939 w 1026643"/>
                  <a:gd name="connsiteY12" fmla="*/ 501988 h 1907068"/>
                  <a:gd name="connsiteX13" fmla="*/ 164947 w 1026643"/>
                  <a:gd name="connsiteY13" fmla="*/ 190693 h 19070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026643" h="1907068">
                    <a:moveTo>
                      <a:pt x="164947" y="190693"/>
                    </a:moveTo>
                    <a:cubicBezTo>
                      <a:pt x="408363" y="-134215"/>
                      <a:pt x="505143" y="27749"/>
                      <a:pt x="598514" y="153307"/>
                    </a:cubicBezTo>
                    <a:cubicBezTo>
                      <a:pt x="714975" y="193247"/>
                      <a:pt x="836782" y="269475"/>
                      <a:pt x="829444" y="428385"/>
                    </a:cubicBezTo>
                    <a:cubicBezTo>
                      <a:pt x="883823" y="522299"/>
                      <a:pt x="857809" y="612612"/>
                      <a:pt x="865607" y="693693"/>
                    </a:cubicBezTo>
                    <a:cubicBezTo>
                      <a:pt x="934646" y="827618"/>
                      <a:pt x="977721" y="826368"/>
                      <a:pt x="936970" y="957916"/>
                    </a:cubicBezTo>
                    <a:cubicBezTo>
                      <a:pt x="952105" y="1057324"/>
                      <a:pt x="1094420" y="1140136"/>
                      <a:pt x="986565" y="1294174"/>
                    </a:cubicBezTo>
                    <a:cubicBezTo>
                      <a:pt x="982947" y="1380987"/>
                      <a:pt x="995809" y="1403981"/>
                      <a:pt x="966196" y="1506067"/>
                    </a:cubicBezTo>
                    <a:cubicBezTo>
                      <a:pt x="920688" y="1647354"/>
                      <a:pt x="1019510" y="1847092"/>
                      <a:pt x="778739" y="1902654"/>
                    </a:cubicBezTo>
                    <a:cubicBezTo>
                      <a:pt x="623693" y="1932022"/>
                      <a:pt x="513097" y="1808992"/>
                      <a:pt x="486639" y="1707392"/>
                    </a:cubicBezTo>
                    <a:cubicBezTo>
                      <a:pt x="460181" y="1605792"/>
                      <a:pt x="439807" y="1607379"/>
                      <a:pt x="415201" y="1545467"/>
                    </a:cubicBezTo>
                    <a:cubicBezTo>
                      <a:pt x="338208" y="1493080"/>
                      <a:pt x="342176" y="1443868"/>
                      <a:pt x="305664" y="1359730"/>
                    </a:cubicBezTo>
                    <a:cubicBezTo>
                      <a:pt x="154852" y="1242256"/>
                      <a:pt x="146135" y="1074773"/>
                      <a:pt x="123910" y="980317"/>
                    </a:cubicBezTo>
                    <a:cubicBezTo>
                      <a:pt x="-100511" y="727143"/>
                      <a:pt x="47100" y="633592"/>
                      <a:pt x="53939" y="501988"/>
                    </a:cubicBezTo>
                    <a:cubicBezTo>
                      <a:pt x="112676" y="416263"/>
                      <a:pt x="-127153" y="285943"/>
                      <a:pt x="164947" y="190693"/>
                    </a:cubicBezTo>
                    <a:close/>
                  </a:path>
                </a:pathLst>
              </a:custGeom>
              <a:solidFill>
                <a:srgbClr val="56BE56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Rectangle 7">
                <a:extLst>
                  <a:ext uri="{FF2B5EF4-FFF2-40B4-BE49-F238E27FC236}">
                    <a16:creationId xmlns:a16="http://schemas.microsoft.com/office/drawing/2014/main" id="{B3592A56-8EBD-A130-117C-430575019419}"/>
                  </a:ext>
                </a:extLst>
              </p:cNvPr>
              <p:cNvSpPr/>
              <p:nvPr/>
            </p:nvSpPr>
            <p:spPr>
              <a:xfrm rot="18342314" flipH="1" flipV="1">
                <a:off x="5807350" y="2911001"/>
                <a:ext cx="1177253" cy="403310"/>
              </a:xfrm>
              <a:custGeom>
                <a:avLst/>
                <a:gdLst>
                  <a:gd name="connsiteX0" fmla="*/ 0 w 1007285"/>
                  <a:gd name="connsiteY0" fmla="*/ 0 h 94954"/>
                  <a:gd name="connsiteX1" fmla="*/ 1007285 w 1007285"/>
                  <a:gd name="connsiteY1" fmla="*/ 0 h 94954"/>
                  <a:gd name="connsiteX2" fmla="*/ 1007285 w 1007285"/>
                  <a:gd name="connsiteY2" fmla="*/ 94954 h 94954"/>
                  <a:gd name="connsiteX3" fmla="*/ 0 w 1007285"/>
                  <a:gd name="connsiteY3" fmla="*/ 94954 h 94954"/>
                  <a:gd name="connsiteX4" fmla="*/ 0 w 1007285"/>
                  <a:gd name="connsiteY4" fmla="*/ 0 h 94954"/>
                  <a:gd name="connsiteX0" fmla="*/ 2819400 w 3826685"/>
                  <a:gd name="connsiteY0" fmla="*/ 0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4" fmla="*/ 2819400 w 3826685"/>
                  <a:gd name="connsiteY4" fmla="*/ 0 h 869654"/>
                  <a:gd name="connsiteX0" fmla="*/ 0 w 3826685"/>
                  <a:gd name="connsiteY0" fmla="*/ 869654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968065 h 1033547"/>
                  <a:gd name="connsiteX1" fmla="*/ 3826685 w 3826685"/>
                  <a:gd name="connsiteY1" fmla="*/ 98411 h 1033547"/>
                  <a:gd name="connsiteX2" fmla="*/ 3826685 w 3826685"/>
                  <a:gd name="connsiteY2" fmla="*/ 193365 h 1033547"/>
                  <a:gd name="connsiteX3" fmla="*/ 0 w 3826685"/>
                  <a:gd name="connsiteY3" fmla="*/ 968065 h 1033547"/>
                  <a:gd name="connsiteX0" fmla="*/ 0 w 3826685"/>
                  <a:gd name="connsiteY0" fmla="*/ 968065 h 1013810"/>
                  <a:gd name="connsiteX1" fmla="*/ 3826685 w 3826685"/>
                  <a:gd name="connsiteY1" fmla="*/ 98411 h 1013810"/>
                  <a:gd name="connsiteX2" fmla="*/ 3826685 w 3826685"/>
                  <a:gd name="connsiteY2" fmla="*/ 193365 h 1013810"/>
                  <a:gd name="connsiteX3" fmla="*/ 0 w 3826685"/>
                  <a:gd name="connsiteY3" fmla="*/ 968065 h 1013810"/>
                  <a:gd name="connsiteX0" fmla="*/ 0 w 3826685"/>
                  <a:gd name="connsiteY0" fmla="*/ 968065 h 1012429"/>
                  <a:gd name="connsiteX1" fmla="*/ 3826685 w 3826685"/>
                  <a:gd name="connsiteY1" fmla="*/ 98411 h 1012429"/>
                  <a:gd name="connsiteX2" fmla="*/ 3826685 w 3826685"/>
                  <a:gd name="connsiteY2" fmla="*/ 193365 h 1012429"/>
                  <a:gd name="connsiteX3" fmla="*/ 0 w 3826685"/>
                  <a:gd name="connsiteY3" fmla="*/ 968065 h 101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6685" h="1012429">
                    <a:moveTo>
                      <a:pt x="0" y="968065"/>
                    </a:moveTo>
                    <a:cubicBezTo>
                      <a:pt x="1199362" y="1008380"/>
                      <a:pt x="2779723" y="-373704"/>
                      <a:pt x="3826685" y="98411"/>
                    </a:cubicBezTo>
                    <a:lnTo>
                      <a:pt x="3826685" y="193365"/>
                    </a:lnTo>
                    <a:cubicBezTo>
                      <a:pt x="2614623" y="-65927"/>
                      <a:pt x="932662" y="1268632"/>
                      <a:pt x="0" y="968065"/>
                    </a:cubicBezTo>
                    <a:close/>
                  </a:path>
                </a:pathLst>
              </a:custGeom>
              <a:solidFill>
                <a:srgbClr val="9EC82D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D327E1EB-2161-99F2-E2FC-6FC5F5600AAA}"/>
                </a:ext>
              </a:extLst>
            </p:cNvPr>
            <p:cNvGrpSpPr/>
            <p:nvPr/>
          </p:nvGrpSpPr>
          <p:grpSpPr>
            <a:xfrm>
              <a:off x="2121059" y="3386518"/>
              <a:ext cx="4243725" cy="2855281"/>
              <a:chOff x="2121059" y="3386518"/>
              <a:chExt cx="4243725" cy="2855281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C8C09A8-2312-D1E3-B799-1C747020B703}"/>
                  </a:ext>
                </a:extLst>
              </p:cNvPr>
              <p:cNvSpPr/>
              <p:nvPr/>
            </p:nvSpPr>
            <p:spPr>
              <a:xfrm>
                <a:off x="2121059" y="3386518"/>
                <a:ext cx="4243725" cy="2855281"/>
              </a:xfrm>
              <a:custGeom>
                <a:avLst/>
                <a:gdLst>
                  <a:gd name="connsiteX0" fmla="*/ 0 w 290285"/>
                  <a:gd name="connsiteY0" fmla="*/ 0 h 798286"/>
                  <a:gd name="connsiteX1" fmla="*/ 290285 w 290285"/>
                  <a:gd name="connsiteY1" fmla="*/ 0 h 798286"/>
                  <a:gd name="connsiteX2" fmla="*/ 290285 w 290285"/>
                  <a:gd name="connsiteY2" fmla="*/ 798286 h 798286"/>
                  <a:gd name="connsiteX3" fmla="*/ 0 w 290285"/>
                  <a:gd name="connsiteY3" fmla="*/ 798286 h 798286"/>
                  <a:gd name="connsiteX4" fmla="*/ 0 w 290285"/>
                  <a:gd name="connsiteY4" fmla="*/ 0 h 798286"/>
                  <a:gd name="connsiteX0" fmla="*/ 4064000 w 4354285"/>
                  <a:gd name="connsiteY0" fmla="*/ 0 h 2975428"/>
                  <a:gd name="connsiteX1" fmla="*/ 4354285 w 4354285"/>
                  <a:gd name="connsiteY1" fmla="*/ 0 h 2975428"/>
                  <a:gd name="connsiteX2" fmla="*/ 4354285 w 4354285"/>
                  <a:gd name="connsiteY2" fmla="*/ 798286 h 2975428"/>
                  <a:gd name="connsiteX3" fmla="*/ 0 w 4354285"/>
                  <a:gd name="connsiteY3" fmla="*/ 2975428 h 2975428"/>
                  <a:gd name="connsiteX4" fmla="*/ 4064000 w 4354285"/>
                  <a:gd name="connsiteY4" fmla="*/ 0 h 2975428"/>
                  <a:gd name="connsiteX0" fmla="*/ 0 w 4354285"/>
                  <a:gd name="connsiteY0" fmla="*/ 2975428 h 2975428"/>
                  <a:gd name="connsiteX1" fmla="*/ 4354285 w 4354285"/>
                  <a:gd name="connsiteY1" fmla="*/ 0 h 2975428"/>
                  <a:gd name="connsiteX2" fmla="*/ 4354285 w 4354285"/>
                  <a:gd name="connsiteY2" fmla="*/ 798286 h 2975428"/>
                  <a:gd name="connsiteX3" fmla="*/ 0 w 4354285"/>
                  <a:gd name="connsiteY3" fmla="*/ 2975428 h 2975428"/>
                  <a:gd name="connsiteX0" fmla="*/ 0 w 4354285"/>
                  <a:gd name="connsiteY0" fmla="*/ 2670628 h 2670628"/>
                  <a:gd name="connsiteX1" fmla="*/ 4165599 w 4354285"/>
                  <a:gd name="connsiteY1" fmla="*/ 0 h 2670628"/>
                  <a:gd name="connsiteX2" fmla="*/ 4354285 w 4354285"/>
                  <a:gd name="connsiteY2" fmla="*/ 493486 h 2670628"/>
                  <a:gd name="connsiteX3" fmla="*/ 0 w 4354285"/>
                  <a:gd name="connsiteY3" fmla="*/ 2670628 h 2670628"/>
                  <a:gd name="connsiteX0" fmla="*/ 0 w 4165599"/>
                  <a:gd name="connsiteY0" fmla="*/ 2670628 h 2670628"/>
                  <a:gd name="connsiteX1" fmla="*/ 4165599 w 4165599"/>
                  <a:gd name="connsiteY1" fmla="*/ 0 h 2670628"/>
                  <a:gd name="connsiteX2" fmla="*/ 0 w 4165599"/>
                  <a:gd name="connsiteY2" fmla="*/ 2670628 h 2670628"/>
                  <a:gd name="connsiteX0" fmla="*/ 0 w 4248447"/>
                  <a:gd name="connsiteY0" fmla="*/ 2670628 h 2670628"/>
                  <a:gd name="connsiteX1" fmla="*/ 4165599 w 4248447"/>
                  <a:gd name="connsiteY1" fmla="*/ 0 h 2670628"/>
                  <a:gd name="connsiteX2" fmla="*/ 0 w 4248447"/>
                  <a:gd name="connsiteY2" fmla="*/ 2670628 h 2670628"/>
                  <a:gd name="connsiteX0" fmla="*/ 0 w 4248447"/>
                  <a:gd name="connsiteY0" fmla="*/ 2874182 h 2874182"/>
                  <a:gd name="connsiteX1" fmla="*/ 4165599 w 4248447"/>
                  <a:gd name="connsiteY1" fmla="*/ 203554 h 2874182"/>
                  <a:gd name="connsiteX2" fmla="*/ 0 w 4248447"/>
                  <a:gd name="connsiteY2" fmla="*/ 2874182 h 2874182"/>
                  <a:gd name="connsiteX0" fmla="*/ 0 w 4248447"/>
                  <a:gd name="connsiteY0" fmla="*/ 2856618 h 2856618"/>
                  <a:gd name="connsiteX1" fmla="*/ 4165599 w 4248447"/>
                  <a:gd name="connsiteY1" fmla="*/ 185990 h 2856618"/>
                  <a:gd name="connsiteX2" fmla="*/ 0 w 4248447"/>
                  <a:gd name="connsiteY2" fmla="*/ 2856618 h 2856618"/>
                  <a:gd name="connsiteX0" fmla="*/ 0 w 4244520"/>
                  <a:gd name="connsiteY0" fmla="*/ 2856618 h 2856618"/>
                  <a:gd name="connsiteX1" fmla="*/ 4165599 w 4244520"/>
                  <a:gd name="connsiteY1" fmla="*/ 185990 h 2856618"/>
                  <a:gd name="connsiteX2" fmla="*/ 0 w 4244520"/>
                  <a:gd name="connsiteY2" fmla="*/ 2856618 h 2856618"/>
                  <a:gd name="connsiteX0" fmla="*/ 0 w 4243725"/>
                  <a:gd name="connsiteY0" fmla="*/ 2856618 h 2856618"/>
                  <a:gd name="connsiteX1" fmla="*/ 4165599 w 4243725"/>
                  <a:gd name="connsiteY1" fmla="*/ 185990 h 2856618"/>
                  <a:gd name="connsiteX2" fmla="*/ 0 w 4243725"/>
                  <a:gd name="connsiteY2" fmla="*/ 2856618 h 2856618"/>
                  <a:gd name="connsiteX0" fmla="*/ 0 w 4243725"/>
                  <a:gd name="connsiteY0" fmla="*/ 2855281 h 2855281"/>
                  <a:gd name="connsiteX1" fmla="*/ 4165599 w 4243725"/>
                  <a:gd name="connsiteY1" fmla="*/ 184653 h 2855281"/>
                  <a:gd name="connsiteX2" fmla="*/ 0 w 4243725"/>
                  <a:gd name="connsiteY2" fmla="*/ 2855281 h 28552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243725" h="2855281">
                    <a:moveTo>
                      <a:pt x="0" y="2855281"/>
                    </a:moveTo>
                    <a:cubicBezTo>
                      <a:pt x="1141790" y="2400501"/>
                      <a:pt x="4823581" y="1800577"/>
                      <a:pt x="4165599" y="184653"/>
                    </a:cubicBezTo>
                    <a:cubicBezTo>
                      <a:pt x="3227009" y="-782966"/>
                      <a:pt x="430590" y="2342443"/>
                      <a:pt x="0" y="2855281"/>
                    </a:cubicBezTo>
                    <a:close/>
                  </a:path>
                </a:pathLst>
              </a:custGeom>
              <a:solidFill>
                <a:srgbClr val="BB5088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F992E256-AD1B-BBD0-B6FB-D0DA31D2585E}"/>
                  </a:ext>
                </a:extLst>
              </p:cNvPr>
              <p:cNvSpPr/>
              <p:nvPr/>
            </p:nvSpPr>
            <p:spPr>
              <a:xfrm>
                <a:off x="5067300" y="3627120"/>
                <a:ext cx="419100" cy="312420"/>
              </a:xfrm>
              <a:custGeom>
                <a:avLst/>
                <a:gdLst>
                  <a:gd name="connsiteX0" fmla="*/ 0 w 419100"/>
                  <a:gd name="connsiteY0" fmla="*/ 0 h 312420"/>
                  <a:gd name="connsiteX1" fmla="*/ 419100 w 419100"/>
                  <a:gd name="connsiteY1" fmla="*/ 312420 h 312420"/>
                  <a:gd name="connsiteX2" fmla="*/ 419100 w 419100"/>
                  <a:gd name="connsiteY2" fmla="*/ 312420 h 312420"/>
                  <a:gd name="connsiteX0" fmla="*/ 0 w 419100"/>
                  <a:gd name="connsiteY0" fmla="*/ 0 h 312420"/>
                  <a:gd name="connsiteX1" fmla="*/ 419100 w 419100"/>
                  <a:gd name="connsiteY1" fmla="*/ 312420 h 312420"/>
                  <a:gd name="connsiteX2" fmla="*/ 419100 w 419100"/>
                  <a:gd name="connsiteY2" fmla="*/ 312420 h 312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19100" h="312420">
                    <a:moveTo>
                      <a:pt x="0" y="0"/>
                    </a:moveTo>
                    <a:cubicBezTo>
                      <a:pt x="139700" y="104140"/>
                      <a:pt x="332740" y="177800"/>
                      <a:pt x="419100" y="312420"/>
                    </a:cubicBezTo>
                    <a:lnTo>
                      <a:pt x="419100" y="312420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2C4B93DE-0A12-07DD-4D30-AE20E6774D77}"/>
                  </a:ext>
                </a:extLst>
              </p:cNvPr>
              <p:cNvSpPr/>
              <p:nvPr/>
            </p:nvSpPr>
            <p:spPr>
              <a:xfrm>
                <a:off x="4551240" y="3985260"/>
                <a:ext cx="304800" cy="144780"/>
              </a:xfrm>
              <a:custGeom>
                <a:avLst/>
                <a:gdLst>
                  <a:gd name="connsiteX0" fmla="*/ 0 w 419100"/>
                  <a:gd name="connsiteY0" fmla="*/ 0 h 312420"/>
                  <a:gd name="connsiteX1" fmla="*/ 419100 w 419100"/>
                  <a:gd name="connsiteY1" fmla="*/ 312420 h 312420"/>
                  <a:gd name="connsiteX2" fmla="*/ 419100 w 419100"/>
                  <a:gd name="connsiteY2" fmla="*/ 312420 h 312420"/>
                  <a:gd name="connsiteX0" fmla="*/ 0 w 419100"/>
                  <a:gd name="connsiteY0" fmla="*/ 0 h 312420"/>
                  <a:gd name="connsiteX1" fmla="*/ 419100 w 419100"/>
                  <a:gd name="connsiteY1" fmla="*/ 312420 h 312420"/>
                  <a:gd name="connsiteX2" fmla="*/ 419100 w 419100"/>
                  <a:gd name="connsiteY2" fmla="*/ 312420 h 312420"/>
                  <a:gd name="connsiteX0" fmla="*/ 0 w 419100"/>
                  <a:gd name="connsiteY0" fmla="*/ 0 h 312420"/>
                  <a:gd name="connsiteX1" fmla="*/ 419100 w 419100"/>
                  <a:gd name="connsiteY1" fmla="*/ 312420 h 312420"/>
                  <a:gd name="connsiteX2" fmla="*/ 304800 w 419100"/>
                  <a:gd name="connsiteY2" fmla="*/ 121920 h 312420"/>
                  <a:gd name="connsiteX0" fmla="*/ 0 w 419100"/>
                  <a:gd name="connsiteY0" fmla="*/ 0 h 312420"/>
                  <a:gd name="connsiteX1" fmla="*/ 419100 w 419100"/>
                  <a:gd name="connsiteY1" fmla="*/ 312420 h 312420"/>
                  <a:gd name="connsiteX0" fmla="*/ 0 w 304800"/>
                  <a:gd name="connsiteY0" fmla="*/ 0 h 144780"/>
                  <a:gd name="connsiteX1" fmla="*/ 304800 w 304800"/>
                  <a:gd name="connsiteY1" fmla="*/ 144780 h 144780"/>
                  <a:gd name="connsiteX0" fmla="*/ 0 w 304800"/>
                  <a:gd name="connsiteY0" fmla="*/ 0 h 144780"/>
                  <a:gd name="connsiteX1" fmla="*/ 304800 w 304800"/>
                  <a:gd name="connsiteY1" fmla="*/ 144780 h 144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04800" h="144780">
                    <a:moveTo>
                      <a:pt x="0" y="0"/>
                    </a:moveTo>
                    <a:cubicBezTo>
                      <a:pt x="147320" y="35560"/>
                      <a:pt x="218440" y="10160"/>
                      <a:pt x="304800" y="144780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663635A3-485B-04AF-288C-A1233CCCBC11}"/>
                  </a:ext>
                </a:extLst>
              </p:cNvPr>
              <p:cNvSpPr/>
              <p:nvPr/>
            </p:nvSpPr>
            <p:spPr>
              <a:xfrm>
                <a:off x="3938121" y="4442460"/>
                <a:ext cx="365760" cy="228600"/>
              </a:xfrm>
              <a:custGeom>
                <a:avLst/>
                <a:gdLst>
                  <a:gd name="connsiteX0" fmla="*/ 0 w 419100"/>
                  <a:gd name="connsiteY0" fmla="*/ 0 h 312420"/>
                  <a:gd name="connsiteX1" fmla="*/ 419100 w 419100"/>
                  <a:gd name="connsiteY1" fmla="*/ 312420 h 312420"/>
                  <a:gd name="connsiteX2" fmla="*/ 419100 w 419100"/>
                  <a:gd name="connsiteY2" fmla="*/ 312420 h 312420"/>
                  <a:gd name="connsiteX0" fmla="*/ 0 w 419100"/>
                  <a:gd name="connsiteY0" fmla="*/ 0 h 312420"/>
                  <a:gd name="connsiteX1" fmla="*/ 419100 w 419100"/>
                  <a:gd name="connsiteY1" fmla="*/ 312420 h 312420"/>
                  <a:gd name="connsiteX2" fmla="*/ 419100 w 419100"/>
                  <a:gd name="connsiteY2" fmla="*/ 312420 h 312420"/>
                  <a:gd name="connsiteX0" fmla="*/ 0 w 419100"/>
                  <a:gd name="connsiteY0" fmla="*/ 0 h 312420"/>
                  <a:gd name="connsiteX1" fmla="*/ 419100 w 419100"/>
                  <a:gd name="connsiteY1" fmla="*/ 312420 h 312420"/>
                  <a:gd name="connsiteX2" fmla="*/ 304800 w 419100"/>
                  <a:gd name="connsiteY2" fmla="*/ 121920 h 312420"/>
                  <a:gd name="connsiteX0" fmla="*/ 0 w 419100"/>
                  <a:gd name="connsiteY0" fmla="*/ 0 h 312420"/>
                  <a:gd name="connsiteX1" fmla="*/ 419100 w 419100"/>
                  <a:gd name="connsiteY1" fmla="*/ 312420 h 312420"/>
                  <a:gd name="connsiteX0" fmla="*/ 0 w 304800"/>
                  <a:gd name="connsiteY0" fmla="*/ 0 h 144780"/>
                  <a:gd name="connsiteX1" fmla="*/ 304800 w 304800"/>
                  <a:gd name="connsiteY1" fmla="*/ 144780 h 144780"/>
                  <a:gd name="connsiteX0" fmla="*/ 0 w 304800"/>
                  <a:gd name="connsiteY0" fmla="*/ 0 h 144780"/>
                  <a:gd name="connsiteX1" fmla="*/ 304800 w 304800"/>
                  <a:gd name="connsiteY1" fmla="*/ 144780 h 144780"/>
                  <a:gd name="connsiteX0" fmla="*/ 0 w 365760"/>
                  <a:gd name="connsiteY0" fmla="*/ 0 h 228600"/>
                  <a:gd name="connsiteX1" fmla="*/ 365760 w 365760"/>
                  <a:gd name="connsiteY1" fmla="*/ 228600 h 228600"/>
                  <a:gd name="connsiteX0" fmla="*/ 0 w 365760"/>
                  <a:gd name="connsiteY0" fmla="*/ 0 h 228600"/>
                  <a:gd name="connsiteX1" fmla="*/ 365760 w 365760"/>
                  <a:gd name="connsiteY1" fmla="*/ 228600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65760" h="228600">
                    <a:moveTo>
                      <a:pt x="0" y="0"/>
                    </a:moveTo>
                    <a:cubicBezTo>
                      <a:pt x="147320" y="35560"/>
                      <a:pt x="309880" y="63500"/>
                      <a:pt x="365760" y="228600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81BFD95D-0F7B-4065-E61A-2FD3CE417EA7}"/>
                  </a:ext>
                </a:extLst>
              </p:cNvPr>
              <p:cNvSpPr/>
              <p:nvPr/>
            </p:nvSpPr>
            <p:spPr>
              <a:xfrm>
                <a:off x="3404721" y="4899660"/>
                <a:ext cx="213360" cy="167640"/>
              </a:xfrm>
              <a:custGeom>
                <a:avLst/>
                <a:gdLst>
                  <a:gd name="connsiteX0" fmla="*/ 0 w 419100"/>
                  <a:gd name="connsiteY0" fmla="*/ 0 h 312420"/>
                  <a:gd name="connsiteX1" fmla="*/ 419100 w 419100"/>
                  <a:gd name="connsiteY1" fmla="*/ 312420 h 312420"/>
                  <a:gd name="connsiteX2" fmla="*/ 419100 w 419100"/>
                  <a:gd name="connsiteY2" fmla="*/ 312420 h 312420"/>
                  <a:gd name="connsiteX0" fmla="*/ 0 w 419100"/>
                  <a:gd name="connsiteY0" fmla="*/ 0 h 312420"/>
                  <a:gd name="connsiteX1" fmla="*/ 419100 w 419100"/>
                  <a:gd name="connsiteY1" fmla="*/ 312420 h 312420"/>
                  <a:gd name="connsiteX2" fmla="*/ 419100 w 419100"/>
                  <a:gd name="connsiteY2" fmla="*/ 312420 h 312420"/>
                  <a:gd name="connsiteX0" fmla="*/ 0 w 419100"/>
                  <a:gd name="connsiteY0" fmla="*/ 0 h 312420"/>
                  <a:gd name="connsiteX1" fmla="*/ 419100 w 419100"/>
                  <a:gd name="connsiteY1" fmla="*/ 312420 h 312420"/>
                  <a:gd name="connsiteX2" fmla="*/ 304800 w 419100"/>
                  <a:gd name="connsiteY2" fmla="*/ 121920 h 312420"/>
                  <a:gd name="connsiteX0" fmla="*/ 0 w 419100"/>
                  <a:gd name="connsiteY0" fmla="*/ 0 h 312420"/>
                  <a:gd name="connsiteX1" fmla="*/ 419100 w 419100"/>
                  <a:gd name="connsiteY1" fmla="*/ 312420 h 312420"/>
                  <a:gd name="connsiteX0" fmla="*/ 0 w 304800"/>
                  <a:gd name="connsiteY0" fmla="*/ 0 h 144780"/>
                  <a:gd name="connsiteX1" fmla="*/ 304800 w 304800"/>
                  <a:gd name="connsiteY1" fmla="*/ 144780 h 144780"/>
                  <a:gd name="connsiteX0" fmla="*/ 0 w 304800"/>
                  <a:gd name="connsiteY0" fmla="*/ 0 h 144780"/>
                  <a:gd name="connsiteX1" fmla="*/ 304800 w 304800"/>
                  <a:gd name="connsiteY1" fmla="*/ 144780 h 144780"/>
                  <a:gd name="connsiteX0" fmla="*/ 0 w 365760"/>
                  <a:gd name="connsiteY0" fmla="*/ 0 h 228600"/>
                  <a:gd name="connsiteX1" fmla="*/ 365760 w 365760"/>
                  <a:gd name="connsiteY1" fmla="*/ 228600 h 228600"/>
                  <a:gd name="connsiteX0" fmla="*/ 0 w 365760"/>
                  <a:gd name="connsiteY0" fmla="*/ 0 h 228600"/>
                  <a:gd name="connsiteX1" fmla="*/ 365760 w 365760"/>
                  <a:gd name="connsiteY1" fmla="*/ 228600 h 228600"/>
                  <a:gd name="connsiteX0" fmla="*/ 0 w 251460"/>
                  <a:gd name="connsiteY0" fmla="*/ 0 h 144780"/>
                  <a:gd name="connsiteX1" fmla="*/ 251460 w 251460"/>
                  <a:gd name="connsiteY1" fmla="*/ 144780 h 144780"/>
                  <a:gd name="connsiteX0" fmla="*/ 0 w 213360"/>
                  <a:gd name="connsiteY0" fmla="*/ 0 h 167640"/>
                  <a:gd name="connsiteX1" fmla="*/ 213360 w 213360"/>
                  <a:gd name="connsiteY1" fmla="*/ 167640 h 1676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13360" h="167640">
                    <a:moveTo>
                      <a:pt x="0" y="0"/>
                    </a:moveTo>
                    <a:cubicBezTo>
                      <a:pt x="147320" y="35560"/>
                      <a:pt x="157480" y="2540"/>
                      <a:pt x="213360" y="167640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AC02F6C0-30C7-C8B9-C301-2E8D27F9A2ED}"/>
              </a:ext>
            </a:extLst>
          </p:cNvPr>
          <p:cNvGrpSpPr/>
          <p:nvPr/>
        </p:nvGrpSpPr>
        <p:grpSpPr>
          <a:xfrm>
            <a:off x="-991488" y="715237"/>
            <a:ext cx="6020688" cy="4555012"/>
            <a:chOff x="2121059" y="1686787"/>
            <a:chExt cx="6020688" cy="4555012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B801881-CF8F-E35F-42DF-C891667FE6FC}"/>
                </a:ext>
              </a:extLst>
            </p:cNvPr>
            <p:cNvGrpSpPr/>
            <p:nvPr/>
          </p:nvGrpSpPr>
          <p:grpSpPr>
            <a:xfrm>
              <a:off x="5393314" y="1686787"/>
              <a:ext cx="2748433" cy="2984273"/>
              <a:chOff x="5338968" y="1611901"/>
              <a:chExt cx="2748433" cy="2984273"/>
            </a:xfrm>
          </p:grpSpPr>
          <p:sp>
            <p:nvSpPr>
              <p:cNvPr id="26" name="Rectangle 3">
                <a:extLst>
                  <a:ext uri="{FF2B5EF4-FFF2-40B4-BE49-F238E27FC236}">
                    <a16:creationId xmlns:a16="http://schemas.microsoft.com/office/drawing/2014/main" id="{39D79C00-DFAC-636E-CB04-7F2074074127}"/>
                  </a:ext>
                </a:extLst>
              </p:cNvPr>
              <p:cNvSpPr/>
              <p:nvPr/>
            </p:nvSpPr>
            <p:spPr>
              <a:xfrm>
                <a:off x="5338968" y="1742656"/>
                <a:ext cx="894152" cy="1793571"/>
              </a:xfrm>
              <a:custGeom>
                <a:avLst/>
                <a:gdLst>
                  <a:gd name="connsiteX0" fmla="*/ 0 w 381000"/>
                  <a:gd name="connsiteY0" fmla="*/ 0 h 1422400"/>
                  <a:gd name="connsiteX1" fmla="*/ 381000 w 381000"/>
                  <a:gd name="connsiteY1" fmla="*/ 0 h 1422400"/>
                  <a:gd name="connsiteX2" fmla="*/ 381000 w 381000"/>
                  <a:gd name="connsiteY2" fmla="*/ 1422400 h 1422400"/>
                  <a:gd name="connsiteX3" fmla="*/ 0 w 381000"/>
                  <a:gd name="connsiteY3" fmla="*/ 1422400 h 1422400"/>
                  <a:gd name="connsiteX4" fmla="*/ 0 w 381000"/>
                  <a:gd name="connsiteY4" fmla="*/ 0 h 1422400"/>
                  <a:gd name="connsiteX0" fmla="*/ 0 w 596900"/>
                  <a:gd name="connsiteY0" fmla="*/ 0 h 1905000"/>
                  <a:gd name="connsiteX1" fmla="*/ 596900 w 596900"/>
                  <a:gd name="connsiteY1" fmla="*/ 482600 h 1905000"/>
                  <a:gd name="connsiteX2" fmla="*/ 596900 w 596900"/>
                  <a:gd name="connsiteY2" fmla="*/ 1905000 h 1905000"/>
                  <a:gd name="connsiteX3" fmla="*/ 215900 w 596900"/>
                  <a:gd name="connsiteY3" fmla="*/ 1905000 h 1905000"/>
                  <a:gd name="connsiteX4" fmla="*/ 0 w 596900"/>
                  <a:gd name="connsiteY4" fmla="*/ 0 h 1905000"/>
                  <a:gd name="connsiteX0" fmla="*/ 0 w 596900"/>
                  <a:gd name="connsiteY0" fmla="*/ 0 h 1905000"/>
                  <a:gd name="connsiteX1" fmla="*/ 482600 w 596900"/>
                  <a:gd name="connsiteY1" fmla="*/ 139700 h 1905000"/>
                  <a:gd name="connsiteX2" fmla="*/ 596900 w 596900"/>
                  <a:gd name="connsiteY2" fmla="*/ 1905000 h 1905000"/>
                  <a:gd name="connsiteX3" fmla="*/ 215900 w 596900"/>
                  <a:gd name="connsiteY3" fmla="*/ 1905000 h 1905000"/>
                  <a:gd name="connsiteX4" fmla="*/ 0 w 596900"/>
                  <a:gd name="connsiteY4" fmla="*/ 0 h 1905000"/>
                  <a:gd name="connsiteX0" fmla="*/ 0 w 596900"/>
                  <a:gd name="connsiteY0" fmla="*/ 0 h 1905000"/>
                  <a:gd name="connsiteX1" fmla="*/ 468313 w 596900"/>
                  <a:gd name="connsiteY1" fmla="*/ 115887 h 1905000"/>
                  <a:gd name="connsiteX2" fmla="*/ 596900 w 596900"/>
                  <a:gd name="connsiteY2" fmla="*/ 1905000 h 1905000"/>
                  <a:gd name="connsiteX3" fmla="*/ 215900 w 596900"/>
                  <a:gd name="connsiteY3" fmla="*/ 1905000 h 1905000"/>
                  <a:gd name="connsiteX4" fmla="*/ 0 w 596900"/>
                  <a:gd name="connsiteY4" fmla="*/ 0 h 1905000"/>
                  <a:gd name="connsiteX0" fmla="*/ 0 w 630237"/>
                  <a:gd name="connsiteY0" fmla="*/ 0 h 1900237"/>
                  <a:gd name="connsiteX1" fmla="*/ 501650 w 630237"/>
                  <a:gd name="connsiteY1" fmla="*/ 111124 h 1900237"/>
                  <a:gd name="connsiteX2" fmla="*/ 630237 w 630237"/>
                  <a:gd name="connsiteY2" fmla="*/ 1900237 h 1900237"/>
                  <a:gd name="connsiteX3" fmla="*/ 249237 w 630237"/>
                  <a:gd name="connsiteY3" fmla="*/ 1900237 h 1900237"/>
                  <a:gd name="connsiteX4" fmla="*/ 0 w 630237"/>
                  <a:gd name="connsiteY4" fmla="*/ 0 h 1900237"/>
                  <a:gd name="connsiteX0" fmla="*/ 0 w 630237"/>
                  <a:gd name="connsiteY0" fmla="*/ 74867 h 1975104"/>
                  <a:gd name="connsiteX1" fmla="*/ 501650 w 630237"/>
                  <a:gd name="connsiteY1" fmla="*/ 185991 h 1975104"/>
                  <a:gd name="connsiteX2" fmla="*/ 630237 w 630237"/>
                  <a:gd name="connsiteY2" fmla="*/ 1975104 h 1975104"/>
                  <a:gd name="connsiteX3" fmla="*/ 249237 w 630237"/>
                  <a:gd name="connsiteY3" fmla="*/ 1975104 h 1975104"/>
                  <a:gd name="connsiteX4" fmla="*/ 0 w 630237"/>
                  <a:gd name="connsiteY4" fmla="*/ 74867 h 1975104"/>
                  <a:gd name="connsiteX0" fmla="*/ 0 w 630237"/>
                  <a:gd name="connsiteY0" fmla="*/ 125035 h 2025272"/>
                  <a:gd name="connsiteX1" fmla="*/ 501650 w 630237"/>
                  <a:gd name="connsiteY1" fmla="*/ 236159 h 2025272"/>
                  <a:gd name="connsiteX2" fmla="*/ 630237 w 630237"/>
                  <a:gd name="connsiteY2" fmla="*/ 2025272 h 2025272"/>
                  <a:gd name="connsiteX3" fmla="*/ 249237 w 630237"/>
                  <a:gd name="connsiteY3" fmla="*/ 2025272 h 2025272"/>
                  <a:gd name="connsiteX4" fmla="*/ 0 w 630237"/>
                  <a:gd name="connsiteY4" fmla="*/ 125035 h 2025272"/>
                  <a:gd name="connsiteX0" fmla="*/ 176212 w 806449"/>
                  <a:gd name="connsiteY0" fmla="*/ 125035 h 2025272"/>
                  <a:gd name="connsiteX1" fmla="*/ 677862 w 806449"/>
                  <a:gd name="connsiteY1" fmla="*/ 236159 h 2025272"/>
                  <a:gd name="connsiteX2" fmla="*/ 806449 w 806449"/>
                  <a:gd name="connsiteY2" fmla="*/ 2025272 h 2025272"/>
                  <a:gd name="connsiteX3" fmla="*/ 425449 w 806449"/>
                  <a:gd name="connsiteY3" fmla="*/ 2025272 h 2025272"/>
                  <a:gd name="connsiteX4" fmla="*/ 0 w 806449"/>
                  <a:gd name="connsiteY4" fmla="*/ 382210 h 2025272"/>
                  <a:gd name="connsiteX5" fmla="*/ 176212 w 806449"/>
                  <a:gd name="connsiteY5" fmla="*/ 125035 h 2025272"/>
                  <a:gd name="connsiteX0" fmla="*/ 245290 w 875527"/>
                  <a:gd name="connsiteY0" fmla="*/ 125035 h 2025272"/>
                  <a:gd name="connsiteX1" fmla="*/ 746940 w 875527"/>
                  <a:gd name="connsiteY1" fmla="*/ 236159 h 2025272"/>
                  <a:gd name="connsiteX2" fmla="*/ 875527 w 875527"/>
                  <a:gd name="connsiteY2" fmla="*/ 2025272 h 2025272"/>
                  <a:gd name="connsiteX3" fmla="*/ 494527 w 875527"/>
                  <a:gd name="connsiteY3" fmla="*/ 2025272 h 2025272"/>
                  <a:gd name="connsiteX4" fmla="*/ 26216 w 875527"/>
                  <a:gd name="connsiteY4" fmla="*/ 658435 h 2025272"/>
                  <a:gd name="connsiteX5" fmla="*/ 69078 w 875527"/>
                  <a:gd name="connsiteY5" fmla="*/ 382210 h 2025272"/>
                  <a:gd name="connsiteX6" fmla="*/ 245290 w 875527"/>
                  <a:gd name="connsiteY6" fmla="*/ 125035 h 2025272"/>
                  <a:gd name="connsiteX0" fmla="*/ 221743 w 851980"/>
                  <a:gd name="connsiteY0" fmla="*/ 125035 h 2025272"/>
                  <a:gd name="connsiteX1" fmla="*/ 723393 w 851980"/>
                  <a:gd name="connsiteY1" fmla="*/ 236159 h 2025272"/>
                  <a:gd name="connsiteX2" fmla="*/ 851980 w 851980"/>
                  <a:gd name="connsiteY2" fmla="*/ 2025272 h 2025272"/>
                  <a:gd name="connsiteX3" fmla="*/ 470980 w 851980"/>
                  <a:gd name="connsiteY3" fmla="*/ 2025272 h 2025272"/>
                  <a:gd name="connsiteX4" fmla="*/ 55056 w 851980"/>
                  <a:gd name="connsiteY4" fmla="*/ 944185 h 2025272"/>
                  <a:gd name="connsiteX5" fmla="*/ 2669 w 851980"/>
                  <a:gd name="connsiteY5" fmla="*/ 658435 h 2025272"/>
                  <a:gd name="connsiteX6" fmla="*/ 45531 w 851980"/>
                  <a:gd name="connsiteY6" fmla="*/ 382210 h 2025272"/>
                  <a:gd name="connsiteX7" fmla="*/ 221743 w 851980"/>
                  <a:gd name="connsiteY7" fmla="*/ 125035 h 2025272"/>
                  <a:gd name="connsiteX0" fmla="*/ 219345 w 849582"/>
                  <a:gd name="connsiteY0" fmla="*/ 125035 h 2025272"/>
                  <a:gd name="connsiteX1" fmla="*/ 720995 w 849582"/>
                  <a:gd name="connsiteY1" fmla="*/ 236159 h 2025272"/>
                  <a:gd name="connsiteX2" fmla="*/ 849582 w 849582"/>
                  <a:gd name="connsiteY2" fmla="*/ 2025272 h 2025272"/>
                  <a:gd name="connsiteX3" fmla="*/ 468582 w 849582"/>
                  <a:gd name="connsiteY3" fmla="*/ 2025272 h 2025272"/>
                  <a:gd name="connsiteX4" fmla="*/ 200295 w 849582"/>
                  <a:gd name="connsiteY4" fmla="*/ 1229935 h 2025272"/>
                  <a:gd name="connsiteX5" fmla="*/ 52658 w 849582"/>
                  <a:gd name="connsiteY5" fmla="*/ 944185 h 2025272"/>
                  <a:gd name="connsiteX6" fmla="*/ 271 w 849582"/>
                  <a:gd name="connsiteY6" fmla="*/ 658435 h 2025272"/>
                  <a:gd name="connsiteX7" fmla="*/ 43133 w 849582"/>
                  <a:gd name="connsiteY7" fmla="*/ 382210 h 2025272"/>
                  <a:gd name="connsiteX8" fmla="*/ 219345 w 849582"/>
                  <a:gd name="connsiteY8" fmla="*/ 125035 h 2025272"/>
                  <a:gd name="connsiteX0" fmla="*/ 219345 w 849582"/>
                  <a:gd name="connsiteY0" fmla="*/ 125035 h 2025272"/>
                  <a:gd name="connsiteX1" fmla="*/ 720995 w 849582"/>
                  <a:gd name="connsiteY1" fmla="*/ 236159 h 2025272"/>
                  <a:gd name="connsiteX2" fmla="*/ 849582 w 849582"/>
                  <a:gd name="connsiteY2" fmla="*/ 2025272 h 2025272"/>
                  <a:gd name="connsiteX3" fmla="*/ 468582 w 849582"/>
                  <a:gd name="connsiteY3" fmla="*/ 2025272 h 2025272"/>
                  <a:gd name="connsiteX4" fmla="*/ 309832 w 849582"/>
                  <a:gd name="connsiteY4" fmla="*/ 1415672 h 2025272"/>
                  <a:gd name="connsiteX5" fmla="*/ 200295 w 849582"/>
                  <a:gd name="connsiteY5" fmla="*/ 1229935 h 2025272"/>
                  <a:gd name="connsiteX6" fmla="*/ 52658 w 849582"/>
                  <a:gd name="connsiteY6" fmla="*/ 944185 h 2025272"/>
                  <a:gd name="connsiteX7" fmla="*/ 271 w 849582"/>
                  <a:gd name="connsiteY7" fmla="*/ 658435 h 2025272"/>
                  <a:gd name="connsiteX8" fmla="*/ 43133 w 849582"/>
                  <a:gd name="connsiteY8" fmla="*/ 382210 h 2025272"/>
                  <a:gd name="connsiteX9" fmla="*/ 219345 w 849582"/>
                  <a:gd name="connsiteY9" fmla="*/ 125035 h 2025272"/>
                  <a:gd name="connsiteX0" fmla="*/ 219345 w 849582"/>
                  <a:gd name="connsiteY0" fmla="*/ 125035 h 2025272"/>
                  <a:gd name="connsiteX1" fmla="*/ 720995 w 849582"/>
                  <a:gd name="connsiteY1" fmla="*/ 236159 h 2025272"/>
                  <a:gd name="connsiteX2" fmla="*/ 849582 w 849582"/>
                  <a:gd name="connsiteY2" fmla="*/ 2025272 h 2025272"/>
                  <a:gd name="connsiteX3" fmla="*/ 468582 w 849582"/>
                  <a:gd name="connsiteY3" fmla="*/ 2025272 h 2025272"/>
                  <a:gd name="connsiteX4" fmla="*/ 381270 w 849582"/>
                  <a:gd name="connsiteY4" fmla="*/ 1577597 h 2025272"/>
                  <a:gd name="connsiteX5" fmla="*/ 309832 w 849582"/>
                  <a:gd name="connsiteY5" fmla="*/ 1415672 h 2025272"/>
                  <a:gd name="connsiteX6" fmla="*/ 200295 w 849582"/>
                  <a:gd name="connsiteY6" fmla="*/ 1229935 h 2025272"/>
                  <a:gd name="connsiteX7" fmla="*/ 52658 w 849582"/>
                  <a:gd name="connsiteY7" fmla="*/ 944185 h 2025272"/>
                  <a:gd name="connsiteX8" fmla="*/ 271 w 849582"/>
                  <a:gd name="connsiteY8" fmla="*/ 658435 h 2025272"/>
                  <a:gd name="connsiteX9" fmla="*/ 43133 w 849582"/>
                  <a:gd name="connsiteY9" fmla="*/ 382210 h 2025272"/>
                  <a:gd name="connsiteX10" fmla="*/ 219345 w 849582"/>
                  <a:gd name="connsiteY10" fmla="*/ 125035 h 2025272"/>
                  <a:gd name="connsiteX0" fmla="*/ 219345 w 849582"/>
                  <a:gd name="connsiteY0" fmla="*/ 125035 h 2025272"/>
                  <a:gd name="connsiteX1" fmla="*/ 720995 w 849582"/>
                  <a:gd name="connsiteY1" fmla="*/ 236159 h 2025272"/>
                  <a:gd name="connsiteX2" fmla="*/ 819420 w 849582"/>
                  <a:gd name="connsiteY2" fmla="*/ 586997 h 2025272"/>
                  <a:gd name="connsiteX3" fmla="*/ 849582 w 849582"/>
                  <a:gd name="connsiteY3" fmla="*/ 2025272 h 2025272"/>
                  <a:gd name="connsiteX4" fmla="*/ 468582 w 849582"/>
                  <a:gd name="connsiteY4" fmla="*/ 2025272 h 2025272"/>
                  <a:gd name="connsiteX5" fmla="*/ 381270 w 849582"/>
                  <a:gd name="connsiteY5" fmla="*/ 1577597 h 2025272"/>
                  <a:gd name="connsiteX6" fmla="*/ 309832 w 849582"/>
                  <a:gd name="connsiteY6" fmla="*/ 1415672 h 2025272"/>
                  <a:gd name="connsiteX7" fmla="*/ 200295 w 849582"/>
                  <a:gd name="connsiteY7" fmla="*/ 1229935 h 2025272"/>
                  <a:gd name="connsiteX8" fmla="*/ 52658 w 849582"/>
                  <a:gd name="connsiteY8" fmla="*/ 944185 h 2025272"/>
                  <a:gd name="connsiteX9" fmla="*/ 271 w 849582"/>
                  <a:gd name="connsiteY9" fmla="*/ 658435 h 2025272"/>
                  <a:gd name="connsiteX10" fmla="*/ 43133 w 849582"/>
                  <a:gd name="connsiteY10" fmla="*/ 382210 h 2025272"/>
                  <a:gd name="connsiteX11" fmla="*/ 219345 w 849582"/>
                  <a:gd name="connsiteY11" fmla="*/ 125035 h 2025272"/>
                  <a:gd name="connsiteX0" fmla="*/ 219345 w 849582"/>
                  <a:gd name="connsiteY0" fmla="*/ 125035 h 2025272"/>
                  <a:gd name="connsiteX1" fmla="*/ 720995 w 849582"/>
                  <a:gd name="connsiteY1" fmla="*/ 236159 h 2025272"/>
                  <a:gd name="connsiteX2" fmla="*/ 819420 w 849582"/>
                  <a:gd name="connsiteY2" fmla="*/ 586997 h 2025272"/>
                  <a:gd name="connsiteX3" fmla="*/ 805132 w 849582"/>
                  <a:gd name="connsiteY3" fmla="*/ 787022 h 2025272"/>
                  <a:gd name="connsiteX4" fmla="*/ 849582 w 849582"/>
                  <a:gd name="connsiteY4" fmla="*/ 2025272 h 2025272"/>
                  <a:gd name="connsiteX5" fmla="*/ 468582 w 849582"/>
                  <a:gd name="connsiteY5" fmla="*/ 2025272 h 2025272"/>
                  <a:gd name="connsiteX6" fmla="*/ 381270 w 849582"/>
                  <a:gd name="connsiteY6" fmla="*/ 1577597 h 2025272"/>
                  <a:gd name="connsiteX7" fmla="*/ 309832 w 849582"/>
                  <a:gd name="connsiteY7" fmla="*/ 1415672 h 2025272"/>
                  <a:gd name="connsiteX8" fmla="*/ 200295 w 849582"/>
                  <a:gd name="connsiteY8" fmla="*/ 1229935 h 2025272"/>
                  <a:gd name="connsiteX9" fmla="*/ 52658 w 849582"/>
                  <a:gd name="connsiteY9" fmla="*/ 944185 h 2025272"/>
                  <a:gd name="connsiteX10" fmla="*/ 271 w 849582"/>
                  <a:gd name="connsiteY10" fmla="*/ 658435 h 2025272"/>
                  <a:gd name="connsiteX11" fmla="*/ 43133 w 849582"/>
                  <a:gd name="connsiteY11" fmla="*/ 382210 h 2025272"/>
                  <a:gd name="connsiteX12" fmla="*/ 219345 w 849582"/>
                  <a:gd name="connsiteY12" fmla="*/ 125035 h 2025272"/>
                  <a:gd name="connsiteX0" fmla="*/ 219345 w 849582"/>
                  <a:gd name="connsiteY0" fmla="*/ 125035 h 2025272"/>
                  <a:gd name="connsiteX1" fmla="*/ 720995 w 849582"/>
                  <a:gd name="connsiteY1" fmla="*/ 236159 h 2025272"/>
                  <a:gd name="connsiteX2" fmla="*/ 819420 w 849582"/>
                  <a:gd name="connsiteY2" fmla="*/ 586997 h 2025272"/>
                  <a:gd name="connsiteX3" fmla="*/ 805132 w 849582"/>
                  <a:gd name="connsiteY3" fmla="*/ 787022 h 2025272"/>
                  <a:gd name="connsiteX4" fmla="*/ 776557 w 849582"/>
                  <a:gd name="connsiteY4" fmla="*/ 1053722 h 2025272"/>
                  <a:gd name="connsiteX5" fmla="*/ 849582 w 849582"/>
                  <a:gd name="connsiteY5" fmla="*/ 2025272 h 2025272"/>
                  <a:gd name="connsiteX6" fmla="*/ 468582 w 849582"/>
                  <a:gd name="connsiteY6" fmla="*/ 2025272 h 2025272"/>
                  <a:gd name="connsiteX7" fmla="*/ 381270 w 849582"/>
                  <a:gd name="connsiteY7" fmla="*/ 1577597 h 2025272"/>
                  <a:gd name="connsiteX8" fmla="*/ 309832 w 849582"/>
                  <a:gd name="connsiteY8" fmla="*/ 1415672 h 2025272"/>
                  <a:gd name="connsiteX9" fmla="*/ 200295 w 849582"/>
                  <a:gd name="connsiteY9" fmla="*/ 1229935 h 2025272"/>
                  <a:gd name="connsiteX10" fmla="*/ 52658 w 849582"/>
                  <a:gd name="connsiteY10" fmla="*/ 944185 h 2025272"/>
                  <a:gd name="connsiteX11" fmla="*/ 271 w 849582"/>
                  <a:gd name="connsiteY11" fmla="*/ 658435 h 2025272"/>
                  <a:gd name="connsiteX12" fmla="*/ 43133 w 849582"/>
                  <a:gd name="connsiteY12" fmla="*/ 382210 h 2025272"/>
                  <a:gd name="connsiteX13" fmla="*/ 219345 w 849582"/>
                  <a:gd name="connsiteY13" fmla="*/ 125035 h 2025272"/>
                  <a:gd name="connsiteX0" fmla="*/ 219345 w 849582"/>
                  <a:gd name="connsiteY0" fmla="*/ 125035 h 2025272"/>
                  <a:gd name="connsiteX1" fmla="*/ 720995 w 849582"/>
                  <a:gd name="connsiteY1" fmla="*/ 236159 h 2025272"/>
                  <a:gd name="connsiteX2" fmla="*/ 819420 w 849582"/>
                  <a:gd name="connsiteY2" fmla="*/ 586997 h 2025272"/>
                  <a:gd name="connsiteX3" fmla="*/ 805132 w 849582"/>
                  <a:gd name="connsiteY3" fmla="*/ 787022 h 2025272"/>
                  <a:gd name="connsiteX4" fmla="*/ 776557 w 849582"/>
                  <a:gd name="connsiteY4" fmla="*/ 1053722 h 2025272"/>
                  <a:gd name="connsiteX5" fmla="*/ 809895 w 849582"/>
                  <a:gd name="connsiteY5" fmla="*/ 1348997 h 2025272"/>
                  <a:gd name="connsiteX6" fmla="*/ 849582 w 849582"/>
                  <a:gd name="connsiteY6" fmla="*/ 2025272 h 2025272"/>
                  <a:gd name="connsiteX7" fmla="*/ 468582 w 849582"/>
                  <a:gd name="connsiteY7" fmla="*/ 2025272 h 2025272"/>
                  <a:gd name="connsiteX8" fmla="*/ 381270 w 849582"/>
                  <a:gd name="connsiteY8" fmla="*/ 1577597 h 2025272"/>
                  <a:gd name="connsiteX9" fmla="*/ 309832 w 849582"/>
                  <a:gd name="connsiteY9" fmla="*/ 1415672 h 2025272"/>
                  <a:gd name="connsiteX10" fmla="*/ 200295 w 849582"/>
                  <a:gd name="connsiteY10" fmla="*/ 1229935 h 2025272"/>
                  <a:gd name="connsiteX11" fmla="*/ 52658 w 849582"/>
                  <a:gd name="connsiteY11" fmla="*/ 944185 h 2025272"/>
                  <a:gd name="connsiteX12" fmla="*/ 271 w 849582"/>
                  <a:gd name="connsiteY12" fmla="*/ 658435 h 2025272"/>
                  <a:gd name="connsiteX13" fmla="*/ 43133 w 849582"/>
                  <a:gd name="connsiteY13" fmla="*/ 382210 h 2025272"/>
                  <a:gd name="connsiteX14" fmla="*/ 219345 w 849582"/>
                  <a:gd name="connsiteY14" fmla="*/ 125035 h 2025272"/>
                  <a:gd name="connsiteX0" fmla="*/ 219345 w 819522"/>
                  <a:gd name="connsiteY0" fmla="*/ 125035 h 2025272"/>
                  <a:gd name="connsiteX1" fmla="*/ 720995 w 819522"/>
                  <a:gd name="connsiteY1" fmla="*/ 236159 h 2025272"/>
                  <a:gd name="connsiteX2" fmla="*/ 819420 w 819522"/>
                  <a:gd name="connsiteY2" fmla="*/ 586997 h 2025272"/>
                  <a:gd name="connsiteX3" fmla="*/ 805132 w 819522"/>
                  <a:gd name="connsiteY3" fmla="*/ 787022 h 2025272"/>
                  <a:gd name="connsiteX4" fmla="*/ 776557 w 819522"/>
                  <a:gd name="connsiteY4" fmla="*/ 1053722 h 2025272"/>
                  <a:gd name="connsiteX5" fmla="*/ 809895 w 819522"/>
                  <a:gd name="connsiteY5" fmla="*/ 1348997 h 2025272"/>
                  <a:gd name="connsiteX6" fmla="*/ 468582 w 819522"/>
                  <a:gd name="connsiteY6" fmla="*/ 2025272 h 2025272"/>
                  <a:gd name="connsiteX7" fmla="*/ 381270 w 819522"/>
                  <a:gd name="connsiteY7" fmla="*/ 1577597 h 2025272"/>
                  <a:gd name="connsiteX8" fmla="*/ 309832 w 819522"/>
                  <a:gd name="connsiteY8" fmla="*/ 1415672 h 2025272"/>
                  <a:gd name="connsiteX9" fmla="*/ 200295 w 819522"/>
                  <a:gd name="connsiteY9" fmla="*/ 1229935 h 2025272"/>
                  <a:gd name="connsiteX10" fmla="*/ 52658 w 819522"/>
                  <a:gd name="connsiteY10" fmla="*/ 944185 h 2025272"/>
                  <a:gd name="connsiteX11" fmla="*/ 271 w 819522"/>
                  <a:gd name="connsiteY11" fmla="*/ 658435 h 2025272"/>
                  <a:gd name="connsiteX12" fmla="*/ 43133 w 819522"/>
                  <a:gd name="connsiteY12" fmla="*/ 382210 h 2025272"/>
                  <a:gd name="connsiteX13" fmla="*/ 219345 w 819522"/>
                  <a:gd name="connsiteY13" fmla="*/ 125035 h 2025272"/>
                  <a:gd name="connsiteX0" fmla="*/ 219345 w 819522"/>
                  <a:gd name="connsiteY0" fmla="*/ 125035 h 1772859"/>
                  <a:gd name="connsiteX1" fmla="*/ 720995 w 819522"/>
                  <a:gd name="connsiteY1" fmla="*/ 236159 h 1772859"/>
                  <a:gd name="connsiteX2" fmla="*/ 819420 w 819522"/>
                  <a:gd name="connsiteY2" fmla="*/ 586997 h 1772859"/>
                  <a:gd name="connsiteX3" fmla="*/ 805132 w 819522"/>
                  <a:gd name="connsiteY3" fmla="*/ 787022 h 1772859"/>
                  <a:gd name="connsiteX4" fmla="*/ 776557 w 819522"/>
                  <a:gd name="connsiteY4" fmla="*/ 1053722 h 1772859"/>
                  <a:gd name="connsiteX5" fmla="*/ 809895 w 819522"/>
                  <a:gd name="connsiteY5" fmla="*/ 1348997 h 1772859"/>
                  <a:gd name="connsiteX6" fmla="*/ 673370 w 819522"/>
                  <a:gd name="connsiteY6" fmla="*/ 1772859 h 1772859"/>
                  <a:gd name="connsiteX7" fmla="*/ 381270 w 819522"/>
                  <a:gd name="connsiteY7" fmla="*/ 1577597 h 1772859"/>
                  <a:gd name="connsiteX8" fmla="*/ 309832 w 819522"/>
                  <a:gd name="connsiteY8" fmla="*/ 1415672 h 1772859"/>
                  <a:gd name="connsiteX9" fmla="*/ 200295 w 819522"/>
                  <a:gd name="connsiteY9" fmla="*/ 1229935 h 1772859"/>
                  <a:gd name="connsiteX10" fmla="*/ 52658 w 819522"/>
                  <a:gd name="connsiteY10" fmla="*/ 944185 h 1772859"/>
                  <a:gd name="connsiteX11" fmla="*/ 271 w 819522"/>
                  <a:gd name="connsiteY11" fmla="*/ 658435 h 1772859"/>
                  <a:gd name="connsiteX12" fmla="*/ 43133 w 819522"/>
                  <a:gd name="connsiteY12" fmla="*/ 382210 h 1772859"/>
                  <a:gd name="connsiteX13" fmla="*/ 219345 w 819522"/>
                  <a:gd name="connsiteY13" fmla="*/ 125035 h 1772859"/>
                  <a:gd name="connsiteX0" fmla="*/ 219345 w 819522"/>
                  <a:gd name="connsiteY0" fmla="*/ 125035 h 1772859"/>
                  <a:gd name="connsiteX1" fmla="*/ 720995 w 819522"/>
                  <a:gd name="connsiteY1" fmla="*/ 236159 h 1772859"/>
                  <a:gd name="connsiteX2" fmla="*/ 819420 w 819522"/>
                  <a:gd name="connsiteY2" fmla="*/ 586997 h 1772859"/>
                  <a:gd name="connsiteX3" fmla="*/ 805132 w 819522"/>
                  <a:gd name="connsiteY3" fmla="*/ 787022 h 1772859"/>
                  <a:gd name="connsiteX4" fmla="*/ 776557 w 819522"/>
                  <a:gd name="connsiteY4" fmla="*/ 1053722 h 1772859"/>
                  <a:gd name="connsiteX5" fmla="*/ 809895 w 819522"/>
                  <a:gd name="connsiteY5" fmla="*/ 1348997 h 1772859"/>
                  <a:gd name="connsiteX6" fmla="*/ 673370 w 819522"/>
                  <a:gd name="connsiteY6" fmla="*/ 1772859 h 1772859"/>
                  <a:gd name="connsiteX7" fmla="*/ 381270 w 819522"/>
                  <a:gd name="connsiteY7" fmla="*/ 1577597 h 1772859"/>
                  <a:gd name="connsiteX8" fmla="*/ 309832 w 819522"/>
                  <a:gd name="connsiteY8" fmla="*/ 1415672 h 1772859"/>
                  <a:gd name="connsiteX9" fmla="*/ 200295 w 819522"/>
                  <a:gd name="connsiteY9" fmla="*/ 1229935 h 1772859"/>
                  <a:gd name="connsiteX10" fmla="*/ 52658 w 819522"/>
                  <a:gd name="connsiteY10" fmla="*/ 944185 h 1772859"/>
                  <a:gd name="connsiteX11" fmla="*/ 271 w 819522"/>
                  <a:gd name="connsiteY11" fmla="*/ 658435 h 1772859"/>
                  <a:gd name="connsiteX12" fmla="*/ 43133 w 819522"/>
                  <a:gd name="connsiteY12" fmla="*/ 382210 h 1772859"/>
                  <a:gd name="connsiteX13" fmla="*/ 219345 w 819522"/>
                  <a:gd name="connsiteY13" fmla="*/ 125035 h 1772859"/>
                  <a:gd name="connsiteX0" fmla="*/ 219345 w 819522"/>
                  <a:gd name="connsiteY0" fmla="*/ 125035 h 1777273"/>
                  <a:gd name="connsiteX1" fmla="*/ 720995 w 819522"/>
                  <a:gd name="connsiteY1" fmla="*/ 236159 h 1777273"/>
                  <a:gd name="connsiteX2" fmla="*/ 819420 w 819522"/>
                  <a:gd name="connsiteY2" fmla="*/ 586997 h 1777273"/>
                  <a:gd name="connsiteX3" fmla="*/ 805132 w 819522"/>
                  <a:gd name="connsiteY3" fmla="*/ 787022 h 1777273"/>
                  <a:gd name="connsiteX4" fmla="*/ 776557 w 819522"/>
                  <a:gd name="connsiteY4" fmla="*/ 1053722 h 1777273"/>
                  <a:gd name="connsiteX5" fmla="*/ 809895 w 819522"/>
                  <a:gd name="connsiteY5" fmla="*/ 1348997 h 1777273"/>
                  <a:gd name="connsiteX6" fmla="*/ 673370 w 819522"/>
                  <a:gd name="connsiteY6" fmla="*/ 1772859 h 1777273"/>
                  <a:gd name="connsiteX7" fmla="*/ 381270 w 819522"/>
                  <a:gd name="connsiteY7" fmla="*/ 1577597 h 1777273"/>
                  <a:gd name="connsiteX8" fmla="*/ 309832 w 819522"/>
                  <a:gd name="connsiteY8" fmla="*/ 1415672 h 1777273"/>
                  <a:gd name="connsiteX9" fmla="*/ 200295 w 819522"/>
                  <a:gd name="connsiteY9" fmla="*/ 1229935 h 1777273"/>
                  <a:gd name="connsiteX10" fmla="*/ 52658 w 819522"/>
                  <a:gd name="connsiteY10" fmla="*/ 944185 h 1777273"/>
                  <a:gd name="connsiteX11" fmla="*/ 271 w 819522"/>
                  <a:gd name="connsiteY11" fmla="*/ 658435 h 1777273"/>
                  <a:gd name="connsiteX12" fmla="*/ 43133 w 819522"/>
                  <a:gd name="connsiteY12" fmla="*/ 382210 h 1777273"/>
                  <a:gd name="connsiteX13" fmla="*/ 219345 w 819522"/>
                  <a:gd name="connsiteY13" fmla="*/ 125035 h 1777273"/>
                  <a:gd name="connsiteX0" fmla="*/ 219345 w 835096"/>
                  <a:gd name="connsiteY0" fmla="*/ 125035 h 1777273"/>
                  <a:gd name="connsiteX1" fmla="*/ 720995 w 835096"/>
                  <a:gd name="connsiteY1" fmla="*/ 236159 h 1777273"/>
                  <a:gd name="connsiteX2" fmla="*/ 819420 w 835096"/>
                  <a:gd name="connsiteY2" fmla="*/ 586997 h 1777273"/>
                  <a:gd name="connsiteX3" fmla="*/ 805132 w 835096"/>
                  <a:gd name="connsiteY3" fmla="*/ 787022 h 1777273"/>
                  <a:gd name="connsiteX4" fmla="*/ 776557 w 835096"/>
                  <a:gd name="connsiteY4" fmla="*/ 1053722 h 1777273"/>
                  <a:gd name="connsiteX5" fmla="*/ 809895 w 835096"/>
                  <a:gd name="connsiteY5" fmla="*/ 1348997 h 1777273"/>
                  <a:gd name="connsiteX6" fmla="*/ 673370 w 835096"/>
                  <a:gd name="connsiteY6" fmla="*/ 1772859 h 1777273"/>
                  <a:gd name="connsiteX7" fmla="*/ 381270 w 835096"/>
                  <a:gd name="connsiteY7" fmla="*/ 1577597 h 1777273"/>
                  <a:gd name="connsiteX8" fmla="*/ 309832 w 835096"/>
                  <a:gd name="connsiteY8" fmla="*/ 1415672 h 1777273"/>
                  <a:gd name="connsiteX9" fmla="*/ 200295 w 835096"/>
                  <a:gd name="connsiteY9" fmla="*/ 1229935 h 1777273"/>
                  <a:gd name="connsiteX10" fmla="*/ 52658 w 835096"/>
                  <a:gd name="connsiteY10" fmla="*/ 944185 h 1777273"/>
                  <a:gd name="connsiteX11" fmla="*/ 271 w 835096"/>
                  <a:gd name="connsiteY11" fmla="*/ 658435 h 1777273"/>
                  <a:gd name="connsiteX12" fmla="*/ 43133 w 835096"/>
                  <a:gd name="connsiteY12" fmla="*/ 382210 h 1777273"/>
                  <a:gd name="connsiteX13" fmla="*/ 219345 w 835096"/>
                  <a:gd name="connsiteY13" fmla="*/ 125035 h 1777273"/>
                  <a:gd name="connsiteX0" fmla="*/ 219345 w 835096"/>
                  <a:gd name="connsiteY0" fmla="*/ 125035 h 1777273"/>
                  <a:gd name="connsiteX1" fmla="*/ 720995 w 835096"/>
                  <a:gd name="connsiteY1" fmla="*/ 236159 h 1777273"/>
                  <a:gd name="connsiteX2" fmla="*/ 819420 w 835096"/>
                  <a:gd name="connsiteY2" fmla="*/ 586997 h 1777273"/>
                  <a:gd name="connsiteX3" fmla="*/ 805132 w 835096"/>
                  <a:gd name="connsiteY3" fmla="*/ 787022 h 1777273"/>
                  <a:gd name="connsiteX4" fmla="*/ 776557 w 835096"/>
                  <a:gd name="connsiteY4" fmla="*/ 1053722 h 1777273"/>
                  <a:gd name="connsiteX5" fmla="*/ 809895 w 835096"/>
                  <a:gd name="connsiteY5" fmla="*/ 1348997 h 1777273"/>
                  <a:gd name="connsiteX6" fmla="*/ 673370 w 835096"/>
                  <a:gd name="connsiteY6" fmla="*/ 1772859 h 1777273"/>
                  <a:gd name="connsiteX7" fmla="*/ 381270 w 835096"/>
                  <a:gd name="connsiteY7" fmla="*/ 1577597 h 1777273"/>
                  <a:gd name="connsiteX8" fmla="*/ 309832 w 835096"/>
                  <a:gd name="connsiteY8" fmla="*/ 1415672 h 1777273"/>
                  <a:gd name="connsiteX9" fmla="*/ 200295 w 835096"/>
                  <a:gd name="connsiteY9" fmla="*/ 1229935 h 1777273"/>
                  <a:gd name="connsiteX10" fmla="*/ 52658 w 835096"/>
                  <a:gd name="connsiteY10" fmla="*/ 944185 h 1777273"/>
                  <a:gd name="connsiteX11" fmla="*/ 271 w 835096"/>
                  <a:gd name="connsiteY11" fmla="*/ 658435 h 1777273"/>
                  <a:gd name="connsiteX12" fmla="*/ 43133 w 835096"/>
                  <a:gd name="connsiteY12" fmla="*/ 382210 h 1777273"/>
                  <a:gd name="connsiteX13" fmla="*/ 219345 w 835096"/>
                  <a:gd name="connsiteY13" fmla="*/ 125035 h 1777273"/>
                  <a:gd name="connsiteX0" fmla="*/ 219345 w 844079"/>
                  <a:gd name="connsiteY0" fmla="*/ 125035 h 1777273"/>
                  <a:gd name="connsiteX1" fmla="*/ 720995 w 844079"/>
                  <a:gd name="connsiteY1" fmla="*/ 236159 h 1777273"/>
                  <a:gd name="connsiteX2" fmla="*/ 819420 w 844079"/>
                  <a:gd name="connsiteY2" fmla="*/ 586997 h 1777273"/>
                  <a:gd name="connsiteX3" fmla="*/ 805132 w 844079"/>
                  <a:gd name="connsiteY3" fmla="*/ 787022 h 1777273"/>
                  <a:gd name="connsiteX4" fmla="*/ 776557 w 844079"/>
                  <a:gd name="connsiteY4" fmla="*/ 1053722 h 1777273"/>
                  <a:gd name="connsiteX5" fmla="*/ 809895 w 844079"/>
                  <a:gd name="connsiteY5" fmla="*/ 1348997 h 1777273"/>
                  <a:gd name="connsiteX6" fmla="*/ 673370 w 844079"/>
                  <a:gd name="connsiteY6" fmla="*/ 1772859 h 1777273"/>
                  <a:gd name="connsiteX7" fmla="*/ 381270 w 844079"/>
                  <a:gd name="connsiteY7" fmla="*/ 1577597 h 1777273"/>
                  <a:gd name="connsiteX8" fmla="*/ 309832 w 844079"/>
                  <a:gd name="connsiteY8" fmla="*/ 1415672 h 1777273"/>
                  <a:gd name="connsiteX9" fmla="*/ 200295 w 844079"/>
                  <a:gd name="connsiteY9" fmla="*/ 1229935 h 1777273"/>
                  <a:gd name="connsiteX10" fmla="*/ 52658 w 844079"/>
                  <a:gd name="connsiteY10" fmla="*/ 944185 h 1777273"/>
                  <a:gd name="connsiteX11" fmla="*/ 271 w 844079"/>
                  <a:gd name="connsiteY11" fmla="*/ 658435 h 1777273"/>
                  <a:gd name="connsiteX12" fmla="*/ 43133 w 844079"/>
                  <a:gd name="connsiteY12" fmla="*/ 382210 h 1777273"/>
                  <a:gd name="connsiteX13" fmla="*/ 219345 w 844079"/>
                  <a:gd name="connsiteY13" fmla="*/ 125035 h 1777273"/>
                  <a:gd name="connsiteX0" fmla="*/ 219345 w 856265"/>
                  <a:gd name="connsiteY0" fmla="*/ 125035 h 1777273"/>
                  <a:gd name="connsiteX1" fmla="*/ 720995 w 856265"/>
                  <a:gd name="connsiteY1" fmla="*/ 236159 h 1777273"/>
                  <a:gd name="connsiteX2" fmla="*/ 819420 w 856265"/>
                  <a:gd name="connsiteY2" fmla="*/ 586997 h 1777273"/>
                  <a:gd name="connsiteX3" fmla="*/ 805132 w 856265"/>
                  <a:gd name="connsiteY3" fmla="*/ 787022 h 1777273"/>
                  <a:gd name="connsiteX4" fmla="*/ 776557 w 856265"/>
                  <a:gd name="connsiteY4" fmla="*/ 1053722 h 1777273"/>
                  <a:gd name="connsiteX5" fmla="*/ 809895 w 856265"/>
                  <a:gd name="connsiteY5" fmla="*/ 1348997 h 1777273"/>
                  <a:gd name="connsiteX6" fmla="*/ 673370 w 856265"/>
                  <a:gd name="connsiteY6" fmla="*/ 1772859 h 1777273"/>
                  <a:gd name="connsiteX7" fmla="*/ 381270 w 856265"/>
                  <a:gd name="connsiteY7" fmla="*/ 1577597 h 1777273"/>
                  <a:gd name="connsiteX8" fmla="*/ 309832 w 856265"/>
                  <a:gd name="connsiteY8" fmla="*/ 1415672 h 1777273"/>
                  <a:gd name="connsiteX9" fmla="*/ 200295 w 856265"/>
                  <a:gd name="connsiteY9" fmla="*/ 1229935 h 1777273"/>
                  <a:gd name="connsiteX10" fmla="*/ 52658 w 856265"/>
                  <a:gd name="connsiteY10" fmla="*/ 944185 h 1777273"/>
                  <a:gd name="connsiteX11" fmla="*/ 271 w 856265"/>
                  <a:gd name="connsiteY11" fmla="*/ 658435 h 1777273"/>
                  <a:gd name="connsiteX12" fmla="*/ 43133 w 856265"/>
                  <a:gd name="connsiteY12" fmla="*/ 382210 h 1777273"/>
                  <a:gd name="connsiteX13" fmla="*/ 219345 w 856265"/>
                  <a:gd name="connsiteY13" fmla="*/ 125035 h 1777273"/>
                  <a:gd name="connsiteX0" fmla="*/ 219345 w 856265"/>
                  <a:gd name="connsiteY0" fmla="*/ 125035 h 1777273"/>
                  <a:gd name="connsiteX1" fmla="*/ 720995 w 856265"/>
                  <a:gd name="connsiteY1" fmla="*/ 236159 h 1777273"/>
                  <a:gd name="connsiteX2" fmla="*/ 819420 w 856265"/>
                  <a:gd name="connsiteY2" fmla="*/ 586997 h 1777273"/>
                  <a:gd name="connsiteX3" fmla="*/ 805132 w 856265"/>
                  <a:gd name="connsiteY3" fmla="*/ 787022 h 1777273"/>
                  <a:gd name="connsiteX4" fmla="*/ 776557 w 856265"/>
                  <a:gd name="connsiteY4" fmla="*/ 1053722 h 1777273"/>
                  <a:gd name="connsiteX5" fmla="*/ 809895 w 856265"/>
                  <a:gd name="connsiteY5" fmla="*/ 1348997 h 1777273"/>
                  <a:gd name="connsiteX6" fmla="*/ 673370 w 856265"/>
                  <a:gd name="connsiteY6" fmla="*/ 1772859 h 1777273"/>
                  <a:gd name="connsiteX7" fmla="*/ 381270 w 856265"/>
                  <a:gd name="connsiteY7" fmla="*/ 1577597 h 1777273"/>
                  <a:gd name="connsiteX8" fmla="*/ 309832 w 856265"/>
                  <a:gd name="connsiteY8" fmla="*/ 1415672 h 1777273"/>
                  <a:gd name="connsiteX9" fmla="*/ 200295 w 856265"/>
                  <a:gd name="connsiteY9" fmla="*/ 1229935 h 1777273"/>
                  <a:gd name="connsiteX10" fmla="*/ 52658 w 856265"/>
                  <a:gd name="connsiteY10" fmla="*/ 944185 h 1777273"/>
                  <a:gd name="connsiteX11" fmla="*/ 271 w 856265"/>
                  <a:gd name="connsiteY11" fmla="*/ 658435 h 1777273"/>
                  <a:gd name="connsiteX12" fmla="*/ 43133 w 856265"/>
                  <a:gd name="connsiteY12" fmla="*/ 382210 h 1777273"/>
                  <a:gd name="connsiteX13" fmla="*/ 219345 w 856265"/>
                  <a:gd name="connsiteY13" fmla="*/ 125035 h 1777273"/>
                  <a:gd name="connsiteX0" fmla="*/ 238395 w 856265"/>
                  <a:gd name="connsiteY0" fmla="*/ 134237 h 1762662"/>
                  <a:gd name="connsiteX1" fmla="*/ 720995 w 856265"/>
                  <a:gd name="connsiteY1" fmla="*/ 221548 h 1762662"/>
                  <a:gd name="connsiteX2" fmla="*/ 819420 w 856265"/>
                  <a:gd name="connsiteY2" fmla="*/ 572386 h 1762662"/>
                  <a:gd name="connsiteX3" fmla="*/ 805132 w 856265"/>
                  <a:gd name="connsiteY3" fmla="*/ 772411 h 1762662"/>
                  <a:gd name="connsiteX4" fmla="*/ 776557 w 856265"/>
                  <a:gd name="connsiteY4" fmla="*/ 1039111 h 1762662"/>
                  <a:gd name="connsiteX5" fmla="*/ 809895 w 856265"/>
                  <a:gd name="connsiteY5" fmla="*/ 1334386 h 1762662"/>
                  <a:gd name="connsiteX6" fmla="*/ 673370 w 856265"/>
                  <a:gd name="connsiteY6" fmla="*/ 1758248 h 1762662"/>
                  <a:gd name="connsiteX7" fmla="*/ 381270 w 856265"/>
                  <a:gd name="connsiteY7" fmla="*/ 1562986 h 1762662"/>
                  <a:gd name="connsiteX8" fmla="*/ 309832 w 856265"/>
                  <a:gd name="connsiteY8" fmla="*/ 1401061 h 1762662"/>
                  <a:gd name="connsiteX9" fmla="*/ 200295 w 856265"/>
                  <a:gd name="connsiteY9" fmla="*/ 1215324 h 1762662"/>
                  <a:gd name="connsiteX10" fmla="*/ 52658 w 856265"/>
                  <a:gd name="connsiteY10" fmla="*/ 929574 h 1762662"/>
                  <a:gd name="connsiteX11" fmla="*/ 271 w 856265"/>
                  <a:gd name="connsiteY11" fmla="*/ 643824 h 1762662"/>
                  <a:gd name="connsiteX12" fmla="*/ 43133 w 856265"/>
                  <a:gd name="connsiteY12" fmla="*/ 367599 h 1762662"/>
                  <a:gd name="connsiteX13" fmla="*/ 238395 w 856265"/>
                  <a:gd name="connsiteY13" fmla="*/ 134237 h 1762662"/>
                  <a:gd name="connsiteX0" fmla="*/ 238395 w 856265"/>
                  <a:gd name="connsiteY0" fmla="*/ 184774 h 1813199"/>
                  <a:gd name="connsiteX1" fmla="*/ 720995 w 856265"/>
                  <a:gd name="connsiteY1" fmla="*/ 272085 h 1813199"/>
                  <a:gd name="connsiteX2" fmla="*/ 819420 w 856265"/>
                  <a:gd name="connsiteY2" fmla="*/ 622923 h 1813199"/>
                  <a:gd name="connsiteX3" fmla="*/ 805132 w 856265"/>
                  <a:gd name="connsiteY3" fmla="*/ 822948 h 1813199"/>
                  <a:gd name="connsiteX4" fmla="*/ 776557 w 856265"/>
                  <a:gd name="connsiteY4" fmla="*/ 1089648 h 1813199"/>
                  <a:gd name="connsiteX5" fmla="*/ 809895 w 856265"/>
                  <a:gd name="connsiteY5" fmla="*/ 1384923 h 1813199"/>
                  <a:gd name="connsiteX6" fmla="*/ 673370 w 856265"/>
                  <a:gd name="connsiteY6" fmla="*/ 1808785 h 1813199"/>
                  <a:gd name="connsiteX7" fmla="*/ 381270 w 856265"/>
                  <a:gd name="connsiteY7" fmla="*/ 1613523 h 1813199"/>
                  <a:gd name="connsiteX8" fmla="*/ 309832 w 856265"/>
                  <a:gd name="connsiteY8" fmla="*/ 1451598 h 1813199"/>
                  <a:gd name="connsiteX9" fmla="*/ 200295 w 856265"/>
                  <a:gd name="connsiteY9" fmla="*/ 1265861 h 1813199"/>
                  <a:gd name="connsiteX10" fmla="*/ 52658 w 856265"/>
                  <a:gd name="connsiteY10" fmla="*/ 980111 h 1813199"/>
                  <a:gd name="connsiteX11" fmla="*/ 271 w 856265"/>
                  <a:gd name="connsiteY11" fmla="*/ 694361 h 1813199"/>
                  <a:gd name="connsiteX12" fmla="*/ 43133 w 856265"/>
                  <a:gd name="connsiteY12" fmla="*/ 418136 h 1813199"/>
                  <a:gd name="connsiteX13" fmla="*/ 238395 w 856265"/>
                  <a:gd name="connsiteY13" fmla="*/ 184774 h 1813199"/>
                  <a:gd name="connsiteX0" fmla="*/ 276282 w 894152"/>
                  <a:gd name="connsiteY0" fmla="*/ 184774 h 1813199"/>
                  <a:gd name="connsiteX1" fmla="*/ 758882 w 894152"/>
                  <a:gd name="connsiteY1" fmla="*/ 272085 h 1813199"/>
                  <a:gd name="connsiteX2" fmla="*/ 857307 w 894152"/>
                  <a:gd name="connsiteY2" fmla="*/ 622923 h 1813199"/>
                  <a:gd name="connsiteX3" fmla="*/ 843019 w 894152"/>
                  <a:gd name="connsiteY3" fmla="*/ 822948 h 1813199"/>
                  <a:gd name="connsiteX4" fmla="*/ 814444 w 894152"/>
                  <a:gd name="connsiteY4" fmla="*/ 1089648 h 1813199"/>
                  <a:gd name="connsiteX5" fmla="*/ 847782 w 894152"/>
                  <a:gd name="connsiteY5" fmla="*/ 1384923 h 1813199"/>
                  <a:gd name="connsiteX6" fmla="*/ 711257 w 894152"/>
                  <a:gd name="connsiteY6" fmla="*/ 1808785 h 1813199"/>
                  <a:gd name="connsiteX7" fmla="*/ 419157 w 894152"/>
                  <a:gd name="connsiteY7" fmla="*/ 1613523 h 1813199"/>
                  <a:gd name="connsiteX8" fmla="*/ 347719 w 894152"/>
                  <a:gd name="connsiteY8" fmla="*/ 1451598 h 1813199"/>
                  <a:gd name="connsiteX9" fmla="*/ 238182 w 894152"/>
                  <a:gd name="connsiteY9" fmla="*/ 1265861 h 1813199"/>
                  <a:gd name="connsiteX10" fmla="*/ 90545 w 894152"/>
                  <a:gd name="connsiteY10" fmla="*/ 980111 h 1813199"/>
                  <a:gd name="connsiteX11" fmla="*/ 38158 w 894152"/>
                  <a:gd name="connsiteY11" fmla="*/ 694361 h 1813199"/>
                  <a:gd name="connsiteX12" fmla="*/ 81020 w 894152"/>
                  <a:gd name="connsiteY12" fmla="*/ 418136 h 1813199"/>
                  <a:gd name="connsiteX13" fmla="*/ 276282 w 894152"/>
                  <a:gd name="connsiteY13" fmla="*/ 184774 h 1813199"/>
                  <a:gd name="connsiteX0" fmla="*/ 276282 w 894152"/>
                  <a:gd name="connsiteY0" fmla="*/ 184774 h 1813199"/>
                  <a:gd name="connsiteX1" fmla="*/ 758882 w 894152"/>
                  <a:gd name="connsiteY1" fmla="*/ 272085 h 1813199"/>
                  <a:gd name="connsiteX2" fmla="*/ 857307 w 894152"/>
                  <a:gd name="connsiteY2" fmla="*/ 622923 h 1813199"/>
                  <a:gd name="connsiteX3" fmla="*/ 843019 w 894152"/>
                  <a:gd name="connsiteY3" fmla="*/ 822948 h 1813199"/>
                  <a:gd name="connsiteX4" fmla="*/ 814444 w 894152"/>
                  <a:gd name="connsiteY4" fmla="*/ 1089648 h 1813199"/>
                  <a:gd name="connsiteX5" fmla="*/ 847782 w 894152"/>
                  <a:gd name="connsiteY5" fmla="*/ 1384923 h 1813199"/>
                  <a:gd name="connsiteX6" fmla="*/ 711257 w 894152"/>
                  <a:gd name="connsiteY6" fmla="*/ 1808785 h 1813199"/>
                  <a:gd name="connsiteX7" fmla="*/ 419157 w 894152"/>
                  <a:gd name="connsiteY7" fmla="*/ 1613523 h 1813199"/>
                  <a:gd name="connsiteX8" fmla="*/ 347719 w 894152"/>
                  <a:gd name="connsiteY8" fmla="*/ 1451598 h 1813199"/>
                  <a:gd name="connsiteX9" fmla="*/ 238182 w 894152"/>
                  <a:gd name="connsiteY9" fmla="*/ 1265861 h 1813199"/>
                  <a:gd name="connsiteX10" fmla="*/ 90545 w 894152"/>
                  <a:gd name="connsiteY10" fmla="*/ 980111 h 1813199"/>
                  <a:gd name="connsiteX11" fmla="*/ 38158 w 894152"/>
                  <a:gd name="connsiteY11" fmla="*/ 694361 h 1813199"/>
                  <a:gd name="connsiteX12" fmla="*/ 81020 w 894152"/>
                  <a:gd name="connsiteY12" fmla="*/ 418136 h 1813199"/>
                  <a:gd name="connsiteX13" fmla="*/ 276282 w 894152"/>
                  <a:gd name="connsiteY13" fmla="*/ 184774 h 1813199"/>
                  <a:gd name="connsiteX0" fmla="*/ 276282 w 894152"/>
                  <a:gd name="connsiteY0" fmla="*/ 184774 h 1813199"/>
                  <a:gd name="connsiteX1" fmla="*/ 758882 w 894152"/>
                  <a:gd name="connsiteY1" fmla="*/ 272085 h 1813199"/>
                  <a:gd name="connsiteX2" fmla="*/ 857307 w 894152"/>
                  <a:gd name="connsiteY2" fmla="*/ 622923 h 1813199"/>
                  <a:gd name="connsiteX3" fmla="*/ 843019 w 894152"/>
                  <a:gd name="connsiteY3" fmla="*/ 822948 h 1813199"/>
                  <a:gd name="connsiteX4" fmla="*/ 814444 w 894152"/>
                  <a:gd name="connsiteY4" fmla="*/ 1089648 h 1813199"/>
                  <a:gd name="connsiteX5" fmla="*/ 847782 w 894152"/>
                  <a:gd name="connsiteY5" fmla="*/ 1384923 h 1813199"/>
                  <a:gd name="connsiteX6" fmla="*/ 711257 w 894152"/>
                  <a:gd name="connsiteY6" fmla="*/ 1808785 h 1813199"/>
                  <a:gd name="connsiteX7" fmla="*/ 419157 w 894152"/>
                  <a:gd name="connsiteY7" fmla="*/ 1613523 h 1813199"/>
                  <a:gd name="connsiteX8" fmla="*/ 347719 w 894152"/>
                  <a:gd name="connsiteY8" fmla="*/ 1451598 h 1813199"/>
                  <a:gd name="connsiteX9" fmla="*/ 238182 w 894152"/>
                  <a:gd name="connsiteY9" fmla="*/ 1265861 h 1813199"/>
                  <a:gd name="connsiteX10" fmla="*/ 90545 w 894152"/>
                  <a:gd name="connsiteY10" fmla="*/ 980111 h 1813199"/>
                  <a:gd name="connsiteX11" fmla="*/ 38158 w 894152"/>
                  <a:gd name="connsiteY11" fmla="*/ 694361 h 1813199"/>
                  <a:gd name="connsiteX12" fmla="*/ 81020 w 894152"/>
                  <a:gd name="connsiteY12" fmla="*/ 418136 h 1813199"/>
                  <a:gd name="connsiteX13" fmla="*/ 276282 w 894152"/>
                  <a:gd name="connsiteY13" fmla="*/ 184774 h 1813199"/>
                  <a:gd name="connsiteX0" fmla="*/ 276282 w 894152"/>
                  <a:gd name="connsiteY0" fmla="*/ 184774 h 1813199"/>
                  <a:gd name="connsiteX1" fmla="*/ 758882 w 894152"/>
                  <a:gd name="connsiteY1" fmla="*/ 272085 h 1813199"/>
                  <a:gd name="connsiteX2" fmla="*/ 857307 w 894152"/>
                  <a:gd name="connsiteY2" fmla="*/ 622923 h 1813199"/>
                  <a:gd name="connsiteX3" fmla="*/ 843019 w 894152"/>
                  <a:gd name="connsiteY3" fmla="*/ 822948 h 1813199"/>
                  <a:gd name="connsiteX4" fmla="*/ 814444 w 894152"/>
                  <a:gd name="connsiteY4" fmla="*/ 1089648 h 1813199"/>
                  <a:gd name="connsiteX5" fmla="*/ 847782 w 894152"/>
                  <a:gd name="connsiteY5" fmla="*/ 1384923 h 1813199"/>
                  <a:gd name="connsiteX6" fmla="*/ 711257 w 894152"/>
                  <a:gd name="connsiteY6" fmla="*/ 1808785 h 1813199"/>
                  <a:gd name="connsiteX7" fmla="*/ 419157 w 894152"/>
                  <a:gd name="connsiteY7" fmla="*/ 1613523 h 1813199"/>
                  <a:gd name="connsiteX8" fmla="*/ 347719 w 894152"/>
                  <a:gd name="connsiteY8" fmla="*/ 1451598 h 1813199"/>
                  <a:gd name="connsiteX9" fmla="*/ 238182 w 894152"/>
                  <a:gd name="connsiteY9" fmla="*/ 1265861 h 1813199"/>
                  <a:gd name="connsiteX10" fmla="*/ 90545 w 894152"/>
                  <a:gd name="connsiteY10" fmla="*/ 980111 h 1813199"/>
                  <a:gd name="connsiteX11" fmla="*/ 38158 w 894152"/>
                  <a:gd name="connsiteY11" fmla="*/ 694361 h 1813199"/>
                  <a:gd name="connsiteX12" fmla="*/ 81020 w 894152"/>
                  <a:gd name="connsiteY12" fmla="*/ 418136 h 1813199"/>
                  <a:gd name="connsiteX13" fmla="*/ 276282 w 894152"/>
                  <a:gd name="connsiteY13" fmla="*/ 184774 h 1813199"/>
                  <a:gd name="connsiteX0" fmla="*/ 276282 w 894152"/>
                  <a:gd name="connsiteY0" fmla="*/ 165146 h 1793571"/>
                  <a:gd name="connsiteX1" fmla="*/ 758882 w 894152"/>
                  <a:gd name="connsiteY1" fmla="*/ 252457 h 1793571"/>
                  <a:gd name="connsiteX2" fmla="*/ 857307 w 894152"/>
                  <a:gd name="connsiteY2" fmla="*/ 603295 h 1793571"/>
                  <a:gd name="connsiteX3" fmla="*/ 843019 w 894152"/>
                  <a:gd name="connsiteY3" fmla="*/ 803320 h 1793571"/>
                  <a:gd name="connsiteX4" fmla="*/ 814444 w 894152"/>
                  <a:gd name="connsiteY4" fmla="*/ 1070020 h 1793571"/>
                  <a:gd name="connsiteX5" fmla="*/ 847782 w 894152"/>
                  <a:gd name="connsiteY5" fmla="*/ 1365295 h 1793571"/>
                  <a:gd name="connsiteX6" fmla="*/ 711257 w 894152"/>
                  <a:gd name="connsiteY6" fmla="*/ 1789157 h 1793571"/>
                  <a:gd name="connsiteX7" fmla="*/ 419157 w 894152"/>
                  <a:gd name="connsiteY7" fmla="*/ 1593895 h 1793571"/>
                  <a:gd name="connsiteX8" fmla="*/ 347719 w 894152"/>
                  <a:gd name="connsiteY8" fmla="*/ 1431970 h 1793571"/>
                  <a:gd name="connsiteX9" fmla="*/ 238182 w 894152"/>
                  <a:gd name="connsiteY9" fmla="*/ 1246233 h 1793571"/>
                  <a:gd name="connsiteX10" fmla="*/ 90545 w 894152"/>
                  <a:gd name="connsiteY10" fmla="*/ 960483 h 1793571"/>
                  <a:gd name="connsiteX11" fmla="*/ 38158 w 894152"/>
                  <a:gd name="connsiteY11" fmla="*/ 674733 h 1793571"/>
                  <a:gd name="connsiteX12" fmla="*/ 81020 w 894152"/>
                  <a:gd name="connsiteY12" fmla="*/ 398508 h 1793571"/>
                  <a:gd name="connsiteX13" fmla="*/ 276282 w 894152"/>
                  <a:gd name="connsiteY13" fmla="*/ 165146 h 17935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94152" h="1793571">
                    <a:moveTo>
                      <a:pt x="276282" y="165146"/>
                    </a:moveTo>
                    <a:cubicBezTo>
                      <a:pt x="519698" y="-159762"/>
                      <a:pt x="705965" y="63016"/>
                      <a:pt x="758882" y="252457"/>
                    </a:cubicBezTo>
                    <a:cubicBezTo>
                      <a:pt x="767878" y="358291"/>
                      <a:pt x="976898" y="316486"/>
                      <a:pt x="857307" y="603295"/>
                    </a:cubicBezTo>
                    <a:cubicBezTo>
                      <a:pt x="920807" y="708070"/>
                      <a:pt x="841432" y="746170"/>
                      <a:pt x="843019" y="803320"/>
                    </a:cubicBezTo>
                    <a:cubicBezTo>
                      <a:pt x="847782" y="884283"/>
                      <a:pt x="857306" y="984295"/>
                      <a:pt x="814444" y="1070020"/>
                    </a:cubicBezTo>
                    <a:cubicBezTo>
                      <a:pt x="820794" y="1150983"/>
                      <a:pt x="917632" y="1279570"/>
                      <a:pt x="847782" y="1365295"/>
                    </a:cubicBezTo>
                    <a:cubicBezTo>
                      <a:pt x="802274" y="1506582"/>
                      <a:pt x="952028" y="1733595"/>
                      <a:pt x="711257" y="1789157"/>
                    </a:cubicBezTo>
                    <a:cubicBezTo>
                      <a:pt x="556211" y="1818525"/>
                      <a:pt x="445615" y="1695495"/>
                      <a:pt x="419157" y="1593895"/>
                    </a:cubicBezTo>
                    <a:cubicBezTo>
                      <a:pt x="392699" y="1492295"/>
                      <a:pt x="372325" y="1493882"/>
                      <a:pt x="347719" y="1431970"/>
                    </a:cubicBezTo>
                    <a:cubicBezTo>
                      <a:pt x="270726" y="1379583"/>
                      <a:pt x="274694" y="1330371"/>
                      <a:pt x="238182" y="1246233"/>
                    </a:cubicBezTo>
                    <a:cubicBezTo>
                      <a:pt x="87370" y="1128759"/>
                      <a:pt x="112770" y="1054939"/>
                      <a:pt x="90545" y="960483"/>
                    </a:cubicBezTo>
                    <a:cubicBezTo>
                      <a:pt x="-74555" y="813639"/>
                      <a:pt x="41333" y="753314"/>
                      <a:pt x="38158" y="674733"/>
                    </a:cubicBezTo>
                    <a:cubicBezTo>
                      <a:pt x="-60267" y="577102"/>
                      <a:pt x="60383" y="483439"/>
                      <a:pt x="81020" y="398508"/>
                    </a:cubicBezTo>
                    <a:cubicBezTo>
                      <a:pt x="139757" y="312783"/>
                      <a:pt x="-15818" y="260396"/>
                      <a:pt x="276282" y="165146"/>
                    </a:cubicBezTo>
                    <a:close/>
                  </a:path>
                </a:pathLst>
              </a:custGeom>
              <a:solidFill>
                <a:srgbClr val="56BE56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Rectangle 3">
                <a:extLst>
                  <a:ext uri="{FF2B5EF4-FFF2-40B4-BE49-F238E27FC236}">
                    <a16:creationId xmlns:a16="http://schemas.microsoft.com/office/drawing/2014/main" id="{EBC808C1-2D7A-160E-B00F-8EA40DB94545}"/>
                  </a:ext>
                </a:extLst>
              </p:cNvPr>
              <p:cNvSpPr/>
              <p:nvPr/>
            </p:nvSpPr>
            <p:spPr>
              <a:xfrm rot="6032630">
                <a:off x="6129582" y="2838708"/>
                <a:ext cx="1216727" cy="2298206"/>
              </a:xfrm>
              <a:custGeom>
                <a:avLst/>
                <a:gdLst>
                  <a:gd name="connsiteX0" fmla="*/ 0 w 381000"/>
                  <a:gd name="connsiteY0" fmla="*/ 0 h 1422400"/>
                  <a:gd name="connsiteX1" fmla="*/ 381000 w 381000"/>
                  <a:gd name="connsiteY1" fmla="*/ 0 h 1422400"/>
                  <a:gd name="connsiteX2" fmla="*/ 381000 w 381000"/>
                  <a:gd name="connsiteY2" fmla="*/ 1422400 h 1422400"/>
                  <a:gd name="connsiteX3" fmla="*/ 0 w 381000"/>
                  <a:gd name="connsiteY3" fmla="*/ 1422400 h 1422400"/>
                  <a:gd name="connsiteX4" fmla="*/ 0 w 381000"/>
                  <a:gd name="connsiteY4" fmla="*/ 0 h 1422400"/>
                  <a:gd name="connsiteX0" fmla="*/ 0 w 596900"/>
                  <a:gd name="connsiteY0" fmla="*/ 0 h 1905000"/>
                  <a:gd name="connsiteX1" fmla="*/ 596900 w 596900"/>
                  <a:gd name="connsiteY1" fmla="*/ 482600 h 1905000"/>
                  <a:gd name="connsiteX2" fmla="*/ 596900 w 596900"/>
                  <a:gd name="connsiteY2" fmla="*/ 1905000 h 1905000"/>
                  <a:gd name="connsiteX3" fmla="*/ 215900 w 596900"/>
                  <a:gd name="connsiteY3" fmla="*/ 1905000 h 1905000"/>
                  <a:gd name="connsiteX4" fmla="*/ 0 w 596900"/>
                  <a:gd name="connsiteY4" fmla="*/ 0 h 1905000"/>
                  <a:gd name="connsiteX0" fmla="*/ 0 w 596900"/>
                  <a:gd name="connsiteY0" fmla="*/ 0 h 1905000"/>
                  <a:gd name="connsiteX1" fmla="*/ 482600 w 596900"/>
                  <a:gd name="connsiteY1" fmla="*/ 139700 h 1905000"/>
                  <a:gd name="connsiteX2" fmla="*/ 596900 w 596900"/>
                  <a:gd name="connsiteY2" fmla="*/ 1905000 h 1905000"/>
                  <a:gd name="connsiteX3" fmla="*/ 215900 w 596900"/>
                  <a:gd name="connsiteY3" fmla="*/ 1905000 h 1905000"/>
                  <a:gd name="connsiteX4" fmla="*/ 0 w 596900"/>
                  <a:gd name="connsiteY4" fmla="*/ 0 h 1905000"/>
                  <a:gd name="connsiteX0" fmla="*/ 0 w 596900"/>
                  <a:gd name="connsiteY0" fmla="*/ 0 h 1905000"/>
                  <a:gd name="connsiteX1" fmla="*/ 468313 w 596900"/>
                  <a:gd name="connsiteY1" fmla="*/ 115887 h 1905000"/>
                  <a:gd name="connsiteX2" fmla="*/ 596900 w 596900"/>
                  <a:gd name="connsiteY2" fmla="*/ 1905000 h 1905000"/>
                  <a:gd name="connsiteX3" fmla="*/ 215900 w 596900"/>
                  <a:gd name="connsiteY3" fmla="*/ 1905000 h 1905000"/>
                  <a:gd name="connsiteX4" fmla="*/ 0 w 596900"/>
                  <a:gd name="connsiteY4" fmla="*/ 0 h 1905000"/>
                  <a:gd name="connsiteX0" fmla="*/ 0 w 630237"/>
                  <a:gd name="connsiteY0" fmla="*/ 0 h 1900237"/>
                  <a:gd name="connsiteX1" fmla="*/ 501650 w 630237"/>
                  <a:gd name="connsiteY1" fmla="*/ 111124 h 1900237"/>
                  <a:gd name="connsiteX2" fmla="*/ 630237 w 630237"/>
                  <a:gd name="connsiteY2" fmla="*/ 1900237 h 1900237"/>
                  <a:gd name="connsiteX3" fmla="*/ 249237 w 630237"/>
                  <a:gd name="connsiteY3" fmla="*/ 1900237 h 1900237"/>
                  <a:gd name="connsiteX4" fmla="*/ 0 w 630237"/>
                  <a:gd name="connsiteY4" fmla="*/ 0 h 1900237"/>
                  <a:gd name="connsiteX0" fmla="*/ 0 w 630237"/>
                  <a:gd name="connsiteY0" fmla="*/ 74867 h 1975104"/>
                  <a:gd name="connsiteX1" fmla="*/ 501650 w 630237"/>
                  <a:gd name="connsiteY1" fmla="*/ 185991 h 1975104"/>
                  <a:gd name="connsiteX2" fmla="*/ 630237 w 630237"/>
                  <a:gd name="connsiteY2" fmla="*/ 1975104 h 1975104"/>
                  <a:gd name="connsiteX3" fmla="*/ 249237 w 630237"/>
                  <a:gd name="connsiteY3" fmla="*/ 1975104 h 1975104"/>
                  <a:gd name="connsiteX4" fmla="*/ 0 w 630237"/>
                  <a:gd name="connsiteY4" fmla="*/ 74867 h 1975104"/>
                  <a:gd name="connsiteX0" fmla="*/ 0 w 630237"/>
                  <a:gd name="connsiteY0" fmla="*/ 125035 h 2025272"/>
                  <a:gd name="connsiteX1" fmla="*/ 501650 w 630237"/>
                  <a:gd name="connsiteY1" fmla="*/ 236159 h 2025272"/>
                  <a:gd name="connsiteX2" fmla="*/ 630237 w 630237"/>
                  <a:gd name="connsiteY2" fmla="*/ 2025272 h 2025272"/>
                  <a:gd name="connsiteX3" fmla="*/ 249237 w 630237"/>
                  <a:gd name="connsiteY3" fmla="*/ 2025272 h 2025272"/>
                  <a:gd name="connsiteX4" fmla="*/ 0 w 630237"/>
                  <a:gd name="connsiteY4" fmla="*/ 125035 h 2025272"/>
                  <a:gd name="connsiteX0" fmla="*/ 176212 w 806449"/>
                  <a:gd name="connsiteY0" fmla="*/ 125035 h 2025272"/>
                  <a:gd name="connsiteX1" fmla="*/ 677862 w 806449"/>
                  <a:gd name="connsiteY1" fmla="*/ 236159 h 2025272"/>
                  <a:gd name="connsiteX2" fmla="*/ 806449 w 806449"/>
                  <a:gd name="connsiteY2" fmla="*/ 2025272 h 2025272"/>
                  <a:gd name="connsiteX3" fmla="*/ 425449 w 806449"/>
                  <a:gd name="connsiteY3" fmla="*/ 2025272 h 2025272"/>
                  <a:gd name="connsiteX4" fmla="*/ 0 w 806449"/>
                  <a:gd name="connsiteY4" fmla="*/ 382210 h 2025272"/>
                  <a:gd name="connsiteX5" fmla="*/ 176212 w 806449"/>
                  <a:gd name="connsiteY5" fmla="*/ 125035 h 2025272"/>
                  <a:gd name="connsiteX0" fmla="*/ 245290 w 875527"/>
                  <a:gd name="connsiteY0" fmla="*/ 125035 h 2025272"/>
                  <a:gd name="connsiteX1" fmla="*/ 746940 w 875527"/>
                  <a:gd name="connsiteY1" fmla="*/ 236159 h 2025272"/>
                  <a:gd name="connsiteX2" fmla="*/ 875527 w 875527"/>
                  <a:gd name="connsiteY2" fmla="*/ 2025272 h 2025272"/>
                  <a:gd name="connsiteX3" fmla="*/ 494527 w 875527"/>
                  <a:gd name="connsiteY3" fmla="*/ 2025272 h 2025272"/>
                  <a:gd name="connsiteX4" fmla="*/ 26216 w 875527"/>
                  <a:gd name="connsiteY4" fmla="*/ 658435 h 2025272"/>
                  <a:gd name="connsiteX5" fmla="*/ 69078 w 875527"/>
                  <a:gd name="connsiteY5" fmla="*/ 382210 h 2025272"/>
                  <a:gd name="connsiteX6" fmla="*/ 245290 w 875527"/>
                  <a:gd name="connsiteY6" fmla="*/ 125035 h 2025272"/>
                  <a:gd name="connsiteX0" fmla="*/ 221743 w 851980"/>
                  <a:gd name="connsiteY0" fmla="*/ 125035 h 2025272"/>
                  <a:gd name="connsiteX1" fmla="*/ 723393 w 851980"/>
                  <a:gd name="connsiteY1" fmla="*/ 236159 h 2025272"/>
                  <a:gd name="connsiteX2" fmla="*/ 851980 w 851980"/>
                  <a:gd name="connsiteY2" fmla="*/ 2025272 h 2025272"/>
                  <a:gd name="connsiteX3" fmla="*/ 470980 w 851980"/>
                  <a:gd name="connsiteY3" fmla="*/ 2025272 h 2025272"/>
                  <a:gd name="connsiteX4" fmla="*/ 55056 w 851980"/>
                  <a:gd name="connsiteY4" fmla="*/ 944185 h 2025272"/>
                  <a:gd name="connsiteX5" fmla="*/ 2669 w 851980"/>
                  <a:gd name="connsiteY5" fmla="*/ 658435 h 2025272"/>
                  <a:gd name="connsiteX6" fmla="*/ 45531 w 851980"/>
                  <a:gd name="connsiteY6" fmla="*/ 382210 h 2025272"/>
                  <a:gd name="connsiteX7" fmla="*/ 221743 w 851980"/>
                  <a:gd name="connsiteY7" fmla="*/ 125035 h 2025272"/>
                  <a:gd name="connsiteX0" fmla="*/ 219345 w 849582"/>
                  <a:gd name="connsiteY0" fmla="*/ 125035 h 2025272"/>
                  <a:gd name="connsiteX1" fmla="*/ 720995 w 849582"/>
                  <a:gd name="connsiteY1" fmla="*/ 236159 h 2025272"/>
                  <a:gd name="connsiteX2" fmla="*/ 849582 w 849582"/>
                  <a:gd name="connsiteY2" fmla="*/ 2025272 h 2025272"/>
                  <a:gd name="connsiteX3" fmla="*/ 468582 w 849582"/>
                  <a:gd name="connsiteY3" fmla="*/ 2025272 h 2025272"/>
                  <a:gd name="connsiteX4" fmla="*/ 200295 w 849582"/>
                  <a:gd name="connsiteY4" fmla="*/ 1229935 h 2025272"/>
                  <a:gd name="connsiteX5" fmla="*/ 52658 w 849582"/>
                  <a:gd name="connsiteY5" fmla="*/ 944185 h 2025272"/>
                  <a:gd name="connsiteX6" fmla="*/ 271 w 849582"/>
                  <a:gd name="connsiteY6" fmla="*/ 658435 h 2025272"/>
                  <a:gd name="connsiteX7" fmla="*/ 43133 w 849582"/>
                  <a:gd name="connsiteY7" fmla="*/ 382210 h 2025272"/>
                  <a:gd name="connsiteX8" fmla="*/ 219345 w 849582"/>
                  <a:gd name="connsiteY8" fmla="*/ 125035 h 2025272"/>
                  <a:gd name="connsiteX0" fmla="*/ 219345 w 849582"/>
                  <a:gd name="connsiteY0" fmla="*/ 125035 h 2025272"/>
                  <a:gd name="connsiteX1" fmla="*/ 720995 w 849582"/>
                  <a:gd name="connsiteY1" fmla="*/ 236159 h 2025272"/>
                  <a:gd name="connsiteX2" fmla="*/ 849582 w 849582"/>
                  <a:gd name="connsiteY2" fmla="*/ 2025272 h 2025272"/>
                  <a:gd name="connsiteX3" fmla="*/ 468582 w 849582"/>
                  <a:gd name="connsiteY3" fmla="*/ 2025272 h 2025272"/>
                  <a:gd name="connsiteX4" fmla="*/ 309832 w 849582"/>
                  <a:gd name="connsiteY4" fmla="*/ 1415672 h 2025272"/>
                  <a:gd name="connsiteX5" fmla="*/ 200295 w 849582"/>
                  <a:gd name="connsiteY5" fmla="*/ 1229935 h 2025272"/>
                  <a:gd name="connsiteX6" fmla="*/ 52658 w 849582"/>
                  <a:gd name="connsiteY6" fmla="*/ 944185 h 2025272"/>
                  <a:gd name="connsiteX7" fmla="*/ 271 w 849582"/>
                  <a:gd name="connsiteY7" fmla="*/ 658435 h 2025272"/>
                  <a:gd name="connsiteX8" fmla="*/ 43133 w 849582"/>
                  <a:gd name="connsiteY8" fmla="*/ 382210 h 2025272"/>
                  <a:gd name="connsiteX9" fmla="*/ 219345 w 849582"/>
                  <a:gd name="connsiteY9" fmla="*/ 125035 h 2025272"/>
                  <a:gd name="connsiteX0" fmla="*/ 219345 w 849582"/>
                  <a:gd name="connsiteY0" fmla="*/ 125035 h 2025272"/>
                  <a:gd name="connsiteX1" fmla="*/ 720995 w 849582"/>
                  <a:gd name="connsiteY1" fmla="*/ 236159 h 2025272"/>
                  <a:gd name="connsiteX2" fmla="*/ 849582 w 849582"/>
                  <a:gd name="connsiteY2" fmla="*/ 2025272 h 2025272"/>
                  <a:gd name="connsiteX3" fmla="*/ 468582 w 849582"/>
                  <a:gd name="connsiteY3" fmla="*/ 2025272 h 2025272"/>
                  <a:gd name="connsiteX4" fmla="*/ 381270 w 849582"/>
                  <a:gd name="connsiteY4" fmla="*/ 1577597 h 2025272"/>
                  <a:gd name="connsiteX5" fmla="*/ 309832 w 849582"/>
                  <a:gd name="connsiteY5" fmla="*/ 1415672 h 2025272"/>
                  <a:gd name="connsiteX6" fmla="*/ 200295 w 849582"/>
                  <a:gd name="connsiteY6" fmla="*/ 1229935 h 2025272"/>
                  <a:gd name="connsiteX7" fmla="*/ 52658 w 849582"/>
                  <a:gd name="connsiteY7" fmla="*/ 944185 h 2025272"/>
                  <a:gd name="connsiteX8" fmla="*/ 271 w 849582"/>
                  <a:gd name="connsiteY8" fmla="*/ 658435 h 2025272"/>
                  <a:gd name="connsiteX9" fmla="*/ 43133 w 849582"/>
                  <a:gd name="connsiteY9" fmla="*/ 382210 h 2025272"/>
                  <a:gd name="connsiteX10" fmla="*/ 219345 w 849582"/>
                  <a:gd name="connsiteY10" fmla="*/ 125035 h 2025272"/>
                  <a:gd name="connsiteX0" fmla="*/ 219345 w 849582"/>
                  <a:gd name="connsiteY0" fmla="*/ 125035 h 2025272"/>
                  <a:gd name="connsiteX1" fmla="*/ 720995 w 849582"/>
                  <a:gd name="connsiteY1" fmla="*/ 236159 h 2025272"/>
                  <a:gd name="connsiteX2" fmla="*/ 819420 w 849582"/>
                  <a:gd name="connsiteY2" fmla="*/ 586997 h 2025272"/>
                  <a:gd name="connsiteX3" fmla="*/ 849582 w 849582"/>
                  <a:gd name="connsiteY3" fmla="*/ 2025272 h 2025272"/>
                  <a:gd name="connsiteX4" fmla="*/ 468582 w 849582"/>
                  <a:gd name="connsiteY4" fmla="*/ 2025272 h 2025272"/>
                  <a:gd name="connsiteX5" fmla="*/ 381270 w 849582"/>
                  <a:gd name="connsiteY5" fmla="*/ 1577597 h 2025272"/>
                  <a:gd name="connsiteX6" fmla="*/ 309832 w 849582"/>
                  <a:gd name="connsiteY6" fmla="*/ 1415672 h 2025272"/>
                  <a:gd name="connsiteX7" fmla="*/ 200295 w 849582"/>
                  <a:gd name="connsiteY7" fmla="*/ 1229935 h 2025272"/>
                  <a:gd name="connsiteX8" fmla="*/ 52658 w 849582"/>
                  <a:gd name="connsiteY8" fmla="*/ 944185 h 2025272"/>
                  <a:gd name="connsiteX9" fmla="*/ 271 w 849582"/>
                  <a:gd name="connsiteY9" fmla="*/ 658435 h 2025272"/>
                  <a:gd name="connsiteX10" fmla="*/ 43133 w 849582"/>
                  <a:gd name="connsiteY10" fmla="*/ 382210 h 2025272"/>
                  <a:gd name="connsiteX11" fmla="*/ 219345 w 849582"/>
                  <a:gd name="connsiteY11" fmla="*/ 125035 h 2025272"/>
                  <a:gd name="connsiteX0" fmla="*/ 219345 w 849582"/>
                  <a:gd name="connsiteY0" fmla="*/ 125035 h 2025272"/>
                  <a:gd name="connsiteX1" fmla="*/ 720995 w 849582"/>
                  <a:gd name="connsiteY1" fmla="*/ 236159 h 2025272"/>
                  <a:gd name="connsiteX2" fmla="*/ 819420 w 849582"/>
                  <a:gd name="connsiteY2" fmla="*/ 586997 h 2025272"/>
                  <a:gd name="connsiteX3" fmla="*/ 805132 w 849582"/>
                  <a:gd name="connsiteY3" fmla="*/ 787022 h 2025272"/>
                  <a:gd name="connsiteX4" fmla="*/ 849582 w 849582"/>
                  <a:gd name="connsiteY4" fmla="*/ 2025272 h 2025272"/>
                  <a:gd name="connsiteX5" fmla="*/ 468582 w 849582"/>
                  <a:gd name="connsiteY5" fmla="*/ 2025272 h 2025272"/>
                  <a:gd name="connsiteX6" fmla="*/ 381270 w 849582"/>
                  <a:gd name="connsiteY6" fmla="*/ 1577597 h 2025272"/>
                  <a:gd name="connsiteX7" fmla="*/ 309832 w 849582"/>
                  <a:gd name="connsiteY7" fmla="*/ 1415672 h 2025272"/>
                  <a:gd name="connsiteX8" fmla="*/ 200295 w 849582"/>
                  <a:gd name="connsiteY8" fmla="*/ 1229935 h 2025272"/>
                  <a:gd name="connsiteX9" fmla="*/ 52658 w 849582"/>
                  <a:gd name="connsiteY9" fmla="*/ 944185 h 2025272"/>
                  <a:gd name="connsiteX10" fmla="*/ 271 w 849582"/>
                  <a:gd name="connsiteY10" fmla="*/ 658435 h 2025272"/>
                  <a:gd name="connsiteX11" fmla="*/ 43133 w 849582"/>
                  <a:gd name="connsiteY11" fmla="*/ 382210 h 2025272"/>
                  <a:gd name="connsiteX12" fmla="*/ 219345 w 849582"/>
                  <a:gd name="connsiteY12" fmla="*/ 125035 h 2025272"/>
                  <a:gd name="connsiteX0" fmla="*/ 219345 w 849582"/>
                  <a:gd name="connsiteY0" fmla="*/ 125035 h 2025272"/>
                  <a:gd name="connsiteX1" fmla="*/ 720995 w 849582"/>
                  <a:gd name="connsiteY1" fmla="*/ 236159 h 2025272"/>
                  <a:gd name="connsiteX2" fmla="*/ 819420 w 849582"/>
                  <a:gd name="connsiteY2" fmla="*/ 586997 h 2025272"/>
                  <a:gd name="connsiteX3" fmla="*/ 805132 w 849582"/>
                  <a:gd name="connsiteY3" fmla="*/ 787022 h 2025272"/>
                  <a:gd name="connsiteX4" fmla="*/ 776557 w 849582"/>
                  <a:gd name="connsiteY4" fmla="*/ 1053722 h 2025272"/>
                  <a:gd name="connsiteX5" fmla="*/ 849582 w 849582"/>
                  <a:gd name="connsiteY5" fmla="*/ 2025272 h 2025272"/>
                  <a:gd name="connsiteX6" fmla="*/ 468582 w 849582"/>
                  <a:gd name="connsiteY6" fmla="*/ 2025272 h 2025272"/>
                  <a:gd name="connsiteX7" fmla="*/ 381270 w 849582"/>
                  <a:gd name="connsiteY7" fmla="*/ 1577597 h 2025272"/>
                  <a:gd name="connsiteX8" fmla="*/ 309832 w 849582"/>
                  <a:gd name="connsiteY8" fmla="*/ 1415672 h 2025272"/>
                  <a:gd name="connsiteX9" fmla="*/ 200295 w 849582"/>
                  <a:gd name="connsiteY9" fmla="*/ 1229935 h 2025272"/>
                  <a:gd name="connsiteX10" fmla="*/ 52658 w 849582"/>
                  <a:gd name="connsiteY10" fmla="*/ 944185 h 2025272"/>
                  <a:gd name="connsiteX11" fmla="*/ 271 w 849582"/>
                  <a:gd name="connsiteY11" fmla="*/ 658435 h 2025272"/>
                  <a:gd name="connsiteX12" fmla="*/ 43133 w 849582"/>
                  <a:gd name="connsiteY12" fmla="*/ 382210 h 2025272"/>
                  <a:gd name="connsiteX13" fmla="*/ 219345 w 849582"/>
                  <a:gd name="connsiteY13" fmla="*/ 125035 h 2025272"/>
                  <a:gd name="connsiteX0" fmla="*/ 219345 w 849582"/>
                  <a:gd name="connsiteY0" fmla="*/ 125035 h 2025272"/>
                  <a:gd name="connsiteX1" fmla="*/ 720995 w 849582"/>
                  <a:gd name="connsiteY1" fmla="*/ 236159 h 2025272"/>
                  <a:gd name="connsiteX2" fmla="*/ 819420 w 849582"/>
                  <a:gd name="connsiteY2" fmla="*/ 586997 h 2025272"/>
                  <a:gd name="connsiteX3" fmla="*/ 805132 w 849582"/>
                  <a:gd name="connsiteY3" fmla="*/ 787022 h 2025272"/>
                  <a:gd name="connsiteX4" fmla="*/ 776557 w 849582"/>
                  <a:gd name="connsiteY4" fmla="*/ 1053722 h 2025272"/>
                  <a:gd name="connsiteX5" fmla="*/ 809895 w 849582"/>
                  <a:gd name="connsiteY5" fmla="*/ 1348997 h 2025272"/>
                  <a:gd name="connsiteX6" fmla="*/ 849582 w 849582"/>
                  <a:gd name="connsiteY6" fmla="*/ 2025272 h 2025272"/>
                  <a:gd name="connsiteX7" fmla="*/ 468582 w 849582"/>
                  <a:gd name="connsiteY7" fmla="*/ 2025272 h 2025272"/>
                  <a:gd name="connsiteX8" fmla="*/ 381270 w 849582"/>
                  <a:gd name="connsiteY8" fmla="*/ 1577597 h 2025272"/>
                  <a:gd name="connsiteX9" fmla="*/ 309832 w 849582"/>
                  <a:gd name="connsiteY9" fmla="*/ 1415672 h 2025272"/>
                  <a:gd name="connsiteX10" fmla="*/ 200295 w 849582"/>
                  <a:gd name="connsiteY10" fmla="*/ 1229935 h 2025272"/>
                  <a:gd name="connsiteX11" fmla="*/ 52658 w 849582"/>
                  <a:gd name="connsiteY11" fmla="*/ 944185 h 2025272"/>
                  <a:gd name="connsiteX12" fmla="*/ 271 w 849582"/>
                  <a:gd name="connsiteY12" fmla="*/ 658435 h 2025272"/>
                  <a:gd name="connsiteX13" fmla="*/ 43133 w 849582"/>
                  <a:gd name="connsiteY13" fmla="*/ 382210 h 2025272"/>
                  <a:gd name="connsiteX14" fmla="*/ 219345 w 849582"/>
                  <a:gd name="connsiteY14" fmla="*/ 125035 h 2025272"/>
                  <a:gd name="connsiteX0" fmla="*/ 219345 w 819522"/>
                  <a:gd name="connsiteY0" fmla="*/ 125035 h 2025272"/>
                  <a:gd name="connsiteX1" fmla="*/ 720995 w 819522"/>
                  <a:gd name="connsiteY1" fmla="*/ 236159 h 2025272"/>
                  <a:gd name="connsiteX2" fmla="*/ 819420 w 819522"/>
                  <a:gd name="connsiteY2" fmla="*/ 586997 h 2025272"/>
                  <a:gd name="connsiteX3" fmla="*/ 805132 w 819522"/>
                  <a:gd name="connsiteY3" fmla="*/ 787022 h 2025272"/>
                  <a:gd name="connsiteX4" fmla="*/ 776557 w 819522"/>
                  <a:gd name="connsiteY4" fmla="*/ 1053722 h 2025272"/>
                  <a:gd name="connsiteX5" fmla="*/ 809895 w 819522"/>
                  <a:gd name="connsiteY5" fmla="*/ 1348997 h 2025272"/>
                  <a:gd name="connsiteX6" fmla="*/ 468582 w 819522"/>
                  <a:gd name="connsiteY6" fmla="*/ 2025272 h 2025272"/>
                  <a:gd name="connsiteX7" fmla="*/ 381270 w 819522"/>
                  <a:gd name="connsiteY7" fmla="*/ 1577597 h 2025272"/>
                  <a:gd name="connsiteX8" fmla="*/ 309832 w 819522"/>
                  <a:gd name="connsiteY8" fmla="*/ 1415672 h 2025272"/>
                  <a:gd name="connsiteX9" fmla="*/ 200295 w 819522"/>
                  <a:gd name="connsiteY9" fmla="*/ 1229935 h 2025272"/>
                  <a:gd name="connsiteX10" fmla="*/ 52658 w 819522"/>
                  <a:gd name="connsiteY10" fmla="*/ 944185 h 2025272"/>
                  <a:gd name="connsiteX11" fmla="*/ 271 w 819522"/>
                  <a:gd name="connsiteY11" fmla="*/ 658435 h 2025272"/>
                  <a:gd name="connsiteX12" fmla="*/ 43133 w 819522"/>
                  <a:gd name="connsiteY12" fmla="*/ 382210 h 2025272"/>
                  <a:gd name="connsiteX13" fmla="*/ 219345 w 819522"/>
                  <a:gd name="connsiteY13" fmla="*/ 125035 h 2025272"/>
                  <a:gd name="connsiteX0" fmla="*/ 219345 w 819522"/>
                  <a:gd name="connsiteY0" fmla="*/ 125035 h 1772859"/>
                  <a:gd name="connsiteX1" fmla="*/ 720995 w 819522"/>
                  <a:gd name="connsiteY1" fmla="*/ 236159 h 1772859"/>
                  <a:gd name="connsiteX2" fmla="*/ 819420 w 819522"/>
                  <a:gd name="connsiteY2" fmla="*/ 586997 h 1772859"/>
                  <a:gd name="connsiteX3" fmla="*/ 805132 w 819522"/>
                  <a:gd name="connsiteY3" fmla="*/ 787022 h 1772859"/>
                  <a:gd name="connsiteX4" fmla="*/ 776557 w 819522"/>
                  <a:gd name="connsiteY4" fmla="*/ 1053722 h 1772859"/>
                  <a:gd name="connsiteX5" fmla="*/ 809895 w 819522"/>
                  <a:gd name="connsiteY5" fmla="*/ 1348997 h 1772859"/>
                  <a:gd name="connsiteX6" fmla="*/ 673370 w 819522"/>
                  <a:gd name="connsiteY6" fmla="*/ 1772859 h 1772859"/>
                  <a:gd name="connsiteX7" fmla="*/ 381270 w 819522"/>
                  <a:gd name="connsiteY7" fmla="*/ 1577597 h 1772859"/>
                  <a:gd name="connsiteX8" fmla="*/ 309832 w 819522"/>
                  <a:gd name="connsiteY8" fmla="*/ 1415672 h 1772859"/>
                  <a:gd name="connsiteX9" fmla="*/ 200295 w 819522"/>
                  <a:gd name="connsiteY9" fmla="*/ 1229935 h 1772859"/>
                  <a:gd name="connsiteX10" fmla="*/ 52658 w 819522"/>
                  <a:gd name="connsiteY10" fmla="*/ 944185 h 1772859"/>
                  <a:gd name="connsiteX11" fmla="*/ 271 w 819522"/>
                  <a:gd name="connsiteY11" fmla="*/ 658435 h 1772859"/>
                  <a:gd name="connsiteX12" fmla="*/ 43133 w 819522"/>
                  <a:gd name="connsiteY12" fmla="*/ 382210 h 1772859"/>
                  <a:gd name="connsiteX13" fmla="*/ 219345 w 819522"/>
                  <a:gd name="connsiteY13" fmla="*/ 125035 h 1772859"/>
                  <a:gd name="connsiteX0" fmla="*/ 219345 w 819522"/>
                  <a:gd name="connsiteY0" fmla="*/ 125035 h 1772859"/>
                  <a:gd name="connsiteX1" fmla="*/ 720995 w 819522"/>
                  <a:gd name="connsiteY1" fmla="*/ 236159 h 1772859"/>
                  <a:gd name="connsiteX2" fmla="*/ 819420 w 819522"/>
                  <a:gd name="connsiteY2" fmla="*/ 586997 h 1772859"/>
                  <a:gd name="connsiteX3" fmla="*/ 805132 w 819522"/>
                  <a:gd name="connsiteY3" fmla="*/ 787022 h 1772859"/>
                  <a:gd name="connsiteX4" fmla="*/ 776557 w 819522"/>
                  <a:gd name="connsiteY4" fmla="*/ 1053722 h 1772859"/>
                  <a:gd name="connsiteX5" fmla="*/ 809895 w 819522"/>
                  <a:gd name="connsiteY5" fmla="*/ 1348997 h 1772859"/>
                  <a:gd name="connsiteX6" fmla="*/ 673370 w 819522"/>
                  <a:gd name="connsiteY6" fmla="*/ 1772859 h 1772859"/>
                  <a:gd name="connsiteX7" fmla="*/ 381270 w 819522"/>
                  <a:gd name="connsiteY7" fmla="*/ 1577597 h 1772859"/>
                  <a:gd name="connsiteX8" fmla="*/ 309832 w 819522"/>
                  <a:gd name="connsiteY8" fmla="*/ 1415672 h 1772859"/>
                  <a:gd name="connsiteX9" fmla="*/ 200295 w 819522"/>
                  <a:gd name="connsiteY9" fmla="*/ 1229935 h 1772859"/>
                  <a:gd name="connsiteX10" fmla="*/ 52658 w 819522"/>
                  <a:gd name="connsiteY10" fmla="*/ 944185 h 1772859"/>
                  <a:gd name="connsiteX11" fmla="*/ 271 w 819522"/>
                  <a:gd name="connsiteY11" fmla="*/ 658435 h 1772859"/>
                  <a:gd name="connsiteX12" fmla="*/ 43133 w 819522"/>
                  <a:gd name="connsiteY12" fmla="*/ 382210 h 1772859"/>
                  <a:gd name="connsiteX13" fmla="*/ 219345 w 819522"/>
                  <a:gd name="connsiteY13" fmla="*/ 125035 h 1772859"/>
                  <a:gd name="connsiteX0" fmla="*/ 219345 w 819522"/>
                  <a:gd name="connsiteY0" fmla="*/ 125035 h 1777273"/>
                  <a:gd name="connsiteX1" fmla="*/ 720995 w 819522"/>
                  <a:gd name="connsiteY1" fmla="*/ 236159 h 1777273"/>
                  <a:gd name="connsiteX2" fmla="*/ 819420 w 819522"/>
                  <a:gd name="connsiteY2" fmla="*/ 586997 h 1777273"/>
                  <a:gd name="connsiteX3" fmla="*/ 805132 w 819522"/>
                  <a:gd name="connsiteY3" fmla="*/ 787022 h 1777273"/>
                  <a:gd name="connsiteX4" fmla="*/ 776557 w 819522"/>
                  <a:gd name="connsiteY4" fmla="*/ 1053722 h 1777273"/>
                  <a:gd name="connsiteX5" fmla="*/ 809895 w 819522"/>
                  <a:gd name="connsiteY5" fmla="*/ 1348997 h 1777273"/>
                  <a:gd name="connsiteX6" fmla="*/ 673370 w 819522"/>
                  <a:gd name="connsiteY6" fmla="*/ 1772859 h 1777273"/>
                  <a:gd name="connsiteX7" fmla="*/ 381270 w 819522"/>
                  <a:gd name="connsiteY7" fmla="*/ 1577597 h 1777273"/>
                  <a:gd name="connsiteX8" fmla="*/ 309832 w 819522"/>
                  <a:gd name="connsiteY8" fmla="*/ 1415672 h 1777273"/>
                  <a:gd name="connsiteX9" fmla="*/ 200295 w 819522"/>
                  <a:gd name="connsiteY9" fmla="*/ 1229935 h 1777273"/>
                  <a:gd name="connsiteX10" fmla="*/ 52658 w 819522"/>
                  <a:gd name="connsiteY10" fmla="*/ 944185 h 1777273"/>
                  <a:gd name="connsiteX11" fmla="*/ 271 w 819522"/>
                  <a:gd name="connsiteY11" fmla="*/ 658435 h 1777273"/>
                  <a:gd name="connsiteX12" fmla="*/ 43133 w 819522"/>
                  <a:gd name="connsiteY12" fmla="*/ 382210 h 1777273"/>
                  <a:gd name="connsiteX13" fmla="*/ 219345 w 819522"/>
                  <a:gd name="connsiteY13" fmla="*/ 125035 h 1777273"/>
                  <a:gd name="connsiteX0" fmla="*/ 219345 w 835096"/>
                  <a:gd name="connsiteY0" fmla="*/ 125035 h 1777273"/>
                  <a:gd name="connsiteX1" fmla="*/ 720995 w 835096"/>
                  <a:gd name="connsiteY1" fmla="*/ 236159 h 1777273"/>
                  <a:gd name="connsiteX2" fmla="*/ 819420 w 835096"/>
                  <a:gd name="connsiteY2" fmla="*/ 586997 h 1777273"/>
                  <a:gd name="connsiteX3" fmla="*/ 805132 w 835096"/>
                  <a:gd name="connsiteY3" fmla="*/ 787022 h 1777273"/>
                  <a:gd name="connsiteX4" fmla="*/ 776557 w 835096"/>
                  <a:gd name="connsiteY4" fmla="*/ 1053722 h 1777273"/>
                  <a:gd name="connsiteX5" fmla="*/ 809895 w 835096"/>
                  <a:gd name="connsiteY5" fmla="*/ 1348997 h 1777273"/>
                  <a:gd name="connsiteX6" fmla="*/ 673370 w 835096"/>
                  <a:gd name="connsiteY6" fmla="*/ 1772859 h 1777273"/>
                  <a:gd name="connsiteX7" fmla="*/ 381270 w 835096"/>
                  <a:gd name="connsiteY7" fmla="*/ 1577597 h 1777273"/>
                  <a:gd name="connsiteX8" fmla="*/ 309832 w 835096"/>
                  <a:gd name="connsiteY8" fmla="*/ 1415672 h 1777273"/>
                  <a:gd name="connsiteX9" fmla="*/ 200295 w 835096"/>
                  <a:gd name="connsiteY9" fmla="*/ 1229935 h 1777273"/>
                  <a:gd name="connsiteX10" fmla="*/ 52658 w 835096"/>
                  <a:gd name="connsiteY10" fmla="*/ 944185 h 1777273"/>
                  <a:gd name="connsiteX11" fmla="*/ 271 w 835096"/>
                  <a:gd name="connsiteY11" fmla="*/ 658435 h 1777273"/>
                  <a:gd name="connsiteX12" fmla="*/ 43133 w 835096"/>
                  <a:gd name="connsiteY12" fmla="*/ 382210 h 1777273"/>
                  <a:gd name="connsiteX13" fmla="*/ 219345 w 835096"/>
                  <a:gd name="connsiteY13" fmla="*/ 125035 h 1777273"/>
                  <a:gd name="connsiteX0" fmla="*/ 219345 w 835096"/>
                  <a:gd name="connsiteY0" fmla="*/ 125035 h 1777273"/>
                  <a:gd name="connsiteX1" fmla="*/ 720995 w 835096"/>
                  <a:gd name="connsiteY1" fmla="*/ 236159 h 1777273"/>
                  <a:gd name="connsiteX2" fmla="*/ 819420 w 835096"/>
                  <a:gd name="connsiteY2" fmla="*/ 586997 h 1777273"/>
                  <a:gd name="connsiteX3" fmla="*/ 805132 w 835096"/>
                  <a:gd name="connsiteY3" fmla="*/ 787022 h 1777273"/>
                  <a:gd name="connsiteX4" fmla="*/ 776557 w 835096"/>
                  <a:gd name="connsiteY4" fmla="*/ 1053722 h 1777273"/>
                  <a:gd name="connsiteX5" fmla="*/ 809895 w 835096"/>
                  <a:gd name="connsiteY5" fmla="*/ 1348997 h 1777273"/>
                  <a:gd name="connsiteX6" fmla="*/ 673370 w 835096"/>
                  <a:gd name="connsiteY6" fmla="*/ 1772859 h 1777273"/>
                  <a:gd name="connsiteX7" fmla="*/ 381270 w 835096"/>
                  <a:gd name="connsiteY7" fmla="*/ 1577597 h 1777273"/>
                  <a:gd name="connsiteX8" fmla="*/ 309832 w 835096"/>
                  <a:gd name="connsiteY8" fmla="*/ 1415672 h 1777273"/>
                  <a:gd name="connsiteX9" fmla="*/ 200295 w 835096"/>
                  <a:gd name="connsiteY9" fmla="*/ 1229935 h 1777273"/>
                  <a:gd name="connsiteX10" fmla="*/ 52658 w 835096"/>
                  <a:gd name="connsiteY10" fmla="*/ 944185 h 1777273"/>
                  <a:gd name="connsiteX11" fmla="*/ 271 w 835096"/>
                  <a:gd name="connsiteY11" fmla="*/ 658435 h 1777273"/>
                  <a:gd name="connsiteX12" fmla="*/ 43133 w 835096"/>
                  <a:gd name="connsiteY12" fmla="*/ 382210 h 1777273"/>
                  <a:gd name="connsiteX13" fmla="*/ 219345 w 835096"/>
                  <a:gd name="connsiteY13" fmla="*/ 125035 h 1777273"/>
                  <a:gd name="connsiteX0" fmla="*/ 219345 w 844079"/>
                  <a:gd name="connsiteY0" fmla="*/ 125035 h 1777273"/>
                  <a:gd name="connsiteX1" fmla="*/ 720995 w 844079"/>
                  <a:gd name="connsiteY1" fmla="*/ 236159 h 1777273"/>
                  <a:gd name="connsiteX2" fmla="*/ 819420 w 844079"/>
                  <a:gd name="connsiteY2" fmla="*/ 586997 h 1777273"/>
                  <a:gd name="connsiteX3" fmla="*/ 805132 w 844079"/>
                  <a:gd name="connsiteY3" fmla="*/ 787022 h 1777273"/>
                  <a:gd name="connsiteX4" fmla="*/ 776557 w 844079"/>
                  <a:gd name="connsiteY4" fmla="*/ 1053722 h 1777273"/>
                  <a:gd name="connsiteX5" fmla="*/ 809895 w 844079"/>
                  <a:gd name="connsiteY5" fmla="*/ 1348997 h 1777273"/>
                  <a:gd name="connsiteX6" fmla="*/ 673370 w 844079"/>
                  <a:gd name="connsiteY6" fmla="*/ 1772859 h 1777273"/>
                  <a:gd name="connsiteX7" fmla="*/ 381270 w 844079"/>
                  <a:gd name="connsiteY7" fmla="*/ 1577597 h 1777273"/>
                  <a:gd name="connsiteX8" fmla="*/ 309832 w 844079"/>
                  <a:gd name="connsiteY8" fmla="*/ 1415672 h 1777273"/>
                  <a:gd name="connsiteX9" fmla="*/ 200295 w 844079"/>
                  <a:gd name="connsiteY9" fmla="*/ 1229935 h 1777273"/>
                  <a:gd name="connsiteX10" fmla="*/ 52658 w 844079"/>
                  <a:gd name="connsiteY10" fmla="*/ 944185 h 1777273"/>
                  <a:gd name="connsiteX11" fmla="*/ 271 w 844079"/>
                  <a:gd name="connsiteY11" fmla="*/ 658435 h 1777273"/>
                  <a:gd name="connsiteX12" fmla="*/ 43133 w 844079"/>
                  <a:gd name="connsiteY12" fmla="*/ 382210 h 1777273"/>
                  <a:gd name="connsiteX13" fmla="*/ 219345 w 844079"/>
                  <a:gd name="connsiteY13" fmla="*/ 125035 h 1777273"/>
                  <a:gd name="connsiteX0" fmla="*/ 219345 w 856265"/>
                  <a:gd name="connsiteY0" fmla="*/ 125035 h 1777273"/>
                  <a:gd name="connsiteX1" fmla="*/ 720995 w 856265"/>
                  <a:gd name="connsiteY1" fmla="*/ 236159 h 1777273"/>
                  <a:gd name="connsiteX2" fmla="*/ 819420 w 856265"/>
                  <a:gd name="connsiteY2" fmla="*/ 586997 h 1777273"/>
                  <a:gd name="connsiteX3" fmla="*/ 805132 w 856265"/>
                  <a:gd name="connsiteY3" fmla="*/ 787022 h 1777273"/>
                  <a:gd name="connsiteX4" fmla="*/ 776557 w 856265"/>
                  <a:gd name="connsiteY4" fmla="*/ 1053722 h 1777273"/>
                  <a:gd name="connsiteX5" fmla="*/ 809895 w 856265"/>
                  <a:gd name="connsiteY5" fmla="*/ 1348997 h 1777273"/>
                  <a:gd name="connsiteX6" fmla="*/ 673370 w 856265"/>
                  <a:gd name="connsiteY6" fmla="*/ 1772859 h 1777273"/>
                  <a:gd name="connsiteX7" fmla="*/ 381270 w 856265"/>
                  <a:gd name="connsiteY7" fmla="*/ 1577597 h 1777273"/>
                  <a:gd name="connsiteX8" fmla="*/ 309832 w 856265"/>
                  <a:gd name="connsiteY8" fmla="*/ 1415672 h 1777273"/>
                  <a:gd name="connsiteX9" fmla="*/ 200295 w 856265"/>
                  <a:gd name="connsiteY9" fmla="*/ 1229935 h 1777273"/>
                  <a:gd name="connsiteX10" fmla="*/ 52658 w 856265"/>
                  <a:gd name="connsiteY10" fmla="*/ 944185 h 1777273"/>
                  <a:gd name="connsiteX11" fmla="*/ 271 w 856265"/>
                  <a:gd name="connsiteY11" fmla="*/ 658435 h 1777273"/>
                  <a:gd name="connsiteX12" fmla="*/ 43133 w 856265"/>
                  <a:gd name="connsiteY12" fmla="*/ 382210 h 1777273"/>
                  <a:gd name="connsiteX13" fmla="*/ 219345 w 856265"/>
                  <a:gd name="connsiteY13" fmla="*/ 125035 h 1777273"/>
                  <a:gd name="connsiteX0" fmla="*/ 219345 w 856265"/>
                  <a:gd name="connsiteY0" fmla="*/ 125035 h 1777273"/>
                  <a:gd name="connsiteX1" fmla="*/ 720995 w 856265"/>
                  <a:gd name="connsiteY1" fmla="*/ 236159 h 1777273"/>
                  <a:gd name="connsiteX2" fmla="*/ 819420 w 856265"/>
                  <a:gd name="connsiteY2" fmla="*/ 586997 h 1777273"/>
                  <a:gd name="connsiteX3" fmla="*/ 805132 w 856265"/>
                  <a:gd name="connsiteY3" fmla="*/ 787022 h 1777273"/>
                  <a:gd name="connsiteX4" fmla="*/ 776557 w 856265"/>
                  <a:gd name="connsiteY4" fmla="*/ 1053722 h 1777273"/>
                  <a:gd name="connsiteX5" fmla="*/ 809895 w 856265"/>
                  <a:gd name="connsiteY5" fmla="*/ 1348997 h 1777273"/>
                  <a:gd name="connsiteX6" fmla="*/ 673370 w 856265"/>
                  <a:gd name="connsiteY6" fmla="*/ 1772859 h 1777273"/>
                  <a:gd name="connsiteX7" fmla="*/ 381270 w 856265"/>
                  <a:gd name="connsiteY7" fmla="*/ 1577597 h 1777273"/>
                  <a:gd name="connsiteX8" fmla="*/ 309832 w 856265"/>
                  <a:gd name="connsiteY8" fmla="*/ 1415672 h 1777273"/>
                  <a:gd name="connsiteX9" fmla="*/ 200295 w 856265"/>
                  <a:gd name="connsiteY9" fmla="*/ 1229935 h 1777273"/>
                  <a:gd name="connsiteX10" fmla="*/ 52658 w 856265"/>
                  <a:gd name="connsiteY10" fmla="*/ 944185 h 1777273"/>
                  <a:gd name="connsiteX11" fmla="*/ 271 w 856265"/>
                  <a:gd name="connsiteY11" fmla="*/ 658435 h 1777273"/>
                  <a:gd name="connsiteX12" fmla="*/ 43133 w 856265"/>
                  <a:gd name="connsiteY12" fmla="*/ 382210 h 1777273"/>
                  <a:gd name="connsiteX13" fmla="*/ 219345 w 856265"/>
                  <a:gd name="connsiteY13" fmla="*/ 125035 h 1777273"/>
                  <a:gd name="connsiteX0" fmla="*/ 238395 w 856265"/>
                  <a:gd name="connsiteY0" fmla="*/ 134237 h 1762662"/>
                  <a:gd name="connsiteX1" fmla="*/ 720995 w 856265"/>
                  <a:gd name="connsiteY1" fmla="*/ 221548 h 1762662"/>
                  <a:gd name="connsiteX2" fmla="*/ 819420 w 856265"/>
                  <a:gd name="connsiteY2" fmla="*/ 572386 h 1762662"/>
                  <a:gd name="connsiteX3" fmla="*/ 805132 w 856265"/>
                  <a:gd name="connsiteY3" fmla="*/ 772411 h 1762662"/>
                  <a:gd name="connsiteX4" fmla="*/ 776557 w 856265"/>
                  <a:gd name="connsiteY4" fmla="*/ 1039111 h 1762662"/>
                  <a:gd name="connsiteX5" fmla="*/ 809895 w 856265"/>
                  <a:gd name="connsiteY5" fmla="*/ 1334386 h 1762662"/>
                  <a:gd name="connsiteX6" fmla="*/ 673370 w 856265"/>
                  <a:gd name="connsiteY6" fmla="*/ 1758248 h 1762662"/>
                  <a:gd name="connsiteX7" fmla="*/ 381270 w 856265"/>
                  <a:gd name="connsiteY7" fmla="*/ 1562986 h 1762662"/>
                  <a:gd name="connsiteX8" fmla="*/ 309832 w 856265"/>
                  <a:gd name="connsiteY8" fmla="*/ 1401061 h 1762662"/>
                  <a:gd name="connsiteX9" fmla="*/ 200295 w 856265"/>
                  <a:gd name="connsiteY9" fmla="*/ 1215324 h 1762662"/>
                  <a:gd name="connsiteX10" fmla="*/ 52658 w 856265"/>
                  <a:gd name="connsiteY10" fmla="*/ 929574 h 1762662"/>
                  <a:gd name="connsiteX11" fmla="*/ 271 w 856265"/>
                  <a:gd name="connsiteY11" fmla="*/ 643824 h 1762662"/>
                  <a:gd name="connsiteX12" fmla="*/ 43133 w 856265"/>
                  <a:gd name="connsiteY12" fmla="*/ 367599 h 1762662"/>
                  <a:gd name="connsiteX13" fmla="*/ 238395 w 856265"/>
                  <a:gd name="connsiteY13" fmla="*/ 134237 h 1762662"/>
                  <a:gd name="connsiteX0" fmla="*/ 238395 w 856265"/>
                  <a:gd name="connsiteY0" fmla="*/ 184774 h 1813199"/>
                  <a:gd name="connsiteX1" fmla="*/ 720995 w 856265"/>
                  <a:gd name="connsiteY1" fmla="*/ 272085 h 1813199"/>
                  <a:gd name="connsiteX2" fmla="*/ 819420 w 856265"/>
                  <a:gd name="connsiteY2" fmla="*/ 622923 h 1813199"/>
                  <a:gd name="connsiteX3" fmla="*/ 805132 w 856265"/>
                  <a:gd name="connsiteY3" fmla="*/ 822948 h 1813199"/>
                  <a:gd name="connsiteX4" fmla="*/ 776557 w 856265"/>
                  <a:gd name="connsiteY4" fmla="*/ 1089648 h 1813199"/>
                  <a:gd name="connsiteX5" fmla="*/ 809895 w 856265"/>
                  <a:gd name="connsiteY5" fmla="*/ 1384923 h 1813199"/>
                  <a:gd name="connsiteX6" fmla="*/ 673370 w 856265"/>
                  <a:gd name="connsiteY6" fmla="*/ 1808785 h 1813199"/>
                  <a:gd name="connsiteX7" fmla="*/ 381270 w 856265"/>
                  <a:gd name="connsiteY7" fmla="*/ 1613523 h 1813199"/>
                  <a:gd name="connsiteX8" fmla="*/ 309832 w 856265"/>
                  <a:gd name="connsiteY8" fmla="*/ 1451598 h 1813199"/>
                  <a:gd name="connsiteX9" fmla="*/ 200295 w 856265"/>
                  <a:gd name="connsiteY9" fmla="*/ 1265861 h 1813199"/>
                  <a:gd name="connsiteX10" fmla="*/ 52658 w 856265"/>
                  <a:gd name="connsiteY10" fmla="*/ 980111 h 1813199"/>
                  <a:gd name="connsiteX11" fmla="*/ 271 w 856265"/>
                  <a:gd name="connsiteY11" fmla="*/ 694361 h 1813199"/>
                  <a:gd name="connsiteX12" fmla="*/ 43133 w 856265"/>
                  <a:gd name="connsiteY12" fmla="*/ 418136 h 1813199"/>
                  <a:gd name="connsiteX13" fmla="*/ 238395 w 856265"/>
                  <a:gd name="connsiteY13" fmla="*/ 184774 h 1813199"/>
                  <a:gd name="connsiteX0" fmla="*/ 276282 w 894152"/>
                  <a:gd name="connsiteY0" fmla="*/ 184774 h 1813199"/>
                  <a:gd name="connsiteX1" fmla="*/ 758882 w 894152"/>
                  <a:gd name="connsiteY1" fmla="*/ 272085 h 1813199"/>
                  <a:gd name="connsiteX2" fmla="*/ 857307 w 894152"/>
                  <a:gd name="connsiteY2" fmla="*/ 622923 h 1813199"/>
                  <a:gd name="connsiteX3" fmla="*/ 843019 w 894152"/>
                  <a:gd name="connsiteY3" fmla="*/ 822948 h 1813199"/>
                  <a:gd name="connsiteX4" fmla="*/ 814444 w 894152"/>
                  <a:gd name="connsiteY4" fmla="*/ 1089648 h 1813199"/>
                  <a:gd name="connsiteX5" fmla="*/ 847782 w 894152"/>
                  <a:gd name="connsiteY5" fmla="*/ 1384923 h 1813199"/>
                  <a:gd name="connsiteX6" fmla="*/ 711257 w 894152"/>
                  <a:gd name="connsiteY6" fmla="*/ 1808785 h 1813199"/>
                  <a:gd name="connsiteX7" fmla="*/ 419157 w 894152"/>
                  <a:gd name="connsiteY7" fmla="*/ 1613523 h 1813199"/>
                  <a:gd name="connsiteX8" fmla="*/ 347719 w 894152"/>
                  <a:gd name="connsiteY8" fmla="*/ 1451598 h 1813199"/>
                  <a:gd name="connsiteX9" fmla="*/ 238182 w 894152"/>
                  <a:gd name="connsiteY9" fmla="*/ 1265861 h 1813199"/>
                  <a:gd name="connsiteX10" fmla="*/ 90545 w 894152"/>
                  <a:gd name="connsiteY10" fmla="*/ 980111 h 1813199"/>
                  <a:gd name="connsiteX11" fmla="*/ 38158 w 894152"/>
                  <a:gd name="connsiteY11" fmla="*/ 694361 h 1813199"/>
                  <a:gd name="connsiteX12" fmla="*/ 81020 w 894152"/>
                  <a:gd name="connsiteY12" fmla="*/ 418136 h 1813199"/>
                  <a:gd name="connsiteX13" fmla="*/ 276282 w 894152"/>
                  <a:gd name="connsiteY13" fmla="*/ 184774 h 1813199"/>
                  <a:gd name="connsiteX0" fmla="*/ 276282 w 894152"/>
                  <a:gd name="connsiteY0" fmla="*/ 184774 h 1813199"/>
                  <a:gd name="connsiteX1" fmla="*/ 758882 w 894152"/>
                  <a:gd name="connsiteY1" fmla="*/ 272085 h 1813199"/>
                  <a:gd name="connsiteX2" fmla="*/ 857307 w 894152"/>
                  <a:gd name="connsiteY2" fmla="*/ 622923 h 1813199"/>
                  <a:gd name="connsiteX3" fmla="*/ 843019 w 894152"/>
                  <a:gd name="connsiteY3" fmla="*/ 822948 h 1813199"/>
                  <a:gd name="connsiteX4" fmla="*/ 814444 w 894152"/>
                  <a:gd name="connsiteY4" fmla="*/ 1089648 h 1813199"/>
                  <a:gd name="connsiteX5" fmla="*/ 847782 w 894152"/>
                  <a:gd name="connsiteY5" fmla="*/ 1384923 h 1813199"/>
                  <a:gd name="connsiteX6" fmla="*/ 711257 w 894152"/>
                  <a:gd name="connsiteY6" fmla="*/ 1808785 h 1813199"/>
                  <a:gd name="connsiteX7" fmla="*/ 419157 w 894152"/>
                  <a:gd name="connsiteY7" fmla="*/ 1613523 h 1813199"/>
                  <a:gd name="connsiteX8" fmla="*/ 347719 w 894152"/>
                  <a:gd name="connsiteY8" fmla="*/ 1451598 h 1813199"/>
                  <a:gd name="connsiteX9" fmla="*/ 238182 w 894152"/>
                  <a:gd name="connsiteY9" fmla="*/ 1265861 h 1813199"/>
                  <a:gd name="connsiteX10" fmla="*/ 90545 w 894152"/>
                  <a:gd name="connsiteY10" fmla="*/ 980111 h 1813199"/>
                  <a:gd name="connsiteX11" fmla="*/ 38158 w 894152"/>
                  <a:gd name="connsiteY11" fmla="*/ 694361 h 1813199"/>
                  <a:gd name="connsiteX12" fmla="*/ 81020 w 894152"/>
                  <a:gd name="connsiteY12" fmla="*/ 418136 h 1813199"/>
                  <a:gd name="connsiteX13" fmla="*/ 276282 w 894152"/>
                  <a:gd name="connsiteY13" fmla="*/ 184774 h 1813199"/>
                  <a:gd name="connsiteX0" fmla="*/ 276282 w 894152"/>
                  <a:gd name="connsiteY0" fmla="*/ 184774 h 1813199"/>
                  <a:gd name="connsiteX1" fmla="*/ 758882 w 894152"/>
                  <a:gd name="connsiteY1" fmla="*/ 272085 h 1813199"/>
                  <a:gd name="connsiteX2" fmla="*/ 857307 w 894152"/>
                  <a:gd name="connsiteY2" fmla="*/ 622923 h 1813199"/>
                  <a:gd name="connsiteX3" fmla="*/ 843019 w 894152"/>
                  <a:gd name="connsiteY3" fmla="*/ 822948 h 1813199"/>
                  <a:gd name="connsiteX4" fmla="*/ 814444 w 894152"/>
                  <a:gd name="connsiteY4" fmla="*/ 1089648 h 1813199"/>
                  <a:gd name="connsiteX5" fmla="*/ 847782 w 894152"/>
                  <a:gd name="connsiteY5" fmla="*/ 1384923 h 1813199"/>
                  <a:gd name="connsiteX6" fmla="*/ 711257 w 894152"/>
                  <a:gd name="connsiteY6" fmla="*/ 1808785 h 1813199"/>
                  <a:gd name="connsiteX7" fmla="*/ 419157 w 894152"/>
                  <a:gd name="connsiteY7" fmla="*/ 1613523 h 1813199"/>
                  <a:gd name="connsiteX8" fmla="*/ 347719 w 894152"/>
                  <a:gd name="connsiteY8" fmla="*/ 1451598 h 1813199"/>
                  <a:gd name="connsiteX9" fmla="*/ 238182 w 894152"/>
                  <a:gd name="connsiteY9" fmla="*/ 1265861 h 1813199"/>
                  <a:gd name="connsiteX10" fmla="*/ 90545 w 894152"/>
                  <a:gd name="connsiteY10" fmla="*/ 980111 h 1813199"/>
                  <a:gd name="connsiteX11" fmla="*/ 38158 w 894152"/>
                  <a:gd name="connsiteY11" fmla="*/ 694361 h 1813199"/>
                  <a:gd name="connsiteX12" fmla="*/ 81020 w 894152"/>
                  <a:gd name="connsiteY12" fmla="*/ 418136 h 1813199"/>
                  <a:gd name="connsiteX13" fmla="*/ 276282 w 894152"/>
                  <a:gd name="connsiteY13" fmla="*/ 184774 h 1813199"/>
                  <a:gd name="connsiteX0" fmla="*/ 276282 w 894152"/>
                  <a:gd name="connsiteY0" fmla="*/ 184774 h 1813199"/>
                  <a:gd name="connsiteX1" fmla="*/ 758882 w 894152"/>
                  <a:gd name="connsiteY1" fmla="*/ 272085 h 1813199"/>
                  <a:gd name="connsiteX2" fmla="*/ 857307 w 894152"/>
                  <a:gd name="connsiteY2" fmla="*/ 622923 h 1813199"/>
                  <a:gd name="connsiteX3" fmla="*/ 843019 w 894152"/>
                  <a:gd name="connsiteY3" fmla="*/ 822948 h 1813199"/>
                  <a:gd name="connsiteX4" fmla="*/ 814444 w 894152"/>
                  <a:gd name="connsiteY4" fmla="*/ 1089648 h 1813199"/>
                  <a:gd name="connsiteX5" fmla="*/ 847782 w 894152"/>
                  <a:gd name="connsiteY5" fmla="*/ 1384923 h 1813199"/>
                  <a:gd name="connsiteX6" fmla="*/ 711257 w 894152"/>
                  <a:gd name="connsiteY6" fmla="*/ 1808785 h 1813199"/>
                  <a:gd name="connsiteX7" fmla="*/ 419157 w 894152"/>
                  <a:gd name="connsiteY7" fmla="*/ 1613523 h 1813199"/>
                  <a:gd name="connsiteX8" fmla="*/ 347719 w 894152"/>
                  <a:gd name="connsiteY8" fmla="*/ 1451598 h 1813199"/>
                  <a:gd name="connsiteX9" fmla="*/ 238182 w 894152"/>
                  <a:gd name="connsiteY9" fmla="*/ 1265861 h 1813199"/>
                  <a:gd name="connsiteX10" fmla="*/ 90545 w 894152"/>
                  <a:gd name="connsiteY10" fmla="*/ 980111 h 1813199"/>
                  <a:gd name="connsiteX11" fmla="*/ 38158 w 894152"/>
                  <a:gd name="connsiteY11" fmla="*/ 694361 h 1813199"/>
                  <a:gd name="connsiteX12" fmla="*/ 81020 w 894152"/>
                  <a:gd name="connsiteY12" fmla="*/ 418136 h 1813199"/>
                  <a:gd name="connsiteX13" fmla="*/ 276282 w 894152"/>
                  <a:gd name="connsiteY13" fmla="*/ 184774 h 1813199"/>
                  <a:gd name="connsiteX0" fmla="*/ 276282 w 894152"/>
                  <a:gd name="connsiteY0" fmla="*/ 165146 h 1793571"/>
                  <a:gd name="connsiteX1" fmla="*/ 758882 w 894152"/>
                  <a:gd name="connsiteY1" fmla="*/ 252457 h 1793571"/>
                  <a:gd name="connsiteX2" fmla="*/ 857307 w 894152"/>
                  <a:gd name="connsiteY2" fmla="*/ 603295 h 1793571"/>
                  <a:gd name="connsiteX3" fmla="*/ 843019 w 894152"/>
                  <a:gd name="connsiteY3" fmla="*/ 803320 h 1793571"/>
                  <a:gd name="connsiteX4" fmla="*/ 814444 w 894152"/>
                  <a:gd name="connsiteY4" fmla="*/ 1070020 h 1793571"/>
                  <a:gd name="connsiteX5" fmla="*/ 847782 w 894152"/>
                  <a:gd name="connsiteY5" fmla="*/ 1365295 h 1793571"/>
                  <a:gd name="connsiteX6" fmla="*/ 711257 w 894152"/>
                  <a:gd name="connsiteY6" fmla="*/ 1789157 h 1793571"/>
                  <a:gd name="connsiteX7" fmla="*/ 419157 w 894152"/>
                  <a:gd name="connsiteY7" fmla="*/ 1593895 h 1793571"/>
                  <a:gd name="connsiteX8" fmla="*/ 347719 w 894152"/>
                  <a:gd name="connsiteY8" fmla="*/ 1431970 h 1793571"/>
                  <a:gd name="connsiteX9" fmla="*/ 238182 w 894152"/>
                  <a:gd name="connsiteY9" fmla="*/ 1246233 h 1793571"/>
                  <a:gd name="connsiteX10" fmla="*/ 90545 w 894152"/>
                  <a:gd name="connsiteY10" fmla="*/ 960483 h 1793571"/>
                  <a:gd name="connsiteX11" fmla="*/ 38158 w 894152"/>
                  <a:gd name="connsiteY11" fmla="*/ 674733 h 1793571"/>
                  <a:gd name="connsiteX12" fmla="*/ 81020 w 894152"/>
                  <a:gd name="connsiteY12" fmla="*/ 398508 h 1793571"/>
                  <a:gd name="connsiteX13" fmla="*/ 276282 w 894152"/>
                  <a:gd name="connsiteY13" fmla="*/ 165146 h 1793571"/>
                  <a:gd name="connsiteX0" fmla="*/ 309161 w 927031"/>
                  <a:gd name="connsiteY0" fmla="*/ 165146 h 1793571"/>
                  <a:gd name="connsiteX1" fmla="*/ 791761 w 927031"/>
                  <a:gd name="connsiteY1" fmla="*/ 252457 h 1793571"/>
                  <a:gd name="connsiteX2" fmla="*/ 890186 w 927031"/>
                  <a:gd name="connsiteY2" fmla="*/ 603295 h 1793571"/>
                  <a:gd name="connsiteX3" fmla="*/ 875898 w 927031"/>
                  <a:gd name="connsiteY3" fmla="*/ 803320 h 1793571"/>
                  <a:gd name="connsiteX4" fmla="*/ 847323 w 927031"/>
                  <a:gd name="connsiteY4" fmla="*/ 1070020 h 1793571"/>
                  <a:gd name="connsiteX5" fmla="*/ 880661 w 927031"/>
                  <a:gd name="connsiteY5" fmla="*/ 1365295 h 1793571"/>
                  <a:gd name="connsiteX6" fmla="*/ 744136 w 927031"/>
                  <a:gd name="connsiteY6" fmla="*/ 1789157 h 1793571"/>
                  <a:gd name="connsiteX7" fmla="*/ 452036 w 927031"/>
                  <a:gd name="connsiteY7" fmla="*/ 1593895 h 1793571"/>
                  <a:gd name="connsiteX8" fmla="*/ 380598 w 927031"/>
                  <a:gd name="connsiteY8" fmla="*/ 1431970 h 1793571"/>
                  <a:gd name="connsiteX9" fmla="*/ 271061 w 927031"/>
                  <a:gd name="connsiteY9" fmla="*/ 1246233 h 1793571"/>
                  <a:gd name="connsiteX10" fmla="*/ 123424 w 927031"/>
                  <a:gd name="connsiteY10" fmla="*/ 960483 h 1793571"/>
                  <a:gd name="connsiteX11" fmla="*/ 71037 w 927031"/>
                  <a:gd name="connsiteY11" fmla="*/ 674733 h 1793571"/>
                  <a:gd name="connsiteX12" fmla="*/ 19336 w 927031"/>
                  <a:gd name="connsiteY12" fmla="*/ 388491 h 1793571"/>
                  <a:gd name="connsiteX13" fmla="*/ 309161 w 927031"/>
                  <a:gd name="connsiteY13" fmla="*/ 165146 h 1793571"/>
                  <a:gd name="connsiteX0" fmla="*/ 148346 w 945033"/>
                  <a:gd name="connsiteY0" fmla="*/ 141483 h 1857858"/>
                  <a:gd name="connsiteX1" fmla="*/ 809763 w 945033"/>
                  <a:gd name="connsiteY1" fmla="*/ 316744 h 1857858"/>
                  <a:gd name="connsiteX2" fmla="*/ 908188 w 945033"/>
                  <a:gd name="connsiteY2" fmla="*/ 667582 h 1857858"/>
                  <a:gd name="connsiteX3" fmla="*/ 893900 w 945033"/>
                  <a:gd name="connsiteY3" fmla="*/ 867607 h 1857858"/>
                  <a:gd name="connsiteX4" fmla="*/ 865325 w 945033"/>
                  <a:gd name="connsiteY4" fmla="*/ 1134307 h 1857858"/>
                  <a:gd name="connsiteX5" fmla="*/ 898663 w 945033"/>
                  <a:gd name="connsiteY5" fmla="*/ 1429582 h 1857858"/>
                  <a:gd name="connsiteX6" fmla="*/ 762138 w 945033"/>
                  <a:gd name="connsiteY6" fmla="*/ 1853444 h 1857858"/>
                  <a:gd name="connsiteX7" fmla="*/ 470038 w 945033"/>
                  <a:gd name="connsiteY7" fmla="*/ 1658182 h 1857858"/>
                  <a:gd name="connsiteX8" fmla="*/ 398600 w 945033"/>
                  <a:gd name="connsiteY8" fmla="*/ 1496257 h 1857858"/>
                  <a:gd name="connsiteX9" fmla="*/ 289063 w 945033"/>
                  <a:gd name="connsiteY9" fmla="*/ 1310520 h 1857858"/>
                  <a:gd name="connsiteX10" fmla="*/ 141426 w 945033"/>
                  <a:gd name="connsiteY10" fmla="*/ 1024770 h 1857858"/>
                  <a:gd name="connsiteX11" fmla="*/ 89039 w 945033"/>
                  <a:gd name="connsiteY11" fmla="*/ 739020 h 1857858"/>
                  <a:gd name="connsiteX12" fmla="*/ 37338 w 945033"/>
                  <a:gd name="connsiteY12" fmla="*/ 452778 h 1857858"/>
                  <a:gd name="connsiteX13" fmla="*/ 148346 w 945033"/>
                  <a:gd name="connsiteY13" fmla="*/ 141483 h 1857858"/>
                  <a:gd name="connsiteX0" fmla="*/ 148346 w 932847"/>
                  <a:gd name="connsiteY0" fmla="*/ 212237 h 1928612"/>
                  <a:gd name="connsiteX1" fmla="*/ 581913 w 932847"/>
                  <a:gd name="connsiteY1" fmla="*/ 174851 h 1928612"/>
                  <a:gd name="connsiteX2" fmla="*/ 908188 w 932847"/>
                  <a:gd name="connsiteY2" fmla="*/ 738336 h 1928612"/>
                  <a:gd name="connsiteX3" fmla="*/ 893900 w 932847"/>
                  <a:gd name="connsiteY3" fmla="*/ 938361 h 1928612"/>
                  <a:gd name="connsiteX4" fmla="*/ 865325 w 932847"/>
                  <a:gd name="connsiteY4" fmla="*/ 1205061 h 1928612"/>
                  <a:gd name="connsiteX5" fmla="*/ 898663 w 932847"/>
                  <a:gd name="connsiteY5" fmla="*/ 1500336 h 1928612"/>
                  <a:gd name="connsiteX6" fmla="*/ 762138 w 932847"/>
                  <a:gd name="connsiteY6" fmla="*/ 1924198 h 1928612"/>
                  <a:gd name="connsiteX7" fmla="*/ 470038 w 932847"/>
                  <a:gd name="connsiteY7" fmla="*/ 1728936 h 1928612"/>
                  <a:gd name="connsiteX8" fmla="*/ 398600 w 932847"/>
                  <a:gd name="connsiteY8" fmla="*/ 1567011 h 1928612"/>
                  <a:gd name="connsiteX9" fmla="*/ 289063 w 932847"/>
                  <a:gd name="connsiteY9" fmla="*/ 1381274 h 1928612"/>
                  <a:gd name="connsiteX10" fmla="*/ 141426 w 932847"/>
                  <a:gd name="connsiteY10" fmla="*/ 1095524 h 1928612"/>
                  <a:gd name="connsiteX11" fmla="*/ 89039 w 932847"/>
                  <a:gd name="connsiteY11" fmla="*/ 809774 h 1928612"/>
                  <a:gd name="connsiteX12" fmla="*/ 37338 w 932847"/>
                  <a:gd name="connsiteY12" fmla="*/ 523532 h 1928612"/>
                  <a:gd name="connsiteX13" fmla="*/ 148346 w 932847"/>
                  <a:gd name="connsiteY13" fmla="*/ 212237 h 1928612"/>
                  <a:gd name="connsiteX0" fmla="*/ 148346 w 932847"/>
                  <a:gd name="connsiteY0" fmla="*/ 212237 h 1928612"/>
                  <a:gd name="connsiteX1" fmla="*/ 581913 w 932847"/>
                  <a:gd name="connsiteY1" fmla="*/ 174851 h 1928612"/>
                  <a:gd name="connsiteX2" fmla="*/ 812843 w 932847"/>
                  <a:gd name="connsiteY2" fmla="*/ 449929 h 1928612"/>
                  <a:gd name="connsiteX3" fmla="*/ 908188 w 932847"/>
                  <a:gd name="connsiteY3" fmla="*/ 738336 h 1928612"/>
                  <a:gd name="connsiteX4" fmla="*/ 893900 w 932847"/>
                  <a:gd name="connsiteY4" fmla="*/ 938361 h 1928612"/>
                  <a:gd name="connsiteX5" fmla="*/ 865325 w 932847"/>
                  <a:gd name="connsiteY5" fmla="*/ 1205061 h 1928612"/>
                  <a:gd name="connsiteX6" fmla="*/ 898663 w 932847"/>
                  <a:gd name="connsiteY6" fmla="*/ 1500336 h 1928612"/>
                  <a:gd name="connsiteX7" fmla="*/ 762138 w 932847"/>
                  <a:gd name="connsiteY7" fmla="*/ 1924198 h 1928612"/>
                  <a:gd name="connsiteX8" fmla="*/ 470038 w 932847"/>
                  <a:gd name="connsiteY8" fmla="*/ 1728936 h 1928612"/>
                  <a:gd name="connsiteX9" fmla="*/ 398600 w 932847"/>
                  <a:gd name="connsiteY9" fmla="*/ 1567011 h 1928612"/>
                  <a:gd name="connsiteX10" fmla="*/ 289063 w 932847"/>
                  <a:gd name="connsiteY10" fmla="*/ 1381274 h 1928612"/>
                  <a:gd name="connsiteX11" fmla="*/ 141426 w 932847"/>
                  <a:gd name="connsiteY11" fmla="*/ 1095524 h 1928612"/>
                  <a:gd name="connsiteX12" fmla="*/ 89039 w 932847"/>
                  <a:gd name="connsiteY12" fmla="*/ 809774 h 1928612"/>
                  <a:gd name="connsiteX13" fmla="*/ 37338 w 932847"/>
                  <a:gd name="connsiteY13" fmla="*/ 523532 h 1928612"/>
                  <a:gd name="connsiteX14" fmla="*/ 148346 w 932847"/>
                  <a:gd name="connsiteY14" fmla="*/ 212237 h 1928612"/>
                  <a:gd name="connsiteX0" fmla="*/ 148346 w 932847"/>
                  <a:gd name="connsiteY0" fmla="*/ 212237 h 1928612"/>
                  <a:gd name="connsiteX1" fmla="*/ 581913 w 932847"/>
                  <a:gd name="connsiteY1" fmla="*/ 174851 h 1928612"/>
                  <a:gd name="connsiteX2" fmla="*/ 812843 w 932847"/>
                  <a:gd name="connsiteY2" fmla="*/ 449929 h 1928612"/>
                  <a:gd name="connsiteX3" fmla="*/ 908188 w 932847"/>
                  <a:gd name="connsiteY3" fmla="*/ 738336 h 1928612"/>
                  <a:gd name="connsiteX4" fmla="*/ 893900 w 932847"/>
                  <a:gd name="connsiteY4" fmla="*/ 938361 h 1928612"/>
                  <a:gd name="connsiteX5" fmla="*/ 865325 w 932847"/>
                  <a:gd name="connsiteY5" fmla="*/ 1205061 h 1928612"/>
                  <a:gd name="connsiteX6" fmla="*/ 898663 w 932847"/>
                  <a:gd name="connsiteY6" fmla="*/ 1500336 h 1928612"/>
                  <a:gd name="connsiteX7" fmla="*/ 762138 w 932847"/>
                  <a:gd name="connsiteY7" fmla="*/ 1924198 h 1928612"/>
                  <a:gd name="connsiteX8" fmla="*/ 470038 w 932847"/>
                  <a:gd name="connsiteY8" fmla="*/ 1728936 h 1928612"/>
                  <a:gd name="connsiteX9" fmla="*/ 398600 w 932847"/>
                  <a:gd name="connsiteY9" fmla="*/ 1567011 h 1928612"/>
                  <a:gd name="connsiteX10" fmla="*/ 289063 w 932847"/>
                  <a:gd name="connsiteY10" fmla="*/ 1381274 h 1928612"/>
                  <a:gd name="connsiteX11" fmla="*/ 141426 w 932847"/>
                  <a:gd name="connsiteY11" fmla="*/ 1095524 h 1928612"/>
                  <a:gd name="connsiteX12" fmla="*/ 89039 w 932847"/>
                  <a:gd name="connsiteY12" fmla="*/ 809774 h 1928612"/>
                  <a:gd name="connsiteX13" fmla="*/ 37338 w 932847"/>
                  <a:gd name="connsiteY13" fmla="*/ 523532 h 1928612"/>
                  <a:gd name="connsiteX14" fmla="*/ 148346 w 932847"/>
                  <a:gd name="connsiteY14" fmla="*/ 212237 h 1928612"/>
                  <a:gd name="connsiteX0" fmla="*/ 148346 w 932847"/>
                  <a:gd name="connsiteY0" fmla="*/ 190693 h 1907068"/>
                  <a:gd name="connsiteX1" fmla="*/ 581913 w 932847"/>
                  <a:gd name="connsiteY1" fmla="*/ 153307 h 1907068"/>
                  <a:gd name="connsiteX2" fmla="*/ 812843 w 932847"/>
                  <a:gd name="connsiteY2" fmla="*/ 428385 h 1907068"/>
                  <a:gd name="connsiteX3" fmla="*/ 908188 w 932847"/>
                  <a:gd name="connsiteY3" fmla="*/ 716792 h 1907068"/>
                  <a:gd name="connsiteX4" fmla="*/ 893900 w 932847"/>
                  <a:gd name="connsiteY4" fmla="*/ 916817 h 1907068"/>
                  <a:gd name="connsiteX5" fmla="*/ 865325 w 932847"/>
                  <a:gd name="connsiteY5" fmla="*/ 1183517 h 1907068"/>
                  <a:gd name="connsiteX6" fmla="*/ 898663 w 932847"/>
                  <a:gd name="connsiteY6" fmla="*/ 1478792 h 1907068"/>
                  <a:gd name="connsiteX7" fmla="*/ 762138 w 932847"/>
                  <a:gd name="connsiteY7" fmla="*/ 1902654 h 1907068"/>
                  <a:gd name="connsiteX8" fmla="*/ 470038 w 932847"/>
                  <a:gd name="connsiteY8" fmla="*/ 1707392 h 1907068"/>
                  <a:gd name="connsiteX9" fmla="*/ 398600 w 932847"/>
                  <a:gd name="connsiteY9" fmla="*/ 1545467 h 1907068"/>
                  <a:gd name="connsiteX10" fmla="*/ 289063 w 932847"/>
                  <a:gd name="connsiteY10" fmla="*/ 1359730 h 1907068"/>
                  <a:gd name="connsiteX11" fmla="*/ 141426 w 932847"/>
                  <a:gd name="connsiteY11" fmla="*/ 1073980 h 1907068"/>
                  <a:gd name="connsiteX12" fmla="*/ 89039 w 932847"/>
                  <a:gd name="connsiteY12" fmla="*/ 788230 h 1907068"/>
                  <a:gd name="connsiteX13" fmla="*/ 37338 w 932847"/>
                  <a:gd name="connsiteY13" fmla="*/ 501988 h 1907068"/>
                  <a:gd name="connsiteX14" fmla="*/ 148346 w 932847"/>
                  <a:gd name="connsiteY14" fmla="*/ 190693 h 1907068"/>
                  <a:gd name="connsiteX0" fmla="*/ 148346 w 932847"/>
                  <a:gd name="connsiteY0" fmla="*/ 190693 h 1907068"/>
                  <a:gd name="connsiteX1" fmla="*/ 581913 w 932847"/>
                  <a:gd name="connsiteY1" fmla="*/ 153307 h 1907068"/>
                  <a:gd name="connsiteX2" fmla="*/ 812843 w 932847"/>
                  <a:gd name="connsiteY2" fmla="*/ 428385 h 1907068"/>
                  <a:gd name="connsiteX3" fmla="*/ 908188 w 932847"/>
                  <a:gd name="connsiteY3" fmla="*/ 716792 h 1907068"/>
                  <a:gd name="connsiteX4" fmla="*/ 893900 w 932847"/>
                  <a:gd name="connsiteY4" fmla="*/ 916817 h 1907068"/>
                  <a:gd name="connsiteX5" fmla="*/ 865325 w 932847"/>
                  <a:gd name="connsiteY5" fmla="*/ 1183517 h 1907068"/>
                  <a:gd name="connsiteX6" fmla="*/ 898663 w 932847"/>
                  <a:gd name="connsiteY6" fmla="*/ 1478792 h 1907068"/>
                  <a:gd name="connsiteX7" fmla="*/ 762138 w 932847"/>
                  <a:gd name="connsiteY7" fmla="*/ 1902654 h 1907068"/>
                  <a:gd name="connsiteX8" fmla="*/ 470038 w 932847"/>
                  <a:gd name="connsiteY8" fmla="*/ 1707392 h 1907068"/>
                  <a:gd name="connsiteX9" fmla="*/ 398600 w 932847"/>
                  <a:gd name="connsiteY9" fmla="*/ 1545467 h 1907068"/>
                  <a:gd name="connsiteX10" fmla="*/ 289063 w 932847"/>
                  <a:gd name="connsiteY10" fmla="*/ 1359730 h 1907068"/>
                  <a:gd name="connsiteX11" fmla="*/ 107309 w 932847"/>
                  <a:gd name="connsiteY11" fmla="*/ 980317 h 1907068"/>
                  <a:gd name="connsiteX12" fmla="*/ 89039 w 932847"/>
                  <a:gd name="connsiteY12" fmla="*/ 788230 h 1907068"/>
                  <a:gd name="connsiteX13" fmla="*/ 37338 w 932847"/>
                  <a:gd name="connsiteY13" fmla="*/ 501988 h 1907068"/>
                  <a:gd name="connsiteX14" fmla="*/ 148346 w 932847"/>
                  <a:gd name="connsiteY14" fmla="*/ 190693 h 1907068"/>
                  <a:gd name="connsiteX0" fmla="*/ 148346 w 932847"/>
                  <a:gd name="connsiteY0" fmla="*/ 190693 h 1907068"/>
                  <a:gd name="connsiteX1" fmla="*/ 581913 w 932847"/>
                  <a:gd name="connsiteY1" fmla="*/ 153307 h 1907068"/>
                  <a:gd name="connsiteX2" fmla="*/ 812843 w 932847"/>
                  <a:gd name="connsiteY2" fmla="*/ 428385 h 1907068"/>
                  <a:gd name="connsiteX3" fmla="*/ 908188 w 932847"/>
                  <a:gd name="connsiteY3" fmla="*/ 716792 h 1907068"/>
                  <a:gd name="connsiteX4" fmla="*/ 893900 w 932847"/>
                  <a:gd name="connsiteY4" fmla="*/ 916817 h 1907068"/>
                  <a:gd name="connsiteX5" fmla="*/ 865325 w 932847"/>
                  <a:gd name="connsiteY5" fmla="*/ 1183517 h 1907068"/>
                  <a:gd name="connsiteX6" fmla="*/ 898663 w 932847"/>
                  <a:gd name="connsiteY6" fmla="*/ 1478792 h 1907068"/>
                  <a:gd name="connsiteX7" fmla="*/ 762138 w 932847"/>
                  <a:gd name="connsiteY7" fmla="*/ 1902654 h 1907068"/>
                  <a:gd name="connsiteX8" fmla="*/ 470038 w 932847"/>
                  <a:gd name="connsiteY8" fmla="*/ 1707392 h 1907068"/>
                  <a:gd name="connsiteX9" fmla="*/ 398600 w 932847"/>
                  <a:gd name="connsiteY9" fmla="*/ 1545467 h 1907068"/>
                  <a:gd name="connsiteX10" fmla="*/ 289063 w 932847"/>
                  <a:gd name="connsiteY10" fmla="*/ 1359730 h 1907068"/>
                  <a:gd name="connsiteX11" fmla="*/ 107309 w 932847"/>
                  <a:gd name="connsiteY11" fmla="*/ 980317 h 1907068"/>
                  <a:gd name="connsiteX12" fmla="*/ 37338 w 932847"/>
                  <a:gd name="connsiteY12" fmla="*/ 501988 h 1907068"/>
                  <a:gd name="connsiteX13" fmla="*/ 148346 w 932847"/>
                  <a:gd name="connsiteY13" fmla="*/ 190693 h 1907068"/>
                  <a:gd name="connsiteX0" fmla="*/ 164947 w 949448"/>
                  <a:gd name="connsiteY0" fmla="*/ 190693 h 1907068"/>
                  <a:gd name="connsiteX1" fmla="*/ 598514 w 949448"/>
                  <a:gd name="connsiteY1" fmla="*/ 153307 h 1907068"/>
                  <a:gd name="connsiteX2" fmla="*/ 829444 w 949448"/>
                  <a:gd name="connsiteY2" fmla="*/ 428385 h 1907068"/>
                  <a:gd name="connsiteX3" fmla="*/ 924789 w 949448"/>
                  <a:gd name="connsiteY3" fmla="*/ 716792 h 1907068"/>
                  <a:gd name="connsiteX4" fmla="*/ 910501 w 949448"/>
                  <a:gd name="connsiteY4" fmla="*/ 916817 h 1907068"/>
                  <a:gd name="connsiteX5" fmla="*/ 881926 w 949448"/>
                  <a:gd name="connsiteY5" fmla="*/ 1183517 h 1907068"/>
                  <a:gd name="connsiteX6" fmla="*/ 915264 w 949448"/>
                  <a:gd name="connsiteY6" fmla="*/ 1478792 h 1907068"/>
                  <a:gd name="connsiteX7" fmla="*/ 778739 w 949448"/>
                  <a:gd name="connsiteY7" fmla="*/ 1902654 h 1907068"/>
                  <a:gd name="connsiteX8" fmla="*/ 486639 w 949448"/>
                  <a:gd name="connsiteY8" fmla="*/ 1707392 h 1907068"/>
                  <a:gd name="connsiteX9" fmla="*/ 415201 w 949448"/>
                  <a:gd name="connsiteY9" fmla="*/ 1545467 h 1907068"/>
                  <a:gd name="connsiteX10" fmla="*/ 305664 w 949448"/>
                  <a:gd name="connsiteY10" fmla="*/ 1359730 h 1907068"/>
                  <a:gd name="connsiteX11" fmla="*/ 123910 w 949448"/>
                  <a:gd name="connsiteY11" fmla="*/ 980317 h 1907068"/>
                  <a:gd name="connsiteX12" fmla="*/ 53939 w 949448"/>
                  <a:gd name="connsiteY12" fmla="*/ 501988 h 1907068"/>
                  <a:gd name="connsiteX13" fmla="*/ 164947 w 949448"/>
                  <a:gd name="connsiteY13" fmla="*/ 190693 h 1907068"/>
                  <a:gd name="connsiteX0" fmla="*/ 164947 w 940465"/>
                  <a:gd name="connsiteY0" fmla="*/ 190693 h 1907068"/>
                  <a:gd name="connsiteX1" fmla="*/ 598514 w 940465"/>
                  <a:gd name="connsiteY1" fmla="*/ 153307 h 1907068"/>
                  <a:gd name="connsiteX2" fmla="*/ 829444 w 940465"/>
                  <a:gd name="connsiteY2" fmla="*/ 428385 h 1907068"/>
                  <a:gd name="connsiteX3" fmla="*/ 865607 w 940465"/>
                  <a:gd name="connsiteY3" fmla="*/ 693693 h 1907068"/>
                  <a:gd name="connsiteX4" fmla="*/ 910501 w 940465"/>
                  <a:gd name="connsiteY4" fmla="*/ 916817 h 1907068"/>
                  <a:gd name="connsiteX5" fmla="*/ 881926 w 940465"/>
                  <a:gd name="connsiteY5" fmla="*/ 1183517 h 1907068"/>
                  <a:gd name="connsiteX6" fmla="*/ 915264 w 940465"/>
                  <a:gd name="connsiteY6" fmla="*/ 1478792 h 1907068"/>
                  <a:gd name="connsiteX7" fmla="*/ 778739 w 940465"/>
                  <a:gd name="connsiteY7" fmla="*/ 1902654 h 1907068"/>
                  <a:gd name="connsiteX8" fmla="*/ 486639 w 940465"/>
                  <a:gd name="connsiteY8" fmla="*/ 1707392 h 1907068"/>
                  <a:gd name="connsiteX9" fmla="*/ 415201 w 940465"/>
                  <a:gd name="connsiteY9" fmla="*/ 1545467 h 1907068"/>
                  <a:gd name="connsiteX10" fmla="*/ 305664 w 940465"/>
                  <a:gd name="connsiteY10" fmla="*/ 1359730 h 1907068"/>
                  <a:gd name="connsiteX11" fmla="*/ 123910 w 940465"/>
                  <a:gd name="connsiteY11" fmla="*/ 980317 h 1907068"/>
                  <a:gd name="connsiteX12" fmla="*/ 53939 w 940465"/>
                  <a:gd name="connsiteY12" fmla="*/ 501988 h 1907068"/>
                  <a:gd name="connsiteX13" fmla="*/ 164947 w 940465"/>
                  <a:gd name="connsiteY13" fmla="*/ 190693 h 1907068"/>
                  <a:gd name="connsiteX0" fmla="*/ 164947 w 940465"/>
                  <a:gd name="connsiteY0" fmla="*/ 190693 h 1907068"/>
                  <a:gd name="connsiteX1" fmla="*/ 598514 w 940465"/>
                  <a:gd name="connsiteY1" fmla="*/ 153307 h 1907068"/>
                  <a:gd name="connsiteX2" fmla="*/ 829444 w 940465"/>
                  <a:gd name="connsiteY2" fmla="*/ 428385 h 1907068"/>
                  <a:gd name="connsiteX3" fmla="*/ 865607 w 940465"/>
                  <a:gd name="connsiteY3" fmla="*/ 693693 h 1907068"/>
                  <a:gd name="connsiteX4" fmla="*/ 881926 w 940465"/>
                  <a:gd name="connsiteY4" fmla="*/ 1183517 h 1907068"/>
                  <a:gd name="connsiteX5" fmla="*/ 915264 w 940465"/>
                  <a:gd name="connsiteY5" fmla="*/ 1478792 h 1907068"/>
                  <a:gd name="connsiteX6" fmla="*/ 778739 w 940465"/>
                  <a:gd name="connsiteY6" fmla="*/ 1902654 h 1907068"/>
                  <a:gd name="connsiteX7" fmla="*/ 486639 w 940465"/>
                  <a:gd name="connsiteY7" fmla="*/ 1707392 h 1907068"/>
                  <a:gd name="connsiteX8" fmla="*/ 415201 w 940465"/>
                  <a:gd name="connsiteY8" fmla="*/ 1545467 h 1907068"/>
                  <a:gd name="connsiteX9" fmla="*/ 305664 w 940465"/>
                  <a:gd name="connsiteY9" fmla="*/ 1359730 h 1907068"/>
                  <a:gd name="connsiteX10" fmla="*/ 123910 w 940465"/>
                  <a:gd name="connsiteY10" fmla="*/ 980317 h 1907068"/>
                  <a:gd name="connsiteX11" fmla="*/ 53939 w 940465"/>
                  <a:gd name="connsiteY11" fmla="*/ 501988 h 1907068"/>
                  <a:gd name="connsiteX12" fmla="*/ 164947 w 940465"/>
                  <a:gd name="connsiteY12" fmla="*/ 190693 h 1907068"/>
                  <a:gd name="connsiteX0" fmla="*/ 164947 w 955152"/>
                  <a:gd name="connsiteY0" fmla="*/ 190693 h 1907068"/>
                  <a:gd name="connsiteX1" fmla="*/ 598514 w 955152"/>
                  <a:gd name="connsiteY1" fmla="*/ 153307 h 1907068"/>
                  <a:gd name="connsiteX2" fmla="*/ 829444 w 955152"/>
                  <a:gd name="connsiteY2" fmla="*/ 428385 h 1907068"/>
                  <a:gd name="connsiteX3" fmla="*/ 865607 w 955152"/>
                  <a:gd name="connsiteY3" fmla="*/ 693693 h 1907068"/>
                  <a:gd name="connsiteX4" fmla="*/ 936970 w 955152"/>
                  <a:gd name="connsiteY4" fmla="*/ 957916 h 1907068"/>
                  <a:gd name="connsiteX5" fmla="*/ 915264 w 955152"/>
                  <a:gd name="connsiteY5" fmla="*/ 1478792 h 1907068"/>
                  <a:gd name="connsiteX6" fmla="*/ 778739 w 955152"/>
                  <a:gd name="connsiteY6" fmla="*/ 1902654 h 1907068"/>
                  <a:gd name="connsiteX7" fmla="*/ 486639 w 955152"/>
                  <a:gd name="connsiteY7" fmla="*/ 1707392 h 1907068"/>
                  <a:gd name="connsiteX8" fmla="*/ 415201 w 955152"/>
                  <a:gd name="connsiteY8" fmla="*/ 1545467 h 1907068"/>
                  <a:gd name="connsiteX9" fmla="*/ 305664 w 955152"/>
                  <a:gd name="connsiteY9" fmla="*/ 1359730 h 1907068"/>
                  <a:gd name="connsiteX10" fmla="*/ 123910 w 955152"/>
                  <a:gd name="connsiteY10" fmla="*/ 980317 h 1907068"/>
                  <a:gd name="connsiteX11" fmla="*/ 53939 w 955152"/>
                  <a:gd name="connsiteY11" fmla="*/ 501988 h 1907068"/>
                  <a:gd name="connsiteX12" fmla="*/ 164947 w 955152"/>
                  <a:gd name="connsiteY12" fmla="*/ 190693 h 1907068"/>
                  <a:gd name="connsiteX0" fmla="*/ 164947 w 955152"/>
                  <a:gd name="connsiteY0" fmla="*/ 190693 h 1907068"/>
                  <a:gd name="connsiteX1" fmla="*/ 598514 w 955152"/>
                  <a:gd name="connsiteY1" fmla="*/ 153307 h 1907068"/>
                  <a:gd name="connsiteX2" fmla="*/ 829444 w 955152"/>
                  <a:gd name="connsiteY2" fmla="*/ 428385 h 1907068"/>
                  <a:gd name="connsiteX3" fmla="*/ 865607 w 955152"/>
                  <a:gd name="connsiteY3" fmla="*/ 693693 h 1907068"/>
                  <a:gd name="connsiteX4" fmla="*/ 936970 w 955152"/>
                  <a:gd name="connsiteY4" fmla="*/ 957916 h 1907068"/>
                  <a:gd name="connsiteX5" fmla="*/ 915264 w 955152"/>
                  <a:gd name="connsiteY5" fmla="*/ 1478792 h 1907068"/>
                  <a:gd name="connsiteX6" fmla="*/ 778739 w 955152"/>
                  <a:gd name="connsiteY6" fmla="*/ 1902654 h 1907068"/>
                  <a:gd name="connsiteX7" fmla="*/ 486639 w 955152"/>
                  <a:gd name="connsiteY7" fmla="*/ 1707392 h 1907068"/>
                  <a:gd name="connsiteX8" fmla="*/ 415201 w 955152"/>
                  <a:gd name="connsiteY8" fmla="*/ 1545467 h 1907068"/>
                  <a:gd name="connsiteX9" fmla="*/ 305664 w 955152"/>
                  <a:gd name="connsiteY9" fmla="*/ 1359730 h 1907068"/>
                  <a:gd name="connsiteX10" fmla="*/ 123910 w 955152"/>
                  <a:gd name="connsiteY10" fmla="*/ 980317 h 1907068"/>
                  <a:gd name="connsiteX11" fmla="*/ 53939 w 955152"/>
                  <a:gd name="connsiteY11" fmla="*/ 501988 h 1907068"/>
                  <a:gd name="connsiteX12" fmla="*/ 164947 w 955152"/>
                  <a:gd name="connsiteY12" fmla="*/ 190693 h 1907068"/>
                  <a:gd name="connsiteX0" fmla="*/ 164947 w 955152"/>
                  <a:gd name="connsiteY0" fmla="*/ 190693 h 1907068"/>
                  <a:gd name="connsiteX1" fmla="*/ 598514 w 955152"/>
                  <a:gd name="connsiteY1" fmla="*/ 153307 h 1907068"/>
                  <a:gd name="connsiteX2" fmla="*/ 829444 w 955152"/>
                  <a:gd name="connsiteY2" fmla="*/ 428385 h 1907068"/>
                  <a:gd name="connsiteX3" fmla="*/ 865607 w 955152"/>
                  <a:gd name="connsiteY3" fmla="*/ 693693 h 1907068"/>
                  <a:gd name="connsiteX4" fmla="*/ 936970 w 955152"/>
                  <a:gd name="connsiteY4" fmla="*/ 957916 h 1907068"/>
                  <a:gd name="connsiteX5" fmla="*/ 915264 w 955152"/>
                  <a:gd name="connsiteY5" fmla="*/ 1478792 h 1907068"/>
                  <a:gd name="connsiteX6" fmla="*/ 778739 w 955152"/>
                  <a:gd name="connsiteY6" fmla="*/ 1902654 h 1907068"/>
                  <a:gd name="connsiteX7" fmla="*/ 486639 w 955152"/>
                  <a:gd name="connsiteY7" fmla="*/ 1707392 h 1907068"/>
                  <a:gd name="connsiteX8" fmla="*/ 415201 w 955152"/>
                  <a:gd name="connsiteY8" fmla="*/ 1545467 h 1907068"/>
                  <a:gd name="connsiteX9" fmla="*/ 305664 w 955152"/>
                  <a:gd name="connsiteY9" fmla="*/ 1359730 h 1907068"/>
                  <a:gd name="connsiteX10" fmla="*/ 123910 w 955152"/>
                  <a:gd name="connsiteY10" fmla="*/ 980317 h 1907068"/>
                  <a:gd name="connsiteX11" fmla="*/ 53939 w 955152"/>
                  <a:gd name="connsiteY11" fmla="*/ 501988 h 1907068"/>
                  <a:gd name="connsiteX12" fmla="*/ 164947 w 955152"/>
                  <a:gd name="connsiteY12" fmla="*/ 190693 h 1907068"/>
                  <a:gd name="connsiteX0" fmla="*/ 164947 w 986806"/>
                  <a:gd name="connsiteY0" fmla="*/ 190693 h 1907068"/>
                  <a:gd name="connsiteX1" fmla="*/ 598514 w 986806"/>
                  <a:gd name="connsiteY1" fmla="*/ 153307 h 1907068"/>
                  <a:gd name="connsiteX2" fmla="*/ 829444 w 986806"/>
                  <a:gd name="connsiteY2" fmla="*/ 428385 h 1907068"/>
                  <a:gd name="connsiteX3" fmla="*/ 865607 w 986806"/>
                  <a:gd name="connsiteY3" fmla="*/ 693693 h 1907068"/>
                  <a:gd name="connsiteX4" fmla="*/ 936970 w 986806"/>
                  <a:gd name="connsiteY4" fmla="*/ 957916 h 1907068"/>
                  <a:gd name="connsiteX5" fmla="*/ 986565 w 986806"/>
                  <a:gd name="connsiteY5" fmla="*/ 1294174 h 1907068"/>
                  <a:gd name="connsiteX6" fmla="*/ 915264 w 986806"/>
                  <a:gd name="connsiteY6" fmla="*/ 1478792 h 1907068"/>
                  <a:gd name="connsiteX7" fmla="*/ 778739 w 986806"/>
                  <a:gd name="connsiteY7" fmla="*/ 1902654 h 1907068"/>
                  <a:gd name="connsiteX8" fmla="*/ 486639 w 986806"/>
                  <a:gd name="connsiteY8" fmla="*/ 1707392 h 1907068"/>
                  <a:gd name="connsiteX9" fmla="*/ 415201 w 986806"/>
                  <a:gd name="connsiteY9" fmla="*/ 1545467 h 1907068"/>
                  <a:gd name="connsiteX10" fmla="*/ 305664 w 986806"/>
                  <a:gd name="connsiteY10" fmla="*/ 1359730 h 1907068"/>
                  <a:gd name="connsiteX11" fmla="*/ 123910 w 986806"/>
                  <a:gd name="connsiteY11" fmla="*/ 980317 h 1907068"/>
                  <a:gd name="connsiteX12" fmla="*/ 53939 w 986806"/>
                  <a:gd name="connsiteY12" fmla="*/ 501988 h 1907068"/>
                  <a:gd name="connsiteX13" fmla="*/ 164947 w 986806"/>
                  <a:gd name="connsiteY13" fmla="*/ 190693 h 1907068"/>
                  <a:gd name="connsiteX0" fmla="*/ 164947 w 1026643"/>
                  <a:gd name="connsiteY0" fmla="*/ 190693 h 1907068"/>
                  <a:gd name="connsiteX1" fmla="*/ 598514 w 1026643"/>
                  <a:gd name="connsiteY1" fmla="*/ 153307 h 1907068"/>
                  <a:gd name="connsiteX2" fmla="*/ 829444 w 1026643"/>
                  <a:gd name="connsiteY2" fmla="*/ 428385 h 1907068"/>
                  <a:gd name="connsiteX3" fmla="*/ 865607 w 1026643"/>
                  <a:gd name="connsiteY3" fmla="*/ 693693 h 1907068"/>
                  <a:gd name="connsiteX4" fmla="*/ 936970 w 1026643"/>
                  <a:gd name="connsiteY4" fmla="*/ 957916 h 1907068"/>
                  <a:gd name="connsiteX5" fmla="*/ 986565 w 1026643"/>
                  <a:gd name="connsiteY5" fmla="*/ 1294174 h 1907068"/>
                  <a:gd name="connsiteX6" fmla="*/ 915264 w 1026643"/>
                  <a:gd name="connsiteY6" fmla="*/ 1478792 h 1907068"/>
                  <a:gd name="connsiteX7" fmla="*/ 778739 w 1026643"/>
                  <a:gd name="connsiteY7" fmla="*/ 1902654 h 1907068"/>
                  <a:gd name="connsiteX8" fmla="*/ 486639 w 1026643"/>
                  <a:gd name="connsiteY8" fmla="*/ 1707392 h 1907068"/>
                  <a:gd name="connsiteX9" fmla="*/ 415201 w 1026643"/>
                  <a:gd name="connsiteY9" fmla="*/ 1545467 h 1907068"/>
                  <a:gd name="connsiteX10" fmla="*/ 305664 w 1026643"/>
                  <a:gd name="connsiteY10" fmla="*/ 1359730 h 1907068"/>
                  <a:gd name="connsiteX11" fmla="*/ 123910 w 1026643"/>
                  <a:gd name="connsiteY11" fmla="*/ 980317 h 1907068"/>
                  <a:gd name="connsiteX12" fmla="*/ 53939 w 1026643"/>
                  <a:gd name="connsiteY12" fmla="*/ 501988 h 1907068"/>
                  <a:gd name="connsiteX13" fmla="*/ 164947 w 1026643"/>
                  <a:gd name="connsiteY13" fmla="*/ 190693 h 1907068"/>
                  <a:gd name="connsiteX0" fmla="*/ 164947 w 1026643"/>
                  <a:gd name="connsiteY0" fmla="*/ 190693 h 1907068"/>
                  <a:gd name="connsiteX1" fmla="*/ 598514 w 1026643"/>
                  <a:gd name="connsiteY1" fmla="*/ 153307 h 1907068"/>
                  <a:gd name="connsiteX2" fmla="*/ 829444 w 1026643"/>
                  <a:gd name="connsiteY2" fmla="*/ 428385 h 1907068"/>
                  <a:gd name="connsiteX3" fmla="*/ 865607 w 1026643"/>
                  <a:gd name="connsiteY3" fmla="*/ 693693 h 1907068"/>
                  <a:gd name="connsiteX4" fmla="*/ 936970 w 1026643"/>
                  <a:gd name="connsiteY4" fmla="*/ 957916 h 1907068"/>
                  <a:gd name="connsiteX5" fmla="*/ 986565 w 1026643"/>
                  <a:gd name="connsiteY5" fmla="*/ 1294174 h 1907068"/>
                  <a:gd name="connsiteX6" fmla="*/ 966196 w 1026643"/>
                  <a:gd name="connsiteY6" fmla="*/ 1506067 h 1907068"/>
                  <a:gd name="connsiteX7" fmla="*/ 778739 w 1026643"/>
                  <a:gd name="connsiteY7" fmla="*/ 1902654 h 1907068"/>
                  <a:gd name="connsiteX8" fmla="*/ 486639 w 1026643"/>
                  <a:gd name="connsiteY8" fmla="*/ 1707392 h 1907068"/>
                  <a:gd name="connsiteX9" fmla="*/ 415201 w 1026643"/>
                  <a:gd name="connsiteY9" fmla="*/ 1545467 h 1907068"/>
                  <a:gd name="connsiteX10" fmla="*/ 305664 w 1026643"/>
                  <a:gd name="connsiteY10" fmla="*/ 1359730 h 1907068"/>
                  <a:gd name="connsiteX11" fmla="*/ 123910 w 1026643"/>
                  <a:gd name="connsiteY11" fmla="*/ 980317 h 1907068"/>
                  <a:gd name="connsiteX12" fmla="*/ 53939 w 1026643"/>
                  <a:gd name="connsiteY12" fmla="*/ 501988 h 1907068"/>
                  <a:gd name="connsiteX13" fmla="*/ 164947 w 1026643"/>
                  <a:gd name="connsiteY13" fmla="*/ 190693 h 1907068"/>
                  <a:gd name="connsiteX0" fmla="*/ 351484 w 1026643"/>
                  <a:gd name="connsiteY0" fmla="*/ 149061 h 1992508"/>
                  <a:gd name="connsiteX1" fmla="*/ 598514 w 1026643"/>
                  <a:gd name="connsiteY1" fmla="*/ 238747 h 1992508"/>
                  <a:gd name="connsiteX2" fmla="*/ 829444 w 1026643"/>
                  <a:gd name="connsiteY2" fmla="*/ 513825 h 1992508"/>
                  <a:gd name="connsiteX3" fmla="*/ 865607 w 1026643"/>
                  <a:gd name="connsiteY3" fmla="*/ 779133 h 1992508"/>
                  <a:gd name="connsiteX4" fmla="*/ 936970 w 1026643"/>
                  <a:gd name="connsiteY4" fmla="*/ 1043356 h 1992508"/>
                  <a:gd name="connsiteX5" fmla="*/ 986565 w 1026643"/>
                  <a:gd name="connsiteY5" fmla="*/ 1379614 h 1992508"/>
                  <a:gd name="connsiteX6" fmla="*/ 966196 w 1026643"/>
                  <a:gd name="connsiteY6" fmla="*/ 1591507 h 1992508"/>
                  <a:gd name="connsiteX7" fmla="*/ 778739 w 1026643"/>
                  <a:gd name="connsiteY7" fmla="*/ 1988094 h 1992508"/>
                  <a:gd name="connsiteX8" fmla="*/ 486639 w 1026643"/>
                  <a:gd name="connsiteY8" fmla="*/ 1792832 h 1992508"/>
                  <a:gd name="connsiteX9" fmla="*/ 415201 w 1026643"/>
                  <a:gd name="connsiteY9" fmla="*/ 1630907 h 1992508"/>
                  <a:gd name="connsiteX10" fmla="*/ 305664 w 1026643"/>
                  <a:gd name="connsiteY10" fmla="*/ 1445170 h 1992508"/>
                  <a:gd name="connsiteX11" fmla="*/ 123910 w 1026643"/>
                  <a:gd name="connsiteY11" fmla="*/ 1065757 h 1992508"/>
                  <a:gd name="connsiteX12" fmla="*/ 53939 w 1026643"/>
                  <a:gd name="connsiteY12" fmla="*/ 587428 h 1992508"/>
                  <a:gd name="connsiteX13" fmla="*/ 351484 w 1026643"/>
                  <a:gd name="connsiteY13" fmla="*/ 149061 h 1992508"/>
                  <a:gd name="connsiteX0" fmla="*/ 341092 w 1016251"/>
                  <a:gd name="connsiteY0" fmla="*/ 149061 h 1992508"/>
                  <a:gd name="connsiteX1" fmla="*/ 588122 w 1016251"/>
                  <a:gd name="connsiteY1" fmla="*/ 238747 h 1992508"/>
                  <a:gd name="connsiteX2" fmla="*/ 819052 w 1016251"/>
                  <a:gd name="connsiteY2" fmla="*/ 513825 h 1992508"/>
                  <a:gd name="connsiteX3" fmla="*/ 855215 w 1016251"/>
                  <a:gd name="connsiteY3" fmla="*/ 779133 h 1992508"/>
                  <a:gd name="connsiteX4" fmla="*/ 926578 w 1016251"/>
                  <a:gd name="connsiteY4" fmla="*/ 1043356 h 1992508"/>
                  <a:gd name="connsiteX5" fmla="*/ 976173 w 1016251"/>
                  <a:gd name="connsiteY5" fmla="*/ 1379614 h 1992508"/>
                  <a:gd name="connsiteX6" fmla="*/ 955804 w 1016251"/>
                  <a:gd name="connsiteY6" fmla="*/ 1591507 h 1992508"/>
                  <a:gd name="connsiteX7" fmla="*/ 768347 w 1016251"/>
                  <a:gd name="connsiteY7" fmla="*/ 1988094 h 1992508"/>
                  <a:gd name="connsiteX8" fmla="*/ 476247 w 1016251"/>
                  <a:gd name="connsiteY8" fmla="*/ 1792832 h 1992508"/>
                  <a:gd name="connsiteX9" fmla="*/ 404809 w 1016251"/>
                  <a:gd name="connsiteY9" fmla="*/ 1630907 h 1992508"/>
                  <a:gd name="connsiteX10" fmla="*/ 295272 w 1016251"/>
                  <a:gd name="connsiteY10" fmla="*/ 1445170 h 1992508"/>
                  <a:gd name="connsiteX11" fmla="*/ 113518 w 1016251"/>
                  <a:gd name="connsiteY11" fmla="*/ 1065757 h 1992508"/>
                  <a:gd name="connsiteX12" fmla="*/ 72347 w 1016251"/>
                  <a:gd name="connsiteY12" fmla="*/ 380313 h 1992508"/>
                  <a:gd name="connsiteX13" fmla="*/ 341092 w 1016251"/>
                  <a:gd name="connsiteY13" fmla="*/ 149061 h 1992508"/>
                  <a:gd name="connsiteX0" fmla="*/ 376976 w 1052135"/>
                  <a:gd name="connsiteY0" fmla="*/ 149061 h 1992508"/>
                  <a:gd name="connsiteX1" fmla="*/ 624006 w 1052135"/>
                  <a:gd name="connsiteY1" fmla="*/ 238747 h 1992508"/>
                  <a:gd name="connsiteX2" fmla="*/ 854936 w 1052135"/>
                  <a:gd name="connsiteY2" fmla="*/ 513825 h 1992508"/>
                  <a:gd name="connsiteX3" fmla="*/ 891099 w 1052135"/>
                  <a:gd name="connsiteY3" fmla="*/ 779133 h 1992508"/>
                  <a:gd name="connsiteX4" fmla="*/ 962462 w 1052135"/>
                  <a:gd name="connsiteY4" fmla="*/ 1043356 h 1992508"/>
                  <a:gd name="connsiteX5" fmla="*/ 1012057 w 1052135"/>
                  <a:gd name="connsiteY5" fmla="*/ 1379614 h 1992508"/>
                  <a:gd name="connsiteX6" fmla="*/ 991688 w 1052135"/>
                  <a:gd name="connsiteY6" fmla="*/ 1591507 h 1992508"/>
                  <a:gd name="connsiteX7" fmla="*/ 804231 w 1052135"/>
                  <a:gd name="connsiteY7" fmla="*/ 1988094 h 1992508"/>
                  <a:gd name="connsiteX8" fmla="*/ 512131 w 1052135"/>
                  <a:gd name="connsiteY8" fmla="*/ 1792832 h 1992508"/>
                  <a:gd name="connsiteX9" fmla="*/ 440693 w 1052135"/>
                  <a:gd name="connsiteY9" fmla="*/ 1630907 h 1992508"/>
                  <a:gd name="connsiteX10" fmla="*/ 331156 w 1052135"/>
                  <a:gd name="connsiteY10" fmla="*/ 1445170 h 1992508"/>
                  <a:gd name="connsiteX11" fmla="*/ 149402 w 1052135"/>
                  <a:gd name="connsiteY11" fmla="*/ 1065757 h 1992508"/>
                  <a:gd name="connsiteX12" fmla="*/ 108231 w 1052135"/>
                  <a:gd name="connsiteY12" fmla="*/ 380313 h 1992508"/>
                  <a:gd name="connsiteX13" fmla="*/ 376976 w 1052135"/>
                  <a:gd name="connsiteY13" fmla="*/ 149061 h 1992508"/>
                  <a:gd name="connsiteX0" fmla="*/ 376976 w 1052135"/>
                  <a:gd name="connsiteY0" fmla="*/ 144858 h 1988305"/>
                  <a:gd name="connsiteX1" fmla="*/ 660431 w 1052135"/>
                  <a:gd name="connsiteY1" fmla="*/ 250953 h 1988305"/>
                  <a:gd name="connsiteX2" fmla="*/ 854936 w 1052135"/>
                  <a:gd name="connsiteY2" fmla="*/ 509622 h 1988305"/>
                  <a:gd name="connsiteX3" fmla="*/ 891099 w 1052135"/>
                  <a:gd name="connsiteY3" fmla="*/ 774930 h 1988305"/>
                  <a:gd name="connsiteX4" fmla="*/ 962462 w 1052135"/>
                  <a:gd name="connsiteY4" fmla="*/ 1039153 h 1988305"/>
                  <a:gd name="connsiteX5" fmla="*/ 1012057 w 1052135"/>
                  <a:gd name="connsiteY5" fmla="*/ 1375411 h 1988305"/>
                  <a:gd name="connsiteX6" fmla="*/ 991688 w 1052135"/>
                  <a:gd name="connsiteY6" fmla="*/ 1587304 h 1988305"/>
                  <a:gd name="connsiteX7" fmla="*/ 804231 w 1052135"/>
                  <a:gd name="connsiteY7" fmla="*/ 1983891 h 1988305"/>
                  <a:gd name="connsiteX8" fmla="*/ 512131 w 1052135"/>
                  <a:gd name="connsiteY8" fmla="*/ 1788629 h 1988305"/>
                  <a:gd name="connsiteX9" fmla="*/ 440693 w 1052135"/>
                  <a:gd name="connsiteY9" fmla="*/ 1626704 h 1988305"/>
                  <a:gd name="connsiteX10" fmla="*/ 331156 w 1052135"/>
                  <a:gd name="connsiteY10" fmla="*/ 1440967 h 1988305"/>
                  <a:gd name="connsiteX11" fmla="*/ 149402 w 1052135"/>
                  <a:gd name="connsiteY11" fmla="*/ 1061554 h 1988305"/>
                  <a:gd name="connsiteX12" fmla="*/ 108231 w 1052135"/>
                  <a:gd name="connsiteY12" fmla="*/ 376110 h 1988305"/>
                  <a:gd name="connsiteX13" fmla="*/ 376976 w 1052135"/>
                  <a:gd name="connsiteY13" fmla="*/ 144858 h 1988305"/>
                  <a:gd name="connsiteX0" fmla="*/ 376976 w 1052135"/>
                  <a:gd name="connsiteY0" fmla="*/ 133800 h 1977247"/>
                  <a:gd name="connsiteX1" fmla="*/ 660431 w 1052135"/>
                  <a:gd name="connsiteY1" fmla="*/ 239895 h 1977247"/>
                  <a:gd name="connsiteX2" fmla="*/ 854936 w 1052135"/>
                  <a:gd name="connsiteY2" fmla="*/ 498564 h 1977247"/>
                  <a:gd name="connsiteX3" fmla="*/ 891099 w 1052135"/>
                  <a:gd name="connsiteY3" fmla="*/ 763872 h 1977247"/>
                  <a:gd name="connsiteX4" fmla="*/ 962462 w 1052135"/>
                  <a:gd name="connsiteY4" fmla="*/ 1028095 h 1977247"/>
                  <a:gd name="connsiteX5" fmla="*/ 1012057 w 1052135"/>
                  <a:gd name="connsiteY5" fmla="*/ 1364353 h 1977247"/>
                  <a:gd name="connsiteX6" fmla="*/ 991688 w 1052135"/>
                  <a:gd name="connsiteY6" fmla="*/ 1576246 h 1977247"/>
                  <a:gd name="connsiteX7" fmla="*/ 804231 w 1052135"/>
                  <a:gd name="connsiteY7" fmla="*/ 1972833 h 1977247"/>
                  <a:gd name="connsiteX8" fmla="*/ 512131 w 1052135"/>
                  <a:gd name="connsiteY8" fmla="*/ 1777571 h 1977247"/>
                  <a:gd name="connsiteX9" fmla="*/ 440693 w 1052135"/>
                  <a:gd name="connsiteY9" fmla="*/ 1615646 h 1977247"/>
                  <a:gd name="connsiteX10" fmla="*/ 331156 w 1052135"/>
                  <a:gd name="connsiteY10" fmla="*/ 1429909 h 1977247"/>
                  <a:gd name="connsiteX11" fmla="*/ 149402 w 1052135"/>
                  <a:gd name="connsiteY11" fmla="*/ 1050496 h 1977247"/>
                  <a:gd name="connsiteX12" fmla="*/ 108231 w 1052135"/>
                  <a:gd name="connsiteY12" fmla="*/ 365052 h 1977247"/>
                  <a:gd name="connsiteX13" fmla="*/ 376976 w 1052135"/>
                  <a:gd name="connsiteY13" fmla="*/ 133800 h 1977247"/>
                  <a:gd name="connsiteX0" fmla="*/ 376976 w 1052135"/>
                  <a:gd name="connsiteY0" fmla="*/ 98323 h 1941770"/>
                  <a:gd name="connsiteX1" fmla="*/ 660431 w 1052135"/>
                  <a:gd name="connsiteY1" fmla="*/ 204418 h 1941770"/>
                  <a:gd name="connsiteX2" fmla="*/ 854936 w 1052135"/>
                  <a:gd name="connsiteY2" fmla="*/ 463087 h 1941770"/>
                  <a:gd name="connsiteX3" fmla="*/ 891099 w 1052135"/>
                  <a:gd name="connsiteY3" fmla="*/ 728395 h 1941770"/>
                  <a:gd name="connsiteX4" fmla="*/ 962462 w 1052135"/>
                  <a:gd name="connsiteY4" fmla="*/ 992618 h 1941770"/>
                  <a:gd name="connsiteX5" fmla="*/ 1012057 w 1052135"/>
                  <a:gd name="connsiteY5" fmla="*/ 1328876 h 1941770"/>
                  <a:gd name="connsiteX6" fmla="*/ 991688 w 1052135"/>
                  <a:gd name="connsiteY6" fmla="*/ 1540769 h 1941770"/>
                  <a:gd name="connsiteX7" fmla="*/ 804231 w 1052135"/>
                  <a:gd name="connsiteY7" fmla="*/ 1937356 h 1941770"/>
                  <a:gd name="connsiteX8" fmla="*/ 512131 w 1052135"/>
                  <a:gd name="connsiteY8" fmla="*/ 1742094 h 1941770"/>
                  <a:gd name="connsiteX9" fmla="*/ 440693 w 1052135"/>
                  <a:gd name="connsiteY9" fmla="*/ 1580169 h 1941770"/>
                  <a:gd name="connsiteX10" fmla="*/ 331156 w 1052135"/>
                  <a:gd name="connsiteY10" fmla="*/ 1394432 h 1941770"/>
                  <a:gd name="connsiteX11" fmla="*/ 149402 w 1052135"/>
                  <a:gd name="connsiteY11" fmla="*/ 1015019 h 1941770"/>
                  <a:gd name="connsiteX12" fmla="*/ 108231 w 1052135"/>
                  <a:gd name="connsiteY12" fmla="*/ 329575 h 1941770"/>
                  <a:gd name="connsiteX13" fmla="*/ 376976 w 1052135"/>
                  <a:gd name="connsiteY13" fmla="*/ 98323 h 1941770"/>
                  <a:gd name="connsiteX0" fmla="*/ 376976 w 1052135"/>
                  <a:gd name="connsiteY0" fmla="*/ 98323 h 1941770"/>
                  <a:gd name="connsiteX1" fmla="*/ 660431 w 1052135"/>
                  <a:gd name="connsiteY1" fmla="*/ 204418 h 1941770"/>
                  <a:gd name="connsiteX2" fmla="*/ 854936 w 1052135"/>
                  <a:gd name="connsiteY2" fmla="*/ 463087 h 1941770"/>
                  <a:gd name="connsiteX3" fmla="*/ 891099 w 1052135"/>
                  <a:gd name="connsiteY3" fmla="*/ 728395 h 1941770"/>
                  <a:gd name="connsiteX4" fmla="*/ 962462 w 1052135"/>
                  <a:gd name="connsiteY4" fmla="*/ 992618 h 1941770"/>
                  <a:gd name="connsiteX5" fmla="*/ 1012057 w 1052135"/>
                  <a:gd name="connsiteY5" fmla="*/ 1328876 h 1941770"/>
                  <a:gd name="connsiteX6" fmla="*/ 991688 w 1052135"/>
                  <a:gd name="connsiteY6" fmla="*/ 1540769 h 1941770"/>
                  <a:gd name="connsiteX7" fmla="*/ 804231 w 1052135"/>
                  <a:gd name="connsiteY7" fmla="*/ 1937356 h 1941770"/>
                  <a:gd name="connsiteX8" fmla="*/ 512131 w 1052135"/>
                  <a:gd name="connsiteY8" fmla="*/ 1742094 h 1941770"/>
                  <a:gd name="connsiteX9" fmla="*/ 440693 w 1052135"/>
                  <a:gd name="connsiteY9" fmla="*/ 1580169 h 1941770"/>
                  <a:gd name="connsiteX10" fmla="*/ 331156 w 1052135"/>
                  <a:gd name="connsiteY10" fmla="*/ 1394432 h 1941770"/>
                  <a:gd name="connsiteX11" fmla="*/ 149402 w 1052135"/>
                  <a:gd name="connsiteY11" fmla="*/ 1015019 h 1941770"/>
                  <a:gd name="connsiteX12" fmla="*/ 108231 w 1052135"/>
                  <a:gd name="connsiteY12" fmla="*/ 329575 h 1941770"/>
                  <a:gd name="connsiteX13" fmla="*/ 376976 w 1052135"/>
                  <a:gd name="connsiteY13" fmla="*/ 98323 h 1941770"/>
                  <a:gd name="connsiteX0" fmla="*/ 376976 w 1052135"/>
                  <a:gd name="connsiteY0" fmla="*/ 98323 h 1941770"/>
                  <a:gd name="connsiteX1" fmla="*/ 660431 w 1052135"/>
                  <a:gd name="connsiteY1" fmla="*/ 204418 h 1941770"/>
                  <a:gd name="connsiteX2" fmla="*/ 854936 w 1052135"/>
                  <a:gd name="connsiteY2" fmla="*/ 463087 h 1941770"/>
                  <a:gd name="connsiteX3" fmla="*/ 891099 w 1052135"/>
                  <a:gd name="connsiteY3" fmla="*/ 728395 h 1941770"/>
                  <a:gd name="connsiteX4" fmla="*/ 962462 w 1052135"/>
                  <a:gd name="connsiteY4" fmla="*/ 992618 h 1941770"/>
                  <a:gd name="connsiteX5" fmla="*/ 1012057 w 1052135"/>
                  <a:gd name="connsiteY5" fmla="*/ 1328876 h 1941770"/>
                  <a:gd name="connsiteX6" fmla="*/ 991688 w 1052135"/>
                  <a:gd name="connsiteY6" fmla="*/ 1540769 h 1941770"/>
                  <a:gd name="connsiteX7" fmla="*/ 804231 w 1052135"/>
                  <a:gd name="connsiteY7" fmla="*/ 1937356 h 1941770"/>
                  <a:gd name="connsiteX8" fmla="*/ 512131 w 1052135"/>
                  <a:gd name="connsiteY8" fmla="*/ 1742094 h 1941770"/>
                  <a:gd name="connsiteX9" fmla="*/ 440693 w 1052135"/>
                  <a:gd name="connsiteY9" fmla="*/ 1580169 h 1941770"/>
                  <a:gd name="connsiteX10" fmla="*/ 331156 w 1052135"/>
                  <a:gd name="connsiteY10" fmla="*/ 1394432 h 1941770"/>
                  <a:gd name="connsiteX11" fmla="*/ 149402 w 1052135"/>
                  <a:gd name="connsiteY11" fmla="*/ 1015019 h 1941770"/>
                  <a:gd name="connsiteX12" fmla="*/ 108231 w 1052135"/>
                  <a:gd name="connsiteY12" fmla="*/ 329575 h 1941770"/>
                  <a:gd name="connsiteX13" fmla="*/ 376976 w 1052135"/>
                  <a:gd name="connsiteY13" fmla="*/ 98323 h 1941770"/>
                  <a:gd name="connsiteX0" fmla="*/ 376976 w 1040138"/>
                  <a:gd name="connsiteY0" fmla="*/ 98323 h 1941770"/>
                  <a:gd name="connsiteX1" fmla="*/ 660431 w 1040138"/>
                  <a:gd name="connsiteY1" fmla="*/ 204418 h 1941770"/>
                  <a:gd name="connsiteX2" fmla="*/ 854936 w 1040138"/>
                  <a:gd name="connsiteY2" fmla="*/ 463087 h 1941770"/>
                  <a:gd name="connsiteX3" fmla="*/ 891099 w 1040138"/>
                  <a:gd name="connsiteY3" fmla="*/ 728395 h 1941770"/>
                  <a:gd name="connsiteX4" fmla="*/ 962462 w 1040138"/>
                  <a:gd name="connsiteY4" fmla="*/ 992618 h 1941770"/>
                  <a:gd name="connsiteX5" fmla="*/ 997192 w 1040138"/>
                  <a:gd name="connsiteY5" fmla="*/ 1205397 h 1941770"/>
                  <a:gd name="connsiteX6" fmla="*/ 991688 w 1040138"/>
                  <a:gd name="connsiteY6" fmla="*/ 1540769 h 1941770"/>
                  <a:gd name="connsiteX7" fmla="*/ 804231 w 1040138"/>
                  <a:gd name="connsiteY7" fmla="*/ 1937356 h 1941770"/>
                  <a:gd name="connsiteX8" fmla="*/ 512131 w 1040138"/>
                  <a:gd name="connsiteY8" fmla="*/ 1742094 h 1941770"/>
                  <a:gd name="connsiteX9" fmla="*/ 440693 w 1040138"/>
                  <a:gd name="connsiteY9" fmla="*/ 1580169 h 1941770"/>
                  <a:gd name="connsiteX10" fmla="*/ 331156 w 1040138"/>
                  <a:gd name="connsiteY10" fmla="*/ 1394432 h 1941770"/>
                  <a:gd name="connsiteX11" fmla="*/ 149402 w 1040138"/>
                  <a:gd name="connsiteY11" fmla="*/ 1015019 h 1941770"/>
                  <a:gd name="connsiteX12" fmla="*/ 108231 w 1040138"/>
                  <a:gd name="connsiteY12" fmla="*/ 329575 h 1941770"/>
                  <a:gd name="connsiteX13" fmla="*/ 376976 w 1040138"/>
                  <a:gd name="connsiteY13" fmla="*/ 98323 h 1941770"/>
                  <a:gd name="connsiteX0" fmla="*/ 376976 w 1059010"/>
                  <a:gd name="connsiteY0" fmla="*/ 98323 h 1941770"/>
                  <a:gd name="connsiteX1" fmla="*/ 660431 w 1059010"/>
                  <a:gd name="connsiteY1" fmla="*/ 204418 h 1941770"/>
                  <a:gd name="connsiteX2" fmla="*/ 854936 w 1059010"/>
                  <a:gd name="connsiteY2" fmla="*/ 463087 h 1941770"/>
                  <a:gd name="connsiteX3" fmla="*/ 891099 w 1059010"/>
                  <a:gd name="connsiteY3" fmla="*/ 728395 h 1941770"/>
                  <a:gd name="connsiteX4" fmla="*/ 962462 w 1059010"/>
                  <a:gd name="connsiteY4" fmla="*/ 992618 h 1941770"/>
                  <a:gd name="connsiteX5" fmla="*/ 997192 w 1059010"/>
                  <a:gd name="connsiteY5" fmla="*/ 1205397 h 1941770"/>
                  <a:gd name="connsiteX6" fmla="*/ 1052966 w 1059010"/>
                  <a:gd name="connsiteY6" fmla="*/ 1339304 h 1941770"/>
                  <a:gd name="connsiteX7" fmla="*/ 804231 w 1059010"/>
                  <a:gd name="connsiteY7" fmla="*/ 1937356 h 1941770"/>
                  <a:gd name="connsiteX8" fmla="*/ 512131 w 1059010"/>
                  <a:gd name="connsiteY8" fmla="*/ 1742094 h 1941770"/>
                  <a:gd name="connsiteX9" fmla="*/ 440693 w 1059010"/>
                  <a:gd name="connsiteY9" fmla="*/ 1580169 h 1941770"/>
                  <a:gd name="connsiteX10" fmla="*/ 331156 w 1059010"/>
                  <a:gd name="connsiteY10" fmla="*/ 1394432 h 1941770"/>
                  <a:gd name="connsiteX11" fmla="*/ 149402 w 1059010"/>
                  <a:gd name="connsiteY11" fmla="*/ 1015019 h 1941770"/>
                  <a:gd name="connsiteX12" fmla="*/ 108231 w 1059010"/>
                  <a:gd name="connsiteY12" fmla="*/ 329575 h 1941770"/>
                  <a:gd name="connsiteX13" fmla="*/ 376976 w 1059010"/>
                  <a:gd name="connsiteY13" fmla="*/ 98323 h 1941770"/>
                  <a:gd name="connsiteX0" fmla="*/ 376976 w 1059010"/>
                  <a:gd name="connsiteY0" fmla="*/ 98323 h 1941770"/>
                  <a:gd name="connsiteX1" fmla="*/ 660431 w 1059010"/>
                  <a:gd name="connsiteY1" fmla="*/ 204418 h 1941770"/>
                  <a:gd name="connsiteX2" fmla="*/ 854936 w 1059010"/>
                  <a:gd name="connsiteY2" fmla="*/ 463087 h 1941770"/>
                  <a:gd name="connsiteX3" fmla="*/ 891099 w 1059010"/>
                  <a:gd name="connsiteY3" fmla="*/ 728395 h 1941770"/>
                  <a:gd name="connsiteX4" fmla="*/ 962462 w 1059010"/>
                  <a:gd name="connsiteY4" fmla="*/ 992618 h 1941770"/>
                  <a:gd name="connsiteX5" fmla="*/ 997192 w 1059010"/>
                  <a:gd name="connsiteY5" fmla="*/ 1205397 h 1941770"/>
                  <a:gd name="connsiteX6" fmla="*/ 1052966 w 1059010"/>
                  <a:gd name="connsiteY6" fmla="*/ 1339304 h 1941770"/>
                  <a:gd name="connsiteX7" fmla="*/ 1012371 w 1059010"/>
                  <a:gd name="connsiteY7" fmla="*/ 1546942 h 1941770"/>
                  <a:gd name="connsiteX8" fmla="*/ 804231 w 1059010"/>
                  <a:gd name="connsiteY8" fmla="*/ 1937356 h 1941770"/>
                  <a:gd name="connsiteX9" fmla="*/ 512131 w 1059010"/>
                  <a:gd name="connsiteY9" fmla="*/ 1742094 h 1941770"/>
                  <a:gd name="connsiteX10" fmla="*/ 440693 w 1059010"/>
                  <a:gd name="connsiteY10" fmla="*/ 1580169 h 1941770"/>
                  <a:gd name="connsiteX11" fmla="*/ 331156 w 1059010"/>
                  <a:gd name="connsiteY11" fmla="*/ 1394432 h 1941770"/>
                  <a:gd name="connsiteX12" fmla="*/ 149402 w 1059010"/>
                  <a:gd name="connsiteY12" fmla="*/ 1015019 h 1941770"/>
                  <a:gd name="connsiteX13" fmla="*/ 108231 w 1059010"/>
                  <a:gd name="connsiteY13" fmla="*/ 329575 h 1941770"/>
                  <a:gd name="connsiteX14" fmla="*/ 376976 w 1059010"/>
                  <a:gd name="connsiteY14" fmla="*/ 98323 h 1941770"/>
                  <a:gd name="connsiteX0" fmla="*/ 376976 w 1067432"/>
                  <a:gd name="connsiteY0" fmla="*/ 98323 h 1941770"/>
                  <a:gd name="connsiteX1" fmla="*/ 660431 w 1067432"/>
                  <a:gd name="connsiteY1" fmla="*/ 204418 h 1941770"/>
                  <a:gd name="connsiteX2" fmla="*/ 854936 w 1067432"/>
                  <a:gd name="connsiteY2" fmla="*/ 463087 h 1941770"/>
                  <a:gd name="connsiteX3" fmla="*/ 891099 w 1067432"/>
                  <a:gd name="connsiteY3" fmla="*/ 728395 h 1941770"/>
                  <a:gd name="connsiteX4" fmla="*/ 962462 w 1067432"/>
                  <a:gd name="connsiteY4" fmla="*/ 992618 h 1941770"/>
                  <a:gd name="connsiteX5" fmla="*/ 997192 w 1067432"/>
                  <a:gd name="connsiteY5" fmla="*/ 1205397 h 1941770"/>
                  <a:gd name="connsiteX6" fmla="*/ 1052966 w 1067432"/>
                  <a:gd name="connsiteY6" fmla="*/ 1339304 h 1941770"/>
                  <a:gd name="connsiteX7" fmla="*/ 1012371 w 1067432"/>
                  <a:gd name="connsiteY7" fmla="*/ 1546942 h 1941770"/>
                  <a:gd name="connsiteX8" fmla="*/ 804231 w 1067432"/>
                  <a:gd name="connsiteY8" fmla="*/ 1937356 h 1941770"/>
                  <a:gd name="connsiteX9" fmla="*/ 512131 w 1067432"/>
                  <a:gd name="connsiteY9" fmla="*/ 1742094 h 1941770"/>
                  <a:gd name="connsiteX10" fmla="*/ 440693 w 1067432"/>
                  <a:gd name="connsiteY10" fmla="*/ 1580169 h 1941770"/>
                  <a:gd name="connsiteX11" fmla="*/ 331156 w 1067432"/>
                  <a:gd name="connsiteY11" fmla="*/ 1394432 h 1941770"/>
                  <a:gd name="connsiteX12" fmla="*/ 149402 w 1067432"/>
                  <a:gd name="connsiteY12" fmla="*/ 1015019 h 1941770"/>
                  <a:gd name="connsiteX13" fmla="*/ 108231 w 1067432"/>
                  <a:gd name="connsiteY13" fmla="*/ 329575 h 1941770"/>
                  <a:gd name="connsiteX14" fmla="*/ 376976 w 1067432"/>
                  <a:gd name="connsiteY14" fmla="*/ 98323 h 1941770"/>
                  <a:gd name="connsiteX0" fmla="*/ 376976 w 1067432"/>
                  <a:gd name="connsiteY0" fmla="*/ 98323 h 1941770"/>
                  <a:gd name="connsiteX1" fmla="*/ 660431 w 1067432"/>
                  <a:gd name="connsiteY1" fmla="*/ 204418 h 1941770"/>
                  <a:gd name="connsiteX2" fmla="*/ 854936 w 1067432"/>
                  <a:gd name="connsiteY2" fmla="*/ 463087 h 1941770"/>
                  <a:gd name="connsiteX3" fmla="*/ 891099 w 1067432"/>
                  <a:gd name="connsiteY3" fmla="*/ 728395 h 1941770"/>
                  <a:gd name="connsiteX4" fmla="*/ 962462 w 1067432"/>
                  <a:gd name="connsiteY4" fmla="*/ 992618 h 1941770"/>
                  <a:gd name="connsiteX5" fmla="*/ 997192 w 1067432"/>
                  <a:gd name="connsiteY5" fmla="*/ 1205397 h 1941770"/>
                  <a:gd name="connsiteX6" fmla="*/ 1052966 w 1067432"/>
                  <a:gd name="connsiteY6" fmla="*/ 1339304 h 1941770"/>
                  <a:gd name="connsiteX7" fmla="*/ 1012371 w 1067432"/>
                  <a:gd name="connsiteY7" fmla="*/ 1546942 h 1941770"/>
                  <a:gd name="connsiteX8" fmla="*/ 804231 w 1067432"/>
                  <a:gd name="connsiteY8" fmla="*/ 1937356 h 1941770"/>
                  <a:gd name="connsiteX9" fmla="*/ 512131 w 1067432"/>
                  <a:gd name="connsiteY9" fmla="*/ 1742094 h 1941770"/>
                  <a:gd name="connsiteX10" fmla="*/ 440693 w 1067432"/>
                  <a:gd name="connsiteY10" fmla="*/ 1580169 h 1941770"/>
                  <a:gd name="connsiteX11" fmla="*/ 331156 w 1067432"/>
                  <a:gd name="connsiteY11" fmla="*/ 1394432 h 1941770"/>
                  <a:gd name="connsiteX12" fmla="*/ 149402 w 1067432"/>
                  <a:gd name="connsiteY12" fmla="*/ 1015019 h 1941770"/>
                  <a:gd name="connsiteX13" fmla="*/ 108231 w 1067432"/>
                  <a:gd name="connsiteY13" fmla="*/ 329575 h 1941770"/>
                  <a:gd name="connsiteX14" fmla="*/ 376976 w 1067432"/>
                  <a:gd name="connsiteY14" fmla="*/ 98323 h 1941770"/>
                  <a:gd name="connsiteX0" fmla="*/ 376976 w 1103576"/>
                  <a:gd name="connsiteY0" fmla="*/ 98323 h 1941770"/>
                  <a:gd name="connsiteX1" fmla="*/ 660431 w 1103576"/>
                  <a:gd name="connsiteY1" fmla="*/ 204418 h 1941770"/>
                  <a:gd name="connsiteX2" fmla="*/ 854936 w 1103576"/>
                  <a:gd name="connsiteY2" fmla="*/ 463087 h 1941770"/>
                  <a:gd name="connsiteX3" fmla="*/ 891099 w 1103576"/>
                  <a:gd name="connsiteY3" fmla="*/ 728395 h 1941770"/>
                  <a:gd name="connsiteX4" fmla="*/ 962462 w 1103576"/>
                  <a:gd name="connsiteY4" fmla="*/ 992618 h 1941770"/>
                  <a:gd name="connsiteX5" fmla="*/ 1072057 w 1103576"/>
                  <a:gd name="connsiteY5" fmla="*/ 1209412 h 1941770"/>
                  <a:gd name="connsiteX6" fmla="*/ 1052966 w 1103576"/>
                  <a:gd name="connsiteY6" fmla="*/ 1339304 h 1941770"/>
                  <a:gd name="connsiteX7" fmla="*/ 1012371 w 1103576"/>
                  <a:gd name="connsiteY7" fmla="*/ 1546942 h 1941770"/>
                  <a:gd name="connsiteX8" fmla="*/ 804231 w 1103576"/>
                  <a:gd name="connsiteY8" fmla="*/ 1937356 h 1941770"/>
                  <a:gd name="connsiteX9" fmla="*/ 512131 w 1103576"/>
                  <a:gd name="connsiteY9" fmla="*/ 1742094 h 1941770"/>
                  <a:gd name="connsiteX10" fmla="*/ 440693 w 1103576"/>
                  <a:gd name="connsiteY10" fmla="*/ 1580169 h 1941770"/>
                  <a:gd name="connsiteX11" fmla="*/ 331156 w 1103576"/>
                  <a:gd name="connsiteY11" fmla="*/ 1394432 h 1941770"/>
                  <a:gd name="connsiteX12" fmla="*/ 149402 w 1103576"/>
                  <a:gd name="connsiteY12" fmla="*/ 1015019 h 1941770"/>
                  <a:gd name="connsiteX13" fmla="*/ 108231 w 1103576"/>
                  <a:gd name="connsiteY13" fmla="*/ 329575 h 1941770"/>
                  <a:gd name="connsiteX14" fmla="*/ 376976 w 1103576"/>
                  <a:gd name="connsiteY14" fmla="*/ 98323 h 1941770"/>
                  <a:gd name="connsiteX0" fmla="*/ 376976 w 1136975"/>
                  <a:gd name="connsiteY0" fmla="*/ 98323 h 1941770"/>
                  <a:gd name="connsiteX1" fmla="*/ 660431 w 1136975"/>
                  <a:gd name="connsiteY1" fmla="*/ 204418 h 1941770"/>
                  <a:gd name="connsiteX2" fmla="*/ 854936 w 1136975"/>
                  <a:gd name="connsiteY2" fmla="*/ 463087 h 1941770"/>
                  <a:gd name="connsiteX3" fmla="*/ 891099 w 1136975"/>
                  <a:gd name="connsiteY3" fmla="*/ 728395 h 1941770"/>
                  <a:gd name="connsiteX4" fmla="*/ 1109148 w 1136975"/>
                  <a:gd name="connsiteY4" fmla="*/ 1044516 h 1941770"/>
                  <a:gd name="connsiteX5" fmla="*/ 1072057 w 1136975"/>
                  <a:gd name="connsiteY5" fmla="*/ 1209412 h 1941770"/>
                  <a:gd name="connsiteX6" fmla="*/ 1052966 w 1136975"/>
                  <a:gd name="connsiteY6" fmla="*/ 1339304 h 1941770"/>
                  <a:gd name="connsiteX7" fmla="*/ 1012371 w 1136975"/>
                  <a:gd name="connsiteY7" fmla="*/ 1546942 h 1941770"/>
                  <a:gd name="connsiteX8" fmla="*/ 804231 w 1136975"/>
                  <a:gd name="connsiteY8" fmla="*/ 1937356 h 1941770"/>
                  <a:gd name="connsiteX9" fmla="*/ 512131 w 1136975"/>
                  <a:gd name="connsiteY9" fmla="*/ 1742094 h 1941770"/>
                  <a:gd name="connsiteX10" fmla="*/ 440693 w 1136975"/>
                  <a:gd name="connsiteY10" fmla="*/ 1580169 h 1941770"/>
                  <a:gd name="connsiteX11" fmla="*/ 331156 w 1136975"/>
                  <a:gd name="connsiteY11" fmla="*/ 1394432 h 1941770"/>
                  <a:gd name="connsiteX12" fmla="*/ 149402 w 1136975"/>
                  <a:gd name="connsiteY12" fmla="*/ 1015019 h 1941770"/>
                  <a:gd name="connsiteX13" fmla="*/ 108231 w 1136975"/>
                  <a:gd name="connsiteY13" fmla="*/ 329575 h 1941770"/>
                  <a:gd name="connsiteX14" fmla="*/ 376976 w 1136975"/>
                  <a:gd name="connsiteY14" fmla="*/ 98323 h 1941770"/>
                  <a:gd name="connsiteX0" fmla="*/ 376976 w 1156045"/>
                  <a:gd name="connsiteY0" fmla="*/ 98323 h 1941770"/>
                  <a:gd name="connsiteX1" fmla="*/ 660431 w 1156045"/>
                  <a:gd name="connsiteY1" fmla="*/ 204418 h 1941770"/>
                  <a:gd name="connsiteX2" fmla="*/ 854936 w 1156045"/>
                  <a:gd name="connsiteY2" fmla="*/ 463087 h 1941770"/>
                  <a:gd name="connsiteX3" fmla="*/ 1117372 w 1156045"/>
                  <a:gd name="connsiteY3" fmla="*/ 864852 h 1941770"/>
                  <a:gd name="connsiteX4" fmla="*/ 1109148 w 1156045"/>
                  <a:gd name="connsiteY4" fmla="*/ 1044516 h 1941770"/>
                  <a:gd name="connsiteX5" fmla="*/ 1072057 w 1156045"/>
                  <a:gd name="connsiteY5" fmla="*/ 1209412 h 1941770"/>
                  <a:gd name="connsiteX6" fmla="*/ 1052966 w 1156045"/>
                  <a:gd name="connsiteY6" fmla="*/ 1339304 h 1941770"/>
                  <a:gd name="connsiteX7" fmla="*/ 1012371 w 1156045"/>
                  <a:gd name="connsiteY7" fmla="*/ 1546942 h 1941770"/>
                  <a:gd name="connsiteX8" fmla="*/ 804231 w 1156045"/>
                  <a:gd name="connsiteY8" fmla="*/ 1937356 h 1941770"/>
                  <a:gd name="connsiteX9" fmla="*/ 512131 w 1156045"/>
                  <a:gd name="connsiteY9" fmla="*/ 1742094 h 1941770"/>
                  <a:gd name="connsiteX10" fmla="*/ 440693 w 1156045"/>
                  <a:gd name="connsiteY10" fmla="*/ 1580169 h 1941770"/>
                  <a:gd name="connsiteX11" fmla="*/ 331156 w 1156045"/>
                  <a:gd name="connsiteY11" fmla="*/ 1394432 h 1941770"/>
                  <a:gd name="connsiteX12" fmla="*/ 149402 w 1156045"/>
                  <a:gd name="connsiteY12" fmla="*/ 1015019 h 1941770"/>
                  <a:gd name="connsiteX13" fmla="*/ 108231 w 1156045"/>
                  <a:gd name="connsiteY13" fmla="*/ 329575 h 1941770"/>
                  <a:gd name="connsiteX14" fmla="*/ 376976 w 1156045"/>
                  <a:gd name="connsiteY14" fmla="*/ 98323 h 1941770"/>
                  <a:gd name="connsiteX0" fmla="*/ 376976 w 1156045"/>
                  <a:gd name="connsiteY0" fmla="*/ 98323 h 1941770"/>
                  <a:gd name="connsiteX1" fmla="*/ 660431 w 1156045"/>
                  <a:gd name="connsiteY1" fmla="*/ 204418 h 1941770"/>
                  <a:gd name="connsiteX2" fmla="*/ 1068872 w 1156045"/>
                  <a:gd name="connsiteY2" fmla="*/ 628667 h 1941770"/>
                  <a:gd name="connsiteX3" fmla="*/ 1117372 w 1156045"/>
                  <a:gd name="connsiteY3" fmla="*/ 864852 h 1941770"/>
                  <a:gd name="connsiteX4" fmla="*/ 1109148 w 1156045"/>
                  <a:gd name="connsiteY4" fmla="*/ 1044516 h 1941770"/>
                  <a:gd name="connsiteX5" fmla="*/ 1072057 w 1156045"/>
                  <a:gd name="connsiteY5" fmla="*/ 1209412 h 1941770"/>
                  <a:gd name="connsiteX6" fmla="*/ 1052966 w 1156045"/>
                  <a:gd name="connsiteY6" fmla="*/ 1339304 h 1941770"/>
                  <a:gd name="connsiteX7" fmla="*/ 1012371 w 1156045"/>
                  <a:gd name="connsiteY7" fmla="*/ 1546942 h 1941770"/>
                  <a:gd name="connsiteX8" fmla="*/ 804231 w 1156045"/>
                  <a:gd name="connsiteY8" fmla="*/ 1937356 h 1941770"/>
                  <a:gd name="connsiteX9" fmla="*/ 512131 w 1156045"/>
                  <a:gd name="connsiteY9" fmla="*/ 1742094 h 1941770"/>
                  <a:gd name="connsiteX10" fmla="*/ 440693 w 1156045"/>
                  <a:gd name="connsiteY10" fmla="*/ 1580169 h 1941770"/>
                  <a:gd name="connsiteX11" fmla="*/ 331156 w 1156045"/>
                  <a:gd name="connsiteY11" fmla="*/ 1394432 h 1941770"/>
                  <a:gd name="connsiteX12" fmla="*/ 149402 w 1156045"/>
                  <a:gd name="connsiteY12" fmla="*/ 1015019 h 1941770"/>
                  <a:gd name="connsiteX13" fmla="*/ 108231 w 1156045"/>
                  <a:gd name="connsiteY13" fmla="*/ 329575 h 1941770"/>
                  <a:gd name="connsiteX14" fmla="*/ 376976 w 1156045"/>
                  <a:gd name="connsiteY14" fmla="*/ 98323 h 1941770"/>
                  <a:gd name="connsiteX0" fmla="*/ 376976 w 1156045"/>
                  <a:gd name="connsiteY0" fmla="*/ 98323 h 1941770"/>
                  <a:gd name="connsiteX1" fmla="*/ 660431 w 1156045"/>
                  <a:gd name="connsiteY1" fmla="*/ 204418 h 1941770"/>
                  <a:gd name="connsiteX2" fmla="*/ 1068872 w 1156045"/>
                  <a:gd name="connsiteY2" fmla="*/ 628667 h 1941770"/>
                  <a:gd name="connsiteX3" fmla="*/ 1117372 w 1156045"/>
                  <a:gd name="connsiteY3" fmla="*/ 864852 h 1941770"/>
                  <a:gd name="connsiteX4" fmla="*/ 1109148 w 1156045"/>
                  <a:gd name="connsiteY4" fmla="*/ 1044516 h 1941770"/>
                  <a:gd name="connsiteX5" fmla="*/ 1072057 w 1156045"/>
                  <a:gd name="connsiteY5" fmla="*/ 1209412 h 1941770"/>
                  <a:gd name="connsiteX6" fmla="*/ 1052966 w 1156045"/>
                  <a:gd name="connsiteY6" fmla="*/ 1339304 h 1941770"/>
                  <a:gd name="connsiteX7" fmla="*/ 1012371 w 1156045"/>
                  <a:gd name="connsiteY7" fmla="*/ 1546942 h 1941770"/>
                  <a:gd name="connsiteX8" fmla="*/ 804231 w 1156045"/>
                  <a:gd name="connsiteY8" fmla="*/ 1937356 h 1941770"/>
                  <a:gd name="connsiteX9" fmla="*/ 512131 w 1156045"/>
                  <a:gd name="connsiteY9" fmla="*/ 1742094 h 1941770"/>
                  <a:gd name="connsiteX10" fmla="*/ 440693 w 1156045"/>
                  <a:gd name="connsiteY10" fmla="*/ 1580169 h 1941770"/>
                  <a:gd name="connsiteX11" fmla="*/ 331156 w 1156045"/>
                  <a:gd name="connsiteY11" fmla="*/ 1394432 h 1941770"/>
                  <a:gd name="connsiteX12" fmla="*/ 149402 w 1156045"/>
                  <a:gd name="connsiteY12" fmla="*/ 1015019 h 1941770"/>
                  <a:gd name="connsiteX13" fmla="*/ 108231 w 1156045"/>
                  <a:gd name="connsiteY13" fmla="*/ 329575 h 1941770"/>
                  <a:gd name="connsiteX14" fmla="*/ 376976 w 1156045"/>
                  <a:gd name="connsiteY14" fmla="*/ 98323 h 1941770"/>
                  <a:gd name="connsiteX0" fmla="*/ 376976 w 1161892"/>
                  <a:gd name="connsiteY0" fmla="*/ 98323 h 1941770"/>
                  <a:gd name="connsiteX1" fmla="*/ 660431 w 1161892"/>
                  <a:gd name="connsiteY1" fmla="*/ 204418 h 1941770"/>
                  <a:gd name="connsiteX2" fmla="*/ 1068872 w 1161892"/>
                  <a:gd name="connsiteY2" fmla="*/ 628667 h 1941770"/>
                  <a:gd name="connsiteX3" fmla="*/ 1117372 w 1161892"/>
                  <a:gd name="connsiteY3" fmla="*/ 864852 h 1941770"/>
                  <a:gd name="connsiteX4" fmla="*/ 1109148 w 1161892"/>
                  <a:gd name="connsiteY4" fmla="*/ 1044516 h 1941770"/>
                  <a:gd name="connsiteX5" fmla="*/ 1072057 w 1161892"/>
                  <a:gd name="connsiteY5" fmla="*/ 1209412 h 1941770"/>
                  <a:gd name="connsiteX6" fmla="*/ 1052966 w 1161892"/>
                  <a:gd name="connsiteY6" fmla="*/ 1339304 h 1941770"/>
                  <a:gd name="connsiteX7" fmla="*/ 1012371 w 1161892"/>
                  <a:gd name="connsiteY7" fmla="*/ 1546942 h 1941770"/>
                  <a:gd name="connsiteX8" fmla="*/ 804231 w 1161892"/>
                  <a:gd name="connsiteY8" fmla="*/ 1937356 h 1941770"/>
                  <a:gd name="connsiteX9" fmla="*/ 512131 w 1161892"/>
                  <a:gd name="connsiteY9" fmla="*/ 1742094 h 1941770"/>
                  <a:gd name="connsiteX10" fmla="*/ 440693 w 1161892"/>
                  <a:gd name="connsiteY10" fmla="*/ 1580169 h 1941770"/>
                  <a:gd name="connsiteX11" fmla="*/ 331156 w 1161892"/>
                  <a:gd name="connsiteY11" fmla="*/ 1394432 h 1941770"/>
                  <a:gd name="connsiteX12" fmla="*/ 149402 w 1161892"/>
                  <a:gd name="connsiteY12" fmla="*/ 1015019 h 1941770"/>
                  <a:gd name="connsiteX13" fmla="*/ 108231 w 1161892"/>
                  <a:gd name="connsiteY13" fmla="*/ 329575 h 1941770"/>
                  <a:gd name="connsiteX14" fmla="*/ 376976 w 1161892"/>
                  <a:gd name="connsiteY14" fmla="*/ 98323 h 1941770"/>
                  <a:gd name="connsiteX0" fmla="*/ 376976 w 1161892"/>
                  <a:gd name="connsiteY0" fmla="*/ 98323 h 1941770"/>
                  <a:gd name="connsiteX1" fmla="*/ 660431 w 1161892"/>
                  <a:gd name="connsiteY1" fmla="*/ 204418 h 1941770"/>
                  <a:gd name="connsiteX2" fmla="*/ 933547 w 1161892"/>
                  <a:gd name="connsiteY2" fmla="*/ 399753 h 1941770"/>
                  <a:gd name="connsiteX3" fmla="*/ 1068872 w 1161892"/>
                  <a:gd name="connsiteY3" fmla="*/ 628667 h 1941770"/>
                  <a:gd name="connsiteX4" fmla="*/ 1117372 w 1161892"/>
                  <a:gd name="connsiteY4" fmla="*/ 864852 h 1941770"/>
                  <a:gd name="connsiteX5" fmla="*/ 1109148 w 1161892"/>
                  <a:gd name="connsiteY5" fmla="*/ 1044516 h 1941770"/>
                  <a:gd name="connsiteX6" fmla="*/ 1072057 w 1161892"/>
                  <a:gd name="connsiteY6" fmla="*/ 1209412 h 1941770"/>
                  <a:gd name="connsiteX7" fmla="*/ 1052966 w 1161892"/>
                  <a:gd name="connsiteY7" fmla="*/ 1339304 h 1941770"/>
                  <a:gd name="connsiteX8" fmla="*/ 1012371 w 1161892"/>
                  <a:gd name="connsiteY8" fmla="*/ 1546942 h 1941770"/>
                  <a:gd name="connsiteX9" fmla="*/ 804231 w 1161892"/>
                  <a:gd name="connsiteY9" fmla="*/ 1937356 h 1941770"/>
                  <a:gd name="connsiteX10" fmla="*/ 512131 w 1161892"/>
                  <a:gd name="connsiteY10" fmla="*/ 1742094 h 1941770"/>
                  <a:gd name="connsiteX11" fmla="*/ 440693 w 1161892"/>
                  <a:gd name="connsiteY11" fmla="*/ 1580169 h 1941770"/>
                  <a:gd name="connsiteX12" fmla="*/ 331156 w 1161892"/>
                  <a:gd name="connsiteY12" fmla="*/ 1394432 h 1941770"/>
                  <a:gd name="connsiteX13" fmla="*/ 149402 w 1161892"/>
                  <a:gd name="connsiteY13" fmla="*/ 1015019 h 1941770"/>
                  <a:gd name="connsiteX14" fmla="*/ 108231 w 1161892"/>
                  <a:gd name="connsiteY14" fmla="*/ 329575 h 1941770"/>
                  <a:gd name="connsiteX15" fmla="*/ 376976 w 1161892"/>
                  <a:gd name="connsiteY15" fmla="*/ 98323 h 1941770"/>
                  <a:gd name="connsiteX0" fmla="*/ 376976 w 1161892"/>
                  <a:gd name="connsiteY0" fmla="*/ 89695 h 1933142"/>
                  <a:gd name="connsiteX1" fmla="*/ 781052 w 1161892"/>
                  <a:gd name="connsiteY1" fmla="*/ 241110 h 1933142"/>
                  <a:gd name="connsiteX2" fmla="*/ 933547 w 1161892"/>
                  <a:gd name="connsiteY2" fmla="*/ 391125 h 1933142"/>
                  <a:gd name="connsiteX3" fmla="*/ 1068872 w 1161892"/>
                  <a:gd name="connsiteY3" fmla="*/ 620039 h 1933142"/>
                  <a:gd name="connsiteX4" fmla="*/ 1117372 w 1161892"/>
                  <a:gd name="connsiteY4" fmla="*/ 856224 h 1933142"/>
                  <a:gd name="connsiteX5" fmla="*/ 1109148 w 1161892"/>
                  <a:gd name="connsiteY5" fmla="*/ 1035888 h 1933142"/>
                  <a:gd name="connsiteX6" fmla="*/ 1072057 w 1161892"/>
                  <a:gd name="connsiteY6" fmla="*/ 1200784 h 1933142"/>
                  <a:gd name="connsiteX7" fmla="*/ 1052966 w 1161892"/>
                  <a:gd name="connsiteY7" fmla="*/ 1330676 h 1933142"/>
                  <a:gd name="connsiteX8" fmla="*/ 1012371 w 1161892"/>
                  <a:gd name="connsiteY8" fmla="*/ 1538314 h 1933142"/>
                  <a:gd name="connsiteX9" fmla="*/ 804231 w 1161892"/>
                  <a:gd name="connsiteY9" fmla="*/ 1928728 h 1933142"/>
                  <a:gd name="connsiteX10" fmla="*/ 512131 w 1161892"/>
                  <a:gd name="connsiteY10" fmla="*/ 1733466 h 1933142"/>
                  <a:gd name="connsiteX11" fmla="*/ 440693 w 1161892"/>
                  <a:gd name="connsiteY11" fmla="*/ 1571541 h 1933142"/>
                  <a:gd name="connsiteX12" fmla="*/ 331156 w 1161892"/>
                  <a:gd name="connsiteY12" fmla="*/ 1385804 h 1933142"/>
                  <a:gd name="connsiteX13" fmla="*/ 149402 w 1161892"/>
                  <a:gd name="connsiteY13" fmla="*/ 1006391 h 1933142"/>
                  <a:gd name="connsiteX14" fmla="*/ 108231 w 1161892"/>
                  <a:gd name="connsiteY14" fmla="*/ 320947 h 1933142"/>
                  <a:gd name="connsiteX15" fmla="*/ 376976 w 1161892"/>
                  <a:gd name="connsiteY15" fmla="*/ 89695 h 1933142"/>
                  <a:gd name="connsiteX0" fmla="*/ 376976 w 1161892"/>
                  <a:gd name="connsiteY0" fmla="*/ 89695 h 1933142"/>
                  <a:gd name="connsiteX1" fmla="*/ 781052 w 1161892"/>
                  <a:gd name="connsiteY1" fmla="*/ 241110 h 1933142"/>
                  <a:gd name="connsiteX2" fmla="*/ 933547 w 1161892"/>
                  <a:gd name="connsiteY2" fmla="*/ 391125 h 1933142"/>
                  <a:gd name="connsiteX3" fmla="*/ 1068872 w 1161892"/>
                  <a:gd name="connsiteY3" fmla="*/ 620039 h 1933142"/>
                  <a:gd name="connsiteX4" fmla="*/ 1117372 w 1161892"/>
                  <a:gd name="connsiteY4" fmla="*/ 856224 h 1933142"/>
                  <a:gd name="connsiteX5" fmla="*/ 1109148 w 1161892"/>
                  <a:gd name="connsiteY5" fmla="*/ 1035888 h 1933142"/>
                  <a:gd name="connsiteX6" fmla="*/ 1072057 w 1161892"/>
                  <a:gd name="connsiteY6" fmla="*/ 1200784 h 1933142"/>
                  <a:gd name="connsiteX7" fmla="*/ 1052966 w 1161892"/>
                  <a:gd name="connsiteY7" fmla="*/ 1330676 h 1933142"/>
                  <a:gd name="connsiteX8" fmla="*/ 1012371 w 1161892"/>
                  <a:gd name="connsiteY8" fmla="*/ 1538314 h 1933142"/>
                  <a:gd name="connsiteX9" fmla="*/ 804231 w 1161892"/>
                  <a:gd name="connsiteY9" fmla="*/ 1928728 h 1933142"/>
                  <a:gd name="connsiteX10" fmla="*/ 512131 w 1161892"/>
                  <a:gd name="connsiteY10" fmla="*/ 1733466 h 1933142"/>
                  <a:gd name="connsiteX11" fmla="*/ 440693 w 1161892"/>
                  <a:gd name="connsiteY11" fmla="*/ 1571541 h 1933142"/>
                  <a:gd name="connsiteX12" fmla="*/ 331156 w 1161892"/>
                  <a:gd name="connsiteY12" fmla="*/ 1385804 h 1933142"/>
                  <a:gd name="connsiteX13" fmla="*/ 149402 w 1161892"/>
                  <a:gd name="connsiteY13" fmla="*/ 1006391 h 1933142"/>
                  <a:gd name="connsiteX14" fmla="*/ 108231 w 1161892"/>
                  <a:gd name="connsiteY14" fmla="*/ 320947 h 1933142"/>
                  <a:gd name="connsiteX15" fmla="*/ 376976 w 1161892"/>
                  <a:gd name="connsiteY15" fmla="*/ 89695 h 1933142"/>
                  <a:gd name="connsiteX0" fmla="*/ 376976 w 1161892"/>
                  <a:gd name="connsiteY0" fmla="*/ 89695 h 1933142"/>
                  <a:gd name="connsiteX1" fmla="*/ 781052 w 1161892"/>
                  <a:gd name="connsiteY1" fmla="*/ 241110 h 1933142"/>
                  <a:gd name="connsiteX2" fmla="*/ 933547 w 1161892"/>
                  <a:gd name="connsiteY2" fmla="*/ 391125 h 1933142"/>
                  <a:gd name="connsiteX3" fmla="*/ 1068872 w 1161892"/>
                  <a:gd name="connsiteY3" fmla="*/ 620039 h 1933142"/>
                  <a:gd name="connsiteX4" fmla="*/ 1117372 w 1161892"/>
                  <a:gd name="connsiteY4" fmla="*/ 856224 h 1933142"/>
                  <a:gd name="connsiteX5" fmla="*/ 1109148 w 1161892"/>
                  <a:gd name="connsiteY5" fmla="*/ 1035888 h 1933142"/>
                  <a:gd name="connsiteX6" fmla="*/ 1072057 w 1161892"/>
                  <a:gd name="connsiteY6" fmla="*/ 1200784 h 1933142"/>
                  <a:gd name="connsiteX7" fmla="*/ 1052966 w 1161892"/>
                  <a:gd name="connsiteY7" fmla="*/ 1330676 h 1933142"/>
                  <a:gd name="connsiteX8" fmla="*/ 1012371 w 1161892"/>
                  <a:gd name="connsiteY8" fmla="*/ 1538314 h 1933142"/>
                  <a:gd name="connsiteX9" fmla="*/ 804231 w 1161892"/>
                  <a:gd name="connsiteY9" fmla="*/ 1928728 h 1933142"/>
                  <a:gd name="connsiteX10" fmla="*/ 512131 w 1161892"/>
                  <a:gd name="connsiteY10" fmla="*/ 1733466 h 1933142"/>
                  <a:gd name="connsiteX11" fmla="*/ 440693 w 1161892"/>
                  <a:gd name="connsiteY11" fmla="*/ 1571541 h 1933142"/>
                  <a:gd name="connsiteX12" fmla="*/ 331156 w 1161892"/>
                  <a:gd name="connsiteY12" fmla="*/ 1385804 h 1933142"/>
                  <a:gd name="connsiteX13" fmla="*/ 149402 w 1161892"/>
                  <a:gd name="connsiteY13" fmla="*/ 1006391 h 1933142"/>
                  <a:gd name="connsiteX14" fmla="*/ 108231 w 1161892"/>
                  <a:gd name="connsiteY14" fmla="*/ 320947 h 1933142"/>
                  <a:gd name="connsiteX15" fmla="*/ 376976 w 1161892"/>
                  <a:gd name="connsiteY15" fmla="*/ 89695 h 1933142"/>
                  <a:gd name="connsiteX0" fmla="*/ 376976 w 1161892"/>
                  <a:gd name="connsiteY0" fmla="*/ 28547 h 1871994"/>
                  <a:gd name="connsiteX1" fmla="*/ 677728 w 1161892"/>
                  <a:gd name="connsiteY1" fmla="*/ 24882 h 1871994"/>
                  <a:gd name="connsiteX2" fmla="*/ 781052 w 1161892"/>
                  <a:gd name="connsiteY2" fmla="*/ 179962 h 1871994"/>
                  <a:gd name="connsiteX3" fmla="*/ 933547 w 1161892"/>
                  <a:gd name="connsiteY3" fmla="*/ 329977 h 1871994"/>
                  <a:gd name="connsiteX4" fmla="*/ 1068872 w 1161892"/>
                  <a:gd name="connsiteY4" fmla="*/ 558891 h 1871994"/>
                  <a:gd name="connsiteX5" fmla="*/ 1117372 w 1161892"/>
                  <a:gd name="connsiteY5" fmla="*/ 795076 h 1871994"/>
                  <a:gd name="connsiteX6" fmla="*/ 1109148 w 1161892"/>
                  <a:gd name="connsiteY6" fmla="*/ 974740 h 1871994"/>
                  <a:gd name="connsiteX7" fmla="*/ 1072057 w 1161892"/>
                  <a:gd name="connsiteY7" fmla="*/ 1139636 h 1871994"/>
                  <a:gd name="connsiteX8" fmla="*/ 1052966 w 1161892"/>
                  <a:gd name="connsiteY8" fmla="*/ 1269528 h 1871994"/>
                  <a:gd name="connsiteX9" fmla="*/ 1012371 w 1161892"/>
                  <a:gd name="connsiteY9" fmla="*/ 1477166 h 1871994"/>
                  <a:gd name="connsiteX10" fmla="*/ 804231 w 1161892"/>
                  <a:gd name="connsiteY10" fmla="*/ 1867580 h 1871994"/>
                  <a:gd name="connsiteX11" fmla="*/ 512131 w 1161892"/>
                  <a:gd name="connsiteY11" fmla="*/ 1672318 h 1871994"/>
                  <a:gd name="connsiteX12" fmla="*/ 440693 w 1161892"/>
                  <a:gd name="connsiteY12" fmla="*/ 1510393 h 1871994"/>
                  <a:gd name="connsiteX13" fmla="*/ 331156 w 1161892"/>
                  <a:gd name="connsiteY13" fmla="*/ 1324656 h 1871994"/>
                  <a:gd name="connsiteX14" fmla="*/ 149402 w 1161892"/>
                  <a:gd name="connsiteY14" fmla="*/ 945243 h 1871994"/>
                  <a:gd name="connsiteX15" fmla="*/ 108231 w 1161892"/>
                  <a:gd name="connsiteY15" fmla="*/ 259799 h 1871994"/>
                  <a:gd name="connsiteX16" fmla="*/ 376976 w 1161892"/>
                  <a:gd name="connsiteY16" fmla="*/ 28547 h 1871994"/>
                  <a:gd name="connsiteX0" fmla="*/ 250959 w 1161892"/>
                  <a:gd name="connsiteY0" fmla="*/ 84593 h 1853216"/>
                  <a:gd name="connsiteX1" fmla="*/ 677728 w 1161892"/>
                  <a:gd name="connsiteY1" fmla="*/ 6104 h 1853216"/>
                  <a:gd name="connsiteX2" fmla="*/ 781052 w 1161892"/>
                  <a:gd name="connsiteY2" fmla="*/ 161184 h 1853216"/>
                  <a:gd name="connsiteX3" fmla="*/ 933547 w 1161892"/>
                  <a:gd name="connsiteY3" fmla="*/ 311199 h 1853216"/>
                  <a:gd name="connsiteX4" fmla="*/ 1068872 w 1161892"/>
                  <a:gd name="connsiteY4" fmla="*/ 540113 h 1853216"/>
                  <a:gd name="connsiteX5" fmla="*/ 1117372 w 1161892"/>
                  <a:gd name="connsiteY5" fmla="*/ 776298 h 1853216"/>
                  <a:gd name="connsiteX6" fmla="*/ 1109148 w 1161892"/>
                  <a:gd name="connsiteY6" fmla="*/ 955962 h 1853216"/>
                  <a:gd name="connsiteX7" fmla="*/ 1072057 w 1161892"/>
                  <a:gd name="connsiteY7" fmla="*/ 1120858 h 1853216"/>
                  <a:gd name="connsiteX8" fmla="*/ 1052966 w 1161892"/>
                  <a:gd name="connsiteY8" fmla="*/ 1250750 h 1853216"/>
                  <a:gd name="connsiteX9" fmla="*/ 1012371 w 1161892"/>
                  <a:gd name="connsiteY9" fmla="*/ 1458388 h 1853216"/>
                  <a:gd name="connsiteX10" fmla="*/ 804231 w 1161892"/>
                  <a:gd name="connsiteY10" fmla="*/ 1848802 h 1853216"/>
                  <a:gd name="connsiteX11" fmla="*/ 512131 w 1161892"/>
                  <a:gd name="connsiteY11" fmla="*/ 1653540 h 1853216"/>
                  <a:gd name="connsiteX12" fmla="*/ 440693 w 1161892"/>
                  <a:gd name="connsiteY12" fmla="*/ 1491615 h 1853216"/>
                  <a:gd name="connsiteX13" fmla="*/ 331156 w 1161892"/>
                  <a:gd name="connsiteY13" fmla="*/ 1305878 h 1853216"/>
                  <a:gd name="connsiteX14" fmla="*/ 149402 w 1161892"/>
                  <a:gd name="connsiteY14" fmla="*/ 926465 h 1853216"/>
                  <a:gd name="connsiteX15" fmla="*/ 108231 w 1161892"/>
                  <a:gd name="connsiteY15" fmla="*/ 241021 h 1853216"/>
                  <a:gd name="connsiteX16" fmla="*/ 250959 w 1161892"/>
                  <a:gd name="connsiteY16" fmla="*/ 84593 h 1853216"/>
                  <a:gd name="connsiteX0" fmla="*/ 250959 w 1161892"/>
                  <a:gd name="connsiteY0" fmla="*/ 160230 h 1928853"/>
                  <a:gd name="connsiteX1" fmla="*/ 677728 w 1161892"/>
                  <a:gd name="connsiteY1" fmla="*/ 81741 h 1928853"/>
                  <a:gd name="connsiteX2" fmla="*/ 781052 w 1161892"/>
                  <a:gd name="connsiteY2" fmla="*/ 236821 h 1928853"/>
                  <a:gd name="connsiteX3" fmla="*/ 933547 w 1161892"/>
                  <a:gd name="connsiteY3" fmla="*/ 386836 h 1928853"/>
                  <a:gd name="connsiteX4" fmla="*/ 1068872 w 1161892"/>
                  <a:gd name="connsiteY4" fmla="*/ 615750 h 1928853"/>
                  <a:gd name="connsiteX5" fmla="*/ 1117372 w 1161892"/>
                  <a:gd name="connsiteY5" fmla="*/ 851935 h 1928853"/>
                  <a:gd name="connsiteX6" fmla="*/ 1109148 w 1161892"/>
                  <a:gd name="connsiteY6" fmla="*/ 1031599 h 1928853"/>
                  <a:gd name="connsiteX7" fmla="*/ 1072057 w 1161892"/>
                  <a:gd name="connsiteY7" fmla="*/ 1196495 h 1928853"/>
                  <a:gd name="connsiteX8" fmla="*/ 1052966 w 1161892"/>
                  <a:gd name="connsiteY8" fmla="*/ 1326387 h 1928853"/>
                  <a:gd name="connsiteX9" fmla="*/ 1012371 w 1161892"/>
                  <a:gd name="connsiteY9" fmla="*/ 1534025 h 1928853"/>
                  <a:gd name="connsiteX10" fmla="*/ 804231 w 1161892"/>
                  <a:gd name="connsiteY10" fmla="*/ 1924439 h 1928853"/>
                  <a:gd name="connsiteX11" fmla="*/ 512131 w 1161892"/>
                  <a:gd name="connsiteY11" fmla="*/ 1729177 h 1928853"/>
                  <a:gd name="connsiteX12" fmla="*/ 440693 w 1161892"/>
                  <a:gd name="connsiteY12" fmla="*/ 1567252 h 1928853"/>
                  <a:gd name="connsiteX13" fmla="*/ 331156 w 1161892"/>
                  <a:gd name="connsiteY13" fmla="*/ 1381515 h 1928853"/>
                  <a:gd name="connsiteX14" fmla="*/ 149402 w 1161892"/>
                  <a:gd name="connsiteY14" fmla="*/ 1002102 h 1928853"/>
                  <a:gd name="connsiteX15" fmla="*/ 108231 w 1161892"/>
                  <a:gd name="connsiteY15" fmla="*/ 316658 h 1928853"/>
                  <a:gd name="connsiteX16" fmla="*/ 250959 w 1161892"/>
                  <a:gd name="connsiteY16" fmla="*/ 160230 h 1928853"/>
                  <a:gd name="connsiteX0" fmla="*/ 250959 w 1161892"/>
                  <a:gd name="connsiteY0" fmla="*/ 160230 h 1928853"/>
                  <a:gd name="connsiteX1" fmla="*/ 677728 w 1161892"/>
                  <a:gd name="connsiteY1" fmla="*/ 81741 h 1928853"/>
                  <a:gd name="connsiteX2" fmla="*/ 781052 w 1161892"/>
                  <a:gd name="connsiteY2" fmla="*/ 236821 h 1928853"/>
                  <a:gd name="connsiteX3" fmla="*/ 933547 w 1161892"/>
                  <a:gd name="connsiteY3" fmla="*/ 386836 h 1928853"/>
                  <a:gd name="connsiteX4" fmla="*/ 1068872 w 1161892"/>
                  <a:gd name="connsiteY4" fmla="*/ 615750 h 1928853"/>
                  <a:gd name="connsiteX5" fmla="*/ 1117372 w 1161892"/>
                  <a:gd name="connsiteY5" fmla="*/ 851935 h 1928853"/>
                  <a:gd name="connsiteX6" fmla="*/ 1109148 w 1161892"/>
                  <a:gd name="connsiteY6" fmla="*/ 1031599 h 1928853"/>
                  <a:gd name="connsiteX7" fmla="*/ 1072057 w 1161892"/>
                  <a:gd name="connsiteY7" fmla="*/ 1196495 h 1928853"/>
                  <a:gd name="connsiteX8" fmla="*/ 1052966 w 1161892"/>
                  <a:gd name="connsiteY8" fmla="*/ 1326387 h 1928853"/>
                  <a:gd name="connsiteX9" fmla="*/ 1012371 w 1161892"/>
                  <a:gd name="connsiteY9" fmla="*/ 1534025 h 1928853"/>
                  <a:gd name="connsiteX10" fmla="*/ 804231 w 1161892"/>
                  <a:gd name="connsiteY10" fmla="*/ 1924439 h 1928853"/>
                  <a:gd name="connsiteX11" fmla="*/ 512131 w 1161892"/>
                  <a:gd name="connsiteY11" fmla="*/ 1729177 h 1928853"/>
                  <a:gd name="connsiteX12" fmla="*/ 440693 w 1161892"/>
                  <a:gd name="connsiteY12" fmla="*/ 1567252 h 1928853"/>
                  <a:gd name="connsiteX13" fmla="*/ 331156 w 1161892"/>
                  <a:gd name="connsiteY13" fmla="*/ 1381515 h 1928853"/>
                  <a:gd name="connsiteX14" fmla="*/ 149402 w 1161892"/>
                  <a:gd name="connsiteY14" fmla="*/ 1002102 h 1928853"/>
                  <a:gd name="connsiteX15" fmla="*/ 108231 w 1161892"/>
                  <a:gd name="connsiteY15" fmla="*/ 316658 h 1928853"/>
                  <a:gd name="connsiteX16" fmla="*/ 250959 w 1161892"/>
                  <a:gd name="connsiteY16" fmla="*/ 160230 h 1928853"/>
                  <a:gd name="connsiteX0" fmla="*/ 250959 w 1161892"/>
                  <a:gd name="connsiteY0" fmla="*/ 160230 h 1928853"/>
                  <a:gd name="connsiteX1" fmla="*/ 677728 w 1161892"/>
                  <a:gd name="connsiteY1" fmla="*/ 81741 h 1928853"/>
                  <a:gd name="connsiteX2" fmla="*/ 781052 w 1161892"/>
                  <a:gd name="connsiteY2" fmla="*/ 236821 h 1928853"/>
                  <a:gd name="connsiteX3" fmla="*/ 933547 w 1161892"/>
                  <a:gd name="connsiteY3" fmla="*/ 386836 h 1928853"/>
                  <a:gd name="connsiteX4" fmla="*/ 1068872 w 1161892"/>
                  <a:gd name="connsiteY4" fmla="*/ 615750 h 1928853"/>
                  <a:gd name="connsiteX5" fmla="*/ 1117372 w 1161892"/>
                  <a:gd name="connsiteY5" fmla="*/ 851935 h 1928853"/>
                  <a:gd name="connsiteX6" fmla="*/ 1109148 w 1161892"/>
                  <a:gd name="connsiteY6" fmla="*/ 1031599 h 1928853"/>
                  <a:gd name="connsiteX7" fmla="*/ 1072057 w 1161892"/>
                  <a:gd name="connsiteY7" fmla="*/ 1196495 h 1928853"/>
                  <a:gd name="connsiteX8" fmla="*/ 1052966 w 1161892"/>
                  <a:gd name="connsiteY8" fmla="*/ 1326387 h 1928853"/>
                  <a:gd name="connsiteX9" fmla="*/ 1012371 w 1161892"/>
                  <a:gd name="connsiteY9" fmla="*/ 1534025 h 1928853"/>
                  <a:gd name="connsiteX10" fmla="*/ 804231 w 1161892"/>
                  <a:gd name="connsiteY10" fmla="*/ 1924439 h 1928853"/>
                  <a:gd name="connsiteX11" fmla="*/ 512131 w 1161892"/>
                  <a:gd name="connsiteY11" fmla="*/ 1729177 h 1928853"/>
                  <a:gd name="connsiteX12" fmla="*/ 440693 w 1161892"/>
                  <a:gd name="connsiteY12" fmla="*/ 1567252 h 1928853"/>
                  <a:gd name="connsiteX13" fmla="*/ 331156 w 1161892"/>
                  <a:gd name="connsiteY13" fmla="*/ 1381515 h 1928853"/>
                  <a:gd name="connsiteX14" fmla="*/ 149402 w 1161892"/>
                  <a:gd name="connsiteY14" fmla="*/ 1002102 h 1928853"/>
                  <a:gd name="connsiteX15" fmla="*/ 108231 w 1161892"/>
                  <a:gd name="connsiteY15" fmla="*/ 316658 h 1928853"/>
                  <a:gd name="connsiteX16" fmla="*/ 250959 w 1161892"/>
                  <a:gd name="connsiteY16" fmla="*/ 160230 h 19288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161892" h="1928853">
                    <a:moveTo>
                      <a:pt x="250959" y="160230"/>
                    </a:moveTo>
                    <a:cubicBezTo>
                      <a:pt x="509839" y="-128910"/>
                      <a:pt x="610382" y="56505"/>
                      <a:pt x="677728" y="81741"/>
                    </a:cubicBezTo>
                    <a:cubicBezTo>
                      <a:pt x="745074" y="106977"/>
                      <a:pt x="738115" y="179697"/>
                      <a:pt x="781052" y="236821"/>
                    </a:cubicBezTo>
                    <a:cubicBezTo>
                      <a:pt x="873629" y="286186"/>
                      <a:pt x="893475" y="273600"/>
                      <a:pt x="933547" y="386836"/>
                    </a:cubicBezTo>
                    <a:cubicBezTo>
                      <a:pt x="1115997" y="444255"/>
                      <a:pt x="1038050" y="537360"/>
                      <a:pt x="1068872" y="615750"/>
                    </a:cubicBezTo>
                    <a:cubicBezTo>
                      <a:pt x="1200749" y="696986"/>
                      <a:pt x="1109574" y="770854"/>
                      <a:pt x="1117372" y="851935"/>
                    </a:cubicBezTo>
                    <a:cubicBezTo>
                      <a:pt x="1186411" y="985860"/>
                      <a:pt x="1168480" y="929538"/>
                      <a:pt x="1109148" y="1031599"/>
                    </a:cubicBezTo>
                    <a:cubicBezTo>
                      <a:pt x="1124283" y="1131007"/>
                      <a:pt x="1179912" y="1042457"/>
                      <a:pt x="1072057" y="1196495"/>
                    </a:cubicBezTo>
                    <a:cubicBezTo>
                      <a:pt x="1105269" y="1263967"/>
                      <a:pt x="1082579" y="1224301"/>
                      <a:pt x="1052966" y="1326387"/>
                    </a:cubicBezTo>
                    <a:cubicBezTo>
                      <a:pt x="1057502" y="1385712"/>
                      <a:pt x="1100523" y="1441911"/>
                      <a:pt x="1012371" y="1534025"/>
                    </a:cubicBezTo>
                    <a:cubicBezTo>
                      <a:pt x="970915" y="1633700"/>
                      <a:pt x="889611" y="1894315"/>
                      <a:pt x="804231" y="1924439"/>
                    </a:cubicBezTo>
                    <a:cubicBezTo>
                      <a:pt x="649185" y="1953807"/>
                      <a:pt x="538589" y="1830777"/>
                      <a:pt x="512131" y="1729177"/>
                    </a:cubicBezTo>
                    <a:cubicBezTo>
                      <a:pt x="485673" y="1627577"/>
                      <a:pt x="465299" y="1629164"/>
                      <a:pt x="440693" y="1567252"/>
                    </a:cubicBezTo>
                    <a:cubicBezTo>
                      <a:pt x="363700" y="1514865"/>
                      <a:pt x="367668" y="1465653"/>
                      <a:pt x="331156" y="1381515"/>
                    </a:cubicBezTo>
                    <a:cubicBezTo>
                      <a:pt x="180344" y="1264041"/>
                      <a:pt x="171627" y="1096558"/>
                      <a:pt x="149402" y="1002102"/>
                    </a:cubicBezTo>
                    <a:cubicBezTo>
                      <a:pt x="-75019" y="748928"/>
                      <a:pt x="-10464" y="447278"/>
                      <a:pt x="108231" y="316658"/>
                    </a:cubicBezTo>
                    <a:cubicBezTo>
                      <a:pt x="125239" y="237760"/>
                      <a:pt x="44951" y="225132"/>
                      <a:pt x="250959" y="160230"/>
                    </a:cubicBezTo>
                    <a:close/>
                  </a:path>
                </a:pathLst>
              </a:custGeom>
              <a:solidFill>
                <a:srgbClr val="56BE56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Rectangle 7">
                <a:extLst>
                  <a:ext uri="{FF2B5EF4-FFF2-40B4-BE49-F238E27FC236}">
                    <a16:creationId xmlns:a16="http://schemas.microsoft.com/office/drawing/2014/main" id="{AFA31382-CD47-D06F-21B6-A79089B18395}"/>
                  </a:ext>
                </a:extLst>
              </p:cNvPr>
              <p:cNvSpPr/>
              <p:nvPr/>
            </p:nvSpPr>
            <p:spPr>
              <a:xfrm rot="16638766" flipH="1" flipV="1">
                <a:off x="5307169" y="2751696"/>
                <a:ext cx="1177253" cy="403310"/>
              </a:xfrm>
              <a:custGeom>
                <a:avLst/>
                <a:gdLst>
                  <a:gd name="connsiteX0" fmla="*/ 0 w 1007285"/>
                  <a:gd name="connsiteY0" fmla="*/ 0 h 94954"/>
                  <a:gd name="connsiteX1" fmla="*/ 1007285 w 1007285"/>
                  <a:gd name="connsiteY1" fmla="*/ 0 h 94954"/>
                  <a:gd name="connsiteX2" fmla="*/ 1007285 w 1007285"/>
                  <a:gd name="connsiteY2" fmla="*/ 94954 h 94954"/>
                  <a:gd name="connsiteX3" fmla="*/ 0 w 1007285"/>
                  <a:gd name="connsiteY3" fmla="*/ 94954 h 94954"/>
                  <a:gd name="connsiteX4" fmla="*/ 0 w 1007285"/>
                  <a:gd name="connsiteY4" fmla="*/ 0 h 94954"/>
                  <a:gd name="connsiteX0" fmla="*/ 2819400 w 3826685"/>
                  <a:gd name="connsiteY0" fmla="*/ 0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4" fmla="*/ 2819400 w 3826685"/>
                  <a:gd name="connsiteY4" fmla="*/ 0 h 869654"/>
                  <a:gd name="connsiteX0" fmla="*/ 0 w 3826685"/>
                  <a:gd name="connsiteY0" fmla="*/ 869654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968065 h 1033547"/>
                  <a:gd name="connsiteX1" fmla="*/ 3826685 w 3826685"/>
                  <a:gd name="connsiteY1" fmla="*/ 98411 h 1033547"/>
                  <a:gd name="connsiteX2" fmla="*/ 3826685 w 3826685"/>
                  <a:gd name="connsiteY2" fmla="*/ 193365 h 1033547"/>
                  <a:gd name="connsiteX3" fmla="*/ 0 w 3826685"/>
                  <a:gd name="connsiteY3" fmla="*/ 968065 h 1033547"/>
                  <a:gd name="connsiteX0" fmla="*/ 0 w 3826685"/>
                  <a:gd name="connsiteY0" fmla="*/ 968065 h 1013810"/>
                  <a:gd name="connsiteX1" fmla="*/ 3826685 w 3826685"/>
                  <a:gd name="connsiteY1" fmla="*/ 98411 h 1013810"/>
                  <a:gd name="connsiteX2" fmla="*/ 3826685 w 3826685"/>
                  <a:gd name="connsiteY2" fmla="*/ 193365 h 1013810"/>
                  <a:gd name="connsiteX3" fmla="*/ 0 w 3826685"/>
                  <a:gd name="connsiteY3" fmla="*/ 968065 h 1013810"/>
                  <a:gd name="connsiteX0" fmla="*/ 0 w 3826685"/>
                  <a:gd name="connsiteY0" fmla="*/ 968065 h 1012429"/>
                  <a:gd name="connsiteX1" fmla="*/ 3826685 w 3826685"/>
                  <a:gd name="connsiteY1" fmla="*/ 98411 h 1012429"/>
                  <a:gd name="connsiteX2" fmla="*/ 3826685 w 3826685"/>
                  <a:gd name="connsiteY2" fmla="*/ 193365 h 1012429"/>
                  <a:gd name="connsiteX3" fmla="*/ 0 w 3826685"/>
                  <a:gd name="connsiteY3" fmla="*/ 968065 h 101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6685" h="1012429">
                    <a:moveTo>
                      <a:pt x="0" y="968065"/>
                    </a:moveTo>
                    <a:cubicBezTo>
                      <a:pt x="1199362" y="1008380"/>
                      <a:pt x="2779723" y="-373704"/>
                      <a:pt x="3826685" y="98411"/>
                    </a:cubicBezTo>
                    <a:lnTo>
                      <a:pt x="3826685" y="193365"/>
                    </a:lnTo>
                    <a:cubicBezTo>
                      <a:pt x="2614623" y="-65927"/>
                      <a:pt x="932662" y="1268632"/>
                      <a:pt x="0" y="968065"/>
                    </a:cubicBezTo>
                    <a:close/>
                  </a:path>
                </a:pathLst>
              </a:custGeom>
              <a:solidFill>
                <a:srgbClr val="9EC82D"/>
              </a:solidFill>
              <a:ln w="190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Rectangle 7">
                <a:extLst>
                  <a:ext uri="{FF2B5EF4-FFF2-40B4-BE49-F238E27FC236}">
                    <a16:creationId xmlns:a16="http://schemas.microsoft.com/office/drawing/2014/main" id="{D339D7A2-4EC6-5948-C39F-497586B4D434}"/>
                  </a:ext>
                </a:extLst>
              </p:cNvPr>
              <p:cNvSpPr/>
              <p:nvPr/>
            </p:nvSpPr>
            <p:spPr>
              <a:xfrm rot="1173360" flipH="1" flipV="1">
                <a:off x="6065525" y="3900357"/>
                <a:ext cx="1177253" cy="403310"/>
              </a:xfrm>
              <a:custGeom>
                <a:avLst/>
                <a:gdLst>
                  <a:gd name="connsiteX0" fmla="*/ 0 w 1007285"/>
                  <a:gd name="connsiteY0" fmla="*/ 0 h 94954"/>
                  <a:gd name="connsiteX1" fmla="*/ 1007285 w 1007285"/>
                  <a:gd name="connsiteY1" fmla="*/ 0 h 94954"/>
                  <a:gd name="connsiteX2" fmla="*/ 1007285 w 1007285"/>
                  <a:gd name="connsiteY2" fmla="*/ 94954 h 94954"/>
                  <a:gd name="connsiteX3" fmla="*/ 0 w 1007285"/>
                  <a:gd name="connsiteY3" fmla="*/ 94954 h 94954"/>
                  <a:gd name="connsiteX4" fmla="*/ 0 w 1007285"/>
                  <a:gd name="connsiteY4" fmla="*/ 0 h 94954"/>
                  <a:gd name="connsiteX0" fmla="*/ 2819400 w 3826685"/>
                  <a:gd name="connsiteY0" fmla="*/ 0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4" fmla="*/ 2819400 w 3826685"/>
                  <a:gd name="connsiteY4" fmla="*/ 0 h 869654"/>
                  <a:gd name="connsiteX0" fmla="*/ 0 w 3826685"/>
                  <a:gd name="connsiteY0" fmla="*/ 869654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968065 h 1033547"/>
                  <a:gd name="connsiteX1" fmla="*/ 3826685 w 3826685"/>
                  <a:gd name="connsiteY1" fmla="*/ 98411 h 1033547"/>
                  <a:gd name="connsiteX2" fmla="*/ 3826685 w 3826685"/>
                  <a:gd name="connsiteY2" fmla="*/ 193365 h 1033547"/>
                  <a:gd name="connsiteX3" fmla="*/ 0 w 3826685"/>
                  <a:gd name="connsiteY3" fmla="*/ 968065 h 1033547"/>
                  <a:gd name="connsiteX0" fmla="*/ 0 w 3826685"/>
                  <a:gd name="connsiteY0" fmla="*/ 968065 h 1013810"/>
                  <a:gd name="connsiteX1" fmla="*/ 3826685 w 3826685"/>
                  <a:gd name="connsiteY1" fmla="*/ 98411 h 1013810"/>
                  <a:gd name="connsiteX2" fmla="*/ 3826685 w 3826685"/>
                  <a:gd name="connsiteY2" fmla="*/ 193365 h 1013810"/>
                  <a:gd name="connsiteX3" fmla="*/ 0 w 3826685"/>
                  <a:gd name="connsiteY3" fmla="*/ 968065 h 1013810"/>
                  <a:gd name="connsiteX0" fmla="*/ 0 w 3826685"/>
                  <a:gd name="connsiteY0" fmla="*/ 968065 h 1012429"/>
                  <a:gd name="connsiteX1" fmla="*/ 3826685 w 3826685"/>
                  <a:gd name="connsiteY1" fmla="*/ 98411 h 1012429"/>
                  <a:gd name="connsiteX2" fmla="*/ 3826685 w 3826685"/>
                  <a:gd name="connsiteY2" fmla="*/ 193365 h 1012429"/>
                  <a:gd name="connsiteX3" fmla="*/ 0 w 3826685"/>
                  <a:gd name="connsiteY3" fmla="*/ 968065 h 101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6685" h="1012429">
                    <a:moveTo>
                      <a:pt x="0" y="968065"/>
                    </a:moveTo>
                    <a:cubicBezTo>
                      <a:pt x="1199362" y="1008380"/>
                      <a:pt x="2779723" y="-373704"/>
                      <a:pt x="3826685" y="98411"/>
                    </a:cubicBezTo>
                    <a:lnTo>
                      <a:pt x="3826685" y="193365"/>
                    </a:lnTo>
                    <a:cubicBezTo>
                      <a:pt x="2614623" y="-65927"/>
                      <a:pt x="932662" y="1268632"/>
                      <a:pt x="0" y="968065"/>
                    </a:cubicBezTo>
                    <a:close/>
                  </a:path>
                </a:pathLst>
              </a:custGeom>
              <a:solidFill>
                <a:srgbClr val="9EC82D"/>
              </a:solidFill>
              <a:ln w="190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Rectangle 3">
                <a:extLst>
                  <a:ext uri="{FF2B5EF4-FFF2-40B4-BE49-F238E27FC236}">
                    <a16:creationId xmlns:a16="http://schemas.microsoft.com/office/drawing/2014/main" id="{FA57B03B-8C6D-607C-FBAA-36DEE0A7B3D1}"/>
                  </a:ext>
                </a:extLst>
              </p:cNvPr>
              <p:cNvSpPr/>
              <p:nvPr/>
            </p:nvSpPr>
            <p:spPr>
              <a:xfrm rot="3771712">
                <a:off x="6371698" y="2022650"/>
                <a:ext cx="1117809" cy="2313596"/>
              </a:xfrm>
              <a:custGeom>
                <a:avLst/>
                <a:gdLst>
                  <a:gd name="connsiteX0" fmla="*/ 0 w 381000"/>
                  <a:gd name="connsiteY0" fmla="*/ 0 h 1422400"/>
                  <a:gd name="connsiteX1" fmla="*/ 381000 w 381000"/>
                  <a:gd name="connsiteY1" fmla="*/ 0 h 1422400"/>
                  <a:gd name="connsiteX2" fmla="*/ 381000 w 381000"/>
                  <a:gd name="connsiteY2" fmla="*/ 1422400 h 1422400"/>
                  <a:gd name="connsiteX3" fmla="*/ 0 w 381000"/>
                  <a:gd name="connsiteY3" fmla="*/ 1422400 h 1422400"/>
                  <a:gd name="connsiteX4" fmla="*/ 0 w 381000"/>
                  <a:gd name="connsiteY4" fmla="*/ 0 h 1422400"/>
                  <a:gd name="connsiteX0" fmla="*/ 0 w 596900"/>
                  <a:gd name="connsiteY0" fmla="*/ 0 h 1905000"/>
                  <a:gd name="connsiteX1" fmla="*/ 596900 w 596900"/>
                  <a:gd name="connsiteY1" fmla="*/ 482600 h 1905000"/>
                  <a:gd name="connsiteX2" fmla="*/ 596900 w 596900"/>
                  <a:gd name="connsiteY2" fmla="*/ 1905000 h 1905000"/>
                  <a:gd name="connsiteX3" fmla="*/ 215900 w 596900"/>
                  <a:gd name="connsiteY3" fmla="*/ 1905000 h 1905000"/>
                  <a:gd name="connsiteX4" fmla="*/ 0 w 596900"/>
                  <a:gd name="connsiteY4" fmla="*/ 0 h 1905000"/>
                  <a:gd name="connsiteX0" fmla="*/ 0 w 596900"/>
                  <a:gd name="connsiteY0" fmla="*/ 0 h 1905000"/>
                  <a:gd name="connsiteX1" fmla="*/ 482600 w 596900"/>
                  <a:gd name="connsiteY1" fmla="*/ 139700 h 1905000"/>
                  <a:gd name="connsiteX2" fmla="*/ 596900 w 596900"/>
                  <a:gd name="connsiteY2" fmla="*/ 1905000 h 1905000"/>
                  <a:gd name="connsiteX3" fmla="*/ 215900 w 596900"/>
                  <a:gd name="connsiteY3" fmla="*/ 1905000 h 1905000"/>
                  <a:gd name="connsiteX4" fmla="*/ 0 w 596900"/>
                  <a:gd name="connsiteY4" fmla="*/ 0 h 1905000"/>
                  <a:gd name="connsiteX0" fmla="*/ 0 w 596900"/>
                  <a:gd name="connsiteY0" fmla="*/ 0 h 1905000"/>
                  <a:gd name="connsiteX1" fmla="*/ 468313 w 596900"/>
                  <a:gd name="connsiteY1" fmla="*/ 115887 h 1905000"/>
                  <a:gd name="connsiteX2" fmla="*/ 596900 w 596900"/>
                  <a:gd name="connsiteY2" fmla="*/ 1905000 h 1905000"/>
                  <a:gd name="connsiteX3" fmla="*/ 215900 w 596900"/>
                  <a:gd name="connsiteY3" fmla="*/ 1905000 h 1905000"/>
                  <a:gd name="connsiteX4" fmla="*/ 0 w 596900"/>
                  <a:gd name="connsiteY4" fmla="*/ 0 h 1905000"/>
                  <a:gd name="connsiteX0" fmla="*/ 0 w 630237"/>
                  <a:gd name="connsiteY0" fmla="*/ 0 h 1900237"/>
                  <a:gd name="connsiteX1" fmla="*/ 501650 w 630237"/>
                  <a:gd name="connsiteY1" fmla="*/ 111124 h 1900237"/>
                  <a:gd name="connsiteX2" fmla="*/ 630237 w 630237"/>
                  <a:gd name="connsiteY2" fmla="*/ 1900237 h 1900237"/>
                  <a:gd name="connsiteX3" fmla="*/ 249237 w 630237"/>
                  <a:gd name="connsiteY3" fmla="*/ 1900237 h 1900237"/>
                  <a:gd name="connsiteX4" fmla="*/ 0 w 630237"/>
                  <a:gd name="connsiteY4" fmla="*/ 0 h 1900237"/>
                  <a:gd name="connsiteX0" fmla="*/ 0 w 630237"/>
                  <a:gd name="connsiteY0" fmla="*/ 74867 h 1975104"/>
                  <a:gd name="connsiteX1" fmla="*/ 501650 w 630237"/>
                  <a:gd name="connsiteY1" fmla="*/ 185991 h 1975104"/>
                  <a:gd name="connsiteX2" fmla="*/ 630237 w 630237"/>
                  <a:gd name="connsiteY2" fmla="*/ 1975104 h 1975104"/>
                  <a:gd name="connsiteX3" fmla="*/ 249237 w 630237"/>
                  <a:gd name="connsiteY3" fmla="*/ 1975104 h 1975104"/>
                  <a:gd name="connsiteX4" fmla="*/ 0 w 630237"/>
                  <a:gd name="connsiteY4" fmla="*/ 74867 h 1975104"/>
                  <a:gd name="connsiteX0" fmla="*/ 0 w 630237"/>
                  <a:gd name="connsiteY0" fmla="*/ 125035 h 2025272"/>
                  <a:gd name="connsiteX1" fmla="*/ 501650 w 630237"/>
                  <a:gd name="connsiteY1" fmla="*/ 236159 h 2025272"/>
                  <a:gd name="connsiteX2" fmla="*/ 630237 w 630237"/>
                  <a:gd name="connsiteY2" fmla="*/ 2025272 h 2025272"/>
                  <a:gd name="connsiteX3" fmla="*/ 249237 w 630237"/>
                  <a:gd name="connsiteY3" fmla="*/ 2025272 h 2025272"/>
                  <a:gd name="connsiteX4" fmla="*/ 0 w 630237"/>
                  <a:gd name="connsiteY4" fmla="*/ 125035 h 2025272"/>
                  <a:gd name="connsiteX0" fmla="*/ 176212 w 806449"/>
                  <a:gd name="connsiteY0" fmla="*/ 125035 h 2025272"/>
                  <a:gd name="connsiteX1" fmla="*/ 677862 w 806449"/>
                  <a:gd name="connsiteY1" fmla="*/ 236159 h 2025272"/>
                  <a:gd name="connsiteX2" fmla="*/ 806449 w 806449"/>
                  <a:gd name="connsiteY2" fmla="*/ 2025272 h 2025272"/>
                  <a:gd name="connsiteX3" fmla="*/ 425449 w 806449"/>
                  <a:gd name="connsiteY3" fmla="*/ 2025272 h 2025272"/>
                  <a:gd name="connsiteX4" fmla="*/ 0 w 806449"/>
                  <a:gd name="connsiteY4" fmla="*/ 382210 h 2025272"/>
                  <a:gd name="connsiteX5" fmla="*/ 176212 w 806449"/>
                  <a:gd name="connsiteY5" fmla="*/ 125035 h 2025272"/>
                  <a:gd name="connsiteX0" fmla="*/ 245290 w 875527"/>
                  <a:gd name="connsiteY0" fmla="*/ 125035 h 2025272"/>
                  <a:gd name="connsiteX1" fmla="*/ 746940 w 875527"/>
                  <a:gd name="connsiteY1" fmla="*/ 236159 h 2025272"/>
                  <a:gd name="connsiteX2" fmla="*/ 875527 w 875527"/>
                  <a:gd name="connsiteY2" fmla="*/ 2025272 h 2025272"/>
                  <a:gd name="connsiteX3" fmla="*/ 494527 w 875527"/>
                  <a:gd name="connsiteY3" fmla="*/ 2025272 h 2025272"/>
                  <a:gd name="connsiteX4" fmla="*/ 26216 w 875527"/>
                  <a:gd name="connsiteY4" fmla="*/ 658435 h 2025272"/>
                  <a:gd name="connsiteX5" fmla="*/ 69078 w 875527"/>
                  <a:gd name="connsiteY5" fmla="*/ 382210 h 2025272"/>
                  <a:gd name="connsiteX6" fmla="*/ 245290 w 875527"/>
                  <a:gd name="connsiteY6" fmla="*/ 125035 h 2025272"/>
                  <a:gd name="connsiteX0" fmla="*/ 221743 w 851980"/>
                  <a:gd name="connsiteY0" fmla="*/ 125035 h 2025272"/>
                  <a:gd name="connsiteX1" fmla="*/ 723393 w 851980"/>
                  <a:gd name="connsiteY1" fmla="*/ 236159 h 2025272"/>
                  <a:gd name="connsiteX2" fmla="*/ 851980 w 851980"/>
                  <a:gd name="connsiteY2" fmla="*/ 2025272 h 2025272"/>
                  <a:gd name="connsiteX3" fmla="*/ 470980 w 851980"/>
                  <a:gd name="connsiteY3" fmla="*/ 2025272 h 2025272"/>
                  <a:gd name="connsiteX4" fmla="*/ 55056 w 851980"/>
                  <a:gd name="connsiteY4" fmla="*/ 944185 h 2025272"/>
                  <a:gd name="connsiteX5" fmla="*/ 2669 w 851980"/>
                  <a:gd name="connsiteY5" fmla="*/ 658435 h 2025272"/>
                  <a:gd name="connsiteX6" fmla="*/ 45531 w 851980"/>
                  <a:gd name="connsiteY6" fmla="*/ 382210 h 2025272"/>
                  <a:gd name="connsiteX7" fmla="*/ 221743 w 851980"/>
                  <a:gd name="connsiteY7" fmla="*/ 125035 h 2025272"/>
                  <a:gd name="connsiteX0" fmla="*/ 219345 w 849582"/>
                  <a:gd name="connsiteY0" fmla="*/ 125035 h 2025272"/>
                  <a:gd name="connsiteX1" fmla="*/ 720995 w 849582"/>
                  <a:gd name="connsiteY1" fmla="*/ 236159 h 2025272"/>
                  <a:gd name="connsiteX2" fmla="*/ 849582 w 849582"/>
                  <a:gd name="connsiteY2" fmla="*/ 2025272 h 2025272"/>
                  <a:gd name="connsiteX3" fmla="*/ 468582 w 849582"/>
                  <a:gd name="connsiteY3" fmla="*/ 2025272 h 2025272"/>
                  <a:gd name="connsiteX4" fmla="*/ 200295 w 849582"/>
                  <a:gd name="connsiteY4" fmla="*/ 1229935 h 2025272"/>
                  <a:gd name="connsiteX5" fmla="*/ 52658 w 849582"/>
                  <a:gd name="connsiteY5" fmla="*/ 944185 h 2025272"/>
                  <a:gd name="connsiteX6" fmla="*/ 271 w 849582"/>
                  <a:gd name="connsiteY6" fmla="*/ 658435 h 2025272"/>
                  <a:gd name="connsiteX7" fmla="*/ 43133 w 849582"/>
                  <a:gd name="connsiteY7" fmla="*/ 382210 h 2025272"/>
                  <a:gd name="connsiteX8" fmla="*/ 219345 w 849582"/>
                  <a:gd name="connsiteY8" fmla="*/ 125035 h 2025272"/>
                  <a:gd name="connsiteX0" fmla="*/ 219345 w 849582"/>
                  <a:gd name="connsiteY0" fmla="*/ 125035 h 2025272"/>
                  <a:gd name="connsiteX1" fmla="*/ 720995 w 849582"/>
                  <a:gd name="connsiteY1" fmla="*/ 236159 h 2025272"/>
                  <a:gd name="connsiteX2" fmla="*/ 849582 w 849582"/>
                  <a:gd name="connsiteY2" fmla="*/ 2025272 h 2025272"/>
                  <a:gd name="connsiteX3" fmla="*/ 468582 w 849582"/>
                  <a:gd name="connsiteY3" fmla="*/ 2025272 h 2025272"/>
                  <a:gd name="connsiteX4" fmla="*/ 309832 w 849582"/>
                  <a:gd name="connsiteY4" fmla="*/ 1415672 h 2025272"/>
                  <a:gd name="connsiteX5" fmla="*/ 200295 w 849582"/>
                  <a:gd name="connsiteY5" fmla="*/ 1229935 h 2025272"/>
                  <a:gd name="connsiteX6" fmla="*/ 52658 w 849582"/>
                  <a:gd name="connsiteY6" fmla="*/ 944185 h 2025272"/>
                  <a:gd name="connsiteX7" fmla="*/ 271 w 849582"/>
                  <a:gd name="connsiteY7" fmla="*/ 658435 h 2025272"/>
                  <a:gd name="connsiteX8" fmla="*/ 43133 w 849582"/>
                  <a:gd name="connsiteY8" fmla="*/ 382210 h 2025272"/>
                  <a:gd name="connsiteX9" fmla="*/ 219345 w 849582"/>
                  <a:gd name="connsiteY9" fmla="*/ 125035 h 2025272"/>
                  <a:gd name="connsiteX0" fmla="*/ 219345 w 849582"/>
                  <a:gd name="connsiteY0" fmla="*/ 125035 h 2025272"/>
                  <a:gd name="connsiteX1" fmla="*/ 720995 w 849582"/>
                  <a:gd name="connsiteY1" fmla="*/ 236159 h 2025272"/>
                  <a:gd name="connsiteX2" fmla="*/ 849582 w 849582"/>
                  <a:gd name="connsiteY2" fmla="*/ 2025272 h 2025272"/>
                  <a:gd name="connsiteX3" fmla="*/ 468582 w 849582"/>
                  <a:gd name="connsiteY3" fmla="*/ 2025272 h 2025272"/>
                  <a:gd name="connsiteX4" fmla="*/ 381270 w 849582"/>
                  <a:gd name="connsiteY4" fmla="*/ 1577597 h 2025272"/>
                  <a:gd name="connsiteX5" fmla="*/ 309832 w 849582"/>
                  <a:gd name="connsiteY5" fmla="*/ 1415672 h 2025272"/>
                  <a:gd name="connsiteX6" fmla="*/ 200295 w 849582"/>
                  <a:gd name="connsiteY6" fmla="*/ 1229935 h 2025272"/>
                  <a:gd name="connsiteX7" fmla="*/ 52658 w 849582"/>
                  <a:gd name="connsiteY7" fmla="*/ 944185 h 2025272"/>
                  <a:gd name="connsiteX8" fmla="*/ 271 w 849582"/>
                  <a:gd name="connsiteY8" fmla="*/ 658435 h 2025272"/>
                  <a:gd name="connsiteX9" fmla="*/ 43133 w 849582"/>
                  <a:gd name="connsiteY9" fmla="*/ 382210 h 2025272"/>
                  <a:gd name="connsiteX10" fmla="*/ 219345 w 849582"/>
                  <a:gd name="connsiteY10" fmla="*/ 125035 h 2025272"/>
                  <a:gd name="connsiteX0" fmla="*/ 219345 w 849582"/>
                  <a:gd name="connsiteY0" fmla="*/ 125035 h 2025272"/>
                  <a:gd name="connsiteX1" fmla="*/ 720995 w 849582"/>
                  <a:gd name="connsiteY1" fmla="*/ 236159 h 2025272"/>
                  <a:gd name="connsiteX2" fmla="*/ 819420 w 849582"/>
                  <a:gd name="connsiteY2" fmla="*/ 586997 h 2025272"/>
                  <a:gd name="connsiteX3" fmla="*/ 849582 w 849582"/>
                  <a:gd name="connsiteY3" fmla="*/ 2025272 h 2025272"/>
                  <a:gd name="connsiteX4" fmla="*/ 468582 w 849582"/>
                  <a:gd name="connsiteY4" fmla="*/ 2025272 h 2025272"/>
                  <a:gd name="connsiteX5" fmla="*/ 381270 w 849582"/>
                  <a:gd name="connsiteY5" fmla="*/ 1577597 h 2025272"/>
                  <a:gd name="connsiteX6" fmla="*/ 309832 w 849582"/>
                  <a:gd name="connsiteY6" fmla="*/ 1415672 h 2025272"/>
                  <a:gd name="connsiteX7" fmla="*/ 200295 w 849582"/>
                  <a:gd name="connsiteY7" fmla="*/ 1229935 h 2025272"/>
                  <a:gd name="connsiteX8" fmla="*/ 52658 w 849582"/>
                  <a:gd name="connsiteY8" fmla="*/ 944185 h 2025272"/>
                  <a:gd name="connsiteX9" fmla="*/ 271 w 849582"/>
                  <a:gd name="connsiteY9" fmla="*/ 658435 h 2025272"/>
                  <a:gd name="connsiteX10" fmla="*/ 43133 w 849582"/>
                  <a:gd name="connsiteY10" fmla="*/ 382210 h 2025272"/>
                  <a:gd name="connsiteX11" fmla="*/ 219345 w 849582"/>
                  <a:gd name="connsiteY11" fmla="*/ 125035 h 2025272"/>
                  <a:gd name="connsiteX0" fmla="*/ 219345 w 849582"/>
                  <a:gd name="connsiteY0" fmla="*/ 125035 h 2025272"/>
                  <a:gd name="connsiteX1" fmla="*/ 720995 w 849582"/>
                  <a:gd name="connsiteY1" fmla="*/ 236159 h 2025272"/>
                  <a:gd name="connsiteX2" fmla="*/ 819420 w 849582"/>
                  <a:gd name="connsiteY2" fmla="*/ 586997 h 2025272"/>
                  <a:gd name="connsiteX3" fmla="*/ 805132 w 849582"/>
                  <a:gd name="connsiteY3" fmla="*/ 787022 h 2025272"/>
                  <a:gd name="connsiteX4" fmla="*/ 849582 w 849582"/>
                  <a:gd name="connsiteY4" fmla="*/ 2025272 h 2025272"/>
                  <a:gd name="connsiteX5" fmla="*/ 468582 w 849582"/>
                  <a:gd name="connsiteY5" fmla="*/ 2025272 h 2025272"/>
                  <a:gd name="connsiteX6" fmla="*/ 381270 w 849582"/>
                  <a:gd name="connsiteY6" fmla="*/ 1577597 h 2025272"/>
                  <a:gd name="connsiteX7" fmla="*/ 309832 w 849582"/>
                  <a:gd name="connsiteY7" fmla="*/ 1415672 h 2025272"/>
                  <a:gd name="connsiteX8" fmla="*/ 200295 w 849582"/>
                  <a:gd name="connsiteY8" fmla="*/ 1229935 h 2025272"/>
                  <a:gd name="connsiteX9" fmla="*/ 52658 w 849582"/>
                  <a:gd name="connsiteY9" fmla="*/ 944185 h 2025272"/>
                  <a:gd name="connsiteX10" fmla="*/ 271 w 849582"/>
                  <a:gd name="connsiteY10" fmla="*/ 658435 h 2025272"/>
                  <a:gd name="connsiteX11" fmla="*/ 43133 w 849582"/>
                  <a:gd name="connsiteY11" fmla="*/ 382210 h 2025272"/>
                  <a:gd name="connsiteX12" fmla="*/ 219345 w 849582"/>
                  <a:gd name="connsiteY12" fmla="*/ 125035 h 2025272"/>
                  <a:gd name="connsiteX0" fmla="*/ 219345 w 849582"/>
                  <a:gd name="connsiteY0" fmla="*/ 125035 h 2025272"/>
                  <a:gd name="connsiteX1" fmla="*/ 720995 w 849582"/>
                  <a:gd name="connsiteY1" fmla="*/ 236159 h 2025272"/>
                  <a:gd name="connsiteX2" fmla="*/ 819420 w 849582"/>
                  <a:gd name="connsiteY2" fmla="*/ 586997 h 2025272"/>
                  <a:gd name="connsiteX3" fmla="*/ 805132 w 849582"/>
                  <a:gd name="connsiteY3" fmla="*/ 787022 h 2025272"/>
                  <a:gd name="connsiteX4" fmla="*/ 776557 w 849582"/>
                  <a:gd name="connsiteY4" fmla="*/ 1053722 h 2025272"/>
                  <a:gd name="connsiteX5" fmla="*/ 849582 w 849582"/>
                  <a:gd name="connsiteY5" fmla="*/ 2025272 h 2025272"/>
                  <a:gd name="connsiteX6" fmla="*/ 468582 w 849582"/>
                  <a:gd name="connsiteY6" fmla="*/ 2025272 h 2025272"/>
                  <a:gd name="connsiteX7" fmla="*/ 381270 w 849582"/>
                  <a:gd name="connsiteY7" fmla="*/ 1577597 h 2025272"/>
                  <a:gd name="connsiteX8" fmla="*/ 309832 w 849582"/>
                  <a:gd name="connsiteY8" fmla="*/ 1415672 h 2025272"/>
                  <a:gd name="connsiteX9" fmla="*/ 200295 w 849582"/>
                  <a:gd name="connsiteY9" fmla="*/ 1229935 h 2025272"/>
                  <a:gd name="connsiteX10" fmla="*/ 52658 w 849582"/>
                  <a:gd name="connsiteY10" fmla="*/ 944185 h 2025272"/>
                  <a:gd name="connsiteX11" fmla="*/ 271 w 849582"/>
                  <a:gd name="connsiteY11" fmla="*/ 658435 h 2025272"/>
                  <a:gd name="connsiteX12" fmla="*/ 43133 w 849582"/>
                  <a:gd name="connsiteY12" fmla="*/ 382210 h 2025272"/>
                  <a:gd name="connsiteX13" fmla="*/ 219345 w 849582"/>
                  <a:gd name="connsiteY13" fmla="*/ 125035 h 2025272"/>
                  <a:gd name="connsiteX0" fmla="*/ 219345 w 849582"/>
                  <a:gd name="connsiteY0" fmla="*/ 125035 h 2025272"/>
                  <a:gd name="connsiteX1" fmla="*/ 720995 w 849582"/>
                  <a:gd name="connsiteY1" fmla="*/ 236159 h 2025272"/>
                  <a:gd name="connsiteX2" fmla="*/ 819420 w 849582"/>
                  <a:gd name="connsiteY2" fmla="*/ 586997 h 2025272"/>
                  <a:gd name="connsiteX3" fmla="*/ 805132 w 849582"/>
                  <a:gd name="connsiteY3" fmla="*/ 787022 h 2025272"/>
                  <a:gd name="connsiteX4" fmla="*/ 776557 w 849582"/>
                  <a:gd name="connsiteY4" fmla="*/ 1053722 h 2025272"/>
                  <a:gd name="connsiteX5" fmla="*/ 809895 w 849582"/>
                  <a:gd name="connsiteY5" fmla="*/ 1348997 h 2025272"/>
                  <a:gd name="connsiteX6" fmla="*/ 849582 w 849582"/>
                  <a:gd name="connsiteY6" fmla="*/ 2025272 h 2025272"/>
                  <a:gd name="connsiteX7" fmla="*/ 468582 w 849582"/>
                  <a:gd name="connsiteY7" fmla="*/ 2025272 h 2025272"/>
                  <a:gd name="connsiteX8" fmla="*/ 381270 w 849582"/>
                  <a:gd name="connsiteY8" fmla="*/ 1577597 h 2025272"/>
                  <a:gd name="connsiteX9" fmla="*/ 309832 w 849582"/>
                  <a:gd name="connsiteY9" fmla="*/ 1415672 h 2025272"/>
                  <a:gd name="connsiteX10" fmla="*/ 200295 w 849582"/>
                  <a:gd name="connsiteY10" fmla="*/ 1229935 h 2025272"/>
                  <a:gd name="connsiteX11" fmla="*/ 52658 w 849582"/>
                  <a:gd name="connsiteY11" fmla="*/ 944185 h 2025272"/>
                  <a:gd name="connsiteX12" fmla="*/ 271 w 849582"/>
                  <a:gd name="connsiteY12" fmla="*/ 658435 h 2025272"/>
                  <a:gd name="connsiteX13" fmla="*/ 43133 w 849582"/>
                  <a:gd name="connsiteY13" fmla="*/ 382210 h 2025272"/>
                  <a:gd name="connsiteX14" fmla="*/ 219345 w 849582"/>
                  <a:gd name="connsiteY14" fmla="*/ 125035 h 2025272"/>
                  <a:gd name="connsiteX0" fmla="*/ 219345 w 819522"/>
                  <a:gd name="connsiteY0" fmla="*/ 125035 h 2025272"/>
                  <a:gd name="connsiteX1" fmla="*/ 720995 w 819522"/>
                  <a:gd name="connsiteY1" fmla="*/ 236159 h 2025272"/>
                  <a:gd name="connsiteX2" fmla="*/ 819420 w 819522"/>
                  <a:gd name="connsiteY2" fmla="*/ 586997 h 2025272"/>
                  <a:gd name="connsiteX3" fmla="*/ 805132 w 819522"/>
                  <a:gd name="connsiteY3" fmla="*/ 787022 h 2025272"/>
                  <a:gd name="connsiteX4" fmla="*/ 776557 w 819522"/>
                  <a:gd name="connsiteY4" fmla="*/ 1053722 h 2025272"/>
                  <a:gd name="connsiteX5" fmla="*/ 809895 w 819522"/>
                  <a:gd name="connsiteY5" fmla="*/ 1348997 h 2025272"/>
                  <a:gd name="connsiteX6" fmla="*/ 468582 w 819522"/>
                  <a:gd name="connsiteY6" fmla="*/ 2025272 h 2025272"/>
                  <a:gd name="connsiteX7" fmla="*/ 381270 w 819522"/>
                  <a:gd name="connsiteY7" fmla="*/ 1577597 h 2025272"/>
                  <a:gd name="connsiteX8" fmla="*/ 309832 w 819522"/>
                  <a:gd name="connsiteY8" fmla="*/ 1415672 h 2025272"/>
                  <a:gd name="connsiteX9" fmla="*/ 200295 w 819522"/>
                  <a:gd name="connsiteY9" fmla="*/ 1229935 h 2025272"/>
                  <a:gd name="connsiteX10" fmla="*/ 52658 w 819522"/>
                  <a:gd name="connsiteY10" fmla="*/ 944185 h 2025272"/>
                  <a:gd name="connsiteX11" fmla="*/ 271 w 819522"/>
                  <a:gd name="connsiteY11" fmla="*/ 658435 h 2025272"/>
                  <a:gd name="connsiteX12" fmla="*/ 43133 w 819522"/>
                  <a:gd name="connsiteY12" fmla="*/ 382210 h 2025272"/>
                  <a:gd name="connsiteX13" fmla="*/ 219345 w 819522"/>
                  <a:gd name="connsiteY13" fmla="*/ 125035 h 2025272"/>
                  <a:gd name="connsiteX0" fmla="*/ 219345 w 819522"/>
                  <a:gd name="connsiteY0" fmla="*/ 125035 h 1772859"/>
                  <a:gd name="connsiteX1" fmla="*/ 720995 w 819522"/>
                  <a:gd name="connsiteY1" fmla="*/ 236159 h 1772859"/>
                  <a:gd name="connsiteX2" fmla="*/ 819420 w 819522"/>
                  <a:gd name="connsiteY2" fmla="*/ 586997 h 1772859"/>
                  <a:gd name="connsiteX3" fmla="*/ 805132 w 819522"/>
                  <a:gd name="connsiteY3" fmla="*/ 787022 h 1772859"/>
                  <a:gd name="connsiteX4" fmla="*/ 776557 w 819522"/>
                  <a:gd name="connsiteY4" fmla="*/ 1053722 h 1772859"/>
                  <a:gd name="connsiteX5" fmla="*/ 809895 w 819522"/>
                  <a:gd name="connsiteY5" fmla="*/ 1348997 h 1772859"/>
                  <a:gd name="connsiteX6" fmla="*/ 673370 w 819522"/>
                  <a:gd name="connsiteY6" fmla="*/ 1772859 h 1772859"/>
                  <a:gd name="connsiteX7" fmla="*/ 381270 w 819522"/>
                  <a:gd name="connsiteY7" fmla="*/ 1577597 h 1772859"/>
                  <a:gd name="connsiteX8" fmla="*/ 309832 w 819522"/>
                  <a:gd name="connsiteY8" fmla="*/ 1415672 h 1772859"/>
                  <a:gd name="connsiteX9" fmla="*/ 200295 w 819522"/>
                  <a:gd name="connsiteY9" fmla="*/ 1229935 h 1772859"/>
                  <a:gd name="connsiteX10" fmla="*/ 52658 w 819522"/>
                  <a:gd name="connsiteY10" fmla="*/ 944185 h 1772859"/>
                  <a:gd name="connsiteX11" fmla="*/ 271 w 819522"/>
                  <a:gd name="connsiteY11" fmla="*/ 658435 h 1772859"/>
                  <a:gd name="connsiteX12" fmla="*/ 43133 w 819522"/>
                  <a:gd name="connsiteY12" fmla="*/ 382210 h 1772859"/>
                  <a:gd name="connsiteX13" fmla="*/ 219345 w 819522"/>
                  <a:gd name="connsiteY13" fmla="*/ 125035 h 1772859"/>
                  <a:gd name="connsiteX0" fmla="*/ 219345 w 819522"/>
                  <a:gd name="connsiteY0" fmla="*/ 125035 h 1772859"/>
                  <a:gd name="connsiteX1" fmla="*/ 720995 w 819522"/>
                  <a:gd name="connsiteY1" fmla="*/ 236159 h 1772859"/>
                  <a:gd name="connsiteX2" fmla="*/ 819420 w 819522"/>
                  <a:gd name="connsiteY2" fmla="*/ 586997 h 1772859"/>
                  <a:gd name="connsiteX3" fmla="*/ 805132 w 819522"/>
                  <a:gd name="connsiteY3" fmla="*/ 787022 h 1772859"/>
                  <a:gd name="connsiteX4" fmla="*/ 776557 w 819522"/>
                  <a:gd name="connsiteY4" fmla="*/ 1053722 h 1772859"/>
                  <a:gd name="connsiteX5" fmla="*/ 809895 w 819522"/>
                  <a:gd name="connsiteY5" fmla="*/ 1348997 h 1772859"/>
                  <a:gd name="connsiteX6" fmla="*/ 673370 w 819522"/>
                  <a:gd name="connsiteY6" fmla="*/ 1772859 h 1772859"/>
                  <a:gd name="connsiteX7" fmla="*/ 381270 w 819522"/>
                  <a:gd name="connsiteY7" fmla="*/ 1577597 h 1772859"/>
                  <a:gd name="connsiteX8" fmla="*/ 309832 w 819522"/>
                  <a:gd name="connsiteY8" fmla="*/ 1415672 h 1772859"/>
                  <a:gd name="connsiteX9" fmla="*/ 200295 w 819522"/>
                  <a:gd name="connsiteY9" fmla="*/ 1229935 h 1772859"/>
                  <a:gd name="connsiteX10" fmla="*/ 52658 w 819522"/>
                  <a:gd name="connsiteY10" fmla="*/ 944185 h 1772859"/>
                  <a:gd name="connsiteX11" fmla="*/ 271 w 819522"/>
                  <a:gd name="connsiteY11" fmla="*/ 658435 h 1772859"/>
                  <a:gd name="connsiteX12" fmla="*/ 43133 w 819522"/>
                  <a:gd name="connsiteY12" fmla="*/ 382210 h 1772859"/>
                  <a:gd name="connsiteX13" fmla="*/ 219345 w 819522"/>
                  <a:gd name="connsiteY13" fmla="*/ 125035 h 1772859"/>
                  <a:gd name="connsiteX0" fmla="*/ 219345 w 819522"/>
                  <a:gd name="connsiteY0" fmla="*/ 125035 h 1777273"/>
                  <a:gd name="connsiteX1" fmla="*/ 720995 w 819522"/>
                  <a:gd name="connsiteY1" fmla="*/ 236159 h 1777273"/>
                  <a:gd name="connsiteX2" fmla="*/ 819420 w 819522"/>
                  <a:gd name="connsiteY2" fmla="*/ 586997 h 1777273"/>
                  <a:gd name="connsiteX3" fmla="*/ 805132 w 819522"/>
                  <a:gd name="connsiteY3" fmla="*/ 787022 h 1777273"/>
                  <a:gd name="connsiteX4" fmla="*/ 776557 w 819522"/>
                  <a:gd name="connsiteY4" fmla="*/ 1053722 h 1777273"/>
                  <a:gd name="connsiteX5" fmla="*/ 809895 w 819522"/>
                  <a:gd name="connsiteY5" fmla="*/ 1348997 h 1777273"/>
                  <a:gd name="connsiteX6" fmla="*/ 673370 w 819522"/>
                  <a:gd name="connsiteY6" fmla="*/ 1772859 h 1777273"/>
                  <a:gd name="connsiteX7" fmla="*/ 381270 w 819522"/>
                  <a:gd name="connsiteY7" fmla="*/ 1577597 h 1777273"/>
                  <a:gd name="connsiteX8" fmla="*/ 309832 w 819522"/>
                  <a:gd name="connsiteY8" fmla="*/ 1415672 h 1777273"/>
                  <a:gd name="connsiteX9" fmla="*/ 200295 w 819522"/>
                  <a:gd name="connsiteY9" fmla="*/ 1229935 h 1777273"/>
                  <a:gd name="connsiteX10" fmla="*/ 52658 w 819522"/>
                  <a:gd name="connsiteY10" fmla="*/ 944185 h 1777273"/>
                  <a:gd name="connsiteX11" fmla="*/ 271 w 819522"/>
                  <a:gd name="connsiteY11" fmla="*/ 658435 h 1777273"/>
                  <a:gd name="connsiteX12" fmla="*/ 43133 w 819522"/>
                  <a:gd name="connsiteY12" fmla="*/ 382210 h 1777273"/>
                  <a:gd name="connsiteX13" fmla="*/ 219345 w 819522"/>
                  <a:gd name="connsiteY13" fmla="*/ 125035 h 1777273"/>
                  <a:gd name="connsiteX0" fmla="*/ 219345 w 835096"/>
                  <a:gd name="connsiteY0" fmla="*/ 125035 h 1777273"/>
                  <a:gd name="connsiteX1" fmla="*/ 720995 w 835096"/>
                  <a:gd name="connsiteY1" fmla="*/ 236159 h 1777273"/>
                  <a:gd name="connsiteX2" fmla="*/ 819420 w 835096"/>
                  <a:gd name="connsiteY2" fmla="*/ 586997 h 1777273"/>
                  <a:gd name="connsiteX3" fmla="*/ 805132 w 835096"/>
                  <a:gd name="connsiteY3" fmla="*/ 787022 h 1777273"/>
                  <a:gd name="connsiteX4" fmla="*/ 776557 w 835096"/>
                  <a:gd name="connsiteY4" fmla="*/ 1053722 h 1777273"/>
                  <a:gd name="connsiteX5" fmla="*/ 809895 w 835096"/>
                  <a:gd name="connsiteY5" fmla="*/ 1348997 h 1777273"/>
                  <a:gd name="connsiteX6" fmla="*/ 673370 w 835096"/>
                  <a:gd name="connsiteY6" fmla="*/ 1772859 h 1777273"/>
                  <a:gd name="connsiteX7" fmla="*/ 381270 w 835096"/>
                  <a:gd name="connsiteY7" fmla="*/ 1577597 h 1777273"/>
                  <a:gd name="connsiteX8" fmla="*/ 309832 w 835096"/>
                  <a:gd name="connsiteY8" fmla="*/ 1415672 h 1777273"/>
                  <a:gd name="connsiteX9" fmla="*/ 200295 w 835096"/>
                  <a:gd name="connsiteY9" fmla="*/ 1229935 h 1777273"/>
                  <a:gd name="connsiteX10" fmla="*/ 52658 w 835096"/>
                  <a:gd name="connsiteY10" fmla="*/ 944185 h 1777273"/>
                  <a:gd name="connsiteX11" fmla="*/ 271 w 835096"/>
                  <a:gd name="connsiteY11" fmla="*/ 658435 h 1777273"/>
                  <a:gd name="connsiteX12" fmla="*/ 43133 w 835096"/>
                  <a:gd name="connsiteY12" fmla="*/ 382210 h 1777273"/>
                  <a:gd name="connsiteX13" fmla="*/ 219345 w 835096"/>
                  <a:gd name="connsiteY13" fmla="*/ 125035 h 1777273"/>
                  <a:gd name="connsiteX0" fmla="*/ 219345 w 835096"/>
                  <a:gd name="connsiteY0" fmla="*/ 125035 h 1777273"/>
                  <a:gd name="connsiteX1" fmla="*/ 720995 w 835096"/>
                  <a:gd name="connsiteY1" fmla="*/ 236159 h 1777273"/>
                  <a:gd name="connsiteX2" fmla="*/ 819420 w 835096"/>
                  <a:gd name="connsiteY2" fmla="*/ 586997 h 1777273"/>
                  <a:gd name="connsiteX3" fmla="*/ 805132 w 835096"/>
                  <a:gd name="connsiteY3" fmla="*/ 787022 h 1777273"/>
                  <a:gd name="connsiteX4" fmla="*/ 776557 w 835096"/>
                  <a:gd name="connsiteY4" fmla="*/ 1053722 h 1777273"/>
                  <a:gd name="connsiteX5" fmla="*/ 809895 w 835096"/>
                  <a:gd name="connsiteY5" fmla="*/ 1348997 h 1777273"/>
                  <a:gd name="connsiteX6" fmla="*/ 673370 w 835096"/>
                  <a:gd name="connsiteY6" fmla="*/ 1772859 h 1777273"/>
                  <a:gd name="connsiteX7" fmla="*/ 381270 w 835096"/>
                  <a:gd name="connsiteY7" fmla="*/ 1577597 h 1777273"/>
                  <a:gd name="connsiteX8" fmla="*/ 309832 w 835096"/>
                  <a:gd name="connsiteY8" fmla="*/ 1415672 h 1777273"/>
                  <a:gd name="connsiteX9" fmla="*/ 200295 w 835096"/>
                  <a:gd name="connsiteY9" fmla="*/ 1229935 h 1777273"/>
                  <a:gd name="connsiteX10" fmla="*/ 52658 w 835096"/>
                  <a:gd name="connsiteY10" fmla="*/ 944185 h 1777273"/>
                  <a:gd name="connsiteX11" fmla="*/ 271 w 835096"/>
                  <a:gd name="connsiteY11" fmla="*/ 658435 h 1777273"/>
                  <a:gd name="connsiteX12" fmla="*/ 43133 w 835096"/>
                  <a:gd name="connsiteY12" fmla="*/ 382210 h 1777273"/>
                  <a:gd name="connsiteX13" fmla="*/ 219345 w 835096"/>
                  <a:gd name="connsiteY13" fmla="*/ 125035 h 1777273"/>
                  <a:gd name="connsiteX0" fmla="*/ 219345 w 844079"/>
                  <a:gd name="connsiteY0" fmla="*/ 125035 h 1777273"/>
                  <a:gd name="connsiteX1" fmla="*/ 720995 w 844079"/>
                  <a:gd name="connsiteY1" fmla="*/ 236159 h 1777273"/>
                  <a:gd name="connsiteX2" fmla="*/ 819420 w 844079"/>
                  <a:gd name="connsiteY2" fmla="*/ 586997 h 1777273"/>
                  <a:gd name="connsiteX3" fmla="*/ 805132 w 844079"/>
                  <a:gd name="connsiteY3" fmla="*/ 787022 h 1777273"/>
                  <a:gd name="connsiteX4" fmla="*/ 776557 w 844079"/>
                  <a:gd name="connsiteY4" fmla="*/ 1053722 h 1777273"/>
                  <a:gd name="connsiteX5" fmla="*/ 809895 w 844079"/>
                  <a:gd name="connsiteY5" fmla="*/ 1348997 h 1777273"/>
                  <a:gd name="connsiteX6" fmla="*/ 673370 w 844079"/>
                  <a:gd name="connsiteY6" fmla="*/ 1772859 h 1777273"/>
                  <a:gd name="connsiteX7" fmla="*/ 381270 w 844079"/>
                  <a:gd name="connsiteY7" fmla="*/ 1577597 h 1777273"/>
                  <a:gd name="connsiteX8" fmla="*/ 309832 w 844079"/>
                  <a:gd name="connsiteY8" fmla="*/ 1415672 h 1777273"/>
                  <a:gd name="connsiteX9" fmla="*/ 200295 w 844079"/>
                  <a:gd name="connsiteY9" fmla="*/ 1229935 h 1777273"/>
                  <a:gd name="connsiteX10" fmla="*/ 52658 w 844079"/>
                  <a:gd name="connsiteY10" fmla="*/ 944185 h 1777273"/>
                  <a:gd name="connsiteX11" fmla="*/ 271 w 844079"/>
                  <a:gd name="connsiteY11" fmla="*/ 658435 h 1777273"/>
                  <a:gd name="connsiteX12" fmla="*/ 43133 w 844079"/>
                  <a:gd name="connsiteY12" fmla="*/ 382210 h 1777273"/>
                  <a:gd name="connsiteX13" fmla="*/ 219345 w 844079"/>
                  <a:gd name="connsiteY13" fmla="*/ 125035 h 1777273"/>
                  <a:gd name="connsiteX0" fmla="*/ 219345 w 856265"/>
                  <a:gd name="connsiteY0" fmla="*/ 125035 h 1777273"/>
                  <a:gd name="connsiteX1" fmla="*/ 720995 w 856265"/>
                  <a:gd name="connsiteY1" fmla="*/ 236159 h 1777273"/>
                  <a:gd name="connsiteX2" fmla="*/ 819420 w 856265"/>
                  <a:gd name="connsiteY2" fmla="*/ 586997 h 1777273"/>
                  <a:gd name="connsiteX3" fmla="*/ 805132 w 856265"/>
                  <a:gd name="connsiteY3" fmla="*/ 787022 h 1777273"/>
                  <a:gd name="connsiteX4" fmla="*/ 776557 w 856265"/>
                  <a:gd name="connsiteY4" fmla="*/ 1053722 h 1777273"/>
                  <a:gd name="connsiteX5" fmla="*/ 809895 w 856265"/>
                  <a:gd name="connsiteY5" fmla="*/ 1348997 h 1777273"/>
                  <a:gd name="connsiteX6" fmla="*/ 673370 w 856265"/>
                  <a:gd name="connsiteY6" fmla="*/ 1772859 h 1777273"/>
                  <a:gd name="connsiteX7" fmla="*/ 381270 w 856265"/>
                  <a:gd name="connsiteY7" fmla="*/ 1577597 h 1777273"/>
                  <a:gd name="connsiteX8" fmla="*/ 309832 w 856265"/>
                  <a:gd name="connsiteY8" fmla="*/ 1415672 h 1777273"/>
                  <a:gd name="connsiteX9" fmla="*/ 200295 w 856265"/>
                  <a:gd name="connsiteY9" fmla="*/ 1229935 h 1777273"/>
                  <a:gd name="connsiteX10" fmla="*/ 52658 w 856265"/>
                  <a:gd name="connsiteY10" fmla="*/ 944185 h 1777273"/>
                  <a:gd name="connsiteX11" fmla="*/ 271 w 856265"/>
                  <a:gd name="connsiteY11" fmla="*/ 658435 h 1777273"/>
                  <a:gd name="connsiteX12" fmla="*/ 43133 w 856265"/>
                  <a:gd name="connsiteY12" fmla="*/ 382210 h 1777273"/>
                  <a:gd name="connsiteX13" fmla="*/ 219345 w 856265"/>
                  <a:gd name="connsiteY13" fmla="*/ 125035 h 1777273"/>
                  <a:gd name="connsiteX0" fmla="*/ 219345 w 856265"/>
                  <a:gd name="connsiteY0" fmla="*/ 125035 h 1777273"/>
                  <a:gd name="connsiteX1" fmla="*/ 720995 w 856265"/>
                  <a:gd name="connsiteY1" fmla="*/ 236159 h 1777273"/>
                  <a:gd name="connsiteX2" fmla="*/ 819420 w 856265"/>
                  <a:gd name="connsiteY2" fmla="*/ 586997 h 1777273"/>
                  <a:gd name="connsiteX3" fmla="*/ 805132 w 856265"/>
                  <a:gd name="connsiteY3" fmla="*/ 787022 h 1777273"/>
                  <a:gd name="connsiteX4" fmla="*/ 776557 w 856265"/>
                  <a:gd name="connsiteY4" fmla="*/ 1053722 h 1777273"/>
                  <a:gd name="connsiteX5" fmla="*/ 809895 w 856265"/>
                  <a:gd name="connsiteY5" fmla="*/ 1348997 h 1777273"/>
                  <a:gd name="connsiteX6" fmla="*/ 673370 w 856265"/>
                  <a:gd name="connsiteY6" fmla="*/ 1772859 h 1777273"/>
                  <a:gd name="connsiteX7" fmla="*/ 381270 w 856265"/>
                  <a:gd name="connsiteY7" fmla="*/ 1577597 h 1777273"/>
                  <a:gd name="connsiteX8" fmla="*/ 309832 w 856265"/>
                  <a:gd name="connsiteY8" fmla="*/ 1415672 h 1777273"/>
                  <a:gd name="connsiteX9" fmla="*/ 200295 w 856265"/>
                  <a:gd name="connsiteY9" fmla="*/ 1229935 h 1777273"/>
                  <a:gd name="connsiteX10" fmla="*/ 52658 w 856265"/>
                  <a:gd name="connsiteY10" fmla="*/ 944185 h 1777273"/>
                  <a:gd name="connsiteX11" fmla="*/ 271 w 856265"/>
                  <a:gd name="connsiteY11" fmla="*/ 658435 h 1777273"/>
                  <a:gd name="connsiteX12" fmla="*/ 43133 w 856265"/>
                  <a:gd name="connsiteY12" fmla="*/ 382210 h 1777273"/>
                  <a:gd name="connsiteX13" fmla="*/ 219345 w 856265"/>
                  <a:gd name="connsiteY13" fmla="*/ 125035 h 1777273"/>
                  <a:gd name="connsiteX0" fmla="*/ 238395 w 856265"/>
                  <a:gd name="connsiteY0" fmla="*/ 134237 h 1762662"/>
                  <a:gd name="connsiteX1" fmla="*/ 720995 w 856265"/>
                  <a:gd name="connsiteY1" fmla="*/ 221548 h 1762662"/>
                  <a:gd name="connsiteX2" fmla="*/ 819420 w 856265"/>
                  <a:gd name="connsiteY2" fmla="*/ 572386 h 1762662"/>
                  <a:gd name="connsiteX3" fmla="*/ 805132 w 856265"/>
                  <a:gd name="connsiteY3" fmla="*/ 772411 h 1762662"/>
                  <a:gd name="connsiteX4" fmla="*/ 776557 w 856265"/>
                  <a:gd name="connsiteY4" fmla="*/ 1039111 h 1762662"/>
                  <a:gd name="connsiteX5" fmla="*/ 809895 w 856265"/>
                  <a:gd name="connsiteY5" fmla="*/ 1334386 h 1762662"/>
                  <a:gd name="connsiteX6" fmla="*/ 673370 w 856265"/>
                  <a:gd name="connsiteY6" fmla="*/ 1758248 h 1762662"/>
                  <a:gd name="connsiteX7" fmla="*/ 381270 w 856265"/>
                  <a:gd name="connsiteY7" fmla="*/ 1562986 h 1762662"/>
                  <a:gd name="connsiteX8" fmla="*/ 309832 w 856265"/>
                  <a:gd name="connsiteY8" fmla="*/ 1401061 h 1762662"/>
                  <a:gd name="connsiteX9" fmla="*/ 200295 w 856265"/>
                  <a:gd name="connsiteY9" fmla="*/ 1215324 h 1762662"/>
                  <a:gd name="connsiteX10" fmla="*/ 52658 w 856265"/>
                  <a:gd name="connsiteY10" fmla="*/ 929574 h 1762662"/>
                  <a:gd name="connsiteX11" fmla="*/ 271 w 856265"/>
                  <a:gd name="connsiteY11" fmla="*/ 643824 h 1762662"/>
                  <a:gd name="connsiteX12" fmla="*/ 43133 w 856265"/>
                  <a:gd name="connsiteY12" fmla="*/ 367599 h 1762662"/>
                  <a:gd name="connsiteX13" fmla="*/ 238395 w 856265"/>
                  <a:gd name="connsiteY13" fmla="*/ 134237 h 1762662"/>
                  <a:gd name="connsiteX0" fmla="*/ 238395 w 856265"/>
                  <a:gd name="connsiteY0" fmla="*/ 184774 h 1813199"/>
                  <a:gd name="connsiteX1" fmla="*/ 720995 w 856265"/>
                  <a:gd name="connsiteY1" fmla="*/ 272085 h 1813199"/>
                  <a:gd name="connsiteX2" fmla="*/ 819420 w 856265"/>
                  <a:gd name="connsiteY2" fmla="*/ 622923 h 1813199"/>
                  <a:gd name="connsiteX3" fmla="*/ 805132 w 856265"/>
                  <a:gd name="connsiteY3" fmla="*/ 822948 h 1813199"/>
                  <a:gd name="connsiteX4" fmla="*/ 776557 w 856265"/>
                  <a:gd name="connsiteY4" fmla="*/ 1089648 h 1813199"/>
                  <a:gd name="connsiteX5" fmla="*/ 809895 w 856265"/>
                  <a:gd name="connsiteY5" fmla="*/ 1384923 h 1813199"/>
                  <a:gd name="connsiteX6" fmla="*/ 673370 w 856265"/>
                  <a:gd name="connsiteY6" fmla="*/ 1808785 h 1813199"/>
                  <a:gd name="connsiteX7" fmla="*/ 381270 w 856265"/>
                  <a:gd name="connsiteY7" fmla="*/ 1613523 h 1813199"/>
                  <a:gd name="connsiteX8" fmla="*/ 309832 w 856265"/>
                  <a:gd name="connsiteY8" fmla="*/ 1451598 h 1813199"/>
                  <a:gd name="connsiteX9" fmla="*/ 200295 w 856265"/>
                  <a:gd name="connsiteY9" fmla="*/ 1265861 h 1813199"/>
                  <a:gd name="connsiteX10" fmla="*/ 52658 w 856265"/>
                  <a:gd name="connsiteY10" fmla="*/ 980111 h 1813199"/>
                  <a:gd name="connsiteX11" fmla="*/ 271 w 856265"/>
                  <a:gd name="connsiteY11" fmla="*/ 694361 h 1813199"/>
                  <a:gd name="connsiteX12" fmla="*/ 43133 w 856265"/>
                  <a:gd name="connsiteY12" fmla="*/ 418136 h 1813199"/>
                  <a:gd name="connsiteX13" fmla="*/ 238395 w 856265"/>
                  <a:gd name="connsiteY13" fmla="*/ 184774 h 1813199"/>
                  <a:gd name="connsiteX0" fmla="*/ 276282 w 894152"/>
                  <a:gd name="connsiteY0" fmla="*/ 184774 h 1813199"/>
                  <a:gd name="connsiteX1" fmla="*/ 758882 w 894152"/>
                  <a:gd name="connsiteY1" fmla="*/ 272085 h 1813199"/>
                  <a:gd name="connsiteX2" fmla="*/ 857307 w 894152"/>
                  <a:gd name="connsiteY2" fmla="*/ 622923 h 1813199"/>
                  <a:gd name="connsiteX3" fmla="*/ 843019 w 894152"/>
                  <a:gd name="connsiteY3" fmla="*/ 822948 h 1813199"/>
                  <a:gd name="connsiteX4" fmla="*/ 814444 w 894152"/>
                  <a:gd name="connsiteY4" fmla="*/ 1089648 h 1813199"/>
                  <a:gd name="connsiteX5" fmla="*/ 847782 w 894152"/>
                  <a:gd name="connsiteY5" fmla="*/ 1384923 h 1813199"/>
                  <a:gd name="connsiteX6" fmla="*/ 711257 w 894152"/>
                  <a:gd name="connsiteY6" fmla="*/ 1808785 h 1813199"/>
                  <a:gd name="connsiteX7" fmla="*/ 419157 w 894152"/>
                  <a:gd name="connsiteY7" fmla="*/ 1613523 h 1813199"/>
                  <a:gd name="connsiteX8" fmla="*/ 347719 w 894152"/>
                  <a:gd name="connsiteY8" fmla="*/ 1451598 h 1813199"/>
                  <a:gd name="connsiteX9" fmla="*/ 238182 w 894152"/>
                  <a:gd name="connsiteY9" fmla="*/ 1265861 h 1813199"/>
                  <a:gd name="connsiteX10" fmla="*/ 90545 w 894152"/>
                  <a:gd name="connsiteY10" fmla="*/ 980111 h 1813199"/>
                  <a:gd name="connsiteX11" fmla="*/ 38158 w 894152"/>
                  <a:gd name="connsiteY11" fmla="*/ 694361 h 1813199"/>
                  <a:gd name="connsiteX12" fmla="*/ 81020 w 894152"/>
                  <a:gd name="connsiteY12" fmla="*/ 418136 h 1813199"/>
                  <a:gd name="connsiteX13" fmla="*/ 276282 w 894152"/>
                  <a:gd name="connsiteY13" fmla="*/ 184774 h 1813199"/>
                  <a:gd name="connsiteX0" fmla="*/ 276282 w 894152"/>
                  <a:gd name="connsiteY0" fmla="*/ 184774 h 1813199"/>
                  <a:gd name="connsiteX1" fmla="*/ 758882 w 894152"/>
                  <a:gd name="connsiteY1" fmla="*/ 272085 h 1813199"/>
                  <a:gd name="connsiteX2" fmla="*/ 857307 w 894152"/>
                  <a:gd name="connsiteY2" fmla="*/ 622923 h 1813199"/>
                  <a:gd name="connsiteX3" fmla="*/ 843019 w 894152"/>
                  <a:gd name="connsiteY3" fmla="*/ 822948 h 1813199"/>
                  <a:gd name="connsiteX4" fmla="*/ 814444 w 894152"/>
                  <a:gd name="connsiteY4" fmla="*/ 1089648 h 1813199"/>
                  <a:gd name="connsiteX5" fmla="*/ 847782 w 894152"/>
                  <a:gd name="connsiteY5" fmla="*/ 1384923 h 1813199"/>
                  <a:gd name="connsiteX6" fmla="*/ 711257 w 894152"/>
                  <a:gd name="connsiteY6" fmla="*/ 1808785 h 1813199"/>
                  <a:gd name="connsiteX7" fmla="*/ 419157 w 894152"/>
                  <a:gd name="connsiteY7" fmla="*/ 1613523 h 1813199"/>
                  <a:gd name="connsiteX8" fmla="*/ 347719 w 894152"/>
                  <a:gd name="connsiteY8" fmla="*/ 1451598 h 1813199"/>
                  <a:gd name="connsiteX9" fmla="*/ 238182 w 894152"/>
                  <a:gd name="connsiteY9" fmla="*/ 1265861 h 1813199"/>
                  <a:gd name="connsiteX10" fmla="*/ 90545 w 894152"/>
                  <a:gd name="connsiteY10" fmla="*/ 980111 h 1813199"/>
                  <a:gd name="connsiteX11" fmla="*/ 38158 w 894152"/>
                  <a:gd name="connsiteY11" fmla="*/ 694361 h 1813199"/>
                  <a:gd name="connsiteX12" fmla="*/ 81020 w 894152"/>
                  <a:gd name="connsiteY12" fmla="*/ 418136 h 1813199"/>
                  <a:gd name="connsiteX13" fmla="*/ 276282 w 894152"/>
                  <a:gd name="connsiteY13" fmla="*/ 184774 h 1813199"/>
                  <a:gd name="connsiteX0" fmla="*/ 276282 w 894152"/>
                  <a:gd name="connsiteY0" fmla="*/ 184774 h 1813199"/>
                  <a:gd name="connsiteX1" fmla="*/ 758882 w 894152"/>
                  <a:gd name="connsiteY1" fmla="*/ 272085 h 1813199"/>
                  <a:gd name="connsiteX2" fmla="*/ 857307 w 894152"/>
                  <a:gd name="connsiteY2" fmla="*/ 622923 h 1813199"/>
                  <a:gd name="connsiteX3" fmla="*/ 843019 w 894152"/>
                  <a:gd name="connsiteY3" fmla="*/ 822948 h 1813199"/>
                  <a:gd name="connsiteX4" fmla="*/ 814444 w 894152"/>
                  <a:gd name="connsiteY4" fmla="*/ 1089648 h 1813199"/>
                  <a:gd name="connsiteX5" fmla="*/ 847782 w 894152"/>
                  <a:gd name="connsiteY5" fmla="*/ 1384923 h 1813199"/>
                  <a:gd name="connsiteX6" fmla="*/ 711257 w 894152"/>
                  <a:gd name="connsiteY6" fmla="*/ 1808785 h 1813199"/>
                  <a:gd name="connsiteX7" fmla="*/ 419157 w 894152"/>
                  <a:gd name="connsiteY7" fmla="*/ 1613523 h 1813199"/>
                  <a:gd name="connsiteX8" fmla="*/ 347719 w 894152"/>
                  <a:gd name="connsiteY8" fmla="*/ 1451598 h 1813199"/>
                  <a:gd name="connsiteX9" fmla="*/ 238182 w 894152"/>
                  <a:gd name="connsiteY9" fmla="*/ 1265861 h 1813199"/>
                  <a:gd name="connsiteX10" fmla="*/ 90545 w 894152"/>
                  <a:gd name="connsiteY10" fmla="*/ 980111 h 1813199"/>
                  <a:gd name="connsiteX11" fmla="*/ 38158 w 894152"/>
                  <a:gd name="connsiteY11" fmla="*/ 694361 h 1813199"/>
                  <a:gd name="connsiteX12" fmla="*/ 81020 w 894152"/>
                  <a:gd name="connsiteY12" fmla="*/ 418136 h 1813199"/>
                  <a:gd name="connsiteX13" fmla="*/ 276282 w 894152"/>
                  <a:gd name="connsiteY13" fmla="*/ 184774 h 1813199"/>
                  <a:gd name="connsiteX0" fmla="*/ 276282 w 894152"/>
                  <a:gd name="connsiteY0" fmla="*/ 184774 h 1813199"/>
                  <a:gd name="connsiteX1" fmla="*/ 758882 w 894152"/>
                  <a:gd name="connsiteY1" fmla="*/ 272085 h 1813199"/>
                  <a:gd name="connsiteX2" fmla="*/ 857307 w 894152"/>
                  <a:gd name="connsiteY2" fmla="*/ 622923 h 1813199"/>
                  <a:gd name="connsiteX3" fmla="*/ 843019 w 894152"/>
                  <a:gd name="connsiteY3" fmla="*/ 822948 h 1813199"/>
                  <a:gd name="connsiteX4" fmla="*/ 814444 w 894152"/>
                  <a:gd name="connsiteY4" fmla="*/ 1089648 h 1813199"/>
                  <a:gd name="connsiteX5" fmla="*/ 847782 w 894152"/>
                  <a:gd name="connsiteY5" fmla="*/ 1384923 h 1813199"/>
                  <a:gd name="connsiteX6" fmla="*/ 711257 w 894152"/>
                  <a:gd name="connsiteY6" fmla="*/ 1808785 h 1813199"/>
                  <a:gd name="connsiteX7" fmla="*/ 419157 w 894152"/>
                  <a:gd name="connsiteY7" fmla="*/ 1613523 h 1813199"/>
                  <a:gd name="connsiteX8" fmla="*/ 347719 w 894152"/>
                  <a:gd name="connsiteY8" fmla="*/ 1451598 h 1813199"/>
                  <a:gd name="connsiteX9" fmla="*/ 238182 w 894152"/>
                  <a:gd name="connsiteY9" fmla="*/ 1265861 h 1813199"/>
                  <a:gd name="connsiteX10" fmla="*/ 90545 w 894152"/>
                  <a:gd name="connsiteY10" fmla="*/ 980111 h 1813199"/>
                  <a:gd name="connsiteX11" fmla="*/ 38158 w 894152"/>
                  <a:gd name="connsiteY11" fmla="*/ 694361 h 1813199"/>
                  <a:gd name="connsiteX12" fmla="*/ 81020 w 894152"/>
                  <a:gd name="connsiteY12" fmla="*/ 418136 h 1813199"/>
                  <a:gd name="connsiteX13" fmla="*/ 276282 w 894152"/>
                  <a:gd name="connsiteY13" fmla="*/ 184774 h 1813199"/>
                  <a:gd name="connsiteX0" fmla="*/ 276282 w 894152"/>
                  <a:gd name="connsiteY0" fmla="*/ 165146 h 1793571"/>
                  <a:gd name="connsiteX1" fmla="*/ 758882 w 894152"/>
                  <a:gd name="connsiteY1" fmla="*/ 252457 h 1793571"/>
                  <a:gd name="connsiteX2" fmla="*/ 857307 w 894152"/>
                  <a:gd name="connsiteY2" fmla="*/ 603295 h 1793571"/>
                  <a:gd name="connsiteX3" fmla="*/ 843019 w 894152"/>
                  <a:gd name="connsiteY3" fmla="*/ 803320 h 1793571"/>
                  <a:gd name="connsiteX4" fmla="*/ 814444 w 894152"/>
                  <a:gd name="connsiteY4" fmla="*/ 1070020 h 1793571"/>
                  <a:gd name="connsiteX5" fmla="*/ 847782 w 894152"/>
                  <a:gd name="connsiteY5" fmla="*/ 1365295 h 1793571"/>
                  <a:gd name="connsiteX6" fmla="*/ 711257 w 894152"/>
                  <a:gd name="connsiteY6" fmla="*/ 1789157 h 1793571"/>
                  <a:gd name="connsiteX7" fmla="*/ 419157 w 894152"/>
                  <a:gd name="connsiteY7" fmla="*/ 1593895 h 1793571"/>
                  <a:gd name="connsiteX8" fmla="*/ 347719 w 894152"/>
                  <a:gd name="connsiteY8" fmla="*/ 1431970 h 1793571"/>
                  <a:gd name="connsiteX9" fmla="*/ 238182 w 894152"/>
                  <a:gd name="connsiteY9" fmla="*/ 1246233 h 1793571"/>
                  <a:gd name="connsiteX10" fmla="*/ 90545 w 894152"/>
                  <a:gd name="connsiteY10" fmla="*/ 960483 h 1793571"/>
                  <a:gd name="connsiteX11" fmla="*/ 38158 w 894152"/>
                  <a:gd name="connsiteY11" fmla="*/ 674733 h 1793571"/>
                  <a:gd name="connsiteX12" fmla="*/ 81020 w 894152"/>
                  <a:gd name="connsiteY12" fmla="*/ 398508 h 1793571"/>
                  <a:gd name="connsiteX13" fmla="*/ 276282 w 894152"/>
                  <a:gd name="connsiteY13" fmla="*/ 165146 h 1793571"/>
                  <a:gd name="connsiteX0" fmla="*/ 309161 w 927031"/>
                  <a:gd name="connsiteY0" fmla="*/ 165146 h 1793571"/>
                  <a:gd name="connsiteX1" fmla="*/ 791761 w 927031"/>
                  <a:gd name="connsiteY1" fmla="*/ 252457 h 1793571"/>
                  <a:gd name="connsiteX2" fmla="*/ 890186 w 927031"/>
                  <a:gd name="connsiteY2" fmla="*/ 603295 h 1793571"/>
                  <a:gd name="connsiteX3" fmla="*/ 875898 w 927031"/>
                  <a:gd name="connsiteY3" fmla="*/ 803320 h 1793571"/>
                  <a:gd name="connsiteX4" fmla="*/ 847323 w 927031"/>
                  <a:gd name="connsiteY4" fmla="*/ 1070020 h 1793571"/>
                  <a:gd name="connsiteX5" fmla="*/ 880661 w 927031"/>
                  <a:gd name="connsiteY5" fmla="*/ 1365295 h 1793571"/>
                  <a:gd name="connsiteX6" fmla="*/ 744136 w 927031"/>
                  <a:gd name="connsiteY6" fmla="*/ 1789157 h 1793571"/>
                  <a:gd name="connsiteX7" fmla="*/ 452036 w 927031"/>
                  <a:gd name="connsiteY7" fmla="*/ 1593895 h 1793571"/>
                  <a:gd name="connsiteX8" fmla="*/ 380598 w 927031"/>
                  <a:gd name="connsiteY8" fmla="*/ 1431970 h 1793571"/>
                  <a:gd name="connsiteX9" fmla="*/ 271061 w 927031"/>
                  <a:gd name="connsiteY9" fmla="*/ 1246233 h 1793571"/>
                  <a:gd name="connsiteX10" fmla="*/ 123424 w 927031"/>
                  <a:gd name="connsiteY10" fmla="*/ 960483 h 1793571"/>
                  <a:gd name="connsiteX11" fmla="*/ 71037 w 927031"/>
                  <a:gd name="connsiteY11" fmla="*/ 674733 h 1793571"/>
                  <a:gd name="connsiteX12" fmla="*/ 19336 w 927031"/>
                  <a:gd name="connsiteY12" fmla="*/ 388491 h 1793571"/>
                  <a:gd name="connsiteX13" fmla="*/ 309161 w 927031"/>
                  <a:gd name="connsiteY13" fmla="*/ 165146 h 1793571"/>
                  <a:gd name="connsiteX0" fmla="*/ 148346 w 945033"/>
                  <a:gd name="connsiteY0" fmla="*/ 141483 h 1857858"/>
                  <a:gd name="connsiteX1" fmla="*/ 809763 w 945033"/>
                  <a:gd name="connsiteY1" fmla="*/ 316744 h 1857858"/>
                  <a:gd name="connsiteX2" fmla="*/ 908188 w 945033"/>
                  <a:gd name="connsiteY2" fmla="*/ 667582 h 1857858"/>
                  <a:gd name="connsiteX3" fmla="*/ 893900 w 945033"/>
                  <a:gd name="connsiteY3" fmla="*/ 867607 h 1857858"/>
                  <a:gd name="connsiteX4" fmla="*/ 865325 w 945033"/>
                  <a:gd name="connsiteY4" fmla="*/ 1134307 h 1857858"/>
                  <a:gd name="connsiteX5" fmla="*/ 898663 w 945033"/>
                  <a:gd name="connsiteY5" fmla="*/ 1429582 h 1857858"/>
                  <a:gd name="connsiteX6" fmla="*/ 762138 w 945033"/>
                  <a:gd name="connsiteY6" fmla="*/ 1853444 h 1857858"/>
                  <a:gd name="connsiteX7" fmla="*/ 470038 w 945033"/>
                  <a:gd name="connsiteY7" fmla="*/ 1658182 h 1857858"/>
                  <a:gd name="connsiteX8" fmla="*/ 398600 w 945033"/>
                  <a:gd name="connsiteY8" fmla="*/ 1496257 h 1857858"/>
                  <a:gd name="connsiteX9" fmla="*/ 289063 w 945033"/>
                  <a:gd name="connsiteY9" fmla="*/ 1310520 h 1857858"/>
                  <a:gd name="connsiteX10" fmla="*/ 141426 w 945033"/>
                  <a:gd name="connsiteY10" fmla="*/ 1024770 h 1857858"/>
                  <a:gd name="connsiteX11" fmla="*/ 89039 w 945033"/>
                  <a:gd name="connsiteY11" fmla="*/ 739020 h 1857858"/>
                  <a:gd name="connsiteX12" fmla="*/ 37338 w 945033"/>
                  <a:gd name="connsiteY12" fmla="*/ 452778 h 1857858"/>
                  <a:gd name="connsiteX13" fmla="*/ 148346 w 945033"/>
                  <a:gd name="connsiteY13" fmla="*/ 141483 h 1857858"/>
                  <a:gd name="connsiteX0" fmla="*/ 148346 w 932847"/>
                  <a:gd name="connsiteY0" fmla="*/ 212237 h 1928612"/>
                  <a:gd name="connsiteX1" fmla="*/ 581913 w 932847"/>
                  <a:gd name="connsiteY1" fmla="*/ 174851 h 1928612"/>
                  <a:gd name="connsiteX2" fmla="*/ 908188 w 932847"/>
                  <a:gd name="connsiteY2" fmla="*/ 738336 h 1928612"/>
                  <a:gd name="connsiteX3" fmla="*/ 893900 w 932847"/>
                  <a:gd name="connsiteY3" fmla="*/ 938361 h 1928612"/>
                  <a:gd name="connsiteX4" fmla="*/ 865325 w 932847"/>
                  <a:gd name="connsiteY4" fmla="*/ 1205061 h 1928612"/>
                  <a:gd name="connsiteX5" fmla="*/ 898663 w 932847"/>
                  <a:gd name="connsiteY5" fmla="*/ 1500336 h 1928612"/>
                  <a:gd name="connsiteX6" fmla="*/ 762138 w 932847"/>
                  <a:gd name="connsiteY6" fmla="*/ 1924198 h 1928612"/>
                  <a:gd name="connsiteX7" fmla="*/ 470038 w 932847"/>
                  <a:gd name="connsiteY7" fmla="*/ 1728936 h 1928612"/>
                  <a:gd name="connsiteX8" fmla="*/ 398600 w 932847"/>
                  <a:gd name="connsiteY8" fmla="*/ 1567011 h 1928612"/>
                  <a:gd name="connsiteX9" fmla="*/ 289063 w 932847"/>
                  <a:gd name="connsiteY9" fmla="*/ 1381274 h 1928612"/>
                  <a:gd name="connsiteX10" fmla="*/ 141426 w 932847"/>
                  <a:gd name="connsiteY10" fmla="*/ 1095524 h 1928612"/>
                  <a:gd name="connsiteX11" fmla="*/ 89039 w 932847"/>
                  <a:gd name="connsiteY11" fmla="*/ 809774 h 1928612"/>
                  <a:gd name="connsiteX12" fmla="*/ 37338 w 932847"/>
                  <a:gd name="connsiteY12" fmla="*/ 523532 h 1928612"/>
                  <a:gd name="connsiteX13" fmla="*/ 148346 w 932847"/>
                  <a:gd name="connsiteY13" fmla="*/ 212237 h 1928612"/>
                  <a:gd name="connsiteX0" fmla="*/ 148346 w 932847"/>
                  <a:gd name="connsiteY0" fmla="*/ 212237 h 1928612"/>
                  <a:gd name="connsiteX1" fmla="*/ 581913 w 932847"/>
                  <a:gd name="connsiteY1" fmla="*/ 174851 h 1928612"/>
                  <a:gd name="connsiteX2" fmla="*/ 812843 w 932847"/>
                  <a:gd name="connsiteY2" fmla="*/ 449929 h 1928612"/>
                  <a:gd name="connsiteX3" fmla="*/ 908188 w 932847"/>
                  <a:gd name="connsiteY3" fmla="*/ 738336 h 1928612"/>
                  <a:gd name="connsiteX4" fmla="*/ 893900 w 932847"/>
                  <a:gd name="connsiteY4" fmla="*/ 938361 h 1928612"/>
                  <a:gd name="connsiteX5" fmla="*/ 865325 w 932847"/>
                  <a:gd name="connsiteY5" fmla="*/ 1205061 h 1928612"/>
                  <a:gd name="connsiteX6" fmla="*/ 898663 w 932847"/>
                  <a:gd name="connsiteY6" fmla="*/ 1500336 h 1928612"/>
                  <a:gd name="connsiteX7" fmla="*/ 762138 w 932847"/>
                  <a:gd name="connsiteY7" fmla="*/ 1924198 h 1928612"/>
                  <a:gd name="connsiteX8" fmla="*/ 470038 w 932847"/>
                  <a:gd name="connsiteY8" fmla="*/ 1728936 h 1928612"/>
                  <a:gd name="connsiteX9" fmla="*/ 398600 w 932847"/>
                  <a:gd name="connsiteY9" fmla="*/ 1567011 h 1928612"/>
                  <a:gd name="connsiteX10" fmla="*/ 289063 w 932847"/>
                  <a:gd name="connsiteY10" fmla="*/ 1381274 h 1928612"/>
                  <a:gd name="connsiteX11" fmla="*/ 141426 w 932847"/>
                  <a:gd name="connsiteY11" fmla="*/ 1095524 h 1928612"/>
                  <a:gd name="connsiteX12" fmla="*/ 89039 w 932847"/>
                  <a:gd name="connsiteY12" fmla="*/ 809774 h 1928612"/>
                  <a:gd name="connsiteX13" fmla="*/ 37338 w 932847"/>
                  <a:gd name="connsiteY13" fmla="*/ 523532 h 1928612"/>
                  <a:gd name="connsiteX14" fmla="*/ 148346 w 932847"/>
                  <a:gd name="connsiteY14" fmla="*/ 212237 h 1928612"/>
                  <a:gd name="connsiteX0" fmla="*/ 148346 w 932847"/>
                  <a:gd name="connsiteY0" fmla="*/ 212237 h 1928612"/>
                  <a:gd name="connsiteX1" fmla="*/ 581913 w 932847"/>
                  <a:gd name="connsiteY1" fmla="*/ 174851 h 1928612"/>
                  <a:gd name="connsiteX2" fmla="*/ 812843 w 932847"/>
                  <a:gd name="connsiteY2" fmla="*/ 449929 h 1928612"/>
                  <a:gd name="connsiteX3" fmla="*/ 908188 w 932847"/>
                  <a:gd name="connsiteY3" fmla="*/ 738336 h 1928612"/>
                  <a:gd name="connsiteX4" fmla="*/ 893900 w 932847"/>
                  <a:gd name="connsiteY4" fmla="*/ 938361 h 1928612"/>
                  <a:gd name="connsiteX5" fmla="*/ 865325 w 932847"/>
                  <a:gd name="connsiteY5" fmla="*/ 1205061 h 1928612"/>
                  <a:gd name="connsiteX6" fmla="*/ 898663 w 932847"/>
                  <a:gd name="connsiteY6" fmla="*/ 1500336 h 1928612"/>
                  <a:gd name="connsiteX7" fmla="*/ 762138 w 932847"/>
                  <a:gd name="connsiteY7" fmla="*/ 1924198 h 1928612"/>
                  <a:gd name="connsiteX8" fmla="*/ 470038 w 932847"/>
                  <a:gd name="connsiteY8" fmla="*/ 1728936 h 1928612"/>
                  <a:gd name="connsiteX9" fmla="*/ 398600 w 932847"/>
                  <a:gd name="connsiteY9" fmla="*/ 1567011 h 1928612"/>
                  <a:gd name="connsiteX10" fmla="*/ 289063 w 932847"/>
                  <a:gd name="connsiteY10" fmla="*/ 1381274 h 1928612"/>
                  <a:gd name="connsiteX11" fmla="*/ 141426 w 932847"/>
                  <a:gd name="connsiteY11" fmla="*/ 1095524 h 1928612"/>
                  <a:gd name="connsiteX12" fmla="*/ 89039 w 932847"/>
                  <a:gd name="connsiteY12" fmla="*/ 809774 h 1928612"/>
                  <a:gd name="connsiteX13" fmla="*/ 37338 w 932847"/>
                  <a:gd name="connsiteY13" fmla="*/ 523532 h 1928612"/>
                  <a:gd name="connsiteX14" fmla="*/ 148346 w 932847"/>
                  <a:gd name="connsiteY14" fmla="*/ 212237 h 1928612"/>
                  <a:gd name="connsiteX0" fmla="*/ 148346 w 932847"/>
                  <a:gd name="connsiteY0" fmla="*/ 190693 h 1907068"/>
                  <a:gd name="connsiteX1" fmla="*/ 581913 w 932847"/>
                  <a:gd name="connsiteY1" fmla="*/ 153307 h 1907068"/>
                  <a:gd name="connsiteX2" fmla="*/ 812843 w 932847"/>
                  <a:gd name="connsiteY2" fmla="*/ 428385 h 1907068"/>
                  <a:gd name="connsiteX3" fmla="*/ 908188 w 932847"/>
                  <a:gd name="connsiteY3" fmla="*/ 716792 h 1907068"/>
                  <a:gd name="connsiteX4" fmla="*/ 893900 w 932847"/>
                  <a:gd name="connsiteY4" fmla="*/ 916817 h 1907068"/>
                  <a:gd name="connsiteX5" fmla="*/ 865325 w 932847"/>
                  <a:gd name="connsiteY5" fmla="*/ 1183517 h 1907068"/>
                  <a:gd name="connsiteX6" fmla="*/ 898663 w 932847"/>
                  <a:gd name="connsiteY6" fmla="*/ 1478792 h 1907068"/>
                  <a:gd name="connsiteX7" fmla="*/ 762138 w 932847"/>
                  <a:gd name="connsiteY7" fmla="*/ 1902654 h 1907068"/>
                  <a:gd name="connsiteX8" fmla="*/ 470038 w 932847"/>
                  <a:gd name="connsiteY8" fmla="*/ 1707392 h 1907068"/>
                  <a:gd name="connsiteX9" fmla="*/ 398600 w 932847"/>
                  <a:gd name="connsiteY9" fmla="*/ 1545467 h 1907068"/>
                  <a:gd name="connsiteX10" fmla="*/ 289063 w 932847"/>
                  <a:gd name="connsiteY10" fmla="*/ 1359730 h 1907068"/>
                  <a:gd name="connsiteX11" fmla="*/ 141426 w 932847"/>
                  <a:gd name="connsiteY11" fmla="*/ 1073980 h 1907068"/>
                  <a:gd name="connsiteX12" fmla="*/ 89039 w 932847"/>
                  <a:gd name="connsiteY12" fmla="*/ 788230 h 1907068"/>
                  <a:gd name="connsiteX13" fmla="*/ 37338 w 932847"/>
                  <a:gd name="connsiteY13" fmla="*/ 501988 h 1907068"/>
                  <a:gd name="connsiteX14" fmla="*/ 148346 w 932847"/>
                  <a:gd name="connsiteY14" fmla="*/ 190693 h 1907068"/>
                  <a:gd name="connsiteX0" fmla="*/ 148346 w 932847"/>
                  <a:gd name="connsiteY0" fmla="*/ 190693 h 1907068"/>
                  <a:gd name="connsiteX1" fmla="*/ 581913 w 932847"/>
                  <a:gd name="connsiteY1" fmla="*/ 153307 h 1907068"/>
                  <a:gd name="connsiteX2" fmla="*/ 812843 w 932847"/>
                  <a:gd name="connsiteY2" fmla="*/ 428385 h 1907068"/>
                  <a:gd name="connsiteX3" fmla="*/ 908188 w 932847"/>
                  <a:gd name="connsiteY3" fmla="*/ 716792 h 1907068"/>
                  <a:gd name="connsiteX4" fmla="*/ 893900 w 932847"/>
                  <a:gd name="connsiteY4" fmla="*/ 916817 h 1907068"/>
                  <a:gd name="connsiteX5" fmla="*/ 865325 w 932847"/>
                  <a:gd name="connsiteY5" fmla="*/ 1183517 h 1907068"/>
                  <a:gd name="connsiteX6" fmla="*/ 898663 w 932847"/>
                  <a:gd name="connsiteY6" fmla="*/ 1478792 h 1907068"/>
                  <a:gd name="connsiteX7" fmla="*/ 762138 w 932847"/>
                  <a:gd name="connsiteY7" fmla="*/ 1902654 h 1907068"/>
                  <a:gd name="connsiteX8" fmla="*/ 470038 w 932847"/>
                  <a:gd name="connsiteY8" fmla="*/ 1707392 h 1907068"/>
                  <a:gd name="connsiteX9" fmla="*/ 398600 w 932847"/>
                  <a:gd name="connsiteY9" fmla="*/ 1545467 h 1907068"/>
                  <a:gd name="connsiteX10" fmla="*/ 289063 w 932847"/>
                  <a:gd name="connsiteY10" fmla="*/ 1359730 h 1907068"/>
                  <a:gd name="connsiteX11" fmla="*/ 107309 w 932847"/>
                  <a:gd name="connsiteY11" fmla="*/ 980317 h 1907068"/>
                  <a:gd name="connsiteX12" fmla="*/ 89039 w 932847"/>
                  <a:gd name="connsiteY12" fmla="*/ 788230 h 1907068"/>
                  <a:gd name="connsiteX13" fmla="*/ 37338 w 932847"/>
                  <a:gd name="connsiteY13" fmla="*/ 501988 h 1907068"/>
                  <a:gd name="connsiteX14" fmla="*/ 148346 w 932847"/>
                  <a:gd name="connsiteY14" fmla="*/ 190693 h 1907068"/>
                  <a:gd name="connsiteX0" fmla="*/ 148346 w 932847"/>
                  <a:gd name="connsiteY0" fmla="*/ 190693 h 1907068"/>
                  <a:gd name="connsiteX1" fmla="*/ 581913 w 932847"/>
                  <a:gd name="connsiteY1" fmla="*/ 153307 h 1907068"/>
                  <a:gd name="connsiteX2" fmla="*/ 812843 w 932847"/>
                  <a:gd name="connsiteY2" fmla="*/ 428385 h 1907068"/>
                  <a:gd name="connsiteX3" fmla="*/ 908188 w 932847"/>
                  <a:gd name="connsiteY3" fmla="*/ 716792 h 1907068"/>
                  <a:gd name="connsiteX4" fmla="*/ 893900 w 932847"/>
                  <a:gd name="connsiteY4" fmla="*/ 916817 h 1907068"/>
                  <a:gd name="connsiteX5" fmla="*/ 865325 w 932847"/>
                  <a:gd name="connsiteY5" fmla="*/ 1183517 h 1907068"/>
                  <a:gd name="connsiteX6" fmla="*/ 898663 w 932847"/>
                  <a:gd name="connsiteY6" fmla="*/ 1478792 h 1907068"/>
                  <a:gd name="connsiteX7" fmla="*/ 762138 w 932847"/>
                  <a:gd name="connsiteY7" fmla="*/ 1902654 h 1907068"/>
                  <a:gd name="connsiteX8" fmla="*/ 470038 w 932847"/>
                  <a:gd name="connsiteY8" fmla="*/ 1707392 h 1907068"/>
                  <a:gd name="connsiteX9" fmla="*/ 398600 w 932847"/>
                  <a:gd name="connsiteY9" fmla="*/ 1545467 h 1907068"/>
                  <a:gd name="connsiteX10" fmla="*/ 289063 w 932847"/>
                  <a:gd name="connsiteY10" fmla="*/ 1359730 h 1907068"/>
                  <a:gd name="connsiteX11" fmla="*/ 107309 w 932847"/>
                  <a:gd name="connsiteY11" fmla="*/ 980317 h 1907068"/>
                  <a:gd name="connsiteX12" fmla="*/ 37338 w 932847"/>
                  <a:gd name="connsiteY12" fmla="*/ 501988 h 1907068"/>
                  <a:gd name="connsiteX13" fmla="*/ 148346 w 932847"/>
                  <a:gd name="connsiteY13" fmla="*/ 190693 h 1907068"/>
                  <a:gd name="connsiteX0" fmla="*/ 164947 w 949448"/>
                  <a:gd name="connsiteY0" fmla="*/ 190693 h 1907068"/>
                  <a:gd name="connsiteX1" fmla="*/ 598514 w 949448"/>
                  <a:gd name="connsiteY1" fmla="*/ 153307 h 1907068"/>
                  <a:gd name="connsiteX2" fmla="*/ 829444 w 949448"/>
                  <a:gd name="connsiteY2" fmla="*/ 428385 h 1907068"/>
                  <a:gd name="connsiteX3" fmla="*/ 924789 w 949448"/>
                  <a:gd name="connsiteY3" fmla="*/ 716792 h 1907068"/>
                  <a:gd name="connsiteX4" fmla="*/ 910501 w 949448"/>
                  <a:gd name="connsiteY4" fmla="*/ 916817 h 1907068"/>
                  <a:gd name="connsiteX5" fmla="*/ 881926 w 949448"/>
                  <a:gd name="connsiteY5" fmla="*/ 1183517 h 1907068"/>
                  <a:gd name="connsiteX6" fmla="*/ 915264 w 949448"/>
                  <a:gd name="connsiteY6" fmla="*/ 1478792 h 1907068"/>
                  <a:gd name="connsiteX7" fmla="*/ 778739 w 949448"/>
                  <a:gd name="connsiteY7" fmla="*/ 1902654 h 1907068"/>
                  <a:gd name="connsiteX8" fmla="*/ 486639 w 949448"/>
                  <a:gd name="connsiteY8" fmla="*/ 1707392 h 1907068"/>
                  <a:gd name="connsiteX9" fmla="*/ 415201 w 949448"/>
                  <a:gd name="connsiteY9" fmla="*/ 1545467 h 1907068"/>
                  <a:gd name="connsiteX10" fmla="*/ 305664 w 949448"/>
                  <a:gd name="connsiteY10" fmla="*/ 1359730 h 1907068"/>
                  <a:gd name="connsiteX11" fmla="*/ 123910 w 949448"/>
                  <a:gd name="connsiteY11" fmla="*/ 980317 h 1907068"/>
                  <a:gd name="connsiteX12" fmla="*/ 53939 w 949448"/>
                  <a:gd name="connsiteY12" fmla="*/ 501988 h 1907068"/>
                  <a:gd name="connsiteX13" fmla="*/ 164947 w 949448"/>
                  <a:gd name="connsiteY13" fmla="*/ 190693 h 1907068"/>
                  <a:gd name="connsiteX0" fmla="*/ 164947 w 940465"/>
                  <a:gd name="connsiteY0" fmla="*/ 190693 h 1907068"/>
                  <a:gd name="connsiteX1" fmla="*/ 598514 w 940465"/>
                  <a:gd name="connsiteY1" fmla="*/ 153307 h 1907068"/>
                  <a:gd name="connsiteX2" fmla="*/ 829444 w 940465"/>
                  <a:gd name="connsiteY2" fmla="*/ 428385 h 1907068"/>
                  <a:gd name="connsiteX3" fmla="*/ 865607 w 940465"/>
                  <a:gd name="connsiteY3" fmla="*/ 693693 h 1907068"/>
                  <a:gd name="connsiteX4" fmla="*/ 910501 w 940465"/>
                  <a:gd name="connsiteY4" fmla="*/ 916817 h 1907068"/>
                  <a:gd name="connsiteX5" fmla="*/ 881926 w 940465"/>
                  <a:gd name="connsiteY5" fmla="*/ 1183517 h 1907068"/>
                  <a:gd name="connsiteX6" fmla="*/ 915264 w 940465"/>
                  <a:gd name="connsiteY6" fmla="*/ 1478792 h 1907068"/>
                  <a:gd name="connsiteX7" fmla="*/ 778739 w 940465"/>
                  <a:gd name="connsiteY7" fmla="*/ 1902654 h 1907068"/>
                  <a:gd name="connsiteX8" fmla="*/ 486639 w 940465"/>
                  <a:gd name="connsiteY8" fmla="*/ 1707392 h 1907068"/>
                  <a:gd name="connsiteX9" fmla="*/ 415201 w 940465"/>
                  <a:gd name="connsiteY9" fmla="*/ 1545467 h 1907068"/>
                  <a:gd name="connsiteX10" fmla="*/ 305664 w 940465"/>
                  <a:gd name="connsiteY10" fmla="*/ 1359730 h 1907068"/>
                  <a:gd name="connsiteX11" fmla="*/ 123910 w 940465"/>
                  <a:gd name="connsiteY11" fmla="*/ 980317 h 1907068"/>
                  <a:gd name="connsiteX12" fmla="*/ 53939 w 940465"/>
                  <a:gd name="connsiteY12" fmla="*/ 501988 h 1907068"/>
                  <a:gd name="connsiteX13" fmla="*/ 164947 w 940465"/>
                  <a:gd name="connsiteY13" fmla="*/ 190693 h 1907068"/>
                  <a:gd name="connsiteX0" fmla="*/ 164947 w 940465"/>
                  <a:gd name="connsiteY0" fmla="*/ 190693 h 1907068"/>
                  <a:gd name="connsiteX1" fmla="*/ 598514 w 940465"/>
                  <a:gd name="connsiteY1" fmla="*/ 153307 h 1907068"/>
                  <a:gd name="connsiteX2" fmla="*/ 829444 w 940465"/>
                  <a:gd name="connsiteY2" fmla="*/ 428385 h 1907068"/>
                  <a:gd name="connsiteX3" fmla="*/ 865607 w 940465"/>
                  <a:gd name="connsiteY3" fmla="*/ 693693 h 1907068"/>
                  <a:gd name="connsiteX4" fmla="*/ 881926 w 940465"/>
                  <a:gd name="connsiteY4" fmla="*/ 1183517 h 1907068"/>
                  <a:gd name="connsiteX5" fmla="*/ 915264 w 940465"/>
                  <a:gd name="connsiteY5" fmla="*/ 1478792 h 1907068"/>
                  <a:gd name="connsiteX6" fmla="*/ 778739 w 940465"/>
                  <a:gd name="connsiteY6" fmla="*/ 1902654 h 1907068"/>
                  <a:gd name="connsiteX7" fmla="*/ 486639 w 940465"/>
                  <a:gd name="connsiteY7" fmla="*/ 1707392 h 1907068"/>
                  <a:gd name="connsiteX8" fmla="*/ 415201 w 940465"/>
                  <a:gd name="connsiteY8" fmla="*/ 1545467 h 1907068"/>
                  <a:gd name="connsiteX9" fmla="*/ 305664 w 940465"/>
                  <a:gd name="connsiteY9" fmla="*/ 1359730 h 1907068"/>
                  <a:gd name="connsiteX10" fmla="*/ 123910 w 940465"/>
                  <a:gd name="connsiteY10" fmla="*/ 980317 h 1907068"/>
                  <a:gd name="connsiteX11" fmla="*/ 53939 w 940465"/>
                  <a:gd name="connsiteY11" fmla="*/ 501988 h 1907068"/>
                  <a:gd name="connsiteX12" fmla="*/ 164947 w 940465"/>
                  <a:gd name="connsiteY12" fmla="*/ 190693 h 1907068"/>
                  <a:gd name="connsiteX0" fmla="*/ 164947 w 955152"/>
                  <a:gd name="connsiteY0" fmla="*/ 190693 h 1907068"/>
                  <a:gd name="connsiteX1" fmla="*/ 598514 w 955152"/>
                  <a:gd name="connsiteY1" fmla="*/ 153307 h 1907068"/>
                  <a:gd name="connsiteX2" fmla="*/ 829444 w 955152"/>
                  <a:gd name="connsiteY2" fmla="*/ 428385 h 1907068"/>
                  <a:gd name="connsiteX3" fmla="*/ 865607 w 955152"/>
                  <a:gd name="connsiteY3" fmla="*/ 693693 h 1907068"/>
                  <a:gd name="connsiteX4" fmla="*/ 936970 w 955152"/>
                  <a:gd name="connsiteY4" fmla="*/ 957916 h 1907068"/>
                  <a:gd name="connsiteX5" fmla="*/ 915264 w 955152"/>
                  <a:gd name="connsiteY5" fmla="*/ 1478792 h 1907068"/>
                  <a:gd name="connsiteX6" fmla="*/ 778739 w 955152"/>
                  <a:gd name="connsiteY6" fmla="*/ 1902654 h 1907068"/>
                  <a:gd name="connsiteX7" fmla="*/ 486639 w 955152"/>
                  <a:gd name="connsiteY7" fmla="*/ 1707392 h 1907068"/>
                  <a:gd name="connsiteX8" fmla="*/ 415201 w 955152"/>
                  <a:gd name="connsiteY8" fmla="*/ 1545467 h 1907068"/>
                  <a:gd name="connsiteX9" fmla="*/ 305664 w 955152"/>
                  <a:gd name="connsiteY9" fmla="*/ 1359730 h 1907068"/>
                  <a:gd name="connsiteX10" fmla="*/ 123910 w 955152"/>
                  <a:gd name="connsiteY10" fmla="*/ 980317 h 1907068"/>
                  <a:gd name="connsiteX11" fmla="*/ 53939 w 955152"/>
                  <a:gd name="connsiteY11" fmla="*/ 501988 h 1907068"/>
                  <a:gd name="connsiteX12" fmla="*/ 164947 w 955152"/>
                  <a:gd name="connsiteY12" fmla="*/ 190693 h 1907068"/>
                  <a:gd name="connsiteX0" fmla="*/ 164947 w 955152"/>
                  <a:gd name="connsiteY0" fmla="*/ 190693 h 1907068"/>
                  <a:gd name="connsiteX1" fmla="*/ 598514 w 955152"/>
                  <a:gd name="connsiteY1" fmla="*/ 153307 h 1907068"/>
                  <a:gd name="connsiteX2" fmla="*/ 829444 w 955152"/>
                  <a:gd name="connsiteY2" fmla="*/ 428385 h 1907068"/>
                  <a:gd name="connsiteX3" fmla="*/ 865607 w 955152"/>
                  <a:gd name="connsiteY3" fmla="*/ 693693 h 1907068"/>
                  <a:gd name="connsiteX4" fmla="*/ 936970 w 955152"/>
                  <a:gd name="connsiteY4" fmla="*/ 957916 h 1907068"/>
                  <a:gd name="connsiteX5" fmla="*/ 915264 w 955152"/>
                  <a:gd name="connsiteY5" fmla="*/ 1478792 h 1907068"/>
                  <a:gd name="connsiteX6" fmla="*/ 778739 w 955152"/>
                  <a:gd name="connsiteY6" fmla="*/ 1902654 h 1907068"/>
                  <a:gd name="connsiteX7" fmla="*/ 486639 w 955152"/>
                  <a:gd name="connsiteY7" fmla="*/ 1707392 h 1907068"/>
                  <a:gd name="connsiteX8" fmla="*/ 415201 w 955152"/>
                  <a:gd name="connsiteY8" fmla="*/ 1545467 h 1907068"/>
                  <a:gd name="connsiteX9" fmla="*/ 305664 w 955152"/>
                  <a:gd name="connsiteY9" fmla="*/ 1359730 h 1907068"/>
                  <a:gd name="connsiteX10" fmla="*/ 123910 w 955152"/>
                  <a:gd name="connsiteY10" fmla="*/ 980317 h 1907068"/>
                  <a:gd name="connsiteX11" fmla="*/ 53939 w 955152"/>
                  <a:gd name="connsiteY11" fmla="*/ 501988 h 1907068"/>
                  <a:gd name="connsiteX12" fmla="*/ 164947 w 955152"/>
                  <a:gd name="connsiteY12" fmla="*/ 190693 h 1907068"/>
                  <a:gd name="connsiteX0" fmla="*/ 164947 w 955152"/>
                  <a:gd name="connsiteY0" fmla="*/ 190693 h 1907068"/>
                  <a:gd name="connsiteX1" fmla="*/ 598514 w 955152"/>
                  <a:gd name="connsiteY1" fmla="*/ 153307 h 1907068"/>
                  <a:gd name="connsiteX2" fmla="*/ 829444 w 955152"/>
                  <a:gd name="connsiteY2" fmla="*/ 428385 h 1907068"/>
                  <a:gd name="connsiteX3" fmla="*/ 865607 w 955152"/>
                  <a:gd name="connsiteY3" fmla="*/ 693693 h 1907068"/>
                  <a:gd name="connsiteX4" fmla="*/ 936970 w 955152"/>
                  <a:gd name="connsiteY4" fmla="*/ 957916 h 1907068"/>
                  <a:gd name="connsiteX5" fmla="*/ 915264 w 955152"/>
                  <a:gd name="connsiteY5" fmla="*/ 1478792 h 1907068"/>
                  <a:gd name="connsiteX6" fmla="*/ 778739 w 955152"/>
                  <a:gd name="connsiteY6" fmla="*/ 1902654 h 1907068"/>
                  <a:gd name="connsiteX7" fmla="*/ 486639 w 955152"/>
                  <a:gd name="connsiteY7" fmla="*/ 1707392 h 1907068"/>
                  <a:gd name="connsiteX8" fmla="*/ 415201 w 955152"/>
                  <a:gd name="connsiteY8" fmla="*/ 1545467 h 1907068"/>
                  <a:gd name="connsiteX9" fmla="*/ 305664 w 955152"/>
                  <a:gd name="connsiteY9" fmla="*/ 1359730 h 1907068"/>
                  <a:gd name="connsiteX10" fmla="*/ 123910 w 955152"/>
                  <a:gd name="connsiteY10" fmla="*/ 980317 h 1907068"/>
                  <a:gd name="connsiteX11" fmla="*/ 53939 w 955152"/>
                  <a:gd name="connsiteY11" fmla="*/ 501988 h 1907068"/>
                  <a:gd name="connsiteX12" fmla="*/ 164947 w 955152"/>
                  <a:gd name="connsiteY12" fmla="*/ 190693 h 1907068"/>
                  <a:gd name="connsiteX0" fmla="*/ 164947 w 986806"/>
                  <a:gd name="connsiteY0" fmla="*/ 190693 h 1907068"/>
                  <a:gd name="connsiteX1" fmla="*/ 598514 w 986806"/>
                  <a:gd name="connsiteY1" fmla="*/ 153307 h 1907068"/>
                  <a:gd name="connsiteX2" fmla="*/ 829444 w 986806"/>
                  <a:gd name="connsiteY2" fmla="*/ 428385 h 1907068"/>
                  <a:gd name="connsiteX3" fmla="*/ 865607 w 986806"/>
                  <a:gd name="connsiteY3" fmla="*/ 693693 h 1907068"/>
                  <a:gd name="connsiteX4" fmla="*/ 936970 w 986806"/>
                  <a:gd name="connsiteY4" fmla="*/ 957916 h 1907068"/>
                  <a:gd name="connsiteX5" fmla="*/ 986565 w 986806"/>
                  <a:gd name="connsiteY5" fmla="*/ 1294174 h 1907068"/>
                  <a:gd name="connsiteX6" fmla="*/ 915264 w 986806"/>
                  <a:gd name="connsiteY6" fmla="*/ 1478792 h 1907068"/>
                  <a:gd name="connsiteX7" fmla="*/ 778739 w 986806"/>
                  <a:gd name="connsiteY7" fmla="*/ 1902654 h 1907068"/>
                  <a:gd name="connsiteX8" fmla="*/ 486639 w 986806"/>
                  <a:gd name="connsiteY8" fmla="*/ 1707392 h 1907068"/>
                  <a:gd name="connsiteX9" fmla="*/ 415201 w 986806"/>
                  <a:gd name="connsiteY9" fmla="*/ 1545467 h 1907068"/>
                  <a:gd name="connsiteX10" fmla="*/ 305664 w 986806"/>
                  <a:gd name="connsiteY10" fmla="*/ 1359730 h 1907068"/>
                  <a:gd name="connsiteX11" fmla="*/ 123910 w 986806"/>
                  <a:gd name="connsiteY11" fmla="*/ 980317 h 1907068"/>
                  <a:gd name="connsiteX12" fmla="*/ 53939 w 986806"/>
                  <a:gd name="connsiteY12" fmla="*/ 501988 h 1907068"/>
                  <a:gd name="connsiteX13" fmla="*/ 164947 w 986806"/>
                  <a:gd name="connsiteY13" fmla="*/ 190693 h 1907068"/>
                  <a:gd name="connsiteX0" fmla="*/ 164947 w 1026643"/>
                  <a:gd name="connsiteY0" fmla="*/ 190693 h 1907068"/>
                  <a:gd name="connsiteX1" fmla="*/ 598514 w 1026643"/>
                  <a:gd name="connsiteY1" fmla="*/ 153307 h 1907068"/>
                  <a:gd name="connsiteX2" fmla="*/ 829444 w 1026643"/>
                  <a:gd name="connsiteY2" fmla="*/ 428385 h 1907068"/>
                  <a:gd name="connsiteX3" fmla="*/ 865607 w 1026643"/>
                  <a:gd name="connsiteY3" fmla="*/ 693693 h 1907068"/>
                  <a:gd name="connsiteX4" fmla="*/ 936970 w 1026643"/>
                  <a:gd name="connsiteY4" fmla="*/ 957916 h 1907068"/>
                  <a:gd name="connsiteX5" fmla="*/ 986565 w 1026643"/>
                  <a:gd name="connsiteY5" fmla="*/ 1294174 h 1907068"/>
                  <a:gd name="connsiteX6" fmla="*/ 915264 w 1026643"/>
                  <a:gd name="connsiteY6" fmla="*/ 1478792 h 1907068"/>
                  <a:gd name="connsiteX7" fmla="*/ 778739 w 1026643"/>
                  <a:gd name="connsiteY7" fmla="*/ 1902654 h 1907068"/>
                  <a:gd name="connsiteX8" fmla="*/ 486639 w 1026643"/>
                  <a:gd name="connsiteY8" fmla="*/ 1707392 h 1907068"/>
                  <a:gd name="connsiteX9" fmla="*/ 415201 w 1026643"/>
                  <a:gd name="connsiteY9" fmla="*/ 1545467 h 1907068"/>
                  <a:gd name="connsiteX10" fmla="*/ 305664 w 1026643"/>
                  <a:gd name="connsiteY10" fmla="*/ 1359730 h 1907068"/>
                  <a:gd name="connsiteX11" fmla="*/ 123910 w 1026643"/>
                  <a:gd name="connsiteY11" fmla="*/ 980317 h 1907068"/>
                  <a:gd name="connsiteX12" fmla="*/ 53939 w 1026643"/>
                  <a:gd name="connsiteY12" fmla="*/ 501988 h 1907068"/>
                  <a:gd name="connsiteX13" fmla="*/ 164947 w 1026643"/>
                  <a:gd name="connsiteY13" fmla="*/ 190693 h 1907068"/>
                  <a:gd name="connsiteX0" fmla="*/ 164947 w 1026643"/>
                  <a:gd name="connsiteY0" fmla="*/ 190693 h 1907068"/>
                  <a:gd name="connsiteX1" fmla="*/ 598514 w 1026643"/>
                  <a:gd name="connsiteY1" fmla="*/ 153307 h 1907068"/>
                  <a:gd name="connsiteX2" fmla="*/ 829444 w 1026643"/>
                  <a:gd name="connsiteY2" fmla="*/ 428385 h 1907068"/>
                  <a:gd name="connsiteX3" fmla="*/ 865607 w 1026643"/>
                  <a:gd name="connsiteY3" fmla="*/ 693693 h 1907068"/>
                  <a:gd name="connsiteX4" fmla="*/ 936970 w 1026643"/>
                  <a:gd name="connsiteY4" fmla="*/ 957916 h 1907068"/>
                  <a:gd name="connsiteX5" fmla="*/ 986565 w 1026643"/>
                  <a:gd name="connsiteY5" fmla="*/ 1294174 h 1907068"/>
                  <a:gd name="connsiteX6" fmla="*/ 966196 w 1026643"/>
                  <a:gd name="connsiteY6" fmla="*/ 1506067 h 1907068"/>
                  <a:gd name="connsiteX7" fmla="*/ 778739 w 1026643"/>
                  <a:gd name="connsiteY7" fmla="*/ 1902654 h 1907068"/>
                  <a:gd name="connsiteX8" fmla="*/ 486639 w 1026643"/>
                  <a:gd name="connsiteY8" fmla="*/ 1707392 h 1907068"/>
                  <a:gd name="connsiteX9" fmla="*/ 415201 w 1026643"/>
                  <a:gd name="connsiteY9" fmla="*/ 1545467 h 1907068"/>
                  <a:gd name="connsiteX10" fmla="*/ 305664 w 1026643"/>
                  <a:gd name="connsiteY10" fmla="*/ 1359730 h 1907068"/>
                  <a:gd name="connsiteX11" fmla="*/ 123910 w 1026643"/>
                  <a:gd name="connsiteY11" fmla="*/ 980317 h 1907068"/>
                  <a:gd name="connsiteX12" fmla="*/ 53939 w 1026643"/>
                  <a:gd name="connsiteY12" fmla="*/ 501988 h 1907068"/>
                  <a:gd name="connsiteX13" fmla="*/ 164947 w 1026643"/>
                  <a:gd name="connsiteY13" fmla="*/ 190693 h 1907068"/>
                  <a:gd name="connsiteX0" fmla="*/ 351484 w 1026643"/>
                  <a:gd name="connsiteY0" fmla="*/ 149061 h 1992508"/>
                  <a:gd name="connsiteX1" fmla="*/ 598514 w 1026643"/>
                  <a:gd name="connsiteY1" fmla="*/ 238747 h 1992508"/>
                  <a:gd name="connsiteX2" fmla="*/ 829444 w 1026643"/>
                  <a:gd name="connsiteY2" fmla="*/ 513825 h 1992508"/>
                  <a:gd name="connsiteX3" fmla="*/ 865607 w 1026643"/>
                  <a:gd name="connsiteY3" fmla="*/ 779133 h 1992508"/>
                  <a:gd name="connsiteX4" fmla="*/ 936970 w 1026643"/>
                  <a:gd name="connsiteY4" fmla="*/ 1043356 h 1992508"/>
                  <a:gd name="connsiteX5" fmla="*/ 986565 w 1026643"/>
                  <a:gd name="connsiteY5" fmla="*/ 1379614 h 1992508"/>
                  <a:gd name="connsiteX6" fmla="*/ 966196 w 1026643"/>
                  <a:gd name="connsiteY6" fmla="*/ 1591507 h 1992508"/>
                  <a:gd name="connsiteX7" fmla="*/ 778739 w 1026643"/>
                  <a:gd name="connsiteY7" fmla="*/ 1988094 h 1992508"/>
                  <a:gd name="connsiteX8" fmla="*/ 486639 w 1026643"/>
                  <a:gd name="connsiteY8" fmla="*/ 1792832 h 1992508"/>
                  <a:gd name="connsiteX9" fmla="*/ 415201 w 1026643"/>
                  <a:gd name="connsiteY9" fmla="*/ 1630907 h 1992508"/>
                  <a:gd name="connsiteX10" fmla="*/ 305664 w 1026643"/>
                  <a:gd name="connsiteY10" fmla="*/ 1445170 h 1992508"/>
                  <a:gd name="connsiteX11" fmla="*/ 123910 w 1026643"/>
                  <a:gd name="connsiteY11" fmla="*/ 1065757 h 1992508"/>
                  <a:gd name="connsiteX12" fmla="*/ 53939 w 1026643"/>
                  <a:gd name="connsiteY12" fmla="*/ 587428 h 1992508"/>
                  <a:gd name="connsiteX13" fmla="*/ 351484 w 1026643"/>
                  <a:gd name="connsiteY13" fmla="*/ 149061 h 1992508"/>
                  <a:gd name="connsiteX0" fmla="*/ 341092 w 1016251"/>
                  <a:gd name="connsiteY0" fmla="*/ 149061 h 1992508"/>
                  <a:gd name="connsiteX1" fmla="*/ 588122 w 1016251"/>
                  <a:gd name="connsiteY1" fmla="*/ 238747 h 1992508"/>
                  <a:gd name="connsiteX2" fmla="*/ 819052 w 1016251"/>
                  <a:gd name="connsiteY2" fmla="*/ 513825 h 1992508"/>
                  <a:gd name="connsiteX3" fmla="*/ 855215 w 1016251"/>
                  <a:gd name="connsiteY3" fmla="*/ 779133 h 1992508"/>
                  <a:gd name="connsiteX4" fmla="*/ 926578 w 1016251"/>
                  <a:gd name="connsiteY4" fmla="*/ 1043356 h 1992508"/>
                  <a:gd name="connsiteX5" fmla="*/ 976173 w 1016251"/>
                  <a:gd name="connsiteY5" fmla="*/ 1379614 h 1992508"/>
                  <a:gd name="connsiteX6" fmla="*/ 955804 w 1016251"/>
                  <a:gd name="connsiteY6" fmla="*/ 1591507 h 1992508"/>
                  <a:gd name="connsiteX7" fmla="*/ 768347 w 1016251"/>
                  <a:gd name="connsiteY7" fmla="*/ 1988094 h 1992508"/>
                  <a:gd name="connsiteX8" fmla="*/ 476247 w 1016251"/>
                  <a:gd name="connsiteY8" fmla="*/ 1792832 h 1992508"/>
                  <a:gd name="connsiteX9" fmla="*/ 404809 w 1016251"/>
                  <a:gd name="connsiteY9" fmla="*/ 1630907 h 1992508"/>
                  <a:gd name="connsiteX10" fmla="*/ 295272 w 1016251"/>
                  <a:gd name="connsiteY10" fmla="*/ 1445170 h 1992508"/>
                  <a:gd name="connsiteX11" fmla="*/ 113518 w 1016251"/>
                  <a:gd name="connsiteY11" fmla="*/ 1065757 h 1992508"/>
                  <a:gd name="connsiteX12" fmla="*/ 72347 w 1016251"/>
                  <a:gd name="connsiteY12" fmla="*/ 380313 h 1992508"/>
                  <a:gd name="connsiteX13" fmla="*/ 341092 w 1016251"/>
                  <a:gd name="connsiteY13" fmla="*/ 149061 h 1992508"/>
                  <a:gd name="connsiteX0" fmla="*/ 376976 w 1052135"/>
                  <a:gd name="connsiteY0" fmla="*/ 149061 h 1992508"/>
                  <a:gd name="connsiteX1" fmla="*/ 624006 w 1052135"/>
                  <a:gd name="connsiteY1" fmla="*/ 238747 h 1992508"/>
                  <a:gd name="connsiteX2" fmla="*/ 854936 w 1052135"/>
                  <a:gd name="connsiteY2" fmla="*/ 513825 h 1992508"/>
                  <a:gd name="connsiteX3" fmla="*/ 891099 w 1052135"/>
                  <a:gd name="connsiteY3" fmla="*/ 779133 h 1992508"/>
                  <a:gd name="connsiteX4" fmla="*/ 962462 w 1052135"/>
                  <a:gd name="connsiteY4" fmla="*/ 1043356 h 1992508"/>
                  <a:gd name="connsiteX5" fmla="*/ 1012057 w 1052135"/>
                  <a:gd name="connsiteY5" fmla="*/ 1379614 h 1992508"/>
                  <a:gd name="connsiteX6" fmla="*/ 991688 w 1052135"/>
                  <a:gd name="connsiteY6" fmla="*/ 1591507 h 1992508"/>
                  <a:gd name="connsiteX7" fmla="*/ 804231 w 1052135"/>
                  <a:gd name="connsiteY7" fmla="*/ 1988094 h 1992508"/>
                  <a:gd name="connsiteX8" fmla="*/ 512131 w 1052135"/>
                  <a:gd name="connsiteY8" fmla="*/ 1792832 h 1992508"/>
                  <a:gd name="connsiteX9" fmla="*/ 440693 w 1052135"/>
                  <a:gd name="connsiteY9" fmla="*/ 1630907 h 1992508"/>
                  <a:gd name="connsiteX10" fmla="*/ 331156 w 1052135"/>
                  <a:gd name="connsiteY10" fmla="*/ 1445170 h 1992508"/>
                  <a:gd name="connsiteX11" fmla="*/ 149402 w 1052135"/>
                  <a:gd name="connsiteY11" fmla="*/ 1065757 h 1992508"/>
                  <a:gd name="connsiteX12" fmla="*/ 108231 w 1052135"/>
                  <a:gd name="connsiteY12" fmla="*/ 380313 h 1992508"/>
                  <a:gd name="connsiteX13" fmla="*/ 376976 w 1052135"/>
                  <a:gd name="connsiteY13" fmla="*/ 149061 h 1992508"/>
                  <a:gd name="connsiteX0" fmla="*/ 376976 w 1052135"/>
                  <a:gd name="connsiteY0" fmla="*/ 144858 h 1988305"/>
                  <a:gd name="connsiteX1" fmla="*/ 660431 w 1052135"/>
                  <a:gd name="connsiteY1" fmla="*/ 250953 h 1988305"/>
                  <a:gd name="connsiteX2" fmla="*/ 854936 w 1052135"/>
                  <a:gd name="connsiteY2" fmla="*/ 509622 h 1988305"/>
                  <a:gd name="connsiteX3" fmla="*/ 891099 w 1052135"/>
                  <a:gd name="connsiteY3" fmla="*/ 774930 h 1988305"/>
                  <a:gd name="connsiteX4" fmla="*/ 962462 w 1052135"/>
                  <a:gd name="connsiteY4" fmla="*/ 1039153 h 1988305"/>
                  <a:gd name="connsiteX5" fmla="*/ 1012057 w 1052135"/>
                  <a:gd name="connsiteY5" fmla="*/ 1375411 h 1988305"/>
                  <a:gd name="connsiteX6" fmla="*/ 991688 w 1052135"/>
                  <a:gd name="connsiteY6" fmla="*/ 1587304 h 1988305"/>
                  <a:gd name="connsiteX7" fmla="*/ 804231 w 1052135"/>
                  <a:gd name="connsiteY7" fmla="*/ 1983891 h 1988305"/>
                  <a:gd name="connsiteX8" fmla="*/ 512131 w 1052135"/>
                  <a:gd name="connsiteY8" fmla="*/ 1788629 h 1988305"/>
                  <a:gd name="connsiteX9" fmla="*/ 440693 w 1052135"/>
                  <a:gd name="connsiteY9" fmla="*/ 1626704 h 1988305"/>
                  <a:gd name="connsiteX10" fmla="*/ 331156 w 1052135"/>
                  <a:gd name="connsiteY10" fmla="*/ 1440967 h 1988305"/>
                  <a:gd name="connsiteX11" fmla="*/ 149402 w 1052135"/>
                  <a:gd name="connsiteY11" fmla="*/ 1061554 h 1988305"/>
                  <a:gd name="connsiteX12" fmla="*/ 108231 w 1052135"/>
                  <a:gd name="connsiteY12" fmla="*/ 376110 h 1988305"/>
                  <a:gd name="connsiteX13" fmla="*/ 376976 w 1052135"/>
                  <a:gd name="connsiteY13" fmla="*/ 144858 h 1988305"/>
                  <a:gd name="connsiteX0" fmla="*/ 376976 w 1052135"/>
                  <a:gd name="connsiteY0" fmla="*/ 133800 h 1977247"/>
                  <a:gd name="connsiteX1" fmla="*/ 660431 w 1052135"/>
                  <a:gd name="connsiteY1" fmla="*/ 239895 h 1977247"/>
                  <a:gd name="connsiteX2" fmla="*/ 854936 w 1052135"/>
                  <a:gd name="connsiteY2" fmla="*/ 498564 h 1977247"/>
                  <a:gd name="connsiteX3" fmla="*/ 891099 w 1052135"/>
                  <a:gd name="connsiteY3" fmla="*/ 763872 h 1977247"/>
                  <a:gd name="connsiteX4" fmla="*/ 962462 w 1052135"/>
                  <a:gd name="connsiteY4" fmla="*/ 1028095 h 1977247"/>
                  <a:gd name="connsiteX5" fmla="*/ 1012057 w 1052135"/>
                  <a:gd name="connsiteY5" fmla="*/ 1364353 h 1977247"/>
                  <a:gd name="connsiteX6" fmla="*/ 991688 w 1052135"/>
                  <a:gd name="connsiteY6" fmla="*/ 1576246 h 1977247"/>
                  <a:gd name="connsiteX7" fmla="*/ 804231 w 1052135"/>
                  <a:gd name="connsiteY7" fmla="*/ 1972833 h 1977247"/>
                  <a:gd name="connsiteX8" fmla="*/ 512131 w 1052135"/>
                  <a:gd name="connsiteY8" fmla="*/ 1777571 h 1977247"/>
                  <a:gd name="connsiteX9" fmla="*/ 440693 w 1052135"/>
                  <a:gd name="connsiteY9" fmla="*/ 1615646 h 1977247"/>
                  <a:gd name="connsiteX10" fmla="*/ 331156 w 1052135"/>
                  <a:gd name="connsiteY10" fmla="*/ 1429909 h 1977247"/>
                  <a:gd name="connsiteX11" fmla="*/ 149402 w 1052135"/>
                  <a:gd name="connsiteY11" fmla="*/ 1050496 h 1977247"/>
                  <a:gd name="connsiteX12" fmla="*/ 108231 w 1052135"/>
                  <a:gd name="connsiteY12" fmla="*/ 365052 h 1977247"/>
                  <a:gd name="connsiteX13" fmla="*/ 376976 w 1052135"/>
                  <a:gd name="connsiteY13" fmla="*/ 133800 h 1977247"/>
                  <a:gd name="connsiteX0" fmla="*/ 376976 w 1052135"/>
                  <a:gd name="connsiteY0" fmla="*/ 98323 h 1941770"/>
                  <a:gd name="connsiteX1" fmla="*/ 660431 w 1052135"/>
                  <a:gd name="connsiteY1" fmla="*/ 204418 h 1941770"/>
                  <a:gd name="connsiteX2" fmla="*/ 854936 w 1052135"/>
                  <a:gd name="connsiteY2" fmla="*/ 463087 h 1941770"/>
                  <a:gd name="connsiteX3" fmla="*/ 891099 w 1052135"/>
                  <a:gd name="connsiteY3" fmla="*/ 728395 h 1941770"/>
                  <a:gd name="connsiteX4" fmla="*/ 962462 w 1052135"/>
                  <a:gd name="connsiteY4" fmla="*/ 992618 h 1941770"/>
                  <a:gd name="connsiteX5" fmla="*/ 1012057 w 1052135"/>
                  <a:gd name="connsiteY5" fmla="*/ 1328876 h 1941770"/>
                  <a:gd name="connsiteX6" fmla="*/ 991688 w 1052135"/>
                  <a:gd name="connsiteY6" fmla="*/ 1540769 h 1941770"/>
                  <a:gd name="connsiteX7" fmla="*/ 804231 w 1052135"/>
                  <a:gd name="connsiteY7" fmla="*/ 1937356 h 1941770"/>
                  <a:gd name="connsiteX8" fmla="*/ 512131 w 1052135"/>
                  <a:gd name="connsiteY8" fmla="*/ 1742094 h 1941770"/>
                  <a:gd name="connsiteX9" fmla="*/ 440693 w 1052135"/>
                  <a:gd name="connsiteY9" fmla="*/ 1580169 h 1941770"/>
                  <a:gd name="connsiteX10" fmla="*/ 331156 w 1052135"/>
                  <a:gd name="connsiteY10" fmla="*/ 1394432 h 1941770"/>
                  <a:gd name="connsiteX11" fmla="*/ 149402 w 1052135"/>
                  <a:gd name="connsiteY11" fmla="*/ 1015019 h 1941770"/>
                  <a:gd name="connsiteX12" fmla="*/ 108231 w 1052135"/>
                  <a:gd name="connsiteY12" fmla="*/ 329575 h 1941770"/>
                  <a:gd name="connsiteX13" fmla="*/ 376976 w 1052135"/>
                  <a:gd name="connsiteY13" fmla="*/ 98323 h 1941770"/>
                  <a:gd name="connsiteX0" fmla="*/ 376976 w 1052135"/>
                  <a:gd name="connsiteY0" fmla="*/ 98323 h 1941770"/>
                  <a:gd name="connsiteX1" fmla="*/ 660431 w 1052135"/>
                  <a:gd name="connsiteY1" fmla="*/ 204418 h 1941770"/>
                  <a:gd name="connsiteX2" fmla="*/ 854936 w 1052135"/>
                  <a:gd name="connsiteY2" fmla="*/ 463087 h 1941770"/>
                  <a:gd name="connsiteX3" fmla="*/ 891099 w 1052135"/>
                  <a:gd name="connsiteY3" fmla="*/ 728395 h 1941770"/>
                  <a:gd name="connsiteX4" fmla="*/ 962462 w 1052135"/>
                  <a:gd name="connsiteY4" fmla="*/ 992618 h 1941770"/>
                  <a:gd name="connsiteX5" fmla="*/ 1012057 w 1052135"/>
                  <a:gd name="connsiteY5" fmla="*/ 1328876 h 1941770"/>
                  <a:gd name="connsiteX6" fmla="*/ 991688 w 1052135"/>
                  <a:gd name="connsiteY6" fmla="*/ 1540769 h 1941770"/>
                  <a:gd name="connsiteX7" fmla="*/ 804231 w 1052135"/>
                  <a:gd name="connsiteY7" fmla="*/ 1937356 h 1941770"/>
                  <a:gd name="connsiteX8" fmla="*/ 512131 w 1052135"/>
                  <a:gd name="connsiteY8" fmla="*/ 1742094 h 1941770"/>
                  <a:gd name="connsiteX9" fmla="*/ 440693 w 1052135"/>
                  <a:gd name="connsiteY9" fmla="*/ 1580169 h 1941770"/>
                  <a:gd name="connsiteX10" fmla="*/ 331156 w 1052135"/>
                  <a:gd name="connsiteY10" fmla="*/ 1394432 h 1941770"/>
                  <a:gd name="connsiteX11" fmla="*/ 149402 w 1052135"/>
                  <a:gd name="connsiteY11" fmla="*/ 1015019 h 1941770"/>
                  <a:gd name="connsiteX12" fmla="*/ 108231 w 1052135"/>
                  <a:gd name="connsiteY12" fmla="*/ 329575 h 1941770"/>
                  <a:gd name="connsiteX13" fmla="*/ 376976 w 1052135"/>
                  <a:gd name="connsiteY13" fmla="*/ 98323 h 1941770"/>
                  <a:gd name="connsiteX0" fmla="*/ 376976 w 1052135"/>
                  <a:gd name="connsiteY0" fmla="*/ 98323 h 1941770"/>
                  <a:gd name="connsiteX1" fmla="*/ 660431 w 1052135"/>
                  <a:gd name="connsiteY1" fmla="*/ 204418 h 1941770"/>
                  <a:gd name="connsiteX2" fmla="*/ 854936 w 1052135"/>
                  <a:gd name="connsiteY2" fmla="*/ 463087 h 1941770"/>
                  <a:gd name="connsiteX3" fmla="*/ 891099 w 1052135"/>
                  <a:gd name="connsiteY3" fmla="*/ 728395 h 1941770"/>
                  <a:gd name="connsiteX4" fmla="*/ 962462 w 1052135"/>
                  <a:gd name="connsiteY4" fmla="*/ 992618 h 1941770"/>
                  <a:gd name="connsiteX5" fmla="*/ 1012057 w 1052135"/>
                  <a:gd name="connsiteY5" fmla="*/ 1328876 h 1941770"/>
                  <a:gd name="connsiteX6" fmla="*/ 991688 w 1052135"/>
                  <a:gd name="connsiteY6" fmla="*/ 1540769 h 1941770"/>
                  <a:gd name="connsiteX7" fmla="*/ 804231 w 1052135"/>
                  <a:gd name="connsiteY7" fmla="*/ 1937356 h 1941770"/>
                  <a:gd name="connsiteX8" fmla="*/ 512131 w 1052135"/>
                  <a:gd name="connsiteY8" fmla="*/ 1742094 h 1941770"/>
                  <a:gd name="connsiteX9" fmla="*/ 440693 w 1052135"/>
                  <a:gd name="connsiteY9" fmla="*/ 1580169 h 1941770"/>
                  <a:gd name="connsiteX10" fmla="*/ 331156 w 1052135"/>
                  <a:gd name="connsiteY10" fmla="*/ 1394432 h 1941770"/>
                  <a:gd name="connsiteX11" fmla="*/ 149402 w 1052135"/>
                  <a:gd name="connsiteY11" fmla="*/ 1015019 h 1941770"/>
                  <a:gd name="connsiteX12" fmla="*/ 108231 w 1052135"/>
                  <a:gd name="connsiteY12" fmla="*/ 329575 h 1941770"/>
                  <a:gd name="connsiteX13" fmla="*/ 376976 w 1052135"/>
                  <a:gd name="connsiteY13" fmla="*/ 98323 h 1941770"/>
                  <a:gd name="connsiteX0" fmla="*/ 376976 w 1040138"/>
                  <a:gd name="connsiteY0" fmla="*/ 98323 h 1941770"/>
                  <a:gd name="connsiteX1" fmla="*/ 660431 w 1040138"/>
                  <a:gd name="connsiteY1" fmla="*/ 204418 h 1941770"/>
                  <a:gd name="connsiteX2" fmla="*/ 854936 w 1040138"/>
                  <a:gd name="connsiteY2" fmla="*/ 463087 h 1941770"/>
                  <a:gd name="connsiteX3" fmla="*/ 891099 w 1040138"/>
                  <a:gd name="connsiteY3" fmla="*/ 728395 h 1941770"/>
                  <a:gd name="connsiteX4" fmla="*/ 962462 w 1040138"/>
                  <a:gd name="connsiteY4" fmla="*/ 992618 h 1941770"/>
                  <a:gd name="connsiteX5" fmla="*/ 997192 w 1040138"/>
                  <a:gd name="connsiteY5" fmla="*/ 1205397 h 1941770"/>
                  <a:gd name="connsiteX6" fmla="*/ 991688 w 1040138"/>
                  <a:gd name="connsiteY6" fmla="*/ 1540769 h 1941770"/>
                  <a:gd name="connsiteX7" fmla="*/ 804231 w 1040138"/>
                  <a:gd name="connsiteY7" fmla="*/ 1937356 h 1941770"/>
                  <a:gd name="connsiteX8" fmla="*/ 512131 w 1040138"/>
                  <a:gd name="connsiteY8" fmla="*/ 1742094 h 1941770"/>
                  <a:gd name="connsiteX9" fmla="*/ 440693 w 1040138"/>
                  <a:gd name="connsiteY9" fmla="*/ 1580169 h 1941770"/>
                  <a:gd name="connsiteX10" fmla="*/ 331156 w 1040138"/>
                  <a:gd name="connsiteY10" fmla="*/ 1394432 h 1941770"/>
                  <a:gd name="connsiteX11" fmla="*/ 149402 w 1040138"/>
                  <a:gd name="connsiteY11" fmla="*/ 1015019 h 1941770"/>
                  <a:gd name="connsiteX12" fmla="*/ 108231 w 1040138"/>
                  <a:gd name="connsiteY12" fmla="*/ 329575 h 1941770"/>
                  <a:gd name="connsiteX13" fmla="*/ 376976 w 1040138"/>
                  <a:gd name="connsiteY13" fmla="*/ 98323 h 1941770"/>
                  <a:gd name="connsiteX0" fmla="*/ 376976 w 1059010"/>
                  <a:gd name="connsiteY0" fmla="*/ 98323 h 1941770"/>
                  <a:gd name="connsiteX1" fmla="*/ 660431 w 1059010"/>
                  <a:gd name="connsiteY1" fmla="*/ 204418 h 1941770"/>
                  <a:gd name="connsiteX2" fmla="*/ 854936 w 1059010"/>
                  <a:gd name="connsiteY2" fmla="*/ 463087 h 1941770"/>
                  <a:gd name="connsiteX3" fmla="*/ 891099 w 1059010"/>
                  <a:gd name="connsiteY3" fmla="*/ 728395 h 1941770"/>
                  <a:gd name="connsiteX4" fmla="*/ 962462 w 1059010"/>
                  <a:gd name="connsiteY4" fmla="*/ 992618 h 1941770"/>
                  <a:gd name="connsiteX5" fmla="*/ 997192 w 1059010"/>
                  <a:gd name="connsiteY5" fmla="*/ 1205397 h 1941770"/>
                  <a:gd name="connsiteX6" fmla="*/ 1052966 w 1059010"/>
                  <a:gd name="connsiteY6" fmla="*/ 1339304 h 1941770"/>
                  <a:gd name="connsiteX7" fmla="*/ 804231 w 1059010"/>
                  <a:gd name="connsiteY7" fmla="*/ 1937356 h 1941770"/>
                  <a:gd name="connsiteX8" fmla="*/ 512131 w 1059010"/>
                  <a:gd name="connsiteY8" fmla="*/ 1742094 h 1941770"/>
                  <a:gd name="connsiteX9" fmla="*/ 440693 w 1059010"/>
                  <a:gd name="connsiteY9" fmla="*/ 1580169 h 1941770"/>
                  <a:gd name="connsiteX10" fmla="*/ 331156 w 1059010"/>
                  <a:gd name="connsiteY10" fmla="*/ 1394432 h 1941770"/>
                  <a:gd name="connsiteX11" fmla="*/ 149402 w 1059010"/>
                  <a:gd name="connsiteY11" fmla="*/ 1015019 h 1941770"/>
                  <a:gd name="connsiteX12" fmla="*/ 108231 w 1059010"/>
                  <a:gd name="connsiteY12" fmla="*/ 329575 h 1941770"/>
                  <a:gd name="connsiteX13" fmla="*/ 376976 w 1059010"/>
                  <a:gd name="connsiteY13" fmla="*/ 98323 h 1941770"/>
                  <a:gd name="connsiteX0" fmla="*/ 376976 w 1059010"/>
                  <a:gd name="connsiteY0" fmla="*/ 98323 h 1941770"/>
                  <a:gd name="connsiteX1" fmla="*/ 660431 w 1059010"/>
                  <a:gd name="connsiteY1" fmla="*/ 204418 h 1941770"/>
                  <a:gd name="connsiteX2" fmla="*/ 854936 w 1059010"/>
                  <a:gd name="connsiteY2" fmla="*/ 463087 h 1941770"/>
                  <a:gd name="connsiteX3" fmla="*/ 891099 w 1059010"/>
                  <a:gd name="connsiteY3" fmla="*/ 728395 h 1941770"/>
                  <a:gd name="connsiteX4" fmla="*/ 962462 w 1059010"/>
                  <a:gd name="connsiteY4" fmla="*/ 992618 h 1941770"/>
                  <a:gd name="connsiteX5" fmla="*/ 997192 w 1059010"/>
                  <a:gd name="connsiteY5" fmla="*/ 1205397 h 1941770"/>
                  <a:gd name="connsiteX6" fmla="*/ 1052966 w 1059010"/>
                  <a:gd name="connsiteY6" fmla="*/ 1339304 h 1941770"/>
                  <a:gd name="connsiteX7" fmla="*/ 1012371 w 1059010"/>
                  <a:gd name="connsiteY7" fmla="*/ 1546942 h 1941770"/>
                  <a:gd name="connsiteX8" fmla="*/ 804231 w 1059010"/>
                  <a:gd name="connsiteY8" fmla="*/ 1937356 h 1941770"/>
                  <a:gd name="connsiteX9" fmla="*/ 512131 w 1059010"/>
                  <a:gd name="connsiteY9" fmla="*/ 1742094 h 1941770"/>
                  <a:gd name="connsiteX10" fmla="*/ 440693 w 1059010"/>
                  <a:gd name="connsiteY10" fmla="*/ 1580169 h 1941770"/>
                  <a:gd name="connsiteX11" fmla="*/ 331156 w 1059010"/>
                  <a:gd name="connsiteY11" fmla="*/ 1394432 h 1941770"/>
                  <a:gd name="connsiteX12" fmla="*/ 149402 w 1059010"/>
                  <a:gd name="connsiteY12" fmla="*/ 1015019 h 1941770"/>
                  <a:gd name="connsiteX13" fmla="*/ 108231 w 1059010"/>
                  <a:gd name="connsiteY13" fmla="*/ 329575 h 1941770"/>
                  <a:gd name="connsiteX14" fmla="*/ 376976 w 1059010"/>
                  <a:gd name="connsiteY14" fmla="*/ 98323 h 1941770"/>
                  <a:gd name="connsiteX0" fmla="*/ 376976 w 1067432"/>
                  <a:gd name="connsiteY0" fmla="*/ 98323 h 1941770"/>
                  <a:gd name="connsiteX1" fmla="*/ 660431 w 1067432"/>
                  <a:gd name="connsiteY1" fmla="*/ 204418 h 1941770"/>
                  <a:gd name="connsiteX2" fmla="*/ 854936 w 1067432"/>
                  <a:gd name="connsiteY2" fmla="*/ 463087 h 1941770"/>
                  <a:gd name="connsiteX3" fmla="*/ 891099 w 1067432"/>
                  <a:gd name="connsiteY3" fmla="*/ 728395 h 1941770"/>
                  <a:gd name="connsiteX4" fmla="*/ 962462 w 1067432"/>
                  <a:gd name="connsiteY4" fmla="*/ 992618 h 1941770"/>
                  <a:gd name="connsiteX5" fmla="*/ 997192 w 1067432"/>
                  <a:gd name="connsiteY5" fmla="*/ 1205397 h 1941770"/>
                  <a:gd name="connsiteX6" fmla="*/ 1052966 w 1067432"/>
                  <a:gd name="connsiteY6" fmla="*/ 1339304 h 1941770"/>
                  <a:gd name="connsiteX7" fmla="*/ 1012371 w 1067432"/>
                  <a:gd name="connsiteY7" fmla="*/ 1546942 h 1941770"/>
                  <a:gd name="connsiteX8" fmla="*/ 804231 w 1067432"/>
                  <a:gd name="connsiteY8" fmla="*/ 1937356 h 1941770"/>
                  <a:gd name="connsiteX9" fmla="*/ 512131 w 1067432"/>
                  <a:gd name="connsiteY9" fmla="*/ 1742094 h 1941770"/>
                  <a:gd name="connsiteX10" fmla="*/ 440693 w 1067432"/>
                  <a:gd name="connsiteY10" fmla="*/ 1580169 h 1941770"/>
                  <a:gd name="connsiteX11" fmla="*/ 331156 w 1067432"/>
                  <a:gd name="connsiteY11" fmla="*/ 1394432 h 1941770"/>
                  <a:gd name="connsiteX12" fmla="*/ 149402 w 1067432"/>
                  <a:gd name="connsiteY12" fmla="*/ 1015019 h 1941770"/>
                  <a:gd name="connsiteX13" fmla="*/ 108231 w 1067432"/>
                  <a:gd name="connsiteY13" fmla="*/ 329575 h 1941770"/>
                  <a:gd name="connsiteX14" fmla="*/ 376976 w 1067432"/>
                  <a:gd name="connsiteY14" fmla="*/ 98323 h 1941770"/>
                  <a:gd name="connsiteX0" fmla="*/ 376976 w 1067432"/>
                  <a:gd name="connsiteY0" fmla="*/ 98323 h 1941770"/>
                  <a:gd name="connsiteX1" fmla="*/ 660431 w 1067432"/>
                  <a:gd name="connsiteY1" fmla="*/ 204418 h 1941770"/>
                  <a:gd name="connsiteX2" fmla="*/ 854936 w 1067432"/>
                  <a:gd name="connsiteY2" fmla="*/ 463087 h 1941770"/>
                  <a:gd name="connsiteX3" fmla="*/ 891099 w 1067432"/>
                  <a:gd name="connsiteY3" fmla="*/ 728395 h 1941770"/>
                  <a:gd name="connsiteX4" fmla="*/ 962462 w 1067432"/>
                  <a:gd name="connsiteY4" fmla="*/ 992618 h 1941770"/>
                  <a:gd name="connsiteX5" fmla="*/ 997192 w 1067432"/>
                  <a:gd name="connsiteY5" fmla="*/ 1205397 h 1941770"/>
                  <a:gd name="connsiteX6" fmla="*/ 1052966 w 1067432"/>
                  <a:gd name="connsiteY6" fmla="*/ 1339304 h 1941770"/>
                  <a:gd name="connsiteX7" fmla="*/ 1012371 w 1067432"/>
                  <a:gd name="connsiteY7" fmla="*/ 1546942 h 1941770"/>
                  <a:gd name="connsiteX8" fmla="*/ 804231 w 1067432"/>
                  <a:gd name="connsiteY8" fmla="*/ 1937356 h 1941770"/>
                  <a:gd name="connsiteX9" fmla="*/ 512131 w 1067432"/>
                  <a:gd name="connsiteY9" fmla="*/ 1742094 h 1941770"/>
                  <a:gd name="connsiteX10" fmla="*/ 440693 w 1067432"/>
                  <a:gd name="connsiteY10" fmla="*/ 1580169 h 1941770"/>
                  <a:gd name="connsiteX11" fmla="*/ 331156 w 1067432"/>
                  <a:gd name="connsiteY11" fmla="*/ 1394432 h 1941770"/>
                  <a:gd name="connsiteX12" fmla="*/ 149402 w 1067432"/>
                  <a:gd name="connsiteY12" fmla="*/ 1015019 h 1941770"/>
                  <a:gd name="connsiteX13" fmla="*/ 108231 w 1067432"/>
                  <a:gd name="connsiteY13" fmla="*/ 329575 h 1941770"/>
                  <a:gd name="connsiteX14" fmla="*/ 376976 w 1067432"/>
                  <a:gd name="connsiteY14" fmla="*/ 98323 h 1941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067432" h="1941770">
                    <a:moveTo>
                      <a:pt x="376976" y="98323"/>
                    </a:moveTo>
                    <a:cubicBezTo>
                      <a:pt x="629645" y="-146060"/>
                      <a:pt x="668137" y="133378"/>
                      <a:pt x="660431" y="204418"/>
                    </a:cubicBezTo>
                    <a:cubicBezTo>
                      <a:pt x="776892" y="244358"/>
                      <a:pt x="857923" y="329165"/>
                      <a:pt x="854936" y="463087"/>
                    </a:cubicBezTo>
                    <a:cubicBezTo>
                      <a:pt x="909315" y="557001"/>
                      <a:pt x="883301" y="647314"/>
                      <a:pt x="891099" y="728395"/>
                    </a:cubicBezTo>
                    <a:cubicBezTo>
                      <a:pt x="960138" y="862320"/>
                      <a:pt x="1003213" y="861070"/>
                      <a:pt x="962462" y="992618"/>
                    </a:cubicBezTo>
                    <a:cubicBezTo>
                      <a:pt x="977597" y="1092026"/>
                      <a:pt x="1105047" y="1051359"/>
                      <a:pt x="997192" y="1205397"/>
                    </a:cubicBezTo>
                    <a:cubicBezTo>
                      <a:pt x="1030404" y="1272869"/>
                      <a:pt x="1082579" y="1237218"/>
                      <a:pt x="1052966" y="1339304"/>
                    </a:cubicBezTo>
                    <a:cubicBezTo>
                      <a:pt x="1057502" y="1398629"/>
                      <a:pt x="1100523" y="1454828"/>
                      <a:pt x="1012371" y="1546942"/>
                    </a:cubicBezTo>
                    <a:cubicBezTo>
                      <a:pt x="970915" y="1646617"/>
                      <a:pt x="889611" y="1907232"/>
                      <a:pt x="804231" y="1937356"/>
                    </a:cubicBezTo>
                    <a:cubicBezTo>
                      <a:pt x="649185" y="1966724"/>
                      <a:pt x="538589" y="1843694"/>
                      <a:pt x="512131" y="1742094"/>
                    </a:cubicBezTo>
                    <a:cubicBezTo>
                      <a:pt x="485673" y="1640494"/>
                      <a:pt x="465299" y="1642081"/>
                      <a:pt x="440693" y="1580169"/>
                    </a:cubicBezTo>
                    <a:cubicBezTo>
                      <a:pt x="363700" y="1527782"/>
                      <a:pt x="367668" y="1478570"/>
                      <a:pt x="331156" y="1394432"/>
                    </a:cubicBezTo>
                    <a:cubicBezTo>
                      <a:pt x="180344" y="1276958"/>
                      <a:pt x="171627" y="1109475"/>
                      <a:pt x="149402" y="1015019"/>
                    </a:cubicBezTo>
                    <a:cubicBezTo>
                      <a:pt x="-75019" y="761845"/>
                      <a:pt x="-10464" y="460195"/>
                      <a:pt x="108231" y="329575"/>
                    </a:cubicBezTo>
                    <a:cubicBezTo>
                      <a:pt x="166968" y="243850"/>
                      <a:pt x="84876" y="193573"/>
                      <a:pt x="376976" y="98323"/>
                    </a:cubicBezTo>
                    <a:close/>
                  </a:path>
                </a:pathLst>
              </a:custGeom>
              <a:solidFill>
                <a:srgbClr val="56BE56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Rectangle 7">
                <a:extLst>
                  <a:ext uri="{FF2B5EF4-FFF2-40B4-BE49-F238E27FC236}">
                    <a16:creationId xmlns:a16="http://schemas.microsoft.com/office/drawing/2014/main" id="{D311F901-09A9-271B-AEC0-CFD4176CF6EA}"/>
                  </a:ext>
                </a:extLst>
              </p:cNvPr>
              <p:cNvSpPr/>
              <p:nvPr/>
            </p:nvSpPr>
            <p:spPr>
              <a:xfrm rot="20110172" flipH="1" flipV="1">
                <a:off x="6116562" y="3304986"/>
                <a:ext cx="1177253" cy="403310"/>
              </a:xfrm>
              <a:custGeom>
                <a:avLst/>
                <a:gdLst>
                  <a:gd name="connsiteX0" fmla="*/ 0 w 1007285"/>
                  <a:gd name="connsiteY0" fmla="*/ 0 h 94954"/>
                  <a:gd name="connsiteX1" fmla="*/ 1007285 w 1007285"/>
                  <a:gd name="connsiteY1" fmla="*/ 0 h 94954"/>
                  <a:gd name="connsiteX2" fmla="*/ 1007285 w 1007285"/>
                  <a:gd name="connsiteY2" fmla="*/ 94954 h 94954"/>
                  <a:gd name="connsiteX3" fmla="*/ 0 w 1007285"/>
                  <a:gd name="connsiteY3" fmla="*/ 94954 h 94954"/>
                  <a:gd name="connsiteX4" fmla="*/ 0 w 1007285"/>
                  <a:gd name="connsiteY4" fmla="*/ 0 h 94954"/>
                  <a:gd name="connsiteX0" fmla="*/ 2819400 w 3826685"/>
                  <a:gd name="connsiteY0" fmla="*/ 0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4" fmla="*/ 2819400 w 3826685"/>
                  <a:gd name="connsiteY4" fmla="*/ 0 h 869654"/>
                  <a:gd name="connsiteX0" fmla="*/ 0 w 3826685"/>
                  <a:gd name="connsiteY0" fmla="*/ 869654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968065 h 1033547"/>
                  <a:gd name="connsiteX1" fmla="*/ 3826685 w 3826685"/>
                  <a:gd name="connsiteY1" fmla="*/ 98411 h 1033547"/>
                  <a:gd name="connsiteX2" fmla="*/ 3826685 w 3826685"/>
                  <a:gd name="connsiteY2" fmla="*/ 193365 h 1033547"/>
                  <a:gd name="connsiteX3" fmla="*/ 0 w 3826685"/>
                  <a:gd name="connsiteY3" fmla="*/ 968065 h 1033547"/>
                  <a:gd name="connsiteX0" fmla="*/ 0 w 3826685"/>
                  <a:gd name="connsiteY0" fmla="*/ 968065 h 1013810"/>
                  <a:gd name="connsiteX1" fmla="*/ 3826685 w 3826685"/>
                  <a:gd name="connsiteY1" fmla="*/ 98411 h 1013810"/>
                  <a:gd name="connsiteX2" fmla="*/ 3826685 w 3826685"/>
                  <a:gd name="connsiteY2" fmla="*/ 193365 h 1013810"/>
                  <a:gd name="connsiteX3" fmla="*/ 0 w 3826685"/>
                  <a:gd name="connsiteY3" fmla="*/ 968065 h 1013810"/>
                  <a:gd name="connsiteX0" fmla="*/ 0 w 3826685"/>
                  <a:gd name="connsiteY0" fmla="*/ 968065 h 1012429"/>
                  <a:gd name="connsiteX1" fmla="*/ 3826685 w 3826685"/>
                  <a:gd name="connsiteY1" fmla="*/ 98411 h 1012429"/>
                  <a:gd name="connsiteX2" fmla="*/ 3826685 w 3826685"/>
                  <a:gd name="connsiteY2" fmla="*/ 193365 h 1012429"/>
                  <a:gd name="connsiteX3" fmla="*/ 0 w 3826685"/>
                  <a:gd name="connsiteY3" fmla="*/ 968065 h 101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6685" h="1012429">
                    <a:moveTo>
                      <a:pt x="0" y="968065"/>
                    </a:moveTo>
                    <a:cubicBezTo>
                      <a:pt x="1199362" y="1008380"/>
                      <a:pt x="2779723" y="-373704"/>
                      <a:pt x="3826685" y="98411"/>
                    </a:cubicBezTo>
                    <a:lnTo>
                      <a:pt x="3826685" y="193365"/>
                    </a:lnTo>
                    <a:cubicBezTo>
                      <a:pt x="2614623" y="-65927"/>
                      <a:pt x="932662" y="1268632"/>
                      <a:pt x="0" y="968065"/>
                    </a:cubicBezTo>
                    <a:close/>
                  </a:path>
                </a:pathLst>
              </a:custGeom>
              <a:solidFill>
                <a:srgbClr val="9EC82D"/>
              </a:solidFill>
              <a:ln w="190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Rectangle 3">
                <a:extLst>
                  <a:ext uri="{FF2B5EF4-FFF2-40B4-BE49-F238E27FC236}">
                    <a16:creationId xmlns:a16="http://schemas.microsoft.com/office/drawing/2014/main" id="{EA8FBF3C-3620-DF0F-C494-029148E0E547}"/>
                  </a:ext>
                </a:extLst>
              </p:cNvPr>
              <p:cNvSpPr/>
              <p:nvPr/>
            </p:nvSpPr>
            <p:spPr>
              <a:xfrm rot="1799061">
                <a:off x="6052652" y="1611901"/>
                <a:ext cx="1026643" cy="2174123"/>
              </a:xfrm>
              <a:custGeom>
                <a:avLst/>
                <a:gdLst>
                  <a:gd name="connsiteX0" fmla="*/ 0 w 381000"/>
                  <a:gd name="connsiteY0" fmla="*/ 0 h 1422400"/>
                  <a:gd name="connsiteX1" fmla="*/ 381000 w 381000"/>
                  <a:gd name="connsiteY1" fmla="*/ 0 h 1422400"/>
                  <a:gd name="connsiteX2" fmla="*/ 381000 w 381000"/>
                  <a:gd name="connsiteY2" fmla="*/ 1422400 h 1422400"/>
                  <a:gd name="connsiteX3" fmla="*/ 0 w 381000"/>
                  <a:gd name="connsiteY3" fmla="*/ 1422400 h 1422400"/>
                  <a:gd name="connsiteX4" fmla="*/ 0 w 381000"/>
                  <a:gd name="connsiteY4" fmla="*/ 0 h 1422400"/>
                  <a:gd name="connsiteX0" fmla="*/ 0 w 596900"/>
                  <a:gd name="connsiteY0" fmla="*/ 0 h 1905000"/>
                  <a:gd name="connsiteX1" fmla="*/ 596900 w 596900"/>
                  <a:gd name="connsiteY1" fmla="*/ 482600 h 1905000"/>
                  <a:gd name="connsiteX2" fmla="*/ 596900 w 596900"/>
                  <a:gd name="connsiteY2" fmla="*/ 1905000 h 1905000"/>
                  <a:gd name="connsiteX3" fmla="*/ 215900 w 596900"/>
                  <a:gd name="connsiteY3" fmla="*/ 1905000 h 1905000"/>
                  <a:gd name="connsiteX4" fmla="*/ 0 w 596900"/>
                  <a:gd name="connsiteY4" fmla="*/ 0 h 1905000"/>
                  <a:gd name="connsiteX0" fmla="*/ 0 w 596900"/>
                  <a:gd name="connsiteY0" fmla="*/ 0 h 1905000"/>
                  <a:gd name="connsiteX1" fmla="*/ 482600 w 596900"/>
                  <a:gd name="connsiteY1" fmla="*/ 139700 h 1905000"/>
                  <a:gd name="connsiteX2" fmla="*/ 596900 w 596900"/>
                  <a:gd name="connsiteY2" fmla="*/ 1905000 h 1905000"/>
                  <a:gd name="connsiteX3" fmla="*/ 215900 w 596900"/>
                  <a:gd name="connsiteY3" fmla="*/ 1905000 h 1905000"/>
                  <a:gd name="connsiteX4" fmla="*/ 0 w 596900"/>
                  <a:gd name="connsiteY4" fmla="*/ 0 h 1905000"/>
                  <a:gd name="connsiteX0" fmla="*/ 0 w 596900"/>
                  <a:gd name="connsiteY0" fmla="*/ 0 h 1905000"/>
                  <a:gd name="connsiteX1" fmla="*/ 468313 w 596900"/>
                  <a:gd name="connsiteY1" fmla="*/ 115887 h 1905000"/>
                  <a:gd name="connsiteX2" fmla="*/ 596900 w 596900"/>
                  <a:gd name="connsiteY2" fmla="*/ 1905000 h 1905000"/>
                  <a:gd name="connsiteX3" fmla="*/ 215900 w 596900"/>
                  <a:gd name="connsiteY3" fmla="*/ 1905000 h 1905000"/>
                  <a:gd name="connsiteX4" fmla="*/ 0 w 596900"/>
                  <a:gd name="connsiteY4" fmla="*/ 0 h 1905000"/>
                  <a:gd name="connsiteX0" fmla="*/ 0 w 630237"/>
                  <a:gd name="connsiteY0" fmla="*/ 0 h 1900237"/>
                  <a:gd name="connsiteX1" fmla="*/ 501650 w 630237"/>
                  <a:gd name="connsiteY1" fmla="*/ 111124 h 1900237"/>
                  <a:gd name="connsiteX2" fmla="*/ 630237 w 630237"/>
                  <a:gd name="connsiteY2" fmla="*/ 1900237 h 1900237"/>
                  <a:gd name="connsiteX3" fmla="*/ 249237 w 630237"/>
                  <a:gd name="connsiteY3" fmla="*/ 1900237 h 1900237"/>
                  <a:gd name="connsiteX4" fmla="*/ 0 w 630237"/>
                  <a:gd name="connsiteY4" fmla="*/ 0 h 1900237"/>
                  <a:gd name="connsiteX0" fmla="*/ 0 w 630237"/>
                  <a:gd name="connsiteY0" fmla="*/ 74867 h 1975104"/>
                  <a:gd name="connsiteX1" fmla="*/ 501650 w 630237"/>
                  <a:gd name="connsiteY1" fmla="*/ 185991 h 1975104"/>
                  <a:gd name="connsiteX2" fmla="*/ 630237 w 630237"/>
                  <a:gd name="connsiteY2" fmla="*/ 1975104 h 1975104"/>
                  <a:gd name="connsiteX3" fmla="*/ 249237 w 630237"/>
                  <a:gd name="connsiteY3" fmla="*/ 1975104 h 1975104"/>
                  <a:gd name="connsiteX4" fmla="*/ 0 w 630237"/>
                  <a:gd name="connsiteY4" fmla="*/ 74867 h 1975104"/>
                  <a:gd name="connsiteX0" fmla="*/ 0 w 630237"/>
                  <a:gd name="connsiteY0" fmla="*/ 125035 h 2025272"/>
                  <a:gd name="connsiteX1" fmla="*/ 501650 w 630237"/>
                  <a:gd name="connsiteY1" fmla="*/ 236159 h 2025272"/>
                  <a:gd name="connsiteX2" fmla="*/ 630237 w 630237"/>
                  <a:gd name="connsiteY2" fmla="*/ 2025272 h 2025272"/>
                  <a:gd name="connsiteX3" fmla="*/ 249237 w 630237"/>
                  <a:gd name="connsiteY3" fmla="*/ 2025272 h 2025272"/>
                  <a:gd name="connsiteX4" fmla="*/ 0 w 630237"/>
                  <a:gd name="connsiteY4" fmla="*/ 125035 h 2025272"/>
                  <a:gd name="connsiteX0" fmla="*/ 176212 w 806449"/>
                  <a:gd name="connsiteY0" fmla="*/ 125035 h 2025272"/>
                  <a:gd name="connsiteX1" fmla="*/ 677862 w 806449"/>
                  <a:gd name="connsiteY1" fmla="*/ 236159 h 2025272"/>
                  <a:gd name="connsiteX2" fmla="*/ 806449 w 806449"/>
                  <a:gd name="connsiteY2" fmla="*/ 2025272 h 2025272"/>
                  <a:gd name="connsiteX3" fmla="*/ 425449 w 806449"/>
                  <a:gd name="connsiteY3" fmla="*/ 2025272 h 2025272"/>
                  <a:gd name="connsiteX4" fmla="*/ 0 w 806449"/>
                  <a:gd name="connsiteY4" fmla="*/ 382210 h 2025272"/>
                  <a:gd name="connsiteX5" fmla="*/ 176212 w 806449"/>
                  <a:gd name="connsiteY5" fmla="*/ 125035 h 2025272"/>
                  <a:gd name="connsiteX0" fmla="*/ 245290 w 875527"/>
                  <a:gd name="connsiteY0" fmla="*/ 125035 h 2025272"/>
                  <a:gd name="connsiteX1" fmla="*/ 746940 w 875527"/>
                  <a:gd name="connsiteY1" fmla="*/ 236159 h 2025272"/>
                  <a:gd name="connsiteX2" fmla="*/ 875527 w 875527"/>
                  <a:gd name="connsiteY2" fmla="*/ 2025272 h 2025272"/>
                  <a:gd name="connsiteX3" fmla="*/ 494527 w 875527"/>
                  <a:gd name="connsiteY3" fmla="*/ 2025272 h 2025272"/>
                  <a:gd name="connsiteX4" fmla="*/ 26216 w 875527"/>
                  <a:gd name="connsiteY4" fmla="*/ 658435 h 2025272"/>
                  <a:gd name="connsiteX5" fmla="*/ 69078 w 875527"/>
                  <a:gd name="connsiteY5" fmla="*/ 382210 h 2025272"/>
                  <a:gd name="connsiteX6" fmla="*/ 245290 w 875527"/>
                  <a:gd name="connsiteY6" fmla="*/ 125035 h 2025272"/>
                  <a:gd name="connsiteX0" fmla="*/ 221743 w 851980"/>
                  <a:gd name="connsiteY0" fmla="*/ 125035 h 2025272"/>
                  <a:gd name="connsiteX1" fmla="*/ 723393 w 851980"/>
                  <a:gd name="connsiteY1" fmla="*/ 236159 h 2025272"/>
                  <a:gd name="connsiteX2" fmla="*/ 851980 w 851980"/>
                  <a:gd name="connsiteY2" fmla="*/ 2025272 h 2025272"/>
                  <a:gd name="connsiteX3" fmla="*/ 470980 w 851980"/>
                  <a:gd name="connsiteY3" fmla="*/ 2025272 h 2025272"/>
                  <a:gd name="connsiteX4" fmla="*/ 55056 w 851980"/>
                  <a:gd name="connsiteY4" fmla="*/ 944185 h 2025272"/>
                  <a:gd name="connsiteX5" fmla="*/ 2669 w 851980"/>
                  <a:gd name="connsiteY5" fmla="*/ 658435 h 2025272"/>
                  <a:gd name="connsiteX6" fmla="*/ 45531 w 851980"/>
                  <a:gd name="connsiteY6" fmla="*/ 382210 h 2025272"/>
                  <a:gd name="connsiteX7" fmla="*/ 221743 w 851980"/>
                  <a:gd name="connsiteY7" fmla="*/ 125035 h 2025272"/>
                  <a:gd name="connsiteX0" fmla="*/ 219345 w 849582"/>
                  <a:gd name="connsiteY0" fmla="*/ 125035 h 2025272"/>
                  <a:gd name="connsiteX1" fmla="*/ 720995 w 849582"/>
                  <a:gd name="connsiteY1" fmla="*/ 236159 h 2025272"/>
                  <a:gd name="connsiteX2" fmla="*/ 849582 w 849582"/>
                  <a:gd name="connsiteY2" fmla="*/ 2025272 h 2025272"/>
                  <a:gd name="connsiteX3" fmla="*/ 468582 w 849582"/>
                  <a:gd name="connsiteY3" fmla="*/ 2025272 h 2025272"/>
                  <a:gd name="connsiteX4" fmla="*/ 200295 w 849582"/>
                  <a:gd name="connsiteY4" fmla="*/ 1229935 h 2025272"/>
                  <a:gd name="connsiteX5" fmla="*/ 52658 w 849582"/>
                  <a:gd name="connsiteY5" fmla="*/ 944185 h 2025272"/>
                  <a:gd name="connsiteX6" fmla="*/ 271 w 849582"/>
                  <a:gd name="connsiteY6" fmla="*/ 658435 h 2025272"/>
                  <a:gd name="connsiteX7" fmla="*/ 43133 w 849582"/>
                  <a:gd name="connsiteY7" fmla="*/ 382210 h 2025272"/>
                  <a:gd name="connsiteX8" fmla="*/ 219345 w 849582"/>
                  <a:gd name="connsiteY8" fmla="*/ 125035 h 2025272"/>
                  <a:gd name="connsiteX0" fmla="*/ 219345 w 849582"/>
                  <a:gd name="connsiteY0" fmla="*/ 125035 h 2025272"/>
                  <a:gd name="connsiteX1" fmla="*/ 720995 w 849582"/>
                  <a:gd name="connsiteY1" fmla="*/ 236159 h 2025272"/>
                  <a:gd name="connsiteX2" fmla="*/ 849582 w 849582"/>
                  <a:gd name="connsiteY2" fmla="*/ 2025272 h 2025272"/>
                  <a:gd name="connsiteX3" fmla="*/ 468582 w 849582"/>
                  <a:gd name="connsiteY3" fmla="*/ 2025272 h 2025272"/>
                  <a:gd name="connsiteX4" fmla="*/ 309832 w 849582"/>
                  <a:gd name="connsiteY4" fmla="*/ 1415672 h 2025272"/>
                  <a:gd name="connsiteX5" fmla="*/ 200295 w 849582"/>
                  <a:gd name="connsiteY5" fmla="*/ 1229935 h 2025272"/>
                  <a:gd name="connsiteX6" fmla="*/ 52658 w 849582"/>
                  <a:gd name="connsiteY6" fmla="*/ 944185 h 2025272"/>
                  <a:gd name="connsiteX7" fmla="*/ 271 w 849582"/>
                  <a:gd name="connsiteY7" fmla="*/ 658435 h 2025272"/>
                  <a:gd name="connsiteX8" fmla="*/ 43133 w 849582"/>
                  <a:gd name="connsiteY8" fmla="*/ 382210 h 2025272"/>
                  <a:gd name="connsiteX9" fmla="*/ 219345 w 849582"/>
                  <a:gd name="connsiteY9" fmla="*/ 125035 h 2025272"/>
                  <a:gd name="connsiteX0" fmla="*/ 219345 w 849582"/>
                  <a:gd name="connsiteY0" fmla="*/ 125035 h 2025272"/>
                  <a:gd name="connsiteX1" fmla="*/ 720995 w 849582"/>
                  <a:gd name="connsiteY1" fmla="*/ 236159 h 2025272"/>
                  <a:gd name="connsiteX2" fmla="*/ 849582 w 849582"/>
                  <a:gd name="connsiteY2" fmla="*/ 2025272 h 2025272"/>
                  <a:gd name="connsiteX3" fmla="*/ 468582 w 849582"/>
                  <a:gd name="connsiteY3" fmla="*/ 2025272 h 2025272"/>
                  <a:gd name="connsiteX4" fmla="*/ 381270 w 849582"/>
                  <a:gd name="connsiteY4" fmla="*/ 1577597 h 2025272"/>
                  <a:gd name="connsiteX5" fmla="*/ 309832 w 849582"/>
                  <a:gd name="connsiteY5" fmla="*/ 1415672 h 2025272"/>
                  <a:gd name="connsiteX6" fmla="*/ 200295 w 849582"/>
                  <a:gd name="connsiteY6" fmla="*/ 1229935 h 2025272"/>
                  <a:gd name="connsiteX7" fmla="*/ 52658 w 849582"/>
                  <a:gd name="connsiteY7" fmla="*/ 944185 h 2025272"/>
                  <a:gd name="connsiteX8" fmla="*/ 271 w 849582"/>
                  <a:gd name="connsiteY8" fmla="*/ 658435 h 2025272"/>
                  <a:gd name="connsiteX9" fmla="*/ 43133 w 849582"/>
                  <a:gd name="connsiteY9" fmla="*/ 382210 h 2025272"/>
                  <a:gd name="connsiteX10" fmla="*/ 219345 w 849582"/>
                  <a:gd name="connsiteY10" fmla="*/ 125035 h 2025272"/>
                  <a:gd name="connsiteX0" fmla="*/ 219345 w 849582"/>
                  <a:gd name="connsiteY0" fmla="*/ 125035 h 2025272"/>
                  <a:gd name="connsiteX1" fmla="*/ 720995 w 849582"/>
                  <a:gd name="connsiteY1" fmla="*/ 236159 h 2025272"/>
                  <a:gd name="connsiteX2" fmla="*/ 819420 w 849582"/>
                  <a:gd name="connsiteY2" fmla="*/ 586997 h 2025272"/>
                  <a:gd name="connsiteX3" fmla="*/ 849582 w 849582"/>
                  <a:gd name="connsiteY3" fmla="*/ 2025272 h 2025272"/>
                  <a:gd name="connsiteX4" fmla="*/ 468582 w 849582"/>
                  <a:gd name="connsiteY4" fmla="*/ 2025272 h 2025272"/>
                  <a:gd name="connsiteX5" fmla="*/ 381270 w 849582"/>
                  <a:gd name="connsiteY5" fmla="*/ 1577597 h 2025272"/>
                  <a:gd name="connsiteX6" fmla="*/ 309832 w 849582"/>
                  <a:gd name="connsiteY6" fmla="*/ 1415672 h 2025272"/>
                  <a:gd name="connsiteX7" fmla="*/ 200295 w 849582"/>
                  <a:gd name="connsiteY7" fmla="*/ 1229935 h 2025272"/>
                  <a:gd name="connsiteX8" fmla="*/ 52658 w 849582"/>
                  <a:gd name="connsiteY8" fmla="*/ 944185 h 2025272"/>
                  <a:gd name="connsiteX9" fmla="*/ 271 w 849582"/>
                  <a:gd name="connsiteY9" fmla="*/ 658435 h 2025272"/>
                  <a:gd name="connsiteX10" fmla="*/ 43133 w 849582"/>
                  <a:gd name="connsiteY10" fmla="*/ 382210 h 2025272"/>
                  <a:gd name="connsiteX11" fmla="*/ 219345 w 849582"/>
                  <a:gd name="connsiteY11" fmla="*/ 125035 h 2025272"/>
                  <a:gd name="connsiteX0" fmla="*/ 219345 w 849582"/>
                  <a:gd name="connsiteY0" fmla="*/ 125035 h 2025272"/>
                  <a:gd name="connsiteX1" fmla="*/ 720995 w 849582"/>
                  <a:gd name="connsiteY1" fmla="*/ 236159 h 2025272"/>
                  <a:gd name="connsiteX2" fmla="*/ 819420 w 849582"/>
                  <a:gd name="connsiteY2" fmla="*/ 586997 h 2025272"/>
                  <a:gd name="connsiteX3" fmla="*/ 805132 w 849582"/>
                  <a:gd name="connsiteY3" fmla="*/ 787022 h 2025272"/>
                  <a:gd name="connsiteX4" fmla="*/ 849582 w 849582"/>
                  <a:gd name="connsiteY4" fmla="*/ 2025272 h 2025272"/>
                  <a:gd name="connsiteX5" fmla="*/ 468582 w 849582"/>
                  <a:gd name="connsiteY5" fmla="*/ 2025272 h 2025272"/>
                  <a:gd name="connsiteX6" fmla="*/ 381270 w 849582"/>
                  <a:gd name="connsiteY6" fmla="*/ 1577597 h 2025272"/>
                  <a:gd name="connsiteX7" fmla="*/ 309832 w 849582"/>
                  <a:gd name="connsiteY7" fmla="*/ 1415672 h 2025272"/>
                  <a:gd name="connsiteX8" fmla="*/ 200295 w 849582"/>
                  <a:gd name="connsiteY8" fmla="*/ 1229935 h 2025272"/>
                  <a:gd name="connsiteX9" fmla="*/ 52658 w 849582"/>
                  <a:gd name="connsiteY9" fmla="*/ 944185 h 2025272"/>
                  <a:gd name="connsiteX10" fmla="*/ 271 w 849582"/>
                  <a:gd name="connsiteY10" fmla="*/ 658435 h 2025272"/>
                  <a:gd name="connsiteX11" fmla="*/ 43133 w 849582"/>
                  <a:gd name="connsiteY11" fmla="*/ 382210 h 2025272"/>
                  <a:gd name="connsiteX12" fmla="*/ 219345 w 849582"/>
                  <a:gd name="connsiteY12" fmla="*/ 125035 h 2025272"/>
                  <a:gd name="connsiteX0" fmla="*/ 219345 w 849582"/>
                  <a:gd name="connsiteY0" fmla="*/ 125035 h 2025272"/>
                  <a:gd name="connsiteX1" fmla="*/ 720995 w 849582"/>
                  <a:gd name="connsiteY1" fmla="*/ 236159 h 2025272"/>
                  <a:gd name="connsiteX2" fmla="*/ 819420 w 849582"/>
                  <a:gd name="connsiteY2" fmla="*/ 586997 h 2025272"/>
                  <a:gd name="connsiteX3" fmla="*/ 805132 w 849582"/>
                  <a:gd name="connsiteY3" fmla="*/ 787022 h 2025272"/>
                  <a:gd name="connsiteX4" fmla="*/ 776557 w 849582"/>
                  <a:gd name="connsiteY4" fmla="*/ 1053722 h 2025272"/>
                  <a:gd name="connsiteX5" fmla="*/ 849582 w 849582"/>
                  <a:gd name="connsiteY5" fmla="*/ 2025272 h 2025272"/>
                  <a:gd name="connsiteX6" fmla="*/ 468582 w 849582"/>
                  <a:gd name="connsiteY6" fmla="*/ 2025272 h 2025272"/>
                  <a:gd name="connsiteX7" fmla="*/ 381270 w 849582"/>
                  <a:gd name="connsiteY7" fmla="*/ 1577597 h 2025272"/>
                  <a:gd name="connsiteX8" fmla="*/ 309832 w 849582"/>
                  <a:gd name="connsiteY8" fmla="*/ 1415672 h 2025272"/>
                  <a:gd name="connsiteX9" fmla="*/ 200295 w 849582"/>
                  <a:gd name="connsiteY9" fmla="*/ 1229935 h 2025272"/>
                  <a:gd name="connsiteX10" fmla="*/ 52658 w 849582"/>
                  <a:gd name="connsiteY10" fmla="*/ 944185 h 2025272"/>
                  <a:gd name="connsiteX11" fmla="*/ 271 w 849582"/>
                  <a:gd name="connsiteY11" fmla="*/ 658435 h 2025272"/>
                  <a:gd name="connsiteX12" fmla="*/ 43133 w 849582"/>
                  <a:gd name="connsiteY12" fmla="*/ 382210 h 2025272"/>
                  <a:gd name="connsiteX13" fmla="*/ 219345 w 849582"/>
                  <a:gd name="connsiteY13" fmla="*/ 125035 h 2025272"/>
                  <a:gd name="connsiteX0" fmla="*/ 219345 w 849582"/>
                  <a:gd name="connsiteY0" fmla="*/ 125035 h 2025272"/>
                  <a:gd name="connsiteX1" fmla="*/ 720995 w 849582"/>
                  <a:gd name="connsiteY1" fmla="*/ 236159 h 2025272"/>
                  <a:gd name="connsiteX2" fmla="*/ 819420 w 849582"/>
                  <a:gd name="connsiteY2" fmla="*/ 586997 h 2025272"/>
                  <a:gd name="connsiteX3" fmla="*/ 805132 w 849582"/>
                  <a:gd name="connsiteY3" fmla="*/ 787022 h 2025272"/>
                  <a:gd name="connsiteX4" fmla="*/ 776557 w 849582"/>
                  <a:gd name="connsiteY4" fmla="*/ 1053722 h 2025272"/>
                  <a:gd name="connsiteX5" fmla="*/ 809895 w 849582"/>
                  <a:gd name="connsiteY5" fmla="*/ 1348997 h 2025272"/>
                  <a:gd name="connsiteX6" fmla="*/ 849582 w 849582"/>
                  <a:gd name="connsiteY6" fmla="*/ 2025272 h 2025272"/>
                  <a:gd name="connsiteX7" fmla="*/ 468582 w 849582"/>
                  <a:gd name="connsiteY7" fmla="*/ 2025272 h 2025272"/>
                  <a:gd name="connsiteX8" fmla="*/ 381270 w 849582"/>
                  <a:gd name="connsiteY8" fmla="*/ 1577597 h 2025272"/>
                  <a:gd name="connsiteX9" fmla="*/ 309832 w 849582"/>
                  <a:gd name="connsiteY9" fmla="*/ 1415672 h 2025272"/>
                  <a:gd name="connsiteX10" fmla="*/ 200295 w 849582"/>
                  <a:gd name="connsiteY10" fmla="*/ 1229935 h 2025272"/>
                  <a:gd name="connsiteX11" fmla="*/ 52658 w 849582"/>
                  <a:gd name="connsiteY11" fmla="*/ 944185 h 2025272"/>
                  <a:gd name="connsiteX12" fmla="*/ 271 w 849582"/>
                  <a:gd name="connsiteY12" fmla="*/ 658435 h 2025272"/>
                  <a:gd name="connsiteX13" fmla="*/ 43133 w 849582"/>
                  <a:gd name="connsiteY13" fmla="*/ 382210 h 2025272"/>
                  <a:gd name="connsiteX14" fmla="*/ 219345 w 849582"/>
                  <a:gd name="connsiteY14" fmla="*/ 125035 h 2025272"/>
                  <a:gd name="connsiteX0" fmla="*/ 219345 w 819522"/>
                  <a:gd name="connsiteY0" fmla="*/ 125035 h 2025272"/>
                  <a:gd name="connsiteX1" fmla="*/ 720995 w 819522"/>
                  <a:gd name="connsiteY1" fmla="*/ 236159 h 2025272"/>
                  <a:gd name="connsiteX2" fmla="*/ 819420 w 819522"/>
                  <a:gd name="connsiteY2" fmla="*/ 586997 h 2025272"/>
                  <a:gd name="connsiteX3" fmla="*/ 805132 w 819522"/>
                  <a:gd name="connsiteY3" fmla="*/ 787022 h 2025272"/>
                  <a:gd name="connsiteX4" fmla="*/ 776557 w 819522"/>
                  <a:gd name="connsiteY4" fmla="*/ 1053722 h 2025272"/>
                  <a:gd name="connsiteX5" fmla="*/ 809895 w 819522"/>
                  <a:gd name="connsiteY5" fmla="*/ 1348997 h 2025272"/>
                  <a:gd name="connsiteX6" fmla="*/ 468582 w 819522"/>
                  <a:gd name="connsiteY6" fmla="*/ 2025272 h 2025272"/>
                  <a:gd name="connsiteX7" fmla="*/ 381270 w 819522"/>
                  <a:gd name="connsiteY7" fmla="*/ 1577597 h 2025272"/>
                  <a:gd name="connsiteX8" fmla="*/ 309832 w 819522"/>
                  <a:gd name="connsiteY8" fmla="*/ 1415672 h 2025272"/>
                  <a:gd name="connsiteX9" fmla="*/ 200295 w 819522"/>
                  <a:gd name="connsiteY9" fmla="*/ 1229935 h 2025272"/>
                  <a:gd name="connsiteX10" fmla="*/ 52658 w 819522"/>
                  <a:gd name="connsiteY10" fmla="*/ 944185 h 2025272"/>
                  <a:gd name="connsiteX11" fmla="*/ 271 w 819522"/>
                  <a:gd name="connsiteY11" fmla="*/ 658435 h 2025272"/>
                  <a:gd name="connsiteX12" fmla="*/ 43133 w 819522"/>
                  <a:gd name="connsiteY12" fmla="*/ 382210 h 2025272"/>
                  <a:gd name="connsiteX13" fmla="*/ 219345 w 819522"/>
                  <a:gd name="connsiteY13" fmla="*/ 125035 h 2025272"/>
                  <a:gd name="connsiteX0" fmla="*/ 219345 w 819522"/>
                  <a:gd name="connsiteY0" fmla="*/ 125035 h 1772859"/>
                  <a:gd name="connsiteX1" fmla="*/ 720995 w 819522"/>
                  <a:gd name="connsiteY1" fmla="*/ 236159 h 1772859"/>
                  <a:gd name="connsiteX2" fmla="*/ 819420 w 819522"/>
                  <a:gd name="connsiteY2" fmla="*/ 586997 h 1772859"/>
                  <a:gd name="connsiteX3" fmla="*/ 805132 w 819522"/>
                  <a:gd name="connsiteY3" fmla="*/ 787022 h 1772859"/>
                  <a:gd name="connsiteX4" fmla="*/ 776557 w 819522"/>
                  <a:gd name="connsiteY4" fmla="*/ 1053722 h 1772859"/>
                  <a:gd name="connsiteX5" fmla="*/ 809895 w 819522"/>
                  <a:gd name="connsiteY5" fmla="*/ 1348997 h 1772859"/>
                  <a:gd name="connsiteX6" fmla="*/ 673370 w 819522"/>
                  <a:gd name="connsiteY6" fmla="*/ 1772859 h 1772859"/>
                  <a:gd name="connsiteX7" fmla="*/ 381270 w 819522"/>
                  <a:gd name="connsiteY7" fmla="*/ 1577597 h 1772859"/>
                  <a:gd name="connsiteX8" fmla="*/ 309832 w 819522"/>
                  <a:gd name="connsiteY8" fmla="*/ 1415672 h 1772859"/>
                  <a:gd name="connsiteX9" fmla="*/ 200295 w 819522"/>
                  <a:gd name="connsiteY9" fmla="*/ 1229935 h 1772859"/>
                  <a:gd name="connsiteX10" fmla="*/ 52658 w 819522"/>
                  <a:gd name="connsiteY10" fmla="*/ 944185 h 1772859"/>
                  <a:gd name="connsiteX11" fmla="*/ 271 w 819522"/>
                  <a:gd name="connsiteY11" fmla="*/ 658435 h 1772859"/>
                  <a:gd name="connsiteX12" fmla="*/ 43133 w 819522"/>
                  <a:gd name="connsiteY12" fmla="*/ 382210 h 1772859"/>
                  <a:gd name="connsiteX13" fmla="*/ 219345 w 819522"/>
                  <a:gd name="connsiteY13" fmla="*/ 125035 h 1772859"/>
                  <a:gd name="connsiteX0" fmla="*/ 219345 w 819522"/>
                  <a:gd name="connsiteY0" fmla="*/ 125035 h 1772859"/>
                  <a:gd name="connsiteX1" fmla="*/ 720995 w 819522"/>
                  <a:gd name="connsiteY1" fmla="*/ 236159 h 1772859"/>
                  <a:gd name="connsiteX2" fmla="*/ 819420 w 819522"/>
                  <a:gd name="connsiteY2" fmla="*/ 586997 h 1772859"/>
                  <a:gd name="connsiteX3" fmla="*/ 805132 w 819522"/>
                  <a:gd name="connsiteY3" fmla="*/ 787022 h 1772859"/>
                  <a:gd name="connsiteX4" fmla="*/ 776557 w 819522"/>
                  <a:gd name="connsiteY4" fmla="*/ 1053722 h 1772859"/>
                  <a:gd name="connsiteX5" fmla="*/ 809895 w 819522"/>
                  <a:gd name="connsiteY5" fmla="*/ 1348997 h 1772859"/>
                  <a:gd name="connsiteX6" fmla="*/ 673370 w 819522"/>
                  <a:gd name="connsiteY6" fmla="*/ 1772859 h 1772859"/>
                  <a:gd name="connsiteX7" fmla="*/ 381270 w 819522"/>
                  <a:gd name="connsiteY7" fmla="*/ 1577597 h 1772859"/>
                  <a:gd name="connsiteX8" fmla="*/ 309832 w 819522"/>
                  <a:gd name="connsiteY8" fmla="*/ 1415672 h 1772859"/>
                  <a:gd name="connsiteX9" fmla="*/ 200295 w 819522"/>
                  <a:gd name="connsiteY9" fmla="*/ 1229935 h 1772859"/>
                  <a:gd name="connsiteX10" fmla="*/ 52658 w 819522"/>
                  <a:gd name="connsiteY10" fmla="*/ 944185 h 1772859"/>
                  <a:gd name="connsiteX11" fmla="*/ 271 w 819522"/>
                  <a:gd name="connsiteY11" fmla="*/ 658435 h 1772859"/>
                  <a:gd name="connsiteX12" fmla="*/ 43133 w 819522"/>
                  <a:gd name="connsiteY12" fmla="*/ 382210 h 1772859"/>
                  <a:gd name="connsiteX13" fmla="*/ 219345 w 819522"/>
                  <a:gd name="connsiteY13" fmla="*/ 125035 h 1772859"/>
                  <a:gd name="connsiteX0" fmla="*/ 219345 w 819522"/>
                  <a:gd name="connsiteY0" fmla="*/ 125035 h 1777273"/>
                  <a:gd name="connsiteX1" fmla="*/ 720995 w 819522"/>
                  <a:gd name="connsiteY1" fmla="*/ 236159 h 1777273"/>
                  <a:gd name="connsiteX2" fmla="*/ 819420 w 819522"/>
                  <a:gd name="connsiteY2" fmla="*/ 586997 h 1777273"/>
                  <a:gd name="connsiteX3" fmla="*/ 805132 w 819522"/>
                  <a:gd name="connsiteY3" fmla="*/ 787022 h 1777273"/>
                  <a:gd name="connsiteX4" fmla="*/ 776557 w 819522"/>
                  <a:gd name="connsiteY4" fmla="*/ 1053722 h 1777273"/>
                  <a:gd name="connsiteX5" fmla="*/ 809895 w 819522"/>
                  <a:gd name="connsiteY5" fmla="*/ 1348997 h 1777273"/>
                  <a:gd name="connsiteX6" fmla="*/ 673370 w 819522"/>
                  <a:gd name="connsiteY6" fmla="*/ 1772859 h 1777273"/>
                  <a:gd name="connsiteX7" fmla="*/ 381270 w 819522"/>
                  <a:gd name="connsiteY7" fmla="*/ 1577597 h 1777273"/>
                  <a:gd name="connsiteX8" fmla="*/ 309832 w 819522"/>
                  <a:gd name="connsiteY8" fmla="*/ 1415672 h 1777273"/>
                  <a:gd name="connsiteX9" fmla="*/ 200295 w 819522"/>
                  <a:gd name="connsiteY9" fmla="*/ 1229935 h 1777273"/>
                  <a:gd name="connsiteX10" fmla="*/ 52658 w 819522"/>
                  <a:gd name="connsiteY10" fmla="*/ 944185 h 1777273"/>
                  <a:gd name="connsiteX11" fmla="*/ 271 w 819522"/>
                  <a:gd name="connsiteY11" fmla="*/ 658435 h 1777273"/>
                  <a:gd name="connsiteX12" fmla="*/ 43133 w 819522"/>
                  <a:gd name="connsiteY12" fmla="*/ 382210 h 1777273"/>
                  <a:gd name="connsiteX13" fmla="*/ 219345 w 819522"/>
                  <a:gd name="connsiteY13" fmla="*/ 125035 h 1777273"/>
                  <a:gd name="connsiteX0" fmla="*/ 219345 w 835096"/>
                  <a:gd name="connsiteY0" fmla="*/ 125035 h 1777273"/>
                  <a:gd name="connsiteX1" fmla="*/ 720995 w 835096"/>
                  <a:gd name="connsiteY1" fmla="*/ 236159 h 1777273"/>
                  <a:gd name="connsiteX2" fmla="*/ 819420 w 835096"/>
                  <a:gd name="connsiteY2" fmla="*/ 586997 h 1777273"/>
                  <a:gd name="connsiteX3" fmla="*/ 805132 w 835096"/>
                  <a:gd name="connsiteY3" fmla="*/ 787022 h 1777273"/>
                  <a:gd name="connsiteX4" fmla="*/ 776557 w 835096"/>
                  <a:gd name="connsiteY4" fmla="*/ 1053722 h 1777273"/>
                  <a:gd name="connsiteX5" fmla="*/ 809895 w 835096"/>
                  <a:gd name="connsiteY5" fmla="*/ 1348997 h 1777273"/>
                  <a:gd name="connsiteX6" fmla="*/ 673370 w 835096"/>
                  <a:gd name="connsiteY6" fmla="*/ 1772859 h 1777273"/>
                  <a:gd name="connsiteX7" fmla="*/ 381270 w 835096"/>
                  <a:gd name="connsiteY7" fmla="*/ 1577597 h 1777273"/>
                  <a:gd name="connsiteX8" fmla="*/ 309832 w 835096"/>
                  <a:gd name="connsiteY8" fmla="*/ 1415672 h 1777273"/>
                  <a:gd name="connsiteX9" fmla="*/ 200295 w 835096"/>
                  <a:gd name="connsiteY9" fmla="*/ 1229935 h 1777273"/>
                  <a:gd name="connsiteX10" fmla="*/ 52658 w 835096"/>
                  <a:gd name="connsiteY10" fmla="*/ 944185 h 1777273"/>
                  <a:gd name="connsiteX11" fmla="*/ 271 w 835096"/>
                  <a:gd name="connsiteY11" fmla="*/ 658435 h 1777273"/>
                  <a:gd name="connsiteX12" fmla="*/ 43133 w 835096"/>
                  <a:gd name="connsiteY12" fmla="*/ 382210 h 1777273"/>
                  <a:gd name="connsiteX13" fmla="*/ 219345 w 835096"/>
                  <a:gd name="connsiteY13" fmla="*/ 125035 h 1777273"/>
                  <a:gd name="connsiteX0" fmla="*/ 219345 w 835096"/>
                  <a:gd name="connsiteY0" fmla="*/ 125035 h 1777273"/>
                  <a:gd name="connsiteX1" fmla="*/ 720995 w 835096"/>
                  <a:gd name="connsiteY1" fmla="*/ 236159 h 1777273"/>
                  <a:gd name="connsiteX2" fmla="*/ 819420 w 835096"/>
                  <a:gd name="connsiteY2" fmla="*/ 586997 h 1777273"/>
                  <a:gd name="connsiteX3" fmla="*/ 805132 w 835096"/>
                  <a:gd name="connsiteY3" fmla="*/ 787022 h 1777273"/>
                  <a:gd name="connsiteX4" fmla="*/ 776557 w 835096"/>
                  <a:gd name="connsiteY4" fmla="*/ 1053722 h 1777273"/>
                  <a:gd name="connsiteX5" fmla="*/ 809895 w 835096"/>
                  <a:gd name="connsiteY5" fmla="*/ 1348997 h 1777273"/>
                  <a:gd name="connsiteX6" fmla="*/ 673370 w 835096"/>
                  <a:gd name="connsiteY6" fmla="*/ 1772859 h 1777273"/>
                  <a:gd name="connsiteX7" fmla="*/ 381270 w 835096"/>
                  <a:gd name="connsiteY7" fmla="*/ 1577597 h 1777273"/>
                  <a:gd name="connsiteX8" fmla="*/ 309832 w 835096"/>
                  <a:gd name="connsiteY8" fmla="*/ 1415672 h 1777273"/>
                  <a:gd name="connsiteX9" fmla="*/ 200295 w 835096"/>
                  <a:gd name="connsiteY9" fmla="*/ 1229935 h 1777273"/>
                  <a:gd name="connsiteX10" fmla="*/ 52658 w 835096"/>
                  <a:gd name="connsiteY10" fmla="*/ 944185 h 1777273"/>
                  <a:gd name="connsiteX11" fmla="*/ 271 w 835096"/>
                  <a:gd name="connsiteY11" fmla="*/ 658435 h 1777273"/>
                  <a:gd name="connsiteX12" fmla="*/ 43133 w 835096"/>
                  <a:gd name="connsiteY12" fmla="*/ 382210 h 1777273"/>
                  <a:gd name="connsiteX13" fmla="*/ 219345 w 835096"/>
                  <a:gd name="connsiteY13" fmla="*/ 125035 h 1777273"/>
                  <a:gd name="connsiteX0" fmla="*/ 219345 w 844079"/>
                  <a:gd name="connsiteY0" fmla="*/ 125035 h 1777273"/>
                  <a:gd name="connsiteX1" fmla="*/ 720995 w 844079"/>
                  <a:gd name="connsiteY1" fmla="*/ 236159 h 1777273"/>
                  <a:gd name="connsiteX2" fmla="*/ 819420 w 844079"/>
                  <a:gd name="connsiteY2" fmla="*/ 586997 h 1777273"/>
                  <a:gd name="connsiteX3" fmla="*/ 805132 w 844079"/>
                  <a:gd name="connsiteY3" fmla="*/ 787022 h 1777273"/>
                  <a:gd name="connsiteX4" fmla="*/ 776557 w 844079"/>
                  <a:gd name="connsiteY4" fmla="*/ 1053722 h 1777273"/>
                  <a:gd name="connsiteX5" fmla="*/ 809895 w 844079"/>
                  <a:gd name="connsiteY5" fmla="*/ 1348997 h 1777273"/>
                  <a:gd name="connsiteX6" fmla="*/ 673370 w 844079"/>
                  <a:gd name="connsiteY6" fmla="*/ 1772859 h 1777273"/>
                  <a:gd name="connsiteX7" fmla="*/ 381270 w 844079"/>
                  <a:gd name="connsiteY7" fmla="*/ 1577597 h 1777273"/>
                  <a:gd name="connsiteX8" fmla="*/ 309832 w 844079"/>
                  <a:gd name="connsiteY8" fmla="*/ 1415672 h 1777273"/>
                  <a:gd name="connsiteX9" fmla="*/ 200295 w 844079"/>
                  <a:gd name="connsiteY9" fmla="*/ 1229935 h 1777273"/>
                  <a:gd name="connsiteX10" fmla="*/ 52658 w 844079"/>
                  <a:gd name="connsiteY10" fmla="*/ 944185 h 1777273"/>
                  <a:gd name="connsiteX11" fmla="*/ 271 w 844079"/>
                  <a:gd name="connsiteY11" fmla="*/ 658435 h 1777273"/>
                  <a:gd name="connsiteX12" fmla="*/ 43133 w 844079"/>
                  <a:gd name="connsiteY12" fmla="*/ 382210 h 1777273"/>
                  <a:gd name="connsiteX13" fmla="*/ 219345 w 844079"/>
                  <a:gd name="connsiteY13" fmla="*/ 125035 h 1777273"/>
                  <a:gd name="connsiteX0" fmla="*/ 219345 w 856265"/>
                  <a:gd name="connsiteY0" fmla="*/ 125035 h 1777273"/>
                  <a:gd name="connsiteX1" fmla="*/ 720995 w 856265"/>
                  <a:gd name="connsiteY1" fmla="*/ 236159 h 1777273"/>
                  <a:gd name="connsiteX2" fmla="*/ 819420 w 856265"/>
                  <a:gd name="connsiteY2" fmla="*/ 586997 h 1777273"/>
                  <a:gd name="connsiteX3" fmla="*/ 805132 w 856265"/>
                  <a:gd name="connsiteY3" fmla="*/ 787022 h 1777273"/>
                  <a:gd name="connsiteX4" fmla="*/ 776557 w 856265"/>
                  <a:gd name="connsiteY4" fmla="*/ 1053722 h 1777273"/>
                  <a:gd name="connsiteX5" fmla="*/ 809895 w 856265"/>
                  <a:gd name="connsiteY5" fmla="*/ 1348997 h 1777273"/>
                  <a:gd name="connsiteX6" fmla="*/ 673370 w 856265"/>
                  <a:gd name="connsiteY6" fmla="*/ 1772859 h 1777273"/>
                  <a:gd name="connsiteX7" fmla="*/ 381270 w 856265"/>
                  <a:gd name="connsiteY7" fmla="*/ 1577597 h 1777273"/>
                  <a:gd name="connsiteX8" fmla="*/ 309832 w 856265"/>
                  <a:gd name="connsiteY8" fmla="*/ 1415672 h 1777273"/>
                  <a:gd name="connsiteX9" fmla="*/ 200295 w 856265"/>
                  <a:gd name="connsiteY9" fmla="*/ 1229935 h 1777273"/>
                  <a:gd name="connsiteX10" fmla="*/ 52658 w 856265"/>
                  <a:gd name="connsiteY10" fmla="*/ 944185 h 1777273"/>
                  <a:gd name="connsiteX11" fmla="*/ 271 w 856265"/>
                  <a:gd name="connsiteY11" fmla="*/ 658435 h 1777273"/>
                  <a:gd name="connsiteX12" fmla="*/ 43133 w 856265"/>
                  <a:gd name="connsiteY12" fmla="*/ 382210 h 1777273"/>
                  <a:gd name="connsiteX13" fmla="*/ 219345 w 856265"/>
                  <a:gd name="connsiteY13" fmla="*/ 125035 h 1777273"/>
                  <a:gd name="connsiteX0" fmla="*/ 219345 w 856265"/>
                  <a:gd name="connsiteY0" fmla="*/ 125035 h 1777273"/>
                  <a:gd name="connsiteX1" fmla="*/ 720995 w 856265"/>
                  <a:gd name="connsiteY1" fmla="*/ 236159 h 1777273"/>
                  <a:gd name="connsiteX2" fmla="*/ 819420 w 856265"/>
                  <a:gd name="connsiteY2" fmla="*/ 586997 h 1777273"/>
                  <a:gd name="connsiteX3" fmla="*/ 805132 w 856265"/>
                  <a:gd name="connsiteY3" fmla="*/ 787022 h 1777273"/>
                  <a:gd name="connsiteX4" fmla="*/ 776557 w 856265"/>
                  <a:gd name="connsiteY4" fmla="*/ 1053722 h 1777273"/>
                  <a:gd name="connsiteX5" fmla="*/ 809895 w 856265"/>
                  <a:gd name="connsiteY5" fmla="*/ 1348997 h 1777273"/>
                  <a:gd name="connsiteX6" fmla="*/ 673370 w 856265"/>
                  <a:gd name="connsiteY6" fmla="*/ 1772859 h 1777273"/>
                  <a:gd name="connsiteX7" fmla="*/ 381270 w 856265"/>
                  <a:gd name="connsiteY7" fmla="*/ 1577597 h 1777273"/>
                  <a:gd name="connsiteX8" fmla="*/ 309832 w 856265"/>
                  <a:gd name="connsiteY8" fmla="*/ 1415672 h 1777273"/>
                  <a:gd name="connsiteX9" fmla="*/ 200295 w 856265"/>
                  <a:gd name="connsiteY9" fmla="*/ 1229935 h 1777273"/>
                  <a:gd name="connsiteX10" fmla="*/ 52658 w 856265"/>
                  <a:gd name="connsiteY10" fmla="*/ 944185 h 1777273"/>
                  <a:gd name="connsiteX11" fmla="*/ 271 w 856265"/>
                  <a:gd name="connsiteY11" fmla="*/ 658435 h 1777273"/>
                  <a:gd name="connsiteX12" fmla="*/ 43133 w 856265"/>
                  <a:gd name="connsiteY12" fmla="*/ 382210 h 1777273"/>
                  <a:gd name="connsiteX13" fmla="*/ 219345 w 856265"/>
                  <a:gd name="connsiteY13" fmla="*/ 125035 h 1777273"/>
                  <a:gd name="connsiteX0" fmla="*/ 238395 w 856265"/>
                  <a:gd name="connsiteY0" fmla="*/ 134237 h 1762662"/>
                  <a:gd name="connsiteX1" fmla="*/ 720995 w 856265"/>
                  <a:gd name="connsiteY1" fmla="*/ 221548 h 1762662"/>
                  <a:gd name="connsiteX2" fmla="*/ 819420 w 856265"/>
                  <a:gd name="connsiteY2" fmla="*/ 572386 h 1762662"/>
                  <a:gd name="connsiteX3" fmla="*/ 805132 w 856265"/>
                  <a:gd name="connsiteY3" fmla="*/ 772411 h 1762662"/>
                  <a:gd name="connsiteX4" fmla="*/ 776557 w 856265"/>
                  <a:gd name="connsiteY4" fmla="*/ 1039111 h 1762662"/>
                  <a:gd name="connsiteX5" fmla="*/ 809895 w 856265"/>
                  <a:gd name="connsiteY5" fmla="*/ 1334386 h 1762662"/>
                  <a:gd name="connsiteX6" fmla="*/ 673370 w 856265"/>
                  <a:gd name="connsiteY6" fmla="*/ 1758248 h 1762662"/>
                  <a:gd name="connsiteX7" fmla="*/ 381270 w 856265"/>
                  <a:gd name="connsiteY7" fmla="*/ 1562986 h 1762662"/>
                  <a:gd name="connsiteX8" fmla="*/ 309832 w 856265"/>
                  <a:gd name="connsiteY8" fmla="*/ 1401061 h 1762662"/>
                  <a:gd name="connsiteX9" fmla="*/ 200295 w 856265"/>
                  <a:gd name="connsiteY9" fmla="*/ 1215324 h 1762662"/>
                  <a:gd name="connsiteX10" fmla="*/ 52658 w 856265"/>
                  <a:gd name="connsiteY10" fmla="*/ 929574 h 1762662"/>
                  <a:gd name="connsiteX11" fmla="*/ 271 w 856265"/>
                  <a:gd name="connsiteY11" fmla="*/ 643824 h 1762662"/>
                  <a:gd name="connsiteX12" fmla="*/ 43133 w 856265"/>
                  <a:gd name="connsiteY12" fmla="*/ 367599 h 1762662"/>
                  <a:gd name="connsiteX13" fmla="*/ 238395 w 856265"/>
                  <a:gd name="connsiteY13" fmla="*/ 134237 h 1762662"/>
                  <a:gd name="connsiteX0" fmla="*/ 238395 w 856265"/>
                  <a:gd name="connsiteY0" fmla="*/ 184774 h 1813199"/>
                  <a:gd name="connsiteX1" fmla="*/ 720995 w 856265"/>
                  <a:gd name="connsiteY1" fmla="*/ 272085 h 1813199"/>
                  <a:gd name="connsiteX2" fmla="*/ 819420 w 856265"/>
                  <a:gd name="connsiteY2" fmla="*/ 622923 h 1813199"/>
                  <a:gd name="connsiteX3" fmla="*/ 805132 w 856265"/>
                  <a:gd name="connsiteY3" fmla="*/ 822948 h 1813199"/>
                  <a:gd name="connsiteX4" fmla="*/ 776557 w 856265"/>
                  <a:gd name="connsiteY4" fmla="*/ 1089648 h 1813199"/>
                  <a:gd name="connsiteX5" fmla="*/ 809895 w 856265"/>
                  <a:gd name="connsiteY5" fmla="*/ 1384923 h 1813199"/>
                  <a:gd name="connsiteX6" fmla="*/ 673370 w 856265"/>
                  <a:gd name="connsiteY6" fmla="*/ 1808785 h 1813199"/>
                  <a:gd name="connsiteX7" fmla="*/ 381270 w 856265"/>
                  <a:gd name="connsiteY7" fmla="*/ 1613523 h 1813199"/>
                  <a:gd name="connsiteX8" fmla="*/ 309832 w 856265"/>
                  <a:gd name="connsiteY8" fmla="*/ 1451598 h 1813199"/>
                  <a:gd name="connsiteX9" fmla="*/ 200295 w 856265"/>
                  <a:gd name="connsiteY9" fmla="*/ 1265861 h 1813199"/>
                  <a:gd name="connsiteX10" fmla="*/ 52658 w 856265"/>
                  <a:gd name="connsiteY10" fmla="*/ 980111 h 1813199"/>
                  <a:gd name="connsiteX11" fmla="*/ 271 w 856265"/>
                  <a:gd name="connsiteY11" fmla="*/ 694361 h 1813199"/>
                  <a:gd name="connsiteX12" fmla="*/ 43133 w 856265"/>
                  <a:gd name="connsiteY12" fmla="*/ 418136 h 1813199"/>
                  <a:gd name="connsiteX13" fmla="*/ 238395 w 856265"/>
                  <a:gd name="connsiteY13" fmla="*/ 184774 h 1813199"/>
                  <a:gd name="connsiteX0" fmla="*/ 276282 w 894152"/>
                  <a:gd name="connsiteY0" fmla="*/ 184774 h 1813199"/>
                  <a:gd name="connsiteX1" fmla="*/ 758882 w 894152"/>
                  <a:gd name="connsiteY1" fmla="*/ 272085 h 1813199"/>
                  <a:gd name="connsiteX2" fmla="*/ 857307 w 894152"/>
                  <a:gd name="connsiteY2" fmla="*/ 622923 h 1813199"/>
                  <a:gd name="connsiteX3" fmla="*/ 843019 w 894152"/>
                  <a:gd name="connsiteY3" fmla="*/ 822948 h 1813199"/>
                  <a:gd name="connsiteX4" fmla="*/ 814444 w 894152"/>
                  <a:gd name="connsiteY4" fmla="*/ 1089648 h 1813199"/>
                  <a:gd name="connsiteX5" fmla="*/ 847782 w 894152"/>
                  <a:gd name="connsiteY5" fmla="*/ 1384923 h 1813199"/>
                  <a:gd name="connsiteX6" fmla="*/ 711257 w 894152"/>
                  <a:gd name="connsiteY6" fmla="*/ 1808785 h 1813199"/>
                  <a:gd name="connsiteX7" fmla="*/ 419157 w 894152"/>
                  <a:gd name="connsiteY7" fmla="*/ 1613523 h 1813199"/>
                  <a:gd name="connsiteX8" fmla="*/ 347719 w 894152"/>
                  <a:gd name="connsiteY8" fmla="*/ 1451598 h 1813199"/>
                  <a:gd name="connsiteX9" fmla="*/ 238182 w 894152"/>
                  <a:gd name="connsiteY9" fmla="*/ 1265861 h 1813199"/>
                  <a:gd name="connsiteX10" fmla="*/ 90545 w 894152"/>
                  <a:gd name="connsiteY10" fmla="*/ 980111 h 1813199"/>
                  <a:gd name="connsiteX11" fmla="*/ 38158 w 894152"/>
                  <a:gd name="connsiteY11" fmla="*/ 694361 h 1813199"/>
                  <a:gd name="connsiteX12" fmla="*/ 81020 w 894152"/>
                  <a:gd name="connsiteY12" fmla="*/ 418136 h 1813199"/>
                  <a:gd name="connsiteX13" fmla="*/ 276282 w 894152"/>
                  <a:gd name="connsiteY13" fmla="*/ 184774 h 1813199"/>
                  <a:gd name="connsiteX0" fmla="*/ 276282 w 894152"/>
                  <a:gd name="connsiteY0" fmla="*/ 184774 h 1813199"/>
                  <a:gd name="connsiteX1" fmla="*/ 758882 w 894152"/>
                  <a:gd name="connsiteY1" fmla="*/ 272085 h 1813199"/>
                  <a:gd name="connsiteX2" fmla="*/ 857307 w 894152"/>
                  <a:gd name="connsiteY2" fmla="*/ 622923 h 1813199"/>
                  <a:gd name="connsiteX3" fmla="*/ 843019 w 894152"/>
                  <a:gd name="connsiteY3" fmla="*/ 822948 h 1813199"/>
                  <a:gd name="connsiteX4" fmla="*/ 814444 w 894152"/>
                  <a:gd name="connsiteY4" fmla="*/ 1089648 h 1813199"/>
                  <a:gd name="connsiteX5" fmla="*/ 847782 w 894152"/>
                  <a:gd name="connsiteY5" fmla="*/ 1384923 h 1813199"/>
                  <a:gd name="connsiteX6" fmla="*/ 711257 w 894152"/>
                  <a:gd name="connsiteY6" fmla="*/ 1808785 h 1813199"/>
                  <a:gd name="connsiteX7" fmla="*/ 419157 w 894152"/>
                  <a:gd name="connsiteY7" fmla="*/ 1613523 h 1813199"/>
                  <a:gd name="connsiteX8" fmla="*/ 347719 w 894152"/>
                  <a:gd name="connsiteY8" fmla="*/ 1451598 h 1813199"/>
                  <a:gd name="connsiteX9" fmla="*/ 238182 w 894152"/>
                  <a:gd name="connsiteY9" fmla="*/ 1265861 h 1813199"/>
                  <a:gd name="connsiteX10" fmla="*/ 90545 w 894152"/>
                  <a:gd name="connsiteY10" fmla="*/ 980111 h 1813199"/>
                  <a:gd name="connsiteX11" fmla="*/ 38158 w 894152"/>
                  <a:gd name="connsiteY11" fmla="*/ 694361 h 1813199"/>
                  <a:gd name="connsiteX12" fmla="*/ 81020 w 894152"/>
                  <a:gd name="connsiteY12" fmla="*/ 418136 h 1813199"/>
                  <a:gd name="connsiteX13" fmla="*/ 276282 w 894152"/>
                  <a:gd name="connsiteY13" fmla="*/ 184774 h 1813199"/>
                  <a:gd name="connsiteX0" fmla="*/ 276282 w 894152"/>
                  <a:gd name="connsiteY0" fmla="*/ 184774 h 1813199"/>
                  <a:gd name="connsiteX1" fmla="*/ 758882 w 894152"/>
                  <a:gd name="connsiteY1" fmla="*/ 272085 h 1813199"/>
                  <a:gd name="connsiteX2" fmla="*/ 857307 w 894152"/>
                  <a:gd name="connsiteY2" fmla="*/ 622923 h 1813199"/>
                  <a:gd name="connsiteX3" fmla="*/ 843019 w 894152"/>
                  <a:gd name="connsiteY3" fmla="*/ 822948 h 1813199"/>
                  <a:gd name="connsiteX4" fmla="*/ 814444 w 894152"/>
                  <a:gd name="connsiteY4" fmla="*/ 1089648 h 1813199"/>
                  <a:gd name="connsiteX5" fmla="*/ 847782 w 894152"/>
                  <a:gd name="connsiteY5" fmla="*/ 1384923 h 1813199"/>
                  <a:gd name="connsiteX6" fmla="*/ 711257 w 894152"/>
                  <a:gd name="connsiteY6" fmla="*/ 1808785 h 1813199"/>
                  <a:gd name="connsiteX7" fmla="*/ 419157 w 894152"/>
                  <a:gd name="connsiteY7" fmla="*/ 1613523 h 1813199"/>
                  <a:gd name="connsiteX8" fmla="*/ 347719 w 894152"/>
                  <a:gd name="connsiteY8" fmla="*/ 1451598 h 1813199"/>
                  <a:gd name="connsiteX9" fmla="*/ 238182 w 894152"/>
                  <a:gd name="connsiteY9" fmla="*/ 1265861 h 1813199"/>
                  <a:gd name="connsiteX10" fmla="*/ 90545 w 894152"/>
                  <a:gd name="connsiteY10" fmla="*/ 980111 h 1813199"/>
                  <a:gd name="connsiteX11" fmla="*/ 38158 w 894152"/>
                  <a:gd name="connsiteY11" fmla="*/ 694361 h 1813199"/>
                  <a:gd name="connsiteX12" fmla="*/ 81020 w 894152"/>
                  <a:gd name="connsiteY12" fmla="*/ 418136 h 1813199"/>
                  <a:gd name="connsiteX13" fmla="*/ 276282 w 894152"/>
                  <a:gd name="connsiteY13" fmla="*/ 184774 h 1813199"/>
                  <a:gd name="connsiteX0" fmla="*/ 276282 w 894152"/>
                  <a:gd name="connsiteY0" fmla="*/ 184774 h 1813199"/>
                  <a:gd name="connsiteX1" fmla="*/ 758882 w 894152"/>
                  <a:gd name="connsiteY1" fmla="*/ 272085 h 1813199"/>
                  <a:gd name="connsiteX2" fmla="*/ 857307 w 894152"/>
                  <a:gd name="connsiteY2" fmla="*/ 622923 h 1813199"/>
                  <a:gd name="connsiteX3" fmla="*/ 843019 w 894152"/>
                  <a:gd name="connsiteY3" fmla="*/ 822948 h 1813199"/>
                  <a:gd name="connsiteX4" fmla="*/ 814444 w 894152"/>
                  <a:gd name="connsiteY4" fmla="*/ 1089648 h 1813199"/>
                  <a:gd name="connsiteX5" fmla="*/ 847782 w 894152"/>
                  <a:gd name="connsiteY5" fmla="*/ 1384923 h 1813199"/>
                  <a:gd name="connsiteX6" fmla="*/ 711257 w 894152"/>
                  <a:gd name="connsiteY6" fmla="*/ 1808785 h 1813199"/>
                  <a:gd name="connsiteX7" fmla="*/ 419157 w 894152"/>
                  <a:gd name="connsiteY7" fmla="*/ 1613523 h 1813199"/>
                  <a:gd name="connsiteX8" fmla="*/ 347719 w 894152"/>
                  <a:gd name="connsiteY8" fmla="*/ 1451598 h 1813199"/>
                  <a:gd name="connsiteX9" fmla="*/ 238182 w 894152"/>
                  <a:gd name="connsiteY9" fmla="*/ 1265861 h 1813199"/>
                  <a:gd name="connsiteX10" fmla="*/ 90545 w 894152"/>
                  <a:gd name="connsiteY10" fmla="*/ 980111 h 1813199"/>
                  <a:gd name="connsiteX11" fmla="*/ 38158 w 894152"/>
                  <a:gd name="connsiteY11" fmla="*/ 694361 h 1813199"/>
                  <a:gd name="connsiteX12" fmla="*/ 81020 w 894152"/>
                  <a:gd name="connsiteY12" fmla="*/ 418136 h 1813199"/>
                  <a:gd name="connsiteX13" fmla="*/ 276282 w 894152"/>
                  <a:gd name="connsiteY13" fmla="*/ 184774 h 1813199"/>
                  <a:gd name="connsiteX0" fmla="*/ 276282 w 894152"/>
                  <a:gd name="connsiteY0" fmla="*/ 165146 h 1793571"/>
                  <a:gd name="connsiteX1" fmla="*/ 758882 w 894152"/>
                  <a:gd name="connsiteY1" fmla="*/ 252457 h 1793571"/>
                  <a:gd name="connsiteX2" fmla="*/ 857307 w 894152"/>
                  <a:gd name="connsiteY2" fmla="*/ 603295 h 1793571"/>
                  <a:gd name="connsiteX3" fmla="*/ 843019 w 894152"/>
                  <a:gd name="connsiteY3" fmla="*/ 803320 h 1793571"/>
                  <a:gd name="connsiteX4" fmla="*/ 814444 w 894152"/>
                  <a:gd name="connsiteY4" fmla="*/ 1070020 h 1793571"/>
                  <a:gd name="connsiteX5" fmla="*/ 847782 w 894152"/>
                  <a:gd name="connsiteY5" fmla="*/ 1365295 h 1793571"/>
                  <a:gd name="connsiteX6" fmla="*/ 711257 w 894152"/>
                  <a:gd name="connsiteY6" fmla="*/ 1789157 h 1793571"/>
                  <a:gd name="connsiteX7" fmla="*/ 419157 w 894152"/>
                  <a:gd name="connsiteY7" fmla="*/ 1593895 h 1793571"/>
                  <a:gd name="connsiteX8" fmla="*/ 347719 w 894152"/>
                  <a:gd name="connsiteY8" fmla="*/ 1431970 h 1793571"/>
                  <a:gd name="connsiteX9" fmla="*/ 238182 w 894152"/>
                  <a:gd name="connsiteY9" fmla="*/ 1246233 h 1793571"/>
                  <a:gd name="connsiteX10" fmla="*/ 90545 w 894152"/>
                  <a:gd name="connsiteY10" fmla="*/ 960483 h 1793571"/>
                  <a:gd name="connsiteX11" fmla="*/ 38158 w 894152"/>
                  <a:gd name="connsiteY11" fmla="*/ 674733 h 1793571"/>
                  <a:gd name="connsiteX12" fmla="*/ 81020 w 894152"/>
                  <a:gd name="connsiteY12" fmla="*/ 398508 h 1793571"/>
                  <a:gd name="connsiteX13" fmla="*/ 276282 w 894152"/>
                  <a:gd name="connsiteY13" fmla="*/ 165146 h 1793571"/>
                  <a:gd name="connsiteX0" fmla="*/ 309161 w 927031"/>
                  <a:gd name="connsiteY0" fmla="*/ 165146 h 1793571"/>
                  <a:gd name="connsiteX1" fmla="*/ 791761 w 927031"/>
                  <a:gd name="connsiteY1" fmla="*/ 252457 h 1793571"/>
                  <a:gd name="connsiteX2" fmla="*/ 890186 w 927031"/>
                  <a:gd name="connsiteY2" fmla="*/ 603295 h 1793571"/>
                  <a:gd name="connsiteX3" fmla="*/ 875898 w 927031"/>
                  <a:gd name="connsiteY3" fmla="*/ 803320 h 1793571"/>
                  <a:gd name="connsiteX4" fmla="*/ 847323 w 927031"/>
                  <a:gd name="connsiteY4" fmla="*/ 1070020 h 1793571"/>
                  <a:gd name="connsiteX5" fmla="*/ 880661 w 927031"/>
                  <a:gd name="connsiteY5" fmla="*/ 1365295 h 1793571"/>
                  <a:gd name="connsiteX6" fmla="*/ 744136 w 927031"/>
                  <a:gd name="connsiteY6" fmla="*/ 1789157 h 1793571"/>
                  <a:gd name="connsiteX7" fmla="*/ 452036 w 927031"/>
                  <a:gd name="connsiteY7" fmla="*/ 1593895 h 1793571"/>
                  <a:gd name="connsiteX8" fmla="*/ 380598 w 927031"/>
                  <a:gd name="connsiteY8" fmla="*/ 1431970 h 1793571"/>
                  <a:gd name="connsiteX9" fmla="*/ 271061 w 927031"/>
                  <a:gd name="connsiteY9" fmla="*/ 1246233 h 1793571"/>
                  <a:gd name="connsiteX10" fmla="*/ 123424 w 927031"/>
                  <a:gd name="connsiteY10" fmla="*/ 960483 h 1793571"/>
                  <a:gd name="connsiteX11" fmla="*/ 71037 w 927031"/>
                  <a:gd name="connsiteY11" fmla="*/ 674733 h 1793571"/>
                  <a:gd name="connsiteX12" fmla="*/ 19336 w 927031"/>
                  <a:gd name="connsiteY12" fmla="*/ 388491 h 1793571"/>
                  <a:gd name="connsiteX13" fmla="*/ 309161 w 927031"/>
                  <a:gd name="connsiteY13" fmla="*/ 165146 h 1793571"/>
                  <a:gd name="connsiteX0" fmla="*/ 148346 w 945033"/>
                  <a:gd name="connsiteY0" fmla="*/ 141483 h 1857858"/>
                  <a:gd name="connsiteX1" fmla="*/ 809763 w 945033"/>
                  <a:gd name="connsiteY1" fmla="*/ 316744 h 1857858"/>
                  <a:gd name="connsiteX2" fmla="*/ 908188 w 945033"/>
                  <a:gd name="connsiteY2" fmla="*/ 667582 h 1857858"/>
                  <a:gd name="connsiteX3" fmla="*/ 893900 w 945033"/>
                  <a:gd name="connsiteY3" fmla="*/ 867607 h 1857858"/>
                  <a:gd name="connsiteX4" fmla="*/ 865325 w 945033"/>
                  <a:gd name="connsiteY4" fmla="*/ 1134307 h 1857858"/>
                  <a:gd name="connsiteX5" fmla="*/ 898663 w 945033"/>
                  <a:gd name="connsiteY5" fmla="*/ 1429582 h 1857858"/>
                  <a:gd name="connsiteX6" fmla="*/ 762138 w 945033"/>
                  <a:gd name="connsiteY6" fmla="*/ 1853444 h 1857858"/>
                  <a:gd name="connsiteX7" fmla="*/ 470038 w 945033"/>
                  <a:gd name="connsiteY7" fmla="*/ 1658182 h 1857858"/>
                  <a:gd name="connsiteX8" fmla="*/ 398600 w 945033"/>
                  <a:gd name="connsiteY8" fmla="*/ 1496257 h 1857858"/>
                  <a:gd name="connsiteX9" fmla="*/ 289063 w 945033"/>
                  <a:gd name="connsiteY9" fmla="*/ 1310520 h 1857858"/>
                  <a:gd name="connsiteX10" fmla="*/ 141426 w 945033"/>
                  <a:gd name="connsiteY10" fmla="*/ 1024770 h 1857858"/>
                  <a:gd name="connsiteX11" fmla="*/ 89039 w 945033"/>
                  <a:gd name="connsiteY11" fmla="*/ 739020 h 1857858"/>
                  <a:gd name="connsiteX12" fmla="*/ 37338 w 945033"/>
                  <a:gd name="connsiteY12" fmla="*/ 452778 h 1857858"/>
                  <a:gd name="connsiteX13" fmla="*/ 148346 w 945033"/>
                  <a:gd name="connsiteY13" fmla="*/ 141483 h 1857858"/>
                  <a:gd name="connsiteX0" fmla="*/ 148346 w 932847"/>
                  <a:gd name="connsiteY0" fmla="*/ 212237 h 1928612"/>
                  <a:gd name="connsiteX1" fmla="*/ 581913 w 932847"/>
                  <a:gd name="connsiteY1" fmla="*/ 174851 h 1928612"/>
                  <a:gd name="connsiteX2" fmla="*/ 908188 w 932847"/>
                  <a:gd name="connsiteY2" fmla="*/ 738336 h 1928612"/>
                  <a:gd name="connsiteX3" fmla="*/ 893900 w 932847"/>
                  <a:gd name="connsiteY3" fmla="*/ 938361 h 1928612"/>
                  <a:gd name="connsiteX4" fmla="*/ 865325 w 932847"/>
                  <a:gd name="connsiteY4" fmla="*/ 1205061 h 1928612"/>
                  <a:gd name="connsiteX5" fmla="*/ 898663 w 932847"/>
                  <a:gd name="connsiteY5" fmla="*/ 1500336 h 1928612"/>
                  <a:gd name="connsiteX6" fmla="*/ 762138 w 932847"/>
                  <a:gd name="connsiteY6" fmla="*/ 1924198 h 1928612"/>
                  <a:gd name="connsiteX7" fmla="*/ 470038 w 932847"/>
                  <a:gd name="connsiteY7" fmla="*/ 1728936 h 1928612"/>
                  <a:gd name="connsiteX8" fmla="*/ 398600 w 932847"/>
                  <a:gd name="connsiteY8" fmla="*/ 1567011 h 1928612"/>
                  <a:gd name="connsiteX9" fmla="*/ 289063 w 932847"/>
                  <a:gd name="connsiteY9" fmla="*/ 1381274 h 1928612"/>
                  <a:gd name="connsiteX10" fmla="*/ 141426 w 932847"/>
                  <a:gd name="connsiteY10" fmla="*/ 1095524 h 1928612"/>
                  <a:gd name="connsiteX11" fmla="*/ 89039 w 932847"/>
                  <a:gd name="connsiteY11" fmla="*/ 809774 h 1928612"/>
                  <a:gd name="connsiteX12" fmla="*/ 37338 w 932847"/>
                  <a:gd name="connsiteY12" fmla="*/ 523532 h 1928612"/>
                  <a:gd name="connsiteX13" fmla="*/ 148346 w 932847"/>
                  <a:gd name="connsiteY13" fmla="*/ 212237 h 1928612"/>
                  <a:gd name="connsiteX0" fmla="*/ 148346 w 932847"/>
                  <a:gd name="connsiteY0" fmla="*/ 212237 h 1928612"/>
                  <a:gd name="connsiteX1" fmla="*/ 581913 w 932847"/>
                  <a:gd name="connsiteY1" fmla="*/ 174851 h 1928612"/>
                  <a:gd name="connsiteX2" fmla="*/ 812843 w 932847"/>
                  <a:gd name="connsiteY2" fmla="*/ 449929 h 1928612"/>
                  <a:gd name="connsiteX3" fmla="*/ 908188 w 932847"/>
                  <a:gd name="connsiteY3" fmla="*/ 738336 h 1928612"/>
                  <a:gd name="connsiteX4" fmla="*/ 893900 w 932847"/>
                  <a:gd name="connsiteY4" fmla="*/ 938361 h 1928612"/>
                  <a:gd name="connsiteX5" fmla="*/ 865325 w 932847"/>
                  <a:gd name="connsiteY5" fmla="*/ 1205061 h 1928612"/>
                  <a:gd name="connsiteX6" fmla="*/ 898663 w 932847"/>
                  <a:gd name="connsiteY6" fmla="*/ 1500336 h 1928612"/>
                  <a:gd name="connsiteX7" fmla="*/ 762138 w 932847"/>
                  <a:gd name="connsiteY7" fmla="*/ 1924198 h 1928612"/>
                  <a:gd name="connsiteX8" fmla="*/ 470038 w 932847"/>
                  <a:gd name="connsiteY8" fmla="*/ 1728936 h 1928612"/>
                  <a:gd name="connsiteX9" fmla="*/ 398600 w 932847"/>
                  <a:gd name="connsiteY9" fmla="*/ 1567011 h 1928612"/>
                  <a:gd name="connsiteX10" fmla="*/ 289063 w 932847"/>
                  <a:gd name="connsiteY10" fmla="*/ 1381274 h 1928612"/>
                  <a:gd name="connsiteX11" fmla="*/ 141426 w 932847"/>
                  <a:gd name="connsiteY11" fmla="*/ 1095524 h 1928612"/>
                  <a:gd name="connsiteX12" fmla="*/ 89039 w 932847"/>
                  <a:gd name="connsiteY12" fmla="*/ 809774 h 1928612"/>
                  <a:gd name="connsiteX13" fmla="*/ 37338 w 932847"/>
                  <a:gd name="connsiteY13" fmla="*/ 523532 h 1928612"/>
                  <a:gd name="connsiteX14" fmla="*/ 148346 w 932847"/>
                  <a:gd name="connsiteY14" fmla="*/ 212237 h 1928612"/>
                  <a:gd name="connsiteX0" fmla="*/ 148346 w 932847"/>
                  <a:gd name="connsiteY0" fmla="*/ 212237 h 1928612"/>
                  <a:gd name="connsiteX1" fmla="*/ 581913 w 932847"/>
                  <a:gd name="connsiteY1" fmla="*/ 174851 h 1928612"/>
                  <a:gd name="connsiteX2" fmla="*/ 812843 w 932847"/>
                  <a:gd name="connsiteY2" fmla="*/ 449929 h 1928612"/>
                  <a:gd name="connsiteX3" fmla="*/ 908188 w 932847"/>
                  <a:gd name="connsiteY3" fmla="*/ 738336 h 1928612"/>
                  <a:gd name="connsiteX4" fmla="*/ 893900 w 932847"/>
                  <a:gd name="connsiteY4" fmla="*/ 938361 h 1928612"/>
                  <a:gd name="connsiteX5" fmla="*/ 865325 w 932847"/>
                  <a:gd name="connsiteY5" fmla="*/ 1205061 h 1928612"/>
                  <a:gd name="connsiteX6" fmla="*/ 898663 w 932847"/>
                  <a:gd name="connsiteY6" fmla="*/ 1500336 h 1928612"/>
                  <a:gd name="connsiteX7" fmla="*/ 762138 w 932847"/>
                  <a:gd name="connsiteY7" fmla="*/ 1924198 h 1928612"/>
                  <a:gd name="connsiteX8" fmla="*/ 470038 w 932847"/>
                  <a:gd name="connsiteY8" fmla="*/ 1728936 h 1928612"/>
                  <a:gd name="connsiteX9" fmla="*/ 398600 w 932847"/>
                  <a:gd name="connsiteY9" fmla="*/ 1567011 h 1928612"/>
                  <a:gd name="connsiteX10" fmla="*/ 289063 w 932847"/>
                  <a:gd name="connsiteY10" fmla="*/ 1381274 h 1928612"/>
                  <a:gd name="connsiteX11" fmla="*/ 141426 w 932847"/>
                  <a:gd name="connsiteY11" fmla="*/ 1095524 h 1928612"/>
                  <a:gd name="connsiteX12" fmla="*/ 89039 w 932847"/>
                  <a:gd name="connsiteY12" fmla="*/ 809774 h 1928612"/>
                  <a:gd name="connsiteX13" fmla="*/ 37338 w 932847"/>
                  <a:gd name="connsiteY13" fmla="*/ 523532 h 1928612"/>
                  <a:gd name="connsiteX14" fmla="*/ 148346 w 932847"/>
                  <a:gd name="connsiteY14" fmla="*/ 212237 h 1928612"/>
                  <a:gd name="connsiteX0" fmla="*/ 148346 w 932847"/>
                  <a:gd name="connsiteY0" fmla="*/ 190693 h 1907068"/>
                  <a:gd name="connsiteX1" fmla="*/ 581913 w 932847"/>
                  <a:gd name="connsiteY1" fmla="*/ 153307 h 1907068"/>
                  <a:gd name="connsiteX2" fmla="*/ 812843 w 932847"/>
                  <a:gd name="connsiteY2" fmla="*/ 428385 h 1907068"/>
                  <a:gd name="connsiteX3" fmla="*/ 908188 w 932847"/>
                  <a:gd name="connsiteY3" fmla="*/ 716792 h 1907068"/>
                  <a:gd name="connsiteX4" fmla="*/ 893900 w 932847"/>
                  <a:gd name="connsiteY4" fmla="*/ 916817 h 1907068"/>
                  <a:gd name="connsiteX5" fmla="*/ 865325 w 932847"/>
                  <a:gd name="connsiteY5" fmla="*/ 1183517 h 1907068"/>
                  <a:gd name="connsiteX6" fmla="*/ 898663 w 932847"/>
                  <a:gd name="connsiteY6" fmla="*/ 1478792 h 1907068"/>
                  <a:gd name="connsiteX7" fmla="*/ 762138 w 932847"/>
                  <a:gd name="connsiteY7" fmla="*/ 1902654 h 1907068"/>
                  <a:gd name="connsiteX8" fmla="*/ 470038 w 932847"/>
                  <a:gd name="connsiteY8" fmla="*/ 1707392 h 1907068"/>
                  <a:gd name="connsiteX9" fmla="*/ 398600 w 932847"/>
                  <a:gd name="connsiteY9" fmla="*/ 1545467 h 1907068"/>
                  <a:gd name="connsiteX10" fmla="*/ 289063 w 932847"/>
                  <a:gd name="connsiteY10" fmla="*/ 1359730 h 1907068"/>
                  <a:gd name="connsiteX11" fmla="*/ 141426 w 932847"/>
                  <a:gd name="connsiteY11" fmla="*/ 1073980 h 1907068"/>
                  <a:gd name="connsiteX12" fmla="*/ 89039 w 932847"/>
                  <a:gd name="connsiteY12" fmla="*/ 788230 h 1907068"/>
                  <a:gd name="connsiteX13" fmla="*/ 37338 w 932847"/>
                  <a:gd name="connsiteY13" fmla="*/ 501988 h 1907068"/>
                  <a:gd name="connsiteX14" fmla="*/ 148346 w 932847"/>
                  <a:gd name="connsiteY14" fmla="*/ 190693 h 1907068"/>
                  <a:gd name="connsiteX0" fmla="*/ 148346 w 932847"/>
                  <a:gd name="connsiteY0" fmla="*/ 190693 h 1907068"/>
                  <a:gd name="connsiteX1" fmla="*/ 581913 w 932847"/>
                  <a:gd name="connsiteY1" fmla="*/ 153307 h 1907068"/>
                  <a:gd name="connsiteX2" fmla="*/ 812843 w 932847"/>
                  <a:gd name="connsiteY2" fmla="*/ 428385 h 1907068"/>
                  <a:gd name="connsiteX3" fmla="*/ 908188 w 932847"/>
                  <a:gd name="connsiteY3" fmla="*/ 716792 h 1907068"/>
                  <a:gd name="connsiteX4" fmla="*/ 893900 w 932847"/>
                  <a:gd name="connsiteY4" fmla="*/ 916817 h 1907068"/>
                  <a:gd name="connsiteX5" fmla="*/ 865325 w 932847"/>
                  <a:gd name="connsiteY5" fmla="*/ 1183517 h 1907068"/>
                  <a:gd name="connsiteX6" fmla="*/ 898663 w 932847"/>
                  <a:gd name="connsiteY6" fmla="*/ 1478792 h 1907068"/>
                  <a:gd name="connsiteX7" fmla="*/ 762138 w 932847"/>
                  <a:gd name="connsiteY7" fmla="*/ 1902654 h 1907068"/>
                  <a:gd name="connsiteX8" fmla="*/ 470038 w 932847"/>
                  <a:gd name="connsiteY8" fmla="*/ 1707392 h 1907068"/>
                  <a:gd name="connsiteX9" fmla="*/ 398600 w 932847"/>
                  <a:gd name="connsiteY9" fmla="*/ 1545467 h 1907068"/>
                  <a:gd name="connsiteX10" fmla="*/ 289063 w 932847"/>
                  <a:gd name="connsiteY10" fmla="*/ 1359730 h 1907068"/>
                  <a:gd name="connsiteX11" fmla="*/ 107309 w 932847"/>
                  <a:gd name="connsiteY11" fmla="*/ 980317 h 1907068"/>
                  <a:gd name="connsiteX12" fmla="*/ 89039 w 932847"/>
                  <a:gd name="connsiteY12" fmla="*/ 788230 h 1907068"/>
                  <a:gd name="connsiteX13" fmla="*/ 37338 w 932847"/>
                  <a:gd name="connsiteY13" fmla="*/ 501988 h 1907068"/>
                  <a:gd name="connsiteX14" fmla="*/ 148346 w 932847"/>
                  <a:gd name="connsiteY14" fmla="*/ 190693 h 1907068"/>
                  <a:gd name="connsiteX0" fmla="*/ 148346 w 932847"/>
                  <a:gd name="connsiteY0" fmla="*/ 190693 h 1907068"/>
                  <a:gd name="connsiteX1" fmla="*/ 581913 w 932847"/>
                  <a:gd name="connsiteY1" fmla="*/ 153307 h 1907068"/>
                  <a:gd name="connsiteX2" fmla="*/ 812843 w 932847"/>
                  <a:gd name="connsiteY2" fmla="*/ 428385 h 1907068"/>
                  <a:gd name="connsiteX3" fmla="*/ 908188 w 932847"/>
                  <a:gd name="connsiteY3" fmla="*/ 716792 h 1907068"/>
                  <a:gd name="connsiteX4" fmla="*/ 893900 w 932847"/>
                  <a:gd name="connsiteY4" fmla="*/ 916817 h 1907068"/>
                  <a:gd name="connsiteX5" fmla="*/ 865325 w 932847"/>
                  <a:gd name="connsiteY5" fmla="*/ 1183517 h 1907068"/>
                  <a:gd name="connsiteX6" fmla="*/ 898663 w 932847"/>
                  <a:gd name="connsiteY6" fmla="*/ 1478792 h 1907068"/>
                  <a:gd name="connsiteX7" fmla="*/ 762138 w 932847"/>
                  <a:gd name="connsiteY7" fmla="*/ 1902654 h 1907068"/>
                  <a:gd name="connsiteX8" fmla="*/ 470038 w 932847"/>
                  <a:gd name="connsiteY8" fmla="*/ 1707392 h 1907068"/>
                  <a:gd name="connsiteX9" fmla="*/ 398600 w 932847"/>
                  <a:gd name="connsiteY9" fmla="*/ 1545467 h 1907068"/>
                  <a:gd name="connsiteX10" fmla="*/ 289063 w 932847"/>
                  <a:gd name="connsiteY10" fmla="*/ 1359730 h 1907068"/>
                  <a:gd name="connsiteX11" fmla="*/ 107309 w 932847"/>
                  <a:gd name="connsiteY11" fmla="*/ 980317 h 1907068"/>
                  <a:gd name="connsiteX12" fmla="*/ 37338 w 932847"/>
                  <a:gd name="connsiteY12" fmla="*/ 501988 h 1907068"/>
                  <a:gd name="connsiteX13" fmla="*/ 148346 w 932847"/>
                  <a:gd name="connsiteY13" fmla="*/ 190693 h 1907068"/>
                  <a:gd name="connsiteX0" fmla="*/ 164947 w 949448"/>
                  <a:gd name="connsiteY0" fmla="*/ 190693 h 1907068"/>
                  <a:gd name="connsiteX1" fmla="*/ 598514 w 949448"/>
                  <a:gd name="connsiteY1" fmla="*/ 153307 h 1907068"/>
                  <a:gd name="connsiteX2" fmla="*/ 829444 w 949448"/>
                  <a:gd name="connsiteY2" fmla="*/ 428385 h 1907068"/>
                  <a:gd name="connsiteX3" fmla="*/ 924789 w 949448"/>
                  <a:gd name="connsiteY3" fmla="*/ 716792 h 1907068"/>
                  <a:gd name="connsiteX4" fmla="*/ 910501 w 949448"/>
                  <a:gd name="connsiteY4" fmla="*/ 916817 h 1907068"/>
                  <a:gd name="connsiteX5" fmla="*/ 881926 w 949448"/>
                  <a:gd name="connsiteY5" fmla="*/ 1183517 h 1907068"/>
                  <a:gd name="connsiteX6" fmla="*/ 915264 w 949448"/>
                  <a:gd name="connsiteY6" fmla="*/ 1478792 h 1907068"/>
                  <a:gd name="connsiteX7" fmla="*/ 778739 w 949448"/>
                  <a:gd name="connsiteY7" fmla="*/ 1902654 h 1907068"/>
                  <a:gd name="connsiteX8" fmla="*/ 486639 w 949448"/>
                  <a:gd name="connsiteY8" fmla="*/ 1707392 h 1907068"/>
                  <a:gd name="connsiteX9" fmla="*/ 415201 w 949448"/>
                  <a:gd name="connsiteY9" fmla="*/ 1545467 h 1907068"/>
                  <a:gd name="connsiteX10" fmla="*/ 305664 w 949448"/>
                  <a:gd name="connsiteY10" fmla="*/ 1359730 h 1907068"/>
                  <a:gd name="connsiteX11" fmla="*/ 123910 w 949448"/>
                  <a:gd name="connsiteY11" fmla="*/ 980317 h 1907068"/>
                  <a:gd name="connsiteX12" fmla="*/ 53939 w 949448"/>
                  <a:gd name="connsiteY12" fmla="*/ 501988 h 1907068"/>
                  <a:gd name="connsiteX13" fmla="*/ 164947 w 949448"/>
                  <a:gd name="connsiteY13" fmla="*/ 190693 h 1907068"/>
                  <a:gd name="connsiteX0" fmla="*/ 164947 w 940465"/>
                  <a:gd name="connsiteY0" fmla="*/ 190693 h 1907068"/>
                  <a:gd name="connsiteX1" fmla="*/ 598514 w 940465"/>
                  <a:gd name="connsiteY1" fmla="*/ 153307 h 1907068"/>
                  <a:gd name="connsiteX2" fmla="*/ 829444 w 940465"/>
                  <a:gd name="connsiteY2" fmla="*/ 428385 h 1907068"/>
                  <a:gd name="connsiteX3" fmla="*/ 865607 w 940465"/>
                  <a:gd name="connsiteY3" fmla="*/ 693693 h 1907068"/>
                  <a:gd name="connsiteX4" fmla="*/ 910501 w 940465"/>
                  <a:gd name="connsiteY4" fmla="*/ 916817 h 1907068"/>
                  <a:gd name="connsiteX5" fmla="*/ 881926 w 940465"/>
                  <a:gd name="connsiteY5" fmla="*/ 1183517 h 1907068"/>
                  <a:gd name="connsiteX6" fmla="*/ 915264 w 940465"/>
                  <a:gd name="connsiteY6" fmla="*/ 1478792 h 1907068"/>
                  <a:gd name="connsiteX7" fmla="*/ 778739 w 940465"/>
                  <a:gd name="connsiteY7" fmla="*/ 1902654 h 1907068"/>
                  <a:gd name="connsiteX8" fmla="*/ 486639 w 940465"/>
                  <a:gd name="connsiteY8" fmla="*/ 1707392 h 1907068"/>
                  <a:gd name="connsiteX9" fmla="*/ 415201 w 940465"/>
                  <a:gd name="connsiteY9" fmla="*/ 1545467 h 1907068"/>
                  <a:gd name="connsiteX10" fmla="*/ 305664 w 940465"/>
                  <a:gd name="connsiteY10" fmla="*/ 1359730 h 1907068"/>
                  <a:gd name="connsiteX11" fmla="*/ 123910 w 940465"/>
                  <a:gd name="connsiteY11" fmla="*/ 980317 h 1907068"/>
                  <a:gd name="connsiteX12" fmla="*/ 53939 w 940465"/>
                  <a:gd name="connsiteY12" fmla="*/ 501988 h 1907068"/>
                  <a:gd name="connsiteX13" fmla="*/ 164947 w 940465"/>
                  <a:gd name="connsiteY13" fmla="*/ 190693 h 1907068"/>
                  <a:gd name="connsiteX0" fmla="*/ 164947 w 940465"/>
                  <a:gd name="connsiteY0" fmla="*/ 190693 h 1907068"/>
                  <a:gd name="connsiteX1" fmla="*/ 598514 w 940465"/>
                  <a:gd name="connsiteY1" fmla="*/ 153307 h 1907068"/>
                  <a:gd name="connsiteX2" fmla="*/ 829444 w 940465"/>
                  <a:gd name="connsiteY2" fmla="*/ 428385 h 1907068"/>
                  <a:gd name="connsiteX3" fmla="*/ 865607 w 940465"/>
                  <a:gd name="connsiteY3" fmla="*/ 693693 h 1907068"/>
                  <a:gd name="connsiteX4" fmla="*/ 881926 w 940465"/>
                  <a:gd name="connsiteY4" fmla="*/ 1183517 h 1907068"/>
                  <a:gd name="connsiteX5" fmla="*/ 915264 w 940465"/>
                  <a:gd name="connsiteY5" fmla="*/ 1478792 h 1907068"/>
                  <a:gd name="connsiteX6" fmla="*/ 778739 w 940465"/>
                  <a:gd name="connsiteY6" fmla="*/ 1902654 h 1907068"/>
                  <a:gd name="connsiteX7" fmla="*/ 486639 w 940465"/>
                  <a:gd name="connsiteY7" fmla="*/ 1707392 h 1907068"/>
                  <a:gd name="connsiteX8" fmla="*/ 415201 w 940465"/>
                  <a:gd name="connsiteY8" fmla="*/ 1545467 h 1907068"/>
                  <a:gd name="connsiteX9" fmla="*/ 305664 w 940465"/>
                  <a:gd name="connsiteY9" fmla="*/ 1359730 h 1907068"/>
                  <a:gd name="connsiteX10" fmla="*/ 123910 w 940465"/>
                  <a:gd name="connsiteY10" fmla="*/ 980317 h 1907068"/>
                  <a:gd name="connsiteX11" fmla="*/ 53939 w 940465"/>
                  <a:gd name="connsiteY11" fmla="*/ 501988 h 1907068"/>
                  <a:gd name="connsiteX12" fmla="*/ 164947 w 940465"/>
                  <a:gd name="connsiteY12" fmla="*/ 190693 h 1907068"/>
                  <a:gd name="connsiteX0" fmla="*/ 164947 w 955152"/>
                  <a:gd name="connsiteY0" fmla="*/ 190693 h 1907068"/>
                  <a:gd name="connsiteX1" fmla="*/ 598514 w 955152"/>
                  <a:gd name="connsiteY1" fmla="*/ 153307 h 1907068"/>
                  <a:gd name="connsiteX2" fmla="*/ 829444 w 955152"/>
                  <a:gd name="connsiteY2" fmla="*/ 428385 h 1907068"/>
                  <a:gd name="connsiteX3" fmla="*/ 865607 w 955152"/>
                  <a:gd name="connsiteY3" fmla="*/ 693693 h 1907068"/>
                  <a:gd name="connsiteX4" fmla="*/ 936970 w 955152"/>
                  <a:gd name="connsiteY4" fmla="*/ 957916 h 1907068"/>
                  <a:gd name="connsiteX5" fmla="*/ 915264 w 955152"/>
                  <a:gd name="connsiteY5" fmla="*/ 1478792 h 1907068"/>
                  <a:gd name="connsiteX6" fmla="*/ 778739 w 955152"/>
                  <a:gd name="connsiteY6" fmla="*/ 1902654 h 1907068"/>
                  <a:gd name="connsiteX7" fmla="*/ 486639 w 955152"/>
                  <a:gd name="connsiteY7" fmla="*/ 1707392 h 1907068"/>
                  <a:gd name="connsiteX8" fmla="*/ 415201 w 955152"/>
                  <a:gd name="connsiteY8" fmla="*/ 1545467 h 1907068"/>
                  <a:gd name="connsiteX9" fmla="*/ 305664 w 955152"/>
                  <a:gd name="connsiteY9" fmla="*/ 1359730 h 1907068"/>
                  <a:gd name="connsiteX10" fmla="*/ 123910 w 955152"/>
                  <a:gd name="connsiteY10" fmla="*/ 980317 h 1907068"/>
                  <a:gd name="connsiteX11" fmla="*/ 53939 w 955152"/>
                  <a:gd name="connsiteY11" fmla="*/ 501988 h 1907068"/>
                  <a:gd name="connsiteX12" fmla="*/ 164947 w 955152"/>
                  <a:gd name="connsiteY12" fmla="*/ 190693 h 1907068"/>
                  <a:gd name="connsiteX0" fmla="*/ 164947 w 955152"/>
                  <a:gd name="connsiteY0" fmla="*/ 190693 h 1907068"/>
                  <a:gd name="connsiteX1" fmla="*/ 598514 w 955152"/>
                  <a:gd name="connsiteY1" fmla="*/ 153307 h 1907068"/>
                  <a:gd name="connsiteX2" fmla="*/ 829444 w 955152"/>
                  <a:gd name="connsiteY2" fmla="*/ 428385 h 1907068"/>
                  <a:gd name="connsiteX3" fmla="*/ 865607 w 955152"/>
                  <a:gd name="connsiteY3" fmla="*/ 693693 h 1907068"/>
                  <a:gd name="connsiteX4" fmla="*/ 936970 w 955152"/>
                  <a:gd name="connsiteY4" fmla="*/ 957916 h 1907068"/>
                  <a:gd name="connsiteX5" fmla="*/ 915264 w 955152"/>
                  <a:gd name="connsiteY5" fmla="*/ 1478792 h 1907068"/>
                  <a:gd name="connsiteX6" fmla="*/ 778739 w 955152"/>
                  <a:gd name="connsiteY6" fmla="*/ 1902654 h 1907068"/>
                  <a:gd name="connsiteX7" fmla="*/ 486639 w 955152"/>
                  <a:gd name="connsiteY7" fmla="*/ 1707392 h 1907068"/>
                  <a:gd name="connsiteX8" fmla="*/ 415201 w 955152"/>
                  <a:gd name="connsiteY8" fmla="*/ 1545467 h 1907068"/>
                  <a:gd name="connsiteX9" fmla="*/ 305664 w 955152"/>
                  <a:gd name="connsiteY9" fmla="*/ 1359730 h 1907068"/>
                  <a:gd name="connsiteX10" fmla="*/ 123910 w 955152"/>
                  <a:gd name="connsiteY10" fmla="*/ 980317 h 1907068"/>
                  <a:gd name="connsiteX11" fmla="*/ 53939 w 955152"/>
                  <a:gd name="connsiteY11" fmla="*/ 501988 h 1907068"/>
                  <a:gd name="connsiteX12" fmla="*/ 164947 w 955152"/>
                  <a:gd name="connsiteY12" fmla="*/ 190693 h 1907068"/>
                  <a:gd name="connsiteX0" fmla="*/ 164947 w 955152"/>
                  <a:gd name="connsiteY0" fmla="*/ 190693 h 1907068"/>
                  <a:gd name="connsiteX1" fmla="*/ 598514 w 955152"/>
                  <a:gd name="connsiteY1" fmla="*/ 153307 h 1907068"/>
                  <a:gd name="connsiteX2" fmla="*/ 829444 w 955152"/>
                  <a:gd name="connsiteY2" fmla="*/ 428385 h 1907068"/>
                  <a:gd name="connsiteX3" fmla="*/ 865607 w 955152"/>
                  <a:gd name="connsiteY3" fmla="*/ 693693 h 1907068"/>
                  <a:gd name="connsiteX4" fmla="*/ 936970 w 955152"/>
                  <a:gd name="connsiteY4" fmla="*/ 957916 h 1907068"/>
                  <a:gd name="connsiteX5" fmla="*/ 915264 w 955152"/>
                  <a:gd name="connsiteY5" fmla="*/ 1478792 h 1907068"/>
                  <a:gd name="connsiteX6" fmla="*/ 778739 w 955152"/>
                  <a:gd name="connsiteY6" fmla="*/ 1902654 h 1907068"/>
                  <a:gd name="connsiteX7" fmla="*/ 486639 w 955152"/>
                  <a:gd name="connsiteY7" fmla="*/ 1707392 h 1907068"/>
                  <a:gd name="connsiteX8" fmla="*/ 415201 w 955152"/>
                  <a:gd name="connsiteY8" fmla="*/ 1545467 h 1907068"/>
                  <a:gd name="connsiteX9" fmla="*/ 305664 w 955152"/>
                  <a:gd name="connsiteY9" fmla="*/ 1359730 h 1907068"/>
                  <a:gd name="connsiteX10" fmla="*/ 123910 w 955152"/>
                  <a:gd name="connsiteY10" fmla="*/ 980317 h 1907068"/>
                  <a:gd name="connsiteX11" fmla="*/ 53939 w 955152"/>
                  <a:gd name="connsiteY11" fmla="*/ 501988 h 1907068"/>
                  <a:gd name="connsiteX12" fmla="*/ 164947 w 955152"/>
                  <a:gd name="connsiteY12" fmla="*/ 190693 h 1907068"/>
                  <a:gd name="connsiteX0" fmla="*/ 164947 w 986806"/>
                  <a:gd name="connsiteY0" fmla="*/ 190693 h 1907068"/>
                  <a:gd name="connsiteX1" fmla="*/ 598514 w 986806"/>
                  <a:gd name="connsiteY1" fmla="*/ 153307 h 1907068"/>
                  <a:gd name="connsiteX2" fmla="*/ 829444 w 986806"/>
                  <a:gd name="connsiteY2" fmla="*/ 428385 h 1907068"/>
                  <a:gd name="connsiteX3" fmla="*/ 865607 w 986806"/>
                  <a:gd name="connsiteY3" fmla="*/ 693693 h 1907068"/>
                  <a:gd name="connsiteX4" fmla="*/ 936970 w 986806"/>
                  <a:gd name="connsiteY4" fmla="*/ 957916 h 1907068"/>
                  <a:gd name="connsiteX5" fmla="*/ 986565 w 986806"/>
                  <a:gd name="connsiteY5" fmla="*/ 1294174 h 1907068"/>
                  <a:gd name="connsiteX6" fmla="*/ 915264 w 986806"/>
                  <a:gd name="connsiteY6" fmla="*/ 1478792 h 1907068"/>
                  <a:gd name="connsiteX7" fmla="*/ 778739 w 986806"/>
                  <a:gd name="connsiteY7" fmla="*/ 1902654 h 1907068"/>
                  <a:gd name="connsiteX8" fmla="*/ 486639 w 986806"/>
                  <a:gd name="connsiteY8" fmla="*/ 1707392 h 1907068"/>
                  <a:gd name="connsiteX9" fmla="*/ 415201 w 986806"/>
                  <a:gd name="connsiteY9" fmla="*/ 1545467 h 1907068"/>
                  <a:gd name="connsiteX10" fmla="*/ 305664 w 986806"/>
                  <a:gd name="connsiteY10" fmla="*/ 1359730 h 1907068"/>
                  <a:gd name="connsiteX11" fmla="*/ 123910 w 986806"/>
                  <a:gd name="connsiteY11" fmla="*/ 980317 h 1907068"/>
                  <a:gd name="connsiteX12" fmla="*/ 53939 w 986806"/>
                  <a:gd name="connsiteY12" fmla="*/ 501988 h 1907068"/>
                  <a:gd name="connsiteX13" fmla="*/ 164947 w 986806"/>
                  <a:gd name="connsiteY13" fmla="*/ 190693 h 1907068"/>
                  <a:gd name="connsiteX0" fmla="*/ 164947 w 1026643"/>
                  <a:gd name="connsiteY0" fmla="*/ 190693 h 1907068"/>
                  <a:gd name="connsiteX1" fmla="*/ 598514 w 1026643"/>
                  <a:gd name="connsiteY1" fmla="*/ 153307 h 1907068"/>
                  <a:gd name="connsiteX2" fmla="*/ 829444 w 1026643"/>
                  <a:gd name="connsiteY2" fmla="*/ 428385 h 1907068"/>
                  <a:gd name="connsiteX3" fmla="*/ 865607 w 1026643"/>
                  <a:gd name="connsiteY3" fmla="*/ 693693 h 1907068"/>
                  <a:gd name="connsiteX4" fmla="*/ 936970 w 1026643"/>
                  <a:gd name="connsiteY4" fmla="*/ 957916 h 1907068"/>
                  <a:gd name="connsiteX5" fmla="*/ 986565 w 1026643"/>
                  <a:gd name="connsiteY5" fmla="*/ 1294174 h 1907068"/>
                  <a:gd name="connsiteX6" fmla="*/ 915264 w 1026643"/>
                  <a:gd name="connsiteY6" fmla="*/ 1478792 h 1907068"/>
                  <a:gd name="connsiteX7" fmla="*/ 778739 w 1026643"/>
                  <a:gd name="connsiteY7" fmla="*/ 1902654 h 1907068"/>
                  <a:gd name="connsiteX8" fmla="*/ 486639 w 1026643"/>
                  <a:gd name="connsiteY8" fmla="*/ 1707392 h 1907068"/>
                  <a:gd name="connsiteX9" fmla="*/ 415201 w 1026643"/>
                  <a:gd name="connsiteY9" fmla="*/ 1545467 h 1907068"/>
                  <a:gd name="connsiteX10" fmla="*/ 305664 w 1026643"/>
                  <a:gd name="connsiteY10" fmla="*/ 1359730 h 1907068"/>
                  <a:gd name="connsiteX11" fmla="*/ 123910 w 1026643"/>
                  <a:gd name="connsiteY11" fmla="*/ 980317 h 1907068"/>
                  <a:gd name="connsiteX12" fmla="*/ 53939 w 1026643"/>
                  <a:gd name="connsiteY12" fmla="*/ 501988 h 1907068"/>
                  <a:gd name="connsiteX13" fmla="*/ 164947 w 1026643"/>
                  <a:gd name="connsiteY13" fmla="*/ 190693 h 1907068"/>
                  <a:gd name="connsiteX0" fmla="*/ 164947 w 1026643"/>
                  <a:gd name="connsiteY0" fmla="*/ 190693 h 1907068"/>
                  <a:gd name="connsiteX1" fmla="*/ 598514 w 1026643"/>
                  <a:gd name="connsiteY1" fmla="*/ 153307 h 1907068"/>
                  <a:gd name="connsiteX2" fmla="*/ 829444 w 1026643"/>
                  <a:gd name="connsiteY2" fmla="*/ 428385 h 1907068"/>
                  <a:gd name="connsiteX3" fmla="*/ 865607 w 1026643"/>
                  <a:gd name="connsiteY3" fmla="*/ 693693 h 1907068"/>
                  <a:gd name="connsiteX4" fmla="*/ 936970 w 1026643"/>
                  <a:gd name="connsiteY4" fmla="*/ 957916 h 1907068"/>
                  <a:gd name="connsiteX5" fmla="*/ 986565 w 1026643"/>
                  <a:gd name="connsiteY5" fmla="*/ 1294174 h 1907068"/>
                  <a:gd name="connsiteX6" fmla="*/ 966196 w 1026643"/>
                  <a:gd name="connsiteY6" fmla="*/ 1506067 h 1907068"/>
                  <a:gd name="connsiteX7" fmla="*/ 778739 w 1026643"/>
                  <a:gd name="connsiteY7" fmla="*/ 1902654 h 1907068"/>
                  <a:gd name="connsiteX8" fmla="*/ 486639 w 1026643"/>
                  <a:gd name="connsiteY8" fmla="*/ 1707392 h 1907068"/>
                  <a:gd name="connsiteX9" fmla="*/ 415201 w 1026643"/>
                  <a:gd name="connsiteY9" fmla="*/ 1545467 h 1907068"/>
                  <a:gd name="connsiteX10" fmla="*/ 305664 w 1026643"/>
                  <a:gd name="connsiteY10" fmla="*/ 1359730 h 1907068"/>
                  <a:gd name="connsiteX11" fmla="*/ 123910 w 1026643"/>
                  <a:gd name="connsiteY11" fmla="*/ 980317 h 1907068"/>
                  <a:gd name="connsiteX12" fmla="*/ 53939 w 1026643"/>
                  <a:gd name="connsiteY12" fmla="*/ 501988 h 1907068"/>
                  <a:gd name="connsiteX13" fmla="*/ 164947 w 1026643"/>
                  <a:gd name="connsiteY13" fmla="*/ 190693 h 19070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026643" h="1907068">
                    <a:moveTo>
                      <a:pt x="164947" y="190693"/>
                    </a:moveTo>
                    <a:cubicBezTo>
                      <a:pt x="408363" y="-134215"/>
                      <a:pt x="505143" y="27749"/>
                      <a:pt x="598514" y="153307"/>
                    </a:cubicBezTo>
                    <a:cubicBezTo>
                      <a:pt x="714975" y="193247"/>
                      <a:pt x="836782" y="269475"/>
                      <a:pt x="829444" y="428385"/>
                    </a:cubicBezTo>
                    <a:cubicBezTo>
                      <a:pt x="883823" y="522299"/>
                      <a:pt x="857809" y="612612"/>
                      <a:pt x="865607" y="693693"/>
                    </a:cubicBezTo>
                    <a:cubicBezTo>
                      <a:pt x="934646" y="827618"/>
                      <a:pt x="977721" y="826368"/>
                      <a:pt x="936970" y="957916"/>
                    </a:cubicBezTo>
                    <a:cubicBezTo>
                      <a:pt x="952105" y="1057324"/>
                      <a:pt x="1094420" y="1140136"/>
                      <a:pt x="986565" y="1294174"/>
                    </a:cubicBezTo>
                    <a:cubicBezTo>
                      <a:pt x="982947" y="1380987"/>
                      <a:pt x="995809" y="1403981"/>
                      <a:pt x="966196" y="1506067"/>
                    </a:cubicBezTo>
                    <a:cubicBezTo>
                      <a:pt x="920688" y="1647354"/>
                      <a:pt x="1019510" y="1847092"/>
                      <a:pt x="778739" y="1902654"/>
                    </a:cubicBezTo>
                    <a:cubicBezTo>
                      <a:pt x="623693" y="1932022"/>
                      <a:pt x="513097" y="1808992"/>
                      <a:pt x="486639" y="1707392"/>
                    </a:cubicBezTo>
                    <a:cubicBezTo>
                      <a:pt x="460181" y="1605792"/>
                      <a:pt x="439807" y="1607379"/>
                      <a:pt x="415201" y="1545467"/>
                    </a:cubicBezTo>
                    <a:cubicBezTo>
                      <a:pt x="338208" y="1493080"/>
                      <a:pt x="342176" y="1443868"/>
                      <a:pt x="305664" y="1359730"/>
                    </a:cubicBezTo>
                    <a:cubicBezTo>
                      <a:pt x="154852" y="1242256"/>
                      <a:pt x="146135" y="1074773"/>
                      <a:pt x="123910" y="980317"/>
                    </a:cubicBezTo>
                    <a:cubicBezTo>
                      <a:pt x="-100511" y="727143"/>
                      <a:pt x="47100" y="633592"/>
                      <a:pt x="53939" y="501988"/>
                    </a:cubicBezTo>
                    <a:cubicBezTo>
                      <a:pt x="112676" y="416263"/>
                      <a:pt x="-127153" y="285943"/>
                      <a:pt x="164947" y="190693"/>
                    </a:cubicBezTo>
                    <a:close/>
                  </a:path>
                </a:pathLst>
              </a:custGeom>
              <a:solidFill>
                <a:srgbClr val="56BE56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Rectangle 7">
                <a:extLst>
                  <a:ext uri="{FF2B5EF4-FFF2-40B4-BE49-F238E27FC236}">
                    <a16:creationId xmlns:a16="http://schemas.microsoft.com/office/drawing/2014/main" id="{1D0F0E04-812B-1E0E-4DF8-FFB1F8C692AD}"/>
                  </a:ext>
                </a:extLst>
              </p:cNvPr>
              <p:cNvSpPr/>
              <p:nvPr/>
            </p:nvSpPr>
            <p:spPr>
              <a:xfrm rot="18342314" flipH="1" flipV="1">
                <a:off x="5807350" y="2911001"/>
                <a:ext cx="1177253" cy="403310"/>
              </a:xfrm>
              <a:custGeom>
                <a:avLst/>
                <a:gdLst>
                  <a:gd name="connsiteX0" fmla="*/ 0 w 1007285"/>
                  <a:gd name="connsiteY0" fmla="*/ 0 h 94954"/>
                  <a:gd name="connsiteX1" fmla="*/ 1007285 w 1007285"/>
                  <a:gd name="connsiteY1" fmla="*/ 0 h 94954"/>
                  <a:gd name="connsiteX2" fmla="*/ 1007285 w 1007285"/>
                  <a:gd name="connsiteY2" fmla="*/ 94954 h 94954"/>
                  <a:gd name="connsiteX3" fmla="*/ 0 w 1007285"/>
                  <a:gd name="connsiteY3" fmla="*/ 94954 h 94954"/>
                  <a:gd name="connsiteX4" fmla="*/ 0 w 1007285"/>
                  <a:gd name="connsiteY4" fmla="*/ 0 h 94954"/>
                  <a:gd name="connsiteX0" fmla="*/ 2819400 w 3826685"/>
                  <a:gd name="connsiteY0" fmla="*/ 0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4" fmla="*/ 2819400 w 3826685"/>
                  <a:gd name="connsiteY4" fmla="*/ 0 h 869654"/>
                  <a:gd name="connsiteX0" fmla="*/ 0 w 3826685"/>
                  <a:gd name="connsiteY0" fmla="*/ 869654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968065 h 1033547"/>
                  <a:gd name="connsiteX1" fmla="*/ 3826685 w 3826685"/>
                  <a:gd name="connsiteY1" fmla="*/ 98411 h 1033547"/>
                  <a:gd name="connsiteX2" fmla="*/ 3826685 w 3826685"/>
                  <a:gd name="connsiteY2" fmla="*/ 193365 h 1033547"/>
                  <a:gd name="connsiteX3" fmla="*/ 0 w 3826685"/>
                  <a:gd name="connsiteY3" fmla="*/ 968065 h 1033547"/>
                  <a:gd name="connsiteX0" fmla="*/ 0 w 3826685"/>
                  <a:gd name="connsiteY0" fmla="*/ 968065 h 1013810"/>
                  <a:gd name="connsiteX1" fmla="*/ 3826685 w 3826685"/>
                  <a:gd name="connsiteY1" fmla="*/ 98411 h 1013810"/>
                  <a:gd name="connsiteX2" fmla="*/ 3826685 w 3826685"/>
                  <a:gd name="connsiteY2" fmla="*/ 193365 h 1013810"/>
                  <a:gd name="connsiteX3" fmla="*/ 0 w 3826685"/>
                  <a:gd name="connsiteY3" fmla="*/ 968065 h 1013810"/>
                  <a:gd name="connsiteX0" fmla="*/ 0 w 3826685"/>
                  <a:gd name="connsiteY0" fmla="*/ 968065 h 1012429"/>
                  <a:gd name="connsiteX1" fmla="*/ 3826685 w 3826685"/>
                  <a:gd name="connsiteY1" fmla="*/ 98411 h 1012429"/>
                  <a:gd name="connsiteX2" fmla="*/ 3826685 w 3826685"/>
                  <a:gd name="connsiteY2" fmla="*/ 193365 h 1012429"/>
                  <a:gd name="connsiteX3" fmla="*/ 0 w 3826685"/>
                  <a:gd name="connsiteY3" fmla="*/ 968065 h 101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6685" h="1012429">
                    <a:moveTo>
                      <a:pt x="0" y="968065"/>
                    </a:moveTo>
                    <a:cubicBezTo>
                      <a:pt x="1199362" y="1008380"/>
                      <a:pt x="2779723" y="-373704"/>
                      <a:pt x="3826685" y="98411"/>
                    </a:cubicBezTo>
                    <a:lnTo>
                      <a:pt x="3826685" y="193365"/>
                    </a:lnTo>
                    <a:cubicBezTo>
                      <a:pt x="2614623" y="-65927"/>
                      <a:pt x="932662" y="1268632"/>
                      <a:pt x="0" y="968065"/>
                    </a:cubicBezTo>
                    <a:close/>
                  </a:path>
                </a:pathLst>
              </a:custGeom>
              <a:solidFill>
                <a:srgbClr val="9EC82D"/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959CE30C-1626-8E13-F9E4-4495C201569D}"/>
                </a:ext>
              </a:extLst>
            </p:cNvPr>
            <p:cNvGrpSpPr/>
            <p:nvPr/>
          </p:nvGrpSpPr>
          <p:grpSpPr>
            <a:xfrm>
              <a:off x="2121059" y="3386518"/>
              <a:ext cx="4243725" cy="2855281"/>
              <a:chOff x="2121059" y="3386518"/>
              <a:chExt cx="4243725" cy="2855281"/>
            </a:xfrm>
          </p:grpSpPr>
          <p:sp>
            <p:nvSpPr>
              <p:cNvPr id="21" name="Rectangle 2">
                <a:extLst>
                  <a:ext uri="{FF2B5EF4-FFF2-40B4-BE49-F238E27FC236}">
                    <a16:creationId xmlns:a16="http://schemas.microsoft.com/office/drawing/2014/main" id="{7F32B7D3-A5F5-C48F-DB78-0405682AB77A}"/>
                  </a:ext>
                </a:extLst>
              </p:cNvPr>
              <p:cNvSpPr/>
              <p:nvPr/>
            </p:nvSpPr>
            <p:spPr>
              <a:xfrm>
                <a:off x="2121059" y="3386518"/>
                <a:ext cx="4243725" cy="2855281"/>
              </a:xfrm>
              <a:custGeom>
                <a:avLst/>
                <a:gdLst>
                  <a:gd name="connsiteX0" fmla="*/ 0 w 290285"/>
                  <a:gd name="connsiteY0" fmla="*/ 0 h 798286"/>
                  <a:gd name="connsiteX1" fmla="*/ 290285 w 290285"/>
                  <a:gd name="connsiteY1" fmla="*/ 0 h 798286"/>
                  <a:gd name="connsiteX2" fmla="*/ 290285 w 290285"/>
                  <a:gd name="connsiteY2" fmla="*/ 798286 h 798286"/>
                  <a:gd name="connsiteX3" fmla="*/ 0 w 290285"/>
                  <a:gd name="connsiteY3" fmla="*/ 798286 h 798286"/>
                  <a:gd name="connsiteX4" fmla="*/ 0 w 290285"/>
                  <a:gd name="connsiteY4" fmla="*/ 0 h 798286"/>
                  <a:gd name="connsiteX0" fmla="*/ 4064000 w 4354285"/>
                  <a:gd name="connsiteY0" fmla="*/ 0 h 2975428"/>
                  <a:gd name="connsiteX1" fmla="*/ 4354285 w 4354285"/>
                  <a:gd name="connsiteY1" fmla="*/ 0 h 2975428"/>
                  <a:gd name="connsiteX2" fmla="*/ 4354285 w 4354285"/>
                  <a:gd name="connsiteY2" fmla="*/ 798286 h 2975428"/>
                  <a:gd name="connsiteX3" fmla="*/ 0 w 4354285"/>
                  <a:gd name="connsiteY3" fmla="*/ 2975428 h 2975428"/>
                  <a:gd name="connsiteX4" fmla="*/ 4064000 w 4354285"/>
                  <a:gd name="connsiteY4" fmla="*/ 0 h 2975428"/>
                  <a:gd name="connsiteX0" fmla="*/ 0 w 4354285"/>
                  <a:gd name="connsiteY0" fmla="*/ 2975428 h 2975428"/>
                  <a:gd name="connsiteX1" fmla="*/ 4354285 w 4354285"/>
                  <a:gd name="connsiteY1" fmla="*/ 0 h 2975428"/>
                  <a:gd name="connsiteX2" fmla="*/ 4354285 w 4354285"/>
                  <a:gd name="connsiteY2" fmla="*/ 798286 h 2975428"/>
                  <a:gd name="connsiteX3" fmla="*/ 0 w 4354285"/>
                  <a:gd name="connsiteY3" fmla="*/ 2975428 h 2975428"/>
                  <a:gd name="connsiteX0" fmla="*/ 0 w 4354285"/>
                  <a:gd name="connsiteY0" fmla="*/ 2670628 h 2670628"/>
                  <a:gd name="connsiteX1" fmla="*/ 4165599 w 4354285"/>
                  <a:gd name="connsiteY1" fmla="*/ 0 h 2670628"/>
                  <a:gd name="connsiteX2" fmla="*/ 4354285 w 4354285"/>
                  <a:gd name="connsiteY2" fmla="*/ 493486 h 2670628"/>
                  <a:gd name="connsiteX3" fmla="*/ 0 w 4354285"/>
                  <a:gd name="connsiteY3" fmla="*/ 2670628 h 2670628"/>
                  <a:gd name="connsiteX0" fmla="*/ 0 w 4165599"/>
                  <a:gd name="connsiteY0" fmla="*/ 2670628 h 2670628"/>
                  <a:gd name="connsiteX1" fmla="*/ 4165599 w 4165599"/>
                  <a:gd name="connsiteY1" fmla="*/ 0 h 2670628"/>
                  <a:gd name="connsiteX2" fmla="*/ 0 w 4165599"/>
                  <a:gd name="connsiteY2" fmla="*/ 2670628 h 2670628"/>
                  <a:gd name="connsiteX0" fmla="*/ 0 w 4248447"/>
                  <a:gd name="connsiteY0" fmla="*/ 2670628 h 2670628"/>
                  <a:gd name="connsiteX1" fmla="*/ 4165599 w 4248447"/>
                  <a:gd name="connsiteY1" fmla="*/ 0 h 2670628"/>
                  <a:gd name="connsiteX2" fmla="*/ 0 w 4248447"/>
                  <a:gd name="connsiteY2" fmla="*/ 2670628 h 2670628"/>
                  <a:gd name="connsiteX0" fmla="*/ 0 w 4248447"/>
                  <a:gd name="connsiteY0" fmla="*/ 2874182 h 2874182"/>
                  <a:gd name="connsiteX1" fmla="*/ 4165599 w 4248447"/>
                  <a:gd name="connsiteY1" fmla="*/ 203554 h 2874182"/>
                  <a:gd name="connsiteX2" fmla="*/ 0 w 4248447"/>
                  <a:gd name="connsiteY2" fmla="*/ 2874182 h 2874182"/>
                  <a:gd name="connsiteX0" fmla="*/ 0 w 4248447"/>
                  <a:gd name="connsiteY0" fmla="*/ 2856618 h 2856618"/>
                  <a:gd name="connsiteX1" fmla="*/ 4165599 w 4248447"/>
                  <a:gd name="connsiteY1" fmla="*/ 185990 h 2856618"/>
                  <a:gd name="connsiteX2" fmla="*/ 0 w 4248447"/>
                  <a:gd name="connsiteY2" fmla="*/ 2856618 h 2856618"/>
                  <a:gd name="connsiteX0" fmla="*/ 0 w 4244520"/>
                  <a:gd name="connsiteY0" fmla="*/ 2856618 h 2856618"/>
                  <a:gd name="connsiteX1" fmla="*/ 4165599 w 4244520"/>
                  <a:gd name="connsiteY1" fmla="*/ 185990 h 2856618"/>
                  <a:gd name="connsiteX2" fmla="*/ 0 w 4244520"/>
                  <a:gd name="connsiteY2" fmla="*/ 2856618 h 2856618"/>
                  <a:gd name="connsiteX0" fmla="*/ 0 w 4243725"/>
                  <a:gd name="connsiteY0" fmla="*/ 2856618 h 2856618"/>
                  <a:gd name="connsiteX1" fmla="*/ 4165599 w 4243725"/>
                  <a:gd name="connsiteY1" fmla="*/ 185990 h 2856618"/>
                  <a:gd name="connsiteX2" fmla="*/ 0 w 4243725"/>
                  <a:gd name="connsiteY2" fmla="*/ 2856618 h 2856618"/>
                  <a:gd name="connsiteX0" fmla="*/ 0 w 4243725"/>
                  <a:gd name="connsiteY0" fmla="*/ 2855281 h 2855281"/>
                  <a:gd name="connsiteX1" fmla="*/ 4165599 w 4243725"/>
                  <a:gd name="connsiteY1" fmla="*/ 184653 h 2855281"/>
                  <a:gd name="connsiteX2" fmla="*/ 0 w 4243725"/>
                  <a:gd name="connsiteY2" fmla="*/ 2855281 h 28552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243725" h="2855281">
                    <a:moveTo>
                      <a:pt x="0" y="2855281"/>
                    </a:moveTo>
                    <a:cubicBezTo>
                      <a:pt x="1141790" y="2400501"/>
                      <a:pt x="4823581" y="1800577"/>
                      <a:pt x="4165599" y="184653"/>
                    </a:cubicBezTo>
                    <a:cubicBezTo>
                      <a:pt x="3227009" y="-782966"/>
                      <a:pt x="430590" y="2342443"/>
                      <a:pt x="0" y="2855281"/>
                    </a:cubicBezTo>
                    <a:close/>
                  </a:path>
                </a:pathLst>
              </a:custGeom>
              <a:solidFill>
                <a:srgbClr val="BB5088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15D6C421-C642-D6F4-D8C6-C6BADB578EA6}"/>
                  </a:ext>
                </a:extLst>
              </p:cNvPr>
              <p:cNvSpPr/>
              <p:nvPr/>
            </p:nvSpPr>
            <p:spPr>
              <a:xfrm>
                <a:off x="5067300" y="3627120"/>
                <a:ext cx="419100" cy="312420"/>
              </a:xfrm>
              <a:custGeom>
                <a:avLst/>
                <a:gdLst>
                  <a:gd name="connsiteX0" fmla="*/ 0 w 419100"/>
                  <a:gd name="connsiteY0" fmla="*/ 0 h 312420"/>
                  <a:gd name="connsiteX1" fmla="*/ 419100 w 419100"/>
                  <a:gd name="connsiteY1" fmla="*/ 312420 h 312420"/>
                  <a:gd name="connsiteX2" fmla="*/ 419100 w 419100"/>
                  <a:gd name="connsiteY2" fmla="*/ 312420 h 312420"/>
                  <a:gd name="connsiteX0" fmla="*/ 0 w 419100"/>
                  <a:gd name="connsiteY0" fmla="*/ 0 h 312420"/>
                  <a:gd name="connsiteX1" fmla="*/ 419100 w 419100"/>
                  <a:gd name="connsiteY1" fmla="*/ 312420 h 312420"/>
                  <a:gd name="connsiteX2" fmla="*/ 419100 w 419100"/>
                  <a:gd name="connsiteY2" fmla="*/ 312420 h 312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19100" h="312420">
                    <a:moveTo>
                      <a:pt x="0" y="0"/>
                    </a:moveTo>
                    <a:cubicBezTo>
                      <a:pt x="139700" y="104140"/>
                      <a:pt x="332740" y="177800"/>
                      <a:pt x="419100" y="312420"/>
                    </a:cubicBezTo>
                    <a:lnTo>
                      <a:pt x="419100" y="312420"/>
                    </a:lnTo>
                  </a:path>
                </a:pathLst>
              </a:custGeom>
              <a:noFill/>
              <a:ln w="38100">
                <a:solidFill>
                  <a:srgbClr val="B42B9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C5E4CC65-CB10-CAF9-50F6-A3F3706F2BC6}"/>
                  </a:ext>
                </a:extLst>
              </p:cNvPr>
              <p:cNvSpPr/>
              <p:nvPr/>
            </p:nvSpPr>
            <p:spPr>
              <a:xfrm>
                <a:off x="4551240" y="3985260"/>
                <a:ext cx="304800" cy="144780"/>
              </a:xfrm>
              <a:custGeom>
                <a:avLst/>
                <a:gdLst>
                  <a:gd name="connsiteX0" fmla="*/ 0 w 419100"/>
                  <a:gd name="connsiteY0" fmla="*/ 0 h 312420"/>
                  <a:gd name="connsiteX1" fmla="*/ 419100 w 419100"/>
                  <a:gd name="connsiteY1" fmla="*/ 312420 h 312420"/>
                  <a:gd name="connsiteX2" fmla="*/ 419100 w 419100"/>
                  <a:gd name="connsiteY2" fmla="*/ 312420 h 312420"/>
                  <a:gd name="connsiteX0" fmla="*/ 0 w 419100"/>
                  <a:gd name="connsiteY0" fmla="*/ 0 h 312420"/>
                  <a:gd name="connsiteX1" fmla="*/ 419100 w 419100"/>
                  <a:gd name="connsiteY1" fmla="*/ 312420 h 312420"/>
                  <a:gd name="connsiteX2" fmla="*/ 419100 w 419100"/>
                  <a:gd name="connsiteY2" fmla="*/ 312420 h 312420"/>
                  <a:gd name="connsiteX0" fmla="*/ 0 w 419100"/>
                  <a:gd name="connsiteY0" fmla="*/ 0 h 312420"/>
                  <a:gd name="connsiteX1" fmla="*/ 419100 w 419100"/>
                  <a:gd name="connsiteY1" fmla="*/ 312420 h 312420"/>
                  <a:gd name="connsiteX2" fmla="*/ 304800 w 419100"/>
                  <a:gd name="connsiteY2" fmla="*/ 121920 h 312420"/>
                  <a:gd name="connsiteX0" fmla="*/ 0 w 419100"/>
                  <a:gd name="connsiteY0" fmla="*/ 0 h 312420"/>
                  <a:gd name="connsiteX1" fmla="*/ 419100 w 419100"/>
                  <a:gd name="connsiteY1" fmla="*/ 312420 h 312420"/>
                  <a:gd name="connsiteX0" fmla="*/ 0 w 304800"/>
                  <a:gd name="connsiteY0" fmla="*/ 0 h 144780"/>
                  <a:gd name="connsiteX1" fmla="*/ 304800 w 304800"/>
                  <a:gd name="connsiteY1" fmla="*/ 144780 h 144780"/>
                  <a:gd name="connsiteX0" fmla="*/ 0 w 304800"/>
                  <a:gd name="connsiteY0" fmla="*/ 0 h 144780"/>
                  <a:gd name="connsiteX1" fmla="*/ 304800 w 304800"/>
                  <a:gd name="connsiteY1" fmla="*/ 144780 h 144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04800" h="144780">
                    <a:moveTo>
                      <a:pt x="0" y="0"/>
                    </a:moveTo>
                    <a:cubicBezTo>
                      <a:pt x="147320" y="35560"/>
                      <a:pt x="218440" y="10160"/>
                      <a:pt x="304800" y="144780"/>
                    </a:cubicBezTo>
                  </a:path>
                </a:pathLst>
              </a:custGeom>
              <a:noFill/>
              <a:ln w="38100">
                <a:solidFill>
                  <a:srgbClr val="B42B9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FEBD6050-0D0A-CFF8-B37A-7E2B81308464}"/>
                  </a:ext>
                </a:extLst>
              </p:cNvPr>
              <p:cNvSpPr/>
              <p:nvPr/>
            </p:nvSpPr>
            <p:spPr>
              <a:xfrm>
                <a:off x="3938121" y="4442460"/>
                <a:ext cx="365760" cy="228600"/>
              </a:xfrm>
              <a:custGeom>
                <a:avLst/>
                <a:gdLst>
                  <a:gd name="connsiteX0" fmla="*/ 0 w 419100"/>
                  <a:gd name="connsiteY0" fmla="*/ 0 h 312420"/>
                  <a:gd name="connsiteX1" fmla="*/ 419100 w 419100"/>
                  <a:gd name="connsiteY1" fmla="*/ 312420 h 312420"/>
                  <a:gd name="connsiteX2" fmla="*/ 419100 w 419100"/>
                  <a:gd name="connsiteY2" fmla="*/ 312420 h 312420"/>
                  <a:gd name="connsiteX0" fmla="*/ 0 w 419100"/>
                  <a:gd name="connsiteY0" fmla="*/ 0 h 312420"/>
                  <a:gd name="connsiteX1" fmla="*/ 419100 w 419100"/>
                  <a:gd name="connsiteY1" fmla="*/ 312420 h 312420"/>
                  <a:gd name="connsiteX2" fmla="*/ 419100 w 419100"/>
                  <a:gd name="connsiteY2" fmla="*/ 312420 h 312420"/>
                  <a:gd name="connsiteX0" fmla="*/ 0 w 419100"/>
                  <a:gd name="connsiteY0" fmla="*/ 0 h 312420"/>
                  <a:gd name="connsiteX1" fmla="*/ 419100 w 419100"/>
                  <a:gd name="connsiteY1" fmla="*/ 312420 h 312420"/>
                  <a:gd name="connsiteX2" fmla="*/ 304800 w 419100"/>
                  <a:gd name="connsiteY2" fmla="*/ 121920 h 312420"/>
                  <a:gd name="connsiteX0" fmla="*/ 0 w 419100"/>
                  <a:gd name="connsiteY0" fmla="*/ 0 h 312420"/>
                  <a:gd name="connsiteX1" fmla="*/ 419100 w 419100"/>
                  <a:gd name="connsiteY1" fmla="*/ 312420 h 312420"/>
                  <a:gd name="connsiteX0" fmla="*/ 0 w 304800"/>
                  <a:gd name="connsiteY0" fmla="*/ 0 h 144780"/>
                  <a:gd name="connsiteX1" fmla="*/ 304800 w 304800"/>
                  <a:gd name="connsiteY1" fmla="*/ 144780 h 144780"/>
                  <a:gd name="connsiteX0" fmla="*/ 0 w 304800"/>
                  <a:gd name="connsiteY0" fmla="*/ 0 h 144780"/>
                  <a:gd name="connsiteX1" fmla="*/ 304800 w 304800"/>
                  <a:gd name="connsiteY1" fmla="*/ 144780 h 144780"/>
                  <a:gd name="connsiteX0" fmla="*/ 0 w 365760"/>
                  <a:gd name="connsiteY0" fmla="*/ 0 h 228600"/>
                  <a:gd name="connsiteX1" fmla="*/ 365760 w 365760"/>
                  <a:gd name="connsiteY1" fmla="*/ 228600 h 228600"/>
                  <a:gd name="connsiteX0" fmla="*/ 0 w 365760"/>
                  <a:gd name="connsiteY0" fmla="*/ 0 h 228600"/>
                  <a:gd name="connsiteX1" fmla="*/ 365760 w 365760"/>
                  <a:gd name="connsiteY1" fmla="*/ 228600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65760" h="228600">
                    <a:moveTo>
                      <a:pt x="0" y="0"/>
                    </a:moveTo>
                    <a:cubicBezTo>
                      <a:pt x="147320" y="35560"/>
                      <a:pt x="309880" y="63500"/>
                      <a:pt x="365760" y="228600"/>
                    </a:cubicBezTo>
                  </a:path>
                </a:pathLst>
              </a:custGeom>
              <a:noFill/>
              <a:ln w="38100">
                <a:solidFill>
                  <a:srgbClr val="B42B9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1E8F1673-860E-B636-17D3-7AA4ED9760CC}"/>
                  </a:ext>
                </a:extLst>
              </p:cNvPr>
              <p:cNvSpPr/>
              <p:nvPr/>
            </p:nvSpPr>
            <p:spPr>
              <a:xfrm>
                <a:off x="3404721" y="4899660"/>
                <a:ext cx="213360" cy="167640"/>
              </a:xfrm>
              <a:custGeom>
                <a:avLst/>
                <a:gdLst>
                  <a:gd name="connsiteX0" fmla="*/ 0 w 419100"/>
                  <a:gd name="connsiteY0" fmla="*/ 0 h 312420"/>
                  <a:gd name="connsiteX1" fmla="*/ 419100 w 419100"/>
                  <a:gd name="connsiteY1" fmla="*/ 312420 h 312420"/>
                  <a:gd name="connsiteX2" fmla="*/ 419100 w 419100"/>
                  <a:gd name="connsiteY2" fmla="*/ 312420 h 312420"/>
                  <a:gd name="connsiteX0" fmla="*/ 0 w 419100"/>
                  <a:gd name="connsiteY0" fmla="*/ 0 h 312420"/>
                  <a:gd name="connsiteX1" fmla="*/ 419100 w 419100"/>
                  <a:gd name="connsiteY1" fmla="*/ 312420 h 312420"/>
                  <a:gd name="connsiteX2" fmla="*/ 419100 w 419100"/>
                  <a:gd name="connsiteY2" fmla="*/ 312420 h 312420"/>
                  <a:gd name="connsiteX0" fmla="*/ 0 w 419100"/>
                  <a:gd name="connsiteY0" fmla="*/ 0 h 312420"/>
                  <a:gd name="connsiteX1" fmla="*/ 419100 w 419100"/>
                  <a:gd name="connsiteY1" fmla="*/ 312420 h 312420"/>
                  <a:gd name="connsiteX2" fmla="*/ 304800 w 419100"/>
                  <a:gd name="connsiteY2" fmla="*/ 121920 h 312420"/>
                  <a:gd name="connsiteX0" fmla="*/ 0 w 419100"/>
                  <a:gd name="connsiteY0" fmla="*/ 0 h 312420"/>
                  <a:gd name="connsiteX1" fmla="*/ 419100 w 419100"/>
                  <a:gd name="connsiteY1" fmla="*/ 312420 h 312420"/>
                  <a:gd name="connsiteX0" fmla="*/ 0 w 304800"/>
                  <a:gd name="connsiteY0" fmla="*/ 0 h 144780"/>
                  <a:gd name="connsiteX1" fmla="*/ 304800 w 304800"/>
                  <a:gd name="connsiteY1" fmla="*/ 144780 h 144780"/>
                  <a:gd name="connsiteX0" fmla="*/ 0 w 304800"/>
                  <a:gd name="connsiteY0" fmla="*/ 0 h 144780"/>
                  <a:gd name="connsiteX1" fmla="*/ 304800 w 304800"/>
                  <a:gd name="connsiteY1" fmla="*/ 144780 h 144780"/>
                  <a:gd name="connsiteX0" fmla="*/ 0 w 365760"/>
                  <a:gd name="connsiteY0" fmla="*/ 0 h 228600"/>
                  <a:gd name="connsiteX1" fmla="*/ 365760 w 365760"/>
                  <a:gd name="connsiteY1" fmla="*/ 228600 h 228600"/>
                  <a:gd name="connsiteX0" fmla="*/ 0 w 365760"/>
                  <a:gd name="connsiteY0" fmla="*/ 0 h 228600"/>
                  <a:gd name="connsiteX1" fmla="*/ 365760 w 365760"/>
                  <a:gd name="connsiteY1" fmla="*/ 228600 h 228600"/>
                  <a:gd name="connsiteX0" fmla="*/ 0 w 251460"/>
                  <a:gd name="connsiteY0" fmla="*/ 0 h 144780"/>
                  <a:gd name="connsiteX1" fmla="*/ 251460 w 251460"/>
                  <a:gd name="connsiteY1" fmla="*/ 144780 h 144780"/>
                  <a:gd name="connsiteX0" fmla="*/ 0 w 213360"/>
                  <a:gd name="connsiteY0" fmla="*/ 0 h 167640"/>
                  <a:gd name="connsiteX1" fmla="*/ 213360 w 213360"/>
                  <a:gd name="connsiteY1" fmla="*/ 167640 h 1676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13360" h="167640">
                    <a:moveTo>
                      <a:pt x="0" y="0"/>
                    </a:moveTo>
                    <a:cubicBezTo>
                      <a:pt x="147320" y="35560"/>
                      <a:pt x="157480" y="2540"/>
                      <a:pt x="213360" y="167640"/>
                    </a:cubicBezTo>
                  </a:path>
                </a:pathLst>
              </a:custGeom>
              <a:noFill/>
              <a:ln w="38100">
                <a:solidFill>
                  <a:srgbClr val="B42B9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AA6E4B3-5C43-237E-7C95-E20AF819CB12}"/>
              </a:ext>
            </a:extLst>
          </p:cNvPr>
          <p:cNvGrpSpPr/>
          <p:nvPr/>
        </p:nvGrpSpPr>
        <p:grpSpPr>
          <a:xfrm>
            <a:off x="4285134" y="1422004"/>
            <a:ext cx="6020688" cy="4555012"/>
            <a:chOff x="2121059" y="1686787"/>
            <a:chExt cx="6020688" cy="4555012"/>
          </a:xfrm>
          <a:solidFill>
            <a:schemeClr val="bg1"/>
          </a:solidFill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08652AD1-66BD-72A2-7724-D0AAD5FD6CF6}"/>
                </a:ext>
              </a:extLst>
            </p:cNvPr>
            <p:cNvGrpSpPr/>
            <p:nvPr/>
          </p:nvGrpSpPr>
          <p:grpSpPr>
            <a:xfrm>
              <a:off x="5326377" y="1686787"/>
              <a:ext cx="2815370" cy="2984273"/>
              <a:chOff x="5272031" y="1611901"/>
              <a:chExt cx="2815370" cy="2984273"/>
            </a:xfrm>
            <a:grpFill/>
          </p:grpSpPr>
          <p:sp>
            <p:nvSpPr>
              <p:cNvPr id="42" name="Rectangle 3">
                <a:extLst>
                  <a:ext uri="{FF2B5EF4-FFF2-40B4-BE49-F238E27FC236}">
                    <a16:creationId xmlns:a16="http://schemas.microsoft.com/office/drawing/2014/main" id="{BD62C0C5-2DB6-1737-0550-E0BA495EC27E}"/>
                  </a:ext>
                </a:extLst>
              </p:cNvPr>
              <p:cNvSpPr/>
              <p:nvPr/>
            </p:nvSpPr>
            <p:spPr>
              <a:xfrm>
                <a:off x="5272031" y="1730329"/>
                <a:ext cx="894152" cy="1793571"/>
              </a:xfrm>
              <a:custGeom>
                <a:avLst/>
                <a:gdLst>
                  <a:gd name="connsiteX0" fmla="*/ 0 w 381000"/>
                  <a:gd name="connsiteY0" fmla="*/ 0 h 1422400"/>
                  <a:gd name="connsiteX1" fmla="*/ 381000 w 381000"/>
                  <a:gd name="connsiteY1" fmla="*/ 0 h 1422400"/>
                  <a:gd name="connsiteX2" fmla="*/ 381000 w 381000"/>
                  <a:gd name="connsiteY2" fmla="*/ 1422400 h 1422400"/>
                  <a:gd name="connsiteX3" fmla="*/ 0 w 381000"/>
                  <a:gd name="connsiteY3" fmla="*/ 1422400 h 1422400"/>
                  <a:gd name="connsiteX4" fmla="*/ 0 w 381000"/>
                  <a:gd name="connsiteY4" fmla="*/ 0 h 1422400"/>
                  <a:gd name="connsiteX0" fmla="*/ 0 w 596900"/>
                  <a:gd name="connsiteY0" fmla="*/ 0 h 1905000"/>
                  <a:gd name="connsiteX1" fmla="*/ 596900 w 596900"/>
                  <a:gd name="connsiteY1" fmla="*/ 482600 h 1905000"/>
                  <a:gd name="connsiteX2" fmla="*/ 596900 w 596900"/>
                  <a:gd name="connsiteY2" fmla="*/ 1905000 h 1905000"/>
                  <a:gd name="connsiteX3" fmla="*/ 215900 w 596900"/>
                  <a:gd name="connsiteY3" fmla="*/ 1905000 h 1905000"/>
                  <a:gd name="connsiteX4" fmla="*/ 0 w 596900"/>
                  <a:gd name="connsiteY4" fmla="*/ 0 h 1905000"/>
                  <a:gd name="connsiteX0" fmla="*/ 0 w 596900"/>
                  <a:gd name="connsiteY0" fmla="*/ 0 h 1905000"/>
                  <a:gd name="connsiteX1" fmla="*/ 482600 w 596900"/>
                  <a:gd name="connsiteY1" fmla="*/ 139700 h 1905000"/>
                  <a:gd name="connsiteX2" fmla="*/ 596900 w 596900"/>
                  <a:gd name="connsiteY2" fmla="*/ 1905000 h 1905000"/>
                  <a:gd name="connsiteX3" fmla="*/ 215900 w 596900"/>
                  <a:gd name="connsiteY3" fmla="*/ 1905000 h 1905000"/>
                  <a:gd name="connsiteX4" fmla="*/ 0 w 596900"/>
                  <a:gd name="connsiteY4" fmla="*/ 0 h 1905000"/>
                  <a:gd name="connsiteX0" fmla="*/ 0 w 596900"/>
                  <a:gd name="connsiteY0" fmla="*/ 0 h 1905000"/>
                  <a:gd name="connsiteX1" fmla="*/ 468313 w 596900"/>
                  <a:gd name="connsiteY1" fmla="*/ 115887 h 1905000"/>
                  <a:gd name="connsiteX2" fmla="*/ 596900 w 596900"/>
                  <a:gd name="connsiteY2" fmla="*/ 1905000 h 1905000"/>
                  <a:gd name="connsiteX3" fmla="*/ 215900 w 596900"/>
                  <a:gd name="connsiteY3" fmla="*/ 1905000 h 1905000"/>
                  <a:gd name="connsiteX4" fmla="*/ 0 w 596900"/>
                  <a:gd name="connsiteY4" fmla="*/ 0 h 1905000"/>
                  <a:gd name="connsiteX0" fmla="*/ 0 w 630237"/>
                  <a:gd name="connsiteY0" fmla="*/ 0 h 1900237"/>
                  <a:gd name="connsiteX1" fmla="*/ 501650 w 630237"/>
                  <a:gd name="connsiteY1" fmla="*/ 111124 h 1900237"/>
                  <a:gd name="connsiteX2" fmla="*/ 630237 w 630237"/>
                  <a:gd name="connsiteY2" fmla="*/ 1900237 h 1900237"/>
                  <a:gd name="connsiteX3" fmla="*/ 249237 w 630237"/>
                  <a:gd name="connsiteY3" fmla="*/ 1900237 h 1900237"/>
                  <a:gd name="connsiteX4" fmla="*/ 0 w 630237"/>
                  <a:gd name="connsiteY4" fmla="*/ 0 h 1900237"/>
                  <a:gd name="connsiteX0" fmla="*/ 0 w 630237"/>
                  <a:gd name="connsiteY0" fmla="*/ 74867 h 1975104"/>
                  <a:gd name="connsiteX1" fmla="*/ 501650 w 630237"/>
                  <a:gd name="connsiteY1" fmla="*/ 185991 h 1975104"/>
                  <a:gd name="connsiteX2" fmla="*/ 630237 w 630237"/>
                  <a:gd name="connsiteY2" fmla="*/ 1975104 h 1975104"/>
                  <a:gd name="connsiteX3" fmla="*/ 249237 w 630237"/>
                  <a:gd name="connsiteY3" fmla="*/ 1975104 h 1975104"/>
                  <a:gd name="connsiteX4" fmla="*/ 0 w 630237"/>
                  <a:gd name="connsiteY4" fmla="*/ 74867 h 1975104"/>
                  <a:gd name="connsiteX0" fmla="*/ 0 w 630237"/>
                  <a:gd name="connsiteY0" fmla="*/ 125035 h 2025272"/>
                  <a:gd name="connsiteX1" fmla="*/ 501650 w 630237"/>
                  <a:gd name="connsiteY1" fmla="*/ 236159 h 2025272"/>
                  <a:gd name="connsiteX2" fmla="*/ 630237 w 630237"/>
                  <a:gd name="connsiteY2" fmla="*/ 2025272 h 2025272"/>
                  <a:gd name="connsiteX3" fmla="*/ 249237 w 630237"/>
                  <a:gd name="connsiteY3" fmla="*/ 2025272 h 2025272"/>
                  <a:gd name="connsiteX4" fmla="*/ 0 w 630237"/>
                  <a:gd name="connsiteY4" fmla="*/ 125035 h 2025272"/>
                  <a:gd name="connsiteX0" fmla="*/ 176212 w 806449"/>
                  <a:gd name="connsiteY0" fmla="*/ 125035 h 2025272"/>
                  <a:gd name="connsiteX1" fmla="*/ 677862 w 806449"/>
                  <a:gd name="connsiteY1" fmla="*/ 236159 h 2025272"/>
                  <a:gd name="connsiteX2" fmla="*/ 806449 w 806449"/>
                  <a:gd name="connsiteY2" fmla="*/ 2025272 h 2025272"/>
                  <a:gd name="connsiteX3" fmla="*/ 425449 w 806449"/>
                  <a:gd name="connsiteY3" fmla="*/ 2025272 h 2025272"/>
                  <a:gd name="connsiteX4" fmla="*/ 0 w 806449"/>
                  <a:gd name="connsiteY4" fmla="*/ 382210 h 2025272"/>
                  <a:gd name="connsiteX5" fmla="*/ 176212 w 806449"/>
                  <a:gd name="connsiteY5" fmla="*/ 125035 h 2025272"/>
                  <a:gd name="connsiteX0" fmla="*/ 245290 w 875527"/>
                  <a:gd name="connsiteY0" fmla="*/ 125035 h 2025272"/>
                  <a:gd name="connsiteX1" fmla="*/ 746940 w 875527"/>
                  <a:gd name="connsiteY1" fmla="*/ 236159 h 2025272"/>
                  <a:gd name="connsiteX2" fmla="*/ 875527 w 875527"/>
                  <a:gd name="connsiteY2" fmla="*/ 2025272 h 2025272"/>
                  <a:gd name="connsiteX3" fmla="*/ 494527 w 875527"/>
                  <a:gd name="connsiteY3" fmla="*/ 2025272 h 2025272"/>
                  <a:gd name="connsiteX4" fmla="*/ 26216 w 875527"/>
                  <a:gd name="connsiteY4" fmla="*/ 658435 h 2025272"/>
                  <a:gd name="connsiteX5" fmla="*/ 69078 w 875527"/>
                  <a:gd name="connsiteY5" fmla="*/ 382210 h 2025272"/>
                  <a:gd name="connsiteX6" fmla="*/ 245290 w 875527"/>
                  <a:gd name="connsiteY6" fmla="*/ 125035 h 2025272"/>
                  <a:gd name="connsiteX0" fmla="*/ 221743 w 851980"/>
                  <a:gd name="connsiteY0" fmla="*/ 125035 h 2025272"/>
                  <a:gd name="connsiteX1" fmla="*/ 723393 w 851980"/>
                  <a:gd name="connsiteY1" fmla="*/ 236159 h 2025272"/>
                  <a:gd name="connsiteX2" fmla="*/ 851980 w 851980"/>
                  <a:gd name="connsiteY2" fmla="*/ 2025272 h 2025272"/>
                  <a:gd name="connsiteX3" fmla="*/ 470980 w 851980"/>
                  <a:gd name="connsiteY3" fmla="*/ 2025272 h 2025272"/>
                  <a:gd name="connsiteX4" fmla="*/ 55056 w 851980"/>
                  <a:gd name="connsiteY4" fmla="*/ 944185 h 2025272"/>
                  <a:gd name="connsiteX5" fmla="*/ 2669 w 851980"/>
                  <a:gd name="connsiteY5" fmla="*/ 658435 h 2025272"/>
                  <a:gd name="connsiteX6" fmla="*/ 45531 w 851980"/>
                  <a:gd name="connsiteY6" fmla="*/ 382210 h 2025272"/>
                  <a:gd name="connsiteX7" fmla="*/ 221743 w 851980"/>
                  <a:gd name="connsiteY7" fmla="*/ 125035 h 2025272"/>
                  <a:gd name="connsiteX0" fmla="*/ 219345 w 849582"/>
                  <a:gd name="connsiteY0" fmla="*/ 125035 h 2025272"/>
                  <a:gd name="connsiteX1" fmla="*/ 720995 w 849582"/>
                  <a:gd name="connsiteY1" fmla="*/ 236159 h 2025272"/>
                  <a:gd name="connsiteX2" fmla="*/ 849582 w 849582"/>
                  <a:gd name="connsiteY2" fmla="*/ 2025272 h 2025272"/>
                  <a:gd name="connsiteX3" fmla="*/ 468582 w 849582"/>
                  <a:gd name="connsiteY3" fmla="*/ 2025272 h 2025272"/>
                  <a:gd name="connsiteX4" fmla="*/ 200295 w 849582"/>
                  <a:gd name="connsiteY4" fmla="*/ 1229935 h 2025272"/>
                  <a:gd name="connsiteX5" fmla="*/ 52658 w 849582"/>
                  <a:gd name="connsiteY5" fmla="*/ 944185 h 2025272"/>
                  <a:gd name="connsiteX6" fmla="*/ 271 w 849582"/>
                  <a:gd name="connsiteY6" fmla="*/ 658435 h 2025272"/>
                  <a:gd name="connsiteX7" fmla="*/ 43133 w 849582"/>
                  <a:gd name="connsiteY7" fmla="*/ 382210 h 2025272"/>
                  <a:gd name="connsiteX8" fmla="*/ 219345 w 849582"/>
                  <a:gd name="connsiteY8" fmla="*/ 125035 h 2025272"/>
                  <a:gd name="connsiteX0" fmla="*/ 219345 w 849582"/>
                  <a:gd name="connsiteY0" fmla="*/ 125035 h 2025272"/>
                  <a:gd name="connsiteX1" fmla="*/ 720995 w 849582"/>
                  <a:gd name="connsiteY1" fmla="*/ 236159 h 2025272"/>
                  <a:gd name="connsiteX2" fmla="*/ 849582 w 849582"/>
                  <a:gd name="connsiteY2" fmla="*/ 2025272 h 2025272"/>
                  <a:gd name="connsiteX3" fmla="*/ 468582 w 849582"/>
                  <a:gd name="connsiteY3" fmla="*/ 2025272 h 2025272"/>
                  <a:gd name="connsiteX4" fmla="*/ 309832 w 849582"/>
                  <a:gd name="connsiteY4" fmla="*/ 1415672 h 2025272"/>
                  <a:gd name="connsiteX5" fmla="*/ 200295 w 849582"/>
                  <a:gd name="connsiteY5" fmla="*/ 1229935 h 2025272"/>
                  <a:gd name="connsiteX6" fmla="*/ 52658 w 849582"/>
                  <a:gd name="connsiteY6" fmla="*/ 944185 h 2025272"/>
                  <a:gd name="connsiteX7" fmla="*/ 271 w 849582"/>
                  <a:gd name="connsiteY7" fmla="*/ 658435 h 2025272"/>
                  <a:gd name="connsiteX8" fmla="*/ 43133 w 849582"/>
                  <a:gd name="connsiteY8" fmla="*/ 382210 h 2025272"/>
                  <a:gd name="connsiteX9" fmla="*/ 219345 w 849582"/>
                  <a:gd name="connsiteY9" fmla="*/ 125035 h 2025272"/>
                  <a:gd name="connsiteX0" fmla="*/ 219345 w 849582"/>
                  <a:gd name="connsiteY0" fmla="*/ 125035 h 2025272"/>
                  <a:gd name="connsiteX1" fmla="*/ 720995 w 849582"/>
                  <a:gd name="connsiteY1" fmla="*/ 236159 h 2025272"/>
                  <a:gd name="connsiteX2" fmla="*/ 849582 w 849582"/>
                  <a:gd name="connsiteY2" fmla="*/ 2025272 h 2025272"/>
                  <a:gd name="connsiteX3" fmla="*/ 468582 w 849582"/>
                  <a:gd name="connsiteY3" fmla="*/ 2025272 h 2025272"/>
                  <a:gd name="connsiteX4" fmla="*/ 381270 w 849582"/>
                  <a:gd name="connsiteY4" fmla="*/ 1577597 h 2025272"/>
                  <a:gd name="connsiteX5" fmla="*/ 309832 w 849582"/>
                  <a:gd name="connsiteY5" fmla="*/ 1415672 h 2025272"/>
                  <a:gd name="connsiteX6" fmla="*/ 200295 w 849582"/>
                  <a:gd name="connsiteY6" fmla="*/ 1229935 h 2025272"/>
                  <a:gd name="connsiteX7" fmla="*/ 52658 w 849582"/>
                  <a:gd name="connsiteY7" fmla="*/ 944185 h 2025272"/>
                  <a:gd name="connsiteX8" fmla="*/ 271 w 849582"/>
                  <a:gd name="connsiteY8" fmla="*/ 658435 h 2025272"/>
                  <a:gd name="connsiteX9" fmla="*/ 43133 w 849582"/>
                  <a:gd name="connsiteY9" fmla="*/ 382210 h 2025272"/>
                  <a:gd name="connsiteX10" fmla="*/ 219345 w 849582"/>
                  <a:gd name="connsiteY10" fmla="*/ 125035 h 2025272"/>
                  <a:gd name="connsiteX0" fmla="*/ 219345 w 849582"/>
                  <a:gd name="connsiteY0" fmla="*/ 125035 h 2025272"/>
                  <a:gd name="connsiteX1" fmla="*/ 720995 w 849582"/>
                  <a:gd name="connsiteY1" fmla="*/ 236159 h 2025272"/>
                  <a:gd name="connsiteX2" fmla="*/ 819420 w 849582"/>
                  <a:gd name="connsiteY2" fmla="*/ 586997 h 2025272"/>
                  <a:gd name="connsiteX3" fmla="*/ 849582 w 849582"/>
                  <a:gd name="connsiteY3" fmla="*/ 2025272 h 2025272"/>
                  <a:gd name="connsiteX4" fmla="*/ 468582 w 849582"/>
                  <a:gd name="connsiteY4" fmla="*/ 2025272 h 2025272"/>
                  <a:gd name="connsiteX5" fmla="*/ 381270 w 849582"/>
                  <a:gd name="connsiteY5" fmla="*/ 1577597 h 2025272"/>
                  <a:gd name="connsiteX6" fmla="*/ 309832 w 849582"/>
                  <a:gd name="connsiteY6" fmla="*/ 1415672 h 2025272"/>
                  <a:gd name="connsiteX7" fmla="*/ 200295 w 849582"/>
                  <a:gd name="connsiteY7" fmla="*/ 1229935 h 2025272"/>
                  <a:gd name="connsiteX8" fmla="*/ 52658 w 849582"/>
                  <a:gd name="connsiteY8" fmla="*/ 944185 h 2025272"/>
                  <a:gd name="connsiteX9" fmla="*/ 271 w 849582"/>
                  <a:gd name="connsiteY9" fmla="*/ 658435 h 2025272"/>
                  <a:gd name="connsiteX10" fmla="*/ 43133 w 849582"/>
                  <a:gd name="connsiteY10" fmla="*/ 382210 h 2025272"/>
                  <a:gd name="connsiteX11" fmla="*/ 219345 w 849582"/>
                  <a:gd name="connsiteY11" fmla="*/ 125035 h 2025272"/>
                  <a:gd name="connsiteX0" fmla="*/ 219345 w 849582"/>
                  <a:gd name="connsiteY0" fmla="*/ 125035 h 2025272"/>
                  <a:gd name="connsiteX1" fmla="*/ 720995 w 849582"/>
                  <a:gd name="connsiteY1" fmla="*/ 236159 h 2025272"/>
                  <a:gd name="connsiteX2" fmla="*/ 819420 w 849582"/>
                  <a:gd name="connsiteY2" fmla="*/ 586997 h 2025272"/>
                  <a:gd name="connsiteX3" fmla="*/ 805132 w 849582"/>
                  <a:gd name="connsiteY3" fmla="*/ 787022 h 2025272"/>
                  <a:gd name="connsiteX4" fmla="*/ 849582 w 849582"/>
                  <a:gd name="connsiteY4" fmla="*/ 2025272 h 2025272"/>
                  <a:gd name="connsiteX5" fmla="*/ 468582 w 849582"/>
                  <a:gd name="connsiteY5" fmla="*/ 2025272 h 2025272"/>
                  <a:gd name="connsiteX6" fmla="*/ 381270 w 849582"/>
                  <a:gd name="connsiteY6" fmla="*/ 1577597 h 2025272"/>
                  <a:gd name="connsiteX7" fmla="*/ 309832 w 849582"/>
                  <a:gd name="connsiteY7" fmla="*/ 1415672 h 2025272"/>
                  <a:gd name="connsiteX8" fmla="*/ 200295 w 849582"/>
                  <a:gd name="connsiteY8" fmla="*/ 1229935 h 2025272"/>
                  <a:gd name="connsiteX9" fmla="*/ 52658 w 849582"/>
                  <a:gd name="connsiteY9" fmla="*/ 944185 h 2025272"/>
                  <a:gd name="connsiteX10" fmla="*/ 271 w 849582"/>
                  <a:gd name="connsiteY10" fmla="*/ 658435 h 2025272"/>
                  <a:gd name="connsiteX11" fmla="*/ 43133 w 849582"/>
                  <a:gd name="connsiteY11" fmla="*/ 382210 h 2025272"/>
                  <a:gd name="connsiteX12" fmla="*/ 219345 w 849582"/>
                  <a:gd name="connsiteY12" fmla="*/ 125035 h 2025272"/>
                  <a:gd name="connsiteX0" fmla="*/ 219345 w 849582"/>
                  <a:gd name="connsiteY0" fmla="*/ 125035 h 2025272"/>
                  <a:gd name="connsiteX1" fmla="*/ 720995 w 849582"/>
                  <a:gd name="connsiteY1" fmla="*/ 236159 h 2025272"/>
                  <a:gd name="connsiteX2" fmla="*/ 819420 w 849582"/>
                  <a:gd name="connsiteY2" fmla="*/ 586997 h 2025272"/>
                  <a:gd name="connsiteX3" fmla="*/ 805132 w 849582"/>
                  <a:gd name="connsiteY3" fmla="*/ 787022 h 2025272"/>
                  <a:gd name="connsiteX4" fmla="*/ 776557 w 849582"/>
                  <a:gd name="connsiteY4" fmla="*/ 1053722 h 2025272"/>
                  <a:gd name="connsiteX5" fmla="*/ 849582 w 849582"/>
                  <a:gd name="connsiteY5" fmla="*/ 2025272 h 2025272"/>
                  <a:gd name="connsiteX6" fmla="*/ 468582 w 849582"/>
                  <a:gd name="connsiteY6" fmla="*/ 2025272 h 2025272"/>
                  <a:gd name="connsiteX7" fmla="*/ 381270 w 849582"/>
                  <a:gd name="connsiteY7" fmla="*/ 1577597 h 2025272"/>
                  <a:gd name="connsiteX8" fmla="*/ 309832 w 849582"/>
                  <a:gd name="connsiteY8" fmla="*/ 1415672 h 2025272"/>
                  <a:gd name="connsiteX9" fmla="*/ 200295 w 849582"/>
                  <a:gd name="connsiteY9" fmla="*/ 1229935 h 2025272"/>
                  <a:gd name="connsiteX10" fmla="*/ 52658 w 849582"/>
                  <a:gd name="connsiteY10" fmla="*/ 944185 h 2025272"/>
                  <a:gd name="connsiteX11" fmla="*/ 271 w 849582"/>
                  <a:gd name="connsiteY11" fmla="*/ 658435 h 2025272"/>
                  <a:gd name="connsiteX12" fmla="*/ 43133 w 849582"/>
                  <a:gd name="connsiteY12" fmla="*/ 382210 h 2025272"/>
                  <a:gd name="connsiteX13" fmla="*/ 219345 w 849582"/>
                  <a:gd name="connsiteY13" fmla="*/ 125035 h 2025272"/>
                  <a:gd name="connsiteX0" fmla="*/ 219345 w 849582"/>
                  <a:gd name="connsiteY0" fmla="*/ 125035 h 2025272"/>
                  <a:gd name="connsiteX1" fmla="*/ 720995 w 849582"/>
                  <a:gd name="connsiteY1" fmla="*/ 236159 h 2025272"/>
                  <a:gd name="connsiteX2" fmla="*/ 819420 w 849582"/>
                  <a:gd name="connsiteY2" fmla="*/ 586997 h 2025272"/>
                  <a:gd name="connsiteX3" fmla="*/ 805132 w 849582"/>
                  <a:gd name="connsiteY3" fmla="*/ 787022 h 2025272"/>
                  <a:gd name="connsiteX4" fmla="*/ 776557 w 849582"/>
                  <a:gd name="connsiteY4" fmla="*/ 1053722 h 2025272"/>
                  <a:gd name="connsiteX5" fmla="*/ 809895 w 849582"/>
                  <a:gd name="connsiteY5" fmla="*/ 1348997 h 2025272"/>
                  <a:gd name="connsiteX6" fmla="*/ 849582 w 849582"/>
                  <a:gd name="connsiteY6" fmla="*/ 2025272 h 2025272"/>
                  <a:gd name="connsiteX7" fmla="*/ 468582 w 849582"/>
                  <a:gd name="connsiteY7" fmla="*/ 2025272 h 2025272"/>
                  <a:gd name="connsiteX8" fmla="*/ 381270 w 849582"/>
                  <a:gd name="connsiteY8" fmla="*/ 1577597 h 2025272"/>
                  <a:gd name="connsiteX9" fmla="*/ 309832 w 849582"/>
                  <a:gd name="connsiteY9" fmla="*/ 1415672 h 2025272"/>
                  <a:gd name="connsiteX10" fmla="*/ 200295 w 849582"/>
                  <a:gd name="connsiteY10" fmla="*/ 1229935 h 2025272"/>
                  <a:gd name="connsiteX11" fmla="*/ 52658 w 849582"/>
                  <a:gd name="connsiteY11" fmla="*/ 944185 h 2025272"/>
                  <a:gd name="connsiteX12" fmla="*/ 271 w 849582"/>
                  <a:gd name="connsiteY12" fmla="*/ 658435 h 2025272"/>
                  <a:gd name="connsiteX13" fmla="*/ 43133 w 849582"/>
                  <a:gd name="connsiteY13" fmla="*/ 382210 h 2025272"/>
                  <a:gd name="connsiteX14" fmla="*/ 219345 w 849582"/>
                  <a:gd name="connsiteY14" fmla="*/ 125035 h 2025272"/>
                  <a:gd name="connsiteX0" fmla="*/ 219345 w 819522"/>
                  <a:gd name="connsiteY0" fmla="*/ 125035 h 2025272"/>
                  <a:gd name="connsiteX1" fmla="*/ 720995 w 819522"/>
                  <a:gd name="connsiteY1" fmla="*/ 236159 h 2025272"/>
                  <a:gd name="connsiteX2" fmla="*/ 819420 w 819522"/>
                  <a:gd name="connsiteY2" fmla="*/ 586997 h 2025272"/>
                  <a:gd name="connsiteX3" fmla="*/ 805132 w 819522"/>
                  <a:gd name="connsiteY3" fmla="*/ 787022 h 2025272"/>
                  <a:gd name="connsiteX4" fmla="*/ 776557 w 819522"/>
                  <a:gd name="connsiteY4" fmla="*/ 1053722 h 2025272"/>
                  <a:gd name="connsiteX5" fmla="*/ 809895 w 819522"/>
                  <a:gd name="connsiteY5" fmla="*/ 1348997 h 2025272"/>
                  <a:gd name="connsiteX6" fmla="*/ 468582 w 819522"/>
                  <a:gd name="connsiteY6" fmla="*/ 2025272 h 2025272"/>
                  <a:gd name="connsiteX7" fmla="*/ 381270 w 819522"/>
                  <a:gd name="connsiteY7" fmla="*/ 1577597 h 2025272"/>
                  <a:gd name="connsiteX8" fmla="*/ 309832 w 819522"/>
                  <a:gd name="connsiteY8" fmla="*/ 1415672 h 2025272"/>
                  <a:gd name="connsiteX9" fmla="*/ 200295 w 819522"/>
                  <a:gd name="connsiteY9" fmla="*/ 1229935 h 2025272"/>
                  <a:gd name="connsiteX10" fmla="*/ 52658 w 819522"/>
                  <a:gd name="connsiteY10" fmla="*/ 944185 h 2025272"/>
                  <a:gd name="connsiteX11" fmla="*/ 271 w 819522"/>
                  <a:gd name="connsiteY11" fmla="*/ 658435 h 2025272"/>
                  <a:gd name="connsiteX12" fmla="*/ 43133 w 819522"/>
                  <a:gd name="connsiteY12" fmla="*/ 382210 h 2025272"/>
                  <a:gd name="connsiteX13" fmla="*/ 219345 w 819522"/>
                  <a:gd name="connsiteY13" fmla="*/ 125035 h 2025272"/>
                  <a:gd name="connsiteX0" fmla="*/ 219345 w 819522"/>
                  <a:gd name="connsiteY0" fmla="*/ 125035 h 1772859"/>
                  <a:gd name="connsiteX1" fmla="*/ 720995 w 819522"/>
                  <a:gd name="connsiteY1" fmla="*/ 236159 h 1772859"/>
                  <a:gd name="connsiteX2" fmla="*/ 819420 w 819522"/>
                  <a:gd name="connsiteY2" fmla="*/ 586997 h 1772859"/>
                  <a:gd name="connsiteX3" fmla="*/ 805132 w 819522"/>
                  <a:gd name="connsiteY3" fmla="*/ 787022 h 1772859"/>
                  <a:gd name="connsiteX4" fmla="*/ 776557 w 819522"/>
                  <a:gd name="connsiteY4" fmla="*/ 1053722 h 1772859"/>
                  <a:gd name="connsiteX5" fmla="*/ 809895 w 819522"/>
                  <a:gd name="connsiteY5" fmla="*/ 1348997 h 1772859"/>
                  <a:gd name="connsiteX6" fmla="*/ 673370 w 819522"/>
                  <a:gd name="connsiteY6" fmla="*/ 1772859 h 1772859"/>
                  <a:gd name="connsiteX7" fmla="*/ 381270 w 819522"/>
                  <a:gd name="connsiteY7" fmla="*/ 1577597 h 1772859"/>
                  <a:gd name="connsiteX8" fmla="*/ 309832 w 819522"/>
                  <a:gd name="connsiteY8" fmla="*/ 1415672 h 1772859"/>
                  <a:gd name="connsiteX9" fmla="*/ 200295 w 819522"/>
                  <a:gd name="connsiteY9" fmla="*/ 1229935 h 1772859"/>
                  <a:gd name="connsiteX10" fmla="*/ 52658 w 819522"/>
                  <a:gd name="connsiteY10" fmla="*/ 944185 h 1772859"/>
                  <a:gd name="connsiteX11" fmla="*/ 271 w 819522"/>
                  <a:gd name="connsiteY11" fmla="*/ 658435 h 1772859"/>
                  <a:gd name="connsiteX12" fmla="*/ 43133 w 819522"/>
                  <a:gd name="connsiteY12" fmla="*/ 382210 h 1772859"/>
                  <a:gd name="connsiteX13" fmla="*/ 219345 w 819522"/>
                  <a:gd name="connsiteY13" fmla="*/ 125035 h 1772859"/>
                  <a:gd name="connsiteX0" fmla="*/ 219345 w 819522"/>
                  <a:gd name="connsiteY0" fmla="*/ 125035 h 1772859"/>
                  <a:gd name="connsiteX1" fmla="*/ 720995 w 819522"/>
                  <a:gd name="connsiteY1" fmla="*/ 236159 h 1772859"/>
                  <a:gd name="connsiteX2" fmla="*/ 819420 w 819522"/>
                  <a:gd name="connsiteY2" fmla="*/ 586997 h 1772859"/>
                  <a:gd name="connsiteX3" fmla="*/ 805132 w 819522"/>
                  <a:gd name="connsiteY3" fmla="*/ 787022 h 1772859"/>
                  <a:gd name="connsiteX4" fmla="*/ 776557 w 819522"/>
                  <a:gd name="connsiteY4" fmla="*/ 1053722 h 1772859"/>
                  <a:gd name="connsiteX5" fmla="*/ 809895 w 819522"/>
                  <a:gd name="connsiteY5" fmla="*/ 1348997 h 1772859"/>
                  <a:gd name="connsiteX6" fmla="*/ 673370 w 819522"/>
                  <a:gd name="connsiteY6" fmla="*/ 1772859 h 1772859"/>
                  <a:gd name="connsiteX7" fmla="*/ 381270 w 819522"/>
                  <a:gd name="connsiteY7" fmla="*/ 1577597 h 1772859"/>
                  <a:gd name="connsiteX8" fmla="*/ 309832 w 819522"/>
                  <a:gd name="connsiteY8" fmla="*/ 1415672 h 1772859"/>
                  <a:gd name="connsiteX9" fmla="*/ 200295 w 819522"/>
                  <a:gd name="connsiteY9" fmla="*/ 1229935 h 1772859"/>
                  <a:gd name="connsiteX10" fmla="*/ 52658 w 819522"/>
                  <a:gd name="connsiteY10" fmla="*/ 944185 h 1772859"/>
                  <a:gd name="connsiteX11" fmla="*/ 271 w 819522"/>
                  <a:gd name="connsiteY11" fmla="*/ 658435 h 1772859"/>
                  <a:gd name="connsiteX12" fmla="*/ 43133 w 819522"/>
                  <a:gd name="connsiteY12" fmla="*/ 382210 h 1772859"/>
                  <a:gd name="connsiteX13" fmla="*/ 219345 w 819522"/>
                  <a:gd name="connsiteY13" fmla="*/ 125035 h 1772859"/>
                  <a:gd name="connsiteX0" fmla="*/ 219345 w 819522"/>
                  <a:gd name="connsiteY0" fmla="*/ 125035 h 1777273"/>
                  <a:gd name="connsiteX1" fmla="*/ 720995 w 819522"/>
                  <a:gd name="connsiteY1" fmla="*/ 236159 h 1777273"/>
                  <a:gd name="connsiteX2" fmla="*/ 819420 w 819522"/>
                  <a:gd name="connsiteY2" fmla="*/ 586997 h 1777273"/>
                  <a:gd name="connsiteX3" fmla="*/ 805132 w 819522"/>
                  <a:gd name="connsiteY3" fmla="*/ 787022 h 1777273"/>
                  <a:gd name="connsiteX4" fmla="*/ 776557 w 819522"/>
                  <a:gd name="connsiteY4" fmla="*/ 1053722 h 1777273"/>
                  <a:gd name="connsiteX5" fmla="*/ 809895 w 819522"/>
                  <a:gd name="connsiteY5" fmla="*/ 1348997 h 1777273"/>
                  <a:gd name="connsiteX6" fmla="*/ 673370 w 819522"/>
                  <a:gd name="connsiteY6" fmla="*/ 1772859 h 1777273"/>
                  <a:gd name="connsiteX7" fmla="*/ 381270 w 819522"/>
                  <a:gd name="connsiteY7" fmla="*/ 1577597 h 1777273"/>
                  <a:gd name="connsiteX8" fmla="*/ 309832 w 819522"/>
                  <a:gd name="connsiteY8" fmla="*/ 1415672 h 1777273"/>
                  <a:gd name="connsiteX9" fmla="*/ 200295 w 819522"/>
                  <a:gd name="connsiteY9" fmla="*/ 1229935 h 1777273"/>
                  <a:gd name="connsiteX10" fmla="*/ 52658 w 819522"/>
                  <a:gd name="connsiteY10" fmla="*/ 944185 h 1777273"/>
                  <a:gd name="connsiteX11" fmla="*/ 271 w 819522"/>
                  <a:gd name="connsiteY11" fmla="*/ 658435 h 1777273"/>
                  <a:gd name="connsiteX12" fmla="*/ 43133 w 819522"/>
                  <a:gd name="connsiteY12" fmla="*/ 382210 h 1777273"/>
                  <a:gd name="connsiteX13" fmla="*/ 219345 w 819522"/>
                  <a:gd name="connsiteY13" fmla="*/ 125035 h 1777273"/>
                  <a:gd name="connsiteX0" fmla="*/ 219345 w 835096"/>
                  <a:gd name="connsiteY0" fmla="*/ 125035 h 1777273"/>
                  <a:gd name="connsiteX1" fmla="*/ 720995 w 835096"/>
                  <a:gd name="connsiteY1" fmla="*/ 236159 h 1777273"/>
                  <a:gd name="connsiteX2" fmla="*/ 819420 w 835096"/>
                  <a:gd name="connsiteY2" fmla="*/ 586997 h 1777273"/>
                  <a:gd name="connsiteX3" fmla="*/ 805132 w 835096"/>
                  <a:gd name="connsiteY3" fmla="*/ 787022 h 1777273"/>
                  <a:gd name="connsiteX4" fmla="*/ 776557 w 835096"/>
                  <a:gd name="connsiteY4" fmla="*/ 1053722 h 1777273"/>
                  <a:gd name="connsiteX5" fmla="*/ 809895 w 835096"/>
                  <a:gd name="connsiteY5" fmla="*/ 1348997 h 1777273"/>
                  <a:gd name="connsiteX6" fmla="*/ 673370 w 835096"/>
                  <a:gd name="connsiteY6" fmla="*/ 1772859 h 1777273"/>
                  <a:gd name="connsiteX7" fmla="*/ 381270 w 835096"/>
                  <a:gd name="connsiteY7" fmla="*/ 1577597 h 1777273"/>
                  <a:gd name="connsiteX8" fmla="*/ 309832 w 835096"/>
                  <a:gd name="connsiteY8" fmla="*/ 1415672 h 1777273"/>
                  <a:gd name="connsiteX9" fmla="*/ 200295 w 835096"/>
                  <a:gd name="connsiteY9" fmla="*/ 1229935 h 1777273"/>
                  <a:gd name="connsiteX10" fmla="*/ 52658 w 835096"/>
                  <a:gd name="connsiteY10" fmla="*/ 944185 h 1777273"/>
                  <a:gd name="connsiteX11" fmla="*/ 271 w 835096"/>
                  <a:gd name="connsiteY11" fmla="*/ 658435 h 1777273"/>
                  <a:gd name="connsiteX12" fmla="*/ 43133 w 835096"/>
                  <a:gd name="connsiteY12" fmla="*/ 382210 h 1777273"/>
                  <a:gd name="connsiteX13" fmla="*/ 219345 w 835096"/>
                  <a:gd name="connsiteY13" fmla="*/ 125035 h 1777273"/>
                  <a:gd name="connsiteX0" fmla="*/ 219345 w 835096"/>
                  <a:gd name="connsiteY0" fmla="*/ 125035 h 1777273"/>
                  <a:gd name="connsiteX1" fmla="*/ 720995 w 835096"/>
                  <a:gd name="connsiteY1" fmla="*/ 236159 h 1777273"/>
                  <a:gd name="connsiteX2" fmla="*/ 819420 w 835096"/>
                  <a:gd name="connsiteY2" fmla="*/ 586997 h 1777273"/>
                  <a:gd name="connsiteX3" fmla="*/ 805132 w 835096"/>
                  <a:gd name="connsiteY3" fmla="*/ 787022 h 1777273"/>
                  <a:gd name="connsiteX4" fmla="*/ 776557 w 835096"/>
                  <a:gd name="connsiteY4" fmla="*/ 1053722 h 1777273"/>
                  <a:gd name="connsiteX5" fmla="*/ 809895 w 835096"/>
                  <a:gd name="connsiteY5" fmla="*/ 1348997 h 1777273"/>
                  <a:gd name="connsiteX6" fmla="*/ 673370 w 835096"/>
                  <a:gd name="connsiteY6" fmla="*/ 1772859 h 1777273"/>
                  <a:gd name="connsiteX7" fmla="*/ 381270 w 835096"/>
                  <a:gd name="connsiteY7" fmla="*/ 1577597 h 1777273"/>
                  <a:gd name="connsiteX8" fmla="*/ 309832 w 835096"/>
                  <a:gd name="connsiteY8" fmla="*/ 1415672 h 1777273"/>
                  <a:gd name="connsiteX9" fmla="*/ 200295 w 835096"/>
                  <a:gd name="connsiteY9" fmla="*/ 1229935 h 1777273"/>
                  <a:gd name="connsiteX10" fmla="*/ 52658 w 835096"/>
                  <a:gd name="connsiteY10" fmla="*/ 944185 h 1777273"/>
                  <a:gd name="connsiteX11" fmla="*/ 271 w 835096"/>
                  <a:gd name="connsiteY11" fmla="*/ 658435 h 1777273"/>
                  <a:gd name="connsiteX12" fmla="*/ 43133 w 835096"/>
                  <a:gd name="connsiteY12" fmla="*/ 382210 h 1777273"/>
                  <a:gd name="connsiteX13" fmla="*/ 219345 w 835096"/>
                  <a:gd name="connsiteY13" fmla="*/ 125035 h 1777273"/>
                  <a:gd name="connsiteX0" fmla="*/ 219345 w 844079"/>
                  <a:gd name="connsiteY0" fmla="*/ 125035 h 1777273"/>
                  <a:gd name="connsiteX1" fmla="*/ 720995 w 844079"/>
                  <a:gd name="connsiteY1" fmla="*/ 236159 h 1777273"/>
                  <a:gd name="connsiteX2" fmla="*/ 819420 w 844079"/>
                  <a:gd name="connsiteY2" fmla="*/ 586997 h 1777273"/>
                  <a:gd name="connsiteX3" fmla="*/ 805132 w 844079"/>
                  <a:gd name="connsiteY3" fmla="*/ 787022 h 1777273"/>
                  <a:gd name="connsiteX4" fmla="*/ 776557 w 844079"/>
                  <a:gd name="connsiteY4" fmla="*/ 1053722 h 1777273"/>
                  <a:gd name="connsiteX5" fmla="*/ 809895 w 844079"/>
                  <a:gd name="connsiteY5" fmla="*/ 1348997 h 1777273"/>
                  <a:gd name="connsiteX6" fmla="*/ 673370 w 844079"/>
                  <a:gd name="connsiteY6" fmla="*/ 1772859 h 1777273"/>
                  <a:gd name="connsiteX7" fmla="*/ 381270 w 844079"/>
                  <a:gd name="connsiteY7" fmla="*/ 1577597 h 1777273"/>
                  <a:gd name="connsiteX8" fmla="*/ 309832 w 844079"/>
                  <a:gd name="connsiteY8" fmla="*/ 1415672 h 1777273"/>
                  <a:gd name="connsiteX9" fmla="*/ 200295 w 844079"/>
                  <a:gd name="connsiteY9" fmla="*/ 1229935 h 1777273"/>
                  <a:gd name="connsiteX10" fmla="*/ 52658 w 844079"/>
                  <a:gd name="connsiteY10" fmla="*/ 944185 h 1777273"/>
                  <a:gd name="connsiteX11" fmla="*/ 271 w 844079"/>
                  <a:gd name="connsiteY11" fmla="*/ 658435 h 1777273"/>
                  <a:gd name="connsiteX12" fmla="*/ 43133 w 844079"/>
                  <a:gd name="connsiteY12" fmla="*/ 382210 h 1777273"/>
                  <a:gd name="connsiteX13" fmla="*/ 219345 w 844079"/>
                  <a:gd name="connsiteY13" fmla="*/ 125035 h 1777273"/>
                  <a:gd name="connsiteX0" fmla="*/ 219345 w 856265"/>
                  <a:gd name="connsiteY0" fmla="*/ 125035 h 1777273"/>
                  <a:gd name="connsiteX1" fmla="*/ 720995 w 856265"/>
                  <a:gd name="connsiteY1" fmla="*/ 236159 h 1777273"/>
                  <a:gd name="connsiteX2" fmla="*/ 819420 w 856265"/>
                  <a:gd name="connsiteY2" fmla="*/ 586997 h 1777273"/>
                  <a:gd name="connsiteX3" fmla="*/ 805132 w 856265"/>
                  <a:gd name="connsiteY3" fmla="*/ 787022 h 1777273"/>
                  <a:gd name="connsiteX4" fmla="*/ 776557 w 856265"/>
                  <a:gd name="connsiteY4" fmla="*/ 1053722 h 1777273"/>
                  <a:gd name="connsiteX5" fmla="*/ 809895 w 856265"/>
                  <a:gd name="connsiteY5" fmla="*/ 1348997 h 1777273"/>
                  <a:gd name="connsiteX6" fmla="*/ 673370 w 856265"/>
                  <a:gd name="connsiteY6" fmla="*/ 1772859 h 1777273"/>
                  <a:gd name="connsiteX7" fmla="*/ 381270 w 856265"/>
                  <a:gd name="connsiteY7" fmla="*/ 1577597 h 1777273"/>
                  <a:gd name="connsiteX8" fmla="*/ 309832 w 856265"/>
                  <a:gd name="connsiteY8" fmla="*/ 1415672 h 1777273"/>
                  <a:gd name="connsiteX9" fmla="*/ 200295 w 856265"/>
                  <a:gd name="connsiteY9" fmla="*/ 1229935 h 1777273"/>
                  <a:gd name="connsiteX10" fmla="*/ 52658 w 856265"/>
                  <a:gd name="connsiteY10" fmla="*/ 944185 h 1777273"/>
                  <a:gd name="connsiteX11" fmla="*/ 271 w 856265"/>
                  <a:gd name="connsiteY11" fmla="*/ 658435 h 1777273"/>
                  <a:gd name="connsiteX12" fmla="*/ 43133 w 856265"/>
                  <a:gd name="connsiteY12" fmla="*/ 382210 h 1777273"/>
                  <a:gd name="connsiteX13" fmla="*/ 219345 w 856265"/>
                  <a:gd name="connsiteY13" fmla="*/ 125035 h 1777273"/>
                  <a:gd name="connsiteX0" fmla="*/ 219345 w 856265"/>
                  <a:gd name="connsiteY0" fmla="*/ 125035 h 1777273"/>
                  <a:gd name="connsiteX1" fmla="*/ 720995 w 856265"/>
                  <a:gd name="connsiteY1" fmla="*/ 236159 h 1777273"/>
                  <a:gd name="connsiteX2" fmla="*/ 819420 w 856265"/>
                  <a:gd name="connsiteY2" fmla="*/ 586997 h 1777273"/>
                  <a:gd name="connsiteX3" fmla="*/ 805132 w 856265"/>
                  <a:gd name="connsiteY3" fmla="*/ 787022 h 1777273"/>
                  <a:gd name="connsiteX4" fmla="*/ 776557 w 856265"/>
                  <a:gd name="connsiteY4" fmla="*/ 1053722 h 1777273"/>
                  <a:gd name="connsiteX5" fmla="*/ 809895 w 856265"/>
                  <a:gd name="connsiteY5" fmla="*/ 1348997 h 1777273"/>
                  <a:gd name="connsiteX6" fmla="*/ 673370 w 856265"/>
                  <a:gd name="connsiteY6" fmla="*/ 1772859 h 1777273"/>
                  <a:gd name="connsiteX7" fmla="*/ 381270 w 856265"/>
                  <a:gd name="connsiteY7" fmla="*/ 1577597 h 1777273"/>
                  <a:gd name="connsiteX8" fmla="*/ 309832 w 856265"/>
                  <a:gd name="connsiteY8" fmla="*/ 1415672 h 1777273"/>
                  <a:gd name="connsiteX9" fmla="*/ 200295 w 856265"/>
                  <a:gd name="connsiteY9" fmla="*/ 1229935 h 1777273"/>
                  <a:gd name="connsiteX10" fmla="*/ 52658 w 856265"/>
                  <a:gd name="connsiteY10" fmla="*/ 944185 h 1777273"/>
                  <a:gd name="connsiteX11" fmla="*/ 271 w 856265"/>
                  <a:gd name="connsiteY11" fmla="*/ 658435 h 1777273"/>
                  <a:gd name="connsiteX12" fmla="*/ 43133 w 856265"/>
                  <a:gd name="connsiteY12" fmla="*/ 382210 h 1777273"/>
                  <a:gd name="connsiteX13" fmla="*/ 219345 w 856265"/>
                  <a:gd name="connsiteY13" fmla="*/ 125035 h 1777273"/>
                  <a:gd name="connsiteX0" fmla="*/ 238395 w 856265"/>
                  <a:gd name="connsiteY0" fmla="*/ 134237 h 1762662"/>
                  <a:gd name="connsiteX1" fmla="*/ 720995 w 856265"/>
                  <a:gd name="connsiteY1" fmla="*/ 221548 h 1762662"/>
                  <a:gd name="connsiteX2" fmla="*/ 819420 w 856265"/>
                  <a:gd name="connsiteY2" fmla="*/ 572386 h 1762662"/>
                  <a:gd name="connsiteX3" fmla="*/ 805132 w 856265"/>
                  <a:gd name="connsiteY3" fmla="*/ 772411 h 1762662"/>
                  <a:gd name="connsiteX4" fmla="*/ 776557 w 856265"/>
                  <a:gd name="connsiteY4" fmla="*/ 1039111 h 1762662"/>
                  <a:gd name="connsiteX5" fmla="*/ 809895 w 856265"/>
                  <a:gd name="connsiteY5" fmla="*/ 1334386 h 1762662"/>
                  <a:gd name="connsiteX6" fmla="*/ 673370 w 856265"/>
                  <a:gd name="connsiteY6" fmla="*/ 1758248 h 1762662"/>
                  <a:gd name="connsiteX7" fmla="*/ 381270 w 856265"/>
                  <a:gd name="connsiteY7" fmla="*/ 1562986 h 1762662"/>
                  <a:gd name="connsiteX8" fmla="*/ 309832 w 856265"/>
                  <a:gd name="connsiteY8" fmla="*/ 1401061 h 1762662"/>
                  <a:gd name="connsiteX9" fmla="*/ 200295 w 856265"/>
                  <a:gd name="connsiteY9" fmla="*/ 1215324 h 1762662"/>
                  <a:gd name="connsiteX10" fmla="*/ 52658 w 856265"/>
                  <a:gd name="connsiteY10" fmla="*/ 929574 h 1762662"/>
                  <a:gd name="connsiteX11" fmla="*/ 271 w 856265"/>
                  <a:gd name="connsiteY11" fmla="*/ 643824 h 1762662"/>
                  <a:gd name="connsiteX12" fmla="*/ 43133 w 856265"/>
                  <a:gd name="connsiteY12" fmla="*/ 367599 h 1762662"/>
                  <a:gd name="connsiteX13" fmla="*/ 238395 w 856265"/>
                  <a:gd name="connsiteY13" fmla="*/ 134237 h 1762662"/>
                  <a:gd name="connsiteX0" fmla="*/ 238395 w 856265"/>
                  <a:gd name="connsiteY0" fmla="*/ 184774 h 1813199"/>
                  <a:gd name="connsiteX1" fmla="*/ 720995 w 856265"/>
                  <a:gd name="connsiteY1" fmla="*/ 272085 h 1813199"/>
                  <a:gd name="connsiteX2" fmla="*/ 819420 w 856265"/>
                  <a:gd name="connsiteY2" fmla="*/ 622923 h 1813199"/>
                  <a:gd name="connsiteX3" fmla="*/ 805132 w 856265"/>
                  <a:gd name="connsiteY3" fmla="*/ 822948 h 1813199"/>
                  <a:gd name="connsiteX4" fmla="*/ 776557 w 856265"/>
                  <a:gd name="connsiteY4" fmla="*/ 1089648 h 1813199"/>
                  <a:gd name="connsiteX5" fmla="*/ 809895 w 856265"/>
                  <a:gd name="connsiteY5" fmla="*/ 1384923 h 1813199"/>
                  <a:gd name="connsiteX6" fmla="*/ 673370 w 856265"/>
                  <a:gd name="connsiteY6" fmla="*/ 1808785 h 1813199"/>
                  <a:gd name="connsiteX7" fmla="*/ 381270 w 856265"/>
                  <a:gd name="connsiteY7" fmla="*/ 1613523 h 1813199"/>
                  <a:gd name="connsiteX8" fmla="*/ 309832 w 856265"/>
                  <a:gd name="connsiteY8" fmla="*/ 1451598 h 1813199"/>
                  <a:gd name="connsiteX9" fmla="*/ 200295 w 856265"/>
                  <a:gd name="connsiteY9" fmla="*/ 1265861 h 1813199"/>
                  <a:gd name="connsiteX10" fmla="*/ 52658 w 856265"/>
                  <a:gd name="connsiteY10" fmla="*/ 980111 h 1813199"/>
                  <a:gd name="connsiteX11" fmla="*/ 271 w 856265"/>
                  <a:gd name="connsiteY11" fmla="*/ 694361 h 1813199"/>
                  <a:gd name="connsiteX12" fmla="*/ 43133 w 856265"/>
                  <a:gd name="connsiteY12" fmla="*/ 418136 h 1813199"/>
                  <a:gd name="connsiteX13" fmla="*/ 238395 w 856265"/>
                  <a:gd name="connsiteY13" fmla="*/ 184774 h 1813199"/>
                  <a:gd name="connsiteX0" fmla="*/ 276282 w 894152"/>
                  <a:gd name="connsiteY0" fmla="*/ 184774 h 1813199"/>
                  <a:gd name="connsiteX1" fmla="*/ 758882 w 894152"/>
                  <a:gd name="connsiteY1" fmla="*/ 272085 h 1813199"/>
                  <a:gd name="connsiteX2" fmla="*/ 857307 w 894152"/>
                  <a:gd name="connsiteY2" fmla="*/ 622923 h 1813199"/>
                  <a:gd name="connsiteX3" fmla="*/ 843019 w 894152"/>
                  <a:gd name="connsiteY3" fmla="*/ 822948 h 1813199"/>
                  <a:gd name="connsiteX4" fmla="*/ 814444 w 894152"/>
                  <a:gd name="connsiteY4" fmla="*/ 1089648 h 1813199"/>
                  <a:gd name="connsiteX5" fmla="*/ 847782 w 894152"/>
                  <a:gd name="connsiteY5" fmla="*/ 1384923 h 1813199"/>
                  <a:gd name="connsiteX6" fmla="*/ 711257 w 894152"/>
                  <a:gd name="connsiteY6" fmla="*/ 1808785 h 1813199"/>
                  <a:gd name="connsiteX7" fmla="*/ 419157 w 894152"/>
                  <a:gd name="connsiteY7" fmla="*/ 1613523 h 1813199"/>
                  <a:gd name="connsiteX8" fmla="*/ 347719 w 894152"/>
                  <a:gd name="connsiteY8" fmla="*/ 1451598 h 1813199"/>
                  <a:gd name="connsiteX9" fmla="*/ 238182 w 894152"/>
                  <a:gd name="connsiteY9" fmla="*/ 1265861 h 1813199"/>
                  <a:gd name="connsiteX10" fmla="*/ 90545 w 894152"/>
                  <a:gd name="connsiteY10" fmla="*/ 980111 h 1813199"/>
                  <a:gd name="connsiteX11" fmla="*/ 38158 w 894152"/>
                  <a:gd name="connsiteY11" fmla="*/ 694361 h 1813199"/>
                  <a:gd name="connsiteX12" fmla="*/ 81020 w 894152"/>
                  <a:gd name="connsiteY12" fmla="*/ 418136 h 1813199"/>
                  <a:gd name="connsiteX13" fmla="*/ 276282 w 894152"/>
                  <a:gd name="connsiteY13" fmla="*/ 184774 h 1813199"/>
                  <a:gd name="connsiteX0" fmla="*/ 276282 w 894152"/>
                  <a:gd name="connsiteY0" fmla="*/ 184774 h 1813199"/>
                  <a:gd name="connsiteX1" fmla="*/ 758882 w 894152"/>
                  <a:gd name="connsiteY1" fmla="*/ 272085 h 1813199"/>
                  <a:gd name="connsiteX2" fmla="*/ 857307 w 894152"/>
                  <a:gd name="connsiteY2" fmla="*/ 622923 h 1813199"/>
                  <a:gd name="connsiteX3" fmla="*/ 843019 w 894152"/>
                  <a:gd name="connsiteY3" fmla="*/ 822948 h 1813199"/>
                  <a:gd name="connsiteX4" fmla="*/ 814444 w 894152"/>
                  <a:gd name="connsiteY4" fmla="*/ 1089648 h 1813199"/>
                  <a:gd name="connsiteX5" fmla="*/ 847782 w 894152"/>
                  <a:gd name="connsiteY5" fmla="*/ 1384923 h 1813199"/>
                  <a:gd name="connsiteX6" fmla="*/ 711257 w 894152"/>
                  <a:gd name="connsiteY6" fmla="*/ 1808785 h 1813199"/>
                  <a:gd name="connsiteX7" fmla="*/ 419157 w 894152"/>
                  <a:gd name="connsiteY7" fmla="*/ 1613523 h 1813199"/>
                  <a:gd name="connsiteX8" fmla="*/ 347719 w 894152"/>
                  <a:gd name="connsiteY8" fmla="*/ 1451598 h 1813199"/>
                  <a:gd name="connsiteX9" fmla="*/ 238182 w 894152"/>
                  <a:gd name="connsiteY9" fmla="*/ 1265861 h 1813199"/>
                  <a:gd name="connsiteX10" fmla="*/ 90545 w 894152"/>
                  <a:gd name="connsiteY10" fmla="*/ 980111 h 1813199"/>
                  <a:gd name="connsiteX11" fmla="*/ 38158 w 894152"/>
                  <a:gd name="connsiteY11" fmla="*/ 694361 h 1813199"/>
                  <a:gd name="connsiteX12" fmla="*/ 81020 w 894152"/>
                  <a:gd name="connsiteY12" fmla="*/ 418136 h 1813199"/>
                  <a:gd name="connsiteX13" fmla="*/ 276282 w 894152"/>
                  <a:gd name="connsiteY13" fmla="*/ 184774 h 1813199"/>
                  <a:gd name="connsiteX0" fmla="*/ 276282 w 894152"/>
                  <a:gd name="connsiteY0" fmla="*/ 184774 h 1813199"/>
                  <a:gd name="connsiteX1" fmla="*/ 758882 w 894152"/>
                  <a:gd name="connsiteY1" fmla="*/ 272085 h 1813199"/>
                  <a:gd name="connsiteX2" fmla="*/ 857307 w 894152"/>
                  <a:gd name="connsiteY2" fmla="*/ 622923 h 1813199"/>
                  <a:gd name="connsiteX3" fmla="*/ 843019 w 894152"/>
                  <a:gd name="connsiteY3" fmla="*/ 822948 h 1813199"/>
                  <a:gd name="connsiteX4" fmla="*/ 814444 w 894152"/>
                  <a:gd name="connsiteY4" fmla="*/ 1089648 h 1813199"/>
                  <a:gd name="connsiteX5" fmla="*/ 847782 w 894152"/>
                  <a:gd name="connsiteY5" fmla="*/ 1384923 h 1813199"/>
                  <a:gd name="connsiteX6" fmla="*/ 711257 w 894152"/>
                  <a:gd name="connsiteY6" fmla="*/ 1808785 h 1813199"/>
                  <a:gd name="connsiteX7" fmla="*/ 419157 w 894152"/>
                  <a:gd name="connsiteY7" fmla="*/ 1613523 h 1813199"/>
                  <a:gd name="connsiteX8" fmla="*/ 347719 w 894152"/>
                  <a:gd name="connsiteY8" fmla="*/ 1451598 h 1813199"/>
                  <a:gd name="connsiteX9" fmla="*/ 238182 w 894152"/>
                  <a:gd name="connsiteY9" fmla="*/ 1265861 h 1813199"/>
                  <a:gd name="connsiteX10" fmla="*/ 90545 w 894152"/>
                  <a:gd name="connsiteY10" fmla="*/ 980111 h 1813199"/>
                  <a:gd name="connsiteX11" fmla="*/ 38158 w 894152"/>
                  <a:gd name="connsiteY11" fmla="*/ 694361 h 1813199"/>
                  <a:gd name="connsiteX12" fmla="*/ 81020 w 894152"/>
                  <a:gd name="connsiteY12" fmla="*/ 418136 h 1813199"/>
                  <a:gd name="connsiteX13" fmla="*/ 276282 w 894152"/>
                  <a:gd name="connsiteY13" fmla="*/ 184774 h 1813199"/>
                  <a:gd name="connsiteX0" fmla="*/ 276282 w 894152"/>
                  <a:gd name="connsiteY0" fmla="*/ 184774 h 1813199"/>
                  <a:gd name="connsiteX1" fmla="*/ 758882 w 894152"/>
                  <a:gd name="connsiteY1" fmla="*/ 272085 h 1813199"/>
                  <a:gd name="connsiteX2" fmla="*/ 857307 w 894152"/>
                  <a:gd name="connsiteY2" fmla="*/ 622923 h 1813199"/>
                  <a:gd name="connsiteX3" fmla="*/ 843019 w 894152"/>
                  <a:gd name="connsiteY3" fmla="*/ 822948 h 1813199"/>
                  <a:gd name="connsiteX4" fmla="*/ 814444 w 894152"/>
                  <a:gd name="connsiteY4" fmla="*/ 1089648 h 1813199"/>
                  <a:gd name="connsiteX5" fmla="*/ 847782 w 894152"/>
                  <a:gd name="connsiteY5" fmla="*/ 1384923 h 1813199"/>
                  <a:gd name="connsiteX6" fmla="*/ 711257 w 894152"/>
                  <a:gd name="connsiteY6" fmla="*/ 1808785 h 1813199"/>
                  <a:gd name="connsiteX7" fmla="*/ 419157 w 894152"/>
                  <a:gd name="connsiteY7" fmla="*/ 1613523 h 1813199"/>
                  <a:gd name="connsiteX8" fmla="*/ 347719 w 894152"/>
                  <a:gd name="connsiteY8" fmla="*/ 1451598 h 1813199"/>
                  <a:gd name="connsiteX9" fmla="*/ 238182 w 894152"/>
                  <a:gd name="connsiteY9" fmla="*/ 1265861 h 1813199"/>
                  <a:gd name="connsiteX10" fmla="*/ 90545 w 894152"/>
                  <a:gd name="connsiteY10" fmla="*/ 980111 h 1813199"/>
                  <a:gd name="connsiteX11" fmla="*/ 38158 w 894152"/>
                  <a:gd name="connsiteY11" fmla="*/ 694361 h 1813199"/>
                  <a:gd name="connsiteX12" fmla="*/ 81020 w 894152"/>
                  <a:gd name="connsiteY12" fmla="*/ 418136 h 1813199"/>
                  <a:gd name="connsiteX13" fmla="*/ 276282 w 894152"/>
                  <a:gd name="connsiteY13" fmla="*/ 184774 h 1813199"/>
                  <a:gd name="connsiteX0" fmla="*/ 276282 w 894152"/>
                  <a:gd name="connsiteY0" fmla="*/ 165146 h 1793571"/>
                  <a:gd name="connsiteX1" fmla="*/ 758882 w 894152"/>
                  <a:gd name="connsiteY1" fmla="*/ 252457 h 1793571"/>
                  <a:gd name="connsiteX2" fmla="*/ 857307 w 894152"/>
                  <a:gd name="connsiteY2" fmla="*/ 603295 h 1793571"/>
                  <a:gd name="connsiteX3" fmla="*/ 843019 w 894152"/>
                  <a:gd name="connsiteY3" fmla="*/ 803320 h 1793571"/>
                  <a:gd name="connsiteX4" fmla="*/ 814444 w 894152"/>
                  <a:gd name="connsiteY4" fmla="*/ 1070020 h 1793571"/>
                  <a:gd name="connsiteX5" fmla="*/ 847782 w 894152"/>
                  <a:gd name="connsiteY5" fmla="*/ 1365295 h 1793571"/>
                  <a:gd name="connsiteX6" fmla="*/ 711257 w 894152"/>
                  <a:gd name="connsiteY6" fmla="*/ 1789157 h 1793571"/>
                  <a:gd name="connsiteX7" fmla="*/ 419157 w 894152"/>
                  <a:gd name="connsiteY7" fmla="*/ 1593895 h 1793571"/>
                  <a:gd name="connsiteX8" fmla="*/ 347719 w 894152"/>
                  <a:gd name="connsiteY8" fmla="*/ 1431970 h 1793571"/>
                  <a:gd name="connsiteX9" fmla="*/ 238182 w 894152"/>
                  <a:gd name="connsiteY9" fmla="*/ 1246233 h 1793571"/>
                  <a:gd name="connsiteX10" fmla="*/ 90545 w 894152"/>
                  <a:gd name="connsiteY10" fmla="*/ 960483 h 1793571"/>
                  <a:gd name="connsiteX11" fmla="*/ 38158 w 894152"/>
                  <a:gd name="connsiteY11" fmla="*/ 674733 h 1793571"/>
                  <a:gd name="connsiteX12" fmla="*/ 81020 w 894152"/>
                  <a:gd name="connsiteY12" fmla="*/ 398508 h 1793571"/>
                  <a:gd name="connsiteX13" fmla="*/ 276282 w 894152"/>
                  <a:gd name="connsiteY13" fmla="*/ 165146 h 17935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94152" h="1793571">
                    <a:moveTo>
                      <a:pt x="276282" y="165146"/>
                    </a:moveTo>
                    <a:cubicBezTo>
                      <a:pt x="519698" y="-159762"/>
                      <a:pt x="705965" y="63016"/>
                      <a:pt x="758882" y="252457"/>
                    </a:cubicBezTo>
                    <a:cubicBezTo>
                      <a:pt x="767878" y="358291"/>
                      <a:pt x="976898" y="316486"/>
                      <a:pt x="857307" y="603295"/>
                    </a:cubicBezTo>
                    <a:cubicBezTo>
                      <a:pt x="920807" y="708070"/>
                      <a:pt x="841432" y="746170"/>
                      <a:pt x="843019" y="803320"/>
                    </a:cubicBezTo>
                    <a:cubicBezTo>
                      <a:pt x="847782" y="884283"/>
                      <a:pt x="857306" y="984295"/>
                      <a:pt x="814444" y="1070020"/>
                    </a:cubicBezTo>
                    <a:cubicBezTo>
                      <a:pt x="820794" y="1150983"/>
                      <a:pt x="917632" y="1279570"/>
                      <a:pt x="847782" y="1365295"/>
                    </a:cubicBezTo>
                    <a:cubicBezTo>
                      <a:pt x="802274" y="1506582"/>
                      <a:pt x="952028" y="1733595"/>
                      <a:pt x="711257" y="1789157"/>
                    </a:cubicBezTo>
                    <a:cubicBezTo>
                      <a:pt x="556211" y="1818525"/>
                      <a:pt x="445615" y="1695495"/>
                      <a:pt x="419157" y="1593895"/>
                    </a:cubicBezTo>
                    <a:cubicBezTo>
                      <a:pt x="392699" y="1492295"/>
                      <a:pt x="372325" y="1493882"/>
                      <a:pt x="347719" y="1431970"/>
                    </a:cubicBezTo>
                    <a:cubicBezTo>
                      <a:pt x="270726" y="1379583"/>
                      <a:pt x="274694" y="1330371"/>
                      <a:pt x="238182" y="1246233"/>
                    </a:cubicBezTo>
                    <a:cubicBezTo>
                      <a:pt x="87370" y="1128759"/>
                      <a:pt x="112770" y="1054939"/>
                      <a:pt x="90545" y="960483"/>
                    </a:cubicBezTo>
                    <a:cubicBezTo>
                      <a:pt x="-74555" y="813639"/>
                      <a:pt x="41333" y="753314"/>
                      <a:pt x="38158" y="674733"/>
                    </a:cubicBezTo>
                    <a:cubicBezTo>
                      <a:pt x="-60267" y="577102"/>
                      <a:pt x="60383" y="483439"/>
                      <a:pt x="81020" y="398508"/>
                    </a:cubicBezTo>
                    <a:cubicBezTo>
                      <a:pt x="139757" y="312783"/>
                      <a:pt x="-15818" y="260396"/>
                      <a:pt x="276282" y="165146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Rectangle 3">
                <a:extLst>
                  <a:ext uri="{FF2B5EF4-FFF2-40B4-BE49-F238E27FC236}">
                    <a16:creationId xmlns:a16="http://schemas.microsoft.com/office/drawing/2014/main" id="{E9C7BECF-A467-4DCA-69F5-BC66FAF23EF9}"/>
                  </a:ext>
                </a:extLst>
              </p:cNvPr>
              <p:cNvSpPr/>
              <p:nvPr/>
            </p:nvSpPr>
            <p:spPr>
              <a:xfrm rot="6032630">
                <a:off x="6129582" y="2838708"/>
                <a:ext cx="1216727" cy="2298206"/>
              </a:xfrm>
              <a:custGeom>
                <a:avLst/>
                <a:gdLst>
                  <a:gd name="connsiteX0" fmla="*/ 0 w 381000"/>
                  <a:gd name="connsiteY0" fmla="*/ 0 h 1422400"/>
                  <a:gd name="connsiteX1" fmla="*/ 381000 w 381000"/>
                  <a:gd name="connsiteY1" fmla="*/ 0 h 1422400"/>
                  <a:gd name="connsiteX2" fmla="*/ 381000 w 381000"/>
                  <a:gd name="connsiteY2" fmla="*/ 1422400 h 1422400"/>
                  <a:gd name="connsiteX3" fmla="*/ 0 w 381000"/>
                  <a:gd name="connsiteY3" fmla="*/ 1422400 h 1422400"/>
                  <a:gd name="connsiteX4" fmla="*/ 0 w 381000"/>
                  <a:gd name="connsiteY4" fmla="*/ 0 h 1422400"/>
                  <a:gd name="connsiteX0" fmla="*/ 0 w 596900"/>
                  <a:gd name="connsiteY0" fmla="*/ 0 h 1905000"/>
                  <a:gd name="connsiteX1" fmla="*/ 596900 w 596900"/>
                  <a:gd name="connsiteY1" fmla="*/ 482600 h 1905000"/>
                  <a:gd name="connsiteX2" fmla="*/ 596900 w 596900"/>
                  <a:gd name="connsiteY2" fmla="*/ 1905000 h 1905000"/>
                  <a:gd name="connsiteX3" fmla="*/ 215900 w 596900"/>
                  <a:gd name="connsiteY3" fmla="*/ 1905000 h 1905000"/>
                  <a:gd name="connsiteX4" fmla="*/ 0 w 596900"/>
                  <a:gd name="connsiteY4" fmla="*/ 0 h 1905000"/>
                  <a:gd name="connsiteX0" fmla="*/ 0 w 596900"/>
                  <a:gd name="connsiteY0" fmla="*/ 0 h 1905000"/>
                  <a:gd name="connsiteX1" fmla="*/ 482600 w 596900"/>
                  <a:gd name="connsiteY1" fmla="*/ 139700 h 1905000"/>
                  <a:gd name="connsiteX2" fmla="*/ 596900 w 596900"/>
                  <a:gd name="connsiteY2" fmla="*/ 1905000 h 1905000"/>
                  <a:gd name="connsiteX3" fmla="*/ 215900 w 596900"/>
                  <a:gd name="connsiteY3" fmla="*/ 1905000 h 1905000"/>
                  <a:gd name="connsiteX4" fmla="*/ 0 w 596900"/>
                  <a:gd name="connsiteY4" fmla="*/ 0 h 1905000"/>
                  <a:gd name="connsiteX0" fmla="*/ 0 w 596900"/>
                  <a:gd name="connsiteY0" fmla="*/ 0 h 1905000"/>
                  <a:gd name="connsiteX1" fmla="*/ 468313 w 596900"/>
                  <a:gd name="connsiteY1" fmla="*/ 115887 h 1905000"/>
                  <a:gd name="connsiteX2" fmla="*/ 596900 w 596900"/>
                  <a:gd name="connsiteY2" fmla="*/ 1905000 h 1905000"/>
                  <a:gd name="connsiteX3" fmla="*/ 215900 w 596900"/>
                  <a:gd name="connsiteY3" fmla="*/ 1905000 h 1905000"/>
                  <a:gd name="connsiteX4" fmla="*/ 0 w 596900"/>
                  <a:gd name="connsiteY4" fmla="*/ 0 h 1905000"/>
                  <a:gd name="connsiteX0" fmla="*/ 0 w 630237"/>
                  <a:gd name="connsiteY0" fmla="*/ 0 h 1900237"/>
                  <a:gd name="connsiteX1" fmla="*/ 501650 w 630237"/>
                  <a:gd name="connsiteY1" fmla="*/ 111124 h 1900237"/>
                  <a:gd name="connsiteX2" fmla="*/ 630237 w 630237"/>
                  <a:gd name="connsiteY2" fmla="*/ 1900237 h 1900237"/>
                  <a:gd name="connsiteX3" fmla="*/ 249237 w 630237"/>
                  <a:gd name="connsiteY3" fmla="*/ 1900237 h 1900237"/>
                  <a:gd name="connsiteX4" fmla="*/ 0 w 630237"/>
                  <a:gd name="connsiteY4" fmla="*/ 0 h 1900237"/>
                  <a:gd name="connsiteX0" fmla="*/ 0 w 630237"/>
                  <a:gd name="connsiteY0" fmla="*/ 74867 h 1975104"/>
                  <a:gd name="connsiteX1" fmla="*/ 501650 w 630237"/>
                  <a:gd name="connsiteY1" fmla="*/ 185991 h 1975104"/>
                  <a:gd name="connsiteX2" fmla="*/ 630237 w 630237"/>
                  <a:gd name="connsiteY2" fmla="*/ 1975104 h 1975104"/>
                  <a:gd name="connsiteX3" fmla="*/ 249237 w 630237"/>
                  <a:gd name="connsiteY3" fmla="*/ 1975104 h 1975104"/>
                  <a:gd name="connsiteX4" fmla="*/ 0 w 630237"/>
                  <a:gd name="connsiteY4" fmla="*/ 74867 h 1975104"/>
                  <a:gd name="connsiteX0" fmla="*/ 0 w 630237"/>
                  <a:gd name="connsiteY0" fmla="*/ 125035 h 2025272"/>
                  <a:gd name="connsiteX1" fmla="*/ 501650 w 630237"/>
                  <a:gd name="connsiteY1" fmla="*/ 236159 h 2025272"/>
                  <a:gd name="connsiteX2" fmla="*/ 630237 w 630237"/>
                  <a:gd name="connsiteY2" fmla="*/ 2025272 h 2025272"/>
                  <a:gd name="connsiteX3" fmla="*/ 249237 w 630237"/>
                  <a:gd name="connsiteY3" fmla="*/ 2025272 h 2025272"/>
                  <a:gd name="connsiteX4" fmla="*/ 0 w 630237"/>
                  <a:gd name="connsiteY4" fmla="*/ 125035 h 2025272"/>
                  <a:gd name="connsiteX0" fmla="*/ 176212 w 806449"/>
                  <a:gd name="connsiteY0" fmla="*/ 125035 h 2025272"/>
                  <a:gd name="connsiteX1" fmla="*/ 677862 w 806449"/>
                  <a:gd name="connsiteY1" fmla="*/ 236159 h 2025272"/>
                  <a:gd name="connsiteX2" fmla="*/ 806449 w 806449"/>
                  <a:gd name="connsiteY2" fmla="*/ 2025272 h 2025272"/>
                  <a:gd name="connsiteX3" fmla="*/ 425449 w 806449"/>
                  <a:gd name="connsiteY3" fmla="*/ 2025272 h 2025272"/>
                  <a:gd name="connsiteX4" fmla="*/ 0 w 806449"/>
                  <a:gd name="connsiteY4" fmla="*/ 382210 h 2025272"/>
                  <a:gd name="connsiteX5" fmla="*/ 176212 w 806449"/>
                  <a:gd name="connsiteY5" fmla="*/ 125035 h 2025272"/>
                  <a:gd name="connsiteX0" fmla="*/ 245290 w 875527"/>
                  <a:gd name="connsiteY0" fmla="*/ 125035 h 2025272"/>
                  <a:gd name="connsiteX1" fmla="*/ 746940 w 875527"/>
                  <a:gd name="connsiteY1" fmla="*/ 236159 h 2025272"/>
                  <a:gd name="connsiteX2" fmla="*/ 875527 w 875527"/>
                  <a:gd name="connsiteY2" fmla="*/ 2025272 h 2025272"/>
                  <a:gd name="connsiteX3" fmla="*/ 494527 w 875527"/>
                  <a:gd name="connsiteY3" fmla="*/ 2025272 h 2025272"/>
                  <a:gd name="connsiteX4" fmla="*/ 26216 w 875527"/>
                  <a:gd name="connsiteY4" fmla="*/ 658435 h 2025272"/>
                  <a:gd name="connsiteX5" fmla="*/ 69078 w 875527"/>
                  <a:gd name="connsiteY5" fmla="*/ 382210 h 2025272"/>
                  <a:gd name="connsiteX6" fmla="*/ 245290 w 875527"/>
                  <a:gd name="connsiteY6" fmla="*/ 125035 h 2025272"/>
                  <a:gd name="connsiteX0" fmla="*/ 221743 w 851980"/>
                  <a:gd name="connsiteY0" fmla="*/ 125035 h 2025272"/>
                  <a:gd name="connsiteX1" fmla="*/ 723393 w 851980"/>
                  <a:gd name="connsiteY1" fmla="*/ 236159 h 2025272"/>
                  <a:gd name="connsiteX2" fmla="*/ 851980 w 851980"/>
                  <a:gd name="connsiteY2" fmla="*/ 2025272 h 2025272"/>
                  <a:gd name="connsiteX3" fmla="*/ 470980 w 851980"/>
                  <a:gd name="connsiteY3" fmla="*/ 2025272 h 2025272"/>
                  <a:gd name="connsiteX4" fmla="*/ 55056 w 851980"/>
                  <a:gd name="connsiteY4" fmla="*/ 944185 h 2025272"/>
                  <a:gd name="connsiteX5" fmla="*/ 2669 w 851980"/>
                  <a:gd name="connsiteY5" fmla="*/ 658435 h 2025272"/>
                  <a:gd name="connsiteX6" fmla="*/ 45531 w 851980"/>
                  <a:gd name="connsiteY6" fmla="*/ 382210 h 2025272"/>
                  <a:gd name="connsiteX7" fmla="*/ 221743 w 851980"/>
                  <a:gd name="connsiteY7" fmla="*/ 125035 h 2025272"/>
                  <a:gd name="connsiteX0" fmla="*/ 219345 w 849582"/>
                  <a:gd name="connsiteY0" fmla="*/ 125035 h 2025272"/>
                  <a:gd name="connsiteX1" fmla="*/ 720995 w 849582"/>
                  <a:gd name="connsiteY1" fmla="*/ 236159 h 2025272"/>
                  <a:gd name="connsiteX2" fmla="*/ 849582 w 849582"/>
                  <a:gd name="connsiteY2" fmla="*/ 2025272 h 2025272"/>
                  <a:gd name="connsiteX3" fmla="*/ 468582 w 849582"/>
                  <a:gd name="connsiteY3" fmla="*/ 2025272 h 2025272"/>
                  <a:gd name="connsiteX4" fmla="*/ 200295 w 849582"/>
                  <a:gd name="connsiteY4" fmla="*/ 1229935 h 2025272"/>
                  <a:gd name="connsiteX5" fmla="*/ 52658 w 849582"/>
                  <a:gd name="connsiteY5" fmla="*/ 944185 h 2025272"/>
                  <a:gd name="connsiteX6" fmla="*/ 271 w 849582"/>
                  <a:gd name="connsiteY6" fmla="*/ 658435 h 2025272"/>
                  <a:gd name="connsiteX7" fmla="*/ 43133 w 849582"/>
                  <a:gd name="connsiteY7" fmla="*/ 382210 h 2025272"/>
                  <a:gd name="connsiteX8" fmla="*/ 219345 w 849582"/>
                  <a:gd name="connsiteY8" fmla="*/ 125035 h 2025272"/>
                  <a:gd name="connsiteX0" fmla="*/ 219345 w 849582"/>
                  <a:gd name="connsiteY0" fmla="*/ 125035 h 2025272"/>
                  <a:gd name="connsiteX1" fmla="*/ 720995 w 849582"/>
                  <a:gd name="connsiteY1" fmla="*/ 236159 h 2025272"/>
                  <a:gd name="connsiteX2" fmla="*/ 849582 w 849582"/>
                  <a:gd name="connsiteY2" fmla="*/ 2025272 h 2025272"/>
                  <a:gd name="connsiteX3" fmla="*/ 468582 w 849582"/>
                  <a:gd name="connsiteY3" fmla="*/ 2025272 h 2025272"/>
                  <a:gd name="connsiteX4" fmla="*/ 309832 w 849582"/>
                  <a:gd name="connsiteY4" fmla="*/ 1415672 h 2025272"/>
                  <a:gd name="connsiteX5" fmla="*/ 200295 w 849582"/>
                  <a:gd name="connsiteY5" fmla="*/ 1229935 h 2025272"/>
                  <a:gd name="connsiteX6" fmla="*/ 52658 w 849582"/>
                  <a:gd name="connsiteY6" fmla="*/ 944185 h 2025272"/>
                  <a:gd name="connsiteX7" fmla="*/ 271 w 849582"/>
                  <a:gd name="connsiteY7" fmla="*/ 658435 h 2025272"/>
                  <a:gd name="connsiteX8" fmla="*/ 43133 w 849582"/>
                  <a:gd name="connsiteY8" fmla="*/ 382210 h 2025272"/>
                  <a:gd name="connsiteX9" fmla="*/ 219345 w 849582"/>
                  <a:gd name="connsiteY9" fmla="*/ 125035 h 2025272"/>
                  <a:gd name="connsiteX0" fmla="*/ 219345 w 849582"/>
                  <a:gd name="connsiteY0" fmla="*/ 125035 h 2025272"/>
                  <a:gd name="connsiteX1" fmla="*/ 720995 w 849582"/>
                  <a:gd name="connsiteY1" fmla="*/ 236159 h 2025272"/>
                  <a:gd name="connsiteX2" fmla="*/ 849582 w 849582"/>
                  <a:gd name="connsiteY2" fmla="*/ 2025272 h 2025272"/>
                  <a:gd name="connsiteX3" fmla="*/ 468582 w 849582"/>
                  <a:gd name="connsiteY3" fmla="*/ 2025272 h 2025272"/>
                  <a:gd name="connsiteX4" fmla="*/ 381270 w 849582"/>
                  <a:gd name="connsiteY4" fmla="*/ 1577597 h 2025272"/>
                  <a:gd name="connsiteX5" fmla="*/ 309832 w 849582"/>
                  <a:gd name="connsiteY5" fmla="*/ 1415672 h 2025272"/>
                  <a:gd name="connsiteX6" fmla="*/ 200295 w 849582"/>
                  <a:gd name="connsiteY6" fmla="*/ 1229935 h 2025272"/>
                  <a:gd name="connsiteX7" fmla="*/ 52658 w 849582"/>
                  <a:gd name="connsiteY7" fmla="*/ 944185 h 2025272"/>
                  <a:gd name="connsiteX8" fmla="*/ 271 w 849582"/>
                  <a:gd name="connsiteY8" fmla="*/ 658435 h 2025272"/>
                  <a:gd name="connsiteX9" fmla="*/ 43133 w 849582"/>
                  <a:gd name="connsiteY9" fmla="*/ 382210 h 2025272"/>
                  <a:gd name="connsiteX10" fmla="*/ 219345 w 849582"/>
                  <a:gd name="connsiteY10" fmla="*/ 125035 h 2025272"/>
                  <a:gd name="connsiteX0" fmla="*/ 219345 w 849582"/>
                  <a:gd name="connsiteY0" fmla="*/ 125035 h 2025272"/>
                  <a:gd name="connsiteX1" fmla="*/ 720995 w 849582"/>
                  <a:gd name="connsiteY1" fmla="*/ 236159 h 2025272"/>
                  <a:gd name="connsiteX2" fmla="*/ 819420 w 849582"/>
                  <a:gd name="connsiteY2" fmla="*/ 586997 h 2025272"/>
                  <a:gd name="connsiteX3" fmla="*/ 849582 w 849582"/>
                  <a:gd name="connsiteY3" fmla="*/ 2025272 h 2025272"/>
                  <a:gd name="connsiteX4" fmla="*/ 468582 w 849582"/>
                  <a:gd name="connsiteY4" fmla="*/ 2025272 h 2025272"/>
                  <a:gd name="connsiteX5" fmla="*/ 381270 w 849582"/>
                  <a:gd name="connsiteY5" fmla="*/ 1577597 h 2025272"/>
                  <a:gd name="connsiteX6" fmla="*/ 309832 w 849582"/>
                  <a:gd name="connsiteY6" fmla="*/ 1415672 h 2025272"/>
                  <a:gd name="connsiteX7" fmla="*/ 200295 w 849582"/>
                  <a:gd name="connsiteY7" fmla="*/ 1229935 h 2025272"/>
                  <a:gd name="connsiteX8" fmla="*/ 52658 w 849582"/>
                  <a:gd name="connsiteY8" fmla="*/ 944185 h 2025272"/>
                  <a:gd name="connsiteX9" fmla="*/ 271 w 849582"/>
                  <a:gd name="connsiteY9" fmla="*/ 658435 h 2025272"/>
                  <a:gd name="connsiteX10" fmla="*/ 43133 w 849582"/>
                  <a:gd name="connsiteY10" fmla="*/ 382210 h 2025272"/>
                  <a:gd name="connsiteX11" fmla="*/ 219345 w 849582"/>
                  <a:gd name="connsiteY11" fmla="*/ 125035 h 2025272"/>
                  <a:gd name="connsiteX0" fmla="*/ 219345 w 849582"/>
                  <a:gd name="connsiteY0" fmla="*/ 125035 h 2025272"/>
                  <a:gd name="connsiteX1" fmla="*/ 720995 w 849582"/>
                  <a:gd name="connsiteY1" fmla="*/ 236159 h 2025272"/>
                  <a:gd name="connsiteX2" fmla="*/ 819420 w 849582"/>
                  <a:gd name="connsiteY2" fmla="*/ 586997 h 2025272"/>
                  <a:gd name="connsiteX3" fmla="*/ 805132 w 849582"/>
                  <a:gd name="connsiteY3" fmla="*/ 787022 h 2025272"/>
                  <a:gd name="connsiteX4" fmla="*/ 849582 w 849582"/>
                  <a:gd name="connsiteY4" fmla="*/ 2025272 h 2025272"/>
                  <a:gd name="connsiteX5" fmla="*/ 468582 w 849582"/>
                  <a:gd name="connsiteY5" fmla="*/ 2025272 h 2025272"/>
                  <a:gd name="connsiteX6" fmla="*/ 381270 w 849582"/>
                  <a:gd name="connsiteY6" fmla="*/ 1577597 h 2025272"/>
                  <a:gd name="connsiteX7" fmla="*/ 309832 w 849582"/>
                  <a:gd name="connsiteY7" fmla="*/ 1415672 h 2025272"/>
                  <a:gd name="connsiteX8" fmla="*/ 200295 w 849582"/>
                  <a:gd name="connsiteY8" fmla="*/ 1229935 h 2025272"/>
                  <a:gd name="connsiteX9" fmla="*/ 52658 w 849582"/>
                  <a:gd name="connsiteY9" fmla="*/ 944185 h 2025272"/>
                  <a:gd name="connsiteX10" fmla="*/ 271 w 849582"/>
                  <a:gd name="connsiteY10" fmla="*/ 658435 h 2025272"/>
                  <a:gd name="connsiteX11" fmla="*/ 43133 w 849582"/>
                  <a:gd name="connsiteY11" fmla="*/ 382210 h 2025272"/>
                  <a:gd name="connsiteX12" fmla="*/ 219345 w 849582"/>
                  <a:gd name="connsiteY12" fmla="*/ 125035 h 2025272"/>
                  <a:gd name="connsiteX0" fmla="*/ 219345 w 849582"/>
                  <a:gd name="connsiteY0" fmla="*/ 125035 h 2025272"/>
                  <a:gd name="connsiteX1" fmla="*/ 720995 w 849582"/>
                  <a:gd name="connsiteY1" fmla="*/ 236159 h 2025272"/>
                  <a:gd name="connsiteX2" fmla="*/ 819420 w 849582"/>
                  <a:gd name="connsiteY2" fmla="*/ 586997 h 2025272"/>
                  <a:gd name="connsiteX3" fmla="*/ 805132 w 849582"/>
                  <a:gd name="connsiteY3" fmla="*/ 787022 h 2025272"/>
                  <a:gd name="connsiteX4" fmla="*/ 776557 w 849582"/>
                  <a:gd name="connsiteY4" fmla="*/ 1053722 h 2025272"/>
                  <a:gd name="connsiteX5" fmla="*/ 849582 w 849582"/>
                  <a:gd name="connsiteY5" fmla="*/ 2025272 h 2025272"/>
                  <a:gd name="connsiteX6" fmla="*/ 468582 w 849582"/>
                  <a:gd name="connsiteY6" fmla="*/ 2025272 h 2025272"/>
                  <a:gd name="connsiteX7" fmla="*/ 381270 w 849582"/>
                  <a:gd name="connsiteY7" fmla="*/ 1577597 h 2025272"/>
                  <a:gd name="connsiteX8" fmla="*/ 309832 w 849582"/>
                  <a:gd name="connsiteY8" fmla="*/ 1415672 h 2025272"/>
                  <a:gd name="connsiteX9" fmla="*/ 200295 w 849582"/>
                  <a:gd name="connsiteY9" fmla="*/ 1229935 h 2025272"/>
                  <a:gd name="connsiteX10" fmla="*/ 52658 w 849582"/>
                  <a:gd name="connsiteY10" fmla="*/ 944185 h 2025272"/>
                  <a:gd name="connsiteX11" fmla="*/ 271 w 849582"/>
                  <a:gd name="connsiteY11" fmla="*/ 658435 h 2025272"/>
                  <a:gd name="connsiteX12" fmla="*/ 43133 w 849582"/>
                  <a:gd name="connsiteY12" fmla="*/ 382210 h 2025272"/>
                  <a:gd name="connsiteX13" fmla="*/ 219345 w 849582"/>
                  <a:gd name="connsiteY13" fmla="*/ 125035 h 2025272"/>
                  <a:gd name="connsiteX0" fmla="*/ 219345 w 849582"/>
                  <a:gd name="connsiteY0" fmla="*/ 125035 h 2025272"/>
                  <a:gd name="connsiteX1" fmla="*/ 720995 w 849582"/>
                  <a:gd name="connsiteY1" fmla="*/ 236159 h 2025272"/>
                  <a:gd name="connsiteX2" fmla="*/ 819420 w 849582"/>
                  <a:gd name="connsiteY2" fmla="*/ 586997 h 2025272"/>
                  <a:gd name="connsiteX3" fmla="*/ 805132 w 849582"/>
                  <a:gd name="connsiteY3" fmla="*/ 787022 h 2025272"/>
                  <a:gd name="connsiteX4" fmla="*/ 776557 w 849582"/>
                  <a:gd name="connsiteY4" fmla="*/ 1053722 h 2025272"/>
                  <a:gd name="connsiteX5" fmla="*/ 809895 w 849582"/>
                  <a:gd name="connsiteY5" fmla="*/ 1348997 h 2025272"/>
                  <a:gd name="connsiteX6" fmla="*/ 849582 w 849582"/>
                  <a:gd name="connsiteY6" fmla="*/ 2025272 h 2025272"/>
                  <a:gd name="connsiteX7" fmla="*/ 468582 w 849582"/>
                  <a:gd name="connsiteY7" fmla="*/ 2025272 h 2025272"/>
                  <a:gd name="connsiteX8" fmla="*/ 381270 w 849582"/>
                  <a:gd name="connsiteY8" fmla="*/ 1577597 h 2025272"/>
                  <a:gd name="connsiteX9" fmla="*/ 309832 w 849582"/>
                  <a:gd name="connsiteY9" fmla="*/ 1415672 h 2025272"/>
                  <a:gd name="connsiteX10" fmla="*/ 200295 w 849582"/>
                  <a:gd name="connsiteY10" fmla="*/ 1229935 h 2025272"/>
                  <a:gd name="connsiteX11" fmla="*/ 52658 w 849582"/>
                  <a:gd name="connsiteY11" fmla="*/ 944185 h 2025272"/>
                  <a:gd name="connsiteX12" fmla="*/ 271 w 849582"/>
                  <a:gd name="connsiteY12" fmla="*/ 658435 h 2025272"/>
                  <a:gd name="connsiteX13" fmla="*/ 43133 w 849582"/>
                  <a:gd name="connsiteY13" fmla="*/ 382210 h 2025272"/>
                  <a:gd name="connsiteX14" fmla="*/ 219345 w 849582"/>
                  <a:gd name="connsiteY14" fmla="*/ 125035 h 2025272"/>
                  <a:gd name="connsiteX0" fmla="*/ 219345 w 819522"/>
                  <a:gd name="connsiteY0" fmla="*/ 125035 h 2025272"/>
                  <a:gd name="connsiteX1" fmla="*/ 720995 w 819522"/>
                  <a:gd name="connsiteY1" fmla="*/ 236159 h 2025272"/>
                  <a:gd name="connsiteX2" fmla="*/ 819420 w 819522"/>
                  <a:gd name="connsiteY2" fmla="*/ 586997 h 2025272"/>
                  <a:gd name="connsiteX3" fmla="*/ 805132 w 819522"/>
                  <a:gd name="connsiteY3" fmla="*/ 787022 h 2025272"/>
                  <a:gd name="connsiteX4" fmla="*/ 776557 w 819522"/>
                  <a:gd name="connsiteY4" fmla="*/ 1053722 h 2025272"/>
                  <a:gd name="connsiteX5" fmla="*/ 809895 w 819522"/>
                  <a:gd name="connsiteY5" fmla="*/ 1348997 h 2025272"/>
                  <a:gd name="connsiteX6" fmla="*/ 468582 w 819522"/>
                  <a:gd name="connsiteY6" fmla="*/ 2025272 h 2025272"/>
                  <a:gd name="connsiteX7" fmla="*/ 381270 w 819522"/>
                  <a:gd name="connsiteY7" fmla="*/ 1577597 h 2025272"/>
                  <a:gd name="connsiteX8" fmla="*/ 309832 w 819522"/>
                  <a:gd name="connsiteY8" fmla="*/ 1415672 h 2025272"/>
                  <a:gd name="connsiteX9" fmla="*/ 200295 w 819522"/>
                  <a:gd name="connsiteY9" fmla="*/ 1229935 h 2025272"/>
                  <a:gd name="connsiteX10" fmla="*/ 52658 w 819522"/>
                  <a:gd name="connsiteY10" fmla="*/ 944185 h 2025272"/>
                  <a:gd name="connsiteX11" fmla="*/ 271 w 819522"/>
                  <a:gd name="connsiteY11" fmla="*/ 658435 h 2025272"/>
                  <a:gd name="connsiteX12" fmla="*/ 43133 w 819522"/>
                  <a:gd name="connsiteY12" fmla="*/ 382210 h 2025272"/>
                  <a:gd name="connsiteX13" fmla="*/ 219345 w 819522"/>
                  <a:gd name="connsiteY13" fmla="*/ 125035 h 2025272"/>
                  <a:gd name="connsiteX0" fmla="*/ 219345 w 819522"/>
                  <a:gd name="connsiteY0" fmla="*/ 125035 h 1772859"/>
                  <a:gd name="connsiteX1" fmla="*/ 720995 w 819522"/>
                  <a:gd name="connsiteY1" fmla="*/ 236159 h 1772859"/>
                  <a:gd name="connsiteX2" fmla="*/ 819420 w 819522"/>
                  <a:gd name="connsiteY2" fmla="*/ 586997 h 1772859"/>
                  <a:gd name="connsiteX3" fmla="*/ 805132 w 819522"/>
                  <a:gd name="connsiteY3" fmla="*/ 787022 h 1772859"/>
                  <a:gd name="connsiteX4" fmla="*/ 776557 w 819522"/>
                  <a:gd name="connsiteY4" fmla="*/ 1053722 h 1772859"/>
                  <a:gd name="connsiteX5" fmla="*/ 809895 w 819522"/>
                  <a:gd name="connsiteY5" fmla="*/ 1348997 h 1772859"/>
                  <a:gd name="connsiteX6" fmla="*/ 673370 w 819522"/>
                  <a:gd name="connsiteY6" fmla="*/ 1772859 h 1772859"/>
                  <a:gd name="connsiteX7" fmla="*/ 381270 w 819522"/>
                  <a:gd name="connsiteY7" fmla="*/ 1577597 h 1772859"/>
                  <a:gd name="connsiteX8" fmla="*/ 309832 w 819522"/>
                  <a:gd name="connsiteY8" fmla="*/ 1415672 h 1772859"/>
                  <a:gd name="connsiteX9" fmla="*/ 200295 w 819522"/>
                  <a:gd name="connsiteY9" fmla="*/ 1229935 h 1772859"/>
                  <a:gd name="connsiteX10" fmla="*/ 52658 w 819522"/>
                  <a:gd name="connsiteY10" fmla="*/ 944185 h 1772859"/>
                  <a:gd name="connsiteX11" fmla="*/ 271 w 819522"/>
                  <a:gd name="connsiteY11" fmla="*/ 658435 h 1772859"/>
                  <a:gd name="connsiteX12" fmla="*/ 43133 w 819522"/>
                  <a:gd name="connsiteY12" fmla="*/ 382210 h 1772859"/>
                  <a:gd name="connsiteX13" fmla="*/ 219345 w 819522"/>
                  <a:gd name="connsiteY13" fmla="*/ 125035 h 1772859"/>
                  <a:gd name="connsiteX0" fmla="*/ 219345 w 819522"/>
                  <a:gd name="connsiteY0" fmla="*/ 125035 h 1772859"/>
                  <a:gd name="connsiteX1" fmla="*/ 720995 w 819522"/>
                  <a:gd name="connsiteY1" fmla="*/ 236159 h 1772859"/>
                  <a:gd name="connsiteX2" fmla="*/ 819420 w 819522"/>
                  <a:gd name="connsiteY2" fmla="*/ 586997 h 1772859"/>
                  <a:gd name="connsiteX3" fmla="*/ 805132 w 819522"/>
                  <a:gd name="connsiteY3" fmla="*/ 787022 h 1772859"/>
                  <a:gd name="connsiteX4" fmla="*/ 776557 w 819522"/>
                  <a:gd name="connsiteY4" fmla="*/ 1053722 h 1772859"/>
                  <a:gd name="connsiteX5" fmla="*/ 809895 w 819522"/>
                  <a:gd name="connsiteY5" fmla="*/ 1348997 h 1772859"/>
                  <a:gd name="connsiteX6" fmla="*/ 673370 w 819522"/>
                  <a:gd name="connsiteY6" fmla="*/ 1772859 h 1772859"/>
                  <a:gd name="connsiteX7" fmla="*/ 381270 w 819522"/>
                  <a:gd name="connsiteY7" fmla="*/ 1577597 h 1772859"/>
                  <a:gd name="connsiteX8" fmla="*/ 309832 w 819522"/>
                  <a:gd name="connsiteY8" fmla="*/ 1415672 h 1772859"/>
                  <a:gd name="connsiteX9" fmla="*/ 200295 w 819522"/>
                  <a:gd name="connsiteY9" fmla="*/ 1229935 h 1772859"/>
                  <a:gd name="connsiteX10" fmla="*/ 52658 w 819522"/>
                  <a:gd name="connsiteY10" fmla="*/ 944185 h 1772859"/>
                  <a:gd name="connsiteX11" fmla="*/ 271 w 819522"/>
                  <a:gd name="connsiteY11" fmla="*/ 658435 h 1772859"/>
                  <a:gd name="connsiteX12" fmla="*/ 43133 w 819522"/>
                  <a:gd name="connsiteY12" fmla="*/ 382210 h 1772859"/>
                  <a:gd name="connsiteX13" fmla="*/ 219345 w 819522"/>
                  <a:gd name="connsiteY13" fmla="*/ 125035 h 1772859"/>
                  <a:gd name="connsiteX0" fmla="*/ 219345 w 819522"/>
                  <a:gd name="connsiteY0" fmla="*/ 125035 h 1777273"/>
                  <a:gd name="connsiteX1" fmla="*/ 720995 w 819522"/>
                  <a:gd name="connsiteY1" fmla="*/ 236159 h 1777273"/>
                  <a:gd name="connsiteX2" fmla="*/ 819420 w 819522"/>
                  <a:gd name="connsiteY2" fmla="*/ 586997 h 1777273"/>
                  <a:gd name="connsiteX3" fmla="*/ 805132 w 819522"/>
                  <a:gd name="connsiteY3" fmla="*/ 787022 h 1777273"/>
                  <a:gd name="connsiteX4" fmla="*/ 776557 w 819522"/>
                  <a:gd name="connsiteY4" fmla="*/ 1053722 h 1777273"/>
                  <a:gd name="connsiteX5" fmla="*/ 809895 w 819522"/>
                  <a:gd name="connsiteY5" fmla="*/ 1348997 h 1777273"/>
                  <a:gd name="connsiteX6" fmla="*/ 673370 w 819522"/>
                  <a:gd name="connsiteY6" fmla="*/ 1772859 h 1777273"/>
                  <a:gd name="connsiteX7" fmla="*/ 381270 w 819522"/>
                  <a:gd name="connsiteY7" fmla="*/ 1577597 h 1777273"/>
                  <a:gd name="connsiteX8" fmla="*/ 309832 w 819522"/>
                  <a:gd name="connsiteY8" fmla="*/ 1415672 h 1777273"/>
                  <a:gd name="connsiteX9" fmla="*/ 200295 w 819522"/>
                  <a:gd name="connsiteY9" fmla="*/ 1229935 h 1777273"/>
                  <a:gd name="connsiteX10" fmla="*/ 52658 w 819522"/>
                  <a:gd name="connsiteY10" fmla="*/ 944185 h 1777273"/>
                  <a:gd name="connsiteX11" fmla="*/ 271 w 819522"/>
                  <a:gd name="connsiteY11" fmla="*/ 658435 h 1777273"/>
                  <a:gd name="connsiteX12" fmla="*/ 43133 w 819522"/>
                  <a:gd name="connsiteY12" fmla="*/ 382210 h 1777273"/>
                  <a:gd name="connsiteX13" fmla="*/ 219345 w 819522"/>
                  <a:gd name="connsiteY13" fmla="*/ 125035 h 1777273"/>
                  <a:gd name="connsiteX0" fmla="*/ 219345 w 835096"/>
                  <a:gd name="connsiteY0" fmla="*/ 125035 h 1777273"/>
                  <a:gd name="connsiteX1" fmla="*/ 720995 w 835096"/>
                  <a:gd name="connsiteY1" fmla="*/ 236159 h 1777273"/>
                  <a:gd name="connsiteX2" fmla="*/ 819420 w 835096"/>
                  <a:gd name="connsiteY2" fmla="*/ 586997 h 1777273"/>
                  <a:gd name="connsiteX3" fmla="*/ 805132 w 835096"/>
                  <a:gd name="connsiteY3" fmla="*/ 787022 h 1777273"/>
                  <a:gd name="connsiteX4" fmla="*/ 776557 w 835096"/>
                  <a:gd name="connsiteY4" fmla="*/ 1053722 h 1777273"/>
                  <a:gd name="connsiteX5" fmla="*/ 809895 w 835096"/>
                  <a:gd name="connsiteY5" fmla="*/ 1348997 h 1777273"/>
                  <a:gd name="connsiteX6" fmla="*/ 673370 w 835096"/>
                  <a:gd name="connsiteY6" fmla="*/ 1772859 h 1777273"/>
                  <a:gd name="connsiteX7" fmla="*/ 381270 w 835096"/>
                  <a:gd name="connsiteY7" fmla="*/ 1577597 h 1777273"/>
                  <a:gd name="connsiteX8" fmla="*/ 309832 w 835096"/>
                  <a:gd name="connsiteY8" fmla="*/ 1415672 h 1777273"/>
                  <a:gd name="connsiteX9" fmla="*/ 200295 w 835096"/>
                  <a:gd name="connsiteY9" fmla="*/ 1229935 h 1777273"/>
                  <a:gd name="connsiteX10" fmla="*/ 52658 w 835096"/>
                  <a:gd name="connsiteY10" fmla="*/ 944185 h 1777273"/>
                  <a:gd name="connsiteX11" fmla="*/ 271 w 835096"/>
                  <a:gd name="connsiteY11" fmla="*/ 658435 h 1777273"/>
                  <a:gd name="connsiteX12" fmla="*/ 43133 w 835096"/>
                  <a:gd name="connsiteY12" fmla="*/ 382210 h 1777273"/>
                  <a:gd name="connsiteX13" fmla="*/ 219345 w 835096"/>
                  <a:gd name="connsiteY13" fmla="*/ 125035 h 1777273"/>
                  <a:gd name="connsiteX0" fmla="*/ 219345 w 835096"/>
                  <a:gd name="connsiteY0" fmla="*/ 125035 h 1777273"/>
                  <a:gd name="connsiteX1" fmla="*/ 720995 w 835096"/>
                  <a:gd name="connsiteY1" fmla="*/ 236159 h 1777273"/>
                  <a:gd name="connsiteX2" fmla="*/ 819420 w 835096"/>
                  <a:gd name="connsiteY2" fmla="*/ 586997 h 1777273"/>
                  <a:gd name="connsiteX3" fmla="*/ 805132 w 835096"/>
                  <a:gd name="connsiteY3" fmla="*/ 787022 h 1777273"/>
                  <a:gd name="connsiteX4" fmla="*/ 776557 w 835096"/>
                  <a:gd name="connsiteY4" fmla="*/ 1053722 h 1777273"/>
                  <a:gd name="connsiteX5" fmla="*/ 809895 w 835096"/>
                  <a:gd name="connsiteY5" fmla="*/ 1348997 h 1777273"/>
                  <a:gd name="connsiteX6" fmla="*/ 673370 w 835096"/>
                  <a:gd name="connsiteY6" fmla="*/ 1772859 h 1777273"/>
                  <a:gd name="connsiteX7" fmla="*/ 381270 w 835096"/>
                  <a:gd name="connsiteY7" fmla="*/ 1577597 h 1777273"/>
                  <a:gd name="connsiteX8" fmla="*/ 309832 w 835096"/>
                  <a:gd name="connsiteY8" fmla="*/ 1415672 h 1777273"/>
                  <a:gd name="connsiteX9" fmla="*/ 200295 w 835096"/>
                  <a:gd name="connsiteY9" fmla="*/ 1229935 h 1777273"/>
                  <a:gd name="connsiteX10" fmla="*/ 52658 w 835096"/>
                  <a:gd name="connsiteY10" fmla="*/ 944185 h 1777273"/>
                  <a:gd name="connsiteX11" fmla="*/ 271 w 835096"/>
                  <a:gd name="connsiteY11" fmla="*/ 658435 h 1777273"/>
                  <a:gd name="connsiteX12" fmla="*/ 43133 w 835096"/>
                  <a:gd name="connsiteY12" fmla="*/ 382210 h 1777273"/>
                  <a:gd name="connsiteX13" fmla="*/ 219345 w 835096"/>
                  <a:gd name="connsiteY13" fmla="*/ 125035 h 1777273"/>
                  <a:gd name="connsiteX0" fmla="*/ 219345 w 844079"/>
                  <a:gd name="connsiteY0" fmla="*/ 125035 h 1777273"/>
                  <a:gd name="connsiteX1" fmla="*/ 720995 w 844079"/>
                  <a:gd name="connsiteY1" fmla="*/ 236159 h 1777273"/>
                  <a:gd name="connsiteX2" fmla="*/ 819420 w 844079"/>
                  <a:gd name="connsiteY2" fmla="*/ 586997 h 1777273"/>
                  <a:gd name="connsiteX3" fmla="*/ 805132 w 844079"/>
                  <a:gd name="connsiteY3" fmla="*/ 787022 h 1777273"/>
                  <a:gd name="connsiteX4" fmla="*/ 776557 w 844079"/>
                  <a:gd name="connsiteY4" fmla="*/ 1053722 h 1777273"/>
                  <a:gd name="connsiteX5" fmla="*/ 809895 w 844079"/>
                  <a:gd name="connsiteY5" fmla="*/ 1348997 h 1777273"/>
                  <a:gd name="connsiteX6" fmla="*/ 673370 w 844079"/>
                  <a:gd name="connsiteY6" fmla="*/ 1772859 h 1777273"/>
                  <a:gd name="connsiteX7" fmla="*/ 381270 w 844079"/>
                  <a:gd name="connsiteY7" fmla="*/ 1577597 h 1777273"/>
                  <a:gd name="connsiteX8" fmla="*/ 309832 w 844079"/>
                  <a:gd name="connsiteY8" fmla="*/ 1415672 h 1777273"/>
                  <a:gd name="connsiteX9" fmla="*/ 200295 w 844079"/>
                  <a:gd name="connsiteY9" fmla="*/ 1229935 h 1777273"/>
                  <a:gd name="connsiteX10" fmla="*/ 52658 w 844079"/>
                  <a:gd name="connsiteY10" fmla="*/ 944185 h 1777273"/>
                  <a:gd name="connsiteX11" fmla="*/ 271 w 844079"/>
                  <a:gd name="connsiteY11" fmla="*/ 658435 h 1777273"/>
                  <a:gd name="connsiteX12" fmla="*/ 43133 w 844079"/>
                  <a:gd name="connsiteY12" fmla="*/ 382210 h 1777273"/>
                  <a:gd name="connsiteX13" fmla="*/ 219345 w 844079"/>
                  <a:gd name="connsiteY13" fmla="*/ 125035 h 1777273"/>
                  <a:gd name="connsiteX0" fmla="*/ 219345 w 856265"/>
                  <a:gd name="connsiteY0" fmla="*/ 125035 h 1777273"/>
                  <a:gd name="connsiteX1" fmla="*/ 720995 w 856265"/>
                  <a:gd name="connsiteY1" fmla="*/ 236159 h 1777273"/>
                  <a:gd name="connsiteX2" fmla="*/ 819420 w 856265"/>
                  <a:gd name="connsiteY2" fmla="*/ 586997 h 1777273"/>
                  <a:gd name="connsiteX3" fmla="*/ 805132 w 856265"/>
                  <a:gd name="connsiteY3" fmla="*/ 787022 h 1777273"/>
                  <a:gd name="connsiteX4" fmla="*/ 776557 w 856265"/>
                  <a:gd name="connsiteY4" fmla="*/ 1053722 h 1777273"/>
                  <a:gd name="connsiteX5" fmla="*/ 809895 w 856265"/>
                  <a:gd name="connsiteY5" fmla="*/ 1348997 h 1777273"/>
                  <a:gd name="connsiteX6" fmla="*/ 673370 w 856265"/>
                  <a:gd name="connsiteY6" fmla="*/ 1772859 h 1777273"/>
                  <a:gd name="connsiteX7" fmla="*/ 381270 w 856265"/>
                  <a:gd name="connsiteY7" fmla="*/ 1577597 h 1777273"/>
                  <a:gd name="connsiteX8" fmla="*/ 309832 w 856265"/>
                  <a:gd name="connsiteY8" fmla="*/ 1415672 h 1777273"/>
                  <a:gd name="connsiteX9" fmla="*/ 200295 w 856265"/>
                  <a:gd name="connsiteY9" fmla="*/ 1229935 h 1777273"/>
                  <a:gd name="connsiteX10" fmla="*/ 52658 w 856265"/>
                  <a:gd name="connsiteY10" fmla="*/ 944185 h 1777273"/>
                  <a:gd name="connsiteX11" fmla="*/ 271 w 856265"/>
                  <a:gd name="connsiteY11" fmla="*/ 658435 h 1777273"/>
                  <a:gd name="connsiteX12" fmla="*/ 43133 w 856265"/>
                  <a:gd name="connsiteY12" fmla="*/ 382210 h 1777273"/>
                  <a:gd name="connsiteX13" fmla="*/ 219345 w 856265"/>
                  <a:gd name="connsiteY13" fmla="*/ 125035 h 1777273"/>
                  <a:gd name="connsiteX0" fmla="*/ 219345 w 856265"/>
                  <a:gd name="connsiteY0" fmla="*/ 125035 h 1777273"/>
                  <a:gd name="connsiteX1" fmla="*/ 720995 w 856265"/>
                  <a:gd name="connsiteY1" fmla="*/ 236159 h 1777273"/>
                  <a:gd name="connsiteX2" fmla="*/ 819420 w 856265"/>
                  <a:gd name="connsiteY2" fmla="*/ 586997 h 1777273"/>
                  <a:gd name="connsiteX3" fmla="*/ 805132 w 856265"/>
                  <a:gd name="connsiteY3" fmla="*/ 787022 h 1777273"/>
                  <a:gd name="connsiteX4" fmla="*/ 776557 w 856265"/>
                  <a:gd name="connsiteY4" fmla="*/ 1053722 h 1777273"/>
                  <a:gd name="connsiteX5" fmla="*/ 809895 w 856265"/>
                  <a:gd name="connsiteY5" fmla="*/ 1348997 h 1777273"/>
                  <a:gd name="connsiteX6" fmla="*/ 673370 w 856265"/>
                  <a:gd name="connsiteY6" fmla="*/ 1772859 h 1777273"/>
                  <a:gd name="connsiteX7" fmla="*/ 381270 w 856265"/>
                  <a:gd name="connsiteY7" fmla="*/ 1577597 h 1777273"/>
                  <a:gd name="connsiteX8" fmla="*/ 309832 w 856265"/>
                  <a:gd name="connsiteY8" fmla="*/ 1415672 h 1777273"/>
                  <a:gd name="connsiteX9" fmla="*/ 200295 w 856265"/>
                  <a:gd name="connsiteY9" fmla="*/ 1229935 h 1777273"/>
                  <a:gd name="connsiteX10" fmla="*/ 52658 w 856265"/>
                  <a:gd name="connsiteY10" fmla="*/ 944185 h 1777273"/>
                  <a:gd name="connsiteX11" fmla="*/ 271 w 856265"/>
                  <a:gd name="connsiteY11" fmla="*/ 658435 h 1777273"/>
                  <a:gd name="connsiteX12" fmla="*/ 43133 w 856265"/>
                  <a:gd name="connsiteY12" fmla="*/ 382210 h 1777273"/>
                  <a:gd name="connsiteX13" fmla="*/ 219345 w 856265"/>
                  <a:gd name="connsiteY13" fmla="*/ 125035 h 1777273"/>
                  <a:gd name="connsiteX0" fmla="*/ 238395 w 856265"/>
                  <a:gd name="connsiteY0" fmla="*/ 134237 h 1762662"/>
                  <a:gd name="connsiteX1" fmla="*/ 720995 w 856265"/>
                  <a:gd name="connsiteY1" fmla="*/ 221548 h 1762662"/>
                  <a:gd name="connsiteX2" fmla="*/ 819420 w 856265"/>
                  <a:gd name="connsiteY2" fmla="*/ 572386 h 1762662"/>
                  <a:gd name="connsiteX3" fmla="*/ 805132 w 856265"/>
                  <a:gd name="connsiteY3" fmla="*/ 772411 h 1762662"/>
                  <a:gd name="connsiteX4" fmla="*/ 776557 w 856265"/>
                  <a:gd name="connsiteY4" fmla="*/ 1039111 h 1762662"/>
                  <a:gd name="connsiteX5" fmla="*/ 809895 w 856265"/>
                  <a:gd name="connsiteY5" fmla="*/ 1334386 h 1762662"/>
                  <a:gd name="connsiteX6" fmla="*/ 673370 w 856265"/>
                  <a:gd name="connsiteY6" fmla="*/ 1758248 h 1762662"/>
                  <a:gd name="connsiteX7" fmla="*/ 381270 w 856265"/>
                  <a:gd name="connsiteY7" fmla="*/ 1562986 h 1762662"/>
                  <a:gd name="connsiteX8" fmla="*/ 309832 w 856265"/>
                  <a:gd name="connsiteY8" fmla="*/ 1401061 h 1762662"/>
                  <a:gd name="connsiteX9" fmla="*/ 200295 w 856265"/>
                  <a:gd name="connsiteY9" fmla="*/ 1215324 h 1762662"/>
                  <a:gd name="connsiteX10" fmla="*/ 52658 w 856265"/>
                  <a:gd name="connsiteY10" fmla="*/ 929574 h 1762662"/>
                  <a:gd name="connsiteX11" fmla="*/ 271 w 856265"/>
                  <a:gd name="connsiteY11" fmla="*/ 643824 h 1762662"/>
                  <a:gd name="connsiteX12" fmla="*/ 43133 w 856265"/>
                  <a:gd name="connsiteY12" fmla="*/ 367599 h 1762662"/>
                  <a:gd name="connsiteX13" fmla="*/ 238395 w 856265"/>
                  <a:gd name="connsiteY13" fmla="*/ 134237 h 1762662"/>
                  <a:gd name="connsiteX0" fmla="*/ 238395 w 856265"/>
                  <a:gd name="connsiteY0" fmla="*/ 184774 h 1813199"/>
                  <a:gd name="connsiteX1" fmla="*/ 720995 w 856265"/>
                  <a:gd name="connsiteY1" fmla="*/ 272085 h 1813199"/>
                  <a:gd name="connsiteX2" fmla="*/ 819420 w 856265"/>
                  <a:gd name="connsiteY2" fmla="*/ 622923 h 1813199"/>
                  <a:gd name="connsiteX3" fmla="*/ 805132 w 856265"/>
                  <a:gd name="connsiteY3" fmla="*/ 822948 h 1813199"/>
                  <a:gd name="connsiteX4" fmla="*/ 776557 w 856265"/>
                  <a:gd name="connsiteY4" fmla="*/ 1089648 h 1813199"/>
                  <a:gd name="connsiteX5" fmla="*/ 809895 w 856265"/>
                  <a:gd name="connsiteY5" fmla="*/ 1384923 h 1813199"/>
                  <a:gd name="connsiteX6" fmla="*/ 673370 w 856265"/>
                  <a:gd name="connsiteY6" fmla="*/ 1808785 h 1813199"/>
                  <a:gd name="connsiteX7" fmla="*/ 381270 w 856265"/>
                  <a:gd name="connsiteY7" fmla="*/ 1613523 h 1813199"/>
                  <a:gd name="connsiteX8" fmla="*/ 309832 w 856265"/>
                  <a:gd name="connsiteY8" fmla="*/ 1451598 h 1813199"/>
                  <a:gd name="connsiteX9" fmla="*/ 200295 w 856265"/>
                  <a:gd name="connsiteY9" fmla="*/ 1265861 h 1813199"/>
                  <a:gd name="connsiteX10" fmla="*/ 52658 w 856265"/>
                  <a:gd name="connsiteY10" fmla="*/ 980111 h 1813199"/>
                  <a:gd name="connsiteX11" fmla="*/ 271 w 856265"/>
                  <a:gd name="connsiteY11" fmla="*/ 694361 h 1813199"/>
                  <a:gd name="connsiteX12" fmla="*/ 43133 w 856265"/>
                  <a:gd name="connsiteY12" fmla="*/ 418136 h 1813199"/>
                  <a:gd name="connsiteX13" fmla="*/ 238395 w 856265"/>
                  <a:gd name="connsiteY13" fmla="*/ 184774 h 1813199"/>
                  <a:gd name="connsiteX0" fmla="*/ 276282 w 894152"/>
                  <a:gd name="connsiteY0" fmla="*/ 184774 h 1813199"/>
                  <a:gd name="connsiteX1" fmla="*/ 758882 w 894152"/>
                  <a:gd name="connsiteY1" fmla="*/ 272085 h 1813199"/>
                  <a:gd name="connsiteX2" fmla="*/ 857307 w 894152"/>
                  <a:gd name="connsiteY2" fmla="*/ 622923 h 1813199"/>
                  <a:gd name="connsiteX3" fmla="*/ 843019 w 894152"/>
                  <a:gd name="connsiteY3" fmla="*/ 822948 h 1813199"/>
                  <a:gd name="connsiteX4" fmla="*/ 814444 w 894152"/>
                  <a:gd name="connsiteY4" fmla="*/ 1089648 h 1813199"/>
                  <a:gd name="connsiteX5" fmla="*/ 847782 w 894152"/>
                  <a:gd name="connsiteY5" fmla="*/ 1384923 h 1813199"/>
                  <a:gd name="connsiteX6" fmla="*/ 711257 w 894152"/>
                  <a:gd name="connsiteY6" fmla="*/ 1808785 h 1813199"/>
                  <a:gd name="connsiteX7" fmla="*/ 419157 w 894152"/>
                  <a:gd name="connsiteY7" fmla="*/ 1613523 h 1813199"/>
                  <a:gd name="connsiteX8" fmla="*/ 347719 w 894152"/>
                  <a:gd name="connsiteY8" fmla="*/ 1451598 h 1813199"/>
                  <a:gd name="connsiteX9" fmla="*/ 238182 w 894152"/>
                  <a:gd name="connsiteY9" fmla="*/ 1265861 h 1813199"/>
                  <a:gd name="connsiteX10" fmla="*/ 90545 w 894152"/>
                  <a:gd name="connsiteY10" fmla="*/ 980111 h 1813199"/>
                  <a:gd name="connsiteX11" fmla="*/ 38158 w 894152"/>
                  <a:gd name="connsiteY11" fmla="*/ 694361 h 1813199"/>
                  <a:gd name="connsiteX12" fmla="*/ 81020 w 894152"/>
                  <a:gd name="connsiteY12" fmla="*/ 418136 h 1813199"/>
                  <a:gd name="connsiteX13" fmla="*/ 276282 w 894152"/>
                  <a:gd name="connsiteY13" fmla="*/ 184774 h 1813199"/>
                  <a:gd name="connsiteX0" fmla="*/ 276282 w 894152"/>
                  <a:gd name="connsiteY0" fmla="*/ 184774 h 1813199"/>
                  <a:gd name="connsiteX1" fmla="*/ 758882 w 894152"/>
                  <a:gd name="connsiteY1" fmla="*/ 272085 h 1813199"/>
                  <a:gd name="connsiteX2" fmla="*/ 857307 w 894152"/>
                  <a:gd name="connsiteY2" fmla="*/ 622923 h 1813199"/>
                  <a:gd name="connsiteX3" fmla="*/ 843019 w 894152"/>
                  <a:gd name="connsiteY3" fmla="*/ 822948 h 1813199"/>
                  <a:gd name="connsiteX4" fmla="*/ 814444 w 894152"/>
                  <a:gd name="connsiteY4" fmla="*/ 1089648 h 1813199"/>
                  <a:gd name="connsiteX5" fmla="*/ 847782 w 894152"/>
                  <a:gd name="connsiteY5" fmla="*/ 1384923 h 1813199"/>
                  <a:gd name="connsiteX6" fmla="*/ 711257 w 894152"/>
                  <a:gd name="connsiteY6" fmla="*/ 1808785 h 1813199"/>
                  <a:gd name="connsiteX7" fmla="*/ 419157 w 894152"/>
                  <a:gd name="connsiteY7" fmla="*/ 1613523 h 1813199"/>
                  <a:gd name="connsiteX8" fmla="*/ 347719 w 894152"/>
                  <a:gd name="connsiteY8" fmla="*/ 1451598 h 1813199"/>
                  <a:gd name="connsiteX9" fmla="*/ 238182 w 894152"/>
                  <a:gd name="connsiteY9" fmla="*/ 1265861 h 1813199"/>
                  <a:gd name="connsiteX10" fmla="*/ 90545 w 894152"/>
                  <a:gd name="connsiteY10" fmla="*/ 980111 h 1813199"/>
                  <a:gd name="connsiteX11" fmla="*/ 38158 w 894152"/>
                  <a:gd name="connsiteY11" fmla="*/ 694361 h 1813199"/>
                  <a:gd name="connsiteX12" fmla="*/ 81020 w 894152"/>
                  <a:gd name="connsiteY12" fmla="*/ 418136 h 1813199"/>
                  <a:gd name="connsiteX13" fmla="*/ 276282 w 894152"/>
                  <a:gd name="connsiteY13" fmla="*/ 184774 h 1813199"/>
                  <a:gd name="connsiteX0" fmla="*/ 276282 w 894152"/>
                  <a:gd name="connsiteY0" fmla="*/ 184774 h 1813199"/>
                  <a:gd name="connsiteX1" fmla="*/ 758882 w 894152"/>
                  <a:gd name="connsiteY1" fmla="*/ 272085 h 1813199"/>
                  <a:gd name="connsiteX2" fmla="*/ 857307 w 894152"/>
                  <a:gd name="connsiteY2" fmla="*/ 622923 h 1813199"/>
                  <a:gd name="connsiteX3" fmla="*/ 843019 w 894152"/>
                  <a:gd name="connsiteY3" fmla="*/ 822948 h 1813199"/>
                  <a:gd name="connsiteX4" fmla="*/ 814444 w 894152"/>
                  <a:gd name="connsiteY4" fmla="*/ 1089648 h 1813199"/>
                  <a:gd name="connsiteX5" fmla="*/ 847782 w 894152"/>
                  <a:gd name="connsiteY5" fmla="*/ 1384923 h 1813199"/>
                  <a:gd name="connsiteX6" fmla="*/ 711257 w 894152"/>
                  <a:gd name="connsiteY6" fmla="*/ 1808785 h 1813199"/>
                  <a:gd name="connsiteX7" fmla="*/ 419157 w 894152"/>
                  <a:gd name="connsiteY7" fmla="*/ 1613523 h 1813199"/>
                  <a:gd name="connsiteX8" fmla="*/ 347719 w 894152"/>
                  <a:gd name="connsiteY8" fmla="*/ 1451598 h 1813199"/>
                  <a:gd name="connsiteX9" fmla="*/ 238182 w 894152"/>
                  <a:gd name="connsiteY9" fmla="*/ 1265861 h 1813199"/>
                  <a:gd name="connsiteX10" fmla="*/ 90545 w 894152"/>
                  <a:gd name="connsiteY10" fmla="*/ 980111 h 1813199"/>
                  <a:gd name="connsiteX11" fmla="*/ 38158 w 894152"/>
                  <a:gd name="connsiteY11" fmla="*/ 694361 h 1813199"/>
                  <a:gd name="connsiteX12" fmla="*/ 81020 w 894152"/>
                  <a:gd name="connsiteY12" fmla="*/ 418136 h 1813199"/>
                  <a:gd name="connsiteX13" fmla="*/ 276282 w 894152"/>
                  <a:gd name="connsiteY13" fmla="*/ 184774 h 1813199"/>
                  <a:gd name="connsiteX0" fmla="*/ 276282 w 894152"/>
                  <a:gd name="connsiteY0" fmla="*/ 184774 h 1813199"/>
                  <a:gd name="connsiteX1" fmla="*/ 758882 w 894152"/>
                  <a:gd name="connsiteY1" fmla="*/ 272085 h 1813199"/>
                  <a:gd name="connsiteX2" fmla="*/ 857307 w 894152"/>
                  <a:gd name="connsiteY2" fmla="*/ 622923 h 1813199"/>
                  <a:gd name="connsiteX3" fmla="*/ 843019 w 894152"/>
                  <a:gd name="connsiteY3" fmla="*/ 822948 h 1813199"/>
                  <a:gd name="connsiteX4" fmla="*/ 814444 w 894152"/>
                  <a:gd name="connsiteY4" fmla="*/ 1089648 h 1813199"/>
                  <a:gd name="connsiteX5" fmla="*/ 847782 w 894152"/>
                  <a:gd name="connsiteY5" fmla="*/ 1384923 h 1813199"/>
                  <a:gd name="connsiteX6" fmla="*/ 711257 w 894152"/>
                  <a:gd name="connsiteY6" fmla="*/ 1808785 h 1813199"/>
                  <a:gd name="connsiteX7" fmla="*/ 419157 w 894152"/>
                  <a:gd name="connsiteY7" fmla="*/ 1613523 h 1813199"/>
                  <a:gd name="connsiteX8" fmla="*/ 347719 w 894152"/>
                  <a:gd name="connsiteY8" fmla="*/ 1451598 h 1813199"/>
                  <a:gd name="connsiteX9" fmla="*/ 238182 w 894152"/>
                  <a:gd name="connsiteY9" fmla="*/ 1265861 h 1813199"/>
                  <a:gd name="connsiteX10" fmla="*/ 90545 w 894152"/>
                  <a:gd name="connsiteY10" fmla="*/ 980111 h 1813199"/>
                  <a:gd name="connsiteX11" fmla="*/ 38158 w 894152"/>
                  <a:gd name="connsiteY11" fmla="*/ 694361 h 1813199"/>
                  <a:gd name="connsiteX12" fmla="*/ 81020 w 894152"/>
                  <a:gd name="connsiteY12" fmla="*/ 418136 h 1813199"/>
                  <a:gd name="connsiteX13" fmla="*/ 276282 w 894152"/>
                  <a:gd name="connsiteY13" fmla="*/ 184774 h 1813199"/>
                  <a:gd name="connsiteX0" fmla="*/ 276282 w 894152"/>
                  <a:gd name="connsiteY0" fmla="*/ 165146 h 1793571"/>
                  <a:gd name="connsiteX1" fmla="*/ 758882 w 894152"/>
                  <a:gd name="connsiteY1" fmla="*/ 252457 h 1793571"/>
                  <a:gd name="connsiteX2" fmla="*/ 857307 w 894152"/>
                  <a:gd name="connsiteY2" fmla="*/ 603295 h 1793571"/>
                  <a:gd name="connsiteX3" fmla="*/ 843019 w 894152"/>
                  <a:gd name="connsiteY3" fmla="*/ 803320 h 1793571"/>
                  <a:gd name="connsiteX4" fmla="*/ 814444 w 894152"/>
                  <a:gd name="connsiteY4" fmla="*/ 1070020 h 1793571"/>
                  <a:gd name="connsiteX5" fmla="*/ 847782 w 894152"/>
                  <a:gd name="connsiteY5" fmla="*/ 1365295 h 1793571"/>
                  <a:gd name="connsiteX6" fmla="*/ 711257 w 894152"/>
                  <a:gd name="connsiteY6" fmla="*/ 1789157 h 1793571"/>
                  <a:gd name="connsiteX7" fmla="*/ 419157 w 894152"/>
                  <a:gd name="connsiteY7" fmla="*/ 1593895 h 1793571"/>
                  <a:gd name="connsiteX8" fmla="*/ 347719 w 894152"/>
                  <a:gd name="connsiteY8" fmla="*/ 1431970 h 1793571"/>
                  <a:gd name="connsiteX9" fmla="*/ 238182 w 894152"/>
                  <a:gd name="connsiteY9" fmla="*/ 1246233 h 1793571"/>
                  <a:gd name="connsiteX10" fmla="*/ 90545 w 894152"/>
                  <a:gd name="connsiteY10" fmla="*/ 960483 h 1793571"/>
                  <a:gd name="connsiteX11" fmla="*/ 38158 w 894152"/>
                  <a:gd name="connsiteY11" fmla="*/ 674733 h 1793571"/>
                  <a:gd name="connsiteX12" fmla="*/ 81020 w 894152"/>
                  <a:gd name="connsiteY12" fmla="*/ 398508 h 1793571"/>
                  <a:gd name="connsiteX13" fmla="*/ 276282 w 894152"/>
                  <a:gd name="connsiteY13" fmla="*/ 165146 h 1793571"/>
                  <a:gd name="connsiteX0" fmla="*/ 309161 w 927031"/>
                  <a:gd name="connsiteY0" fmla="*/ 165146 h 1793571"/>
                  <a:gd name="connsiteX1" fmla="*/ 791761 w 927031"/>
                  <a:gd name="connsiteY1" fmla="*/ 252457 h 1793571"/>
                  <a:gd name="connsiteX2" fmla="*/ 890186 w 927031"/>
                  <a:gd name="connsiteY2" fmla="*/ 603295 h 1793571"/>
                  <a:gd name="connsiteX3" fmla="*/ 875898 w 927031"/>
                  <a:gd name="connsiteY3" fmla="*/ 803320 h 1793571"/>
                  <a:gd name="connsiteX4" fmla="*/ 847323 w 927031"/>
                  <a:gd name="connsiteY4" fmla="*/ 1070020 h 1793571"/>
                  <a:gd name="connsiteX5" fmla="*/ 880661 w 927031"/>
                  <a:gd name="connsiteY5" fmla="*/ 1365295 h 1793571"/>
                  <a:gd name="connsiteX6" fmla="*/ 744136 w 927031"/>
                  <a:gd name="connsiteY6" fmla="*/ 1789157 h 1793571"/>
                  <a:gd name="connsiteX7" fmla="*/ 452036 w 927031"/>
                  <a:gd name="connsiteY7" fmla="*/ 1593895 h 1793571"/>
                  <a:gd name="connsiteX8" fmla="*/ 380598 w 927031"/>
                  <a:gd name="connsiteY8" fmla="*/ 1431970 h 1793571"/>
                  <a:gd name="connsiteX9" fmla="*/ 271061 w 927031"/>
                  <a:gd name="connsiteY9" fmla="*/ 1246233 h 1793571"/>
                  <a:gd name="connsiteX10" fmla="*/ 123424 w 927031"/>
                  <a:gd name="connsiteY10" fmla="*/ 960483 h 1793571"/>
                  <a:gd name="connsiteX11" fmla="*/ 71037 w 927031"/>
                  <a:gd name="connsiteY11" fmla="*/ 674733 h 1793571"/>
                  <a:gd name="connsiteX12" fmla="*/ 19336 w 927031"/>
                  <a:gd name="connsiteY12" fmla="*/ 388491 h 1793571"/>
                  <a:gd name="connsiteX13" fmla="*/ 309161 w 927031"/>
                  <a:gd name="connsiteY13" fmla="*/ 165146 h 1793571"/>
                  <a:gd name="connsiteX0" fmla="*/ 148346 w 945033"/>
                  <a:gd name="connsiteY0" fmla="*/ 141483 h 1857858"/>
                  <a:gd name="connsiteX1" fmla="*/ 809763 w 945033"/>
                  <a:gd name="connsiteY1" fmla="*/ 316744 h 1857858"/>
                  <a:gd name="connsiteX2" fmla="*/ 908188 w 945033"/>
                  <a:gd name="connsiteY2" fmla="*/ 667582 h 1857858"/>
                  <a:gd name="connsiteX3" fmla="*/ 893900 w 945033"/>
                  <a:gd name="connsiteY3" fmla="*/ 867607 h 1857858"/>
                  <a:gd name="connsiteX4" fmla="*/ 865325 w 945033"/>
                  <a:gd name="connsiteY4" fmla="*/ 1134307 h 1857858"/>
                  <a:gd name="connsiteX5" fmla="*/ 898663 w 945033"/>
                  <a:gd name="connsiteY5" fmla="*/ 1429582 h 1857858"/>
                  <a:gd name="connsiteX6" fmla="*/ 762138 w 945033"/>
                  <a:gd name="connsiteY6" fmla="*/ 1853444 h 1857858"/>
                  <a:gd name="connsiteX7" fmla="*/ 470038 w 945033"/>
                  <a:gd name="connsiteY7" fmla="*/ 1658182 h 1857858"/>
                  <a:gd name="connsiteX8" fmla="*/ 398600 w 945033"/>
                  <a:gd name="connsiteY8" fmla="*/ 1496257 h 1857858"/>
                  <a:gd name="connsiteX9" fmla="*/ 289063 w 945033"/>
                  <a:gd name="connsiteY9" fmla="*/ 1310520 h 1857858"/>
                  <a:gd name="connsiteX10" fmla="*/ 141426 w 945033"/>
                  <a:gd name="connsiteY10" fmla="*/ 1024770 h 1857858"/>
                  <a:gd name="connsiteX11" fmla="*/ 89039 w 945033"/>
                  <a:gd name="connsiteY11" fmla="*/ 739020 h 1857858"/>
                  <a:gd name="connsiteX12" fmla="*/ 37338 w 945033"/>
                  <a:gd name="connsiteY12" fmla="*/ 452778 h 1857858"/>
                  <a:gd name="connsiteX13" fmla="*/ 148346 w 945033"/>
                  <a:gd name="connsiteY13" fmla="*/ 141483 h 1857858"/>
                  <a:gd name="connsiteX0" fmla="*/ 148346 w 932847"/>
                  <a:gd name="connsiteY0" fmla="*/ 212237 h 1928612"/>
                  <a:gd name="connsiteX1" fmla="*/ 581913 w 932847"/>
                  <a:gd name="connsiteY1" fmla="*/ 174851 h 1928612"/>
                  <a:gd name="connsiteX2" fmla="*/ 908188 w 932847"/>
                  <a:gd name="connsiteY2" fmla="*/ 738336 h 1928612"/>
                  <a:gd name="connsiteX3" fmla="*/ 893900 w 932847"/>
                  <a:gd name="connsiteY3" fmla="*/ 938361 h 1928612"/>
                  <a:gd name="connsiteX4" fmla="*/ 865325 w 932847"/>
                  <a:gd name="connsiteY4" fmla="*/ 1205061 h 1928612"/>
                  <a:gd name="connsiteX5" fmla="*/ 898663 w 932847"/>
                  <a:gd name="connsiteY5" fmla="*/ 1500336 h 1928612"/>
                  <a:gd name="connsiteX6" fmla="*/ 762138 w 932847"/>
                  <a:gd name="connsiteY6" fmla="*/ 1924198 h 1928612"/>
                  <a:gd name="connsiteX7" fmla="*/ 470038 w 932847"/>
                  <a:gd name="connsiteY7" fmla="*/ 1728936 h 1928612"/>
                  <a:gd name="connsiteX8" fmla="*/ 398600 w 932847"/>
                  <a:gd name="connsiteY8" fmla="*/ 1567011 h 1928612"/>
                  <a:gd name="connsiteX9" fmla="*/ 289063 w 932847"/>
                  <a:gd name="connsiteY9" fmla="*/ 1381274 h 1928612"/>
                  <a:gd name="connsiteX10" fmla="*/ 141426 w 932847"/>
                  <a:gd name="connsiteY10" fmla="*/ 1095524 h 1928612"/>
                  <a:gd name="connsiteX11" fmla="*/ 89039 w 932847"/>
                  <a:gd name="connsiteY11" fmla="*/ 809774 h 1928612"/>
                  <a:gd name="connsiteX12" fmla="*/ 37338 w 932847"/>
                  <a:gd name="connsiteY12" fmla="*/ 523532 h 1928612"/>
                  <a:gd name="connsiteX13" fmla="*/ 148346 w 932847"/>
                  <a:gd name="connsiteY13" fmla="*/ 212237 h 1928612"/>
                  <a:gd name="connsiteX0" fmla="*/ 148346 w 932847"/>
                  <a:gd name="connsiteY0" fmla="*/ 212237 h 1928612"/>
                  <a:gd name="connsiteX1" fmla="*/ 581913 w 932847"/>
                  <a:gd name="connsiteY1" fmla="*/ 174851 h 1928612"/>
                  <a:gd name="connsiteX2" fmla="*/ 812843 w 932847"/>
                  <a:gd name="connsiteY2" fmla="*/ 449929 h 1928612"/>
                  <a:gd name="connsiteX3" fmla="*/ 908188 w 932847"/>
                  <a:gd name="connsiteY3" fmla="*/ 738336 h 1928612"/>
                  <a:gd name="connsiteX4" fmla="*/ 893900 w 932847"/>
                  <a:gd name="connsiteY4" fmla="*/ 938361 h 1928612"/>
                  <a:gd name="connsiteX5" fmla="*/ 865325 w 932847"/>
                  <a:gd name="connsiteY5" fmla="*/ 1205061 h 1928612"/>
                  <a:gd name="connsiteX6" fmla="*/ 898663 w 932847"/>
                  <a:gd name="connsiteY6" fmla="*/ 1500336 h 1928612"/>
                  <a:gd name="connsiteX7" fmla="*/ 762138 w 932847"/>
                  <a:gd name="connsiteY7" fmla="*/ 1924198 h 1928612"/>
                  <a:gd name="connsiteX8" fmla="*/ 470038 w 932847"/>
                  <a:gd name="connsiteY8" fmla="*/ 1728936 h 1928612"/>
                  <a:gd name="connsiteX9" fmla="*/ 398600 w 932847"/>
                  <a:gd name="connsiteY9" fmla="*/ 1567011 h 1928612"/>
                  <a:gd name="connsiteX10" fmla="*/ 289063 w 932847"/>
                  <a:gd name="connsiteY10" fmla="*/ 1381274 h 1928612"/>
                  <a:gd name="connsiteX11" fmla="*/ 141426 w 932847"/>
                  <a:gd name="connsiteY11" fmla="*/ 1095524 h 1928612"/>
                  <a:gd name="connsiteX12" fmla="*/ 89039 w 932847"/>
                  <a:gd name="connsiteY12" fmla="*/ 809774 h 1928612"/>
                  <a:gd name="connsiteX13" fmla="*/ 37338 w 932847"/>
                  <a:gd name="connsiteY13" fmla="*/ 523532 h 1928612"/>
                  <a:gd name="connsiteX14" fmla="*/ 148346 w 932847"/>
                  <a:gd name="connsiteY14" fmla="*/ 212237 h 1928612"/>
                  <a:gd name="connsiteX0" fmla="*/ 148346 w 932847"/>
                  <a:gd name="connsiteY0" fmla="*/ 212237 h 1928612"/>
                  <a:gd name="connsiteX1" fmla="*/ 581913 w 932847"/>
                  <a:gd name="connsiteY1" fmla="*/ 174851 h 1928612"/>
                  <a:gd name="connsiteX2" fmla="*/ 812843 w 932847"/>
                  <a:gd name="connsiteY2" fmla="*/ 449929 h 1928612"/>
                  <a:gd name="connsiteX3" fmla="*/ 908188 w 932847"/>
                  <a:gd name="connsiteY3" fmla="*/ 738336 h 1928612"/>
                  <a:gd name="connsiteX4" fmla="*/ 893900 w 932847"/>
                  <a:gd name="connsiteY4" fmla="*/ 938361 h 1928612"/>
                  <a:gd name="connsiteX5" fmla="*/ 865325 w 932847"/>
                  <a:gd name="connsiteY5" fmla="*/ 1205061 h 1928612"/>
                  <a:gd name="connsiteX6" fmla="*/ 898663 w 932847"/>
                  <a:gd name="connsiteY6" fmla="*/ 1500336 h 1928612"/>
                  <a:gd name="connsiteX7" fmla="*/ 762138 w 932847"/>
                  <a:gd name="connsiteY7" fmla="*/ 1924198 h 1928612"/>
                  <a:gd name="connsiteX8" fmla="*/ 470038 w 932847"/>
                  <a:gd name="connsiteY8" fmla="*/ 1728936 h 1928612"/>
                  <a:gd name="connsiteX9" fmla="*/ 398600 w 932847"/>
                  <a:gd name="connsiteY9" fmla="*/ 1567011 h 1928612"/>
                  <a:gd name="connsiteX10" fmla="*/ 289063 w 932847"/>
                  <a:gd name="connsiteY10" fmla="*/ 1381274 h 1928612"/>
                  <a:gd name="connsiteX11" fmla="*/ 141426 w 932847"/>
                  <a:gd name="connsiteY11" fmla="*/ 1095524 h 1928612"/>
                  <a:gd name="connsiteX12" fmla="*/ 89039 w 932847"/>
                  <a:gd name="connsiteY12" fmla="*/ 809774 h 1928612"/>
                  <a:gd name="connsiteX13" fmla="*/ 37338 w 932847"/>
                  <a:gd name="connsiteY13" fmla="*/ 523532 h 1928612"/>
                  <a:gd name="connsiteX14" fmla="*/ 148346 w 932847"/>
                  <a:gd name="connsiteY14" fmla="*/ 212237 h 1928612"/>
                  <a:gd name="connsiteX0" fmla="*/ 148346 w 932847"/>
                  <a:gd name="connsiteY0" fmla="*/ 190693 h 1907068"/>
                  <a:gd name="connsiteX1" fmla="*/ 581913 w 932847"/>
                  <a:gd name="connsiteY1" fmla="*/ 153307 h 1907068"/>
                  <a:gd name="connsiteX2" fmla="*/ 812843 w 932847"/>
                  <a:gd name="connsiteY2" fmla="*/ 428385 h 1907068"/>
                  <a:gd name="connsiteX3" fmla="*/ 908188 w 932847"/>
                  <a:gd name="connsiteY3" fmla="*/ 716792 h 1907068"/>
                  <a:gd name="connsiteX4" fmla="*/ 893900 w 932847"/>
                  <a:gd name="connsiteY4" fmla="*/ 916817 h 1907068"/>
                  <a:gd name="connsiteX5" fmla="*/ 865325 w 932847"/>
                  <a:gd name="connsiteY5" fmla="*/ 1183517 h 1907068"/>
                  <a:gd name="connsiteX6" fmla="*/ 898663 w 932847"/>
                  <a:gd name="connsiteY6" fmla="*/ 1478792 h 1907068"/>
                  <a:gd name="connsiteX7" fmla="*/ 762138 w 932847"/>
                  <a:gd name="connsiteY7" fmla="*/ 1902654 h 1907068"/>
                  <a:gd name="connsiteX8" fmla="*/ 470038 w 932847"/>
                  <a:gd name="connsiteY8" fmla="*/ 1707392 h 1907068"/>
                  <a:gd name="connsiteX9" fmla="*/ 398600 w 932847"/>
                  <a:gd name="connsiteY9" fmla="*/ 1545467 h 1907068"/>
                  <a:gd name="connsiteX10" fmla="*/ 289063 w 932847"/>
                  <a:gd name="connsiteY10" fmla="*/ 1359730 h 1907068"/>
                  <a:gd name="connsiteX11" fmla="*/ 141426 w 932847"/>
                  <a:gd name="connsiteY11" fmla="*/ 1073980 h 1907068"/>
                  <a:gd name="connsiteX12" fmla="*/ 89039 w 932847"/>
                  <a:gd name="connsiteY12" fmla="*/ 788230 h 1907068"/>
                  <a:gd name="connsiteX13" fmla="*/ 37338 w 932847"/>
                  <a:gd name="connsiteY13" fmla="*/ 501988 h 1907068"/>
                  <a:gd name="connsiteX14" fmla="*/ 148346 w 932847"/>
                  <a:gd name="connsiteY14" fmla="*/ 190693 h 1907068"/>
                  <a:gd name="connsiteX0" fmla="*/ 148346 w 932847"/>
                  <a:gd name="connsiteY0" fmla="*/ 190693 h 1907068"/>
                  <a:gd name="connsiteX1" fmla="*/ 581913 w 932847"/>
                  <a:gd name="connsiteY1" fmla="*/ 153307 h 1907068"/>
                  <a:gd name="connsiteX2" fmla="*/ 812843 w 932847"/>
                  <a:gd name="connsiteY2" fmla="*/ 428385 h 1907068"/>
                  <a:gd name="connsiteX3" fmla="*/ 908188 w 932847"/>
                  <a:gd name="connsiteY3" fmla="*/ 716792 h 1907068"/>
                  <a:gd name="connsiteX4" fmla="*/ 893900 w 932847"/>
                  <a:gd name="connsiteY4" fmla="*/ 916817 h 1907068"/>
                  <a:gd name="connsiteX5" fmla="*/ 865325 w 932847"/>
                  <a:gd name="connsiteY5" fmla="*/ 1183517 h 1907068"/>
                  <a:gd name="connsiteX6" fmla="*/ 898663 w 932847"/>
                  <a:gd name="connsiteY6" fmla="*/ 1478792 h 1907068"/>
                  <a:gd name="connsiteX7" fmla="*/ 762138 w 932847"/>
                  <a:gd name="connsiteY7" fmla="*/ 1902654 h 1907068"/>
                  <a:gd name="connsiteX8" fmla="*/ 470038 w 932847"/>
                  <a:gd name="connsiteY8" fmla="*/ 1707392 h 1907068"/>
                  <a:gd name="connsiteX9" fmla="*/ 398600 w 932847"/>
                  <a:gd name="connsiteY9" fmla="*/ 1545467 h 1907068"/>
                  <a:gd name="connsiteX10" fmla="*/ 289063 w 932847"/>
                  <a:gd name="connsiteY10" fmla="*/ 1359730 h 1907068"/>
                  <a:gd name="connsiteX11" fmla="*/ 107309 w 932847"/>
                  <a:gd name="connsiteY11" fmla="*/ 980317 h 1907068"/>
                  <a:gd name="connsiteX12" fmla="*/ 89039 w 932847"/>
                  <a:gd name="connsiteY12" fmla="*/ 788230 h 1907068"/>
                  <a:gd name="connsiteX13" fmla="*/ 37338 w 932847"/>
                  <a:gd name="connsiteY13" fmla="*/ 501988 h 1907068"/>
                  <a:gd name="connsiteX14" fmla="*/ 148346 w 932847"/>
                  <a:gd name="connsiteY14" fmla="*/ 190693 h 1907068"/>
                  <a:gd name="connsiteX0" fmla="*/ 148346 w 932847"/>
                  <a:gd name="connsiteY0" fmla="*/ 190693 h 1907068"/>
                  <a:gd name="connsiteX1" fmla="*/ 581913 w 932847"/>
                  <a:gd name="connsiteY1" fmla="*/ 153307 h 1907068"/>
                  <a:gd name="connsiteX2" fmla="*/ 812843 w 932847"/>
                  <a:gd name="connsiteY2" fmla="*/ 428385 h 1907068"/>
                  <a:gd name="connsiteX3" fmla="*/ 908188 w 932847"/>
                  <a:gd name="connsiteY3" fmla="*/ 716792 h 1907068"/>
                  <a:gd name="connsiteX4" fmla="*/ 893900 w 932847"/>
                  <a:gd name="connsiteY4" fmla="*/ 916817 h 1907068"/>
                  <a:gd name="connsiteX5" fmla="*/ 865325 w 932847"/>
                  <a:gd name="connsiteY5" fmla="*/ 1183517 h 1907068"/>
                  <a:gd name="connsiteX6" fmla="*/ 898663 w 932847"/>
                  <a:gd name="connsiteY6" fmla="*/ 1478792 h 1907068"/>
                  <a:gd name="connsiteX7" fmla="*/ 762138 w 932847"/>
                  <a:gd name="connsiteY7" fmla="*/ 1902654 h 1907068"/>
                  <a:gd name="connsiteX8" fmla="*/ 470038 w 932847"/>
                  <a:gd name="connsiteY8" fmla="*/ 1707392 h 1907068"/>
                  <a:gd name="connsiteX9" fmla="*/ 398600 w 932847"/>
                  <a:gd name="connsiteY9" fmla="*/ 1545467 h 1907068"/>
                  <a:gd name="connsiteX10" fmla="*/ 289063 w 932847"/>
                  <a:gd name="connsiteY10" fmla="*/ 1359730 h 1907068"/>
                  <a:gd name="connsiteX11" fmla="*/ 107309 w 932847"/>
                  <a:gd name="connsiteY11" fmla="*/ 980317 h 1907068"/>
                  <a:gd name="connsiteX12" fmla="*/ 37338 w 932847"/>
                  <a:gd name="connsiteY12" fmla="*/ 501988 h 1907068"/>
                  <a:gd name="connsiteX13" fmla="*/ 148346 w 932847"/>
                  <a:gd name="connsiteY13" fmla="*/ 190693 h 1907068"/>
                  <a:gd name="connsiteX0" fmla="*/ 164947 w 949448"/>
                  <a:gd name="connsiteY0" fmla="*/ 190693 h 1907068"/>
                  <a:gd name="connsiteX1" fmla="*/ 598514 w 949448"/>
                  <a:gd name="connsiteY1" fmla="*/ 153307 h 1907068"/>
                  <a:gd name="connsiteX2" fmla="*/ 829444 w 949448"/>
                  <a:gd name="connsiteY2" fmla="*/ 428385 h 1907068"/>
                  <a:gd name="connsiteX3" fmla="*/ 924789 w 949448"/>
                  <a:gd name="connsiteY3" fmla="*/ 716792 h 1907068"/>
                  <a:gd name="connsiteX4" fmla="*/ 910501 w 949448"/>
                  <a:gd name="connsiteY4" fmla="*/ 916817 h 1907068"/>
                  <a:gd name="connsiteX5" fmla="*/ 881926 w 949448"/>
                  <a:gd name="connsiteY5" fmla="*/ 1183517 h 1907068"/>
                  <a:gd name="connsiteX6" fmla="*/ 915264 w 949448"/>
                  <a:gd name="connsiteY6" fmla="*/ 1478792 h 1907068"/>
                  <a:gd name="connsiteX7" fmla="*/ 778739 w 949448"/>
                  <a:gd name="connsiteY7" fmla="*/ 1902654 h 1907068"/>
                  <a:gd name="connsiteX8" fmla="*/ 486639 w 949448"/>
                  <a:gd name="connsiteY8" fmla="*/ 1707392 h 1907068"/>
                  <a:gd name="connsiteX9" fmla="*/ 415201 w 949448"/>
                  <a:gd name="connsiteY9" fmla="*/ 1545467 h 1907068"/>
                  <a:gd name="connsiteX10" fmla="*/ 305664 w 949448"/>
                  <a:gd name="connsiteY10" fmla="*/ 1359730 h 1907068"/>
                  <a:gd name="connsiteX11" fmla="*/ 123910 w 949448"/>
                  <a:gd name="connsiteY11" fmla="*/ 980317 h 1907068"/>
                  <a:gd name="connsiteX12" fmla="*/ 53939 w 949448"/>
                  <a:gd name="connsiteY12" fmla="*/ 501988 h 1907068"/>
                  <a:gd name="connsiteX13" fmla="*/ 164947 w 949448"/>
                  <a:gd name="connsiteY13" fmla="*/ 190693 h 1907068"/>
                  <a:gd name="connsiteX0" fmla="*/ 164947 w 940465"/>
                  <a:gd name="connsiteY0" fmla="*/ 190693 h 1907068"/>
                  <a:gd name="connsiteX1" fmla="*/ 598514 w 940465"/>
                  <a:gd name="connsiteY1" fmla="*/ 153307 h 1907068"/>
                  <a:gd name="connsiteX2" fmla="*/ 829444 w 940465"/>
                  <a:gd name="connsiteY2" fmla="*/ 428385 h 1907068"/>
                  <a:gd name="connsiteX3" fmla="*/ 865607 w 940465"/>
                  <a:gd name="connsiteY3" fmla="*/ 693693 h 1907068"/>
                  <a:gd name="connsiteX4" fmla="*/ 910501 w 940465"/>
                  <a:gd name="connsiteY4" fmla="*/ 916817 h 1907068"/>
                  <a:gd name="connsiteX5" fmla="*/ 881926 w 940465"/>
                  <a:gd name="connsiteY5" fmla="*/ 1183517 h 1907068"/>
                  <a:gd name="connsiteX6" fmla="*/ 915264 w 940465"/>
                  <a:gd name="connsiteY6" fmla="*/ 1478792 h 1907068"/>
                  <a:gd name="connsiteX7" fmla="*/ 778739 w 940465"/>
                  <a:gd name="connsiteY7" fmla="*/ 1902654 h 1907068"/>
                  <a:gd name="connsiteX8" fmla="*/ 486639 w 940465"/>
                  <a:gd name="connsiteY8" fmla="*/ 1707392 h 1907068"/>
                  <a:gd name="connsiteX9" fmla="*/ 415201 w 940465"/>
                  <a:gd name="connsiteY9" fmla="*/ 1545467 h 1907068"/>
                  <a:gd name="connsiteX10" fmla="*/ 305664 w 940465"/>
                  <a:gd name="connsiteY10" fmla="*/ 1359730 h 1907068"/>
                  <a:gd name="connsiteX11" fmla="*/ 123910 w 940465"/>
                  <a:gd name="connsiteY11" fmla="*/ 980317 h 1907068"/>
                  <a:gd name="connsiteX12" fmla="*/ 53939 w 940465"/>
                  <a:gd name="connsiteY12" fmla="*/ 501988 h 1907068"/>
                  <a:gd name="connsiteX13" fmla="*/ 164947 w 940465"/>
                  <a:gd name="connsiteY13" fmla="*/ 190693 h 1907068"/>
                  <a:gd name="connsiteX0" fmla="*/ 164947 w 940465"/>
                  <a:gd name="connsiteY0" fmla="*/ 190693 h 1907068"/>
                  <a:gd name="connsiteX1" fmla="*/ 598514 w 940465"/>
                  <a:gd name="connsiteY1" fmla="*/ 153307 h 1907068"/>
                  <a:gd name="connsiteX2" fmla="*/ 829444 w 940465"/>
                  <a:gd name="connsiteY2" fmla="*/ 428385 h 1907068"/>
                  <a:gd name="connsiteX3" fmla="*/ 865607 w 940465"/>
                  <a:gd name="connsiteY3" fmla="*/ 693693 h 1907068"/>
                  <a:gd name="connsiteX4" fmla="*/ 881926 w 940465"/>
                  <a:gd name="connsiteY4" fmla="*/ 1183517 h 1907068"/>
                  <a:gd name="connsiteX5" fmla="*/ 915264 w 940465"/>
                  <a:gd name="connsiteY5" fmla="*/ 1478792 h 1907068"/>
                  <a:gd name="connsiteX6" fmla="*/ 778739 w 940465"/>
                  <a:gd name="connsiteY6" fmla="*/ 1902654 h 1907068"/>
                  <a:gd name="connsiteX7" fmla="*/ 486639 w 940465"/>
                  <a:gd name="connsiteY7" fmla="*/ 1707392 h 1907068"/>
                  <a:gd name="connsiteX8" fmla="*/ 415201 w 940465"/>
                  <a:gd name="connsiteY8" fmla="*/ 1545467 h 1907068"/>
                  <a:gd name="connsiteX9" fmla="*/ 305664 w 940465"/>
                  <a:gd name="connsiteY9" fmla="*/ 1359730 h 1907068"/>
                  <a:gd name="connsiteX10" fmla="*/ 123910 w 940465"/>
                  <a:gd name="connsiteY10" fmla="*/ 980317 h 1907068"/>
                  <a:gd name="connsiteX11" fmla="*/ 53939 w 940465"/>
                  <a:gd name="connsiteY11" fmla="*/ 501988 h 1907068"/>
                  <a:gd name="connsiteX12" fmla="*/ 164947 w 940465"/>
                  <a:gd name="connsiteY12" fmla="*/ 190693 h 1907068"/>
                  <a:gd name="connsiteX0" fmla="*/ 164947 w 955152"/>
                  <a:gd name="connsiteY0" fmla="*/ 190693 h 1907068"/>
                  <a:gd name="connsiteX1" fmla="*/ 598514 w 955152"/>
                  <a:gd name="connsiteY1" fmla="*/ 153307 h 1907068"/>
                  <a:gd name="connsiteX2" fmla="*/ 829444 w 955152"/>
                  <a:gd name="connsiteY2" fmla="*/ 428385 h 1907068"/>
                  <a:gd name="connsiteX3" fmla="*/ 865607 w 955152"/>
                  <a:gd name="connsiteY3" fmla="*/ 693693 h 1907068"/>
                  <a:gd name="connsiteX4" fmla="*/ 936970 w 955152"/>
                  <a:gd name="connsiteY4" fmla="*/ 957916 h 1907068"/>
                  <a:gd name="connsiteX5" fmla="*/ 915264 w 955152"/>
                  <a:gd name="connsiteY5" fmla="*/ 1478792 h 1907068"/>
                  <a:gd name="connsiteX6" fmla="*/ 778739 w 955152"/>
                  <a:gd name="connsiteY6" fmla="*/ 1902654 h 1907068"/>
                  <a:gd name="connsiteX7" fmla="*/ 486639 w 955152"/>
                  <a:gd name="connsiteY7" fmla="*/ 1707392 h 1907068"/>
                  <a:gd name="connsiteX8" fmla="*/ 415201 w 955152"/>
                  <a:gd name="connsiteY8" fmla="*/ 1545467 h 1907068"/>
                  <a:gd name="connsiteX9" fmla="*/ 305664 w 955152"/>
                  <a:gd name="connsiteY9" fmla="*/ 1359730 h 1907068"/>
                  <a:gd name="connsiteX10" fmla="*/ 123910 w 955152"/>
                  <a:gd name="connsiteY10" fmla="*/ 980317 h 1907068"/>
                  <a:gd name="connsiteX11" fmla="*/ 53939 w 955152"/>
                  <a:gd name="connsiteY11" fmla="*/ 501988 h 1907068"/>
                  <a:gd name="connsiteX12" fmla="*/ 164947 w 955152"/>
                  <a:gd name="connsiteY12" fmla="*/ 190693 h 1907068"/>
                  <a:gd name="connsiteX0" fmla="*/ 164947 w 955152"/>
                  <a:gd name="connsiteY0" fmla="*/ 190693 h 1907068"/>
                  <a:gd name="connsiteX1" fmla="*/ 598514 w 955152"/>
                  <a:gd name="connsiteY1" fmla="*/ 153307 h 1907068"/>
                  <a:gd name="connsiteX2" fmla="*/ 829444 w 955152"/>
                  <a:gd name="connsiteY2" fmla="*/ 428385 h 1907068"/>
                  <a:gd name="connsiteX3" fmla="*/ 865607 w 955152"/>
                  <a:gd name="connsiteY3" fmla="*/ 693693 h 1907068"/>
                  <a:gd name="connsiteX4" fmla="*/ 936970 w 955152"/>
                  <a:gd name="connsiteY4" fmla="*/ 957916 h 1907068"/>
                  <a:gd name="connsiteX5" fmla="*/ 915264 w 955152"/>
                  <a:gd name="connsiteY5" fmla="*/ 1478792 h 1907068"/>
                  <a:gd name="connsiteX6" fmla="*/ 778739 w 955152"/>
                  <a:gd name="connsiteY6" fmla="*/ 1902654 h 1907068"/>
                  <a:gd name="connsiteX7" fmla="*/ 486639 w 955152"/>
                  <a:gd name="connsiteY7" fmla="*/ 1707392 h 1907068"/>
                  <a:gd name="connsiteX8" fmla="*/ 415201 w 955152"/>
                  <a:gd name="connsiteY8" fmla="*/ 1545467 h 1907068"/>
                  <a:gd name="connsiteX9" fmla="*/ 305664 w 955152"/>
                  <a:gd name="connsiteY9" fmla="*/ 1359730 h 1907068"/>
                  <a:gd name="connsiteX10" fmla="*/ 123910 w 955152"/>
                  <a:gd name="connsiteY10" fmla="*/ 980317 h 1907068"/>
                  <a:gd name="connsiteX11" fmla="*/ 53939 w 955152"/>
                  <a:gd name="connsiteY11" fmla="*/ 501988 h 1907068"/>
                  <a:gd name="connsiteX12" fmla="*/ 164947 w 955152"/>
                  <a:gd name="connsiteY12" fmla="*/ 190693 h 1907068"/>
                  <a:gd name="connsiteX0" fmla="*/ 164947 w 955152"/>
                  <a:gd name="connsiteY0" fmla="*/ 190693 h 1907068"/>
                  <a:gd name="connsiteX1" fmla="*/ 598514 w 955152"/>
                  <a:gd name="connsiteY1" fmla="*/ 153307 h 1907068"/>
                  <a:gd name="connsiteX2" fmla="*/ 829444 w 955152"/>
                  <a:gd name="connsiteY2" fmla="*/ 428385 h 1907068"/>
                  <a:gd name="connsiteX3" fmla="*/ 865607 w 955152"/>
                  <a:gd name="connsiteY3" fmla="*/ 693693 h 1907068"/>
                  <a:gd name="connsiteX4" fmla="*/ 936970 w 955152"/>
                  <a:gd name="connsiteY4" fmla="*/ 957916 h 1907068"/>
                  <a:gd name="connsiteX5" fmla="*/ 915264 w 955152"/>
                  <a:gd name="connsiteY5" fmla="*/ 1478792 h 1907068"/>
                  <a:gd name="connsiteX6" fmla="*/ 778739 w 955152"/>
                  <a:gd name="connsiteY6" fmla="*/ 1902654 h 1907068"/>
                  <a:gd name="connsiteX7" fmla="*/ 486639 w 955152"/>
                  <a:gd name="connsiteY7" fmla="*/ 1707392 h 1907068"/>
                  <a:gd name="connsiteX8" fmla="*/ 415201 w 955152"/>
                  <a:gd name="connsiteY8" fmla="*/ 1545467 h 1907068"/>
                  <a:gd name="connsiteX9" fmla="*/ 305664 w 955152"/>
                  <a:gd name="connsiteY9" fmla="*/ 1359730 h 1907068"/>
                  <a:gd name="connsiteX10" fmla="*/ 123910 w 955152"/>
                  <a:gd name="connsiteY10" fmla="*/ 980317 h 1907068"/>
                  <a:gd name="connsiteX11" fmla="*/ 53939 w 955152"/>
                  <a:gd name="connsiteY11" fmla="*/ 501988 h 1907068"/>
                  <a:gd name="connsiteX12" fmla="*/ 164947 w 955152"/>
                  <a:gd name="connsiteY12" fmla="*/ 190693 h 1907068"/>
                  <a:gd name="connsiteX0" fmla="*/ 164947 w 986806"/>
                  <a:gd name="connsiteY0" fmla="*/ 190693 h 1907068"/>
                  <a:gd name="connsiteX1" fmla="*/ 598514 w 986806"/>
                  <a:gd name="connsiteY1" fmla="*/ 153307 h 1907068"/>
                  <a:gd name="connsiteX2" fmla="*/ 829444 w 986806"/>
                  <a:gd name="connsiteY2" fmla="*/ 428385 h 1907068"/>
                  <a:gd name="connsiteX3" fmla="*/ 865607 w 986806"/>
                  <a:gd name="connsiteY3" fmla="*/ 693693 h 1907068"/>
                  <a:gd name="connsiteX4" fmla="*/ 936970 w 986806"/>
                  <a:gd name="connsiteY4" fmla="*/ 957916 h 1907068"/>
                  <a:gd name="connsiteX5" fmla="*/ 986565 w 986806"/>
                  <a:gd name="connsiteY5" fmla="*/ 1294174 h 1907068"/>
                  <a:gd name="connsiteX6" fmla="*/ 915264 w 986806"/>
                  <a:gd name="connsiteY6" fmla="*/ 1478792 h 1907068"/>
                  <a:gd name="connsiteX7" fmla="*/ 778739 w 986806"/>
                  <a:gd name="connsiteY7" fmla="*/ 1902654 h 1907068"/>
                  <a:gd name="connsiteX8" fmla="*/ 486639 w 986806"/>
                  <a:gd name="connsiteY8" fmla="*/ 1707392 h 1907068"/>
                  <a:gd name="connsiteX9" fmla="*/ 415201 w 986806"/>
                  <a:gd name="connsiteY9" fmla="*/ 1545467 h 1907068"/>
                  <a:gd name="connsiteX10" fmla="*/ 305664 w 986806"/>
                  <a:gd name="connsiteY10" fmla="*/ 1359730 h 1907068"/>
                  <a:gd name="connsiteX11" fmla="*/ 123910 w 986806"/>
                  <a:gd name="connsiteY11" fmla="*/ 980317 h 1907068"/>
                  <a:gd name="connsiteX12" fmla="*/ 53939 w 986806"/>
                  <a:gd name="connsiteY12" fmla="*/ 501988 h 1907068"/>
                  <a:gd name="connsiteX13" fmla="*/ 164947 w 986806"/>
                  <a:gd name="connsiteY13" fmla="*/ 190693 h 1907068"/>
                  <a:gd name="connsiteX0" fmla="*/ 164947 w 1026643"/>
                  <a:gd name="connsiteY0" fmla="*/ 190693 h 1907068"/>
                  <a:gd name="connsiteX1" fmla="*/ 598514 w 1026643"/>
                  <a:gd name="connsiteY1" fmla="*/ 153307 h 1907068"/>
                  <a:gd name="connsiteX2" fmla="*/ 829444 w 1026643"/>
                  <a:gd name="connsiteY2" fmla="*/ 428385 h 1907068"/>
                  <a:gd name="connsiteX3" fmla="*/ 865607 w 1026643"/>
                  <a:gd name="connsiteY3" fmla="*/ 693693 h 1907068"/>
                  <a:gd name="connsiteX4" fmla="*/ 936970 w 1026643"/>
                  <a:gd name="connsiteY4" fmla="*/ 957916 h 1907068"/>
                  <a:gd name="connsiteX5" fmla="*/ 986565 w 1026643"/>
                  <a:gd name="connsiteY5" fmla="*/ 1294174 h 1907068"/>
                  <a:gd name="connsiteX6" fmla="*/ 915264 w 1026643"/>
                  <a:gd name="connsiteY6" fmla="*/ 1478792 h 1907068"/>
                  <a:gd name="connsiteX7" fmla="*/ 778739 w 1026643"/>
                  <a:gd name="connsiteY7" fmla="*/ 1902654 h 1907068"/>
                  <a:gd name="connsiteX8" fmla="*/ 486639 w 1026643"/>
                  <a:gd name="connsiteY8" fmla="*/ 1707392 h 1907068"/>
                  <a:gd name="connsiteX9" fmla="*/ 415201 w 1026643"/>
                  <a:gd name="connsiteY9" fmla="*/ 1545467 h 1907068"/>
                  <a:gd name="connsiteX10" fmla="*/ 305664 w 1026643"/>
                  <a:gd name="connsiteY10" fmla="*/ 1359730 h 1907068"/>
                  <a:gd name="connsiteX11" fmla="*/ 123910 w 1026643"/>
                  <a:gd name="connsiteY11" fmla="*/ 980317 h 1907068"/>
                  <a:gd name="connsiteX12" fmla="*/ 53939 w 1026643"/>
                  <a:gd name="connsiteY12" fmla="*/ 501988 h 1907068"/>
                  <a:gd name="connsiteX13" fmla="*/ 164947 w 1026643"/>
                  <a:gd name="connsiteY13" fmla="*/ 190693 h 1907068"/>
                  <a:gd name="connsiteX0" fmla="*/ 164947 w 1026643"/>
                  <a:gd name="connsiteY0" fmla="*/ 190693 h 1907068"/>
                  <a:gd name="connsiteX1" fmla="*/ 598514 w 1026643"/>
                  <a:gd name="connsiteY1" fmla="*/ 153307 h 1907068"/>
                  <a:gd name="connsiteX2" fmla="*/ 829444 w 1026643"/>
                  <a:gd name="connsiteY2" fmla="*/ 428385 h 1907068"/>
                  <a:gd name="connsiteX3" fmla="*/ 865607 w 1026643"/>
                  <a:gd name="connsiteY3" fmla="*/ 693693 h 1907068"/>
                  <a:gd name="connsiteX4" fmla="*/ 936970 w 1026643"/>
                  <a:gd name="connsiteY4" fmla="*/ 957916 h 1907068"/>
                  <a:gd name="connsiteX5" fmla="*/ 986565 w 1026643"/>
                  <a:gd name="connsiteY5" fmla="*/ 1294174 h 1907068"/>
                  <a:gd name="connsiteX6" fmla="*/ 966196 w 1026643"/>
                  <a:gd name="connsiteY6" fmla="*/ 1506067 h 1907068"/>
                  <a:gd name="connsiteX7" fmla="*/ 778739 w 1026643"/>
                  <a:gd name="connsiteY7" fmla="*/ 1902654 h 1907068"/>
                  <a:gd name="connsiteX8" fmla="*/ 486639 w 1026643"/>
                  <a:gd name="connsiteY8" fmla="*/ 1707392 h 1907068"/>
                  <a:gd name="connsiteX9" fmla="*/ 415201 w 1026643"/>
                  <a:gd name="connsiteY9" fmla="*/ 1545467 h 1907068"/>
                  <a:gd name="connsiteX10" fmla="*/ 305664 w 1026643"/>
                  <a:gd name="connsiteY10" fmla="*/ 1359730 h 1907068"/>
                  <a:gd name="connsiteX11" fmla="*/ 123910 w 1026643"/>
                  <a:gd name="connsiteY11" fmla="*/ 980317 h 1907068"/>
                  <a:gd name="connsiteX12" fmla="*/ 53939 w 1026643"/>
                  <a:gd name="connsiteY12" fmla="*/ 501988 h 1907068"/>
                  <a:gd name="connsiteX13" fmla="*/ 164947 w 1026643"/>
                  <a:gd name="connsiteY13" fmla="*/ 190693 h 1907068"/>
                  <a:gd name="connsiteX0" fmla="*/ 351484 w 1026643"/>
                  <a:gd name="connsiteY0" fmla="*/ 149061 h 1992508"/>
                  <a:gd name="connsiteX1" fmla="*/ 598514 w 1026643"/>
                  <a:gd name="connsiteY1" fmla="*/ 238747 h 1992508"/>
                  <a:gd name="connsiteX2" fmla="*/ 829444 w 1026643"/>
                  <a:gd name="connsiteY2" fmla="*/ 513825 h 1992508"/>
                  <a:gd name="connsiteX3" fmla="*/ 865607 w 1026643"/>
                  <a:gd name="connsiteY3" fmla="*/ 779133 h 1992508"/>
                  <a:gd name="connsiteX4" fmla="*/ 936970 w 1026643"/>
                  <a:gd name="connsiteY4" fmla="*/ 1043356 h 1992508"/>
                  <a:gd name="connsiteX5" fmla="*/ 986565 w 1026643"/>
                  <a:gd name="connsiteY5" fmla="*/ 1379614 h 1992508"/>
                  <a:gd name="connsiteX6" fmla="*/ 966196 w 1026643"/>
                  <a:gd name="connsiteY6" fmla="*/ 1591507 h 1992508"/>
                  <a:gd name="connsiteX7" fmla="*/ 778739 w 1026643"/>
                  <a:gd name="connsiteY7" fmla="*/ 1988094 h 1992508"/>
                  <a:gd name="connsiteX8" fmla="*/ 486639 w 1026643"/>
                  <a:gd name="connsiteY8" fmla="*/ 1792832 h 1992508"/>
                  <a:gd name="connsiteX9" fmla="*/ 415201 w 1026643"/>
                  <a:gd name="connsiteY9" fmla="*/ 1630907 h 1992508"/>
                  <a:gd name="connsiteX10" fmla="*/ 305664 w 1026643"/>
                  <a:gd name="connsiteY10" fmla="*/ 1445170 h 1992508"/>
                  <a:gd name="connsiteX11" fmla="*/ 123910 w 1026643"/>
                  <a:gd name="connsiteY11" fmla="*/ 1065757 h 1992508"/>
                  <a:gd name="connsiteX12" fmla="*/ 53939 w 1026643"/>
                  <a:gd name="connsiteY12" fmla="*/ 587428 h 1992508"/>
                  <a:gd name="connsiteX13" fmla="*/ 351484 w 1026643"/>
                  <a:gd name="connsiteY13" fmla="*/ 149061 h 1992508"/>
                  <a:gd name="connsiteX0" fmla="*/ 341092 w 1016251"/>
                  <a:gd name="connsiteY0" fmla="*/ 149061 h 1992508"/>
                  <a:gd name="connsiteX1" fmla="*/ 588122 w 1016251"/>
                  <a:gd name="connsiteY1" fmla="*/ 238747 h 1992508"/>
                  <a:gd name="connsiteX2" fmla="*/ 819052 w 1016251"/>
                  <a:gd name="connsiteY2" fmla="*/ 513825 h 1992508"/>
                  <a:gd name="connsiteX3" fmla="*/ 855215 w 1016251"/>
                  <a:gd name="connsiteY3" fmla="*/ 779133 h 1992508"/>
                  <a:gd name="connsiteX4" fmla="*/ 926578 w 1016251"/>
                  <a:gd name="connsiteY4" fmla="*/ 1043356 h 1992508"/>
                  <a:gd name="connsiteX5" fmla="*/ 976173 w 1016251"/>
                  <a:gd name="connsiteY5" fmla="*/ 1379614 h 1992508"/>
                  <a:gd name="connsiteX6" fmla="*/ 955804 w 1016251"/>
                  <a:gd name="connsiteY6" fmla="*/ 1591507 h 1992508"/>
                  <a:gd name="connsiteX7" fmla="*/ 768347 w 1016251"/>
                  <a:gd name="connsiteY7" fmla="*/ 1988094 h 1992508"/>
                  <a:gd name="connsiteX8" fmla="*/ 476247 w 1016251"/>
                  <a:gd name="connsiteY8" fmla="*/ 1792832 h 1992508"/>
                  <a:gd name="connsiteX9" fmla="*/ 404809 w 1016251"/>
                  <a:gd name="connsiteY9" fmla="*/ 1630907 h 1992508"/>
                  <a:gd name="connsiteX10" fmla="*/ 295272 w 1016251"/>
                  <a:gd name="connsiteY10" fmla="*/ 1445170 h 1992508"/>
                  <a:gd name="connsiteX11" fmla="*/ 113518 w 1016251"/>
                  <a:gd name="connsiteY11" fmla="*/ 1065757 h 1992508"/>
                  <a:gd name="connsiteX12" fmla="*/ 72347 w 1016251"/>
                  <a:gd name="connsiteY12" fmla="*/ 380313 h 1992508"/>
                  <a:gd name="connsiteX13" fmla="*/ 341092 w 1016251"/>
                  <a:gd name="connsiteY13" fmla="*/ 149061 h 1992508"/>
                  <a:gd name="connsiteX0" fmla="*/ 376976 w 1052135"/>
                  <a:gd name="connsiteY0" fmla="*/ 149061 h 1992508"/>
                  <a:gd name="connsiteX1" fmla="*/ 624006 w 1052135"/>
                  <a:gd name="connsiteY1" fmla="*/ 238747 h 1992508"/>
                  <a:gd name="connsiteX2" fmla="*/ 854936 w 1052135"/>
                  <a:gd name="connsiteY2" fmla="*/ 513825 h 1992508"/>
                  <a:gd name="connsiteX3" fmla="*/ 891099 w 1052135"/>
                  <a:gd name="connsiteY3" fmla="*/ 779133 h 1992508"/>
                  <a:gd name="connsiteX4" fmla="*/ 962462 w 1052135"/>
                  <a:gd name="connsiteY4" fmla="*/ 1043356 h 1992508"/>
                  <a:gd name="connsiteX5" fmla="*/ 1012057 w 1052135"/>
                  <a:gd name="connsiteY5" fmla="*/ 1379614 h 1992508"/>
                  <a:gd name="connsiteX6" fmla="*/ 991688 w 1052135"/>
                  <a:gd name="connsiteY6" fmla="*/ 1591507 h 1992508"/>
                  <a:gd name="connsiteX7" fmla="*/ 804231 w 1052135"/>
                  <a:gd name="connsiteY7" fmla="*/ 1988094 h 1992508"/>
                  <a:gd name="connsiteX8" fmla="*/ 512131 w 1052135"/>
                  <a:gd name="connsiteY8" fmla="*/ 1792832 h 1992508"/>
                  <a:gd name="connsiteX9" fmla="*/ 440693 w 1052135"/>
                  <a:gd name="connsiteY9" fmla="*/ 1630907 h 1992508"/>
                  <a:gd name="connsiteX10" fmla="*/ 331156 w 1052135"/>
                  <a:gd name="connsiteY10" fmla="*/ 1445170 h 1992508"/>
                  <a:gd name="connsiteX11" fmla="*/ 149402 w 1052135"/>
                  <a:gd name="connsiteY11" fmla="*/ 1065757 h 1992508"/>
                  <a:gd name="connsiteX12" fmla="*/ 108231 w 1052135"/>
                  <a:gd name="connsiteY12" fmla="*/ 380313 h 1992508"/>
                  <a:gd name="connsiteX13" fmla="*/ 376976 w 1052135"/>
                  <a:gd name="connsiteY13" fmla="*/ 149061 h 1992508"/>
                  <a:gd name="connsiteX0" fmla="*/ 376976 w 1052135"/>
                  <a:gd name="connsiteY0" fmla="*/ 144858 h 1988305"/>
                  <a:gd name="connsiteX1" fmla="*/ 660431 w 1052135"/>
                  <a:gd name="connsiteY1" fmla="*/ 250953 h 1988305"/>
                  <a:gd name="connsiteX2" fmla="*/ 854936 w 1052135"/>
                  <a:gd name="connsiteY2" fmla="*/ 509622 h 1988305"/>
                  <a:gd name="connsiteX3" fmla="*/ 891099 w 1052135"/>
                  <a:gd name="connsiteY3" fmla="*/ 774930 h 1988305"/>
                  <a:gd name="connsiteX4" fmla="*/ 962462 w 1052135"/>
                  <a:gd name="connsiteY4" fmla="*/ 1039153 h 1988305"/>
                  <a:gd name="connsiteX5" fmla="*/ 1012057 w 1052135"/>
                  <a:gd name="connsiteY5" fmla="*/ 1375411 h 1988305"/>
                  <a:gd name="connsiteX6" fmla="*/ 991688 w 1052135"/>
                  <a:gd name="connsiteY6" fmla="*/ 1587304 h 1988305"/>
                  <a:gd name="connsiteX7" fmla="*/ 804231 w 1052135"/>
                  <a:gd name="connsiteY7" fmla="*/ 1983891 h 1988305"/>
                  <a:gd name="connsiteX8" fmla="*/ 512131 w 1052135"/>
                  <a:gd name="connsiteY8" fmla="*/ 1788629 h 1988305"/>
                  <a:gd name="connsiteX9" fmla="*/ 440693 w 1052135"/>
                  <a:gd name="connsiteY9" fmla="*/ 1626704 h 1988305"/>
                  <a:gd name="connsiteX10" fmla="*/ 331156 w 1052135"/>
                  <a:gd name="connsiteY10" fmla="*/ 1440967 h 1988305"/>
                  <a:gd name="connsiteX11" fmla="*/ 149402 w 1052135"/>
                  <a:gd name="connsiteY11" fmla="*/ 1061554 h 1988305"/>
                  <a:gd name="connsiteX12" fmla="*/ 108231 w 1052135"/>
                  <a:gd name="connsiteY12" fmla="*/ 376110 h 1988305"/>
                  <a:gd name="connsiteX13" fmla="*/ 376976 w 1052135"/>
                  <a:gd name="connsiteY13" fmla="*/ 144858 h 1988305"/>
                  <a:gd name="connsiteX0" fmla="*/ 376976 w 1052135"/>
                  <a:gd name="connsiteY0" fmla="*/ 133800 h 1977247"/>
                  <a:gd name="connsiteX1" fmla="*/ 660431 w 1052135"/>
                  <a:gd name="connsiteY1" fmla="*/ 239895 h 1977247"/>
                  <a:gd name="connsiteX2" fmla="*/ 854936 w 1052135"/>
                  <a:gd name="connsiteY2" fmla="*/ 498564 h 1977247"/>
                  <a:gd name="connsiteX3" fmla="*/ 891099 w 1052135"/>
                  <a:gd name="connsiteY3" fmla="*/ 763872 h 1977247"/>
                  <a:gd name="connsiteX4" fmla="*/ 962462 w 1052135"/>
                  <a:gd name="connsiteY4" fmla="*/ 1028095 h 1977247"/>
                  <a:gd name="connsiteX5" fmla="*/ 1012057 w 1052135"/>
                  <a:gd name="connsiteY5" fmla="*/ 1364353 h 1977247"/>
                  <a:gd name="connsiteX6" fmla="*/ 991688 w 1052135"/>
                  <a:gd name="connsiteY6" fmla="*/ 1576246 h 1977247"/>
                  <a:gd name="connsiteX7" fmla="*/ 804231 w 1052135"/>
                  <a:gd name="connsiteY7" fmla="*/ 1972833 h 1977247"/>
                  <a:gd name="connsiteX8" fmla="*/ 512131 w 1052135"/>
                  <a:gd name="connsiteY8" fmla="*/ 1777571 h 1977247"/>
                  <a:gd name="connsiteX9" fmla="*/ 440693 w 1052135"/>
                  <a:gd name="connsiteY9" fmla="*/ 1615646 h 1977247"/>
                  <a:gd name="connsiteX10" fmla="*/ 331156 w 1052135"/>
                  <a:gd name="connsiteY10" fmla="*/ 1429909 h 1977247"/>
                  <a:gd name="connsiteX11" fmla="*/ 149402 w 1052135"/>
                  <a:gd name="connsiteY11" fmla="*/ 1050496 h 1977247"/>
                  <a:gd name="connsiteX12" fmla="*/ 108231 w 1052135"/>
                  <a:gd name="connsiteY12" fmla="*/ 365052 h 1977247"/>
                  <a:gd name="connsiteX13" fmla="*/ 376976 w 1052135"/>
                  <a:gd name="connsiteY13" fmla="*/ 133800 h 1977247"/>
                  <a:gd name="connsiteX0" fmla="*/ 376976 w 1052135"/>
                  <a:gd name="connsiteY0" fmla="*/ 98323 h 1941770"/>
                  <a:gd name="connsiteX1" fmla="*/ 660431 w 1052135"/>
                  <a:gd name="connsiteY1" fmla="*/ 204418 h 1941770"/>
                  <a:gd name="connsiteX2" fmla="*/ 854936 w 1052135"/>
                  <a:gd name="connsiteY2" fmla="*/ 463087 h 1941770"/>
                  <a:gd name="connsiteX3" fmla="*/ 891099 w 1052135"/>
                  <a:gd name="connsiteY3" fmla="*/ 728395 h 1941770"/>
                  <a:gd name="connsiteX4" fmla="*/ 962462 w 1052135"/>
                  <a:gd name="connsiteY4" fmla="*/ 992618 h 1941770"/>
                  <a:gd name="connsiteX5" fmla="*/ 1012057 w 1052135"/>
                  <a:gd name="connsiteY5" fmla="*/ 1328876 h 1941770"/>
                  <a:gd name="connsiteX6" fmla="*/ 991688 w 1052135"/>
                  <a:gd name="connsiteY6" fmla="*/ 1540769 h 1941770"/>
                  <a:gd name="connsiteX7" fmla="*/ 804231 w 1052135"/>
                  <a:gd name="connsiteY7" fmla="*/ 1937356 h 1941770"/>
                  <a:gd name="connsiteX8" fmla="*/ 512131 w 1052135"/>
                  <a:gd name="connsiteY8" fmla="*/ 1742094 h 1941770"/>
                  <a:gd name="connsiteX9" fmla="*/ 440693 w 1052135"/>
                  <a:gd name="connsiteY9" fmla="*/ 1580169 h 1941770"/>
                  <a:gd name="connsiteX10" fmla="*/ 331156 w 1052135"/>
                  <a:gd name="connsiteY10" fmla="*/ 1394432 h 1941770"/>
                  <a:gd name="connsiteX11" fmla="*/ 149402 w 1052135"/>
                  <a:gd name="connsiteY11" fmla="*/ 1015019 h 1941770"/>
                  <a:gd name="connsiteX12" fmla="*/ 108231 w 1052135"/>
                  <a:gd name="connsiteY12" fmla="*/ 329575 h 1941770"/>
                  <a:gd name="connsiteX13" fmla="*/ 376976 w 1052135"/>
                  <a:gd name="connsiteY13" fmla="*/ 98323 h 1941770"/>
                  <a:gd name="connsiteX0" fmla="*/ 376976 w 1052135"/>
                  <a:gd name="connsiteY0" fmla="*/ 98323 h 1941770"/>
                  <a:gd name="connsiteX1" fmla="*/ 660431 w 1052135"/>
                  <a:gd name="connsiteY1" fmla="*/ 204418 h 1941770"/>
                  <a:gd name="connsiteX2" fmla="*/ 854936 w 1052135"/>
                  <a:gd name="connsiteY2" fmla="*/ 463087 h 1941770"/>
                  <a:gd name="connsiteX3" fmla="*/ 891099 w 1052135"/>
                  <a:gd name="connsiteY3" fmla="*/ 728395 h 1941770"/>
                  <a:gd name="connsiteX4" fmla="*/ 962462 w 1052135"/>
                  <a:gd name="connsiteY4" fmla="*/ 992618 h 1941770"/>
                  <a:gd name="connsiteX5" fmla="*/ 1012057 w 1052135"/>
                  <a:gd name="connsiteY5" fmla="*/ 1328876 h 1941770"/>
                  <a:gd name="connsiteX6" fmla="*/ 991688 w 1052135"/>
                  <a:gd name="connsiteY6" fmla="*/ 1540769 h 1941770"/>
                  <a:gd name="connsiteX7" fmla="*/ 804231 w 1052135"/>
                  <a:gd name="connsiteY7" fmla="*/ 1937356 h 1941770"/>
                  <a:gd name="connsiteX8" fmla="*/ 512131 w 1052135"/>
                  <a:gd name="connsiteY8" fmla="*/ 1742094 h 1941770"/>
                  <a:gd name="connsiteX9" fmla="*/ 440693 w 1052135"/>
                  <a:gd name="connsiteY9" fmla="*/ 1580169 h 1941770"/>
                  <a:gd name="connsiteX10" fmla="*/ 331156 w 1052135"/>
                  <a:gd name="connsiteY10" fmla="*/ 1394432 h 1941770"/>
                  <a:gd name="connsiteX11" fmla="*/ 149402 w 1052135"/>
                  <a:gd name="connsiteY11" fmla="*/ 1015019 h 1941770"/>
                  <a:gd name="connsiteX12" fmla="*/ 108231 w 1052135"/>
                  <a:gd name="connsiteY12" fmla="*/ 329575 h 1941770"/>
                  <a:gd name="connsiteX13" fmla="*/ 376976 w 1052135"/>
                  <a:gd name="connsiteY13" fmla="*/ 98323 h 1941770"/>
                  <a:gd name="connsiteX0" fmla="*/ 376976 w 1052135"/>
                  <a:gd name="connsiteY0" fmla="*/ 98323 h 1941770"/>
                  <a:gd name="connsiteX1" fmla="*/ 660431 w 1052135"/>
                  <a:gd name="connsiteY1" fmla="*/ 204418 h 1941770"/>
                  <a:gd name="connsiteX2" fmla="*/ 854936 w 1052135"/>
                  <a:gd name="connsiteY2" fmla="*/ 463087 h 1941770"/>
                  <a:gd name="connsiteX3" fmla="*/ 891099 w 1052135"/>
                  <a:gd name="connsiteY3" fmla="*/ 728395 h 1941770"/>
                  <a:gd name="connsiteX4" fmla="*/ 962462 w 1052135"/>
                  <a:gd name="connsiteY4" fmla="*/ 992618 h 1941770"/>
                  <a:gd name="connsiteX5" fmla="*/ 1012057 w 1052135"/>
                  <a:gd name="connsiteY5" fmla="*/ 1328876 h 1941770"/>
                  <a:gd name="connsiteX6" fmla="*/ 991688 w 1052135"/>
                  <a:gd name="connsiteY6" fmla="*/ 1540769 h 1941770"/>
                  <a:gd name="connsiteX7" fmla="*/ 804231 w 1052135"/>
                  <a:gd name="connsiteY7" fmla="*/ 1937356 h 1941770"/>
                  <a:gd name="connsiteX8" fmla="*/ 512131 w 1052135"/>
                  <a:gd name="connsiteY8" fmla="*/ 1742094 h 1941770"/>
                  <a:gd name="connsiteX9" fmla="*/ 440693 w 1052135"/>
                  <a:gd name="connsiteY9" fmla="*/ 1580169 h 1941770"/>
                  <a:gd name="connsiteX10" fmla="*/ 331156 w 1052135"/>
                  <a:gd name="connsiteY10" fmla="*/ 1394432 h 1941770"/>
                  <a:gd name="connsiteX11" fmla="*/ 149402 w 1052135"/>
                  <a:gd name="connsiteY11" fmla="*/ 1015019 h 1941770"/>
                  <a:gd name="connsiteX12" fmla="*/ 108231 w 1052135"/>
                  <a:gd name="connsiteY12" fmla="*/ 329575 h 1941770"/>
                  <a:gd name="connsiteX13" fmla="*/ 376976 w 1052135"/>
                  <a:gd name="connsiteY13" fmla="*/ 98323 h 1941770"/>
                  <a:gd name="connsiteX0" fmla="*/ 376976 w 1040138"/>
                  <a:gd name="connsiteY0" fmla="*/ 98323 h 1941770"/>
                  <a:gd name="connsiteX1" fmla="*/ 660431 w 1040138"/>
                  <a:gd name="connsiteY1" fmla="*/ 204418 h 1941770"/>
                  <a:gd name="connsiteX2" fmla="*/ 854936 w 1040138"/>
                  <a:gd name="connsiteY2" fmla="*/ 463087 h 1941770"/>
                  <a:gd name="connsiteX3" fmla="*/ 891099 w 1040138"/>
                  <a:gd name="connsiteY3" fmla="*/ 728395 h 1941770"/>
                  <a:gd name="connsiteX4" fmla="*/ 962462 w 1040138"/>
                  <a:gd name="connsiteY4" fmla="*/ 992618 h 1941770"/>
                  <a:gd name="connsiteX5" fmla="*/ 997192 w 1040138"/>
                  <a:gd name="connsiteY5" fmla="*/ 1205397 h 1941770"/>
                  <a:gd name="connsiteX6" fmla="*/ 991688 w 1040138"/>
                  <a:gd name="connsiteY6" fmla="*/ 1540769 h 1941770"/>
                  <a:gd name="connsiteX7" fmla="*/ 804231 w 1040138"/>
                  <a:gd name="connsiteY7" fmla="*/ 1937356 h 1941770"/>
                  <a:gd name="connsiteX8" fmla="*/ 512131 w 1040138"/>
                  <a:gd name="connsiteY8" fmla="*/ 1742094 h 1941770"/>
                  <a:gd name="connsiteX9" fmla="*/ 440693 w 1040138"/>
                  <a:gd name="connsiteY9" fmla="*/ 1580169 h 1941770"/>
                  <a:gd name="connsiteX10" fmla="*/ 331156 w 1040138"/>
                  <a:gd name="connsiteY10" fmla="*/ 1394432 h 1941770"/>
                  <a:gd name="connsiteX11" fmla="*/ 149402 w 1040138"/>
                  <a:gd name="connsiteY11" fmla="*/ 1015019 h 1941770"/>
                  <a:gd name="connsiteX12" fmla="*/ 108231 w 1040138"/>
                  <a:gd name="connsiteY12" fmla="*/ 329575 h 1941770"/>
                  <a:gd name="connsiteX13" fmla="*/ 376976 w 1040138"/>
                  <a:gd name="connsiteY13" fmla="*/ 98323 h 1941770"/>
                  <a:gd name="connsiteX0" fmla="*/ 376976 w 1059010"/>
                  <a:gd name="connsiteY0" fmla="*/ 98323 h 1941770"/>
                  <a:gd name="connsiteX1" fmla="*/ 660431 w 1059010"/>
                  <a:gd name="connsiteY1" fmla="*/ 204418 h 1941770"/>
                  <a:gd name="connsiteX2" fmla="*/ 854936 w 1059010"/>
                  <a:gd name="connsiteY2" fmla="*/ 463087 h 1941770"/>
                  <a:gd name="connsiteX3" fmla="*/ 891099 w 1059010"/>
                  <a:gd name="connsiteY3" fmla="*/ 728395 h 1941770"/>
                  <a:gd name="connsiteX4" fmla="*/ 962462 w 1059010"/>
                  <a:gd name="connsiteY4" fmla="*/ 992618 h 1941770"/>
                  <a:gd name="connsiteX5" fmla="*/ 997192 w 1059010"/>
                  <a:gd name="connsiteY5" fmla="*/ 1205397 h 1941770"/>
                  <a:gd name="connsiteX6" fmla="*/ 1052966 w 1059010"/>
                  <a:gd name="connsiteY6" fmla="*/ 1339304 h 1941770"/>
                  <a:gd name="connsiteX7" fmla="*/ 804231 w 1059010"/>
                  <a:gd name="connsiteY7" fmla="*/ 1937356 h 1941770"/>
                  <a:gd name="connsiteX8" fmla="*/ 512131 w 1059010"/>
                  <a:gd name="connsiteY8" fmla="*/ 1742094 h 1941770"/>
                  <a:gd name="connsiteX9" fmla="*/ 440693 w 1059010"/>
                  <a:gd name="connsiteY9" fmla="*/ 1580169 h 1941770"/>
                  <a:gd name="connsiteX10" fmla="*/ 331156 w 1059010"/>
                  <a:gd name="connsiteY10" fmla="*/ 1394432 h 1941770"/>
                  <a:gd name="connsiteX11" fmla="*/ 149402 w 1059010"/>
                  <a:gd name="connsiteY11" fmla="*/ 1015019 h 1941770"/>
                  <a:gd name="connsiteX12" fmla="*/ 108231 w 1059010"/>
                  <a:gd name="connsiteY12" fmla="*/ 329575 h 1941770"/>
                  <a:gd name="connsiteX13" fmla="*/ 376976 w 1059010"/>
                  <a:gd name="connsiteY13" fmla="*/ 98323 h 1941770"/>
                  <a:gd name="connsiteX0" fmla="*/ 376976 w 1059010"/>
                  <a:gd name="connsiteY0" fmla="*/ 98323 h 1941770"/>
                  <a:gd name="connsiteX1" fmla="*/ 660431 w 1059010"/>
                  <a:gd name="connsiteY1" fmla="*/ 204418 h 1941770"/>
                  <a:gd name="connsiteX2" fmla="*/ 854936 w 1059010"/>
                  <a:gd name="connsiteY2" fmla="*/ 463087 h 1941770"/>
                  <a:gd name="connsiteX3" fmla="*/ 891099 w 1059010"/>
                  <a:gd name="connsiteY3" fmla="*/ 728395 h 1941770"/>
                  <a:gd name="connsiteX4" fmla="*/ 962462 w 1059010"/>
                  <a:gd name="connsiteY4" fmla="*/ 992618 h 1941770"/>
                  <a:gd name="connsiteX5" fmla="*/ 997192 w 1059010"/>
                  <a:gd name="connsiteY5" fmla="*/ 1205397 h 1941770"/>
                  <a:gd name="connsiteX6" fmla="*/ 1052966 w 1059010"/>
                  <a:gd name="connsiteY6" fmla="*/ 1339304 h 1941770"/>
                  <a:gd name="connsiteX7" fmla="*/ 1012371 w 1059010"/>
                  <a:gd name="connsiteY7" fmla="*/ 1546942 h 1941770"/>
                  <a:gd name="connsiteX8" fmla="*/ 804231 w 1059010"/>
                  <a:gd name="connsiteY8" fmla="*/ 1937356 h 1941770"/>
                  <a:gd name="connsiteX9" fmla="*/ 512131 w 1059010"/>
                  <a:gd name="connsiteY9" fmla="*/ 1742094 h 1941770"/>
                  <a:gd name="connsiteX10" fmla="*/ 440693 w 1059010"/>
                  <a:gd name="connsiteY10" fmla="*/ 1580169 h 1941770"/>
                  <a:gd name="connsiteX11" fmla="*/ 331156 w 1059010"/>
                  <a:gd name="connsiteY11" fmla="*/ 1394432 h 1941770"/>
                  <a:gd name="connsiteX12" fmla="*/ 149402 w 1059010"/>
                  <a:gd name="connsiteY12" fmla="*/ 1015019 h 1941770"/>
                  <a:gd name="connsiteX13" fmla="*/ 108231 w 1059010"/>
                  <a:gd name="connsiteY13" fmla="*/ 329575 h 1941770"/>
                  <a:gd name="connsiteX14" fmla="*/ 376976 w 1059010"/>
                  <a:gd name="connsiteY14" fmla="*/ 98323 h 1941770"/>
                  <a:gd name="connsiteX0" fmla="*/ 376976 w 1067432"/>
                  <a:gd name="connsiteY0" fmla="*/ 98323 h 1941770"/>
                  <a:gd name="connsiteX1" fmla="*/ 660431 w 1067432"/>
                  <a:gd name="connsiteY1" fmla="*/ 204418 h 1941770"/>
                  <a:gd name="connsiteX2" fmla="*/ 854936 w 1067432"/>
                  <a:gd name="connsiteY2" fmla="*/ 463087 h 1941770"/>
                  <a:gd name="connsiteX3" fmla="*/ 891099 w 1067432"/>
                  <a:gd name="connsiteY3" fmla="*/ 728395 h 1941770"/>
                  <a:gd name="connsiteX4" fmla="*/ 962462 w 1067432"/>
                  <a:gd name="connsiteY4" fmla="*/ 992618 h 1941770"/>
                  <a:gd name="connsiteX5" fmla="*/ 997192 w 1067432"/>
                  <a:gd name="connsiteY5" fmla="*/ 1205397 h 1941770"/>
                  <a:gd name="connsiteX6" fmla="*/ 1052966 w 1067432"/>
                  <a:gd name="connsiteY6" fmla="*/ 1339304 h 1941770"/>
                  <a:gd name="connsiteX7" fmla="*/ 1012371 w 1067432"/>
                  <a:gd name="connsiteY7" fmla="*/ 1546942 h 1941770"/>
                  <a:gd name="connsiteX8" fmla="*/ 804231 w 1067432"/>
                  <a:gd name="connsiteY8" fmla="*/ 1937356 h 1941770"/>
                  <a:gd name="connsiteX9" fmla="*/ 512131 w 1067432"/>
                  <a:gd name="connsiteY9" fmla="*/ 1742094 h 1941770"/>
                  <a:gd name="connsiteX10" fmla="*/ 440693 w 1067432"/>
                  <a:gd name="connsiteY10" fmla="*/ 1580169 h 1941770"/>
                  <a:gd name="connsiteX11" fmla="*/ 331156 w 1067432"/>
                  <a:gd name="connsiteY11" fmla="*/ 1394432 h 1941770"/>
                  <a:gd name="connsiteX12" fmla="*/ 149402 w 1067432"/>
                  <a:gd name="connsiteY12" fmla="*/ 1015019 h 1941770"/>
                  <a:gd name="connsiteX13" fmla="*/ 108231 w 1067432"/>
                  <a:gd name="connsiteY13" fmla="*/ 329575 h 1941770"/>
                  <a:gd name="connsiteX14" fmla="*/ 376976 w 1067432"/>
                  <a:gd name="connsiteY14" fmla="*/ 98323 h 1941770"/>
                  <a:gd name="connsiteX0" fmla="*/ 376976 w 1067432"/>
                  <a:gd name="connsiteY0" fmla="*/ 98323 h 1941770"/>
                  <a:gd name="connsiteX1" fmla="*/ 660431 w 1067432"/>
                  <a:gd name="connsiteY1" fmla="*/ 204418 h 1941770"/>
                  <a:gd name="connsiteX2" fmla="*/ 854936 w 1067432"/>
                  <a:gd name="connsiteY2" fmla="*/ 463087 h 1941770"/>
                  <a:gd name="connsiteX3" fmla="*/ 891099 w 1067432"/>
                  <a:gd name="connsiteY3" fmla="*/ 728395 h 1941770"/>
                  <a:gd name="connsiteX4" fmla="*/ 962462 w 1067432"/>
                  <a:gd name="connsiteY4" fmla="*/ 992618 h 1941770"/>
                  <a:gd name="connsiteX5" fmla="*/ 997192 w 1067432"/>
                  <a:gd name="connsiteY5" fmla="*/ 1205397 h 1941770"/>
                  <a:gd name="connsiteX6" fmla="*/ 1052966 w 1067432"/>
                  <a:gd name="connsiteY6" fmla="*/ 1339304 h 1941770"/>
                  <a:gd name="connsiteX7" fmla="*/ 1012371 w 1067432"/>
                  <a:gd name="connsiteY7" fmla="*/ 1546942 h 1941770"/>
                  <a:gd name="connsiteX8" fmla="*/ 804231 w 1067432"/>
                  <a:gd name="connsiteY8" fmla="*/ 1937356 h 1941770"/>
                  <a:gd name="connsiteX9" fmla="*/ 512131 w 1067432"/>
                  <a:gd name="connsiteY9" fmla="*/ 1742094 h 1941770"/>
                  <a:gd name="connsiteX10" fmla="*/ 440693 w 1067432"/>
                  <a:gd name="connsiteY10" fmla="*/ 1580169 h 1941770"/>
                  <a:gd name="connsiteX11" fmla="*/ 331156 w 1067432"/>
                  <a:gd name="connsiteY11" fmla="*/ 1394432 h 1941770"/>
                  <a:gd name="connsiteX12" fmla="*/ 149402 w 1067432"/>
                  <a:gd name="connsiteY12" fmla="*/ 1015019 h 1941770"/>
                  <a:gd name="connsiteX13" fmla="*/ 108231 w 1067432"/>
                  <a:gd name="connsiteY13" fmla="*/ 329575 h 1941770"/>
                  <a:gd name="connsiteX14" fmla="*/ 376976 w 1067432"/>
                  <a:gd name="connsiteY14" fmla="*/ 98323 h 1941770"/>
                  <a:gd name="connsiteX0" fmla="*/ 376976 w 1103576"/>
                  <a:gd name="connsiteY0" fmla="*/ 98323 h 1941770"/>
                  <a:gd name="connsiteX1" fmla="*/ 660431 w 1103576"/>
                  <a:gd name="connsiteY1" fmla="*/ 204418 h 1941770"/>
                  <a:gd name="connsiteX2" fmla="*/ 854936 w 1103576"/>
                  <a:gd name="connsiteY2" fmla="*/ 463087 h 1941770"/>
                  <a:gd name="connsiteX3" fmla="*/ 891099 w 1103576"/>
                  <a:gd name="connsiteY3" fmla="*/ 728395 h 1941770"/>
                  <a:gd name="connsiteX4" fmla="*/ 962462 w 1103576"/>
                  <a:gd name="connsiteY4" fmla="*/ 992618 h 1941770"/>
                  <a:gd name="connsiteX5" fmla="*/ 1072057 w 1103576"/>
                  <a:gd name="connsiteY5" fmla="*/ 1209412 h 1941770"/>
                  <a:gd name="connsiteX6" fmla="*/ 1052966 w 1103576"/>
                  <a:gd name="connsiteY6" fmla="*/ 1339304 h 1941770"/>
                  <a:gd name="connsiteX7" fmla="*/ 1012371 w 1103576"/>
                  <a:gd name="connsiteY7" fmla="*/ 1546942 h 1941770"/>
                  <a:gd name="connsiteX8" fmla="*/ 804231 w 1103576"/>
                  <a:gd name="connsiteY8" fmla="*/ 1937356 h 1941770"/>
                  <a:gd name="connsiteX9" fmla="*/ 512131 w 1103576"/>
                  <a:gd name="connsiteY9" fmla="*/ 1742094 h 1941770"/>
                  <a:gd name="connsiteX10" fmla="*/ 440693 w 1103576"/>
                  <a:gd name="connsiteY10" fmla="*/ 1580169 h 1941770"/>
                  <a:gd name="connsiteX11" fmla="*/ 331156 w 1103576"/>
                  <a:gd name="connsiteY11" fmla="*/ 1394432 h 1941770"/>
                  <a:gd name="connsiteX12" fmla="*/ 149402 w 1103576"/>
                  <a:gd name="connsiteY12" fmla="*/ 1015019 h 1941770"/>
                  <a:gd name="connsiteX13" fmla="*/ 108231 w 1103576"/>
                  <a:gd name="connsiteY13" fmla="*/ 329575 h 1941770"/>
                  <a:gd name="connsiteX14" fmla="*/ 376976 w 1103576"/>
                  <a:gd name="connsiteY14" fmla="*/ 98323 h 1941770"/>
                  <a:gd name="connsiteX0" fmla="*/ 376976 w 1136975"/>
                  <a:gd name="connsiteY0" fmla="*/ 98323 h 1941770"/>
                  <a:gd name="connsiteX1" fmla="*/ 660431 w 1136975"/>
                  <a:gd name="connsiteY1" fmla="*/ 204418 h 1941770"/>
                  <a:gd name="connsiteX2" fmla="*/ 854936 w 1136975"/>
                  <a:gd name="connsiteY2" fmla="*/ 463087 h 1941770"/>
                  <a:gd name="connsiteX3" fmla="*/ 891099 w 1136975"/>
                  <a:gd name="connsiteY3" fmla="*/ 728395 h 1941770"/>
                  <a:gd name="connsiteX4" fmla="*/ 1109148 w 1136975"/>
                  <a:gd name="connsiteY4" fmla="*/ 1044516 h 1941770"/>
                  <a:gd name="connsiteX5" fmla="*/ 1072057 w 1136975"/>
                  <a:gd name="connsiteY5" fmla="*/ 1209412 h 1941770"/>
                  <a:gd name="connsiteX6" fmla="*/ 1052966 w 1136975"/>
                  <a:gd name="connsiteY6" fmla="*/ 1339304 h 1941770"/>
                  <a:gd name="connsiteX7" fmla="*/ 1012371 w 1136975"/>
                  <a:gd name="connsiteY7" fmla="*/ 1546942 h 1941770"/>
                  <a:gd name="connsiteX8" fmla="*/ 804231 w 1136975"/>
                  <a:gd name="connsiteY8" fmla="*/ 1937356 h 1941770"/>
                  <a:gd name="connsiteX9" fmla="*/ 512131 w 1136975"/>
                  <a:gd name="connsiteY9" fmla="*/ 1742094 h 1941770"/>
                  <a:gd name="connsiteX10" fmla="*/ 440693 w 1136975"/>
                  <a:gd name="connsiteY10" fmla="*/ 1580169 h 1941770"/>
                  <a:gd name="connsiteX11" fmla="*/ 331156 w 1136975"/>
                  <a:gd name="connsiteY11" fmla="*/ 1394432 h 1941770"/>
                  <a:gd name="connsiteX12" fmla="*/ 149402 w 1136975"/>
                  <a:gd name="connsiteY12" fmla="*/ 1015019 h 1941770"/>
                  <a:gd name="connsiteX13" fmla="*/ 108231 w 1136975"/>
                  <a:gd name="connsiteY13" fmla="*/ 329575 h 1941770"/>
                  <a:gd name="connsiteX14" fmla="*/ 376976 w 1136975"/>
                  <a:gd name="connsiteY14" fmla="*/ 98323 h 1941770"/>
                  <a:gd name="connsiteX0" fmla="*/ 376976 w 1156045"/>
                  <a:gd name="connsiteY0" fmla="*/ 98323 h 1941770"/>
                  <a:gd name="connsiteX1" fmla="*/ 660431 w 1156045"/>
                  <a:gd name="connsiteY1" fmla="*/ 204418 h 1941770"/>
                  <a:gd name="connsiteX2" fmla="*/ 854936 w 1156045"/>
                  <a:gd name="connsiteY2" fmla="*/ 463087 h 1941770"/>
                  <a:gd name="connsiteX3" fmla="*/ 1117372 w 1156045"/>
                  <a:gd name="connsiteY3" fmla="*/ 864852 h 1941770"/>
                  <a:gd name="connsiteX4" fmla="*/ 1109148 w 1156045"/>
                  <a:gd name="connsiteY4" fmla="*/ 1044516 h 1941770"/>
                  <a:gd name="connsiteX5" fmla="*/ 1072057 w 1156045"/>
                  <a:gd name="connsiteY5" fmla="*/ 1209412 h 1941770"/>
                  <a:gd name="connsiteX6" fmla="*/ 1052966 w 1156045"/>
                  <a:gd name="connsiteY6" fmla="*/ 1339304 h 1941770"/>
                  <a:gd name="connsiteX7" fmla="*/ 1012371 w 1156045"/>
                  <a:gd name="connsiteY7" fmla="*/ 1546942 h 1941770"/>
                  <a:gd name="connsiteX8" fmla="*/ 804231 w 1156045"/>
                  <a:gd name="connsiteY8" fmla="*/ 1937356 h 1941770"/>
                  <a:gd name="connsiteX9" fmla="*/ 512131 w 1156045"/>
                  <a:gd name="connsiteY9" fmla="*/ 1742094 h 1941770"/>
                  <a:gd name="connsiteX10" fmla="*/ 440693 w 1156045"/>
                  <a:gd name="connsiteY10" fmla="*/ 1580169 h 1941770"/>
                  <a:gd name="connsiteX11" fmla="*/ 331156 w 1156045"/>
                  <a:gd name="connsiteY11" fmla="*/ 1394432 h 1941770"/>
                  <a:gd name="connsiteX12" fmla="*/ 149402 w 1156045"/>
                  <a:gd name="connsiteY12" fmla="*/ 1015019 h 1941770"/>
                  <a:gd name="connsiteX13" fmla="*/ 108231 w 1156045"/>
                  <a:gd name="connsiteY13" fmla="*/ 329575 h 1941770"/>
                  <a:gd name="connsiteX14" fmla="*/ 376976 w 1156045"/>
                  <a:gd name="connsiteY14" fmla="*/ 98323 h 1941770"/>
                  <a:gd name="connsiteX0" fmla="*/ 376976 w 1156045"/>
                  <a:gd name="connsiteY0" fmla="*/ 98323 h 1941770"/>
                  <a:gd name="connsiteX1" fmla="*/ 660431 w 1156045"/>
                  <a:gd name="connsiteY1" fmla="*/ 204418 h 1941770"/>
                  <a:gd name="connsiteX2" fmla="*/ 1068872 w 1156045"/>
                  <a:gd name="connsiteY2" fmla="*/ 628667 h 1941770"/>
                  <a:gd name="connsiteX3" fmla="*/ 1117372 w 1156045"/>
                  <a:gd name="connsiteY3" fmla="*/ 864852 h 1941770"/>
                  <a:gd name="connsiteX4" fmla="*/ 1109148 w 1156045"/>
                  <a:gd name="connsiteY4" fmla="*/ 1044516 h 1941770"/>
                  <a:gd name="connsiteX5" fmla="*/ 1072057 w 1156045"/>
                  <a:gd name="connsiteY5" fmla="*/ 1209412 h 1941770"/>
                  <a:gd name="connsiteX6" fmla="*/ 1052966 w 1156045"/>
                  <a:gd name="connsiteY6" fmla="*/ 1339304 h 1941770"/>
                  <a:gd name="connsiteX7" fmla="*/ 1012371 w 1156045"/>
                  <a:gd name="connsiteY7" fmla="*/ 1546942 h 1941770"/>
                  <a:gd name="connsiteX8" fmla="*/ 804231 w 1156045"/>
                  <a:gd name="connsiteY8" fmla="*/ 1937356 h 1941770"/>
                  <a:gd name="connsiteX9" fmla="*/ 512131 w 1156045"/>
                  <a:gd name="connsiteY9" fmla="*/ 1742094 h 1941770"/>
                  <a:gd name="connsiteX10" fmla="*/ 440693 w 1156045"/>
                  <a:gd name="connsiteY10" fmla="*/ 1580169 h 1941770"/>
                  <a:gd name="connsiteX11" fmla="*/ 331156 w 1156045"/>
                  <a:gd name="connsiteY11" fmla="*/ 1394432 h 1941770"/>
                  <a:gd name="connsiteX12" fmla="*/ 149402 w 1156045"/>
                  <a:gd name="connsiteY12" fmla="*/ 1015019 h 1941770"/>
                  <a:gd name="connsiteX13" fmla="*/ 108231 w 1156045"/>
                  <a:gd name="connsiteY13" fmla="*/ 329575 h 1941770"/>
                  <a:gd name="connsiteX14" fmla="*/ 376976 w 1156045"/>
                  <a:gd name="connsiteY14" fmla="*/ 98323 h 1941770"/>
                  <a:gd name="connsiteX0" fmla="*/ 376976 w 1156045"/>
                  <a:gd name="connsiteY0" fmla="*/ 98323 h 1941770"/>
                  <a:gd name="connsiteX1" fmla="*/ 660431 w 1156045"/>
                  <a:gd name="connsiteY1" fmla="*/ 204418 h 1941770"/>
                  <a:gd name="connsiteX2" fmla="*/ 1068872 w 1156045"/>
                  <a:gd name="connsiteY2" fmla="*/ 628667 h 1941770"/>
                  <a:gd name="connsiteX3" fmla="*/ 1117372 w 1156045"/>
                  <a:gd name="connsiteY3" fmla="*/ 864852 h 1941770"/>
                  <a:gd name="connsiteX4" fmla="*/ 1109148 w 1156045"/>
                  <a:gd name="connsiteY4" fmla="*/ 1044516 h 1941770"/>
                  <a:gd name="connsiteX5" fmla="*/ 1072057 w 1156045"/>
                  <a:gd name="connsiteY5" fmla="*/ 1209412 h 1941770"/>
                  <a:gd name="connsiteX6" fmla="*/ 1052966 w 1156045"/>
                  <a:gd name="connsiteY6" fmla="*/ 1339304 h 1941770"/>
                  <a:gd name="connsiteX7" fmla="*/ 1012371 w 1156045"/>
                  <a:gd name="connsiteY7" fmla="*/ 1546942 h 1941770"/>
                  <a:gd name="connsiteX8" fmla="*/ 804231 w 1156045"/>
                  <a:gd name="connsiteY8" fmla="*/ 1937356 h 1941770"/>
                  <a:gd name="connsiteX9" fmla="*/ 512131 w 1156045"/>
                  <a:gd name="connsiteY9" fmla="*/ 1742094 h 1941770"/>
                  <a:gd name="connsiteX10" fmla="*/ 440693 w 1156045"/>
                  <a:gd name="connsiteY10" fmla="*/ 1580169 h 1941770"/>
                  <a:gd name="connsiteX11" fmla="*/ 331156 w 1156045"/>
                  <a:gd name="connsiteY11" fmla="*/ 1394432 h 1941770"/>
                  <a:gd name="connsiteX12" fmla="*/ 149402 w 1156045"/>
                  <a:gd name="connsiteY12" fmla="*/ 1015019 h 1941770"/>
                  <a:gd name="connsiteX13" fmla="*/ 108231 w 1156045"/>
                  <a:gd name="connsiteY13" fmla="*/ 329575 h 1941770"/>
                  <a:gd name="connsiteX14" fmla="*/ 376976 w 1156045"/>
                  <a:gd name="connsiteY14" fmla="*/ 98323 h 1941770"/>
                  <a:gd name="connsiteX0" fmla="*/ 376976 w 1161892"/>
                  <a:gd name="connsiteY0" fmla="*/ 98323 h 1941770"/>
                  <a:gd name="connsiteX1" fmla="*/ 660431 w 1161892"/>
                  <a:gd name="connsiteY1" fmla="*/ 204418 h 1941770"/>
                  <a:gd name="connsiteX2" fmla="*/ 1068872 w 1161892"/>
                  <a:gd name="connsiteY2" fmla="*/ 628667 h 1941770"/>
                  <a:gd name="connsiteX3" fmla="*/ 1117372 w 1161892"/>
                  <a:gd name="connsiteY3" fmla="*/ 864852 h 1941770"/>
                  <a:gd name="connsiteX4" fmla="*/ 1109148 w 1161892"/>
                  <a:gd name="connsiteY4" fmla="*/ 1044516 h 1941770"/>
                  <a:gd name="connsiteX5" fmla="*/ 1072057 w 1161892"/>
                  <a:gd name="connsiteY5" fmla="*/ 1209412 h 1941770"/>
                  <a:gd name="connsiteX6" fmla="*/ 1052966 w 1161892"/>
                  <a:gd name="connsiteY6" fmla="*/ 1339304 h 1941770"/>
                  <a:gd name="connsiteX7" fmla="*/ 1012371 w 1161892"/>
                  <a:gd name="connsiteY7" fmla="*/ 1546942 h 1941770"/>
                  <a:gd name="connsiteX8" fmla="*/ 804231 w 1161892"/>
                  <a:gd name="connsiteY8" fmla="*/ 1937356 h 1941770"/>
                  <a:gd name="connsiteX9" fmla="*/ 512131 w 1161892"/>
                  <a:gd name="connsiteY9" fmla="*/ 1742094 h 1941770"/>
                  <a:gd name="connsiteX10" fmla="*/ 440693 w 1161892"/>
                  <a:gd name="connsiteY10" fmla="*/ 1580169 h 1941770"/>
                  <a:gd name="connsiteX11" fmla="*/ 331156 w 1161892"/>
                  <a:gd name="connsiteY11" fmla="*/ 1394432 h 1941770"/>
                  <a:gd name="connsiteX12" fmla="*/ 149402 w 1161892"/>
                  <a:gd name="connsiteY12" fmla="*/ 1015019 h 1941770"/>
                  <a:gd name="connsiteX13" fmla="*/ 108231 w 1161892"/>
                  <a:gd name="connsiteY13" fmla="*/ 329575 h 1941770"/>
                  <a:gd name="connsiteX14" fmla="*/ 376976 w 1161892"/>
                  <a:gd name="connsiteY14" fmla="*/ 98323 h 1941770"/>
                  <a:gd name="connsiteX0" fmla="*/ 376976 w 1161892"/>
                  <a:gd name="connsiteY0" fmla="*/ 98323 h 1941770"/>
                  <a:gd name="connsiteX1" fmla="*/ 660431 w 1161892"/>
                  <a:gd name="connsiteY1" fmla="*/ 204418 h 1941770"/>
                  <a:gd name="connsiteX2" fmla="*/ 933547 w 1161892"/>
                  <a:gd name="connsiteY2" fmla="*/ 399753 h 1941770"/>
                  <a:gd name="connsiteX3" fmla="*/ 1068872 w 1161892"/>
                  <a:gd name="connsiteY3" fmla="*/ 628667 h 1941770"/>
                  <a:gd name="connsiteX4" fmla="*/ 1117372 w 1161892"/>
                  <a:gd name="connsiteY4" fmla="*/ 864852 h 1941770"/>
                  <a:gd name="connsiteX5" fmla="*/ 1109148 w 1161892"/>
                  <a:gd name="connsiteY5" fmla="*/ 1044516 h 1941770"/>
                  <a:gd name="connsiteX6" fmla="*/ 1072057 w 1161892"/>
                  <a:gd name="connsiteY6" fmla="*/ 1209412 h 1941770"/>
                  <a:gd name="connsiteX7" fmla="*/ 1052966 w 1161892"/>
                  <a:gd name="connsiteY7" fmla="*/ 1339304 h 1941770"/>
                  <a:gd name="connsiteX8" fmla="*/ 1012371 w 1161892"/>
                  <a:gd name="connsiteY8" fmla="*/ 1546942 h 1941770"/>
                  <a:gd name="connsiteX9" fmla="*/ 804231 w 1161892"/>
                  <a:gd name="connsiteY9" fmla="*/ 1937356 h 1941770"/>
                  <a:gd name="connsiteX10" fmla="*/ 512131 w 1161892"/>
                  <a:gd name="connsiteY10" fmla="*/ 1742094 h 1941770"/>
                  <a:gd name="connsiteX11" fmla="*/ 440693 w 1161892"/>
                  <a:gd name="connsiteY11" fmla="*/ 1580169 h 1941770"/>
                  <a:gd name="connsiteX12" fmla="*/ 331156 w 1161892"/>
                  <a:gd name="connsiteY12" fmla="*/ 1394432 h 1941770"/>
                  <a:gd name="connsiteX13" fmla="*/ 149402 w 1161892"/>
                  <a:gd name="connsiteY13" fmla="*/ 1015019 h 1941770"/>
                  <a:gd name="connsiteX14" fmla="*/ 108231 w 1161892"/>
                  <a:gd name="connsiteY14" fmla="*/ 329575 h 1941770"/>
                  <a:gd name="connsiteX15" fmla="*/ 376976 w 1161892"/>
                  <a:gd name="connsiteY15" fmla="*/ 98323 h 1941770"/>
                  <a:gd name="connsiteX0" fmla="*/ 376976 w 1161892"/>
                  <a:gd name="connsiteY0" fmla="*/ 89695 h 1933142"/>
                  <a:gd name="connsiteX1" fmla="*/ 781052 w 1161892"/>
                  <a:gd name="connsiteY1" fmla="*/ 241110 h 1933142"/>
                  <a:gd name="connsiteX2" fmla="*/ 933547 w 1161892"/>
                  <a:gd name="connsiteY2" fmla="*/ 391125 h 1933142"/>
                  <a:gd name="connsiteX3" fmla="*/ 1068872 w 1161892"/>
                  <a:gd name="connsiteY3" fmla="*/ 620039 h 1933142"/>
                  <a:gd name="connsiteX4" fmla="*/ 1117372 w 1161892"/>
                  <a:gd name="connsiteY4" fmla="*/ 856224 h 1933142"/>
                  <a:gd name="connsiteX5" fmla="*/ 1109148 w 1161892"/>
                  <a:gd name="connsiteY5" fmla="*/ 1035888 h 1933142"/>
                  <a:gd name="connsiteX6" fmla="*/ 1072057 w 1161892"/>
                  <a:gd name="connsiteY6" fmla="*/ 1200784 h 1933142"/>
                  <a:gd name="connsiteX7" fmla="*/ 1052966 w 1161892"/>
                  <a:gd name="connsiteY7" fmla="*/ 1330676 h 1933142"/>
                  <a:gd name="connsiteX8" fmla="*/ 1012371 w 1161892"/>
                  <a:gd name="connsiteY8" fmla="*/ 1538314 h 1933142"/>
                  <a:gd name="connsiteX9" fmla="*/ 804231 w 1161892"/>
                  <a:gd name="connsiteY9" fmla="*/ 1928728 h 1933142"/>
                  <a:gd name="connsiteX10" fmla="*/ 512131 w 1161892"/>
                  <a:gd name="connsiteY10" fmla="*/ 1733466 h 1933142"/>
                  <a:gd name="connsiteX11" fmla="*/ 440693 w 1161892"/>
                  <a:gd name="connsiteY11" fmla="*/ 1571541 h 1933142"/>
                  <a:gd name="connsiteX12" fmla="*/ 331156 w 1161892"/>
                  <a:gd name="connsiteY12" fmla="*/ 1385804 h 1933142"/>
                  <a:gd name="connsiteX13" fmla="*/ 149402 w 1161892"/>
                  <a:gd name="connsiteY13" fmla="*/ 1006391 h 1933142"/>
                  <a:gd name="connsiteX14" fmla="*/ 108231 w 1161892"/>
                  <a:gd name="connsiteY14" fmla="*/ 320947 h 1933142"/>
                  <a:gd name="connsiteX15" fmla="*/ 376976 w 1161892"/>
                  <a:gd name="connsiteY15" fmla="*/ 89695 h 1933142"/>
                  <a:gd name="connsiteX0" fmla="*/ 376976 w 1161892"/>
                  <a:gd name="connsiteY0" fmla="*/ 89695 h 1933142"/>
                  <a:gd name="connsiteX1" fmla="*/ 781052 w 1161892"/>
                  <a:gd name="connsiteY1" fmla="*/ 241110 h 1933142"/>
                  <a:gd name="connsiteX2" fmla="*/ 933547 w 1161892"/>
                  <a:gd name="connsiteY2" fmla="*/ 391125 h 1933142"/>
                  <a:gd name="connsiteX3" fmla="*/ 1068872 w 1161892"/>
                  <a:gd name="connsiteY3" fmla="*/ 620039 h 1933142"/>
                  <a:gd name="connsiteX4" fmla="*/ 1117372 w 1161892"/>
                  <a:gd name="connsiteY4" fmla="*/ 856224 h 1933142"/>
                  <a:gd name="connsiteX5" fmla="*/ 1109148 w 1161892"/>
                  <a:gd name="connsiteY5" fmla="*/ 1035888 h 1933142"/>
                  <a:gd name="connsiteX6" fmla="*/ 1072057 w 1161892"/>
                  <a:gd name="connsiteY6" fmla="*/ 1200784 h 1933142"/>
                  <a:gd name="connsiteX7" fmla="*/ 1052966 w 1161892"/>
                  <a:gd name="connsiteY7" fmla="*/ 1330676 h 1933142"/>
                  <a:gd name="connsiteX8" fmla="*/ 1012371 w 1161892"/>
                  <a:gd name="connsiteY8" fmla="*/ 1538314 h 1933142"/>
                  <a:gd name="connsiteX9" fmla="*/ 804231 w 1161892"/>
                  <a:gd name="connsiteY9" fmla="*/ 1928728 h 1933142"/>
                  <a:gd name="connsiteX10" fmla="*/ 512131 w 1161892"/>
                  <a:gd name="connsiteY10" fmla="*/ 1733466 h 1933142"/>
                  <a:gd name="connsiteX11" fmla="*/ 440693 w 1161892"/>
                  <a:gd name="connsiteY11" fmla="*/ 1571541 h 1933142"/>
                  <a:gd name="connsiteX12" fmla="*/ 331156 w 1161892"/>
                  <a:gd name="connsiteY12" fmla="*/ 1385804 h 1933142"/>
                  <a:gd name="connsiteX13" fmla="*/ 149402 w 1161892"/>
                  <a:gd name="connsiteY13" fmla="*/ 1006391 h 1933142"/>
                  <a:gd name="connsiteX14" fmla="*/ 108231 w 1161892"/>
                  <a:gd name="connsiteY14" fmla="*/ 320947 h 1933142"/>
                  <a:gd name="connsiteX15" fmla="*/ 376976 w 1161892"/>
                  <a:gd name="connsiteY15" fmla="*/ 89695 h 1933142"/>
                  <a:gd name="connsiteX0" fmla="*/ 376976 w 1161892"/>
                  <a:gd name="connsiteY0" fmla="*/ 89695 h 1933142"/>
                  <a:gd name="connsiteX1" fmla="*/ 781052 w 1161892"/>
                  <a:gd name="connsiteY1" fmla="*/ 241110 h 1933142"/>
                  <a:gd name="connsiteX2" fmla="*/ 933547 w 1161892"/>
                  <a:gd name="connsiteY2" fmla="*/ 391125 h 1933142"/>
                  <a:gd name="connsiteX3" fmla="*/ 1068872 w 1161892"/>
                  <a:gd name="connsiteY3" fmla="*/ 620039 h 1933142"/>
                  <a:gd name="connsiteX4" fmla="*/ 1117372 w 1161892"/>
                  <a:gd name="connsiteY4" fmla="*/ 856224 h 1933142"/>
                  <a:gd name="connsiteX5" fmla="*/ 1109148 w 1161892"/>
                  <a:gd name="connsiteY5" fmla="*/ 1035888 h 1933142"/>
                  <a:gd name="connsiteX6" fmla="*/ 1072057 w 1161892"/>
                  <a:gd name="connsiteY6" fmla="*/ 1200784 h 1933142"/>
                  <a:gd name="connsiteX7" fmla="*/ 1052966 w 1161892"/>
                  <a:gd name="connsiteY7" fmla="*/ 1330676 h 1933142"/>
                  <a:gd name="connsiteX8" fmla="*/ 1012371 w 1161892"/>
                  <a:gd name="connsiteY8" fmla="*/ 1538314 h 1933142"/>
                  <a:gd name="connsiteX9" fmla="*/ 804231 w 1161892"/>
                  <a:gd name="connsiteY9" fmla="*/ 1928728 h 1933142"/>
                  <a:gd name="connsiteX10" fmla="*/ 512131 w 1161892"/>
                  <a:gd name="connsiteY10" fmla="*/ 1733466 h 1933142"/>
                  <a:gd name="connsiteX11" fmla="*/ 440693 w 1161892"/>
                  <a:gd name="connsiteY11" fmla="*/ 1571541 h 1933142"/>
                  <a:gd name="connsiteX12" fmla="*/ 331156 w 1161892"/>
                  <a:gd name="connsiteY12" fmla="*/ 1385804 h 1933142"/>
                  <a:gd name="connsiteX13" fmla="*/ 149402 w 1161892"/>
                  <a:gd name="connsiteY13" fmla="*/ 1006391 h 1933142"/>
                  <a:gd name="connsiteX14" fmla="*/ 108231 w 1161892"/>
                  <a:gd name="connsiteY14" fmla="*/ 320947 h 1933142"/>
                  <a:gd name="connsiteX15" fmla="*/ 376976 w 1161892"/>
                  <a:gd name="connsiteY15" fmla="*/ 89695 h 1933142"/>
                  <a:gd name="connsiteX0" fmla="*/ 376976 w 1161892"/>
                  <a:gd name="connsiteY0" fmla="*/ 28547 h 1871994"/>
                  <a:gd name="connsiteX1" fmla="*/ 677728 w 1161892"/>
                  <a:gd name="connsiteY1" fmla="*/ 24882 h 1871994"/>
                  <a:gd name="connsiteX2" fmla="*/ 781052 w 1161892"/>
                  <a:gd name="connsiteY2" fmla="*/ 179962 h 1871994"/>
                  <a:gd name="connsiteX3" fmla="*/ 933547 w 1161892"/>
                  <a:gd name="connsiteY3" fmla="*/ 329977 h 1871994"/>
                  <a:gd name="connsiteX4" fmla="*/ 1068872 w 1161892"/>
                  <a:gd name="connsiteY4" fmla="*/ 558891 h 1871994"/>
                  <a:gd name="connsiteX5" fmla="*/ 1117372 w 1161892"/>
                  <a:gd name="connsiteY5" fmla="*/ 795076 h 1871994"/>
                  <a:gd name="connsiteX6" fmla="*/ 1109148 w 1161892"/>
                  <a:gd name="connsiteY6" fmla="*/ 974740 h 1871994"/>
                  <a:gd name="connsiteX7" fmla="*/ 1072057 w 1161892"/>
                  <a:gd name="connsiteY7" fmla="*/ 1139636 h 1871994"/>
                  <a:gd name="connsiteX8" fmla="*/ 1052966 w 1161892"/>
                  <a:gd name="connsiteY8" fmla="*/ 1269528 h 1871994"/>
                  <a:gd name="connsiteX9" fmla="*/ 1012371 w 1161892"/>
                  <a:gd name="connsiteY9" fmla="*/ 1477166 h 1871994"/>
                  <a:gd name="connsiteX10" fmla="*/ 804231 w 1161892"/>
                  <a:gd name="connsiteY10" fmla="*/ 1867580 h 1871994"/>
                  <a:gd name="connsiteX11" fmla="*/ 512131 w 1161892"/>
                  <a:gd name="connsiteY11" fmla="*/ 1672318 h 1871994"/>
                  <a:gd name="connsiteX12" fmla="*/ 440693 w 1161892"/>
                  <a:gd name="connsiteY12" fmla="*/ 1510393 h 1871994"/>
                  <a:gd name="connsiteX13" fmla="*/ 331156 w 1161892"/>
                  <a:gd name="connsiteY13" fmla="*/ 1324656 h 1871994"/>
                  <a:gd name="connsiteX14" fmla="*/ 149402 w 1161892"/>
                  <a:gd name="connsiteY14" fmla="*/ 945243 h 1871994"/>
                  <a:gd name="connsiteX15" fmla="*/ 108231 w 1161892"/>
                  <a:gd name="connsiteY15" fmla="*/ 259799 h 1871994"/>
                  <a:gd name="connsiteX16" fmla="*/ 376976 w 1161892"/>
                  <a:gd name="connsiteY16" fmla="*/ 28547 h 1871994"/>
                  <a:gd name="connsiteX0" fmla="*/ 250959 w 1161892"/>
                  <a:gd name="connsiteY0" fmla="*/ 84593 h 1853216"/>
                  <a:gd name="connsiteX1" fmla="*/ 677728 w 1161892"/>
                  <a:gd name="connsiteY1" fmla="*/ 6104 h 1853216"/>
                  <a:gd name="connsiteX2" fmla="*/ 781052 w 1161892"/>
                  <a:gd name="connsiteY2" fmla="*/ 161184 h 1853216"/>
                  <a:gd name="connsiteX3" fmla="*/ 933547 w 1161892"/>
                  <a:gd name="connsiteY3" fmla="*/ 311199 h 1853216"/>
                  <a:gd name="connsiteX4" fmla="*/ 1068872 w 1161892"/>
                  <a:gd name="connsiteY4" fmla="*/ 540113 h 1853216"/>
                  <a:gd name="connsiteX5" fmla="*/ 1117372 w 1161892"/>
                  <a:gd name="connsiteY5" fmla="*/ 776298 h 1853216"/>
                  <a:gd name="connsiteX6" fmla="*/ 1109148 w 1161892"/>
                  <a:gd name="connsiteY6" fmla="*/ 955962 h 1853216"/>
                  <a:gd name="connsiteX7" fmla="*/ 1072057 w 1161892"/>
                  <a:gd name="connsiteY7" fmla="*/ 1120858 h 1853216"/>
                  <a:gd name="connsiteX8" fmla="*/ 1052966 w 1161892"/>
                  <a:gd name="connsiteY8" fmla="*/ 1250750 h 1853216"/>
                  <a:gd name="connsiteX9" fmla="*/ 1012371 w 1161892"/>
                  <a:gd name="connsiteY9" fmla="*/ 1458388 h 1853216"/>
                  <a:gd name="connsiteX10" fmla="*/ 804231 w 1161892"/>
                  <a:gd name="connsiteY10" fmla="*/ 1848802 h 1853216"/>
                  <a:gd name="connsiteX11" fmla="*/ 512131 w 1161892"/>
                  <a:gd name="connsiteY11" fmla="*/ 1653540 h 1853216"/>
                  <a:gd name="connsiteX12" fmla="*/ 440693 w 1161892"/>
                  <a:gd name="connsiteY12" fmla="*/ 1491615 h 1853216"/>
                  <a:gd name="connsiteX13" fmla="*/ 331156 w 1161892"/>
                  <a:gd name="connsiteY13" fmla="*/ 1305878 h 1853216"/>
                  <a:gd name="connsiteX14" fmla="*/ 149402 w 1161892"/>
                  <a:gd name="connsiteY14" fmla="*/ 926465 h 1853216"/>
                  <a:gd name="connsiteX15" fmla="*/ 108231 w 1161892"/>
                  <a:gd name="connsiteY15" fmla="*/ 241021 h 1853216"/>
                  <a:gd name="connsiteX16" fmla="*/ 250959 w 1161892"/>
                  <a:gd name="connsiteY16" fmla="*/ 84593 h 1853216"/>
                  <a:gd name="connsiteX0" fmla="*/ 250959 w 1161892"/>
                  <a:gd name="connsiteY0" fmla="*/ 160230 h 1928853"/>
                  <a:gd name="connsiteX1" fmla="*/ 677728 w 1161892"/>
                  <a:gd name="connsiteY1" fmla="*/ 81741 h 1928853"/>
                  <a:gd name="connsiteX2" fmla="*/ 781052 w 1161892"/>
                  <a:gd name="connsiteY2" fmla="*/ 236821 h 1928853"/>
                  <a:gd name="connsiteX3" fmla="*/ 933547 w 1161892"/>
                  <a:gd name="connsiteY3" fmla="*/ 386836 h 1928853"/>
                  <a:gd name="connsiteX4" fmla="*/ 1068872 w 1161892"/>
                  <a:gd name="connsiteY4" fmla="*/ 615750 h 1928853"/>
                  <a:gd name="connsiteX5" fmla="*/ 1117372 w 1161892"/>
                  <a:gd name="connsiteY5" fmla="*/ 851935 h 1928853"/>
                  <a:gd name="connsiteX6" fmla="*/ 1109148 w 1161892"/>
                  <a:gd name="connsiteY6" fmla="*/ 1031599 h 1928853"/>
                  <a:gd name="connsiteX7" fmla="*/ 1072057 w 1161892"/>
                  <a:gd name="connsiteY7" fmla="*/ 1196495 h 1928853"/>
                  <a:gd name="connsiteX8" fmla="*/ 1052966 w 1161892"/>
                  <a:gd name="connsiteY8" fmla="*/ 1326387 h 1928853"/>
                  <a:gd name="connsiteX9" fmla="*/ 1012371 w 1161892"/>
                  <a:gd name="connsiteY9" fmla="*/ 1534025 h 1928853"/>
                  <a:gd name="connsiteX10" fmla="*/ 804231 w 1161892"/>
                  <a:gd name="connsiteY10" fmla="*/ 1924439 h 1928853"/>
                  <a:gd name="connsiteX11" fmla="*/ 512131 w 1161892"/>
                  <a:gd name="connsiteY11" fmla="*/ 1729177 h 1928853"/>
                  <a:gd name="connsiteX12" fmla="*/ 440693 w 1161892"/>
                  <a:gd name="connsiteY12" fmla="*/ 1567252 h 1928853"/>
                  <a:gd name="connsiteX13" fmla="*/ 331156 w 1161892"/>
                  <a:gd name="connsiteY13" fmla="*/ 1381515 h 1928853"/>
                  <a:gd name="connsiteX14" fmla="*/ 149402 w 1161892"/>
                  <a:gd name="connsiteY14" fmla="*/ 1002102 h 1928853"/>
                  <a:gd name="connsiteX15" fmla="*/ 108231 w 1161892"/>
                  <a:gd name="connsiteY15" fmla="*/ 316658 h 1928853"/>
                  <a:gd name="connsiteX16" fmla="*/ 250959 w 1161892"/>
                  <a:gd name="connsiteY16" fmla="*/ 160230 h 1928853"/>
                  <a:gd name="connsiteX0" fmla="*/ 250959 w 1161892"/>
                  <a:gd name="connsiteY0" fmla="*/ 160230 h 1928853"/>
                  <a:gd name="connsiteX1" fmla="*/ 677728 w 1161892"/>
                  <a:gd name="connsiteY1" fmla="*/ 81741 h 1928853"/>
                  <a:gd name="connsiteX2" fmla="*/ 781052 w 1161892"/>
                  <a:gd name="connsiteY2" fmla="*/ 236821 h 1928853"/>
                  <a:gd name="connsiteX3" fmla="*/ 933547 w 1161892"/>
                  <a:gd name="connsiteY3" fmla="*/ 386836 h 1928853"/>
                  <a:gd name="connsiteX4" fmla="*/ 1068872 w 1161892"/>
                  <a:gd name="connsiteY4" fmla="*/ 615750 h 1928853"/>
                  <a:gd name="connsiteX5" fmla="*/ 1117372 w 1161892"/>
                  <a:gd name="connsiteY5" fmla="*/ 851935 h 1928853"/>
                  <a:gd name="connsiteX6" fmla="*/ 1109148 w 1161892"/>
                  <a:gd name="connsiteY6" fmla="*/ 1031599 h 1928853"/>
                  <a:gd name="connsiteX7" fmla="*/ 1072057 w 1161892"/>
                  <a:gd name="connsiteY7" fmla="*/ 1196495 h 1928853"/>
                  <a:gd name="connsiteX8" fmla="*/ 1052966 w 1161892"/>
                  <a:gd name="connsiteY8" fmla="*/ 1326387 h 1928853"/>
                  <a:gd name="connsiteX9" fmla="*/ 1012371 w 1161892"/>
                  <a:gd name="connsiteY9" fmla="*/ 1534025 h 1928853"/>
                  <a:gd name="connsiteX10" fmla="*/ 804231 w 1161892"/>
                  <a:gd name="connsiteY10" fmla="*/ 1924439 h 1928853"/>
                  <a:gd name="connsiteX11" fmla="*/ 512131 w 1161892"/>
                  <a:gd name="connsiteY11" fmla="*/ 1729177 h 1928853"/>
                  <a:gd name="connsiteX12" fmla="*/ 440693 w 1161892"/>
                  <a:gd name="connsiteY12" fmla="*/ 1567252 h 1928853"/>
                  <a:gd name="connsiteX13" fmla="*/ 331156 w 1161892"/>
                  <a:gd name="connsiteY13" fmla="*/ 1381515 h 1928853"/>
                  <a:gd name="connsiteX14" fmla="*/ 149402 w 1161892"/>
                  <a:gd name="connsiteY14" fmla="*/ 1002102 h 1928853"/>
                  <a:gd name="connsiteX15" fmla="*/ 108231 w 1161892"/>
                  <a:gd name="connsiteY15" fmla="*/ 316658 h 1928853"/>
                  <a:gd name="connsiteX16" fmla="*/ 250959 w 1161892"/>
                  <a:gd name="connsiteY16" fmla="*/ 160230 h 1928853"/>
                  <a:gd name="connsiteX0" fmla="*/ 250959 w 1161892"/>
                  <a:gd name="connsiteY0" fmla="*/ 160230 h 1928853"/>
                  <a:gd name="connsiteX1" fmla="*/ 677728 w 1161892"/>
                  <a:gd name="connsiteY1" fmla="*/ 81741 h 1928853"/>
                  <a:gd name="connsiteX2" fmla="*/ 781052 w 1161892"/>
                  <a:gd name="connsiteY2" fmla="*/ 236821 h 1928853"/>
                  <a:gd name="connsiteX3" fmla="*/ 933547 w 1161892"/>
                  <a:gd name="connsiteY3" fmla="*/ 386836 h 1928853"/>
                  <a:gd name="connsiteX4" fmla="*/ 1068872 w 1161892"/>
                  <a:gd name="connsiteY4" fmla="*/ 615750 h 1928853"/>
                  <a:gd name="connsiteX5" fmla="*/ 1117372 w 1161892"/>
                  <a:gd name="connsiteY5" fmla="*/ 851935 h 1928853"/>
                  <a:gd name="connsiteX6" fmla="*/ 1109148 w 1161892"/>
                  <a:gd name="connsiteY6" fmla="*/ 1031599 h 1928853"/>
                  <a:gd name="connsiteX7" fmla="*/ 1072057 w 1161892"/>
                  <a:gd name="connsiteY7" fmla="*/ 1196495 h 1928853"/>
                  <a:gd name="connsiteX8" fmla="*/ 1052966 w 1161892"/>
                  <a:gd name="connsiteY8" fmla="*/ 1326387 h 1928853"/>
                  <a:gd name="connsiteX9" fmla="*/ 1012371 w 1161892"/>
                  <a:gd name="connsiteY9" fmla="*/ 1534025 h 1928853"/>
                  <a:gd name="connsiteX10" fmla="*/ 804231 w 1161892"/>
                  <a:gd name="connsiteY10" fmla="*/ 1924439 h 1928853"/>
                  <a:gd name="connsiteX11" fmla="*/ 512131 w 1161892"/>
                  <a:gd name="connsiteY11" fmla="*/ 1729177 h 1928853"/>
                  <a:gd name="connsiteX12" fmla="*/ 440693 w 1161892"/>
                  <a:gd name="connsiteY12" fmla="*/ 1567252 h 1928853"/>
                  <a:gd name="connsiteX13" fmla="*/ 331156 w 1161892"/>
                  <a:gd name="connsiteY13" fmla="*/ 1381515 h 1928853"/>
                  <a:gd name="connsiteX14" fmla="*/ 149402 w 1161892"/>
                  <a:gd name="connsiteY14" fmla="*/ 1002102 h 1928853"/>
                  <a:gd name="connsiteX15" fmla="*/ 108231 w 1161892"/>
                  <a:gd name="connsiteY15" fmla="*/ 316658 h 1928853"/>
                  <a:gd name="connsiteX16" fmla="*/ 250959 w 1161892"/>
                  <a:gd name="connsiteY16" fmla="*/ 160230 h 19288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161892" h="1928853">
                    <a:moveTo>
                      <a:pt x="250959" y="160230"/>
                    </a:moveTo>
                    <a:cubicBezTo>
                      <a:pt x="509839" y="-128910"/>
                      <a:pt x="610382" y="56505"/>
                      <a:pt x="677728" y="81741"/>
                    </a:cubicBezTo>
                    <a:cubicBezTo>
                      <a:pt x="745074" y="106977"/>
                      <a:pt x="738115" y="179697"/>
                      <a:pt x="781052" y="236821"/>
                    </a:cubicBezTo>
                    <a:cubicBezTo>
                      <a:pt x="873629" y="286186"/>
                      <a:pt x="893475" y="273600"/>
                      <a:pt x="933547" y="386836"/>
                    </a:cubicBezTo>
                    <a:cubicBezTo>
                      <a:pt x="1115997" y="444255"/>
                      <a:pt x="1038050" y="537360"/>
                      <a:pt x="1068872" y="615750"/>
                    </a:cubicBezTo>
                    <a:cubicBezTo>
                      <a:pt x="1200749" y="696986"/>
                      <a:pt x="1109574" y="770854"/>
                      <a:pt x="1117372" y="851935"/>
                    </a:cubicBezTo>
                    <a:cubicBezTo>
                      <a:pt x="1186411" y="985860"/>
                      <a:pt x="1168480" y="929538"/>
                      <a:pt x="1109148" y="1031599"/>
                    </a:cubicBezTo>
                    <a:cubicBezTo>
                      <a:pt x="1124283" y="1131007"/>
                      <a:pt x="1179912" y="1042457"/>
                      <a:pt x="1072057" y="1196495"/>
                    </a:cubicBezTo>
                    <a:cubicBezTo>
                      <a:pt x="1105269" y="1263967"/>
                      <a:pt x="1082579" y="1224301"/>
                      <a:pt x="1052966" y="1326387"/>
                    </a:cubicBezTo>
                    <a:cubicBezTo>
                      <a:pt x="1057502" y="1385712"/>
                      <a:pt x="1100523" y="1441911"/>
                      <a:pt x="1012371" y="1534025"/>
                    </a:cubicBezTo>
                    <a:cubicBezTo>
                      <a:pt x="970915" y="1633700"/>
                      <a:pt x="889611" y="1894315"/>
                      <a:pt x="804231" y="1924439"/>
                    </a:cubicBezTo>
                    <a:cubicBezTo>
                      <a:pt x="649185" y="1953807"/>
                      <a:pt x="538589" y="1830777"/>
                      <a:pt x="512131" y="1729177"/>
                    </a:cubicBezTo>
                    <a:cubicBezTo>
                      <a:pt x="485673" y="1627577"/>
                      <a:pt x="465299" y="1629164"/>
                      <a:pt x="440693" y="1567252"/>
                    </a:cubicBezTo>
                    <a:cubicBezTo>
                      <a:pt x="363700" y="1514865"/>
                      <a:pt x="367668" y="1465653"/>
                      <a:pt x="331156" y="1381515"/>
                    </a:cubicBezTo>
                    <a:cubicBezTo>
                      <a:pt x="180344" y="1264041"/>
                      <a:pt x="171627" y="1096558"/>
                      <a:pt x="149402" y="1002102"/>
                    </a:cubicBezTo>
                    <a:cubicBezTo>
                      <a:pt x="-75019" y="748928"/>
                      <a:pt x="-10464" y="447278"/>
                      <a:pt x="108231" y="316658"/>
                    </a:cubicBezTo>
                    <a:cubicBezTo>
                      <a:pt x="125239" y="237760"/>
                      <a:pt x="44951" y="225132"/>
                      <a:pt x="250959" y="160230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Rectangle 7">
                <a:extLst>
                  <a:ext uri="{FF2B5EF4-FFF2-40B4-BE49-F238E27FC236}">
                    <a16:creationId xmlns:a16="http://schemas.microsoft.com/office/drawing/2014/main" id="{B72313E8-6720-0567-16C7-0129D91A78AC}"/>
                  </a:ext>
                </a:extLst>
              </p:cNvPr>
              <p:cNvSpPr/>
              <p:nvPr/>
            </p:nvSpPr>
            <p:spPr>
              <a:xfrm rot="16638766" flipH="1" flipV="1">
                <a:off x="5240232" y="2739369"/>
                <a:ext cx="1177253" cy="403310"/>
              </a:xfrm>
              <a:custGeom>
                <a:avLst/>
                <a:gdLst>
                  <a:gd name="connsiteX0" fmla="*/ 0 w 1007285"/>
                  <a:gd name="connsiteY0" fmla="*/ 0 h 94954"/>
                  <a:gd name="connsiteX1" fmla="*/ 1007285 w 1007285"/>
                  <a:gd name="connsiteY1" fmla="*/ 0 h 94954"/>
                  <a:gd name="connsiteX2" fmla="*/ 1007285 w 1007285"/>
                  <a:gd name="connsiteY2" fmla="*/ 94954 h 94954"/>
                  <a:gd name="connsiteX3" fmla="*/ 0 w 1007285"/>
                  <a:gd name="connsiteY3" fmla="*/ 94954 h 94954"/>
                  <a:gd name="connsiteX4" fmla="*/ 0 w 1007285"/>
                  <a:gd name="connsiteY4" fmla="*/ 0 h 94954"/>
                  <a:gd name="connsiteX0" fmla="*/ 2819400 w 3826685"/>
                  <a:gd name="connsiteY0" fmla="*/ 0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4" fmla="*/ 2819400 w 3826685"/>
                  <a:gd name="connsiteY4" fmla="*/ 0 h 869654"/>
                  <a:gd name="connsiteX0" fmla="*/ 0 w 3826685"/>
                  <a:gd name="connsiteY0" fmla="*/ 869654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968065 h 1033547"/>
                  <a:gd name="connsiteX1" fmla="*/ 3826685 w 3826685"/>
                  <a:gd name="connsiteY1" fmla="*/ 98411 h 1033547"/>
                  <a:gd name="connsiteX2" fmla="*/ 3826685 w 3826685"/>
                  <a:gd name="connsiteY2" fmla="*/ 193365 h 1033547"/>
                  <a:gd name="connsiteX3" fmla="*/ 0 w 3826685"/>
                  <a:gd name="connsiteY3" fmla="*/ 968065 h 1033547"/>
                  <a:gd name="connsiteX0" fmla="*/ 0 w 3826685"/>
                  <a:gd name="connsiteY0" fmla="*/ 968065 h 1013810"/>
                  <a:gd name="connsiteX1" fmla="*/ 3826685 w 3826685"/>
                  <a:gd name="connsiteY1" fmla="*/ 98411 h 1013810"/>
                  <a:gd name="connsiteX2" fmla="*/ 3826685 w 3826685"/>
                  <a:gd name="connsiteY2" fmla="*/ 193365 h 1013810"/>
                  <a:gd name="connsiteX3" fmla="*/ 0 w 3826685"/>
                  <a:gd name="connsiteY3" fmla="*/ 968065 h 1013810"/>
                  <a:gd name="connsiteX0" fmla="*/ 0 w 3826685"/>
                  <a:gd name="connsiteY0" fmla="*/ 968065 h 1012429"/>
                  <a:gd name="connsiteX1" fmla="*/ 3826685 w 3826685"/>
                  <a:gd name="connsiteY1" fmla="*/ 98411 h 1012429"/>
                  <a:gd name="connsiteX2" fmla="*/ 3826685 w 3826685"/>
                  <a:gd name="connsiteY2" fmla="*/ 193365 h 1012429"/>
                  <a:gd name="connsiteX3" fmla="*/ 0 w 3826685"/>
                  <a:gd name="connsiteY3" fmla="*/ 968065 h 101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6685" h="1012429">
                    <a:moveTo>
                      <a:pt x="0" y="968065"/>
                    </a:moveTo>
                    <a:cubicBezTo>
                      <a:pt x="1199362" y="1008380"/>
                      <a:pt x="2779723" y="-373704"/>
                      <a:pt x="3826685" y="98411"/>
                    </a:cubicBezTo>
                    <a:lnTo>
                      <a:pt x="3826685" y="193365"/>
                    </a:lnTo>
                    <a:cubicBezTo>
                      <a:pt x="2614623" y="-65927"/>
                      <a:pt x="932662" y="1268632"/>
                      <a:pt x="0" y="968065"/>
                    </a:cubicBezTo>
                    <a:close/>
                  </a:path>
                </a:pathLst>
              </a:cu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Rectangle 7">
                <a:extLst>
                  <a:ext uri="{FF2B5EF4-FFF2-40B4-BE49-F238E27FC236}">
                    <a16:creationId xmlns:a16="http://schemas.microsoft.com/office/drawing/2014/main" id="{4472A3F5-960B-28AC-F3E7-8B70CB871B7C}"/>
                  </a:ext>
                </a:extLst>
              </p:cNvPr>
              <p:cNvSpPr/>
              <p:nvPr/>
            </p:nvSpPr>
            <p:spPr>
              <a:xfrm rot="1173360" flipH="1" flipV="1">
                <a:off x="6065525" y="3900357"/>
                <a:ext cx="1177253" cy="403310"/>
              </a:xfrm>
              <a:custGeom>
                <a:avLst/>
                <a:gdLst>
                  <a:gd name="connsiteX0" fmla="*/ 0 w 1007285"/>
                  <a:gd name="connsiteY0" fmla="*/ 0 h 94954"/>
                  <a:gd name="connsiteX1" fmla="*/ 1007285 w 1007285"/>
                  <a:gd name="connsiteY1" fmla="*/ 0 h 94954"/>
                  <a:gd name="connsiteX2" fmla="*/ 1007285 w 1007285"/>
                  <a:gd name="connsiteY2" fmla="*/ 94954 h 94954"/>
                  <a:gd name="connsiteX3" fmla="*/ 0 w 1007285"/>
                  <a:gd name="connsiteY3" fmla="*/ 94954 h 94954"/>
                  <a:gd name="connsiteX4" fmla="*/ 0 w 1007285"/>
                  <a:gd name="connsiteY4" fmla="*/ 0 h 94954"/>
                  <a:gd name="connsiteX0" fmla="*/ 2819400 w 3826685"/>
                  <a:gd name="connsiteY0" fmla="*/ 0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4" fmla="*/ 2819400 w 3826685"/>
                  <a:gd name="connsiteY4" fmla="*/ 0 h 869654"/>
                  <a:gd name="connsiteX0" fmla="*/ 0 w 3826685"/>
                  <a:gd name="connsiteY0" fmla="*/ 869654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968065 h 1033547"/>
                  <a:gd name="connsiteX1" fmla="*/ 3826685 w 3826685"/>
                  <a:gd name="connsiteY1" fmla="*/ 98411 h 1033547"/>
                  <a:gd name="connsiteX2" fmla="*/ 3826685 w 3826685"/>
                  <a:gd name="connsiteY2" fmla="*/ 193365 h 1033547"/>
                  <a:gd name="connsiteX3" fmla="*/ 0 w 3826685"/>
                  <a:gd name="connsiteY3" fmla="*/ 968065 h 1033547"/>
                  <a:gd name="connsiteX0" fmla="*/ 0 w 3826685"/>
                  <a:gd name="connsiteY0" fmla="*/ 968065 h 1013810"/>
                  <a:gd name="connsiteX1" fmla="*/ 3826685 w 3826685"/>
                  <a:gd name="connsiteY1" fmla="*/ 98411 h 1013810"/>
                  <a:gd name="connsiteX2" fmla="*/ 3826685 w 3826685"/>
                  <a:gd name="connsiteY2" fmla="*/ 193365 h 1013810"/>
                  <a:gd name="connsiteX3" fmla="*/ 0 w 3826685"/>
                  <a:gd name="connsiteY3" fmla="*/ 968065 h 1013810"/>
                  <a:gd name="connsiteX0" fmla="*/ 0 w 3826685"/>
                  <a:gd name="connsiteY0" fmla="*/ 968065 h 1012429"/>
                  <a:gd name="connsiteX1" fmla="*/ 3826685 w 3826685"/>
                  <a:gd name="connsiteY1" fmla="*/ 98411 h 1012429"/>
                  <a:gd name="connsiteX2" fmla="*/ 3826685 w 3826685"/>
                  <a:gd name="connsiteY2" fmla="*/ 193365 h 1012429"/>
                  <a:gd name="connsiteX3" fmla="*/ 0 w 3826685"/>
                  <a:gd name="connsiteY3" fmla="*/ 968065 h 101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6685" h="1012429">
                    <a:moveTo>
                      <a:pt x="0" y="968065"/>
                    </a:moveTo>
                    <a:cubicBezTo>
                      <a:pt x="1199362" y="1008380"/>
                      <a:pt x="2779723" y="-373704"/>
                      <a:pt x="3826685" y="98411"/>
                    </a:cubicBezTo>
                    <a:lnTo>
                      <a:pt x="3826685" y="193365"/>
                    </a:lnTo>
                    <a:cubicBezTo>
                      <a:pt x="2614623" y="-65927"/>
                      <a:pt x="932662" y="1268632"/>
                      <a:pt x="0" y="968065"/>
                    </a:cubicBezTo>
                    <a:close/>
                  </a:path>
                </a:pathLst>
              </a:cu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Rectangle 3">
                <a:extLst>
                  <a:ext uri="{FF2B5EF4-FFF2-40B4-BE49-F238E27FC236}">
                    <a16:creationId xmlns:a16="http://schemas.microsoft.com/office/drawing/2014/main" id="{77B130CA-0BAB-56EB-355D-0E437CF1E519}"/>
                  </a:ext>
                </a:extLst>
              </p:cNvPr>
              <p:cNvSpPr/>
              <p:nvPr/>
            </p:nvSpPr>
            <p:spPr>
              <a:xfrm rot="3771712">
                <a:off x="6371698" y="2022650"/>
                <a:ext cx="1117809" cy="2313596"/>
              </a:xfrm>
              <a:custGeom>
                <a:avLst/>
                <a:gdLst>
                  <a:gd name="connsiteX0" fmla="*/ 0 w 381000"/>
                  <a:gd name="connsiteY0" fmla="*/ 0 h 1422400"/>
                  <a:gd name="connsiteX1" fmla="*/ 381000 w 381000"/>
                  <a:gd name="connsiteY1" fmla="*/ 0 h 1422400"/>
                  <a:gd name="connsiteX2" fmla="*/ 381000 w 381000"/>
                  <a:gd name="connsiteY2" fmla="*/ 1422400 h 1422400"/>
                  <a:gd name="connsiteX3" fmla="*/ 0 w 381000"/>
                  <a:gd name="connsiteY3" fmla="*/ 1422400 h 1422400"/>
                  <a:gd name="connsiteX4" fmla="*/ 0 w 381000"/>
                  <a:gd name="connsiteY4" fmla="*/ 0 h 1422400"/>
                  <a:gd name="connsiteX0" fmla="*/ 0 w 596900"/>
                  <a:gd name="connsiteY0" fmla="*/ 0 h 1905000"/>
                  <a:gd name="connsiteX1" fmla="*/ 596900 w 596900"/>
                  <a:gd name="connsiteY1" fmla="*/ 482600 h 1905000"/>
                  <a:gd name="connsiteX2" fmla="*/ 596900 w 596900"/>
                  <a:gd name="connsiteY2" fmla="*/ 1905000 h 1905000"/>
                  <a:gd name="connsiteX3" fmla="*/ 215900 w 596900"/>
                  <a:gd name="connsiteY3" fmla="*/ 1905000 h 1905000"/>
                  <a:gd name="connsiteX4" fmla="*/ 0 w 596900"/>
                  <a:gd name="connsiteY4" fmla="*/ 0 h 1905000"/>
                  <a:gd name="connsiteX0" fmla="*/ 0 w 596900"/>
                  <a:gd name="connsiteY0" fmla="*/ 0 h 1905000"/>
                  <a:gd name="connsiteX1" fmla="*/ 482600 w 596900"/>
                  <a:gd name="connsiteY1" fmla="*/ 139700 h 1905000"/>
                  <a:gd name="connsiteX2" fmla="*/ 596900 w 596900"/>
                  <a:gd name="connsiteY2" fmla="*/ 1905000 h 1905000"/>
                  <a:gd name="connsiteX3" fmla="*/ 215900 w 596900"/>
                  <a:gd name="connsiteY3" fmla="*/ 1905000 h 1905000"/>
                  <a:gd name="connsiteX4" fmla="*/ 0 w 596900"/>
                  <a:gd name="connsiteY4" fmla="*/ 0 h 1905000"/>
                  <a:gd name="connsiteX0" fmla="*/ 0 w 596900"/>
                  <a:gd name="connsiteY0" fmla="*/ 0 h 1905000"/>
                  <a:gd name="connsiteX1" fmla="*/ 468313 w 596900"/>
                  <a:gd name="connsiteY1" fmla="*/ 115887 h 1905000"/>
                  <a:gd name="connsiteX2" fmla="*/ 596900 w 596900"/>
                  <a:gd name="connsiteY2" fmla="*/ 1905000 h 1905000"/>
                  <a:gd name="connsiteX3" fmla="*/ 215900 w 596900"/>
                  <a:gd name="connsiteY3" fmla="*/ 1905000 h 1905000"/>
                  <a:gd name="connsiteX4" fmla="*/ 0 w 596900"/>
                  <a:gd name="connsiteY4" fmla="*/ 0 h 1905000"/>
                  <a:gd name="connsiteX0" fmla="*/ 0 w 630237"/>
                  <a:gd name="connsiteY0" fmla="*/ 0 h 1900237"/>
                  <a:gd name="connsiteX1" fmla="*/ 501650 w 630237"/>
                  <a:gd name="connsiteY1" fmla="*/ 111124 h 1900237"/>
                  <a:gd name="connsiteX2" fmla="*/ 630237 w 630237"/>
                  <a:gd name="connsiteY2" fmla="*/ 1900237 h 1900237"/>
                  <a:gd name="connsiteX3" fmla="*/ 249237 w 630237"/>
                  <a:gd name="connsiteY3" fmla="*/ 1900237 h 1900237"/>
                  <a:gd name="connsiteX4" fmla="*/ 0 w 630237"/>
                  <a:gd name="connsiteY4" fmla="*/ 0 h 1900237"/>
                  <a:gd name="connsiteX0" fmla="*/ 0 w 630237"/>
                  <a:gd name="connsiteY0" fmla="*/ 74867 h 1975104"/>
                  <a:gd name="connsiteX1" fmla="*/ 501650 w 630237"/>
                  <a:gd name="connsiteY1" fmla="*/ 185991 h 1975104"/>
                  <a:gd name="connsiteX2" fmla="*/ 630237 w 630237"/>
                  <a:gd name="connsiteY2" fmla="*/ 1975104 h 1975104"/>
                  <a:gd name="connsiteX3" fmla="*/ 249237 w 630237"/>
                  <a:gd name="connsiteY3" fmla="*/ 1975104 h 1975104"/>
                  <a:gd name="connsiteX4" fmla="*/ 0 w 630237"/>
                  <a:gd name="connsiteY4" fmla="*/ 74867 h 1975104"/>
                  <a:gd name="connsiteX0" fmla="*/ 0 w 630237"/>
                  <a:gd name="connsiteY0" fmla="*/ 125035 h 2025272"/>
                  <a:gd name="connsiteX1" fmla="*/ 501650 w 630237"/>
                  <a:gd name="connsiteY1" fmla="*/ 236159 h 2025272"/>
                  <a:gd name="connsiteX2" fmla="*/ 630237 w 630237"/>
                  <a:gd name="connsiteY2" fmla="*/ 2025272 h 2025272"/>
                  <a:gd name="connsiteX3" fmla="*/ 249237 w 630237"/>
                  <a:gd name="connsiteY3" fmla="*/ 2025272 h 2025272"/>
                  <a:gd name="connsiteX4" fmla="*/ 0 w 630237"/>
                  <a:gd name="connsiteY4" fmla="*/ 125035 h 2025272"/>
                  <a:gd name="connsiteX0" fmla="*/ 176212 w 806449"/>
                  <a:gd name="connsiteY0" fmla="*/ 125035 h 2025272"/>
                  <a:gd name="connsiteX1" fmla="*/ 677862 w 806449"/>
                  <a:gd name="connsiteY1" fmla="*/ 236159 h 2025272"/>
                  <a:gd name="connsiteX2" fmla="*/ 806449 w 806449"/>
                  <a:gd name="connsiteY2" fmla="*/ 2025272 h 2025272"/>
                  <a:gd name="connsiteX3" fmla="*/ 425449 w 806449"/>
                  <a:gd name="connsiteY3" fmla="*/ 2025272 h 2025272"/>
                  <a:gd name="connsiteX4" fmla="*/ 0 w 806449"/>
                  <a:gd name="connsiteY4" fmla="*/ 382210 h 2025272"/>
                  <a:gd name="connsiteX5" fmla="*/ 176212 w 806449"/>
                  <a:gd name="connsiteY5" fmla="*/ 125035 h 2025272"/>
                  <a:gd name="connsiteX0" fmla="*/ 245290 w 875527"/>
                  <a:gd name="connsiteY0" fmla="*/ 125035 h 2025272"/>
                  <a:gd name="connsiteX1" fmla="*/ 746940 w 875527"/>
                  <a:gd name="connsiteY1" fmla="*/ 236159 h 2025272"/>
                  <a:gd name="connsiteX2" fmla="*/ 875527 w 875527"/>
                  <a:gd name="connsiteY2" fmla="*/ 2025272 h 2025272"/>
                  <a:gd name="connsiteX3" fmla="*/ 494527 w 875527"/>
                  <a:gd name="connsiteY3" fmla="*/ 2025272 h 2025272"/>
                  <a:gd name="connsiteX4" fmla="*/ 26216 w 875527"/>
                  <a:gd name="connsiteY4" fmla="*/ 658435 h 2025272"/>
                  <a:gd name="connsiteX5" fmla="*/ 69078 w 875527"/>
                  <a:gd name="connsiteY5" fmla="*/ 382210 h 2025272"/>
                  <a:gd name="connsiteX6" fmla="*/ 245290 w 875527"/>
                  <a:gd name="connsiteY6" fmla="*/ 125035 h 2025272"/>
                  <a:gd name="connsiteX0" fmla="*/ 221743 w 851980"/>
                  <a:gd name="connsiteY0" fmla="*/ 125035 h 2025272"/>
                  <a:gd name="connsiteX1" fmla="*/ 723393 w 851980"/>
                  <a:gd name="connsiteY1" fmla="*/ 236159 h 2025272"/>
                  <a:gd name="connsiteX2" fmla="*/ 851980 w 851980"/>
                  <a:gd name="connsiteY2" fmla="*/ 2025272 h 2025272"/>
                  <a:gd name="connsiteX3" fmla="*/ 470980 w 851980"/>
                  <a:gd name="connsiteY3" fmla="*/ 2025272 h 2025272"/>
                  <a:gd name="connsiteX4" fmla="*/ 55056 w 851980"/>
                  <a:gd name="connsiteY4" fmla="*/ 944185 h 2025272"/>
                  <a:gd name="connsiteX5" fmla="*/ 2669 w 851980"/>
                  <a:gd name="connsiteY5" fmla="*/ 658435 h 2025272"/>
                  <a:gd name="connsiteX6" fmla="*/ 45531 w 851980"/>
                  <a:gd name="connsiteY6" fmla="*/ 382210 h 2025272"/>
                  <a:gd name="connsiteX7" fmla="*/ 221743 w 851980"/>
                  <a:gd name="connsiteY7" fmla="*/ 125035 h 2025272"/>
                  <a:gd name="connsiteX0" fmla="*/ 219345 w 849582"/>
                  <a:gd name="connsiteY0" fmla="*/ 125035 h 2025272"/>
                  <a:gd name="connsiteX1" fmla="*/ 720995 w 849582"/>
                  <a:gd name="connsiteY1" fmla="*/ 236159 h 2025272"/>
                  <a:gd name="connsiteX2" fmla="*/ 849582 w 849582"/>
                  <a:gd name="connsiteY2" fmla="*/ 2025272 h 2025272"/>
                  <a:gd name="connsiteX3" fmla="*/ 468582 w 849582"/>
                  <a:gd name="connsiteY3" fmla="*/ 2025272 h 2025272"/>
                  <a:gd name="connsiteX4" fmla="*/ 200295 w 849582"/>
                  <a:gd name="connsiteY4" fmla="*/ 1229935 h 2025272"/>
                  <a:gd name="connsiteX5" fmla="*/ 52658 w 849582"/>
                  <a:gd name="connsiteY5" fmla="*/ 944185 h 2025272"/>
                  <a:gd name="connsiteX6" fmla="*/ 271 w 849582"/>
                  <a:gd name="connsiteY6" fmla="*/ 658435 h 2025272"/>
                  <a:gd name="connsiteX7" fmla="*/ 43133 w 849582"/>
                  <a:gd name="connsiteY7" fmla="*/ 382210 h 2025272"/>
                  <a:gd name="connsiteX8" fmla="*/ 219345 w 849582"/>
                  <a:gd name="connsiteY8" fmla="*/ 125035 h 2025272"/>
                  <a:gd name="connsiteX0" fmla="*/ 219345 w 849582"/>
                  <a:gd name="connsiteY0" fmla="*/ 125035 h 2025272"/>
                  <a:gd name="connsiteX1" fmla="*/ 720995 w 849582"/>
                  <a:gd name="connsiteY1" fmla="*/ 236159 h 2025272"/>
                  <a:gd name="connsiteX2" fmla="*/ 849582 w 849582"/>
                  <a:gd name="connsiteY2" fmla="*/ 2025272 h 2025272"/>
                  <a:gd name="connsiteX3" fmla="*/ 468582 w 849582"/>
                  <a:gd name="connsiteY3" fmla="*/ 2025272 h 2025272"/>
                  <a:gd name="connsiteX4" fmla="*/ 309832 w 849582"/>
                  <a:gd name="connsiteY4" fmla="*/ 1415672 h 2025272"/>
                  <a:gd name="connsiteX5" fmla="*/ 200295 w 849582"/>
                  <a:gd name="connsiteY5" fmla="*/ 1229935 h 2025272"/>
                  <a:gd name="connsiteX6" fmla="*/ 52658 w 849582"/>
                  <a:gd name="connsiteY6" fmla="*/ 944185 h 2025272"/>
                  <a:gd name="connsiteX7" fmla="*/ 271 w 849582"/>
                  <a:gd name="connsiteY7" fmla="*/ 658435 h 2025272"/>
                  <a:gd name="connsiteX8" fmla="*/ 43133 w 849582"/>
                  <a:gd name="connsiteY8" fmla="*/ 382210 h 2025272"/>
                  <a:gd name="connsiteX9" fmla="*/ 219345 w 849582"/>
                  <a:gd name="connsiteY9" fmla="*/ 125035 h 2025272"/>
                  <a:gd name="connsiteX0" fmla="*/ 219345 w 849582"/>
                  <a:gd name="connsiteY0" fmla="*/ 125035 h 2025272"/>
                  <a:gd name="connsiteX1" fmla="*/ 720995 w 849582"/>
                  <a:gd name="connsiteY1" fmla="*/ 236159 h 2025272"/>
                  <a:gd name="connsiteX2" fmla="*/ 849582 w 849582"/>
                  <a:gd name="connsiteY2" fmla="*/ 2025272 h 2025272"/>
                  <a:gd name="connsiteX3" fmla="*/ 468582 w 849582"/>
                  <a:gd name="connsiteY3" fmla="*/ 2025272 h 2025272"/>
                  <a:gd name="connsiteX4" fmla="*/ 381270 w 849582"/>
                  <a:gd name="connsiteY4" fmla="*/ 1577597 h 2025272"/>
                  <a:gd name="connsiteX5" fmla="*/ 309832 w 849582"/>
                  <a:gd name="connsiteY5" fmla="*/ 1415672 h 2025272"/>
                  <a:gd name="connsiteX6" fmla="*/ 200295 w 849582"/>
                  <a:gd name="connsiteY6" fmla="*/ 1229935 h 2025272"/>
                  <a:gd name="connsiteX7" fmla="*/ 52658 w 849582"/>
                  <a:gd name="connsiteY7" fmla="*/ 944185 h 2025272"/>
                  <a:gd name="connsiteX8" fmla="*/ 271 w 849582"/>
                  <a:gd name="connsiteY8" fmla="*/ 658435 h 2025272"/>
                  <a:gd name="connsiteX9" fmla="*/ 43133 w 849582"/>
                  <a:gd name="connsiteY9" fmla="*/ 382210 h 2025272"/>
                  <a:gd name="connsiteX10" fmla="*/ 219345 w 849582"/>
                  <a:gd name="connsiteY10" fmla="*/ 125035 h 2025272"/>
                  <a:gd name="connsiteX0" fmla="*/ 219345 w 849582"/>
                  <a:gd name="connsiteY0" fmla="*/ 125035 h 2025272"/>
                  <a:gd name="connsiteX1" fmla="*/ 720995 w 849582"/>
                  <a:gd name="connsiteY1" fmla="*/ 236159 h 2025272"/>
                  <a:gd name="connsiteX2" fmla="*/ 819420 w 849582"/>
                  <a:gd name="connsiteY2" fmla="*/ 586997 h 2025272"/>
                  <a:gd name="connsiteX3" fmla="*/ 849582 w 849582"/>
                  <a:gd name="connsiteY3" fmla="*/ 2025272 h 2025272"/>
                  <a:gd name="connsiteX4" fmla="*/ 468582 w 849582"/>
                  <a:gd name="connsiteY4" fmla="*/ 2025272 h 2025272"/>
                  <a:gd name="connsiteX5" fmla="*/ 381270 w 849582"/>
                  <a:gd name="connsiteY5" fmla="*/ 1577597 h 2025272"/>
                  <a:gd name="connsiteX6" fmla="*/ 309832 w 849582"/>
                  <a:gd name="connsiteY6" fmla="*/ 1415672 h 2025272"/>
                  <a:gd name="connsiteX7" fmla="*/ 200295 w 849582"/>
                  <a:gd name="connsiteY7" fmla="*/ 1229935 h 2025272"/>
                  <a:gd name="connsiteX8" fmla="*/ 52658 w 849582"/>
                  <a:gd name="connsiteY8" fmla="*/ 944185 h 2025272"/>
                  <a:gd name="connsiteX9" fmla="*/ 271 w 849582"/>
                  <a:gd name="connsiteY9" fmla="*/ 658435 h 2025272"/>
                  <a:gd name="connsiteX10" fmla="*/ 43133 w 849582"/>
                  <a:gd name="connsiteY10" fmla="*/ 382210 h 2025272"/>
                  <a:gd name="connsiteX11" fmla="*/ 219345 w 849582"/>
                  <a:gd name="connsiteY11" fmla="*/ 125035 h 2025272"/>
                  <a:gd name="connsiteX0" fmla="*/ 219345 w 849582"/>
                  <a:gd name="connsiteY0" fmla="*/ 125035 h 2025272"/>
                  <a:gd name="connsiteX1" fmla="*/ 720995 w 849582"/>
                  <a:gd name="connsiteY1" fmla="*/ 236159 h 2025272"/>
                  <a:gd name="connsiteX2" fmla="*/ 819420 w 849582"/>
                  <a:gd name="connsiteY2" fmla="*/ 586997 h 2025272"/>
                  <a:gd name="connsiteX3" fmla="*/ 805132 w 849582"/>
                  <a:gd name="connsiteY3" fmla="*/ 787022 h 2025272"/>
                  <a:gd name="connsiteX4" fmla="*/ 849582 w 849582"/>
                  <a:gd name="connsiteY4" fmla="*/ 2025272 h 2025272"/>
                  <a:gd name="connsiteX5" fmla="*/ 468582 w 849582"/>
                  <a:gd name="connsiteY5" fmla="*/ 2025272 h 2025272"/>
                  <a:gd name="connsiteX6" fmla="*/ 381270 w 849582"/>
                  <a:gd name="connsiteY6" fmla="*/ 1577597 h 2025272"/>
                  <a:gd name="connsiteX7" fmla="*/ 309832 w 849582"/>
                  <a:gd name="connsiteY7" fmla="*/ 1415672 h 2025272"/>
                  <a:gd name="connsiteX8" fmla="*/ 200295 w 849582"/>
                  <a:gd name="connsiteY8" fmla="*/ 1229935 h 2025272"/>
                  <a:gd name="connsiteX9" fmla="*/ 52658 w 849582"/>
                  <a:gd name="connsiteY9" fmla="*/ 944185 h 2025272"/>
                  <a:gd name="connsiteX10" fmla="*/ 271 w 849582"/>
                  <a:gd name="connsiteY10" fmla="*/ 658435 h 2025272"/>
                  <a:gd name="connsiteX11" fmla="*/ 43133 w 849582"/>
                  <a:gd name="connsiteY11" fmla="*/ 382210 h 2025272"/>
                  <a:gd name="connsiteX12" fmla="*/ 219345 w 849582"/>
                  <a:gd name="connsiteY12" fmla="*/ 125035 h 2025272"/>
                  <a:gd name="connsiteX0" fmla="*/ 219345 w 849582"/>
                  <a:gd name="connsiteY0" fmla="*/ 125035 h 2025272"/>
                  <a:gd name="connsiteX1" fmla="*/ 720995 w 849582"/>
                  <a:gd name="connsiteY1" fmla="*/ 236159 h 2025272"/>
                  <a:gd name="connsiteX2" fmla="*/ 819420 w 849582"/>
                  <a:gd name="connsiteY2" fmla="*/ 586997 h 2025272"/>
                  <a:gd name="connsiteX3" fmla="*/ 805132 w 849582"/>
                  <a:gd name="connsiteY3" fmla="*/ 787022 h 2025272"/>
                  <a:gd name="connsiteX4" fmla="*/ 776557 w 849582"/>
                  <a:gd name="connsiteY4" fmla="*/ 1053722 h 2025272"/>
                  <a:gd name="connsiteX5" fmla="*/ 849582 w 849582"/>
                  <a:gd name="connsiteY5" fmla="*/ 2025272 h 2025272"/>
                  <a:gd name="connsiteX6" fmla="*/ 468582 w 849582"/>
                  <a:gd name="connsiteY6" fmla="*/ 2025272 h 2025272"/>
                  <a:gd name="connsiteX7" fmla="*/ 381270 w 849582"/>
                  <a:gd name="connsiteY7" fmla="*/ 1577597 h 2025272"/>
                  <a:gd name="connsiteX8" fmla="*/ 309832 w 849582"/>
                  <a:gd name="connsiteY8" fmla="*/ 1415672 h 2025272"/>
                  <a:gd name="connsiteX9" fmla="*/ 200295 w 849582"/>
                  <a:gd name="connsiteY9" fmla="*/ 1229935 h 2025272"/>
                  <a:gd name="connsiteX10" fmla="*/ 52658 w 849582"/>
                  <a:gd name="connsiteY10" fmla="*/ 944185 h 2025272"/>
                  <a:gd name="connsiteX11" fmla="*/ 271 w 849582"/>
                  <a:gd name="connsiteY11" fmla="*/ 658435 h 2025272"/>
                  <a:gd name="connsiteX12" fmla="*/ 43133 w 849582"/>
                  <a:gd name="connsiteY12" fmla="*/ 382210 h 2025272"/>
                  <a:gd name="connsiteX13" fmla="*/ 219345 w 849582"/>
                  <a:gd name="connsiteY13" fmla="*/ 125035 h 2025272"/>
                  <a:gd name="connsiteX0" fmla="*/ 219345 w 849582"/>
                  <a:gd name="connsiteY0" fmla="*/ 125035 h 2025272"/>
                  <a:gd name="connsiteX1" fmla="*/ 720995 w 849582"/>
                  <a:gd name="connsiteY1" fmla="*/ 236159 h 2025272"/>
                  <a:gd name="connsiteX2" fmla="*/ 819420 w 849582"/>
                  <a:gd name="connsiteY2" fmla="*/ 586997 h 2025272"/>
                  <a:gd name="connsiteX3" fmla="*/ 805132 w 849582"/>
                  <a:gd name="connsiteY3" fmla="*/ 787022 h 2025272"/>
                  <a:gd name="connsiteX4" fmla="*/ 776557 w 849582"/>
                  <a:gd name="connsiteY4" fmla="*/ 1053722 h 2025272"/>
                  <a:gd name="connsiteX5" fmla="*/ 809895 w 849582"/>
                  <a:gd name="connsiteY5" fmla="*/ 1348997 h 2025272"/>
                  <a:gd name="connsiteX6" fmla="*/ 849582 w 849582"/>
                  <a:gd name="connsiteY6" fmla="*/ 2025272 h 2025272"/>
                  <a:gd name="connsiteX7" fmla="*/ 468582 w 849582"/>
                  <a:gd name="connsiteY7" fmla="*/ 2025272 h 2025272"/>
                  <a:gd name="connsiteX8" fmla="*/ 381270 w 849582"/>
                  <a:gd name="connsiteY8" fmla="*/ 1577597 h 2025272"/>
                  <a:gd name="connsiteX9" fmla="*/ 309832 w 849582"/>
                  <a:gd name="connsiteY9" fmla="*/ 1415672 h 2025272"/>
                  <a:gd name="connsiteX10" fmla="*/ 200295 w 849582"/>
                  <a:gd name="connsiteY10" fmla="*/ 1229935 h 2025272"/>
                  <a:gd name="connsiteX11" fmla="*/ 52658 w 849582"/>
                  <a:gd name="connsiteY11" fmla="*/ 944185 h 2025272"/>
                  <a:gd name="connsiteX12" fmla="*/ 271 w 849582"/>
                  <a:gd name="connsiteY12" fmla="*/ 658435 h 2025272"/>
                  <a:gd name="connsiteX13" fmla="*/ 43133 w 849582"/>
                  <a:gd name="connsiteY13" fmla="*/ 382210 h 2025272"/>
                  <a:gd name="connsiteX14" fmla="*/ 219345 w 849582"/>
                  <a:gd name="connsiteY14" fmla="*/ 125035 h 2025272"/>
                  <a:gd name="connsiteX0" fmla="*/ 219345 w 819522"/>
                  <a:gd name="connsiteY0" fmla="*/ 125035 h 2025272"/>
                  <a:gd name="connsiteX1" fmla="*/ 720995 w 819522"/>
                  <a:gd name="connsiteY1" fmla="*/ 236159 h 2025272"/>
                  <a:gd name="connsiteX2" fmla="*/ 819420 w 819522"/>
                  <a:gd name="connsiteY2" fmla="*/ 586997 h 2025272"/>
                  <a:gd name="connsiteX3" fmla="*/ 805132 w 819522"/>
                  <a:gd name="connsiteY3" fmla="*/ 787022 h 2025272"/>
                  <a:gd name="connsiteX4" fmla="*/ 776557 w 819522"/>
                  <a:gd name="connsiteY4" fmla="*/ 1053722 h 2025272"/>
                  <a:gd name="connsiteX5" fmla="*/ 809895 w 819522"/>
                  <a:gd name="connsiteY5" fmla="*/ 1348997 h 2025272"/>
                  <a:gd name="connsiteX6" fmla="*/ 468582 w 819522"/>
                  <a:gd name="connsiteY6" fmla="*/ 2025272 h 2025272"/>
                  <a:gd name="connsiteX7" fmla="*/ 381270 w 819522"/>
                  <a:gd name="connsiteY7" fmla="*/ 1577597 h 2025272"/>
                  <a:gd name="connsiteX8" fmla="*/ 309832 w 819522"/>
                  <a:gd name="connsiteY8" fmla="*/ 1415672 h 2025272"/>
                  <a:gd name="connsiteX9" fmla="*/ 200295 w 819522"/>
                  <a:gd name="connsiteY9" fmla="*/ 1229935 h 2025272"/>
                  <a:gd name="connsiteX10" fmla="*/ 52658 w 819522"/>
                  <a:gd name="connsiteY10" fmla="*/ 944185 h 2025272"/>
                  <a:gd name="connsiteX11" fmla="*/ 271 w 819522"/>
                  <a:gd name="connsiteY11" fmla="*/ 658435 h 2025272"/>
                  <a:gd name="connsiteX12" fmla="*/ 43133 w 819522"/>
                  <a:gd name="connsiteY12" fmla="*/ 382210 h 2025272"/>
                  <a:gd name="connsiteX13" fmla="*/ 219345 w 819522"/>
                  <a:gd name="connsiteY13" fmla="*/ 125035 h 2025272"/>
                  <a:gd name="connsiteX0" fmla="*/ 219345 w 819522"/>
                  <a:gd name="connsiteY0" fmla="*/ 125035 h 1772859"/>
                  <a:gd name="connsiteX1" fmla="*/ 720995 w 819522"/>
                  <a:gd name="connsiteY1" fmla="*/ 236159 h 1772859"/>
                  <a:gd name="connsiteX2" fmla="*/ 819420 w 819522"/>
                  <a:gd name="connsiteY2" fmla="*/ 586997 h 1772859"/>
                  <a:gd name="connsiteX3" fmla="*/ 805132 w 819522"/>
                  <a:gd name="connsiteY3" fmla="*/ 787022 h 1772859"/>
                  <a:gd name="connsiteX4" fmla="*/ 776557 w 819522"/>
                  <a:gd name="connsiteY4" fmla="*/ 1053722 h 1772859"/>
                  <a:gd name="connsiteX5" fmla="*/ 809895 w 819522"/>
                  <a:gd name="connsiteY5" fmla="*/ 1348997 h 1772859"/>
                  <a:gd name="connsiteX6" fmla="*/ 673370 w 819522"/>
                  <a:gd name="connsiteY6" fmla="*/ 1772859 h 1772859"/>
                  <a:gd name="connsiteX7" fmla="*/ 381270 w 819522"/>
                  <a:gd name="connsiteY7" fmla="*/ 1577597 h 1772859"/>
                  <a:gd name="connsiteX8" fmla="*/ 309832 w 819522"/>
                  <a:gd name="connsiteY8" fmla="*/ 1415672 h 1772859"/>
                  <a:gd name="connsiteX9" fmla="*/ 200295 w 819522"/>
                  <a:gd name="connsiteY9" fmla="*/ 1229935 h 1772859"/>
                  <a:gd name="connsiteX10" fmla="*/ 52658 w 819522"/>
                  <a:gd name="connsiteY10" fmla="*/ 944185 h 1772859"/>
                  <a:gd name="connsiteX11" fmla="*/ 271 w 819522"/>
                  <a:gd name="connsiteY11" fmla="*/ 658435 h 1772859"/>
                  <a:gd name="connsiteX12" fmla="*/ 43133 w 819522"/>
                  <a:gd name="connsiteY12" fmla="*/ 382210 h 1772859"/>
                  <a:gd name="connsiteX13" fmla="*/ 219345 w 819522"/>
                  <a:gd name="connsiteY13" fmla="*/ 125035 h 1772859"/>
                  <a:gd name="connsiteX0" fmla="*/ 219345 w 819522"/>
                  <a:gd name="connsiteY0" fmla="*/ 125035 h 1772859"/>
                  <a:gd name="connsiteX1" fmla="*/ 720995 w 819522"/>
                  <a:gd name="connsiteY1" fmla="*/ 236159 h 1772859"/>
                  <a:gd name="connsiteX2" fmla="*/ 819420 w 819522"/>
                  <a:gd name="connsiteY2" fmla="*/ 586997 h 1772859"/>
                  <a:gd name="connsiteX3" fmla="*/ 805132 w 819522"/>
                  <a:gd name="connsiteY3" fmla="*/ 787022 h 1772859"/>
                  <a:gd name="connsiteX4" fmla="*/ 776557 w 819522"/>
                  <a:gd name="connsiteY4" fmla="*/ 1053722 h 1772859"/>
                  <a:gd name="connsiteX5" fmla="*/ 809895 w 819522"/>
                  <a:gd name="connsiteY5" fmla="*/ 1348997 h 1772859"/>
                  <a:gd name="connsiteX6" fmla="*/ 673370 w 819522"/>
                  <a:gd name="connsiteY6" fmla="*/ 1772859 h 1772859"/>
                  <a:gd name="connsiteX7" fmla="*/ 381270 w 819522"/>
                  <a:gd name="connsiteY7" fmla="*/ 1577597 h 1772859"/>
                  <a:gd name="connsiteX8" fmla="*/ 309832 w 819522"/>
                  <a:gd name="connsiteY8" fmla="*/ 1415672 h 1772859"/>
                  <a:gd name="connsiteX9" fmla="*/ 200295 w 819522"/>
                  <a:gd name="connsiteY9" fmla="*/ 1229935 h 1772859"/>
                  <a:gd name="connsiteX10" fmla="*/ 52658 w 819522"/>
                  <a:gd name="connsiteY10" fmla="*/ 944185 h 1772859"/>
                  <a:gd name="connsiteX11" fmla="*/ 271 w 819522"/>
                  <a:gd name="connsiteY11" fmla="*/ 658435 h 1772859"/>
                  <a:gd name="connsiteX12" fmla="*/ 43133 w 819522"/>
                  <a:gd name="connsiteY12" fmla="*/ 382210 h 1772859"/>
                  <a:gd name="connsiteX13" fmla="*/ 219345 w 819522"/>
                  <a:gd name="connsiteY13" fmla="*/ 125035 h 1772859"/>
                  <a:gd name="connsiteX0" fmla="*/ 219345 w 819522"/>
                  <a:gd name="connsiteY0" fmla="*/ 125035 h 1777273"/>
                  <a:gd name="connsiteX1" fmla="*/ 720995 w 819522"/>
                  <a:gd name="connsiteY1" fmla="*/ 236159 h 1777273"/>
                  <a:gd name="connsiteX2" fmla="*/ 819420 w 819522"/>
                  <a:gd name="connsiteY2" fmla="*/ 586997 h 1777273"/>
                  <a:gd name="connsiteX3" fmla="*/ 805132 w 819522"/>
                  <a:gd name="connsiteY3" fmla="*/ 787022 h 1777273"/>
                  <a:gd name="connsiteX4" fmla="*/ 776557 w 819522"/>
                  <a:gd name="connsiteY4" fmla="*/ 1053722 h 1777273"/>
                  <a:gd name="connsiteX5" fmla="*/ 809895 w 819522"/>
                  <a:gd name="connsiteY5" fmla="*/ 1348997 h 1777273"/>
                  <a:gd name="connsiteX6" fmla="*/ 673370 w 819522"/>
                  <a:gd name="connsiteY6" fmla="*/ 1772859 h 1777273"/>
                  <a:gd name="connsiteX7" fmla="*/ 381270 w 819522"/>
                  <a:gd name="connsiteY7" fmla="*/ 1577597 h 1777273"/>
                  <a:gd name="connsiteX8" fmla="*/ 309832 w 819522"/>
                  <a:gd name="connsiteY8" fmla="*/ 1415672 h 1777273"/>
                  <a:gd name="connsiteX9" fmla="*/ 200295 w 819522"/>
                  <a:gd name="connsiteY9" fmla="*/ 1229935 h 1777273"/>
                  <a:gd name="connsiteX10" fmla="*/ 52658 w 819522"/>
                  <a:gd name="connsiteY10" fmla="*/ 944185 h 1777273"/>
                  <a:gd name="connsiteX11" fmla="*/ 271 w 819522"/>
                  <a:gd name="connsiteY11" fmla="*/ 658435 h 1777273"/>
                  <a:gd name="connsiteX12" fmla="*/ 43133 w 819522"/>
                  <a:gd name="connsiteY12" fmla="*/ 382210 h 1777273"/>
                  <a:gd name="connsiteX13" fmla="*/ 219345 w 819522"/>
                  <a:gd name="connsiteY13" fmla="*/ 125035 h 1777273"/>
                  <a:gd name="connsiteX0" fmla="*/ 219345 w 835096"/>
                  <a:gd name="connsiteY0" fmla="*/ 125035 h 1777273"/>
                  <a:gd name="connsiteX1" fmla="*/ 720995 w 835096"/>
                  <a:gd name="connsiteY1" fmla="*/ 236159 h 1777273"/>
                  <a:gd name="connsiteX2" fmla="*/ 819420 w 835096"/>
                  <a:gd name="connsiteY2" fmla="*/ 586997 h 1777273"/>
                  <a:gd name="connsiteX3" fmla="*/ 805132 w 835096"/>
                  <a:gd name="connsiteY3" fmla="*/ 787022 h 1777273"/>
                  <a:gd name="connsiteX4" fmla="*/ 776557 w 835096"/>
                  <a:gd name="connsiteY4" fmla="*/ 1053722 h 1777273"/>
                  <a:gd name="connsiteX5" fmla="*/ 809895 w 835096"/>
                  <a:gd name="connsiteY5" fmla="*/ 1348997 h 1777273"/>
                  <a:gd name="connsiteX6" fmla="*/ 673370 w 835096"/>
                  <a:gd name="connsiteY6" fmla="*/ 1772859 h 1777273"/>
                  <a:gd name="connsiteX7" fmla="*/ 381270 w 835096"/>
                  <a:gd name="connsiteY7" fmla="*/ 1577597 h 1777273"/>
                  <a:gd name="connsiteX8" fmla="*/ 309832 w 835096"/>
                  <a:gd name="connsiteY8" fmla="*/ 1415672 h 1777273"/>
                  <a:gd name="connsiteX9" fmla="*/ 200295 w 835096"/>
                  <a:gd name="connsiteY9" fmla="*/ 1229935 h 1777273"/>
                  <a:gd name="connsiteX10" fmla="*/ 52658 w 835096"/>
                  <a:gd name="connsiteY10" fmla="*/ 944185 h 1777273"/>
                  <a:gd name="connsiteX11" fmla="*/ 271 w 835096"/>
                  <a:gd name="connsiteY11" fmla="*/ 658435 h 1777273"/>
                  <a:gd name="connsiteX12" fmla="*/ 43133 w 835096"/>
                  <a:gd name="connsiteY12" fmla="*/ 382210 h 1777273"/>
                  <a:gd name="connsiteX13" fmla="*/ 219345 w 835096"/>
                  <a:gd name="connsiteY13" fmla="*/ 125035 h 1777273"/>
                  <a:gd name="connsiteX0" fmla="*/ 219345 w 835096"/>
                  <a:gd name="connsiteY0" fmla="*/ 125035 h 1777273"/>
                  <a:gd name="connsiteX1" fmla="*/ 720995 w 835096"/>
                  <a:gd name="connsiteY1" fmla="*/ 236159 h 1777273"/>
                  <a:gd name="connsiteX2" fmla="*/ 819420 w 835096"/>
                  <a:gd name="connsiteY2" fmla="*/ 586997 h 1777273"/>
                  <a:gd name="connsiteX3" fmla="*/ 805132 w 835096"/>
                  <a:gd name="connsiteY3" fmla="*/ 787022 h 1777273"/>
                  <a:gd name="connsiteX4" fmla="*/ 776557 w 835096"/>
                  <a:gd name="connsiteY4" fmla="*/ 1053722 h 1777273"/>
                  <a:gd name="connsiteX5" fmla="*/ 809895 w 835096"/>
                  <a:gd name="connsiteY5" fmla="*/ 1348997 h 1777273"/>
                  <a:gd name="connsiteX6" fmla="*/ 673370 w 835096"/>
                  <a:gd name="connsiteY6" fmla="*/ 1772859 h 1777273"/>
                  <a:gd name="connsiteX7" fmla="*/ 381270 w 835096"/>
                  <a:gd name="connsiteY7" fmla="*/ 1577597 h 1777273"/>
                  <a:gd name="connsiteX8" fmla="*/ 309832 w 835096"/>
                  <a:gd name="connsiteY8" fmla="*/ 1415672 h 1777273"/>
                  <a:gd name="connsiteX9" fmla="*/ 200295 w 835096"/>
                  <a:gd name="connsiteY9" fmla="*/ 1229935 h 1777273"/>
                  <a:gd name="connsiteX10" fmla="*/ 52658 w 835096"/>
                  <a:gd name="connsiteY10" fmla="*/ 944185 h 1777273"/>
                  <a:gd name="connsiteX11" fmla="*/ 271 w 835096"/>
                  <a:gd name="connsiteY11" fmla="*/ 658435 h 1777273"/>
                  <a:gd name="connsiteX12" fmla="*/ 43133 w 835096"/>
                  <a:gd name="connsiteY12" fmla="*/ 382210 h 1777273"/>
                  <a:gd name="connsiteX13" fmla="*/ 219345 w 835096"/>
                  <a:gd name="connsiteY13" fmla="*/ 125035 h 1777273"/>
                  <a:gd name="connsiteX0" fmla="*/ 219345 w 844079"/>
                  <a:gd name="connsiteY0" fmla="*/ 125035 h 1777273"/>
                  <a:gd name="connsiteX1" fmla="*/ 720995 w 844079"/>
                  <a:gd name="connsiteY1" fmla="*/ 236159 h 1777273"/>
                  <a:gd name="connsiteX2" fmla="*/ 819420 w 844079"/>
                  <a:gd name="connsiteY2" fmla="*/ 586997 h 1777273"/>
                  <a:gd name="connsiteX3" fmla="*/ 805132 w 844079"/>
                  <a:gd name="connsiteY3" fmla="*/ 787022 h 1777273"/>
                  <a:gd name="connsiteX4" fmla="*/ 776557 w 844079"/>
                  <a:gd name="connsiteY4" fmla="*/ 1053722 h 1777273"/>
                  <a:gd name="connsiteX5" fmla="*/ 809895 w 844079"/>
                  <a:gd name="connsiteY5" fmla="*/ 1348997 h 1777273"/>
                  <a:gd name="connsiteX6" fmla="*/ 673370 w 844079"/>
                  <a:gd name="connsiteY6" fmla="*/ 1772859 h 1777273"/>
                  <a:gd name="connsiteX7" fmla="*/ 381270 w 844079"/>
                  <a:gd name="connsiteY7" fmla="*/ 1577597 h 1777273"/>
                  <a:gd name="connsiteX8" fmla="*/ 309832 w 844079"/>
                  <a:gd name="connsiteY8" fmla="*/ 1415672 h 1777273"/>
                  <a:gd name="connsiteX9" fmla="*/ 200295 w 844079"/>
                  <a:gd name="connsiteY9" fmla="*/ 1229935 h 1777273"/>
                  <a:gd name="connsiteX10" fmla="*/ 52658 w 844079"/>
                  <a:gd name="connsiteY10" fmla="*/ 944185 h 1777273"/>
                  <a:gd name="connsiteX11" fmla="*/ 271 w 844079"/>
                  <a:gd name="connsiteY11" fmla="*/ 658435 h 1777273"/>
                  <a:gd name="connsiteX12" fmla="*/ 43133 w 844079"/>
                  <a:gd name="connsiteY12" fmla="*/ 382210 h 1777273"/>
                  <a:gd name="connsiteX13" fmla="*/ 219345 w 844079"/>
                  <a:gd name="connsiteY13" fmla="*/ 125035 h 1777273"/>
                  <a:gd name="connsiteX0" fmla="*/ 219345 w 856265"/>
                  <a:gd name="connsiteY0" fmla="*/ 125035 h 1777273"/>
                  <a:gd name="connsiteX1" fmla="*/ 720995 w 856265"/>
                  <a:gd name="connsiteY1" fmla="*/ 236159 h 1777273"/>
                  <a:gd name="connsiteX2" fmla="*/ 819420 w 856265"/>
                  <a:gd name="connsiteY2" fmla="*/ 586997 h 1777273"/>
                  <a:gd name="connsiteX3" fmla="*/ 805132 w 856265"/>
                  <a:gd name="connsiteY3" fmla="*/ 787022 h 1777273"/>
                  <a:gd name="connsiteX4" fmla="*/ 776557 w 856265"/>
                  <a:gd name="connsiteY4" fmla="*/ 1053722 h 1777273"/>
                  <a:gd name="connsiteX5" fmla="*/ 809895 w 856265"/>
                  <a:gd name="connsiteY5" fmla="*/ 1348997 h 1777273"/>
                  <a:gd name="connsiteX6" fmla="*/ 673370 w 856265"/>
                  <a:gd name="connsiteY6" fmla="*/ 1772859 h 1777273"/>
                  <a:gd name="connsiteX7" fmla="*/ 381270 w 856265"/>
                  <a:gd name="connsiteY7" fmla="*/ 1577597 h 1777273"/>
                  <a:gd name="connsiteX8" fmla="*/ 309832 w 856265"/>
                  <a:gd name="connsiteY8" fmla="*/ 1415672 h 1777273"/>
                  <a:gd name="connsiteX9" fmla="*/ 200295 w 856265"/>
                  <a:gd name="connsiteY9" fmla="*/ 1229935 h 1777273"/>
                  <a:gd name="connsiteX10" fmla="*/ 52658 w 856265"/>
                  <a:gd name="connsiteY10" fmla="*/ 944185 h 1777273"/>
                  <a:gd name="connsiteX11" fmla="*/ 271 w 856265"/>
                  <a:gd name="connsiteY11" fmla="*/ 658435 h 1777273"/>
                  <a:gd name="connsiteX12" fmla="*/ 43133 w 856265"/>
                  <a:gd name="connsiteY12" fmla="*/ 382210 h 1777273"/>
                  <a:gd name="connsiteX13" fmla="*/ 219345 w 856265"/>
                  <a:gd name="connsiteY13" fmla="*/ 125035 h 1777273"/>
                  <a:gd name="connsiteX0" fmla="*/ 219345 w 856265"/>
                  <a:gd name="connsiteY0" fmla="*/ 125035 h 1777273"/>
                  <a:gd name="connsiteX1" fmla="*/ 720995 w 856265"/>
                  <a:gd name="connsiteY1" fmla="*/ 236159 h 1777273"/>
                  <a:gd name="connsiteX2" fmla="*/ 819420 w 856265"/>
                  <a:gd name="connsiteY2" fmla="*/ 586997 h 1777273"/>
                  <a:gd name="connsiteX3" fmla="*/ 805132 w 856265"/>
                  <a:gd name="connsiteY3" fmla="*/ 787022 h 1777273"/>
                  <a:gd name="connsiteX4" fmla="*/ 776557 w 856265"/>
                  <a:gd name="connsiteY4" fmla="*/ 1053722 h 1777273"/>
                  <a:gd name="connsiteX5" fmla="*/ 809895 w 856265"/>
                  <a:gd name="connsiteY5" fmla="*/ 1348997 h 1777273"/>
                  <a:gd name="connsiteX6" fmla="*/ 673370 w 856265"/>
                  <a:gd name="connsiteY6" fmla="*/ 1772859 h 1777273"/>
                  <a:gd name="connsiteX7" fmla="*/ 381270 w 856265"/>
                  <a:gd name="connsiteY7" fmla="*/ 1577597 h 1777273"/>
                  <a:gd name="connsiteX8" fmla="*/ 309832 w 856265"/>
                  <a:gd name="connsiteY8" fmla="*/ 1415672 h 1777273"/>
                  <a:gd name="connsiteX9" fmla="*/ 200295 w 856265"/>
                  <a:gd name="connsiteY9" fmla="*/ 1229935 h 1777273"/>
                  <a:gd name="connsiteX10" fmla="*/ 52658 w 856265"/>
                  <a:gd name="connsiteY10" fmla="*/ 944185 h 1777273"/>
                  <a:gd name="connsiteX11" fmla="*/ 271 w 856265"/>
                  <a:gd name="connsiteY11" fmla="*/ 658435 h 1777273"/>
                  <a:gd name="connsiteX12" fmla="*/ 43133 w 856265"/>
                  <a:gd name="connsiteY12" fmla="*/ 382210 h 1777273"/>
                  <a:gd name="connsiteX13" fmla="*/ 219345 w 856265"/>
                  <a:gd name="connsiteY13" fmla="*/ 125035 h 1777273"/>
                  <a:gd name="connsiteX0" fmla="*/ 238395 w 856265"/>
                  <a:gd name="connsiteY0" fmla="*/ 134237 h 1762662"/>
                  <a:gd name="connsiteX1" fmla="*/ 720995 w 856265"/>
                  <a:gd name="connsiteY1" fmla="*/ 221548 h 1762662"/>
                  <a:gd name="connsiteX2" fmla="*/ 819420 w 856265"/>
                  <a:gd name="connsiteY2" fmla="*/ 572386 h 1762662"/>
                  <a:gd name="connsiteX3" fmla="*/ 805132 w 856265"/>
                  <a:gd name="connsiteY3" fmla="*/ 772411 h 1762662"/>
                  <a:gd name="connsiteX4" fmla="*/ 776557 w 856265"/>
                  <a:gd name="connsiteY4" fmla="*/ 1039111 h 1762662"/>
                  <a:gd name="connsiteX5" fmla="*/ 809895 w 856265"/>
                  <a:gd name="connsiteY5" fmla="*/ 1334386 h 1762662"/>
                  <a:gd name="connsiteX6" fmla="*/ 673370 w 856265"/>
                  <a:gd name="connsiteY6" fmla="*/ 1758248 h 1762662"/>
                  <a:gd name="connsiteX7" fmla="*/ 381270 w 856265"/>
                  <a:gd name="connsiteY7" fmla="*/ 1562986 h 1762662"/>
                  <a:gd name="connsiteX8" fmla="*/ 309832 w 856265"/>
                  <a:gd name="connsiteY8" fmla="*/ 1401061 h 1762662"/>
                  <a:gd name="connsiteX9" fmla="*/ 200295 w 856265"/>
                  <a:gd name="connsiteY9" fmla="*/ 1215324 h 1762662"/>
                  <a:gd name="connsiteX10" fmla="*/ 52658 w 856265"/>
                  <a:gd name="connsiteY10" fmla="*/ 929574 h 1762662"/>
                  <a:gd name="connsiteX11" fmla="*/ 271 w 856265"/>
                  <a:gd name="connsiteY11" fmla="*/ 643824 h 1762662"/>
                  <a:gd name="connsiteX12" fmla="*/ 43133 w 856265"/>
                  <a:gd name="connsiteY12" fmla="*/ 367599 h 1762662"/>
                  <a:gd name="connsiteX13" fmla="*/ 238395 w 856265"/>
                  <a:gd name="connsiteY13" fmla="*/ 134237 h 1762662"/>
                  <a:gd name="connsiteX0" fmla="*/ 238395 w 856265"/>
                  <a:gd name="connsiteY0" fmla="*/ 184774 h 1813199"/>
                  <a:gd name="connsiteX1" fmla="*/ 720995 w 856265"/>
                  <a:gd name="connsiteY1" fmla="*/ 272085 h 1813199"/>
                  <a:gd name="connsiteX2" fmla="*/ 819420 w 856265"/>
                  <a:gd name="connsiteY2" fmla="*/ 622923 h 1813199"/>
                  <a:gd name="connsiteX3" fmla="*/ 805132 w 856265"/>
                  <a:gd name="connsiteY3" fmla="*/ 822948 h 1813199"/>
                  <a:gd name="connsiteX4" fmla="*/ 776557 w 856265"/>
                  <a:gd name="connsiteY4" fmla="*/ 1089648 h 1813199"/>
                  <a:gd name="connsiteX5" fmla="*/ 809895 w 856265"/>
                  <a:gd name="connsiteY5" fmla="*/ 1384923 h 1813199"/>
                  <a:gd name="connsiteX6" fmla="*/ 673370 w 856265"/>
                  <a:gd name="connsiteY6" fmla="*/ 1808785 h 1813199"/>
                  <a:gd name="connsiteX7" fmla="*/ 381270 w 856265"/>
                  <a:gd name="connsiteY7" fmla="*/ 1613523 h 1813199"/>
                  <a:gd name="connsiteX8" fmla="*/ 309832 w 856265"/>
                  <a:gd name="connsiteY8" fmla="*/ 1451598 h 1813199"/>
                  <a:gd name="connsiteX9" fmla="*/ 200295 w 856265"/>
                  <a:gd name="connsiteY9" fmla="*/ 1265861 h 1813199"/>
                  <a:gd name="connsiteX10" fmla="*/ 52658 w 856265"/>
                  <a:gd name="connsiteY10" fmla="*/ 980111 h 1813199"/>
                  <a:gd name="connsiteX11" fmla="*/ 271 w 856265"/>
                  <a:gd name="connsiteY11" fmla="*/ 694361 h 1813199"/>
                  <a:gd name="connsiteX12" fmla="*/ 43133 w 856265"/>
                  <a:gd name="connsiteY12" fmla="*/ 418136 h 1813199"/>
                  <a:gd name="connsiteX13" fmla="*/ 238395 w 856265"/>
                  <a:gd name="connsiteY13" fmla="*/ 184774 h 1813199"/>
                  <a:gd name="connsiteX0" fmla="*/ 276282 w 894152"/>
                  <a:gd name="connsiteY0" fmla="*/ 184774 h 1813199"/>
                  <a:gd name="connsiteX1" fmla="*/ 758882 w 894152"/>
                  <a:gd name="connsiteY1" fmla="*/ 272085 h 1813199"/>
                  <a:gd name="connsiteX2" fmla="*/ 857307 w 894152"/>
                  <a:gd name="connsiteY2" fmla="*/ 622923 h 1813199"/>
                  <a:gd name="connsiteX3" fmla="*/ 843019 w 894152"/>
                  <a:gd name="connsiteY3" fmla="*/ 822948 h 1813199"/>
                  <a:gd name="connsiteX4" fmla="*/ 814444 w 894152"/>
                  <a:gd name="connsiteY4" fmla="*/ 1089648 h 1813199"/>
                  <a:gd name="connsiteX5" fmla="*/ 847782 w 894152"/>
                  <a:gd name="connsiteY5" fmla="*/ 1384923 h 1813199"/>
                  <a:gd name="connsiteX6" fmla="*/ 711257 w 894152"/>
                  <a:gd name="connsiteY6" fmla="*/ 1808785 h 1813199"/>
                  <a:gd name="connsiteX7" fmla="*/ 419157 w 894152"/>
                  <a:gd name="connsiteY7" fmla="*/ 1613523 h 1813199"/>
                  <a:gd name="connsiteX8" fmla="*/ 347719 w 894152"/>
                  <a:gd name="connsiteY8" fmla="*/ 1451598 h 1813199"/>
                  <a:gd name="connsiteX9" fmla="*/ 238182 w 894152"/>
                  <a:gd name="connsiteY9" fmla="*/ 1265861 h 1813199"/>
                  <a:gd name="connsiteX10" fmla="*/ 90545 w 894152"/>
                  <a:gd name="connsiteY10" fmla="*/ 980111 h 1813199"/>
                  <a:gd name="connsiteX11" fmla="*/ 38158 w 894152"/>
                  <a:gd name="connsiteY11" fmla="*/ 694361 h 1813199"/>
                  <a:gd name="connsiteX12" fmla="*/ 81020 w 894152"/>
                  <a:gd name="connsiteY12" fmla="*/ 418136 h 1813199"/>
                  <a:gd name="connsiteX13" fmla="*/ 276282 w 894152"/>
                  <a:gd name="connsiteY13" fmla="*/ 184774 h 1813199"/>
                  <a:gd name="connsiteX0" fmla="*/ 276282 w 894152"/>
                  <a:gd name="connsiteY0" fmla="*/ 184774 h 1813199"/>
                  <a:gd name="connsiteX1" fmla="*/ 758882 w 894152"/>
                  <a:gd name="connsiteY1" fmla="*/ 272085 h 1813199"/>
                  <a:gd name="connsiteX2" fmla="*/ 857307 w 894152"/>
                  <a:gd name="connsiteY2" fmla="*/ 622923 h 1813199"/>
                  <a:gd name="connsiteX3" fmla="*/ 843019 w 894152"/>
                  <a:gd name="connsiteY3" fmla="*/ 822948 h 1813199"/>
                  <a:gd name="connsiteX4" fmla="*/ 814444 w 894152"/>
                  <a:gd name="connsiteY4" fmla="*/ 1089648 h 1813199"/>
                  <a:gd name="connsiteX5" fmla="*/ 847782 w 894152"/>
                  <a:gd name="connsiteY5" fmla="*/ 1384923 h 1813199"/>
                  <a:gd name="connsiteX6" fmla="*/ 711257 w 894152"/>
                  <a:gd name="connsiteY6" fmla="*/ 1808785 h 1813199"/>
                  <a:gd name="connsiteX7" fmla="*/ 419157 w 894152"/>
                  <a:gd name="connsiteY7" fmla="*/ 1613523 h 1813199"/>
                  <a:gd name="connsiteX8" fmla="*/ 347719 w 894152"/>
                  <a:gd name="connsiteY8" fmla="*/ 1451598 h 1813199"/>
                  <a:gd name="connsiteX9" fmla="*/ 238182 w 894152"/>
                  <a:gd name="connsiteY9" fmla="*/ 1265861 h 1813199"/>
                  <a:gd name="connsiteX10" fmla="*/ 90545 w 894152"/>
                  <a:gd name="connsiteY10" fmla="*/ 980111 h 1813199"/>
                  <a:gd name="connsiteX11" fmla="*/ 38158 w 894152"/>
                  <a:gd name="connsiteY11" fmla="*/ 694361 h 1813199"/>
                  <a:gd name="connsiteX12" fmla="*/ 81020 w 894152"/>
                  <a:gd name="connsiteY12" fmla="*/ 418136 h 1813199"/>
                  <a:gd name="connsiteX13" fmla="*/ 276282 w 894152"/>
                  <a:gd name="connsiteY13" fmla="*/ 184774 h 1813199"/>
                  <a:gd name="connsiteX0" fmla="*/ 276282 w 894152"/>
                  <a:gd name="connsiteY0" fmla="*/ 184774 h 1813199"/>
                  <a:gd name="connsiteX1" fmla="*/ 758882 w 894152"/>
                  <a:gd name="connsiteY1" fmla="*/ 272085 h 1813199"/>
                  <a:gd name="connsiteX2" fmla="*/ 857307 w 894152"/>
                  <a:gd name="connsiteY2" fmla="*/ 622923 h 1813199"/>
                  <a:gd name="connsiteX3" fmla="*/ 843019 w 894152"/>
                  <a:gd name="connsiteY3" fmla="*/ 822948 h 1813199"/>
                  <a:gd name="connsiteX4" fmla="*/ 814444 w 894152"/>
                  <a:gd name="connsiteY4" fmla="*/ 1089648 h 1813199"/>
                  <a:gd name="connsiteX5" fmla="*/ 847782 w 894152"/>
                  <a:gd name="connsiteY5" fmla="*/ 1384923 h 1813199"/>
                  <a:gd name="connsiteX6" fmla="*/ 711257 w 894152"/>
                  <a:gd name="connsiteY6" fmla="*/ 1808785 h 1813199"/>
                  <a:gd name="connsiteX7" fmla="*/ 419157 w 894152"/>
                  <a:gd name="connsiteY7" fmla="*/ 1613523 h 1813199"/>
                  <a:gd name="connsiteX8" fmla="*/ 347719 w 894152"/>
                  <a:gd name="connsiteY8" fmla="*/ 1451598 h 1813199"/>
                  <a:gd name="connsiteX9" fmla="*/ 238182 w 894152"/>
                  <a:gd name="connsiteY9" fmla="*/ 1265861 h 1813199"/>
                  <a:gd name="connsiteX10" fmla="*/ 90545 w 894152"/>
                  <a:gd name="connsiteY10" fmla="*/ 980111 h 1813199"/>
                  <a:gd name="connsiteX11" fmla="*/ 38158 w 894152"/>
                  <a:gd name="connsiteY11" fmla="*/ 694361 h 1813199"/>
                  <a:gd name="connsiteX12" fmla="*/ 81020 w 894152"/>
                  <a:gd name="connsiteY12" fmla="*/ 418136 h 1813199"/>
                  <a:gd name="connsiteX13" fmla="*/ 276282 w 894152"/>
                  <a:gd name="connsiteY13" fmla="*/ 184774 h 1813199"/>
                  <a:gd name="connsiteX0" fmla="*/ 276282 w 894152"/>
                  <a:gd name="connsiteY0" fmla="*/ 184774 h 1813199"/>
                  <a:gd name="connsiteX1" fmla="*/ 758882 w 894152"/>
                  <a:gd name="connsiteY1" fmla="*/ 272085 h 1813199"/>
                  <a:gd name="connsiteX2" fmla="*/ 857307 w 894152"/>
                  <a:gd name="connsiteY2" fmla="*/ 622923 h 1813199"/>
                  <a:gd name="connsiteX3" fmla="*/ 843019 w 894152"/>
                  <a:gd name="connsiteY3" fmla="*/ 822948 h 1813199"/>
                  <a:gd name="connsiteX4" fmla="*/ 814444 w 894152"/>
                  <a:gd name="connsiteY4" fmla="*/ 1089648 h 1813199"/>
                  <a:gd name="connsiteX5" fmla="*/ 847782 w 894152"/>
                  <a:gd name="connsiteY5" fmla="*/ 1384923 h 1813199"/>
                  <a:gd name="connsiteX6" fmla="*/ 711257 w 894152"/>
                  <a:gd name="connsiteY6" fmla="*/ 1808785 h 1813199"/>
                  <a:gd name="connsiteX7" fmla="*/ 419157 w 894152"/>
                  <a:gd name="connsiteY7" fmla="*/ 1613523 h 1813199"/>
                  <a:gd name="connsiteX8" fmla="*/ 347719 w 894152"/>
                  <a:gd name="connsiteY8" fmla="*/ 1451598 h 1813199"/>
                  <a:gd name="connsiteX9" fmla="*/ 238182 w 894152"/>
                  <a:gd name="connsiteY9" fmla="*/ 1265861 h 1813199"/>
                  <a:gd name="connsiteX10" fmla="*/ 90545 w 894152"/>
                  <a:gd name="connsiteY10" fmla="*/ 980111 h 1813199"/>
                  <a:gd name="connsiteX11" fmla="*/ 38158 w 894152"/>
                  <a:gd name="connsiteY11" fmla="*/ 694361 h 1813199"/>
                  <a:gd name="connsiteX12" fmla="*/ 81020 w 894152"/>
                  <a:gd name="connsiteY12" fmla="*/ 418136 h 1813199"/>
                  <a:gd name="connsiteX13" fmla="*/ 276282 w 894152"/>
                  <a:gd name="connsiteY13" fmla="*/ 184774 h 1813199"/>
                  <a:gd name="connsiteX0" fmla="*/ 276282 w 894152"/>
                  <a:gd name="connsiteY0" fmla="*/ 165146 h 1793571"/>
                  <a:gd name="connsiteX1" fmla="*/ 758882 w 894152"/>
                  <a:gd name="connsiteY1" fmla="*/ 252457 h 1793571"/>
                  <a:gd name="connsiteX2" fmla="*/ 857307 w 894152"/>
                  <a:gd name="connsiteY2" fmla="*/ 603295 h 1793571"/>
                  <a:gd name="connsiteX3" fmla="*/ 843019 w 894152"/>
                  <a:gd name="connsiteY3" fmla="*/ 803320 h 1793571"/>
                  <a:gd name="connsiteX4" fmla="*/ 814444 w 894152"/>
                  <a:gd name="connsiteY4" fmla="*/ 1070020 h 1793571"/>
                  <a:gd name="connsiteX5" fmla="*/ 847782 w 894152"/>
                  <a:gd name="connsiteY5" fmla="*/ 1365295 h 1793571"/>
                  <a:gd name="connsiteX6" fmla="*/ 711257 w 894152"/>
                  <a:gd name="connsiteY6" fmla="*/ 1789157 h 1793571"/>
                  <a:gd name="connsiteX7" fmla="*/ 419157 w 894152"/>
                  <a:gd name="connsiteY7" fmla="*/ 1593895 h 1793571"/>
                  <a:gd name="connsiteX8" fmla="*/ 347719 w 894152"/>
                  <a:gd name="connsiteY8" fmla="*/ 1431970 h 1793571"/>
                  <a:gd name="connsiteX9" fmla="*/ 238182 w 894152"/>
                  <a:gd name="connsiteY9" fmla="*/ 1246233 h 1793571"/>
                  <a:gd name="connsiteX10" fmla="*/ 90545 w 894152"/>
                  <a:gd name="connsiteY10" fmla="*/ 960483 h 1793571"/>
                  <a:gd name="connsiteX11" fmla="*/ 38158 w 894152"/>
                  <a:gd name="connsiteY11" fmla="*/ 674733 h 1793571"/>
                  <a:gd name="connsiteX12" fmla="*/ 81020 w 894152"/>
                  <a:gd name="connsiteY12" fmla="*/ 398508 h 1793571"/>
                  <a:gd name="connsiteX13" fmla="*/ 276282 w 894152"/>
                  <a:gd name="connsiteY13" fmla="*/ 165146 h 1793571"/>
                  <a:gd name="connsiteX0" fmla="*/ 309161 w 927031"/>
                  <a:gd name="connsiteY0" fmla="*/ 165146 h 1793571"/>
                  <a:gd name="connsiteX1" fmla="*/ 791761 w 927031"/>
                  <a:gd name="connsiteY1" fmla="*/ 252457 h 1793571"/>
                  <a:gd name="connsiteX2" fmla="*/ 890186 w 927031"/>
                  <a:gd name="connsiteY2" fmla="*/ 603295 h 1793571"/>
                  <a:gd name="connsiteX3" fmla="*/ 875898 w 927031"/>
                  <a:gd name="connsiteY3" fmla="*/ 803320 h 1793571"/>
                  <a:gd name="connsiteX4" fmla="*/ 847323 w 927031"/>
                  <a:gd name="connsiteY4" fmla="*/ 1070020 h 1793571"/>
                  <a:gd name="connsiteX5" fmla="*/ 880661 w 927031"/>
                  <a:gd name="connsiteY5" fmla="*/ 1365295 h 1793571"/>
                  <a:gd name="connsiteX6" fmla="*/ 744136 w 927031"/>
                  <a:gd name="connsiteY6" fmla="*/ 1789157 h 1793571"/>
                  <a:gd name="connsiteX7" fmla="*/ 452036 w 927031"/>
                  <a:gd name="connsiteY7" fmla="*/ 1593895 h 1793571"/>
                  <a:gd name="connsiteX8" fmla="*/ 380598 w 927031"/>
                  <a:gd name="connsiteY8" fmla="*/ 1431970 h 1793571"/>
                  <a:gd name="connsiteX9" fmla="*/ 271061 w 927031"/>
                  <a:gd name="connsiteY9" fmla="*/ 1246233 h 1793571"/>
                  <a:gd name="connsiteX10" fmla="*/ 123424 w 927031"/>
                  <a:gd name="connsiteY10" fmla="*/ 960483 h 1793571"/>
                  <a:gd name="connsiteX11" fmla="*/ 71037 w 927031"/>
                  <a:gd name="connsiteY11" fmla="*/ 674733 h 1793571"/>
                  <a:gd name="connsiteX12" fmla="*/ 19336 w 927031"/>
                  <a:gd name="connsiteY12" fmla="*/ 388491 h 1793571"/>
                  <a:gd name="connsiteX13" fmla="*/ 309161 w 927031"/>
                  <a:gd name="connsiteY13" fmla="*/ 165146 h 1793571"/>
                  <a:gd name="connsiteX0" fmla="*/ 148346 w 945033"/>
                  <a:gd name="connsiteY0" fmla="*/ 141483 h 1857858"/>
                  <a:gd name="connsiteX1" fmla="*/ 809763 w 945033"/>
                  <a:gd name="connsiteY1" fmla="*/ 316744 h 1857858"/>
                  <a:gd name="connsiteX2" fmla="*/ 908188 w 945033"/>
                  <a:gd name="connsiteY2" fmla="*/ 667582 h 1857858"/>
                  <a:gd name="connsiteX3" fmla="*/ 893900 w 945033"/>
                  <a:gd name="connsiteY3" fmla="*/ 867607 h 1857858"/>
                  <a:gd name="connsiteX4" fmla="*/ 865325 w 945033"/>
                  <a:gd name="connsiteY4" fmla="*/ 1134307 h 1857858"/>
                  <a:gd name="connsiteX5" fmla="*/ 898663 w 945033"/>
                  <a:gd name="connsiteY5" fmla="*/ 1429582 h 1857858"/>
                  <a:gd name="connsiteX6" fmla="*/ 762138 w 945033"/>
                  <a:gd name="connsiteY6" fmla="*/ 1853444 h 1857858"/>
                  <a:gd name="connsiteX7" fmla="*/ 470038 w 945033"/>
                  <a:gd name="connsiteY7" fmla="*/ 1658182 h 1857858"/>
                  <a:gd name="connsiteX8" fmla="*/ 398600 w 945033"/>
                  <a:gd name="connsiteY8" fmla="*/ 1496257 h 1857858"/>
                  <a:gd name="connsiteX9" fmla="*/ 289063 w 945033"/>
                  <a:gd name="connsiteY9" fmla="*/ 1310520 h 1857858"/>
                  <a:gd name="connsiteX10" fmla="*/ 141426 w 945033"/>
                  <a:gd name="connsiteY10" fmla="*/ 1024770 h 1857858"/>
                  <a:gd name="connsiteX11" fmla="*/ 89039 w 945033"/>
                  <a:gd name="connsiteY11" fmla="*/ 739020 h 1857858"/>
                  <a:gd name="connsiteX12" fmla="*/ 37338 w 945033"/>
                  <a:gd name="connsiteY12" fmla="*/ 452778 h 1857858"/>
                  <a:gd name="connsiteX13" fmla="*/ 148346 w 945033"/>
                  <a:gd name="connsiteY13" fmla="*/ 141483 h 1857858"/>
                  <a:gd name="connsiteX0" fmla="*/ 148346 w 932847"/>
                  <a:gd name="connsiteY0" fmla="*/ 212237 h 1928612"/>
                  <a:gd name="connsiteX1" fmla="*/ 581913 w 932847"/>
                  <a:gd name="connsiteY1" fmla="*/ 174851 h 1928612"/>
                  <a:gd name="connsiteX2" fmla="*/ 908188 w 932847"/>
                  <a:gd name="connsiteY2" fmla="*/ 738336 h 1928612"/>
                  <a:gd name="connsiteX3" fmla="*/ 893900 w 932847"/>
                  <a:gd name="connsiteY3" fmla="*/ 938361 h 1928612"/>
                  <a:gd name="connsiteX4" fmla="*/ 865325 w 932847"/>
                  <a:gd name="connsiteY4" fmla="*/ 1205061 h 1928612"/>
                  <a:gd name="connsiteX5" fmla="*/ 898663 w 932847"/>
                  <a:gd name="connsiteY5" fmla="*/ 1500336 h 1928612"/>
                  <a:gd name="connsiteX6" fmla="*/ 762138 w 932847"/>
                  <a:gd name="connsiteY6" fmla="*/ 1924198 h 1928612"/>
                  <a:gd name="connsiteX7" fmla="*/ 470038 w 932847"/>
                  <a:gd name="connsiteY7" fmla="*/ 1728936 h 1928612"/>
                  <a:gd name="connsiteX8" fmla="*/ 398600 w 932847"/>
                  <a:gd name="connsiteY8" fmla="*/ 1567011 h 1928612"/>
                  <a:gd name="connsiteX9" fmla="*/ 289063 w 932847"/>
                  <a:gd name="connsiteY9" fmla="*/ 1381274 h 1928612"/>
                  <a:gd name="connsiteX10" fmla="*/ 141426 w 932847"/>
                  <a:gd name="connsiteY10" fmla="*/ 1095524 h 1928612"/>
                  <a:gd name="connsiteX11" fmla="*/ 89039 w 932847"/>
                  <a:gd name="connsiteY11" fmla="*/ 809774 h 1928612"/>
                  <a:gd name="connsiteX12" fmla="*/ 37338 w 932847"/>
                  <a:gd name="connsiteY12" fmla="*/ 523532 h 1928612"/>
                  <a:gd name="connsiteX13" fmla="*/ 148346 w 932847"/>
                  <a:gd name="connsiteY13" fmla="*/ 212237 h 1928612"/>
                  <a:gd name="connsiteX0" fmla="*/ 148346 w 932847"/>
                  <a:gd name="connsiteY0" fmla="*/ 212237 h 1928612"/>
                  <a:gd name="connsiteX1" fmla="*/ 581913 w 932847"/>
                  <a:gd name="connsiteY1" fmla="*/ 174851 h 1928612"/>
                  <a:gd name="connsiteX2" fmla="*/ 812843 w 932847"/>
                  <a:gd name="connsiteY2" fmla="*/ 449929 h 1928612"/>
                  <a:gd name="connsiteX3" fmla="*/ 908188 w 932847"/>
                  <a:gd name="connsiteY3" fmla="*/ 738336 h 1928612"/>
                  <a:gd name="connsiteX4" fmla="*/ 893900 w 932847"/>
                  <a:gd name="connsiteY4" fmla="*/ 938361 h 1928612"/>
                  <a:gd name="connsiteX5" fmla="*/ 865325 w 932847"/>
                  <a:gd name="connsiteY5" fmla="*/ 1205061 h 1928612"/>
                  <a:gd name="connsiteX6" fmla="*/ 898663 w 932847"/>
                  <a:gd name="connsiteY6" fmla="*/ 1500336 h 1928612"/>
                  <a:gd name="connsiteX7" fmla="*/ 762138 w 932847"/>
                  <a:gd name="connsiteY7" fmla="*/ 1924198 h 1928612"/>
                  <a:gd name="connsiteX8" fmla="*/ 470038 w 932847"/>
                  <a:gd name="connsiteY8" fmla="*/ 1728936 h 1928612"/>
                  <a:gd name="connsiteX9" fmla="*/ 398600 w 932847"/>
                  <a:gd name="connsiteY9" fmla="*/ 1567011 h 1928612"/>
                  <a:gd name="connsiteX10" fmla="*/ 289063 w 932847"/>
                  <a:gd name="connsiteY10" fmla="*/ 1381274 h 1928612"/>
                  <a:gd name="connsiteX11" fmla="*/ 141426 w 932847"/>
                  <a:gd name="connsiteY11" fmla="*/ 1095524 h 1928612"/>
                  <a:gd name="connsiteX12" fmla="*/ 89039 w 932847"/>
                  <a:gd name="connsiteY12" fmla="*/ 809774 h 1928612"/>
                  <a:gd name="connsiteX13" fmla="*/ 37338 w 932847"/>
                  <a:gd name="connsiteY13" fmla="*/ 523532 h 1928612"/>
                  <a:gd name="connsiteX14" fmla="*/ 148346 w 932847"/>
                  <a:gd name="connsiteY14" fmla="*/ 212237 h 1928612"/>
                  <a:gd name="connsiteX0" fmla="*/ 148346 w 932847"/>
                  <a:gd name="connsiteY0" fmla="*/ 212237 h 1928612"/>
                  <a:gd name="connsiteX1" fmla="*/ 581913 w 932847"/>
                  <a:gd name="connsiteY1" fmla="*/ 174851 h 1928612"/>
                  <a:gd name="connsiteX2" fmla="*/ 812843 w 932847"/>
                  <a:gd name="connsiteY2" fmla="*/ 449929 h 1928612"/>
                  <a:gd name="connsiteX3" fmla="*/ 908188 w 932847"/>
                  <a:gd name="connsiteY3" fmla="*/ 738336 h 1928612"/>
                  <a:gd name="connsiteX4" fmla="*/ 893900 w 932847"/>
                  <a:gd name="connsiteY4" fmla="*/ 938361 h 1928612"/>
                  <a:gd name="connsiteX5" fmla="*/ 865325 w 932847"/>
                  <a:gd name="connsiteY5" fmla="*/ 1205061 h 1928612"/>
                  <a:gd name="connsiteX6" fmla="*/ 898663 w 932847"/>
                  <a:gd name="connsiteY6" fmla="*/ 1500336 h 1928612"/>
                  <a:gd name="connsiteX7" fmla="*/ 762138 w 932847"/>
                  <a:gd name="connsiteY7" fmla="*/ 1924198 h 1928612"/>
                  <a:gd name="connsiteX8" fmla="*/ 470038 w 932847"/>
                  <a:gd name="connsiteY8" fmla="*/ 1728936 h 1928612"/>
                  <a:gd name="connsiteX9" fmla="*/ 398600 w 932847"/>
                  <a:gd name="connsiteY9" fmla="*/ 1567011 h 1928612"/>
                  <a:gd name="connsiteX10" fmla="*/ 289063 w 932847"/>
                  <a:gd name="connsiteY10" fmla="*/ 1381274 h 1928612"/>
                  <a:gd name="connsiteX11" fmla="*/ 141426 w 932847"/>
                  <a:gd name="connsiteY11" fmla="*/ 1095524 h 1928612"/>
                  <a:gd name="connsiteX12" fmla="*/ 89039 w 932847"/>
                  <a:gd name="connsiteY12" fmla="*/ 809774 h 1928612"/>
                  <a:gd name="connsiteX13" fmla="*/ 37338 w 932847"/>
                  <a:gd name="connsiteY13" fmla="*/ 523532 h 1928612"/>
                  <a:gd name="connsiteX14" fmla="*/ 148346 w 932847"/>
                  <a:gd name="connsiteY14" fmla="*/ 212237 h 1928612"/>
                  <a:gd name="connsiteX0" fmla="*/ 148346 w 932847"/>
                  <a:gd name="connsiteY0" fmla="*/ 190693 h 1907068"/>
                  <a:gd name="connsiteX1" fmla="*/ 581913 w 932847"/>
                  <a:gd name="connsiteY1" fmla="*/ 153307 h 1907068"/>
                  <a:gd name="connsiteX2" fmla="*/ 812843 w 932847"/>
                  <a:gd name="connsiteY2" fmla="*/ 428385 h 1907068"/>
                  <a:gd name="connsiteX3" fmla="*/ 908188 w 932847"/>
                  <a:gd name="connsiteY3" fmla="*/ 716792 h 1907068"/>
                  <a:gd name="connsiteX4" fmla="*/ 893900 w 932847"/>
                  <a:gd name="connsiteY4" fmla="*/ 916817 h 1907068"/>
                  <a:gd name="connsiteX5" fmla="*/ 865325 w 932847"/>
                  <a:gd name="connsiteY5" fmla="*/ 1183517 h 1907068"/>
                  <a:gd name="connsiteX6" fmla="*/ 898663 w 932847"/>
                  <a:gd name="connsiteY6" fmla="*/ 1478792 h 1907068"/>
                  <a:gd name="connsiteX7" fmla="*/ 762138 w 932847"/>
                  <a:gd name="connsiteY7" fmla="*/ 1902654 h 1907068"/>
                  <a:gd name="connsiteX8" fmla="*/ 470038 w 932847"/>
                  <a:gd name="connsiteY8" fmla="*/ 1707392 h 1907068"/>
                  <a:gd name="connsiteX9" fmla="*/ 398600 w 932847"/>
                  <a:gd name="connsiteY9" fmla="*/ 1545467 h 1907068"/>
                  <a:gd name="connsiteX10" fmla="*/ 289063 w 932847"/>
                  <a:gd name="connsiteY10" fmla="*/ 1359730 h 1907068"/>
                  <a:gd name="connsiteX11" fmla="*/ 141426 w 932847"/>
                  <a:gd name="connsiteY11" fmla="*/ 1073980 h 1907068"/>
                  <a:gd name="connsiteX12" fmla="*/ 89039 w 932847"/>
                  <a:gd name="connsiteY12" fmla="*/ 788230 h 1907068"/>
                  <a:gd name="connsiteX13" fmla="*/ 37338 w 932847"/>
                  <a:gd name="connsiteY13" fmla="*/ 501988 h 1907068"/>
                  <a:gd name="connsiteX14" fmla="*/ 148346 w 932847"/>
                  <a:gd name="connsiteY14" fmla="*/ 190693 h 1907068"/>
                  <a:gd name="connsiteX0" fmla="*/ 148346 w 932847"/>
                  <a:gd name="connsiteY0" fmla="*/ 190693 h 1907068"/>
                  <a:gd name="connsiteX1" fmla="*/ 581913 w 932847"/>
                  <a:gd name="connsiteY1" fmla="*/ 153307 h 1907068"/>
                  <a:gd name="connsiteX2" fmla="*/ 812843 w 932847"/>
                  <a:gd name="connsiteY2" fmla="*/ 428385 h 1907068"/>
                  <a:gd name="connsiteX3" fmla="*/ 908188 w 932847"/>
                  <a:gd name="connsiteY3" fmla="*/ 716792 h 1907068"/>
                  <a:gd name="connsiteX4" fmla="*/ 893900 w 932847"/>
                  <a:gd name="connsiteY4" fmla="*/ 916817 h 1907068"/>
                  <a:gd name="connsiteX5" fmla="*/ 865325 w 932847"/>
                  <a:gd name="connsiteY5" fmla="*/ 1183517 h 1907068"/>
                  <a:gd name="connsiteX6" fmla="*/ 898663 w 932847"/>
                  <a:gd name="connsiteY6" fmla="*/ 1478792 h 1907068"/>
                  <a:gd name="connsiteX7" fmla="*/ 762138 w 932847"/>
                  <a:gd name="connsiteY7" fmla="*/ 1902654 h 1907068"/>
                  <a:gd name="connsiteX8" fmla="*/ 470038 w 932847"/>
                  <a:gd name="connsiteY8" fmla="*/ 1707392 h 1907068"/>
                  <a:gd name="connsiteX9" fmla="*/ 398600 w 932847"/>
                  <a:gd name="connsiteY9" fmla="*/ 1545467 h 1907068"/>
                  <a:gd name="connsiteX10" fmla="*/ 289063 w 932847"/>
                  <a:gd name="connsiteY10" fmla="*/ 1359730 h 1907068"/>
                  <a:gd name="connsiteX11" fmla="*/ 107309 w 932847"/>
                  <a:gd name="connsiteY11" fmla="*/ 980317 h 1907068"/>
                  <a:gd name="connsiteX12" fmla="*/ 89039 w 932847"/>
                  <a:gd name="connsiteY12" fmla="*/ 788230 h 1907068"/>
                  <a:gd name="connsiteX13" fmla="*/ 37338 w 932847"/>
                  <a:gd name="connsiteY13" fmla="*/ 501988 h 1907068"/>
                  <a:gd name="connsiteX14" fmla="*/ 148346 w 932847"/>
                  <a:gd name="connsiteY14" fmla="*/ 190693 h 1907068"/>
                  <a:gd name="connsiteX0" fmla="*/ 148346 w 932847"/>
                  <a:gd name="connsiteY0" fmla="*/ 190693 h 1907068"/>
                  <a:gd name="connsiteX1" fmla="*/ 581913 w 932847"/>
                  <a:gd name="connsiteY1" fmla="*/ 153307 h 1907068"/>
                  <a:gd name="connsiteX2" fmla="*/ 812843 w 932847"/>
                  <a:gd name="connsiteY2" fmla="*/ 428385 h 1907068"/>
                  <a:gd name="connsiteX3" fmla="*/ 908188 w 932847"/>
                  <a:gd name="connsiteY3" fmla="*/ 716792 h 1907068"/>
                  <a:gd name="connsiteX4" fmla="*/ 893900 w 932847"/>
                  <a:gd name="connsiteY4" fmla="*/ 916817 h 1907068"/>
                  <a:gd name="connsiteX5" fmla="*/ 865325 w 932847"/>
                  <a:gd name="connsiteY5" fmla="*/ 1183517 h 1907068"/>
                  <a:gd name="connsiteX6" fmla="*/ 898663 w 932847"/>
                  <a:gd name="connsiteY6" fmla="*/ 1478792 h 1907068"/>
                  <a:gd name="connsiteX7" fmla="*/ 762138 w 932847"/>
                  <a:gd name="connsiteY7" fmla="*/ 1902654 h 1907068"/>
                  <a:gd name="connsiteX8" fmla="*/ 470038 w 932847"/>
                  <a:gd name="connsiteY8" fmla="*/ 1707392 h 1907068"/>
                  <a:gd name="connsiteX9" fmla="*/ 398600 w 932847"/>
                  <a:gd name="connsiteY9" fmla="*/ 1545467 h 1907068"/>
                  <a:gd name="connsiteX10" fmla="*/ 289063 w 932847"/>
                  <a:gd name="connsiteY10" fmla="*/ 1359730 h 1907068"/>
                  <a:gd name="connsiteX11" fmla="*/ 107309 w 932847"/>
                  <a:gd name="connsiteY11" fmla="*/ 980317 h 1907068"/>
                  <a:gd name="connsiteX12" fmla="*/ 37338 w 932847"/>
                  <a:gd name="connsiteY12" fmla="*/ 501988 h 1907068"/>
                  <a:gd name="connsiteX13" fmla="*/ 148346 w 932847"/>
                  <a:gd name="connsiteY13" fmla="*/ 190693 h 1907068"/>
                  <a:gd name="connsiteX0" fmla="*/ 164947 w 949448"/>
                  <a:gd name="connsiteY0" fmla="*/ 190693 h 1907068"/>
                  <a:gd name="connsiteX1" fmla="*/ 598514 w 949448"/>
                  <a:gd name="connsiteY1" fmla="*/ 153307 h 1907068"/>
                  <a:gd name="connsiteX2" fmla="*/ 829444 w 949448"/>
                  <a:gd name="connsiteY2" fmla="*/ 428385 h 1907068"/>
                  <a:gd name="connsiteX3" fmla="*/ 924789 w 949448"/>
                  <a:gd name="connsiteY3" fmla="*/ 716792 h 1907068"/>
                  <a:gd name="connsiteX4" fmla="*/ 910501 w 949448"/>
                  <a:gd name="connsiteY4" fmla="*/ 916817 h 1907068"/>
                  <a:gd name="connsiteX5" fmla="*/ 881926 w 949448"/>
                  <a:gd name="connsiteY5" fmla="*/ 1183517 h 1907068"/>
                  <a:gd name="connsiteX6" fmla="*/ 915264 w 949448"/>
                  <a:gd name="connsiteY6" fmla="*/ 1478792 h 1907068"/>
                  <a:gd name="connsiteX7" fmla="*/ 778739 w 949448"/>
                  <a:gd name="connsiteY7" fmla="*/ 1902654 h 1907068"/>
                  <a:gd name="connsiteX8" fmla="*/ 486639 w 949448"/>
                  <a:gd name="connsiteY8" fmla="*/ 1707392 h 1907068"/>
                  <a:gd name="connsiteX9" fmla="*/ 415201 w 949448"/>
                  <a:gd name="connsiteY9" fmla="*/ 1545467 h 1907068"/>
                  <a:gd name="connsiteX10" fmla="*/ 305664 w 949448"/>
                  <a:gd name="connsiteY10" fmla="*/ 1359730 h 1907068"/>
                  <a:gd name="connsiteX11" fmla="*/ 123910 w 949448"/>
                  <a:gd name="connsiteY11" fmla="*/ 980317 h 1907068"/>
                  <a:gd name="connsiteX12" fmla="*/ 53939 w 949448"/>
                  <a:gd name="connsiteY12" fmla="*/ 501988 h 1907068"/>
                  <a:gd name="connsiteX13" fmla="*/ 164947 w 949448"/>
                  <a:gd name="connsiteY13" fmla="*/ 190693 h 1907068"/>
                  <a:gd name="connsiteX0" fmla="*/ 164947 w 940465"/>
                  <a:gd name="connsiteY0" fmla="*/ 190693 h 1907068"/>
                  <a:gd name="connsiteX1" fmla="*/ 598514 w 940465"/>
                  <a:gd name="connsiteY1" fmla="*/ 153307 h 1907068"/>
                  <a:gd name="connsiteX2" fmla="*/ 829444 w 940465"/>
                  <a:gd name="connsiteY2" fmla="*/ 428385 h 1907068"/>
                  <a:gd name="connsiteX3" fmla="*/ 865607 w 940465"/>
                  <a:gd name="connsiteY3" fmla="*/ 693693 h 1907068"/>
                  <a:gd name="connsiteX4" fmla="*/ 910501 w 940465"/>
                  <a:gd name="connsiteY4" fmla="*/ 916817 h 1907068"/>
                  <a:gd name="connsiteX5" fmla="*/ 881926 w 940465"/>
                  <a:gd name="connsiteY5" fmla="*/ 1183517 h 1907068"/>
                  <a:gd name="connsiteX6" fmla="*/ 915264 w 940465"/>
                  <a:gd name="connsiteY6" fmla="*/ 1478792 h 1907068"/>
                  <a:gd name="connsiteX7" fmla="*/ 778739 w 940465"/>
                  <a:gd name="connsiteY7" fmla="*/ 1902654 h 1907068"/>
                  <a:gd name="connsiteX8" fmla="*/ 486639 w 940465"/>
                  <a:gd name="connsiteY8" fmla="*/ 1707392 h 1907068"/>
                  <a:gd name="connsiteX9" fmla="*/ 415201 w 940465"/>
                  <a:gd name="connsiteY9" fmla="*/ 1545467 h 1907068"/>
                  <a:gd name="connsiteX10" fmla="*/ 305664 w 940465"/>
                  <a:gd name="connsiteY10" fmla="*/ 1359730 h 1907068"/>
                  <a:gd name="connsiteX11" fmla="*/ 123910 w 940465"/>
                  <a:gd name="connsiteY11" fmla="*/ 980317 h 1907068"/>
                  <a:gd name="connsiteX12" fmla="*/ 53939 w 940465"/>
                  <a:gd name="connsiteY12" fmla="*/ 501988 h 1907068"/>
                  <a:gd name="connsiteX13" fmla="*/ 164947 w 940465"/>
                  <a:gd name="connsiteY13" fmla="*/ 190693 h 1907068"/>
                  <a:gd name="connsiteX0" fmla="*/ 164947 w 940465"/>
                  <a:gd name="connsiteY0" fmla="*/ 190693 h 1907068"/>
                  <a:gd name="connsiteX1" fmla="*/ 598514 w 940465"/>
                  <a:gd name="connsiteY1" fmla="*/ 153307 h 1907068"/>
                  <a:gd name="connsiteX2" fmla="*/ 829444 w 940465"/>
                  <a:gd name="connsiteY2" fmla="*/ 428385 h 1907068"/>
                  <a:gd name="connsiteX3" fmla="*/ 865607 w 940465"/>
                  <a:gd name="connsiteY3" fmla="*/ 693693 h 1907068"/>
                  <a:gd name="connsiteX4" fmla="*/ 881926 w 940465"/>
                  <a:gd name="connsiteY4" fmla="*/ 1183517 h 1907068"/>
                  <a:gd name="connsiteX5" fmla="*/ 915264 w 940465"/>
                  <a:gd name="connsiteY5" fmla="*/ 1478792 h 1907068"/>
                  <a:gd name="connsiteX6" fmla="*/ 778739 w 940465"/>
                  <a:gd name="connsiteY6" fmla="*/ 1902654 h 1907068"/>
                  <a:gd name="connsiteX7" fmla="*/ 486639 w 940465"/>
                  <a:gd name="connsiteY7" fmla="*/ 1707392 h 1907068"/>
                  <a:gd name="connsiteX8" fmla="*/ 415201 w 940465"/>
                  <a:gd name="connsiteY8" fmla="*/ 1545467 h 1907068"/>
                  <a:gd name="connsiteX9" fmla="*/ 305664 w 940465"/>
                  <a:gd name="connsiteY9" fmla="*/ 1359730 h 1907068"/>
                  <a:gd name="connsiteX10" fmla="*/ 123910 w 940465"/>
                  <a:gd name="connsiteY10" fmla="*/ 980317 h 1907068"/>
                  <a:gd name="connsiteX11" fmla="*/ 53939 w 940465"/>
                  <a:gd name="connsiteY11" fmla="*/ 501988 h 1907068"/>
                  <a:gd name="connsiteX12" fmla="*/ 164947 w 940465"/>
                  <a:gd name="connsiteY12" fmla="*/ 190693 h 1907068"/>
                  <a:gd name="connsiteX0" fmla="*/ 164947 w 955152"/>
                  <a:gd name="connsiteY0" fmla="*/ 190693 h 1907068"/>
                  <a:gd name="connsiteX1" fmla="*/ 598514 w 955152"/>
                  <a:gd name="connsiteY1" fmla="*/ 153307 h 1907068"/>
                  <a:gd name="connsiteX2" fmla="*/ 829444 w 955152"/>
                  <a:gd name="connsiteY2" fmla="*/ 428385 h 1907068"/>
                  <a:gd name="connsiteX3" fmla="*/ 865607 w 955152"/>
                  <a:gd name="connsiteY3" fmla="*/ 693693 h 1907068"/>
                  <a:gd name="connsiteX4" fmla="*/ 936970 w 955152"/>
                  <a:gd name="connsiteY4" fmla="*/ 957916 h 1907068"/>
                  <a:gd name="connsiteX5" fmla="*/ 915264 w 955152"/>
                  <a:gd name="connsiteY5" fmla="*/ 1478792 h 1907068"/>
                  <a:gd name="connsiteX6" fmla="*/ 778739 w 955152"/>
                  <a:gd name="connsiteY6" fmla="*/ 1902654 h 1907068"/>
                  <a:gd name="connsiteX7" fmla="*/ 486639 w 955152"/>
                  <a:gd name="connsiteY7" fmla="*/ 1707392 h 1907068"/>
                  <a:gd name="connsiteX8" fmla="*/ 415201 w 955152"/>
                  <a:gd name="connsiteY8" fmla="*/ 1545467 h 1907068"/>
                  <a:gd name="connsiteX9" fmla="*/ 305664 w 955152"/>
                  <a:gd name="connsiteY9" fmla="*/ 1359730 h 1907068"/>
                  <a:gd name="connsiteX10" fmla="*/ 123910 w 955152"/>
                  <a:gd name="connsiteY10" fmla="*/ 980317 h 1907068"/>
                  <a:gd name="connsiteX11" fmla="*/ 53939 w 955152"/>
                  <a:gd name="connsiteY11" fmla="*/ 501988 h 1907068"/>
                  <a:gd name="connsiteX12" fmla="*/ 164947 w 955152"/>
                  <a:gd name="connsiteY12" fmla="*/ 190693 h 1907068"/>
                  <a:gd name="connsiteX0" fmla="*/ 164947 w 955152"/>
                  <a:gd name="connsiteY0" fmla="*/ 190693 h 1907068"/>
                  <a:gd name="connsiteX1" fmla="*/ 598514 w 955152"/>
                  <a:gd name="connsiteY1" fmla="*/ 153307 h 1907068"/>
                  <a:gd name="connsiteX2" fmla="*/ 829444 w 955152"/>
                  <a:gd name="connsiteY2" fmla="*/ 428385 h 1907068"/>
                  <a:gd name="connsiteX3" fmla="*/ 865607 w 955152"/>
                  <a:gd name="connsiteY3" fmla="*/ 693693 h 1907068"/>
                  <a:gd name="connsiteX4" fmla="*/ 936970 w 955152"/>
                  <a:gd name="connsiteY4" fmla="*/ 957916 h 1907068"/>
                  <a:gd name="connsiteX5" fmla="*/ 915264 w 955152"/>
                  <a:gd name="connsiteY5" fmla="*/ 1478792 h 1907068"/>
                  <a:gd name="connsiteX6" fmla="*/ 778739 w 955152"/>
                  <a:gd name="connsiteY6" fmla="*/ 1902654 h 1907068"/>
                  <a:gd name="connsiteX7" fmla="*/ 486639 w 955152"/>
                  <a:gd name="connsiteY7" fmla="*/ 1707392 h 1907068"/>
                  <a:gd name="connsiteX8" fmla="*/ 415201 w 955152"/>
                  <a:gd name="connsiteY8" fmla="*/ 1545467 h 1907068"/>
                  <a:gd name="connsiteX9" fmla="*/ 305664 w 955152"/>
                  <a:gd name="connsiteY9" fmla="*/ 1359730 h 1907068"/>
                  <a:gd name="connsiteX10" fmla="*/ 123910 w 955152"/>
                  <a:gd name="connsiteY10" fmla="*/ 980317 h 1907068"/>
                  <a:gd name="connsiteX11" fmla="*/ 53939 w 955152"/>
                  <a:gd name="connsiteY11" fmla="*/ 501988 h 1907068"/>
                  <a:gd name="connsiteX12" fmla="*/ 164947 w 955152"/>
                  <a:gd name="connsiteY12" fmla="*/ 190693 h 1907068"/>
                  <a:gd name="connsiteX0" fmla="*/ 164947 w 955152"/>
                  <a:gd name="connsiteY0" fmla="*/ 190693 h 1907068"/>
                  <a:gd name="connsiteX1" fmla="*/ 598514 w 955152"/>
                  <a:gd name="connsiteY1" fmla="*/ 153307 h 1907068"/>
                  <a:gd name="connsiteX2" fmla="*/ 829444 w 955152"/>
                  <a:gd name="connsiteY2" fmla="*/ 428385 h 1907068"/>
                  <a:gd name="connsiteX3" fmla="*/ 865607 w 955152"/>
                  <a:gd name="connsiteY3" fmla="*/ 693693 h 1907068"/>
                  <a:gd name="connsiteX4" fmla="*/ 936970 w 955152"/>
                  <a:gd name="connsiteY4" fmla="*/ 957916 h 1907068"/>
                  <a:gd name="connsiteX5" fmla="*/ 915264 w 955152"/>
                  <a:gd name="connsiteY5" fmla="*/ 1478792 h 1907068"/>
                  <a:gd name="connsiteX6" fmla="*/ 778739 w 955152"/>
                  <a:gd name="connsiteY6" fmla="*/ 1902654 h 1907068"/>
                  <a:gd name="connsiteX7" fmla="*/ 486639 w 955152"/>
                  <a:gd name="connsiteY7" fmla="*/ 1707392 h 1907068"/>
                  <a:gd name="connsiteX8" fmla="*/ 415201 w 955152"/>
                  <a:gd name="connsiteY8" fmla="*/ 1545467 h 1907068"/>
                  <a:gd name="connsiteX9" fmla="*/ 305664 w 955152"/>
                  <a:gd name="connsiteY9" fmla="*/ 1359730 h 1907068"/>
                  <a:gd name="connsiteX10" fmla="*/ 123910 w 955152"/>
                  <a:gd name="connsiteY10" fmla="*/ 980317 h 1907068"/>
                  <a:gd name="connsiteX11" fmla="*/ 53939 w 955152"/>
                  <a:gd name="connsiteY11" fmla="*/ 501988 h 1907068"/>
                  <a:gd name="connsiteX12" fmla="*/ 164947 w 955152"/>
                  <a:gd name="connsiteY12" fmla="*/ 190693 h 1907068"/>
                  <a:gd name="connsiteX0" fmla="*/ 164947 w 986806"/>
                  <a:gd name="connsiteY0" fmla="*/ 190693 h 1907068"/>
                  <a:gd name="connsiteX1" fmla="*/ 598514 w 986806"/>
                  <a:gd name="connsiteY1" fmla="*/ 153307 h 1907068"/>
                  <a:gd name="connsiteX2" fmla="*/ 829444 w 986806"/>
                  <a:gd name="connsiteY2" fmla="*/ 428385 h 1907068"/>
                  <a:gd name="connsiteX3" fmla="*/ 865607 w 986806"/>
                  <a:gd name="connsiteY3" fmla="*/ 693693 h 1907068"/>
                  <a:gd name="connsiteX4" fmla="*/ 936970 w 986806"/>
                  <a:gd name="connsiteY4" fmla="*/ 957916 h 1907068"/>
                  <a:gd name="connsiteX5" fmla="*/ 986565 w 986806"/>
                  <a:gd name="connsiteY5" fmla="*/ 1294174 h 1907068"/>
                  <a:gd name="connsiteX6" fmla="*/ 915264 w 986806"/>
                  <a:gd name="connsiteY6" fmla="*/ 1478792 h 1907068"/>
                  <a:gd name="connsiteX7" fmla="*/ 778739 w 986806"/>
                  <a:gd name="connsiteY7" fmla="*/ 1902654 h 1907068"/>
                  <a:gd name="connsiteX8" fmla="*/ 486639 w 986806"/>
                  <a:gd name="connsiteY8" fmla="*/ 1707392 h 1907068"/>
                  <a:gd name="connsiteX9" fmla="*/ 415201 w 986806"/>
                  <a:gd name="connsiteY9" fmla="*/ 1545467 h 1907068"/>
                  <a:gd name="connsiteX10" fmla="*/ 305664 w 986806"/>
                  <a:gd name="connsiteY10" fmla="*/ 1359730 h 1907068"/>
                  <a:gd name="connsiteX11" fmla="*/ 123910 w 986806"/>
                  <a:gd name="connsiteY11" fmla="*/ 980317 h 1907068"/>
                  <a:gd name="connsiteX12" fmla="*/ 53939 w 986806"/>
                  <a:gd name="connsiteY12" fmla="*/ 501988 h 1907068"/>
                  <a:gd name="connsiteX13" fmla="*/ 164947 w 986806"/>
                  <a:gd name="connsiteY13" fmla="*/ 190693 h 1907068"/>
                  <a:gd name="connsiteX0" fmla="*/ 164947 w 1026643"/>
                  <a:gd name="connsiteY0" fmla="*/ 190693 h 1907068"/>
                  <a:gd name="connsiteX1" fmla="*/ 598514 w 1026643"/>
                  <a:gd name="connsiteY1" fmla="*/ 153307 h 1907068"/>
                  <a:gd name="connsiteX2" fmla="*/ 829444 w 1026643"/>
                  <a:gd name="connsiteY2" fmla="*/ 428385 h 1907068"/>
                  <a:gd name="connsiteX3" fmla="*/ 865607 w 1026643"/>
                  <a:gd name="connsiteY3" fmla="*/ 693693 h 1907068"/>
                  <a:gd name="connsiteX4" fmla="*/ 936970 w 1026643"/>
                  <a:gd name="connsiteY4" fmla="*/ 957916 h 1907068"/>
                  <a:gd name="connsiteX5" fmla="*/ 986565 w 1026643"/>
                  <a:gd name="connsiteY5" fmla="*/ 1294174 h 1907068"/>
                  <a:gd name="connsiteX6" fmla="*/ 915264 w 1026643"/>
                  <a:gd name="connsiteY6" fmla="*/ 1478792 h 1907068"/>
                  <a:gd name="connsiteX7" fmla="*/ 778739 w 1026643"/>
                  <a:gd name="connsiteY7" fmla="*/ 1902654 h 1907068"/>
                  <a:gd name="connsiteX8" fmla="*/ 486639 w 1026643"/>
                  <a:gd name="connsiteY8" fmla="*/ 1707392 h 1907068"/>
                  <a:gd name="connsiteX9" fmla="*/ 415201 w 1026643"/>
                  <a:gd name="connsiteY9" fmla="*/ 1545467 h 1907068"/>
                  <a:gd name="connsiteX10" fmla="*/ 305664 w 1026643"/>
                  <a:gd name="connsiteY10" fmla="*/ 1359730 h 1907068"/>
                  <a:gd name="connsiteX11" fmla="*/ 123910 w 1026643"/>
                  <a:gd name="connsiteY11" fmla="*/ 980317 h 1907068"/>
                  <a:gd name="connsiteX12" fmla="*/ 53939 w 1026643"/>
                  <a:gd name="connsiteY12" fmla="*/ 501988 h 1907068"/>
                  <a:gd name="connsiteX13" fmla="*/ 164947 w 1026643"/>
                  <a:gd name="connsiteY13" fmla="*/ 190693 h 1907068"/>
                  <a:gd name="connsiteX0" fmla="*/ 164947 w 1026643"/>
                  <a:gd name="connsiteY0" fmla="*/ 190693 h 1907068"/>
                  <a:gd name="connsiteX1" fmla="*/ 598514 w 1026643"/>
                  <a:gd name="connsiteY1" fmla="*/ 153307 h 1907068"/>
                  <a:gd name="connsiteX2" fmla="*/ 829444 w 1026643"/>
                  <a:gd name="connsiteY2" fmla="*/ 428385 h 1907068"/>
                  <a:gd name="connsiteX3" fmla="*/ 865607 w 1026643"/>
                  <a:gd name="connsiteY3" fmla="*/ 693693 h 1907068"/>
                  <a:gd name="connsiteX4" fmla="*/ 936970 w 1026643"/>
                  <a:gd name="connsiteY4" fmla="*/ 957916 h 1907068"/>
                  <a:gd name="connsiteX5" fmla="*/ 986565 w 1026643"/>
                  <a:gd name="connsiteY5" fmla="*/ 1294174 h 1907068"/>
                  <a:gd name="connsiteX6" fmla="*/ 966196 w 1026643"/>
                  <a:gd name="connsiteY6" fmla="*/ 1506067 h 1907068"/>
                  <a:gd name="connsiteX7" fmla="*/ 778739 w 1026643"/>
                  <a:gd name="connsiteY7" fmla="*/ 1902654 h 1907068"/>
                  <a:gd name="connsiteX8" fmla="*/ 486639 w 1026643"/>
                  <a:gd name="connsiteY8" fmla="*/ 1707392 h 1907068"/>
                  <a:gd name="connsiteX9" fmla="*/ 415201 w 1026643"/>
                  <a:gd name="connsiteY9" fmla="*/ 1545467 h 1907068"/>
                  <a:gd name="connsiteX10" fmla="*/ 305664 w 1026643"/>
                  <a:gd name="connsiteY10" fmla="*/ 1359730 h 1907068"/>
                  <a:gd name="connsiteX11" fmla="*/ 123910 w 1026643"/>
                  <a:gd name="connsiteY11" fmla="*/ 980317 h 1907068"/>
                  <a:gd name="connsiteX12" fmla="*/ 53939 w 1026643"/>
                  <a:gd name="connsiteY12" fmla="*/ 501988 h 1907068"/>
                  <a:gd name="connsiteX13" fmla="*/ 164947 w 1026643"/>
                  <a:gd name="connsiteY13" fmla="*/ 190693 h 1907068"/>
                  <a:gd name="connsiteX0" fmla="*/ 351484 w 1026643"/>
                  <a:gd name="connsiteY0" fmla="*/ 149061 h 1992508"/>
                  <a:gd name="connsiteX1" fmla="*/ 598514 w 1026643"/>
                  <a:gd name="connsiteY1" fmla="*/ 238747 h 1992508"/>
                  <a:gd name="connsiteX2" fmla="*/ 829444 w 1026643"/>
                  <a:gd name="connsiteY2" fmla="*/ 513825 h 1992508"/>
                  <a:gd name="connsiteX3" fmla="*/ 865607 w 1026643"/>
                  <a:gd name="connsiteY3" fmla="*/ 779133 h 1992508"/>
                  <a:gd name="connsiteX4" fmla="*/ 936970 w 1026643"/>
                  <a:gd name="connsiteY4" fmla="*/ 1043356 h 1992508"/>
                  <a:gd name="connsiteX5" fmla="*/ 986565 w 1026643"/>
                  <a:gd name="connsiteY5" fmla="*/ 1379614 h 1992508"/>
                  <a:gd name="connsiteX6" fmla="*/ 966196 w 1026643"/>
                  <a:gd name="connsiteY6" fmla="*/ 1591507 h 1992508"/>
                  <a:gd name="connsiteX7" fmla="*/ 778739 w 1026643"/>
                  <a:gd name="connsiteY7" fmla="*/ 1988094 h 1992508"/>
                  <a:gd name="connsiteX8" fmla="*/ 486639 w 1026643"/>
                  <a:gd name="connsiteY8" fmla="*/ 1792832 h 1992508"/>
                  <a:gd name="connsiteX9" fmla="*/ 415201 w 1026643"/>
                  <a:gd name="connsiteY9" fmla="*/ 1630907 h 1992508"/>
                  <a:gd name="connsiteX10" fmla="*/ 305664 w 1026643"/>
                  <a:gd name="connsiteY10" fmla="*/ 1445170 h 1992508"/>
                  <a:gd name="connsiteX11" fmla="*/ 123910 w 1026643"/>
                  <a:gd name="connsiteY11" fmla="*/ 1065757 h 1992508"/>
                  <a:gd name="connsiteX12" fmla="*/ 53939 w 1026643"/>
                  <a:gd name="connsiteY12" fmla="*/ 587428 h 1992508"/>
                  <a:gd name="connsiteX13" fmla="*/ 351484 w 1026643"/>
                  <a:gd name="connsiteY13" fmla="*/ 149061 h 1992508"/>
                  <a:gd name="connsiteX0" fmla="*/ 341092 w 1016251"/>
                  <a:gd name="connsiteY0" fmla="*/ 149061 h 1992508"/>
                  <a:gd name="connsiteX1" fmla="*/ 588122 w 1016251"/>
                  <a:gd name="connsiteY1" fmla="*/ 238747 h 1992508"/>
                  <a:gd name="connsiteX2" fmla="*/ 819052 w 1016251"/>
                  <a:gd name="connsiteY2" fmla="*/ 513825 h 1992508"/>
                  <a:gd name="connsiteX3" fmla="*/ 855215 w 1016251"/>
                  <a:gd name="connsiteY3" fmla="*/ 779133 h 1992508"/>
                  <a:gd name="connsiteX4" fmla="*/ 926578 w 1016251"/>
                  <a:gd name="connsiteY4" fmla="*/ 1043356 h 1992508"/>
                  <a:gd name="connsiteX5" fmla="*/ 976173 w 1016251"/>
                  <a:gd name="connsiteY5" fmla="*/ 1379614 h 1992508"/>
                  <a:gd name="connsiteX6" fmla="*/ 955804 w 1016251"/>
                  <a:gd name="connsiteY6" fmla="*/ 1591507 h 1992508"/>
                  <a:gd name="connsiteX7" fmla="*/ 768347 w 1016251"/>
                  <a:gd name="connsiteY7" fmla="*/ 1988094 h 1992508"/>
                  <a:gd name="connsiteX8" fmla="*/ 476247 w 1016251"/>
                  <a:gd name="connsiteY8" fmla="*/ 1792832 h 1992508"/>
                  <a:gd name="connsiteX9" fmla="*/ 404809 w 1016251"/>
                  <a:gd name="connsiteY9" fmla="*/ 1630907 h 1992508"/>
                  <a:gd name="connsiteX10" fmla="*/ 295272 w 1016251"/>
                  <a:gd name="connsiteY10" fmla="*/ 1445170 h 1992508"/>
                  <a:gd name="connsiteX11" fmla="*/ 113518 w 1016251"/>
                  <a:gd name="connsiteY11" fmla="*/ 1065757 h 1992508"/>
                  <a:gd name="connsiteX12" fmla="*/ 72347 w 1016251"/>
                  <a:gd name="connsiteY12" fmla="*/ 380313 h 1992508"/>
                  <a:gd name="connsiteX13" fmla="*/ 341092 w 1016251"/>
                  <a:gd name="connsiteY13" fmla="*/ 149061 h 1992508"/>
                  <a:gd name="connsiteX0" fmla="*/ 376976 w 1052135"/>
                  <a:gd name="connsiteY0" fmla="*/ 149061 h 1992508"/>
                  <a:gd name="connsiteX1" fmla="*/ 624006 w 1052135"/>
                  <a:gd name="connsiteY1" fmla="*/ 238747 h 1992508"/>
                  <a:gd name="connsiteX2" fmla="*/ 854936 w 1052135"/>
                  <a:gd name="connsiteY2" fmla="*/ 513825 h 1992508"/>
                  <a:gd name="connsiteX3" fmla="*/ 891099 w 1052135"/>
                  <a:gd name="connsiteY3" fmla="*/ 779133 h 1992508"/>
                  <a:gd name="connsiteX4" fmla="*/ 962462 w 1052135"/>
                  <a:gd name="connsiteY4" fmla="*/ 1043356 h 1992508"/>
                  <a:gd name="connsiteX5" fmla="*/ 1012057 w 1052135"/>
                  <a:gd name="connsiteY5" fmla="*/ 1379614 h 1992508"/>
                  <a:gd name="connsiteX6" fmla="*/ 991688 w 1052135"/>
                  <a:gd name="connsiteY6" fmla="*/ 1591507 h 1992508"/>
                  <a:gd name="connsiteX7" fmla="*/ 804231 w 1052135"/>
                  <a:gd name="connsiteY7" fmla="*/ 1988094 h 1992508"/>
                  <a:gd name="connsiteX8" fmla="*/ 512131 w 1052135"/>
                  <a:gd name="connsiteY8" fmla="*/ 1792832 h 1992508"/>
                  <a:gd name="connsiteX9" fmla="*/ 440693 w 1052135"/>
                  <a:gd name="connsiteY9" fmla="*/ 1630907 h 1992508"/>
                  <a:gd name="connsiteX10" fmla="*/ 331156 w 1052135"/>
                  <a:gd name="connsiteY10" fmla="*/ 1445170 h 1992508"/>
                  <a:gd name="connsiteX11" fmla="*/ 149402 w 1052135"/>
                  <a:gd name="connsiteY11" fmla="*/ 1065757 h 1992508"/>
                  <a:gd name="connsiteX12" fmla="*/ 108231 w 1052135"/>
                  <a:gd name="connsiteY12" fmla="*/ 380313 h 1992508"/>
                  <a:gd name="connsiteX13" fmla="*/ 376976 w 1052135"/>
                  <a:gd name="connsiteY13" fmla="*/ 149061 h 1992508"/>
                  <a:gd name="connsiteX0" fmla="*/ 376976 w 1052135"/>
                  <a:gd name="connsiteY0" fmla="*/ 144858 h 1988305"/>
                  <a:gd name="connsiteX1" fmla="*/ 660431 w 1052135"/>
                  <a:gd name="connsiteY1" fmla="*/ 250953 h 1988305"/>
                  <a:gd name="connsiteX2" fmla="*/ 854936 w 1052135"/>
                  <a:gd name="connsiteY2" fmla="*/ 509622 h 1988305"/>
                  <a:gd name="connsiteX3" fmla="*/ 891099 w 1052135"/>
                  <a:gd name="connsiteY3" fmla="*/ 774930 h 1988305"/>
                  <a:gd name="connsiteX4" fmla="*/ 962462 w 1052135"/>
                  <a:gd name="connsiteY4" fmla="*/ 1039153 h 1988305"/>
                  <a:gd name="connsiteX5" fmla="*/ 1012057 w 1052135"/>
                  <a:gd name="connsiteY5" fmla="*/ 1375411 h 1988305"/>
                  <a:gd name="connsiteX6" fmla="*/ 991688 w 1052135"/>
                  <a:gd name="connsiteY6" fmla="*/ 1587304 h 1988305"/>
                  <a:gd name="connsiteX7" fmla="*/ 804231 w 1052135"/>
                  <a:gd name="connsiteY7" fmla="*/ 1983891 h 1988305"/>
                  <a:gd name="connsiteX8" fmla="*/ 512131 w 1052135"/>
                  <a:gd name="connsiteY8" fmla="*/ 1788629 h 1988305"/>
                  <a:gd name="connsiteX9" fmla="*/ 440693 w 1052135"/>
                  <a:gd name="connsiteY9" fmla="*/ 1626704 h 1988305"/>
                  <a:gd name="connsiteX10" fmla="*/ 331156 w 1052135"/>
                  <a:gd name="connsiteY10" fmla="*/ 1440967 h 1988305"/>
                  <a:gd name="connsiteX11" fmla="*/ 149402 w 1052135"/>
                  <a:gd name="connsiteY11" fmla="*/ 1061554 h 1988305"/>
                  <a:gd name="connsiteX12" fmla="*/ 108231 w 1052135"/>
                  <a:gd name="connsiteY12" fmla="*/ 376110 h 1988305"/>
                  <a:gd name="connsiteX13" fmla="*/ 376976 w 1052135"/>
                  <a:gd name="connsiteY13" fmla="*/ 144858 h 1988305"/>
                  <a:gd name="connsiteX0" fmla="*/ 376976 w 1052135"/>
                  <a:gd name="connsiteY0" fmla="*/ 133800 h 1977247"/>
                  <a:gd name="connsiteX1" fmla="*/ 660431 w 1052135"/>
                  <a:gd name="connsiteY1" fmla="*/ 239895 h 1977247"/>
                  <a:gd name="connsiteX2" fmla="*/ 854936 w 1052135"/>
                  <a:gd name="connsiteY2" fmla="*/ 498564 h 1977247"/>
                  <a:gd name="connsiteX3" fmla="*/ 891099 w 1052135"/>
                  <a:gd name="connsiteY3" fmla="*/ 763872 h 1977247"/>
                  <a:gd name="connsiteX4" fmla="*/ 962462 w 1052135"/>
                  <a:gd name="connsiteY4" fmla="*/ 1028095 h 1977247"/>
                  <a:gd name="connsiteX5" fmla="*/ 1012057 w 1052135"/>
                  <a:gd name="connsiteY5" fmla="*/ 1364353 h 1977247"/>
                  <a:gd name="connsiteX6" fmla="*/ 991688 w 1052135"/>
                  <a:gd name="connsiteY6" fmla="*/ 1576246 h 1977247"/>
                  <a:gd name="connsiteX7" fmla="*/ 804231 w 1052135"/>
                  <a:gd name="connsiteY7" fmla="*/ 1972833 h 1977247"/>
                  <a:gd name="connsiteX8" fmla="*/ 512131 w 1052135"/>
                  <a:gd name="connsiteY8" fmla="*/ 1777571 h 1977247"/>
                  <a:gd name="connsiteX9" fmla="*/ 440693 w 1052135"/>
                  <a:gd name="connsiteY9" fmla="*/ 1615646 h 1977247"/>
                  <a:gd name="connsiteX10" fmla="*/ 331156 w 1052135"/>
                  <a:gd name="connsiteY10" fmla="*/ 1429909 h 1977247"/>
                  <a:gd name="connsiteX11" fmla="*/ 149402 w 1052135"/>
                  <a:gd name="connsiteY11" fmla="*/ 1050496 h 1977247"/>
                  <a:gd name="connsiteX12" fmla="*/ 108231 w 1052135"/>
                  <a:gd name="connsiteY12" fmla="*/ 365052 h 1977247"/>
                  <a:gd name="connsiteX13" fmla="*/ 376976 w 1052135"/>
                  <a:gd name="connsiteY13" fmla="*/ 133800 h 1977247"/>
                  <a:gd name="connsiteX0" fmla="*/ 376976 w 1052135"/>
                  <a:gd name="connsiteY0" fmla="*/ 98323 h 1941770"/>
                  <a:gd name="connsiteX1" fmla="*/ 660431 w 1052135"/>
                  <a:gd name="connsiteY1" fmla="*/ 204418 h 1941770"/>
                  <a:gd name="connsiteX2" fmla="*/ 854936 w 1052135"/>
                  <a:gd name="connsiteY2" fmla="*/ 463087 h 1941770"/>
                  <a:gd name="connsiteX3" fmla="*/ 891099 w 1052135"/>
                  <a:gd name="connsiteY3" fmla="*/ 728395 h 1941770"/>
                  <a:gd name="connsiteX4" fmla="*/ 962462 w 1052135"/>
                  <a:gd name="connsiteY4" fmla="*/ 992618 h 1941770"/>
                  <a:gd name="connsiteX5" fmla="*/ 1012057 w 1052135"/>
                  <a:gd name="connsiteY5" fmla="*/ 1328876 h 1941770"/>
                  <a:gd name="connsiteX6" fmla="*/ 991688 w 1052135"/>
                  <a:gd name="connsiteY6" fmla="*/ 1540769 h 1941770"/>
                  <a:gd name="connsiteX7" fmla="*/ 804231 w 1052135"/>
                  <a:gd name="connsiteY7" fmla="*/ 1937356 h 1941770"/>
                  <a:gd name="connsiteX8" fmla="*/ 512131 w 1052135"/>
                  <a:gd name="connsiteY8" fmla="*/ 1742094 h 1941770"/>
                  <a:gd name="connsiteX9" fmla="*/ 440693 w 1052135"/>
                  <a:gd name="connsiteY9" fmla="*/ 1580169 h 1941770"/>
                  <a:gd name="connsiteX10" fmla="*/ 331156 w 1052135"/>
                  <a:gd name="connsiteY10" fmla="*/ 1394432 h 1941770"/>
                  <a:gd name="connsiteX11" fmla="*/ 149402 w 1052135"/>
                  <a:gd name="connsiteY11" fmla="*/ 1015019 h 1941770"/>
                  <a:gd name="connsiteX12" fmla="*/ 108231 w 1052135"/>
                  <a:gd name="connsiteY12" fmla="*/ 329575 h 1941770"/>
                  <a:gd name="connsiteX13" fmla="*/ 376976 w 1052135"/>
                  <a:gd name="connsiteY13" fmla="*/ 98323 h 1941770"/>
                  <a:gd name="connsiteX0" fmla="*/ 376976 w 1052135"/>
                  <a:gd name="connsiteY0" fmla="*/ 98323 h 1941770"/>
                  <a:gd name="connsiteX1" fmla="*/ 660431 w 1052135"/>
                  <a:gd name="connsiteY1" fmla="*/ 204418 h 1941770"/>
                  <a:gd name="connsiteX2" fmla="*/ 854936 w 1052135"/>
                  <a:gd name="connsiteY2" fmla="*/ 463087 h 1941770"/>
                  <a:gd name="connsiteX3" fmla="*/ 891099 w 1052135"/>
                  <a:gd name="connsiteY3" fmla="*/ 728395 h 1941770"/>
                  <a:gd name="connsiteX4" fmla="*/ 962462 w 1052135"/>
                  <a:gd name="connsiteY4" fmla="*/ 992618 h 1941770"/>
                  <a:gd name="connsiteX5" fmla="*/ 1012057 w 1052135"/>
                  <a:gd name="connsiteY5" fmla="*/ 1328876 h 1941770"/>
                  <a:gd name="connsiteX6" fmla="*/ 991688 w 1052135"/>
                  <a:gd name="connsiteY6" fmla="*/ 1540769 h 1941770"/>
                  <a:gd name="connsiteX7" fmla="*/ 804231 w 1052135"/>
                  <a:gd name="connsiteY7" fmla="*/ 1937356 h 1941770"/>
                  <a:gd name="connsiteX8" fmla="*/ 512131 w 1052135"/>
                  <a:gd name="connsiteY8" fmla="*/ 1742094 h 1941770"/>
                  <a:gd name="connsiteX9" fmla="*/ 440693 w 1052135"/>
                  <a:gd name="connsiteY9" fmla="*/ 1580169 h 1941770"/>
                  <a:gd name="connsiteX10" fmla="*/ 331156 w 1052135"/>
                  <a:gd name="connsiteY10" fmla="*/ 1394432 h 1941770"/>
                  <a:gd name="connsiteX11" fmla="*/ 149402 w 1052135"/>
                  <a:gd name="connsiteY11" fmla="*/ 1015019 h 1941770"/>
                  <a:gd name="connsiteX12" fmla="*/ 108231 w 1052135"/>
                  <a:gd name="connsiteY12" fmla="*/ 329575 h 1941770"/>
                  <a:gd name="connsiteX13" fmla="*/ 376976 w 1052135"/>
                  <a:gd name="connsiteY13" fmla="*/ 98323 h 1941770"/>
                  <a:gd name="connsiteX0" fmla="*/ 376976 w 1052135"/>
                  <a:gd name="connsiteY0" fmla="*/ 98323 h 1941770"/>
                  <a:gd name="connsiteX1" fmla="*/ 660431 w 1052135"/>
                  <a:gd name="connsiteY1" fmla="*/ 204418 h 1941770"/>
                  <a:gd name="connsiteX2" fmla="*/ 854936 w 1052135"/>
                  <a:gd name="connsiteY2" fmla="*/ 463087 h 1941770"/>
                  <a:gd name="connsiteX3" fmla="*/ 891099 w 1052135"/>
                  <a:gd name="connsiteY3" fmla="*/ 728395 h 1941770"/>
                  <a:gd name="connsiteX4" fmla="*/ 962462 w 1052135"/>
                  <a:gd name="connsiteY4" fmla="*/ 992618 h 1941770"/>
                  <a:gd name="connsiteX5" fmla="*/ 1012057 w 1052135"/>
                  <a:gd name="connsiteY5" fmla="*/ 1328876 h 1941770"/>
                  <a:gd name="connsiteX6" fmla="*/ 991688 w 1052135"/>
                  <a:gd name="connsiteY6" fmla="*/ 1540769 h 1941770"/>
                  <a:gd name="connsiteX7" fmla="*/ 804231 w 1052135"/>
                  <a:gd name="connsiteY7" fmla="*/ 1937356 h 1941770"/>
                  <a:gd name="connsiteX8" fmla="*/ 512131 w 1052135"/>
                  <a:gd name="connsiteY8" fmla="*/ 1742094 h 1941770"/>
                  <a:gd name="connsiteX9" fmla="*/ 440693 w 1052135"/>
                  <a:gd name="connsiteY9" fmla="*/ 1580169 h 1941770"/>
                  <a:gd name="connsiteX10" fmla="*/ 331156 w 1052135"/>
                  <a:gd name="connsiteY10" fmla="*/ 1394432 h 1941770"/>
                  <a:gd name="connsiteX11" fmla="*/ 149402 w 1052135"/>
                  <a:gd name="connsiteY11" fmla="*/ 1015019 h 1941770"/>
                  <a:gd name="connsiteX12" fmla="*/ 108231 w 1052135"/>
                  <a:gd name="connsiteY12" fmla="*/ 329575 h 1941770"/>
                  <a:gd name="connsiteX13" fmla="*/ 376976 w 1052135"/>
                  <a:gd name="connsiteY13" fmla="*/ 98323 h 1941770"/>
                  <a:gd name="connsiteX0" fmla="*/ 376976 w 1040138"/>
                  <a:gd name="connsiteY0" fmla="*/ 98323 h 1941770"/>
                  <a:gd name="connsiteX1" fmla="*/ 660431 w 1040138"/>
                  <a:gd name="connsiteY1" fmla="*/ 204418 h 1941770"/>
                  <a:gd name="connsiteX2" fmla="*/ 854936 w 1040138"/>
                  <a:gd name="connsiteY2" fmla="*/ 463087 h 1941770"/>
                  <a:gd name="connsiteX3" fmla="*/ 891099 w 1040138"/>
                  <a:gd name="connsiteY3" fmla="*/ 728395 h 1941770"/>
                  <a:gd name="connsiteX4" fmla="*/ 962462 w 1040138"/>
                  <a:gd name="connsiteY4" fmla="*/ 992618 h 1941770"/>
                  <a:gd name="connsiteX5" fmla="*/ 997192 w 1040138"/>
                  <a:gd name="connsiteY5" fmla="*/ 1205397 h 1941770"/>
                  <a:gd name="connsiteX6" fmla="*/ 991688 w 1040138"/>
                  <a:gd name="connsiteY6" fmla="*/ 1540769 h 1941770"/>
                  <a:gd name="connsiteX7" fmla="*/ 804231 w 1040138"/>
                  <a:gd name="connsiteY7" fmla="*/ 1937356 h 1941770"/>
                  <a:gd name="connsiteX8" fmla="*/ 512131 w 1040138"/>
                  <a:gd name="connsiteY8" fmla="*/ 1742094 h 1941770"/>
                  <a:gd name="connsiteX9" fmla="*/ 440693 w 1040138"/>
                  <a:gd name="connsiteY9" fmla="*/ 1580169 h 1941770"/>
                  <a:gd name="connsiteX10" fmla="*/ 331156 w 1040138"/>
                  <a:gd name="connsiteY10" fmla="*/ 1394432 h 1941770"/>
                  <a:gd name="connsiteX11" fmla="*/ 149402 w 1040138"/>
                  <a:gd name="connsiteY11" fmla="*/ 1015019 h 1941770"/>
                  <a:gd name="connsiteX12" fmla="*/ 108231 w 1040138"/>
                  <a:gd name="connsiteY12" fmla="*/ 329575 h 1941770"/>
                  <a:gd name="connsiteX13" fmla="*/ 376976 w 1040138"/>
                  <a:gd name="connsiteY13" fmla="*/ 98323 h 1941770"/>
                  <a:gd name="connsiteX0" fmla="*/ 376976 w 1059010"/>
                  <a:gd name="connsiteY0" fmla="*/ 98323 h 1941770"/>
                  <a:gd name="connsiteX1" fmla="*/ 660431 w 1059010"/>
                  <a:gd name="connsiteY1" fmla="*/ 204418 h 1941770"/>
                  <a:gd name="connsiteX2" fmla="*/ 854936 w 1059010"/>
                  <a:gd name="connsiteY2" fmla="*/ 463087 h 1941770"/>
                  <a:gd name="connsiteX3" fmla="*/ 891099 w 1059010"/>
                  <a:gd name="connsiteY3" fmla="*/ 728395 h 1941770"/>
                  <a:gd name="connsiteX4" fmla="*/ 962462 w 1059010"/>
                  <a:gd name="connsiteY4" fmla="*/ 992618 h 1941770"/>
                  <a:gd name="connsiteX5" fmla="*/ 997192 w 1059010"/>
                  <a:gd name="connsiteY5" fmla="*/ 1205397 h 1941770"/>
                  <a:gd name="connsiteX6" fmla="*/ 1052966 w 1059010"/>
                  <a:gd name="connsiteY6" fmla="*/ 1339304 h 1941770"/>
                  <a:gd name="connsiteX7" fmla="*/ 804231 w 1059010"/>
                  <a:gd name="connsiteY7" fmla="*/ 1937356 h 1941770"/>
                  <a:gd name="connsiteX8" fmla="*/ 512131 w 1059010"/>
                  <a:gd name="connsiteY8" fmla="*/ 1742094 h 1941770"/>
                  <a:gd name="connsiteX9" fmla="*/ 440693 w 1059010"/>
                  <a:gd name="connsiteY9" fmla="*/ 1580169 h 1941770"/>
                  <a:gd name="connsiteX10" fmla="*/ 331156 w 1059010"/>
                  <a:gd name="connsiteY10" fmla="*/ 1394432 h 1941770"/>
                  <a:gd name="connsiteX11" fmla="*/ 149402 w 1059010"/>
                  <a:gd name="connsiteY11" fmla="*/ 1015019 h 1941770"/>
                  <a:gd name="connsiteX12" fmla="*/ 108231 w 1059010"/>
                  <a:gd name="connsiteY12" fmla="*/ 329575 h 1941770"/>
                  <a:gd name="connsiteX13" fmla="*/ 376976 w 1059010"/>
                  <a:gd name="connsiteY13" fmla="*/ 98323 h 1941770"/>
                  <a:gd name="connsiteX0" fmla="*/ 376976 w 1059010"/>
                  <a:gd name="connsiteY0" fmla="*/ 98323 h 1941770"/>
                  <a:gd name="connsiteX1" fmla="*/ 660431 w 1059010"/>
                  <a:gd name="connsiteY1" fmla="*/ 204418 h 1941770"/>
                  <a:gd name="connsiteX2" fmla="*/ 854936 w 1059010"/>
                  <a:gd name="connsiteY2" fmla="*/ 463087 h 1941770"/>
                  <a:gd name="connsiteX3" fmla="*/ 891099 w 1059010"/>
                  <a:gd name="connsiteY3" fmla="*/ 728395 h 1941770"/>
                  <a:gd name="connsiteX4" fmla="*/ 962462 w 1059010"/>
                  <a:gd name="connsiteY4" fmla="*/ 992618 h 1941770"/>
                  <a:gd name="connsiteX5" fmla="*/ 997192 w 1059010"/>
                  <a:gd name="connsiteY5" fmla="*/ 1205397 h 1941770"/>
                  <a:gd name="connsiteX6" fmla="*/ 1052966 w 1059010"/>
                  <a:gd name="connsiteY6" fmla="*/ 1339304 h 1941770"/>
                  <a:gd name="connsiteX7" fmla="*/ 1012371 w 1059010"/>
                  <a:gd name="connsiteY7" fmla="*/ 1546942 h 1941770"/>
                  <a:gd name="connsiteX8" fmla="*/ 804231 w 1059010"/>
                  <a:gd name="connsiteY8" fmla="*/ 1937356 h 1941770"/>
                  <a:gd name="connsiteX9" fmla="*/ 512131 w 1059010"/>
                  <a:gd name="connsiteY9" fmla="*/ 1742094 h 1941770"/>
                  <a:gd name="connsiteX10" fmla="*/ 440693 w 1059010"/>
                  <a:gd name="connsiteY10" fmla="*/ 1580169 h 1941770"/>
                  <a:gd name="connsiteX11" fmla="*/ 331156 w 1059010"/>
                  <a:gd name="connsiteY11" fmla="*/ 1394432 h 1941770"/>
                  <a:gd name="connsiteX12" fmla="*/ 149402 w 1059010"/>
                  <a:gd name="connsiteY12" fmla="*/ 1015019 h 1941770"/>
                  <a:gd name="connsiteX13" fmla="*/ 108231 w 1059010"/>
                  <a:gd name="connsiteY13" fmla="*/ 329575 h 1941770"/>
                  <a:gd name="connsiteX14" fmla="*/ 376976 w 1059010"/>
                  <a:gd name="connsiteY14" fmla="*/ 98323 h 1941770"/>
                  <a:gd name="connsiteX0" fmla="*/ 376976 w 1067432"/>
                  <a:gd name="connsiteY0" fmla="*/ 98323 h 1941770"/>
                  <a:gd name="connsiteX1" fmla="*/ 660431 w 1067432"/>
                  <a:gd name="connsiteY1" fmla="*/ 204418 h 1941770"/>
                  <a:gd name="connsiteX2" fmla="*/ 854936 w 1067432"/>
                  <a:gd name="connsiteY2" fmla="*/ 463087 h 1941770"/>
                  <a:gd name="connsiteX3" fmla="*/ 891099 w 1067432"/>
                  <a:gd name="connsiteY3" fmla="*/ 728395 h 1941770"/>
                  <a:gd name="connsiteX4" fmla="*/ 962462 w 1067432"/>
                  <a:gd name="connsiteY4" fmla="*/ 992618 h 1941770"/>
                  <a:gd name="connsiteX5" fmla="*/ 997192 w 1067432"/>
                  <a:gd name="connsiteY5" fmla="*/ 1205397 h 1941770"/>
                  <a:gd name="connsiteX6" fmla="*/ 1052966 w 1067432"/>
                  <a:gd name="connsiteY6" fmla="*/ 1339304 h 1941770"/>
                  <a:gd name="connsiteX7" fmla="*/ 1012371 w 1067432"/>
                  <a:gd name="connsiteY7" fmla="*/ 1546942 h 1941770"/>
                  <a:gd name="connsiteX8" fmla="*/ 804231 w 1067432"/>
                  <a:gd name="connsiteY8" fmla="*/ 1937356 h 1941770"/>
                  <a:gd name="connsiteX9" fmla="*/ 512131 w 1067432"/>
                  <a:gd name="connsiteY9" fmla="*/ 1742094 h 1941770"/>
                  <a:gd name="connsiteX10" fmla="*/ 440693 w 1067432"/>
                  <a:gd name="connsiteY10" fmla="*/ 1580169 h 1941770"/>
                  <a:gd name="connsiteX11" fmla="*/ 331156 w 1067432"/>
                  <a:gd name="connsiteY11" fmla="*/ 1394432 h 1941770"/>
                  <a:gd name="connsiteX12" fmla="*/ 149402 w 1067432"/>
                  <a:gd name="connsiteY12" fmla="*/ 1015019 h 1941770"/>
                  <a:gd name="connsiteX13" fmla="*/ 108231 w 1067432"/>
                  <a:gd name="connsiteY13" fmla="*/ 329575 h 1941770"/>
                  <a:gd name="connsiteX14" fmla="*/ 376976 w 1067432"/>
                  <a:gd name="connsiteY14" fmla="*/ 98323 h 1941770"/>
                  <a:gd name="connsiteX0" fmla="*/ 376976 w 1067432"/>
                  <a:gd name="connsiteY0" fmla="*/ 98323 h 1941770"/>
                  <a:gd name="connsiteX1" fmla="*/ 660431 w 1067432"/>
                  <a:gd name="connsiteY1" fmla="*/ 204418 h 1941770"/>
                  <a:gd name="connsiteX2" fmla="*/ 854936 w 1067432"/>
                  <a:gd name="connsiteY2" fmla="*/ 463087 h 1941770"/>
                  <a:gd name="connsiteX3" fmla="*/ 891099 w 1067432"/>
                  <a:gd name="connsiteY3" fmla="*/ 728395 h 1941770"/>
                  <a:gd name="connsiteX4" fmla="*/ 962462 w 1067432"/>
                  <a:gd name="connsiteY4" fmla="*/ 992618 h 1941770"/>
                  <a:gd name="connsiteX5" fmla="*/ 997192 w 1067432"/>
                  <a:gd name="connsiteY5" fmla="*/ 1205397 h 1941770"/>
                  <a:gd name="connsiteX6" fmla="*/ 1052966 w 1067432"/>
                  <a:gd name="connsiteY6" fmla="*/ 1339304 h 1941770"/>
                  <a:gd name="connsiteX7" fmla="*/ 1012371 w 1067432"/>
                  <a:gd name="connsiteY7" fmla="*/ 1546942 h 1941770"/>
                  <a:gd name="connsiteX8" fmla="*/ 804231 w 1067432"/>
                  <a:gd name="connsiteY8" fmla="*/ 1937356 h 1941770"/>
                  <a:gd name="connsiteX9" fmla="*/ 512131 w 1067432"/>
                  <a:gd name="connsiteY9" fmla="*/ 1742094 h 1941770"/>
                  <a:gd name="connsiteX10" fmla="*/ 440693 w 1067432"/>
                  <a:gd name="connsiteY10" fmla="*/ 1580169 h 1941770"/>
                  <a:gd name="connsiteX11" fmla="*/ 331156 w 1067432"/>
                  <a:gd name="connsiteY11" fmla="*/ 1394432 h 1941770"/>
                  <a:gd name="connsiteX12" fmla="*/ 149402 w 1067432"/>
                  <a:gd name="connsiteY12" fmla="*/ 1015019 h 1941770"/>
                  <a:gd name="connsiteX13" fmla="*/ 108231 w 1067432"/>
                  <a:gd name="connsiteY13" fmla="*/ 329575 h 1941770"/>
                  <a:gd name="connsiteX14" fmla="*/ 376976 w 1067432"/>
                  <a:gd name="connsiteY14" fmla="*/ 98323 h 1941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067432" h="1941770">
                    <a:moveTo>
                      <a:pt x="376976" y="98323"/>
                    </a:moveTo>
                    <a:cubicBezTo>
                      <a:pt x="629645" y="-146060"/>
                      <a:pt x="668137" y="133378"/>
                      <a:pt x="660431" y="204418"/>
                    </a:cubicBezTo>
                    <a:cubicBezTo>
                      <a:pt x="776892" y="244358"/>
                      <a:pt x="857923" y="329165"/>
                      <a:pt x="854936" y="463087"/>
                    </a:cubicBezTo>
                    <a:cubicBezTo>
                      <a:pt x="909315" y="557001"/>
                      <a:pt x="883301" y="647314"/>
                      <a:pt x="891099" y="728395"/>
                    </a:cubicBezTo>
                    <a:cubicBezTo>
                      <a:pt x="960138" y="862320"/>
                      <a:pt x="1003213" y="861070"/>
                      <a:pt x="962462" y="992618"/>
                    </a:cubicBezTo>
                    <a:cubicBezTo>
                      <a:pt x="977597" y="1092026"/>
                      <a:pt x="1105047" y="1051359"/>
                      <a:pt x="997192" y="1205397"/>
                    </a:cubicBezTo>
                    <a:cubicBezTo>
                      <a:pt x="1030404" y="1272869"/>
                      <a:pt x="1082579" y="1237218"/>
                      <a:pt x="1052966" y="1339304"/>
                    </a:cubicBezTo>
                    <a:cubicBezTo>
                      <a:pt x="1057502" y="1398629"/>
                      <a:pt x="1100523" y="1454828"/>
                      <a:pt x="1012371" y="1546942"/>
                    </a:cubicBezTo>
                    <a:cubicBezTo>
                      <a:pt x="970915" y="1646617"/>
                      <a:pt x="889611" y="1907232"/>
                      <a:pt x="804231" y="1937356"/>
                    </a:cubicBezTo>
                    <a:cubicBezTo>
                      <a:pt x="649185" y="1966724"/>
                      <a:pt x="538589" y="1843694"/>
                      <a:pt x="512131" y="1742094"/>
                    </a:cubicBezTo>
                    <a:cubicBezTo>
                      <a:pt x="485673" y="1640494"/>
                      <a:pt x="465299" y="1642081"/>
                      <a:pt x="440693" y="1580169"/>
                    </a:cubicBezTo>
                    <a:cubicBezTo>
                      <a:pt x="363700" y="1527782"/>
                      <a:pt x="367668" y="1478570"/>
                      <a:pt x="331156" y="1394432"/>
                    </a:cubicBezTo>
                    <a:cubicBezTo>
                      <a:pt x="180344" y="1276958"/>
                      <a:pt x="171627" y="1109475"/>
                      <a:pt x="149402" y="1015019"/>
                    </a:cubicBezTo>
                    <a:cubicBezTo>
                      <a:pt x="-75019" y="761845"/>
                      <a:pt x="-10464" y="460195"/>
                      <a:pt x="108231" y="329575"/>
                    </a:cubicBezTo>
                    <a:cubicBezTo>
                      <a:pt x="166968" y="243850"/>
                      <a:pt x="84876" y="193573"/>
                      <a:pt x="376976" y="98323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Rectangle 7">
                <a:extLst>
                  <a:ext uri="{FF2B5EF4-FFF2-40B4-BE49-F238E27FC236}">
                    <a16:creationId xmlns:a16="http://schemas.microsoft.com/office/drawing/2014/main" id="{F654A051-283A-5F57-F6A8-0919E3544970}"/>
                  </a:ext>
                </a:extLst>
              </p:cNvPr>
              <p:cNvSpPr/>
              <p:nvPr/>
            </p:nvSpPr>
            <p:spPr>
              <a:xfrm rot="20110172" flipH="1" flipV="1">
                <a:off x="6116562" y="3304986"/>
                <a:ext cx="1177253" cy="403310"/>
              </a:xfrm>
              <a:custGeom>
                <a:avLst/>
                <a:gdLst>
                  <a:gd name="connsiteX0" fmla="*/ 0 w 1007285"/>
                  <a:gd name="connsiteY0" fmla="*/ 0 h 94954"/>
                  <a:gd name="connsiteX1" fmla="*/ 1007285 w 1007285"/>
                  <a:gd name="connsiteY1" fmla="*/ 0 h 94954"/>
                  <a:gd name="connsiteX2" fmla="*/ 1007285 w 1007285"/>
                  <a:gd name="connsiteY2" fmla="*/ 94954 h 94954"/>
                  <a:gd name="connsiteX3" fmla="*/ 0 w 1007285"/>
                  <a:gd name="connsiteY3" fmla="*/ 94954 h 94954"/>
                  <a:gd name="connsiteX4" fmla="*/ 0 w 1007285"/>
                  <a:gd name="connsiteY4" fmla="*/ 0 h 94954"/>
                  <a:gd name="connsiteX0" fmla="*/ 2819400 w 3826685"/>
                  <a:gd name="connsiteY0" fmla="*/ 0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4" fmla="*/ 2819400 w 3826685"/>
                  <a:gd name="connsiteY4" fmla="*/ 0 h 869654"/>
                  <a:gd name="connsiteX0" fmla="*/ 0 w 3826685"/>
                  <a:gd name="connsiteY0" fmla="*/ 869654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968065 h 1033547"/>
                  <a:gd name="connsiteX1" fmla="*/ 3826685 w 3826685"/>
                  <a:gd name="connsiteY1" fmla="*/ 98411 h 1033547"/>
                  <a:gd name="connsiteX2" fmla="*/ 3826685 w 3826685"/>
                  <a:gd name="connsiteY2" fmla="*/ 193365 h 1033547"/>
                  <a:gd name="connsiteX3" fmla="*/ 0 w 3826685"/>
                  <a:gd name="connsiteY3" fmla="*/ 968065 h 1033547"/>
                  <a:gd name="connsiteX0" fmla="*/ 0 w 3826685"/>
                  <a:gd name="connsiteY0" fmla="*/ 968065 h 1013810"/>
                  <a:gd name="connsiteX1" fmla="*/ 3826685 w 3826685"/>
                  <a:gd name="connsiteY1" fmla="*/ 98411 h 1013810"/>
                  <a:gd name="connsiteX2" fmla="*/ 3826685 w 3826685"/>
                  <a:gd name="connsiteY2" fmla="*/ 193365 h 1013810"/>
                  <a:gd name="connsiteX3" fmla="*/ 0 w 3826685"/>
                  <a:gd name="connsiteY3" fmla="*/ 968065 h 1013810"/>
                  <a:gd name="connsiteX0" fmla="*/ 0 w 3826685"/>
                  <a:gd name="connsiteY0" fmla="*/ 968065 h 1012429"/>
                  <a:gd name="connsiteX1" fmla="*/ 3826685 w 3826685"/>
                  <a:gd name="connsiteY1" fmla="*/ 98411 h 1012429"/>
                  <a:gd name="connsiteX2" fmla="*/ 3826685 w 3826685"/>
                  <a:gd name="connsiteY2" fmla="*/ 193365 h 1012429"/>
                  <a:gd name="connsiteX3" fmla="*/ 0 w 3826685"/>
                  <a:gd name="connsiteY3" fmla="*/ 968065 h 101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6685" h="1012429">
                    <a:moveTo>
                      <a:pt x="0" y="968065"/>
                    </a:moveTo>
                    <a:cubicBezTo>
                      <a:pt x="1199362" y="1008380"/>
                      <a:pt x="2779723" y="-373704"/>
                      <a:pt x="3826685" y="98411"/>
                    </a:cubicBezTo>
                    <a:lnTo>
                      <a:pt x="3826685" y="193365"/>
                    </a:lnTo>
                    <a:cubicBezTo>
                      <a:pt x="2614623" y="-65927"/>
                      <a:pt x="932662" y="1268632"/>
                      <a:pt x="0" y="968065"/>
                    </a:cubicBezTo>
                    <a:close/>
                  </a:path>
                </a:pathLst>
              </a:cu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Rectangle 3">
                <a:extLst>
                  <a:ext uri="{FF2B5EF4-FFF2-40B4-BE49-F238E27FC236}">
                    <a16:creationId xmlns:a16="http://schemas.microsoft.com/office/drawing/2014/main" id="{BB9461EB-2978-EDB7-741C-7C1C86236C51}"/>
                  </a:ext>
                </a:extLst>
              </p:cNvPr>
              <p:cNvSpPr/>
              <p:nvPr/>
            </p:nvSpPr>
            <p:spPr>
              <a:xfrm rot="1799061">
                <a:off x="6052652" y="1611901"/>
                <a:ext cx="1026643" cy="2174123"/>
              </a:xfrm>
              <a:custGeom>
                <a:avLst/>
                <a:gdLst>
                  <a:gd name="connsiteX0" fmla="*/ 0 w 381000"/>
                  <a:gd name="connsiteY0" fmla="*/ 0 h 1422400"/>
                  <a:gd name="connsiteX1" fmla="*/ 381000 w 381000"/>
                  <a:gd name="connsiteY1" fmla="*/ 0 h 1422400"/>
                  <a:gd name="connsiteX2" fmla="*/ 381000 w 381000"/>
                  <a:gd name="connsiteY2" fmla="*/ 1422400 h 1422400"/>
                  <a:gd name="connsiteX3" fmla="*/ 0 w 381000"/>
                  <a:gd name="connsiteY3" fmla="*/ 1422400 h 1422400"/>
                  <a:gd name="connsiteX4" fmla="*/ 0 w 381000"/>
                  <a:gd name="connsiteY4" fmla="*/ 0 h 1422400"/>
                  <a:gd name="connsiteX0" fmla="*/ 0 w 596900"/>
                  <a:gd name="connsiteY0" fmla="*/ 0 h 1905000"/>
                  <a:gd name="connsiteX1" fmla="*/ 596900 w 596900"/>
                  <a:gd name="connsiteY1" fmla="*/ 482600 h 1905000"/>
                  <a:gd name="connsiteX2" fmla="*/ 596900 w 596900"/>
                  <a:gd name="connsiteY2" fmla="*/ 1905000 h 1905000"/>
                  <a:gd name="connsiteX3" fmla="*/ 215900 w 596900"/>
                  <a:gd name="connsiteY3" fmla="*/ 1905000 h 1905000"/>
                  <a:gd name="connsiteX4" fmla="*/ 0 w 596900"/>
                  <a:gd name="connsiteY4" fmla="*/ 0 h 1905000"/>
                  <a:gd name="connsiteX0" fmla="*/ 0 w 596900"/>
                  <a:gd name="connsiteY0" fmla="*/ 0 h 1905000"/>
                  <a:gd name="connsiteX1" fmla="*/ 482600 w 596900"/>
                  <a:gd name="connsiteY1" fmla="*/ 139700 h 1905000"/>
                  <a:gd name="connsiteX2" fmla="*/ 596900 w 596900"/>
                  <a:gd name="connsiteY2" fmla="*/ 1905000 h 1905000"/>
                  <a:gd name="connsiteX3" fmla="*/ 215900 w 596900"/>
                  <a:gd name="connsiteY3" fmla="*/ 1905000 h 1905000"/>
                  <a:gd name="connsiteX4" fmla="*/ 0 w 596900"/>
                  <a:gd name="connsiteY4" fmla="*/ 0 h 1905000"/>
                  <a:gd name="connsiteX0" fmla="*/ 0 w 596900"/>
                  <a:gd name="connsiteY0" fmla="*/ 0 h 1905000"/>
                  <a:gd name="connsiteX1" fmla="*/ 468313 w 596900"/>
                  <a:gd name="connsiteY1" fmla="*/ 115887 h 1905000"/>
                  <a:gd name="connsiteX2" fmla="*/ 596900 w 596900"/>
                  <a:gd name="connsiteY2" fmla="*/ 1905000 h 1905000"/>
                  <a:gd name="connsiteX3" fmla="*/ 215900 w 596900"/>
                  <a:gd name="connsiteY3" fmla="*/ 1905000 h 1905000"/>
                  <a:gd name="connsiteX4" fmla="*/ 0 w 596900"/>
                  <a:gd name="connsiteY4" fmla="*/ 0 h 1905000"/>
                  <a:gd name="connsiteX0" fmla="*/ 0 w 630237"/>
                  <a:gd name="connsiteY0" fmla="*/ 0 h 1900237"/>
                  <a:gd name="connsiteX1" fmla="*/ 501650 w 630237"/>
                  <a:gd name="connsiteY1" fmla="*/ 111124 h 1900237"/>
                  <a:gd name="connsiteX2" fmla="*/ 630237 w 630237"/>
                  <a:gd name="connsiteY2" fmla="*/ 1900237 h 1900237"/>
                  <a:gd name="connsiteX3" fmla="*/ 249237 w 630237"/>
                  <a:gd name="connsiteY3" fmla="*/ 1900237 h 1900237"/>
                  <a:gd name="connsiteX4" fmla="*/ 0 w 630237"/>
                  <a:gd name="connsiteY4" fmla="*/ 0 h 1900237"/>
                  <a:gd name="connsiteX0" fmla="*/ 0 w 630237"/>
                  <a:gd name="connsiteY0" fmla="*/ 74867 h 1975104"/>
                  <a:gd name="connsiteX1" fmla="*/ 501650 w 630237"/>
                  <a:gd name="connsiteY1" fmla="*/ 185991 h 1975104"/>
                  <a:gd name="connsiteX2" fmla="*/ 630237 w 630237"/>
                  <a:gd name="connsiteY2" fmla="*/ 1975104 h 1975104"/>
                  <a:gd name="connsiteX3" fmla="*/ 249237 w 630237"/>
                  <a:gd name="connsiteY3" fmla="*/ 1975104 h 1975104"/>
                  <a:gd name="connsiteX4" fmla="*/ 0 w 630237"/>
                  <a:gd name="connsiteY4" fmla="*/ 74867 h 1975104"/>
                  <a:gd name="connsiteX0" fmla="*/ 0 w 630237"/>
                  <a:gd name="connsiteY0" fmla="*/ 125035 h 2025272"/>
                  <a:gd name="connsiteX1" fmla="*/ 501650 w 630237"/>
                  <a:gd name="connsiteY1" fmla="*/ 236159 h 2025272"/>
                  <a:gd name="connsiteX2" fmla="*/ 630237 w 630237"/>
                  <a:gd name="connsiteY2" fmla="*/ 2025272 h 2025272"/>
                  <a:gd name="connsiteX3" fmla="*/ 249237 w 630237"/>
                  <a:gd name="connsiteY3" fmla="*/ 2025272 h 2025272"/>
                  <a:gd name="connsiteX4" fmla="*/ 0 w 630237"/>
                  <a:gd name="connsiteY4" fmla="*/ 125035 h 2025272"/>
                  <a:gd name="connsiteX0" fmla="*/ 176212 w 806449"/>
                  <a:gd name="connsiteY0" fmla="*/ 125035 h 2025272"/>
                  <a:gd name="connsiteX1" fmla="*/ 677862 w 806449"/>
                  <a:gd name="connsiteY1" fmla="*/ 236159 h 2025272"/>
                  <a:gd name="connsiteX2" fmla="*/ 806449 w 806449"/>
                  <a:gd name="connsiteY2" fmla="*/ 2025272 h 2025272"/>
                  <a:gd name="connsiteX3" fmla="*/ 425449 w 806449"/>
                  <a:gd name="connsiteY3" fmla="*/ 2025272 h 2025272"/>
                  <a:gd name="connsiteX4" fmla="*/ 0 w 806449"/>
                  <a:gd name="connsiteY4" fmla="*/ 382210 h 2025272"/>
                  <a:gd name="connsiteX5" fmla="*/ 176212 w 806449"/>
                  <a:gd name="connsiteY5" fmla="*/ 125035 h 2025272"/>
                  <a:gd name="connsiteX0" fmla="*/ 245290 w 875527"/>
                  <a:gd name="connsiteY0" fmla="*/ 125035 h 2025272"/>
                  <a:gd name="connsiteX1" fmla="*/ 746940 w 875527"/>
                  <a:gd name="connsiteY1" fmla="*/ 236159 h 2025272"/>
                  <a:gd name="connsiteX2" fmla="*/ 875527 w 875527"/>
                  <a:gd name="connsiteY2" fmla="*/ 2025272 h 2025272"/>
                  <a:gd name="connsiteX3" fmla="*/ 494527 w 875527"/>
                  <a:gd name="connsiteY3" fmla="*/ 2025272 h 2025272"/>
                  <a:gd name="connsiteX4" fmla="*/ 26216 w 875527"/>
                  <a:gd name="connsiteY4" fmla="*/ 658435 h 2025272"/>
                  <a:gd name="connsiteX5" fmla="*/ 69078 w 875527"/>
                  <a:gd name="connsiteY5" fmla="*/ 382210 h 2025272"/>
                  <a:gd name="connsiteX6" fmla="*/ 245290 w 875527"/>
                  <a:gd name="connsiteY6" fmla="*/ 125035 h 2025272"/>
                  <a:gd name="connsiteX0" fmla="*/ 221743 w 851980"/>
                  <a:gd name="connsiteY0" fmla="*/ 125035 h 2025272"/>
                  <a:gd name="connsiteX1" fmla="*/ 723393 w 851980"/>
                  <a:gd name="connsiteY1" fmla="*/ 236159 h 2025272"/>
                  <a:gd name="connsiteX2" fmla="*/ 851980 w 851980"/>
                  <a:gd name="connsiteY2" fmla="*/ 2025272 h 2025272"/>
                  <a:gd name="connsiteX3" fmla="*/ 470980 w 851980"/>
                  <a:gd name="connsiteY3" fmla="*/ 2025272 h 2025272"/>
                  <a:gd name="connsiteX4" fmla="*/ 55056 w 851980"/>
                  <a:gd name="connsiteY4" fmla="*/ 944185 h 2025272"/>
                  <a:gd name="connsiteX5" fmla="*/ 2669 w 851980"/>
                  <a:gd name="connsiteY5" fmla="*/ 658435 h 2025272"/>
                  <a:gd name="connsiteX6" fmla="*/ 45531 w 851980"/>
                  <a:gd name="connsiteY6" fmla="*/ 382210 h 2025272"/>
                  <a:gd name="connsiteX7" fmla="*/ 221743 w 851980"/>
                  <a:gd name="connsiteY7" fmla="*/ 125035 h 2025272"/>
                  <a:gd name="connsiteX0" fmla="*/ 219345 w 849582"/>
                  <a:gd name="connsiteY0" fmla="*/ 125035 h 2025272"/>
                  <a:gd name="connsiteX1" fmla="*/ 720995 w 849582"/>
                  <a:gd name="connsiteY1" fmla="*/ 236159 h 2025272"/>
                  <a:gd name="connsiteX2" fmla="*/ 849582 w 849582"/>
                  <a:gd name="connsiteY2" fmla="*/ 2025272 h 2025272"/>
                  <a:gd name="connsiteX3" fmla="*/ 468582 w 849582"/>
                  <a:gd name="connsiteY3" fmla="*/ 2025272 h 2025272"/>
                  <a:gd name="connsiteX4" fmla="*/ 200295 w 849582"/>
                  <a:gd name="connsiteY4" fmla="*/ 1229935 h 2025272"/>
                  <a:gd name="connsiteX5" fmla="*/ 52658 w 849582"/>
                  <a:gd name="connsiteY5" fmla="*/ 944185 h 2025272"/>
                  <a:gd name="connsiteX6" fmla="*/ 271 w 849582"/>
                  <a:gd name="connsiteY6" fmla="*/ 658435 h 2025272"/>
                  <a:gd name="connsiteX7" fmla="*/ 43133 w 849582"/>
                  <a:gd name="connsiteY7" fmla="*/ 382210 h 2025272"/>
                  <a:gd name="connsiteX8" fmla="*/ 219345 w 849582"/>
                  <a:gd name="connsiteY8" fmla="*/ 125035 h 2025272"/>
                  <a:gd name="connsiteX0" fmla="*/ 219345 w 849582"/>
                  <a:gd name="connsiteY0" fmla="*/ 125035 h 2025272"/>
                  <a:gd name="connsiteX1" fmla="*/ 720995 w 849582"/>
                  <a:gd name="connsiteY1" fmla="*/ 236159 h 2025272"/>
                  <a:gd name="connsiteX2" fmla="*/ 849582 w 849582"/>
                  <a:gd name="connsiteY2" fmla="*/ 2025272 h 2025272"/>
                  <a:gd name="connsiteX3" fmla="*/ 468582 w 849582"/>
                  <a:gd name="connsiteY3" fmla="*/ 2025272 h 2025272"/>
                  <a:gd name="connsiteX4" fmla="*/ 309832 w 849582"/>
                  <a:gd name="connsiteY4" fmla="*/ 1415672 h 2025272"/>
                  <a:gd name="connsiteX5" fmla="*/ 200295 w 849582"/>
                  <a:gd name="connsiteY5" fmla="*/ 1229935 h 2025272"/>
                  <a:gd name="connsiteX6" fmla="*/ 52658 w 849582"/>
                  <a:gd name="connsiteY6" fmla="*/ 944185 h 2025272"/>
                  <a:gd name="connsiteX7" fmla="*/ 271 w 849582"/>
                  <a:gd name="connsiteY7" fmla="*/ 658435 h 2025272"/>
                  <a:gd name="connsiteX8" fmla="*/ 43133 w 849582"/>
                  <a:gd name="connsiteY8" fmla="*/ 382210 h 2025272"/>
                  <a:gd name="connsiteX9" fmla="*/ 219345 w 849582"/>
                  <a:gd name="connsiteY9" fmla="*/ 125035 h 2025272"/>
                  <a:gd name="connsiteX0" fmla="*/ 219345 w 849582"/>
                  <a:gd name="connsiteY0" fmla="*/ 125035 h 2025272"/>
                  <a:gd name="connsiteX1" fmla="*/ 720995 w 849582"/>
                  <a:gd name="connsiteY1" fmla="*/ 236159 h 2025272"/>
                  <a:gd name="connsiteX2" fmla="*/ 849582 w 849582"/>
                  <a:gd name="connsiteY2" fmla="*/ 2025272 h 2025272"/>
                  <a:gd name="connsiteX3" fmla="*/ 468582 w 849582"/>
                  <a:gd name="connsiteY3" fmla="*/ 2025272 h 2025272"/>
                  <a:gd name="connsiteX4" fmla="*/ 381270 w 849582"/>
                  <a:gd name="connsiteY4" fmla="*/ 1577597 h 2025272"/>
                  <a:gd name="connsiteX5" fmla="*/ 309832 w 849582"/>
                  <a:gd name="connsiteY5" fmla="*/ 1415672 h 2025272"/>
                  <a:gd name="connsiteX6" fmla="*/ 200295 w 849582"/>
                  <a:gd name="connsiteY6" fmla="*/ 1229935 h 2025272"/>
                  <a:gd name="connsiteX7" fmla="*/ 52658 w 849582"/>
                  <a:gd name="connsiteY7" fmla="*/ 944185 h 2025272"/>
                  <a:gd name="connsiteX8" fmla="*/ 271 w 849582"/>
                  <a:gd name="connsiteY8" fmla="*/ 658435 h 2025272"/>
                  <a:gd name="connsiteX9" fmla="*/ 43133 w 849582"/>
                  <a:gd name="connsiteY9" fmla="*/ 382210 h 2025272"/>
                  <a:gd name="connsiteX10" fmla="*/ 219345 w 849582"/>
                  <a:gd name="connsiteY10" fmla="*/ 125035 h 2025272"/>
                  <a:gd name="connsiteX0" fmla="*/ 219345 w 849582"/>
                  <a:gd name="connsiteY0" fmla="*/ 125035 h 2025272"/>
                  <a:gd name="connsiteX1" fmla="*/ 720995 w 849582"/>
                  <a:gd name="connsiteY1" fmla="*/ 236159 h 2025272"/>
                  <a:gd name="connsiteX2" fmla="*/ 819420 w 849582"/>
                  <a:gd name="connsiteY2" fmla="*/ 586997 h 2025272"/>
                  <a:gd name="connsiteX3" fmla="*/ 849582 w 849582"/>
                  <a:gd name="connsiteY3" fmla="*/ 2025272 h 2025272"/>
                  <a:gd name="connsiteX4" fmla="*/ 468582 w 849582"/>
                  <a:gd name="connsiteY4" fmla="*/ 2025272 h 2025272"/>
                  <a:gd name="connsiteX5" fmla="*/ 381270 w 849582"/>
                  <a:gd name="connsiteY5" fmla="*/ 1577597 h 2025272"/>
                  <a:gd name="connsiteX6" fmla="*/ 309832 w 849582"/>
                  <a:gd name="connsiteY6" fmla="*/ 1415672 h 2025272"/>
                  <a:gd name="connsiteX7" fmla="*/ 200295 w 849582"/>
                  <a:gd name="connsiteY7" fmla="*/ 1229935 h 2025272"/>
                  <a:gd name="connsiteX8" fmla="*/ 52658 w 849582"/>
                  <a:gd name="connsiteY8" fmla="*/ 944185 h 2025272"/>
                  <a:gd name="connsiteX9" fmla="*/ 271 w 849582"/>
                  <a:gd name="connsiteY9" fmla="*/ 658435 h 2025272"/>
                  <a:gd name="connsiteX10" fmla="*/ 43133 w 849582"/>
                  <a:gd name="connsiteY10" fmla="*/ 382210 h 2025272"/>
                  <a:gd name="connsiteX11" fmla="*/ 219345 w 849582"/>
                  <a:gd name="connsiteY11" fmla="*/ 125035 h 2025272"/>
                  <a:gd name="connsiteX0" fmla="*/ 219345 w 849582"/>
                  <a:gd name="connsiteY0" fmla="*/ 125035 h 2025272"/>
                  <a:gd name="connsiteX1" fmla="*/ 720995 w 849582"/>
                  <a:gd name="connsiteY1" fmla="*/ 236159 h 2025272"/>
                  <a:gd name="connsiteX2" fmla="*/ 819420 w 849582"/>
                  <a:gd name="connsiteY2" fmla="*/ 586997 h 2025272"/>
                  <a:gd name="connsiteX3" fmla="*/ 805132 w 849582"/>
                  <a:gd name="connsiteY3" fmla="*/ 787022 h 2025272"/>
                  <a:gd name="connsiteX4" fmla="*/ 849582 w 849582"/>
                  <a:gd name="connsiteY4" fmla="*/ 2025272 h 2025272"/>
                  <a:gd name="connsiteX5" fmla="*/ 468582 w 849582"/>
                  <a:gd name="connsiteY5" fmla="*/ 2025272 h 2025272"/>
                  <a:gd name="connsiteX6" fmla="*/ 381270 w 849582"/>
                  <a:gd name="connsiteY6" fmla="*/ 1577597 h 2025272"/>
                  <a:gd name="connsiteX7" fmla="*/ 309832 w 849582"/>
                  <a:gd name="connsiteY7" fmla="*/ 1415672 h 2025272"/>
                  <a:gd name="connsiteX8" fmla="*/ 200295 w 849582"/>
                  <a:gd name="connsiteY8" fmla="*/ 1229935 h 2025272"/>
                  <a:gd name="connsiteX9" fmla="*/ 52658 w 849582"/>
                  <a:gd name="connsiteY9" fmla="*/ 944185 h 2025272"/>
                  <a:gd name="connsiteX10" fmla="*/ 271 w 849582"/>
                  <a:gd name="connsiteY10" fmla="*/ 658435 h 2025272"/>
                  <a:gd name="connsiteX11" fmla="*/ 43133 w 849582"/>
                  <a:gd name="connsiteY11" fmla="*/ 382210 h 2025272"/>
                  <a:gd name="connsiteX12" fmla="*/ 219345 w 849582"/>
                  <a:gd name="connsiteY12" fmla="*/ 125035 h 2025272"/>
                  <a:gd name="connsiteX0" fmla="*/ 219345 w 849582"/>
                  <a:gd name="connsiteY0" fmla="*/ 125035 h 2025272"/>
                  <a:gd name="connsiteX1" fmla="*/ 720995 w 849582"/>
                  <a:gd name="connsiteY1" fmla="*/ 236159 h 2025272"/>
                  <a:gd name="connsiteX2" fmla="*/ 819420 w 849582"/>
                  <a:gd name="connsiteY2" fmla="*/ 586997 h 2025272"/>
                  <a:gd name="connsiteX3" fmla="*/ 805132 w 849582"/>
                  <a:gd name="connsiteY3" fmla="*/ 787022 h 2025272"/>
                  <a:gd name="connsiteX4" fmla="*/ 776557 w 849582"/>
                  <a:gd name="connsiteY4" fmla="*/ 1053722 h 2025272"/>
                  <a:gd name="connsiteX5" fmla="*/ 849582 w 849582"/>
                  <a:gd name="connsiteY5" fmla="*/ 2025272 h 2025272"/>
                  <a:gd name="connsiteX6" fmla="*/ 468582 w 849582"/>
                  <a:gd name="connsiteY6" fmla="*/ 2025272 h 2025272"/>
                  <a:gd name="connsiteX7" fmla="*/ 381270 w 849582"/>
                  <a:gd name="connsiteY7" fmla="*/ 1577597 h 2025272"/>
                  <a:gd name="connsiteX8" fmla="*/ 309832 w 849582"/>
                  <a:gd name="connsiteY8" fmla="*/ 1415672 h 2025272"/>
                  <a:gd name="connsiteX9" fmla="*/ 200295 w 849582"/>
                  <a:gd name="connsiteY9" fmla="*/ 1229935 h 2025272"/>
                  <a:gd name="connsiteX10" fmla="*/ 52658 w 849582"/>
                  <a:gd name="connsiteY10" fmla="*/ 944185 h 2025272"/>
                  <a:gd name="connsiteX11" fmla="*/ 271 w 849582"/>
                  <a:gd name="connsiteY11" fmla="*/ 658435 h 2025272"/>
                  <a:gd name="connsiteX12" fmla="*/ 43133 w 849582"/>
                  <a:gd name="connsiteY12" fmla="*/ 382210 h 2025272"/>
                  <a:gd name="connsiteX13" fmla="*/ 219345 w 849582"/>
                  <a:gd name="connsiteY13" fmla="*/ 125035 h 2025272"/>
                  <a:gd name="connsiteX0" fmla="*/ 219345 w 849582"/>
                  <a:gd name="connsiteY0" fmla="*/ 125035 h 2025272"/>
                  <a:gd name="connsiteX1" fmla="*/ 720995 w 849582"/>
                  <a:gd name="connsiteY1" fmla="*/ 236159 h 2025272"/>
                  <a:gd name="connsiteX2" fmla="*/ 819420 w 849582"/>
                  <a:gd name="connsiteY2" fmla="*/ 586997 h 2025272"/>
                  <a:gd name="connsiteX3" fmla="*/ 805132 w 849582"/>
                  <a:gd name="connsiteY3" fmla="*/ 787022 h 2025272"/>
                  <a:gd name="connsiteX4" fmla="*/ 776557 w 849582"/>
                  <a:gd name="connsiteY4" fmla="*/ 1053722 h 2025272"/>
                  <a:gd name="connsiteX5" fmla="*/ 809895 w 849582"/>
                  <a:gd name="connsiteY5" fmla="*/ 1348997 h 2025272"/>
                  <a:gd name="connsiteX6" fmla="*/ 849582 w 849582"/>
                  <a:gd name="connsiteY6" fmla="*/ 2025272 h 2025272"/>
                  <a:gd name="connsiteX7" fmla="*/ 468582 w 849582"/>
                  <a:gd name="connsiteY7" fmla="*/ 2025272 h 2025272"/>
                  <a:gd name="connsiteX8" fmla="*/ 381270 w 849582"/>
                  <a:gd name="connsiteY8" fmla="*/ 1577597 h 2025272"/>
                  <a:gd name="connsiteX9" fmla="*/ 309832 w 849582"/>
                  <a:gd name="connsiteY9" fmla="*/ 1415672 h 2025272"/>
                  <a:gd name="connsiteX10" fmla="*/ 200295 w 849582"/>
                  <a:gd name="connsiteY10" fmla="*/ 1229935 h 2025272"/>
                  <a:gd name="connsiteX11" fmla="*/ 52658 w 849582"/>
                  <a:gd name="connsiteY11" fmla="*/ 944185 h 2025272"/>
                  <a:gd name="connsiteX12" fmla="*/ 271 w 849582"/>
                  <a:gd name="connsiteY12" fmla="*/ 658435 h 2025272"/>
                  <a:gd name="connsiteX13" fmla="*/ 43133 w 849582"/>
                  <a:gd name="connsiteY13" fmla="*/ 382210 h 2025272"/>
                  <a:gd name="connsiteX14" fmla="*/ 219345 w 849582"/>
                  <a:gd name="connsiteY14" fmla="*/ 125035 h 2025272"/>
                  <a:gd name="connsiteX0" fmla="*/ 219345 w 819522"/>
                  <a:gd name="connsiteY0" fmla="*/ 125035 h 2025272"/>
                  <a:gd name="connsiteX1" fmla="*/ 720995 w 819522"/>
                  <a:gd name="connsiteY1" fmla="*/ 236159 h 2025272"/>
                  <a:gd name="connsiteX2" fmla="*/ 819420 w 819522"/>
                  <a:gd name="connsiteY2" fmla="*/ 586997 h 2025272"/>
                  <a:gd name="connsiteX3" fmla="*/ 805132 w 819522"/>
                  <a:gd name="connsiteY3" fmla="*/ 787022 h 2025272"/>
                  <a:gd name="connsiteX4" fmla="*/ 776557 w 819522"/>
                  <a:gd name="connsiteY4" fmla="*/ 1053722 h 2025272"/>
                  <a:gd name="connsiteX5" fmla="*/ 809895 w 819522"/>
                  <a:gd name="connsiteY5" fmla="*/ 1348997 h 2025272"/>
                  <a:gd name="connsiteX6" fmla="*/ 468582 w 819522"/>
                  <a:gd name="connsiteY6" fmla="*/ 2025272 h 2025272"/>
                  <a:gd name="connsiteX7" fmla="*/ 381270 w 819522"/>
                  <a:gd name="connsiteY7" fmla="*/ 1577597 h 2025272"/>
                  <a:gd name="connsiteX8" fmla="*/ 309832 w 819522"/>
                  <a:gd name="connsiteY8" fmla="*/ 1415672 h 2025272"/>
                  <a:gd name="connsiteX9" fmla="*/ 200295 w 819522"/>
                  <a:gd name="connsiteY9" fmla="*/ 1229935 h 2025272"/>
                  <a:gd name="connsiteX10" fmla="*/ 52658 w 819522"/>
                  <a:gd name="connsiteY10" fmla="*/ 944185 h 2025272"/>
                  <a:gd name="connsiteX11" fmla="*/ 271 w 819522"/>
                  <a:gd name="connsiteY11" fmla="*/ 658435 h 2025272"/>
                  <a:gd name="connsiteX12" fmla="*/ 43133 w 819522"/>
                  <a:gd name="connsiteY12" fmla="*/ 382210 h 2025272"/>
                  <a:gd name="connsiteX13" fmla="*/ 219345 w 819522"/>
                  <a:gd name="connsiteY13" fmla="*/ 125035 h 2025272"/>
                  <a:gd name="connsiteX0" fmla="*/ 219345 w 819522"/>
                  <a:gd name="connsiteY0" fmla="*/ 125035 h 1772859"/>
                  <a:gd name="connsiteX1" fmla="*/ 720995 w 819522"/>
                  <a:gd name="connsiteY1" fmla="*/ 236159 h 1772859"/>
                  <a:gd name="connsiteX2" fmla="*/ 819420 w 819522"/>
                  <a:gd name="connsiteY2" fmla="*/ 586997 h 1772859"/>
                  <a:gd name="connsiteX3" fmla="*/ 805132 w 819522"/>
                  <a:gd name="connsiteY3" fmla="*/ 787022 h 1772859"/>
                  <a:gd name="connsiteX4" fmla="*/ 776557 w 819522"/>
                  <a:gd name="connsiteY4" fmla="*/ 1053722 h 1772859"/>
                  <a:gd name="connsiteX5" fmla="*/ 809895 w 819522"/>
                  <a:gd name="connsiteY5" fmla="*/ 1348997 h 1772859"/>
                  <a:gd name="connsiteX6" fmla="*/ 673370 w 819522"/>
                  <a:gd name="connsiteY6" fmla="*/ 1772859 h 1772859"/>
                  <a:gd name="connsiteX7" fmla="*/ 381270 w 819522"/>
                  <a:gd name="connsiteY7" fmla="*/ 1577597 h 1772859"/>
                  <a:gd name="connsiteX8" fmla="*/ 309832 w 819522"/>
                  <a:gd name="connsiteY8" fmla="*/ 1415672 h 1772859"/>
                  <a:gd name="connsiteX9" fmla="*/ 200295 w 819522"/>
                  <a:gd name="connsiteY9" fmla="*/ 1229935 h 1772859"/>
                  <a:gd name="connsiteX10" fmla="*/ 52658 w 819522"/>
                  <a:gd name="connsiteY10" fmla="*/ 944185 h 1772859"/>
                  <a:gd name="connsiteX11" fmla="*/ 271 w 819522"/>
                  <a:gd name="connsiteY11" fmla="*/ 658435 h 1772859"/>
                  <a:gd name="connsiteX12" fmla="*/ 43133 w 819522"/>
                  <a:gd name="connsiteY12" fmla="*/ 382210 h 1772859"/>
                  <a:gd name="connsiteX13" fmla="*/ 219345 w 819522"/>
                  <a:gd name="connsiteY13" fmla="*/ 125035 h 1772859"/>
                  <a:gd name="connsiteX0" fmla="*/ 219345 w 819522"/>
                  <a:gd name="connsiteY0" fmla="*/ 125035 h 1772859"/>
                  <a:gd name="connsiteX1" fmla="*/ 720995 w 819522"/>
                  <a:gd name="connsiteY1" fmla="*/ 236159 h 1772859"/>
                  <a:gd name="connsiteX2" fmla="*/ 819420 w 819522"/>
                  <a:gd name="connsiteY2" fmla="*/ 586997 h 1772859"/>
                  <a:gd name="connsiteX3" fmla="*/ 805132 w 819522"/>
                  <a:gd name="connsiteY3" fmla="*/ 787022 h 1772859"/>
                  <a:gd name="connsiteX4" fmla="*/ 776557 w 819522"/>
                  <a:gd name="connsiteY4" fmla="*/ 1053722 h 1772859"/>
                  <a:gd name="connsiteX5" fmla="*/ 809895 w 819522"/>
                  <a:gd name="connsiteY5" fmla="*/ 1348997 h 1772859"/>
                  <a:gd name="connsiteX6" fmla="*/ 673370 w 819522"/>
                  <a:gd name="connsiteY6" fmla="*/ 1772859 h 1772859"/>
                  <a:gd name="connsiteX7" fmla="*/ 381270 w 819522"/>
                  <a:gd name="connsiteY7" fmla="*/ 1577597 h 1772859"/>
                  <a:gd name="connsiteX8" fmla="*/ 309832 w 819522"/>
                  <a:gd name="connsiteY8" fmla="*/ 1415672 h 1772859"/>
                  <a:gd name="connsiteX9" fmla="*/ 200295 w 819522"/>
                  <a:gd name="connsiteY9" fmla="*/ 1229935 h 1772859"/>
                  <a:gd name="connsiteX10" fmla="*/ 52658 w 819522"/>
                  <a:gd name="connsiteY10" fmla="*/ 944185 h 1772859"/>
                  <a:gd name="connsiteX11" fmla="*/ 271 w 819522"/>
                  <a:gd name="connsiteY11" fmla="*/ 658435 h 1772859"/>
                  <a:gd name="connsiteX12" fmla="*/ 43133 w 819522"/>
                  <a:gd name="connsiteY12" fmla="*/ 382210 h 1772859"/>
                  <a:gd name="connsiteX13" fmla="*/ 219345 w 819522"/>
                  <a:gd name="connsiteY13" fmla="*/ 125035 h 1772859"/>
                  <a:gd name="connsiteX0" fmla="*/ 219345 w 819522"/>
                  <a:gd name="connsiteY0" fmla="*/ 125035 h 1777273"/>
                  <a:gd name="connsiteX1" fmla="*/ 720995 w 819522"/>
                  <a:gd name="connsiteY1" fmla="*/ 236159 h 1777273"/>
                  <a:gd name="connsiteX2" fmla="*/ 819420 w 819522"/>
                  <a:gd name="connsiteY2" fmla="*/ 586997 h 1777273"/>
                  <a:gd name="connsiteX3" fmla="*/ 805132 w 819522"/>
                  <a:gd name="connsiteY3" fmla="*/ 787022 h 1777273"/>
                  <a:gd name="connsiteX4" fmla="*/ 776557 w 819522"/>
                  <a:gd name="connsiteY4" fmla="*/ 1053722 h 1777273"/>
                  <a:gd name="connsiteX5" fmla="*/ 809895 w 819522"/>
                  <a:gd name="connsiteY5" fmla="*/ 1348997 h 1777273"/>
                  <a:gd name="connsiteX6" fmla="*/ 673370 w 819522"/>
                  <a:gd name="connsiteY6" fmla="*/ 1772859 h 1777273"/>
                  <a:gd name="connsiteX7" fmla="*/ 381270 w 819522"/>
                  <a:gd name="connsiteY7" fmla="*/ 1577597 h 1777273"/>
                  <a:gd name="connsiteX8" fmla="*/ 309832 w 819522"/>
                  <a:gd name="connsiteY8" fmla="*/ 1415672 h 1777273"/>
                  <a:gd name="connsiteX9" fmla="*/ 200295 w 819522"/>
                  <a:gd name="connsiteY9" fmla="*/ 1229935 h 1777273"/>
                  <a:gd name="connsiteX10" fmla="*/ 52658 w 819522"/>
                  <a:gd name="connsiteY10" fmla="*/ 944185 h 1777273"/>
                  <a:gd name="connsiteX11" fmla="*/ 271 w 819522"/>
                  <a:gd name="connsiteY11" fmla="*/ 658435 h 1777273"/>
                  <a:gd name="connsiteX12" fmla="*/ 43133 w 819522"/>
                  <a:gd name="connsiteY12" fmla="*/ 382210 h 1777273"/>
                  <a:gd name="connsiteX13" fmla="*/ 219345 w 819522"/>
                  <a:gd name="connsiteY13" fmla="*/ 125035 h 1777273"/>
                  <a:gd name="connsiteX0" fmla="*/ 219345 w 835096"/>
                  <a:gd name="connsiteY0" fmla="*/ 125035 h 1777273"/>
                  <a:gd name="connsiteX1" fmla="*/ 720995 w 835096"/>
                  <a:gd name="connsiteY1" fmla="*/ 236159 h 1777273"/>
                  <a:gd name="connsiteX2" fmla="*/ 819420 w 835096"/>
                  <a:gd name="connsiteY2" fmla="*/ 586997 h 1777273"/>
                  <a:gd name="connsiteX3" fmla="*/ 805132 w 835096"/>
                  <a:gd name="connsiteY3" fmla="*/ 787022 h 1777273"/>
                  <a:gd name="connsiteX4" fmla="*/ 776557 w 835096"/>
                  <a:gd name="connsiteY4" fmla="*/ 1053722 h 1777273"/>
                  <a:gd name="connsiteX5" fmla="*/ 809895 w 835096"/>
                  <a:gd name="connsiteY5" fmla="*/ 1348997 h 1777273"/>
                  <a:gd name="connsiteX6" fmla="*/ 673370 w 835096"/>
                  <a:gd name="connsiteY6" fmla="*/ 1772859 h 1777273"/>
                  <a:gd name="connsiteX7" fmla="*/ 381270 w 835096"/>
                  <a:gd name="connsiteY7" fmla="*/ 1577597 h 1777273"/>
                  <a:gd name="connsiteX8" fmla="*/ 309832 w 835096"/>
                  <a:gd name="connsiteY8" fmla="*/ 1415672 h 1777273"/>
                  <a:gd name="connsiteX9" fmla="*/ 200295 w 835096"/>
                  <a:gd name="connsiteY9" fmla="*/ 1229935 h 1777273"/>
                  <a:gd name="connsiteX10" fmla="*/ 52658 w 835096"/>
                  <a:gd name="connsiteY10" fmla="*/ 944185 h 1777273"/>
                  <a:gd name="connsiteX11" fmla="*/ 271 w 835096"/>
                  <a:gd name="connsiteY11" fmla="*/ 658435 h 1777273"/>
                  <a:gd name="connsiteX12" fmla="*/ 43133 w 835096"/>
                  <a:gd name="connsiteY12" fmla="*/ 382210 h 1777273"/>
                  <a:gd name="connsiteX13" fmla="*/ 219345 w 835096"/>
                  <a:gd name="connsiteY13" fmla="*/ 125035 h 1777273"/>
                  <a:gd name="connsiteX0" fmla="*/ 219345 w 835096"/>
                  <a:gd name="connsiteY0" fmla="*/ 125035 h 1777273"/>
                  <a:gd name="connsiteX1" fmla="*/ 720995 w 835096"/>
                  <a:gd name="connsiteY1" fmla="*/ 236159 h 1777273"/>
                  <a:gd name="connsiteX2" fmla="*/ 819420 w 835096"/>
                  <a:gd name="connsiteY2" fmla="*/ 586997 h 1777273"/>
                  <a:gd name="connsiteX3" fmla="*/ 805132 w 835096"/>
                  <a:gd name="connsiteY3" fmla="*/ 787022 h 1777273"/>
                  <a:gd name="connsiteX4" fmla="*/ 776557 w 835096"/>
                  <a:gd name="connsiteY4" fmla="*/ 1053722 h 1777273"/>
                  <a:gd name="connsiteX5" fmla="*/ 809895 w 835096"/>
                  <a:gd name="connsiteY5" fmla="*/ 1348997 h 1777273"/>
                  <a:gd name="connsiteX6" fmla="*/ 673370 w 835096"/>
                  <a:gd name="connsiteY6" fmla="*/ 1772859 h 1777273"/>
                  <a:gd name="connsiteX7" fmla="*/ 381270 w 835096"/>
                  <a:gd name="connsiteY7" fmla="*/ 1577597 h 1777273"/>
                  <a:gd name="connsiteX8" fmla="*/ 309832 w 835096"/>
                  <a:gd name="connsiteY8" fmla="*/ 1415672 h 1777273"/>
                  <a:gd name="connsiteX9" fmla="*/ 200295 w 835096"/>
                  <a:gd name="connsiteY9" fmla="*/ 1229935 h 1777273"/>
                  <a:gd name="connsiteX10" fmla="*/ 52658 w 835096"/>
                  <a:gd name="connsiteY10" fmla="*/ 944185 h 1777273"/>
                  <a:gd name="connsiteX11" fmla="*/ 271 w 835096"/>
                  <a:gd name="connsiteY11" fmla="*/ 658435 h 1777273"/>
                  <a:gd name="connsiteX12" fmla="*/ 43133 w 835096"/>
                  <a:gd name="connsiteY12" fmla="*/ 382210 h 1777273"/>
                  <a:gd name="connsiteX13" fmla="*/ 219345 w 835096"/>
                  <a:gd name="connsiteY13" fmla="*/ 125035 h 1777273"/>
                  <a:gd name="connsiteX0" fmla="*/ 219345 w 844079"/>
                  <a:gd name="connsiteY0" fmla="*/ 125035 h 1777273"/>
                  <a:gd name="connsiteX1" fmla="*/ 720995 w 844079"/>
                  <a:gd name="connsiteY1" fmla="*/ 236159 h 1777273"/>
                  <a:gd name="connsiteX2" fmla="*/ 819420 w 844079"/>
                  <a:gd name="connsiteY2" fmla="*/ 586997 h 1777273"/>
                  <a:gd name="connsiteX3" fmla="*/ 805132 w 844079"/>
                  <a:gd name="connsiteY3" fmla="*/ 787022 h 1777273"/>
                  <a:gd name="connsiteX4" fmla="*/ 776557 w 844079"/>
                  <a:gd name="connsiteY4" fmla="*/ 1053722 h 1777273"/>
                  <a:gd name="connsiteX5" fmla="*/ 809895 w 844079"/>
                  <a:gd name="connsiteY5" fmla="*/ 1348997 h 1777273"/>
                  <a:gd name="connsiteX6" fmla="*/ 673370 w 844079"/>
                  <a:gd name="connsiteY6" fmla="*/ 1772859 h 1777273"/>
                  <a:gd name="connsiteX7" fmla="*/ 381270 w 844079"/>
                  <a:gd name="connsiteY7" fmla="*/ 1577597 h 1777273"/>
                  <a:gd name="connsiteX8" fmla="*/ 309832 w 844079"/>
                  <a:gd name="connsiteY8" fmla="*/ 1415672 h 1777273"/>
                  <a:gd name="connsiteX9" fmla="*/ 200295 w 844079"/>
                  <a:gd name="connsiteY9" fmla="*/ 1229935 h 1777273"/>
                  <a:gd name="connsiteX10" fmla="*/ 52658 w 844079"/>
                  <a:gd name="connsiteY10" fmla="*/ 944185 h 1777273"/>
                  <a:gd name="connsiteX11" fmla="*/ 271 w 844079"/>
                  <a:gd name="connsiteY11" fmla="*/ 658435 h 1777273"/>
                  <a:gd name="connsiteX12" fmla="*/ 43133 w 844079"/>
                  <a:gd name="connsiteY12" fmla="*/ 382210 h 1777273"/>
                  <a:gd name="connsiteX13" fmla="*/ 219345 w 844079"/>
                  <a:gd name="connsiteY13" fmla="*/ 125035 h 1777273"/>
                  <a:gd name="connsiteX0" fmla="*/ 219345 w 856265"/>
                  <a:gd name="connsiteY0" fmla="*/ 125035 h 1777273"/>
                  <a:gd name="connsiteX1" fmla="*/ 720995 w 856265"/>
                  <a:gd name="connsiteY1" fmla="*/ 236159 h 1777273"/>
                  <a:gd name="connsiteX2" fmla="*/ 819420 w 856265"/>
                  <a:gd name="connsiteY2" fmla="*/ 586997 h 1777273"/>
                  <a:gd name="connsiteX3" fmla="*/ 805132 w 856265"/>
                  <a:gd name="connsiteY3" fmla="*/ 787022 h 1777273"/>
                  <a:gd name="connsiteX4" fmla="*/ 776557 w 856265"/>
                  <a:gd name="connsiteY4" fmla="*/ 1053722 h 1777273"/>
                  <a:gd name="connsiteX5" fmla="*/ 809895 w 856265"/>
                  <a:gd name="connsiteY5" fmla="*/ 1348997 h 1777273"/>
                  <a:gd name="connsiteX6" fmla="*/ 673370 w 856265"/>
                  <a:gd name="connsiteY6" fmla="*/ 1772859 h 1777273"/>
                  <a:gd name="connsiteX7" fmla="*/ 381270 w 856265"/>
                  <a:gd name="connsiteY7" fmla="*/ 1577597 h 1777273"/>
                  <a:gd name="connsiteX8" fmla="*/ 309832 w 856265"/>
                  <a:gd name="connsiteY8" fmla="*/ 1415672 h 1777273"/>
                  <a:gd name="connsiteX9" fmla="*/ 200295 w 856265"/>
                  <a:gd name="connsiteY9" fmla="*/ 1229935 h 1777273"/>
                  <a:gd name="connsiteX10" fmla="*/ 52658 w 856265"/>
                  <a:gd name="connsiteY10" fmla="*/ 944185 h 1777273"/>
                  <a:gd name="connsiteX11" fmla="*/ 271 w 856265"/>
                  <a:gd name="connsiteY11" fmla="*/ 658435 h 1777273"/>
                  <a:gd name="connsiteX12" fmla="*/ 43133 w 856265"/>
                  <a:gd name="connsiteY12" fmla="*/ 382210 h 1777273"/>
                  <a:gd name="connsiteX13" fmla="*/ 219345 w 856265"/>
                  <a:gd name="connsiteY13" fmla="*/ 125035 h 1777273"/>
                  <a:gd name="connsiteX0" fmla="*/ 219345 w 856265"/>
                  <a:gd name="connsiteY0" fmla="*/ 125035 h 1777273"/>
                  <a:gd name="connsiteX1" fmla="*/ 720995 w 856265"/>
                  <a:gd name="connsiteY1" fmla="*/ 236159 h 1777273"/>
                  <a:gd name="connsiteX2" fmla="*/ 819420 w 856265"/>
                  <a:gd name="connsiteY2" fmla="*/ 586997 h 1777273"/>
                  <a:gd name="connsiteX3" fmla="*/ 805132 w 856265"/>
                  <a:gd name="connsiteY3" fmla="*/ 787022 h 1777273"/>
                  <a:gd name="connsiteX4" fmla="*/ 776557 w 856265"/>
                  <a:gd name="connsiteY4" fmla="*/ 1053722 h 1777273"/>
                  <a:gd name="connsiteX5" fmla="*/ 809895 w 856265"/>
                  <a:gd name="connsiteY5" fmla="*/ 1348997 h 1777273"/>
                  <a:gd name="connsiteX6" fmla="*/ 673370 w 856265"/>
                  <a:gd name="connsiteY6" fmla="*/ 1772859 h 1777273"/>
                  <a:gd name="connsiteX7" fmla="*/ 381270 w 856265"/>
                  <a:gd name="connsiteY7" fmla="*/ 1577597 h 1777273"/>
                  <a:gd name="connsiteX8" fmla="*/ 309832 w 856265"/>
                  <a:gd name="connsiteY8" fmla="*/ 1415672 h 1777273"/>
                  <a:gd name="connsiteX9" fmla="*/ 200295 w 856265"/>
                  <a:gd name="connsiteY9" fmla="*/ 1229935 h 1777273"/>
                  <a:gd name="connsiteX10" fmla="*/ 52658 w 856265"/>
                  <a:gd name="connsiteY10" fmla="*/ 944185 h 1777273"/>
                  <a:gd name="connsiteX11" fmla="*/ 271 w 856265"/>
                  <a:gd name="connsiteY11" fmla="*/ 658435 h 1777273"/>
                  <a:gd name="connsiteX12" fmla="*/ 43133 w 856265"/>
                  <a:gd name="connsiteY12" fmla="*/ 382210 h 1777273"/>
                  <a:gd name="connsiteX13" fmla="*/ 219345 w 856265"/>
                  <a:gd name="connsiteY13" fmla="*/ 125035 h 1777273"/>
                  <a:gd name="connsiteX0" fmla="*/ 238395 w 856265"/>
                  <a:gd name="connsiteY0" fmla="*/ 134237 h 1762662"/>
                  <a:gd name="connsiteX1" fmla="*/ 720995 w 856265"/>
                  <a:gd name="connsiteY1" fmla="*/ 221548 h 1762662"/>
                  <a:gd name="connsiteX2" fmla="*/ 819420 w 856265"/>
                  <a:gd name="connsiteY2" fmla="*/ 572386 h 1762662"/>
                  <a:gd name="connsiteX3" fmla="*/ 805132 w 856265"/>
                  <a:gd name="connsiteY3" fmla="*/ 772411 h 1762662"/>
                  <a:gd name="connsiteX4" fmla="*/ 776557 w 856265"/>
                  <a:gd name="connsiteY4" fmla="*/ 1039111 h 1762662"/>
                  <a:gd name="connsiteX5" fmla="*/ 809895 w 856265"/>
                  <a:gd name="connsiteY5" fmla="*/ 1334386 h 1762662"/>
                  <a:gd name="connsiteX6" fmla="*/ 673370 w 856265"/>
                  <a:gd name="connsiteY6" fmla="*/ 1758248 h 1762662"/>
                  <a:gd name="connsiteX7" fmla="*/ 381270 w 856265"/>
                  <a:gd name="connsiteY7" fmla="*/ 1562986 h 1762662"/>
                  <a:gd name="connsiteX8" fmla="*/ 309832 w 856265"/>
                  <a:gd name="connsiteY8" fmla="*/ 1401061 h 1762662"/>
                  <a:gd name="connsiteX9" fmla="*/ 200295 w 856265"/>
                  <a:gd name="connsiteY9" fmla="*/ 1215324 h 1762662"/>
                  <a:gd name="connsiteX10" fmla="*/ 52658 w 856265"/>
                  <a:gd name="connsiteY10" fmla="*/ 929574 h 1762662"/>
                  <a:gd name="connsiteX11" fmla="*/ 271 w 856265"/>
                  <a:gd name="connsiteY11" fmla="*/ 643824 h 1762662"/>
                  <a:gd name="connsiteX12" fmla="*/ 43133 w 856265"/>
                  <a:gd name="connsiteY12" fmla="*/ 367599 h 1762662"/>
                  <a:gd name="connsiteX13" fmla="*/ 238395 w 856265"/>
                  <a:gd name="connsiteY13" fmla="*/ 134237 h 1762662"/>
                  <a:gd name="connsiteX0" fmla="*/ 238395 w 856265"/>
                  <a:gd name="connsiteY0" fmla="*/ 184774 h 1813199"/>
                  <a:gd name="connsiteX1" fmla="*/ 720995 w 856265"/>
                  <a:gd name="connsiteY1" fmla="*/ 272085 h 1813199"/>
                  <a:gd name="connsiteX2" fmla="*/ 819420 w 856265"/>
                  <a:gd name="connsiteY2" fmla="*/ 622923 h 1813199"/>
                  <a:gd name="connsiteX3" fmla="*/ 805132 w 856265"/>
                  <a:gd name="connsiteY3" fmla="*/ 822948 h 1813199"/>
                  <a:gd name="connsiteX4" fmla="*/ 776557 w 856265"/>
                  <a:gd name="connsiteY4" fmla="*/ 1089648 h 1813199"/>
                  <a:gd name="connsiteX5" fmla="*/ 809895 w 856265"/>
                  <a:gd name="connsiteY5" fmla="*/ 1384923 h 1813199"/>
                  <a:gd name="connsiteX6" fmla="*/ 673370 w 856265"/>
                  <a:gd name="connsiteY6" fmla="*/ 1808785 h 1813199"/>
                  <a:gd name="connsiteX7" fmla="*/ 381270 w 856265"/>
                  <a:gd name="connsiteY7" fmla="*/ 1613523 h 1813199"/>
                  <a:gd name="connsiteX8" fmla="*/ 309832 w 856265"/>
                  <a:gd name="connsiteY8" fmla="*/ 1451598 h 1813199"/>
                  <a:gd name="connsiteX9" fmla="*/ 200295 w 856265"/>
                  <a:gd name="connsiteY9" fmla="*/ 1265861 h 1813199"/>
                  <a:gd name="connsiteX10" fmla="*/ 52658 w 856265"/>
                  <a:gd name="connsiteY10" fmla="*/ 980111 h 1813199"/>
                  <a:gd name="connsiteX11" fmla="*/ 271 w 856265"/>
                  <a:gd name="connsiteY11" fmla="*/ 694361 h 1813199"/>
                  <a:gd name="connsiteX12" fmla="*/ 43133 w 856265"/>
                  <a:gd name="connsiteY12" fmla="*/ 418136 h 1813199"/>
                  <a:gd name="connsiteX13" fmla="*/ 238395 w 856265"/>
                  <a:gd name="connsiteY13" fmla="*/ 184774 h 1813199"/>
                  <a:gd name="connsiteX0" fmla="*/ 276282 w 894152"/>
                  <a:gd name="connsiteY0" fmla="*/ 184774 h 1813199"/>
                  <a:gd name="connsiteX1" fmla="*/ 758882 w 894152"/>
                  <a:gd name="connsiteY1" fmla="*/ 272085 h 1813199"/>
                  <a:gd name="connsiteX2" fmla="*/ 857307 w 894152"/>
                  <a:gd name="connsiteY2" fmla="*/ 622923 h 1813199"/>
                  <a:gd name="connsiteX3" fmla="*/ 843019 w 894152"/>
                  <a:gd name="connsiteY3" fmla="*/ 822948 h 1813199"/>
                  <a:gd name="connsiteX4" fmla="*/ 814444 w 894152"/>
                  <a:gd name="connsiteY4" fmla="*/ 1089648 h 1813199"/>
                  <a:gd name="connsiteX5" fmla="*/ 847782 w 894152"/>
                  <a:gd name="connsiteY5" fmla="*/ 1384923 h 1813199"/>
                  <a:gd name="connsiteX6" fmla="*/ 711257 w 894152"/>
                  <a:gd name="connsiteY6" fmla="*/ 1808785 h 1813199"/>
                  <a:gd name="connsiteX7" fmla="*/ 419157 w 894152"/>
                  <a:gd name="connsiteY7" fmla="*/ 1613523 h 1813199"/>
                  <a:gd name="connsiteX8" fmla="*/ 347719 w 894152"/>
                  <a:gd name="connsiteY8" fmla="*/ 1451598 h 1813199"/>
                  <a:gd name="connsiteX9" fmla="*/ 238182 w 894152"/>
                  <a:gd name="connsiteY9" fmla="*/ 1265861 h 1813199"/>
                  <a:gd name="connsiteX10" fmla="*/ 90545 w 894152"/>
                  <a:gd name="connsiteY10" fmla="*/ 980111 h 1813199"/>
                  <a:gd name="connsiteX11" fmla="*/ 38158 w 894152"/>
                  <a:gd name="connsiteY11" fmla="*/ 694361 h 1813199"/>
                  <a:gd name="connsiteX12" fmla="*/ 81020 w 894152"/>
                  <a:gd name="connsiteY12" fmla="*/ 418136 h 1813199"/>
                  <a:gd name="connsiteX13" fmla="*/ 276282 w 894152"/>
                  <a:gd name="connsiteY13" fmla="*/ 184774 h 1813199"/>
                  <a:gd name="connsiteX0" fmla="*/ 276282 w 894152"/>
                  <a:gd name="connsiteY0" fmla="*/ 184774 h 1813199"/>
                  <a:gd name="connsiteX1" fmla="*/ 758882 w 894152"/>
                  <a:gd name="connsiteY1" fmla="*/ 272085 h 1813199"/>
                  <a:gd name="connsiteX2" fmla="*/ 857307 w 894152"/>
                  <a:gd name="connsiteY2" fmla="*/ 622923 h 1813199"/>
                  <a:gd name="connsiteX3" fmla="*/ 843019 w 894152"/>
                  <a:gd name="connsiteY3" fmla="*/ 822948 h 1813199"/>
                  <a:gd name="connsiteX4" fmla="*/ 814444 w 894152"/>
                  <a:gd name="connsiteY4" fmla="*/ 1089648 h 1813199"/>
                  <a:gd name="connsiteX5" fmla="*/ 847782 w 894152"/>
                  <a:gd name="connsiteY5" fmla="*/ 1384923 h 1813199"/>
                  <a:gd name="connsiteX6" fmla="*/ 711257 w 894152"/>
                  <a:gd name="connsiteY6" fmla="*/ 1808785 h 1813199"/>
                  <a:gd name="connsiteX7" fmla="*/ 419157 w 894152"/>
                  <a:gd name="connsiteY7" fmla="*/ 1613523 h 1813199"/>
                  <a:gd name="connsiteX8" fmla="*/ 347719 w 894152"/>
                  <a:gd name="connsiteY8" fmla="*/ 1451598 h 1813199"/>
                  <a:gd name="connsiteX9" fmla="*/ 238182 w 894152"/>
                  <a:gd name="connsiteY9" fmla="*/ 1265861 h 1813199"/>
                  <a:gd name="connsiteX10" fmla="*/ 90545 w 894152"/>
                  <a:gd name="connsiteY10" fmla="*/ 980111 h 1813199"/>
                  <a:gd name="connsiteX11" fmla="*/ 38158 w 894152"/>
                  <a:gd name="connsiteY11" fmla="*/ 694361 h 1813199"/>
                  <a:gd name="connsiteX12" fmla="*/ 81020 w 894152"/>
                  <a:gd name="connsiteY12" fmla="*/ 418136 h 1813199"/>
                  <a:gd name="connsiteX13" fmla="*/ 276282 w 894152"/>
                  <a:gd name="connsiteY13" fmla="*/ 184774 h 1813199"/>
                  <a:gd name="connsiteX0" fmla="*/ 276282 w 894152"/>
                  <a:gd name="connsiteY0" fmla="*/ 184774 h 1813199"/>
                  <a:gd name="connsiteX1" fmla="*/ 758882 w 894152"/>
                  <a:gd name="connsiteY1" fmla="*/ 272085 h 1813199"/>
                  <a:gd name="connsiteX2" fmla="*/ 857307 w 894152"/>
                  <a:gd name="connsiteY2" fmla="*/ 622923 h 1813199"/>
                  <a:gd name="connsiteX3" fmla="*/ 843019 w 894152"/>
                  <a:gd name="connsiteY3" fmla="*/ 822948 h 1813199"/>
                  <a:gd name="connsiteX4" fmla="*/ 814444 w 894152"/>
                  <a:gd name="connsiteY4" fmla="*/ 1089648 h 1813199"/>
                  <a:gd name="connsiteX5" fmla="*/ 847782 w 894152"/>
                  <a:gd name="connsiteY5" fmla="*/ 1384923 h 1813199"/>
                  <a:gd name="connsiteX6" fmla="*/ 711257 w 894152"/>
                  <a:gd name="connsiteY6" fmla="*/ 1808785 h 1813199"/>
                  <a:gd name="connsiteX7" fmla="*/ 419157 w 894152"/>
                  <a:gd name="connsiteY7" fmla="*/ 1613523 h 1813199"/>
                  <a:gd name="connsiteX8" fmla="*/ 347719 w 894152"/>
                  <a:gd name="connsiteY8" fmla="*/ 1451598 h 1813199"/>
                  <a:gd name="connsiteX9" fmla="*/ 238182 w 894152"/>
                  <a:gd name="connsiteY9" fmla="*/ 1265861 h 1813199"/>
                  <a:gd name="connsiteX10" fmla="*/ 90545 w 894152"/>
                  <a:gd name="connsiteY10" fmla="*/ 980111 h 1813199"/>
                  <a:gd name="connsiteX11" fmla="*/ 38158 w 894152"/>
                  <a:gd name="connsiteY11" fmla="*/ 694361 h 1813199"/>
                  <a:gd name="connsiteX12" fmla="*/ 81020 w 894152"/>
                  <a:gd name="connsiteY12" fmla="*/ 418136 h 1813199"/>
                  <a:gd name="connsiteX13" fmla="*/ 276282 w 894152"/>
                  <a:gd name="connsiteY13" fmla="*/ 184774 h 1813199"/>
                  <a:gd name="connsiteX0" fmla="*/ 276282 w 894152"/>
                  <a:gd name="connsiteY0" fmla="*/ 184774 h 1813199"/>
                  <a:gd name="connsiteX1" fmla="*/ 758882 w 894152"/>
                  <a:gd name="connsiteY1" fmla="*/ 272085 h 1813199"/>
                  <a:gd name="connsiteX2" fmla="*/ 857307 w 894152"/>
                  <a:gd name="connsiteY2" fmla="*/ 622923 h 1813199"/>
                  <a:gd name="connsiteX3" fmla="*/ 843019 w 894152"/>
                  <a:gd name="connsiteY3" fmla="*/ 822948 h 1813199"/>
                  <a:gd name="connsiteX4" fmla="*/ 814444 w 894152"/>
                  <a:gd name="connsiteY4" fmla="*/ 1089648 h 1813199"/>
                  <a:gd name="connsiteX5" fmla="*/ 847782 w 894152"/>
                  <a:gd name="connsiteY5" fmla="*/ 1384923 h 1813199"/>
                  <a:gd name="connsiteX6" fmla="*/ 711257 w 894152"/>
                  <a:gd name="connsiteY6" fmla="*/ 1808785 h 1813199"/>
                  <a:gd name="connsiteX7" fmla="*/ 419157 w 894152"/>
                  <a:gd name="connsiteY7" fmla="*/ 1613523 h 1813199"/>
                  <a:gd name="connsiteX8" fmla="*/ 347719 w 894152"/>
                  <a:gd name="connsiteY8" fmla="*/ 1451598 h 1813199"/>
                  <a:gd name="connsiteX9" fmla="*/ 238182 w 894152"/>
                  <a:gd name="connsiteY9" fmla="*/ 1265861 h 1813199"/>
                  <a:gd name="connsiteX10" fmla="*/ 90545 w 894152"/>
                  <a:gd name="connsiteY10" fmla="*/ 980111 h 1813199"/>
                  <a:gd name="connsiteX11" fmla="*/ 38158 w 894152"/>
                  <a:gd name="connsiteY11" fmla="*/ 694361 h 1813199"/>
                  <a:gd name="connsiteX12" fmla="*/ 81020 w 894152"/>
                  <a:gd name="connsiteY12" fmla="*/ 418136 h 1813199"/>
                  <a:gd name="connsiteX13" fmla="*/ 276282 w 894152"/>
                  <a:gd name="connsiteY13" fmla="*/ 184774 h 1813199"/>
                  <a:gd name="connsiteX0" fmla="*/ 276282 w 894152"/>
                  <a:gd name="connsiteY0" fmla="*/ 165146 h 1793571"/>
                  <a:gd name="connsiteX1" fmla="*/ 758882 w 894152"/>
                  <a:gd name="connsiteY1" fmla="*/ 252457 h 1793571"/>
                  <a:gd name="connsiteX2" fmla="*/ 857307 w 894152"/>
                  <a:gd name="connsiteY2" fmla="*/ 603295 h 1793571"/>
                  <a:gd name="connsiteX3" fmla="*/ 843019 w 894152"/>
                  <a:gd name="connsiteY3" fmla="*/ 803320 h 1793571"/>
                  <a:gd name="connsiteX4" fmla="*/ 814444 w 894152"/>
                  <a:gd name="connsiteY4" fmla="*/ 1070020 h 1793571"/>
                  <a:gd name="connsiteX5" fmla="*/ 847782 w 894152"/>
                  <a:gd name="connsiteY5" fmla="*/ 1365295 h 1793571"/>
                  <a:gd name="connsiteX6" fmla="*/ 711257 w 894152"/>
                  <a:gd name="connsiteY6" fmla="*/ 1789157 h 1793571"/>
                  <a:gd name="connsiteX7" fmla="*/ 419157 w 894152"/>
                  <a:gd name="connsiteY7" fmla="*/ 1593895 h 1793571"/>
                  <a:gd name="connsiteX8" fmla="*/ 347719 w 894152"/>
                  <a:gd name="connsiteY8" fmla="*/ 1431970 h 1793571"/>
                  <a:gd name="connsiteX9" fmla="*/ 238182 w 894152"/>
                  <a:gd name="connsiteY9" fmla="*/ 1246233 h 1793571"/>
                  <a:gd name="connsiteX10" fmla="*/ 90545 w 894152"/>
                  <a:gd name="connsiteY10" fmla="*/ 960483 h 1793571"/>
                  <a:gd name="connsiteX11" fmla="*/ 38158 w 894152"/>
                  <a:gd name="connsiteY11" fmla="*/ 674733 h 1793571"/>
                  <a:gd name="connsiteX12" fmla="*/ 81020 w 894152"/>
                  <a:gd name="connsiteY12" fmla="*/ 398508 h 1793571"/>
                  <a:gd name="connsiteX13" fmla="*/ 276282 w 894152"/>
                  <a:gd name="connsiteY13" fmla="*/ 165146 h 1793571"/>
                  <a:gd name="connsiteX0" fmla="*/ 309161 w 927031"/>
                  <a:gd name="connsiteY0" fmla="*/ 165146 h 1793571"/>
                  <a:gd name="connsiteX1" fmla="*/ 791761 w 927031"/>
                  <a:gd name="connsiteY1" fmla="*/ 252457 h 1793571"/>
                  <a:gd name="connsiteX2" fmla="*/ 890186 w 927031"/>
                  <a:gd name="connsiteY2" fmla="*/ 603295 h 1793571"/>
                  <a:gd name="connsiteX3" fmla="*/ 875898 w 927031"/>
                  <a:gd name="connsiteY3" fmla="*/ 803320 h 1793571"/>
                  <a:gd name="connsiteX4" fmla="*/ 847323 w 927031"/>
                  <a:gd name="connsiteY4" fmla="*/ 1070020 h 1793571"/>
                  <a:gd name="connsiteX5" fmla="*/ 880661 w 927031"/>
                  <a:gd name="connsiteY5" fmla="*/ 1365295 h 1793571"/>
                  <a:gd name="connsiteX6" fmla="*/ 744136 w 927031"/>
                  <a:gd name="connsiteY6" fmla="*/ 1789157 h 1793571"/>
                  <a:gd name="connsiteX7" fmla="*/ 452036 w 927031"/>
                  <a:gd name="connsiteY7" fmla="*/ 1593895 h 1793571"/>
                  <a:gd name="connsiteX8" fmla="*/ 380598 w 927031"/>
                  <a:gd name="connsiteY8" fmla="*/ 1431970 h 1793571"/>
                  <a:gd name="connsiteX9" fmla="*/ 271061 w 927031"/>
                  <a:gd name="connsiteY9" fmla="*/ 1246233 h 1793571"/>
                  <a:gd name="connsiteX10" fmla="*/ 123424 w 927031"/>
                  <a:gd name="connsiteY10" fmla="*/ 960483 h 1793571"/>
                  <a:gd name="connsiteX11" fmla="*/ 71037 w 927031"/>
                  <a:gd name="connsiteY11" fmla="*/ 674733 h 1793571"/>
                  <a:gd name="connsiteX12" fmla="*/ 19336 w 927031"/>
                  <a:gd name="connsiteY12" fmla="*/ 388491 h 1793571"/>
                  <a:gd name="connsiteX13" fmla="*/ 309161 w 927031"/>
                  <a:gd name="connsiteY13" fmla="*/ 165146 h 1793571"/>
                  <a:gd name="connsiteX0" fmla="*/ 148346 w 945033"/>
                  <a:gd name="connsiteY0" fmla="*/ 141483 h 1857858"/>
                  <a:gd name="connsiteX1" fmla="*/ 809763 w 945033"/>
                  <a:gd name="connsiteY1" fmla="*/ 316744 h 1857858"/>
                  <a:gd name="connsiteX2" fmla="*/ 908188 w 945033"/>
                  <a:gd name="connsiteY2" fmla="*/ 667582 h 1857858"/>
                  <a:gd name="connsiteX3" fmla="*/ 893900 w 945033"/>
                  <a:gd name="connsiteY3" fmla="*/ 867607 h 1857858"/>
                  <a:gd name="connsiteX4" fmla="*/ 865325 w 945033"/>
                  <a:gd name="connsiteY4" fmla="*/ 1134307 h 1857858"/>
                  <a:gd name="connsiteX5" fmla="*/ 898663 w 945033"/>
                  <a:gd name="connsiteY5" fmla="*/ 1429582 h 1857858"/>
                  <a:gd name="connsiteX6" fmla="*/ 762138 w 945033"/>
                  <a:gd name="connsiteY6" fmla="*/ 1853444 h 1857858"/>
                  <a:gd name="connsiteX7" fmla="*/ 470038 w 945033"/>
                  <a:gd name="connsiteY7" fmla="*/ 1658182 h 1857858"/>
                  <a:gd name="connsiteX8" fmla="*/ 398600 w 945033"/>
                  <a:gd name="connsiteY8" fmla="*/ 1496257 h 1857858"/>
                  <a:gd name="connsiteX9" fmla="*/ 289063 w 945033"/>
                  <a:gd name="connsiteY9" fmla="*/ 1310520 h 1857858"/>
                  <a:gd name="connsiteX10" fmla="*/ 141426 w 945033"/>
                  <a:gd name="connsiteY10" fmla="*/ 1024770 h 1857858"/>
                  <a:gd name="connsiteX11" fmla="*/ 89039 w 945033"/>
                  <a:gd name="connsiteY11" fmla="*/ 739020 h 1857858"/>
                  <a:gd name="connsiteX12" fmla="*/ 37338 w 945033"/>
                  <a:gd name="connsiteY12" fmla="*/ 452778 h 1857858"/>
                  <a:gd name="connsiteX13" fmla="*/ 148346 w 945033"/>
                  <a:gd name="connsiteY13" fmla="*/ 141483 h 1857858"/>
                  <a:gd name="connsiteX0" fmla="*/ 148346 w 932847"/>
                  <a:gd name="connsiteY0" fmla="*/ 212237 h 1928612"/>
                  <a:gd name="connsiteX1" fmla="*/ 581913 w 932847"/>
                  <a:gd name="connsiteY1" fmla="*/ 174851 h 1928612"/>
                  <a:gd name="connsiteX2" fmla="*/ 908188 w 932847"/>
                  <a:gd name="connsiteY2" fmla="*/ 738336 h 1928612"/>
                  <a:gd name="connsiteX3" fmla="*/ 893900 w 932847"/>
                  <a:gd name="connsiteY3" fmla="*/ 938361 h 1928612"/>
                  <a:gd name="connsiteX4" fmla="*/ 865325 w 932847"/>
                  <a:gd name="connsiteY4" fmla="*/ 1205061 h 1928612"/>
                  <a:gd name="connsiteX5" fmla="*/ 898663 w 932847"/>
                  <a:gd name="connsiteY5" fmla="*/ 1500336 h 1928612"/>
                  <a:gd name="connsiteX6" fmla="*/ 762138 w 932847"/>
                  <a:gd name="connsiteY6" fmla="*/ 1924198 h 1928612"/>
                  <a:gd name="connsiteX7" fmla="*/ 470038 w 932847"/>
                  <a:gd name="connsiteY7" fmla="*/ 1728936 h 1928612"/>
                  <a:gd name="connsiteX8" fmla="*/ 398600 w 932847"/>
                  <a:gd name="connsiteY8" fmla="*/ 1567011 h 1928612"/>
                  <a:gd name="connsiteX9" fmla="*/ 289063 w 932847"/>
                  <a:gd name="connsiteY9" fmla="*/ 1381274 h 1928612"/>
                  <a:gd name="connsiteX10" fmla="*/ 141426 w 932847"/>
                  <a:gd name="connsiteY10" fmla="*/ 1095524 h 1928612"/>
                  <a:gd name="connsiteX11" fmla="*/ 89039 w 932847"/>
                  <a:gd name="connsiteY11" fmla="*/ 809774 h 1928612"/>
                  <a:gd name="connsiteX12" fmla="*/ 37338 w 932847"/>
                  <a:gd name="connsiteY12" fmla="*/ 523532 h 1928612"/>
                  <a:gd name="connsiteX13" fmla="*/ 148346 w 932847"/>
                  <a:gd name="connsiteY13" fmla="*/ 212237 h 1928612"/>
                  <a:gd name="connsiteX0" fmla="*/ 148346 w 932847"/>
                  <a:gd name="connsiteY0" fmla="*/ 212237 h 1928612"/>
                  <a:gd name="connsiteX1" fmla="*/ 581913 w 932847"/>
                  <a:gd name="connsiteY1" fmla="*/ 174851 h 1928612"/>
                  <a:gd name="connsiteX2" fmla="*/ 812843 w 932847"/>
                  <a:gd name="connsiteY2" fmla="*/ 449929 h 1928612"/>
                  <a:gd name="connsiteX3" fmla="*/ 908188 w 932847"/>
                  <a:gd name="connsiteY3" fmla="*/ 738336 h 1928612"/>
                  <a:gd name="connsiteX4" fmla="*/ 893900 w 932847"/>
                  <a:gd name="connsiteY4" fmla="*/ 938361 h 1928612"/>
                  <a:gd name="connsiteX5" fmla="*/ 865325 w 932847"/>
                  <a:gd name="connsiteY5" fmla="*/ 1205061 h 1928612"/>
                  <a:gd name="connsiteX6" fmla="*/ 898663 w 932847"/>
                  <a:gd name="connsiteY6" fmla="*/ 1500336 h 1928612"/>
                  <a:gd name="connsiteX7" fmla="*/ 762138 w 932847"/>
                  <a:gd name="connsiteY7" fmla="*/ 1924198 h 1928612"/>
                  <a:gd name="connsiteX8" fmla="*/ 470038 w 932847"/>
                  <a:gd name="connsiteY8" fmla="*/ 1728936 h 1928612"/>
                  <a:gd name="connsiteX9" fmla="*/ 398600 w 932847"/>
                  <a:gd name="connsiteY9" fmla="*/ 1567011 h 1928612"/>
                  <a:gd name="connsiteX10" fmla="*/ 289063 w 932847"/>
                  <a:gd name="connsiteY10" fmla="*/ 1381274 h 1928612"/>
                  <a:gd name="connsiteX11" fmla="*/ 141426 w 932847"/>
                  <a:gd name="connsiteY11" fmla="*/ 1095524 h 1928612"/>
                  <a:gd name="connsiteX12" fmla="*/ 89039 w 932847"/>
                  <a:gd name="connsiteY12" fmla="*/ 809774 h 1928612"/>
                  <a:gd name="connsiteX13" fmla="*/ 37338 w 932847"/>
                  <a:gd name="connsiteY13" fmla="*/ 523532 h 1928612"/>
                  <a:gd name="connsiteX14" fmla="*/ 148346 w 932847"/>
                  <a:gd name="connsiteY14" fmla="*/ 212237 h 1928612"/>
                  <a:gd name="connsiteX0" fmla="*/ 148346 w 932847"/>
                  <a:gd name="connsiteY0" fmla="*/ 212237 h 1928612"/>
                  <a:gd name="connsiteX1" fmla="*/ 581913 w 932847"/>
                  <a:gd name="connsiteY1" fmla="*/ 174851 h 1928612"/>
                  <a:gd name="connsiteX2" fmla="*/ 812843 w 932847"/>
                  <a:gd name="connsiteY2" fmla="*/ 449929 h 1928612"/>
                  <a:gd name="connsiteX3" fmla="*/ 908188 w 932847"/>
                  <a:gd name="connsiteY3" fmla="*/ 738336 h 1928612"/>
                  <a:gd name="connsiteX4" fmla="*/ 893900 w 932847"/>
                  <a:gd name="connsiteY4" fmla="*/ 938361 h 1928612"/>
                  <a:gd name="connsiteX5" fmla="*/ 865325 w 932847"/>
                  <a:gd name="connsiteY5" fmla="*/ 1205061 h 1928612"/>
                  <a:gd name="connsiteX6" fmla="*/ 898663 w 932847"/>
                  <a:gd name="connsiteY6" fmla="*/ 1500336 h 1928612"/>
                  <a:gd name="connsiteX7" fmla="*/ 762138 w 932847"/>
                  <a:gd name="connsiteY7" fmla="*/ 1924198 h 1928612"/>
                  <a:gd name="connsiteX8" fmla="*/ 470038 w 932847"/>
                  <a:gd name="connsiteY8" fmla="*/ 1728936 h 1928612"/>
                  <a:gd name="connsiteX9" fmla="*/ 398600 w 932847"/>
                  <a:gd name="connsiteY9" fmla="*/ 1567011 h 1928612"/>
                  <a:gd name="connsiteX10" fmla="*/ 289063 w 932847"/>
                  <a:gd name="connsiteY10" fmla="*/ 1381274 h 1928612"/>
                  <a:gd name="connsiteX11" fmla="*/ 141426 w 932847"/>
                  <a:gd name="connsiteY11" fmla="*/ 1095524 h 1928612"/>
                  <a:gd name="connsiteX12" fmla="*/ 89039 w 932847"/>
                  <a:gd name="connsiteY12" fmla="*/ 809774 h 1928612"/>
                  <a:gd name="connsiteX13" fmla="*/ 37338 w 932847"/>
                  <a:gd name="connsiteY13" fmla="*/ 523532 h 1928612"/>
                  <a:gd name="connsiteX14" fmla="*/ 148346 w 932847"/>
                  <a:gd name="connsiteY14" fmla="*/ 212237 h 1928612"/>
                  <a:gd name="connsiteX0" fmla="*/ 148346 w 932847"/>
                  <a:gd name="connsiteY0" fmla="*/ 190693 h 1907068"/>
                  <a:gd name="connsiteX1" fmla="*/ 581913 w 932847"/>
                  <a:gd name="connsiteY1" fmla="*/ 153307 h 1907068"/>
                  <a:gd name="connsiteX2" fmla="*/ 812843 w 932847"/>
                  <a:gd name="connsiteY2" fmla="*/ 428385 h 1907068"/>
                  <a:gd name="connsiteX3" fmla="*/ 908188 w 932847"/>
                  <a:gd name="connsiteY3" fmla="*/ 716792 h 1907068"/>
                  <a:gd name="connsiteX4" fmla="*/ 893900 w 932847"/>
                  <a:gd name="connsiteY4" fmla="*/ 916817 h 1907068"/>
                  <a:gd name="connsiteX5" fmla="*/ 865325 w 932847"/>
                  <a:gd name="connsiteY5" fmla="*/ 1183517 h 1907068"/>
                  <a:gd name="connsiteX6" fmla="*/ 898663 w 932847"/>
                  <a:gd name="connsiteY6" fmla="*/ 1478792 h 1907068"/>
                  <a:gd name="connsiteX7" fmla="*/ 762138 w 932847"/>
                  <a:gd name="connsiteY7" fmla="*/ 1902654 h 1907068"/>
                  <a:gd name="connsiteX8" fmla="*/ 470038 w 932847"/>
                  <a:gd name="connsiteY8" fmla="*/ 1707392 h 1907068"/>
                  <a:gd name="connsiteX9" fmla="*/ 398600 w 932847"/>
                  <a:gd name="connsiteY9" fmla="*/ 1545467 h 1907068"/>
                  <a:gd name="connsiteX10" fmla="*/ 289063 w 932847"/>
                  <a:gd name="connsiteY10" fmla="*/ 1359730 h 1907068"/>
                  <a:gd name="connsiteX11" fmla="*/ 141426 w 932847"/>
                  <a:gd name="connsiteY11" fmla="*/ 1073980 h 1907068"/>
                  <a:gd name="connsiteX12" fmla="*/ 89039 w 932847"/>
                  <a:gd name="connsiteY12" fmla="*/ 788230 h 1907068"/>
                  <a:gd name="connsiteX13" fmla="*/ 37338 w 932847"/>
                  <a:gd name="connsiteY13" fmla="*/ 501988 h 1907068"/>
                  <a:gd name="connsiteX14" fmla="*/ 148346 w 932847"/>
                  <a:gd name="connsiteY14" fmla="*/ 190693 h 1907068"/>
                  <a:gd name="connsiteX0" fmla="*/ 148346 w 932847"/>
                  <a:gd name="connsiteY0" fmla="*/ 190693 h 1907068"/>
                  <a:gd name="connsiteX1" fmla="*/ 581913 w 932847"/>
                  <a:gd name="connsiteY1" fmla="*/ 153307 h 1907068"/>
                  <a:gd name="connsiteX2" fmla="*/ 812843 w 932847"/>
                  <a:gd name="connsiteY2" fmla="*/ 428385 h 1907068"/>
                  <a:gd name="connsiteX3" fmla="*/ 908188 w 932847"/>
                  <a:gd name="connsiteY3" fmla="*/ 716792 h 1907068"/>
                  <a:gd name="connsiteX4" fmla="*/ 893900 w 932847"/>
                  <a:gd name="connsiteY4" fmla="*/ 916817 h 1907068"/>
                  <a:gd name="connsiteX5" fmla="*/ 865325 w 932847"/>
                  <a:gd name="connsiteY5" fmla="*/ 1183517 h 1907068"/>
                  <a:gd name="connsiteX6" fmla="*/ 898663 w 932847"/>
                  <a:gd name="connsiteY6" fmla="*/ 1478792 h 1907068"/>
                  <a:gd name="connsiteX7" fmla="*/ 762138 w 932847"/>
                  <a:gd name="connsiteY7" fmla="*/ 1902654 h 1907068"/>
                  <a:gd name="connsiteX8" fmla="*/ 470038 w 932847"/>
                  <a:gd name="connsiteY8" fmla="*/ 1707392 h 1907068"/>
                  <a:gd name="connsiteX9" fmla="*/ 398600 w 932847"/>
                  <a:gd name="connsiteY9" fmla="*/ 1545467 h 1907068"/>
                  <a:gd name="connsiteX10" fmla="*/ 289063 w 932847"/>
                  <a:gd name="connsiteY10" fmla="*/ 1359730 h 1907068"/>
                  <a:gd name="connsiteX11" fmla="*/ 107309 w 932847"/>
                  <a:gd name="connsiteY11" fmla="*/ 980317 h 1907068"/>
                  <a:gd name="connsiteX12" fmla="*/ 89039 w 932847"/>
                  <a:gd name="connsiteY12" fmla="*/ 788230 h 1907068"/>
                  <a:gd name="connsiteX13" fmla="*/ 37338 w 932847"/>
                  <a:gd name="connsiteY13" fmla="*/ 501988 h 1907068"/>
                  <a:gd name="connsiteX14" fmla="*/ 148346 w 932847"/>
                  <a:gd name="connsiteY14" fmla="*/ 190693 h 1907068"/>
                  <a:gd name="connsiteX0" fmla="*/ 148346 w 932847"/>
                  <a:gd name="connsiteY0" fmla="*/ 190693 h 1907068"/>
                  <a:gd name="connsiteX1" fmla="*/ 581913 w 932847"/>
                  <a:gd name="connsiteY1" fmla="*/ 153307 h 1907068"/>
                  <a:gd name="connsiteX2" fmla="*/ 812843 w 932847"/>
                  <a:gd name="connsiteY2" fmla="*/ 428385 h 1907068"/>
                  <a:gd name="connsiteX3" fmla="*/ 908188 w 932847"/>
                  <a:gd name="connsiteY3" fmla="*/ 716792 h 1907068"/>
                  <a:gd name="connsiteX4" fmla="*/ 893900 w 932847"/>
                  <a:gd name="connsiteY4" fmla="*/ 916817 h 1907068"/>
                  <a:gd name="connsiteX5" fmla="*/ 865325 w 932847"/>
                  <a:gd name="connsiteY5" fmla="*/ 1183517 h 1907068"/>
                  <a:gd name="connsiteX6" fmla="*/ 898663 w 932847"/>
                  <a:gd name="connsiteY6" fmla="*/ 1478792 h 1907068"/>
                  <a:gd name="connsiteX7" fmla="*/ 762138 w 932847"/>
                  <a:gd name="connsiteY7" fmla="*/ 1902654 h 1907068"/>
                  <a:gd name="connsiteX8" fmla="*/ 470038 w 932847"/>
                  <a:gd name="connsiteY8" fmla="*/ 1707392 h 1907068"/>
                  <a:gd name="connsiteX9" fmla="*/ 398600 w 932847"/>
                  <a:gd name="connsiteY9" fmla="*/ 1545467 h 1907068"/>
                  <a:gd name="connsiteX10" fmla="*/ 289063 w 932847"/>
                  <a:gd name="connsiteY10" fmla="*/ 1359730 h 1907068"/>
                  <a:gd name="connsiteX11" fmla="*/ 107309 w 932847"/>
                  <a:gd name="connsiteY11" fmla="*/ 980317 h 1907068"/>
                  <a:gd name="connsiteX12" fmla="*/ 37338 w 932847"/>
                  <a:gd name="connsiteY12" fmla="*/ 501988 h 1907068"/>
                  <a:gd name="connsiteX13" fmla="*/ 148346 w 932847"/>
                  <a:gd name="connsiteY13" fmla="*/ 190693 h 1907068"/>
                  <a:gd name="connsiteX0" fmla="*/ 164947 w 949448"/>
                  <a:gd name="connsiteY0" fmla="*/ 190693 h 1907068"/>
                  <a:gd name="connsiteX1" fmla="*/ 598514 w 949448"/>
                  <a:gd name="connsiteY1" fmla="*/ 153307 h 1907068"/>
                  <a:gd name="connsiteX2" fmla="*/ 829444 w 949448"/>
                  <a:gd name="connsiteY2" fmla="*/ 428385 h 1907068"/>
                  <a:gd name="connsiteX3" fmla="*/ 924789 w 949448"/>
                  <a:gd name="connsiteY3" fmla="*/ 716792 h 1907068"/>
                  <a:gd name="connsiteX4" fmla="*/ 910501 w 949448"/>
                  <a:gd name="connsiteY4" fmla="*/ 916817 h 1907068"/>
                  <a:gd name="connsiteX5" fmla="*/ 881926 w 949448"/>
                  <a:gd name="connsiteY5" fmla="*/ 1183517 h 1907068"/>
                  <a:gd name="connsiteX6" fmla="*/ 915264 w 949448"/>
                  <a:gd name="connsiteY6" fmla="*/ 1478792 h 1907068"/>
                  <a:gd name="connsiteX7" fmla="*/ 778739 w 949448"/>
                  <a:gd name="connsiteY7" fmla="*/ 1902654 h 1907068"/>
                  <a:gd name="connsiteX8" fmla="*/ 486639 w 949448"/>
                  <a:gd name="connsiteY8" fmla="*/ 1707392 h 1907068"/>
                  <a:gd name="connsiteX9" fmla="*/ 415201 w 949448"/>
                  <a:gd name="connsiteY9" fmla="*/ 1545467 h 1907068"/>
                  <a:gd name="connsiteX10" fmla="*/ 305664 w 949448"/>
                  <a:gd name="connsiteY10" fmla="*/ 1359730 h 1907068"/>
                  <a:gd name="connsiteX11" fmla="*/ 123910 w 949448"/>
                  <a:gd name="connsiteY11" fmla="*/ 980317 h 1907068"/>
                  <a:gd name="connsiteX12" fmla="*/ 53939 w 949448"/>
                  <a:gd name="connsiteY12" fmla="*/ 501988 h 1907068"/>
                  <a:gd name="connsiteX13" fmla="*/ 164947 w 949448"/>
                  <a:gd name="connsiteY13" fmla="*/ 190693 h 1907068"/>
                  <a:gd name="connsiteX0" fmla="*/ 164947 w 940465"/>
                  <a:gd name="connsiteY0" fmla="*/ 190693 h 1907068"/>
                  <a:gd name="connsiteX1" fmla="*/ 598514 w 940465"/>
                  <a:gd name="connsiteY1" fmla="*/ 153307 h 1907068"/>
                  <a:gd name="connsiteX2" fmla="*/ 829444 w 940465"/>
                  <a:gd name="connsiteY2" fmla="*/ 428385 h 1907068"/>
                  <a:gd name="connsiteX3" fmla="*/ 865607 w 940465"/>
                  <a:gd name="connsiteY3" fmla="*/ 693693 h 1907068"/>
                  <a:gd name="connsiteX4" fmla="*/ 910501 w 940465"/>
                  <a:gd name="connsiteY4" fmla="*/ 916817 h 1907068"/>
                  <a:gd name="connsiteX5" fmla="*/ 881926 w 940465"/>
                  <a:gd name="connsiteY5" fmla="*/ 1183517 h 1907068"/>
                  <a:gd name="connsiteX6" fmla="*/ 915264 w 940465"/>
                  <a:gd name="connsiteY6" fmla="*/ 1478792 h 1907068"/>
                  <a:gd name="connsiteX7" fmla="*/ 778739 w 940465"/>
                  <a:gd name="connsiteY7" fmla="*/ 1902654 h 1907068"/>
                  <a:gd name="connsiteX8" fmla="*/ 486639 w 940465"/>
                  <a:gd name="connsiteY8" fmla="*/ 1707392 h 1907068"/>
                  <a:gd name="connsiteX9" fmla="*/ 415201 w 940465"/>
                  <a:gd name="connsiteY9" fmla="*/ 1545467 h 1907068"/>
                  <a:gd name="connsiteX10" fmla="*/ 305664 w 940465"/>
                  <a:gd name="connsiteY10" fmla="*/ 1359730 h 1907068"/>
                  <a:gd name="connsiteX11" fmla="*/ 123910 w 940465"/>
                  <a:gd name="connsiteY11" fmla="*/ 980317 h 1907068"/>
                  <a:gd name="connsiteX12" fmla="*/ 53939 w 940465"/>
                  <a:gd name="connsiteY12" fmla="*/ 501988 h 1907068"/>
                  <a:gd name="connsiteX13" fmla="*/ 164947 w 940465"/>
                  <a:gd name="connsiteY13" fmla="*/ 190693 h 1907068"/>
                  <a:gd name="connsiteX0" fmla="*/ 164947 w 940465"/>
                  <a:gd name="connsiteY0" fmla="*/ 190693 h 1907068"/>
                  <a:gd name="connsiteX1" fmla="*/ 598514 w 940465"/>
                  <a:gd name="connsiteY1" fmla="*/ 153307 h 1907068"/>
                  <a:gd name="connsiteX2" fmla="*/ 829444 w 940465"/>
                  <a:gd name="connsiteY2" fmla="*/ 428385 h 1907068"/>
                  <a:gd name="connsiteX3" fmla="*/ 865607 w 940465"/>
                  <a:gd name="connsiteY3" fmla="*/ 693693 h 1907068"/>
                  <a:gd name="connsiteX4" fmla="*/ 881926 w 940465"/>
                  <a:gd name="connsiteY4" fmla="*/ 1183517 h 1907068"/>
                  <a:gd name="connsiteX5" fmla="*/ 915264 w 940465"/>
                  <a:gd name="connsiteY5" fmla="*/ 1478792 h 1907068"/>
                  <a:gd name="connsiteX6" fmla="*/ 778739 w 940465"/>
                  <a:gd name="connsiteY6" fmla="*/ 1902654 h 1907068"/>
                  <a:gd name="connsiteX7" fmla="*/ 486639 w 940465"/>
                  <a:gd name="connsiteY7" fmla="*/ 1707392 h 1907068"/>
                  <a:gd name="connsiteX8" fmla="*/ 415201 w 940465"/>
                  <a:gd name="connsiteY8" fmla="*/ 1545467 h 1907068"/>
                  <a:gd name="connsiteX9" fmla="*/ 305664 w 940465"/>
                  <a:gd name="connsiteY9" fmla="*/ 1359730 h 1907068"/>
                  <a:gd name="connsiteX10" fmla="*/ 123910 w 940465"/>
                  <a:gd name="connsiteY10" fmla="*/ 980317 h 1907068"/>
                  <a:gd name="connsiteX11" fmla="*/ 53939 w 940465"/>
                  <a:gd name="connsiteY11" fmla="*/ 501988 h 1907068"/>
                  <a:gd name="connsiteX12" fmla="*/ 164947 w 940465"/>
                  <a:gd name="connsiteY12" fmla="*/ 190693 h 1907068"/>
                  <a:gd name="connsiteX0" fmla="*/ 164947 w 955152"/>
                  <a:gd name="connsiteY0" fmla="*/ 190693 h 1907068"/>
                  <a:gd name="connsiteX1" fmla="*/ 598514 w 955152"/>
                  <a:gd name="connsiteY1" fmla="*/ 153307 h 1907068"/>
                  <a:gd name="connsiteX2" fmla="*/ 829444 w 955152"/>
                  <a:gd name="connsiteY2" fmla="*/ 428385 h 1907068"/>
                  <a:gd name="connsiteX3" fmla="*/ 865607 w 955152"/>
                  <a:gd name="connsiteY3" fmla="*/ 693693 h 1907068"/>
                  <a:gd name="connsiteX4" fmla="*/ 936970 w 955152"/>
                  <a:gd name="connsiteY4" fmla="*/ 957916 h 1907068"/>
                  <a:gd name="connsiteX5" fmla="*/ 915264 w 955152"/>
                  <a:gd name="connsiteY5" fmla="*/ 1478792 h 1907068"/>
                  <a:gd name="connsiteX6" fmla="*/ 778739 w 955152"/>
                  <a:gd name="connsiteY6" fmla="*/ 1902654 h 1907068"/>
                  <a:gd name="connsiteX7" fmla="*/ 486639 w 955152"/>
                  <a:gd name="connsiteY7" fmla="*/ 1707392 h 1907068"/>
                  <a:gd name="connsiteX8" fmla="*/ 415201 w 955152"/>
                  <a:gd name="connsiteY8" fmla="*/ 1545467 h 1907068"/>
                  <a:gd name="connsiteX9" fmla="*/ 305664 w 955152"/>
                  <a:gd name="connsiteY9" fmla="*/ 1359730 h 1907068"/>
                  <a:gd name="connsiteX10" fmla="*/ 123910 w 955152"/>
                  <a:gd name="connsiteY10" fmla="*/ 980317 h 1907068"/>
                  <a:gd name="connsiteX11" fmla="*/ 53939 w 955152"/>
                  <a:gd name="connsiteY11" fmla="*/ 501988 h 1907068"/>
                  <a:gd name="connsiteX12" fmla="*/ 164947 w 955152"/>
                  <a:gd name="connsiteY12" fmla="*/ 190693 h 1907068"/>
                  <a:gd name="connsiteX0" fmla="*/ 164947 w 955152"/>
                  <a:gd name="connsiteY0" fmla="*/ 190693 h 1907068"/>
                  <a:gd name="connsiteX1" fmla="*/ 598514 w 955152"/>
                  <a:gd name="connsiteY1" fmla="*/ 153307 h 1907068"/>
                  <a:gd name="connsiteX2" fmla="*/ 829444 w 955152"/>
                  <a:gd name="connsiteY2" fmla="*/ 428385 h 1907068"/>
                  <a:gd name="connsiteX3" fmla="*/ 865607 w 955152"/>
                  <a:gd name="connsiteY3" fmla="*/ 693693 h 1907068"/>
                  <a:gd name="connsiteX4" fmla="*/ 936970 w 955152"/>
                  <a:gd name="connsiteY4" fmla="*/ 957916 h 1907068"/>
                  <a:gd name="connsiteX5" fmla="*/ 915264 w 955152"/>
                  <a:gd name="connsiteY5" fmla="*/ 1478792 h 1907068"/>
                  <a:gd name="connsiteX6" fmla="*/ 778739 w 955152"/>
                  <a:gd name="connsiteY6" fmla="*/ 1902654 h 1907068"/>
                  <a:gd name="connsiteX7" fmla="*/ 486639 w 955152"/>
                  <a:gd name="connsiteY7" fmla="*/ 1707392 h 1907068"/>
                  <a:gd name="connsiteX8" fmla="*/ 415201 w 955152"/>
                  <a:gd name="connsiteY8" fmla="*/ 1545467 h 1907068"/>
                  <a:gd name="connsiteX9" fmla="*/ 305664 w 955152"/>
                  <a:gd name="connsiteY9" fmla="*/ 1359730 h 1907068"/>
                  <a:gd name="connsiteX10" fmla="*/ 123910 w 955152"/>
                  <a:gd name="connsiteY10" fmla="*/ 980317 h 1907068"/>
                  <a:gd name="connsiteX11" fmla="*/ 53939 w 955152"/>
                  <a:gd name="connsiteY11" fmla="*/ 501988 h 1907068"/>
                  <a:gd name="connsiteX12" fmla="*/ 164947 w 955152"/>
                  <a:gd name="connsiteY12" fmla="*/ 190693 h 1907068"/>
                  <a:gd name="connsiteX0" fmla="*/ 164947 w 955152"/>
                  <a:gd name="connsiteY0" fmla="*/ 190693 h 1907068"/>
                  <a:gd name="connsiteX1" fmla="*/ 598514 w 955152"/>
                  <a:gd name="connsiteY1" fmla="*/ 153307 h 1907068"/>
                  <a:gd name="connsiteX2" fmla="*/ 829444 w 955152"/>
                  <a:gd name="connsiteY2" fmla="*/ 428385 h 1907068"/>
                  <a:gd name="connsiteX3" fmla="*/ 865607 w 955152"/>
                  <a:gd name="connsiteY3" fmla="*/ 693693 h 1907068"/>
                  <a:gd name="connsiteX4" fmla="*/ 936970 w 955152"/>
                  <a:gd name="connsiteY4" fmla="*/ 957916 h 1907068"/>
                  <a:gd name="connsiteX5" fmla="*/ 915264 w 955152"/>
                  <a:gd name="connsiteY5" fmla="*/ 1478792 h 1907068"/>
                  <a:gd name="connsiteX6" fmla="*/ 778739 w 955152"/>
                  <a:gd name="connsiteY6" fmla="*/ 1902654 h 1907068"/>
                  <a:gd name="connsiteX7" fmla="*/ 486639 w 955152"/>
                  <a:gd name="connsiteY7" fmla="*/ 1707392 h 1907068"/>
                  <a:gd name="connsiteX8" fmla="*/ 415201 w 955152"/>
                  <a:gd name="connsiteY8" fmla="*/ 1545467 h 1907068"/>
                  <a:gd name="connsiteX9" fmla="*/ 305664 w 955152"/>
                  <a:gd name="connsiteY9" fmla="*/ 1359730 h 1907068"/>
                  <a:gd name="connsiteX10" fmla="*/ 123910 w 955152"/>
                  <a:gd name="connsiteY10" fmla="*/ 980317 h 1907068"/>
                  <a:gd name="connsiteX11" fmla="*/ 53939 w 955152"/>
                  <a:gd name="connsiteY11" fmla="*/ 501988 h 1907068"/>
                  <a:gd name="connsiteX12" fmla="*/ 164947 w 955152"/>
                  <a:gd name="connsiteY12" fmla="*/ 190693 h 1907068"/>
                  <a:gd name="connsiteX0" fmla="*/ 164947 w 986806"/>
                  <a:gd name="connsiteY0" fmla="*/ 190693 h 1907068"/>
                  <a:gd name="connsiteX1" fmla="*/ 598514 w 986806"/>
                  <a:gd name="connsiteY1" fmla="*/ 153307 h 1907068"/>
                  <a:gd name="connsiteX2" fmla="*/ 829444 w 986806"/>
                  <a:gd name="connsiteY2" fmla="*/ 428385 h 1907068"/>
                  <a:gd name="connsiteX3" fmla="*/ 865607 w 986806"/>
                  <a:gd name="connsiteY3" fmla="*/ 693693 h 1907068"/>
                  <a:gd name="connsiteX4" fmla="*/ 936970 w 986806"/>
                  <a:gd name="connsiteY4" fmla="*/ 957916 h 1907068"/>
                  <a:gd name="connsiteX5" fmla="*/ 986565 w 986806"/>
                  <a:gd name="connsiteY5" fmla="*/ 1294174 h 1907068"/>
                  <a:gd name="connsiteX6" fmla="*/ 915264 w 986806"/>
                  <a:gd name="connsiteY6" fmla="*/ 1478792 h 1907068"/>
                  <a:gd name="connsiteX7" fmla="*/ 778739 w 986806"/>
                  <a:gd name="connsiteY7" fmla="*/ 1902654 h 1907068"/>
                  <a:gd name="connsiteX8" fmla="*/ 486639 w 986806"/>
                  <a:gd name="connsiteY8" fmla="*/ 1707392 h 1907068"/>
                  <a:gd name="connsiteX9" fmla="*/ 415201 w 986806"/>
                  <a:gd name="connsiteY9" fmla="*/ 1545467 h 1907068"/>
                  <a:gd name="connsiteX10" fmla="*/ 305664 w 986806"/>
                  <a:gd name="connsiteY10" fmla="*/ 1359730 h 1907068"/>
                  <a:gd name="connsiteX11" fmla="*/ 123910 w 986806"/>
                  <a:gd name="connsiteY11" fmla="*/ 980317 h 1907068"/>
                  <a:gd name="connsiteX12" fmla="*/ 53939 w 986806"/>
                  <a:gd name="connsiteY12" fmla="*/ 501988 h 1907068"/>
                  <a:gd name="connsiteX13" fmla="*/ 164947 w 986806"/>
                  <a:gd name="connsiteY13" fmla="*/ 190693 h 1907068"/>
                  <a:gd name="connsiteX0" fmla="*/ 164947 w 1026643"/>
                  <a:gd name="connsiteY0" fmla="*/ 190693 h 1907068"/>
                  <a:gd name="connsiteX1" fmla="*/ 598514 w 1026643"/>
                  <a:gd name="connsiteY1" fmla="*/ 153307 h 1907068"/>
                  <a:gd name="connsiteX2" fmla="*/ 829444 w 1026643"/>
                  <a:gd name="connsiteY2" fmla="*/ 428385 h 1907068"/>
                  <a:gd name="connsiteX3" fmla="*/ 865607 w 1026643"/>
                  <a:gd name="connsiteY3" fmla="*/ 693693 h 1907068"/>
                  <a:gd name="connsiteX4" fmla="*/ 936970 w 1026643"/>
                  <a:gd name="connsiteY4" fmla="*/ 957916 h 1907068"/>
                  <a:gd name="connsiteX5" fmla="*/ 986565 w 1026643"/>
                  <a:gd name="connsiteY5" fmla="*/ 1294174 h 1907068"/>
                  <a:gd name="connsiteX6" fmla="*/ 915264 w 1026643"/>
                  <a:gd name="connsiteY6" fmla="*/ 1478792 h 1907068"/>
                  <a:gd name="connsiteX7" fmla="*/ 778739 w 1026643"/>
                  <a:gd name="connsiteY7" fmla="*/ 1902654 h 1907068"/>
                  <a:gd name="connsiteX8" fmla="*/ 486639 w 1026643"/>
                  <a:gd name="connsiteY8" fmla="*/ 1707392 h 1907068"/>
                  <a:gd name="connsiteX9" fmla="*/ 415201 w 1026643"/>
                  <a:gd name="connsiteY9" fmla="*/ 1545467 h 1907068"/>
                  <a:gd name="connsiteX10" fmla="*/ 305664 w 1026643"/>
                  <a:gd name="connsiteY10" fmla="*/ 1359730 h 1907068"/>
                  <a:gd name="connsiteX11" fmla="*/ 123910 w 1026643"/>
                  <a:gd name="connsiteY11" fmla="*/ 980317 h 1907068"/>
                  <a:gd name="connsiteX12" fmla="*/ 53939 w 1026643"/>
                  <a:gd name="connsiteY12" fmla="*/ 501988 h 1907068"/>
                  <a:gd name="connsiteX13" fmla="*/ 164947 w 1026643"/>
                  <a:gd name="connsiteY13" fmla="*/ 190693 h 1907068"/>
                  <a:gd name="connsiteX0" fmla="*/ 164947 w 1026643"/>
                  <a:gd name="connsiteY0" fmla="*/ 190693 h 1907068"/>
                  <a:gd name="connsiteX1" fmla="*/ 598514 w 1026643"/>
                  <a:gd name="connsiteY1" fmla="*/ 153307 h 1907068"/>
                  <a:gd name="connsiteX2" fmla="*/ 829444 w 1026643"/>
                  <a:gd name="connsiteY2" fmla="*/ 428385 h 1907068"/>
                  <a:gd name="connsiteX3" fmla="*/ 865607 w 1026643"/>
                  <a:gd name="connsiteY3" fmla="*/ 693693 h 1907068"/>
                  <a:gd name="connsiteX4" fmla="*/ 936970 w 1026643"/>
                  <a:gd name="connsiteY4" fmla="*/ 957916 h 1907068"/>
                  <a:gd name="connsiteX5" fmla="*/ 986565 w 1026643"/>
                  <a:gd name="connsiteY5" fmla="*/ 1294174 h 1907068"/>
                  <a:gd name="connsiteX6" fmla="*/ 966196 w 1026643"/>
                  <a:gd name="connsiteY6" fmla="*/ 1506067 h 1907068"/>
                  <a:gd name="connsiteX7" fmla="*/ 778739 w 1026643"/>
                  <a:gd name="connsiteY7" fmla="*/ 1902654 h 1907068"/>
                  <a:gd name="connsiteX8" fmla="*/ 486639 w 1026643"/>
                  <a:gd name="connsiteY8" fmla="*/ 1707392 h 1907068"/>
                  <a:gd name="connsiteX9" fmla="*/ 415201 w 1026643"/>
                  <a:gd name="connsiteY9" fmla="*/ 1545467 h 1907068"/>
                  <a:gd name="connsiteX10" fmla="*/ 305664 w 1026643"/>
                  <a:gd name="connsiteY10" fmla="*/ 1359730 h 1907068"/>
                  <a:gd name="connsiteX11" fmla="*/ 123910 w 1026643"/>
                  <a:gd name="connsiteY11" fmla="*/ 980317 h 1907068"/>
                  <a:gd name="connsiteX12" fmla="*/ 53939 w 1026643"/>
                  <a:gd name="connsiteY12" fmla="*/ 501988 h 1907068"/>
                  <a:gd name="connsiteX13" fmla="*/ 164947 w 1026643"/>
                  <a:gd name="connsiteY13" fmla="*/ 190693 h 19070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026643" h="1907068">
                    <a:moveTo>
                      <a:pt x="164947" y="190693"/>
                    </a:moveTo>
                    <a:cubicBezTo>
                      <a:pt x="408363" y="-134215"/>
                      <a:pt x="505143" y="27749"/>
                      <a:pt x="598514" y="153307"/>
                    </a:cubicBezTo>
                    <a:cubicBezTo>
                      <a:pt x="714975" y="193247"/>
                      <a:pt x="836782" y="269475"/>
                      <a:pt x="829444" y="428385"/>
                    </a:cubicBezTo>
                    <a:cubicBezTo>
                      <a:pt x="883823" y="522299"/>
                      <a:pt x="857809" y="612612"/>
                      <a:pt x="865607" y="693693"/>
                    </a:cubicBezTo>
                    <a:cubicBezTo>
                      <a:pt x="934646" y="827618"/>
                      <a:pt x="977721" y="826368"/>
                      <a:pt x="936970" y="957916"/>
                    </a:cubicBezTo>
                    <a:cubicBezTo>
                      <a:pt x="952105" y="1057324"/>
                      <a:pt x="1094420" y="1140136"/>
                      <a:pt x="986565" y="1294174"/>
                    </a:cubicBezTo>
                    <a:cubicBezTo>
                      <a:pt x="982947" y="1380987"/>
                      <a:pt x="995809" y="1403981"/>
                      <a:pt x="966196" y="1506067"/>
                    </a:cubicBezTo>
                    <a:cubicBezTo>
                      <a:pt x="920688" y="1647354"/>
                      <a:pt x="1019510" y="1847092"/>
                      <a:pt x="778739" y="1902654"/>
                    </a:cubicBezTo>
                    <a:cubicBezTo>
                      <a:pt x="623693" y="1932022"/>
                      <a:pt x="513097" y="1808992"/>
                      <a:pt x="486639" y="1707392"/>
                    </a:cubicBezTo>
                    <a:cubicBezTo>
                      <a:pt x="460181" y="1605792"/>
                      <a:pt x="439807" y="1607379"/>
                      <a:pt x="415201" y="1545467"/>
                    </a:cubicBezTo>
                    <a:cubicBezTo>
                      <a:pt x="338208" y="1493080"/>
                      <a:pt x="342176" y="1443868"/>
                      <a:pt x="305664" y="1359730"/>
                    </a:cubicBezTo>
                    <a:cubicBezTo>
                      <a:pt x="154852" y="1242256"/>
                      <a:pt x="146135" y="1074773"/>
                      <a:pt x="123910" y="980317"/>
                    </a:cubicBezTo>
                    <a:cubicBezTo>
                      <a:pt x="-100511" y="727143"/>
                      <a:pt x="47100" y="633592"/>
                      <a:pt x="53939" y="501988"/>
                    </a:cubicBezTo>
                    <a:cubicBezTo>
                      <a:pt x="112676" y="416263"/>
                      <a:pt x="-127153" y="285943"/>
                      <a:pt x="164947" y="190693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Rectangle 7">
                <a:extLst>
                  <a:ext uri="{FF2B5EF4-FFF2-40B4-BE49-F238E27FC236}">
                    <a16:creationId xmlns:a16="http://schemas.microsoft.com/office/drawing/2014/main" id="{76B1C57B-B7B3-F5A8-F015-B336CB45FCE5}"/>
                  </a:ext>
                </a:extLst>
              </p:cNvPr>
              <p:cNvSpPr/>
              <p:nvPr/>
            </p:nvSpPr>
            <p:spPr>
              <a:xfrm rot="18342314" flipH="1" flipV="1">
                <a:off x="5807350" y="2911001"/>
                <a:ext cx="1177253" cy="403310"/>
              </a:xfrm>
              <a:custGeom>
                <a:avLst/>
                <a:gdLst>
                  <a:gd name="connsiteX0" fmla="*/ 0 w 1007285"/>
                  <a:gd name="connsiteY0" fmla="*/ 0 h 94954"/>
                  <a:gd name="connsiteX1" fmla="*/ 1007285 w 1007285"/>
                  <a:gd name="connsiteY1" fmla="*/ 0 h 94954"/>
                  <a:gd name="connsiteX2" fmla="*/ 1007285 w 1007285"/>
                  <a:gd name="connsiteY2" fmla="*/ 94954 h 94954"/>
                  <a:gd name="connsiteX3" fmla="*/ 0 w 1007285"/>
                  <a:gd name="connsiteY3" fmla="*/ 94954 h 94954"/>
                  <a:gd name="connsiteX4" fmla="*/ 0 w 1007285"/>
                  <a:gd name="connsiteY4" fmla="*/ 0 h 94954"/>
                  <a:gd name="connsiteX0" fmla="*/ 2819400 w 3826685"/>
                  <a:gd name="connsiteY0" fmla="*/ 0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4" fmla="*/ 2819400 w 3826685"/>
                  <a:gd name="connsiteY4" fmla="*/ 0 h 869654"/>
                  <a:gd name="connsiteX0" fmla="*/ 0 w 3826685"/>
                  <a:gd name="connsiteY0" fmla="*/ 869654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968065 h 1033547"/>
                  <a:gd name="connsiteX1" fmla="*/ 3826685 w 3826685"/>
                  <a:gd name="connsiteY1" fmla="*/ 98411 h 1033547"/>
                  <a:gd name="connsiteX2" fmla="*/ 3826685 w 3826685"/>
                  <a:gd name="connsiteY2" fmla="*/ 193365 h 1033547"/>
                  <a:gd name="connsiteX3" fmla="*/ 0 w 3826685"/>
                  <a:gd name="connsiteY3" fmla="*/ 968065 h 1033547"/>
                  <a:gd name="connsiteX0" fmla="*/ 0 w 3826685"/>
                  <a:gd name="connsiteY0" fmla="*/ 968065 h 1013810"/>
                  <a:gd name="connsiteX1" fmla="*/ 3826685 w 3826685"/>
                  <a:gd name="connsiteY1" fmla="*/ 98411 h 1013810"/>
                  <a:gd name="connsiteX2" fmla="*/ 3826685 w 3826685"/>
                  <a:gd name="connsiteY2" fmla="*/ 193365 h 1013810"/>
                  <a:gd name="connsiteX3" fmla="*/ 0 w 3826685"/>
                  <a:gd name="connsiteY3" fmla="*/ 968065 h 1013810"/>
                  <a:gd name="connsiteX0" fmla="*/ 0 w 3826685"/>
                  <a:gd name="connsiteY0" fmla="*/ 968065 h 1012429"/>
                  <a:gd name="connsiteX1" fmla="*/ 3826685 w 3826685"/>
                  <a:gd name="connsiteY1" fmla="*/ 98411 h 1012429"/>
                  <a:gd name="connsiteX2" fmla="*/ 3826685 w 3826685"/>
                  <a:gd name="connsiteY2" fmla="*/ 193365 h 1012429"/>
                  <a:gd name="connsiteX3" fmla="*/ 0 w 3826685"/>
                  <a:gd name="connsiteY3" fmla="*/ 968065 h 101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6685" h="1012429">
                    <a:moveTo>
                      <a:pt x="0" y="968065"/>
                    </a:moveTo>
                    <a:cubicBezTo>
                      <a:pt x="1199362" y="1008380"/>
                      <a:pt x="2779723" y="-373704"/>
                      <a:pt x="3826685" y="98411"/>
                    </a:cubicBezTo>
                    <a:lnTo>
                      <a:pt x="3826685" y="193365"/>
                    </a:lnTo>
                    <a:cubicBezTo>
                      <a:pt x="2614623" y="-65927"/>
                      <a:pt x="932662" y="1268632"/>
                      <a:pt x="0" y="968065"/>
                    </a:cubicBezTo>
                    <a:close/>
                  </a:path>
                </a:pathLst>
              </a:cu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BDE161F3-48A8-0BA5-C67B-EDB816BF0487}"/>
                </a:ext>
              </a:extLst>
            </p:cNvPr>
            <p:cNvGrpSpPr/>
            <p:nvPr/>
          </p:nvGrpSpPr>
          <p:grpSpPr>
            <a:xfrm>
              <a:off x="2121059" y="3386518"/>
              <a:ext cx="4243725" cy="2855281"/>
              <a:chOff x="2121059" y="3386518"/>
              <a:chExt cx="4243725" cy="2855281"/>
            </a:xfrm>
            <a:grpFill/>
          </p:grpSpPr>
          <p:sp>
            <p:nvSpPr>
              <p:cNvPr id="37" name="Rectangle 2">
                <a:extLst>
                  <a:ext uri="{FF2B5EF4-FFF2-40B4-BE49-F238E27FC236}">
                    <a16:creationId xmlns:a16="http://schemas.microsoft.com/office/drawing/2014/main" id="{699F864D-074C-B14A-F6FB-18823935036E}"/>
                  </a:ext>
                </a:extLst>
              </p:cNvPr>
              <p:cNvSpPr/>
              <p:nvPr/>
            </p:nvSpPr>
            <p:spPr>
              <a:xfrm>
                <a:off x="2121059" y="3386518"/>
                <a:ext cx="4243725" cy="2855281"/>
              </a:xfrm>
              <a:custGeom>
                <a:avLst/>
                <a:gdLst>
                  <a:gd name="connsiteX0" fmla="*/ 0 w 290285"/>
                  <a:gd name="connsiteY0" fmla="*/ 0 h 798286"/>
                  <a:gd name="connsiteX1" fmla="*/ 290285 w 290285"/>
                  <a:gd name="connsiteY1" fmla="*/ 0 h 798286"/>
                  <a:gd name="connsiteX2" fmla="*/ 290285 w 290285"/>
                  <a:gd name="connsiteY2" fmla="*/ 798286 h 798286"/>
                  <a:gd name="connsiteX3" fmla="*/ 0 w 290285"/>
                  <a:gd name="connsiteY3" fmla="*/ 798286 h 798286"/>
                  <a:gd name="connsiteX4" fmla="*/ 0 w 290285"/>
                  <a:gd name="connsiteY4" fmla="*/ 0 h 798286"/>
                  <a:gd name="connsiteX0" fmla="*/ 4064000 w 4354285"/>
                  <a:gd name="connsiteY0" fmla="*/ 0 h 2975428"/>
                  <a:gd name="connsiteX1" fmla="*/ 4354285 w 4354285"/>
                  <a:gd name="connsiteY1" fmla="*/ 0 h 2975428"/>
                  <a:gd name="connsiteX2" fmla="*/ 4354285 w 4354285"/>
                  <a:gd name="connsiteY2" fmla="*/ 798286 h 2975428"/>
                  <a:gd name="connsiteX3" fmla="*/ 0 w 4354285"/>
                  <a:gd name="connsiteY3" fmla="*/ 2975428 h 2975428"/>
                  <a:gd name="connsiteX4" fmla="*/ 4064000 w 4354285"/>
                  <a:gd name="connsiteY4" fmla="*/ 0 h 2975428"/>
                  <a:gd name="connsiteX0" fmla="*/ 0 w 4354285"/>
                  <a:gd name="connsiteY0" fmla="*/ 2975428 h 2975428"/>
                  <a:gd name="connsiteX1" fmla="*/ 4354285 w 4354285"/>
                  <a:gd name="connsiteY1" fmla="*/ 0 h 2975428"/>
                  <a:gd name="connsiteX2" fmla="*/ 4354285 w 4354285"/>
                  <a:gd name="connsiteY2" fmla="*/ 798286 h 2975428"/>
                  <a:gd name="connsiteX3" fmla="*/ 0 w 4354285"/>
                  <a:gd name="connsiteY3" fmla="*/ 2975428 h 2975428"/>
                  <a:gd name="connsiteX0" fmla="*/ 0 w 4354285"/>
                  <a:gd name="connsiteY0" fmla="*/ 2670628 h 2670628"/>
                  <a:gd name="connsiteX1" fmla="*/ 4165599 w 4354285"/>
                  <a:gd name="connsiteY1" fmla="*/ 0 h 2670628"/>
                  <a:gd name="connsiteX2" fmla="*/ 4354285 w 4354285"/>
                  <a:gd name="connsiteY2" fmla="*/ 493486 h 2670628"/>
                  <a:gd name="connsiteX3" fmla="*/ 0 w 4354285"/>
                  <a:gd name="connsiteY3" fmla="*/ 2670628 h 2670628"/>
                  <a:gd name="connsiteX0" fmla="*/ 0 w 4165599"/>
                  <a:gd name="connsiteY0" fmla="*/ 2670628 h 2670628"/>
                  <a:gd name="connsiteX1" fmla="*/ 4165599 w 4165599"/>
                  <a:gd name="connsiteY1" fmla="*/ 0 h 2670628"/>
                  <a:gd name="connsiteX2" fmla="*/ 0 w 4165599"/>
                  <a:gd name="connsiteY2" fmla="*/ 2670628 h 2670628"/>
                  <a:gd name="connsiteX0" fmla="*/ 0 w 4248447"/>
                  <a:gd name="connsiteY0" fmla="*/ 2670628 h 2670628"/>
                  <a:gd name="connsiteX1" fmla="*/ 4165599 w 4248447"/>
                  <a:gd name="connsiteY1" fmla="*/ 0 h 2670628"/>
                  <a:gd name="connsiteX2" fmla="*/ 0 w 4248447"/>
                  <a:gd name="connsiteY2" fmla="*/ 2670628 h 2670628"/>
                  <a:gd name="connsiteX0" fmla="*/ 0 w 4248447"/>
                  <a:gd name="connsiteY0" fmla="*/ 2874182 h 2874182"/>
                  <a:gd name="connsiteX1" fmla="*/ 4165599 w 4248447"/>
                  <a:gd name="connsiteY1" fmla="*/ 203554 h 2874182"/>
                  <a:gd name="connsiteX2" fmla="*/ 0 w 4248447"/>
                  <a:gd name="connsiteY2" fmla="*/ 2874182 h 2874182"/>
                  <a:gd name="connsiteX0" fmla="*/ 0 w 4248447"/>
                  <a:gd name="connsiteY0" fmla="*/ 2856618 h 2856618"/>
                  <a:gd name="connsiteX1" fmla="*/ 4165599 w 4248447"/>
                  <a:gd name="connsiteY1" fmla="*/ 185990 h 2856618"/>
                  <a:gd name="connsiteX2" fmla="*/ 0 w 4248447"/>
                  <a:gd name="connsiteY2" fmla="*/ 2856618 h 2856618"/>
                  <a:gd name="connsiteX0" fmla="*/ 0 w 4244520"/>
                  <a:gd name="connsiteY0" fmla="*/ 2856618 h 2856618"/>
                  <a:gd name="connsiteX1" fmla="*/ 4165599 w 4244520"/>
                  <a:gd name="connsiteY1" fmla="*/ 185990 h 2856618"/>
                  <a:gd name="connsiteX2" fmla="*/ 0 w 4244520"/>
                  <a:gd name="connsiteY2" fmla="*/ 2856618 h 2856618"/>
                  <a:gd name="connsiteX0" fmla="*/ 0 w 4243725"/>
                  <a:gd name="connsiteY0" fmla="*/ 2856618 h 2856618"/>
                  <a:gd name="connsiteX1" fmla="*/ 4165599 w 4243725"/>
                  <a:gd name="connsiteY1" fmla="*/ 185990 h 2856618"/>
                  <a:gd name="connsiteX2" fmla="*/ 0 w 4243725"/>
                  <a:gd name="connsiteY2" fmla="*/ 2856618 h 2856618"/>
                  <a:gd name="connsiteX0" fmla="*/ 0 w 4243725"/>
                  <a:gd name="connsiteY0" fmla="*/ 2855281 h 2855281"/>
                  <a:gd name="connsiteX1" fmla="*/ 4165599 w 4243725"/>
                  <a:gd name="connsiteY1" fmla="*/ 184653 h 2855281"/>
                  <a:gd name="connsiteX2" fmla="*/ 0 w 4243725"/>
                  <a:gd name="connsiteY2" fmla="*/ 2855281 h 28552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243725" h="2855281">
                    <a:moveTo>
                      <a:pt x="0" y="2855281"/>
                    </a:moveTo>
                    <a:cubicBezTo>
                      <a:pt x="1141790" y="2400501"/>
                      <a:pt x="4823581" y="1800577"/>
                      <a:pt x="4165599" y="184653"/>
                    </a:cubicBezTo>
                    <a:cubicBezTo>
                      <a:pt x="3227009" y="-782966"/>
                      <a:pt x="430590" y="2342443"/>
                      <a:pt x="0" y="2855281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3BD4541F-297D-84DC-D942-EF70D143A0F3}"/>
                  </a:ext>
                </a:extLst>
              </p:cNvPr>
              <p:cNvSpPr/>
              <p:nvPr/>
            </p:nvSpPr>
            <p:spPr>
              <a:xfrm>
                <a:off x="5067300" y="3627120"/>
                <a:ext cx="419100" cy="312420"/>
              </a:xfrm>
              <a:custGeom>
                <a:avLst/>
                <a:gdLst>
                  <a:gd name="connsiteX0" fmla="*/ 0 w 419100"/>
                  <a:gd name="connsiteY0" fmla="*/ 0 h 312420"/>
                  <a:gd name="connsiteX1" fmla="*/ 419100 w 419100"/>
                  <a:gd name="connsiteY1" fmla="*/ 312420 h 312420"/>
                  <a:gd name="connsiteX2" fmla="*/ 419100 w 419100"/>
                  <a:gd name="connsiteY2" fmla="*/ 312420 h 312420"/>
                  <a:gd name="connsiteX0" fmla="*/ 0 w 419100"/>
                  <a:gd name="connsiteY0" fmla="*/ 0 h 312420"/>
                  <a:gd name="connsiteX1" fmla="*/ 419100 w 419100"/>
                  <a:gd name="connsiteY1" fmla="*/ 312420 h 312420"/>
                  <a:gd name="connsiteX2" fmla="*/ 419100 w 419100"/>
                  <a:gd name="connsiteY2" fmla="*/ 312420 h 312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19100" h="312420">
                    <a:moveTo>
                      <a:pt x="0" y="0"/>
                    </a:moveTo>
                    <a:cubicBezTo>
                      <a:pt x="139700" y="104140"/>
                      <a:pt x="332740" y="177800"/>
                      <a:pt x="419100" y="312420"/>
                    </a:cubicBezTo>
                    <a:lnTo>
                      <a:pt x="419100" y="312420"/>
                    </a:lnTo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F9B31F5C-D4C3-3B6C-38F5-601D4FBFC0A9}"/>
                  </a:ext>
                </a:extLst>
              </p:cNvPr>
              <p:cNvSpPr/>
              <p:nvPr/>
            </p:nvSpPr>
            <p:spPr>
              <a:xfrm>
                <a:off x="4551240" y="3985260"/>
                <a:ext cx="304800" cy="144780"/>
              </a:xfrm>
              <a:custGeom>
                <a:avLst/>
                <a:gdLst>
                  <a:gd name="connsiteX0" fmla="*/ 0 w 419100"/>
                  <a:gd name="connsiteY0" fmla="*/ 0 h 312420"/>
                  <a:gd name="connsiteX1" fmla="*/ 419100 w 419100"/>
                  <a:gd name="connsiteY1" fmla="*/ 312420 h 312420"/>
                  <a:gd name="connsiteX2" fmla="*/ 419100 w 419100"/>
                  <a:gd name="connsiteY2" fmla="*/ 312420 h 312420"/>
                  <a:gd name="connsiteX0" fmla="*/ 0 w 419100"/>
                  <a:gd name="connsiteY0" fmla="*/ 0 h 312420"/>
                  <a:gd name="connsiteX1" fmla="*/ 419100 w 419100"/>
                  <a:gd name="connsiteY1" fmla="*/ 312420 h 312420"/>
                  <a:gd name="connsiteX2" fmla="*/ 419100 w 419100"/>
                  <a:gd name="connsiteY2" fmla="*/ 312420 h 312420"/>
                  <a:gd name="connsiteX0" fmla="*/ 0 w 419100"/>
                  <a:gd name="connsiteY0" fmla="*/ 0 h 312420"/>
                  <a:gd name="connsiteX1" fmla="*/ 419100 w 419100"/>
                  <a:gd name="connsiteY1" fmla="*/ 312420 h 312420"/>
                  <a:gd name="connsiteX2" fmla="*/ 304800 w 419100"/>
                  <a:gd name="connsiteY2" fmla="*/ 121920 h 312420"/>
                  <a:gd name="connsiteX0" fmla="*/ 0 w 419100"/>
                  <a:gd name="connsiteY0" fmla="*/ 0 h 312420"/>
                  <a:gd name="connsiteX1" fmla="*/ 419100 w 419100"/>
                  <a:gd name="connsiteY1" fmla="*/ 312420 h 312420"/>
                  <a:gd name="connsiteX0" fmla="*/ 0 w 304800"/>
                  <a:gd name="connsiteY0" fmla="*/ 0 h 144780"/>
                  <a:gd name="connsiteX1" fmla="*/ 304800 w 304800"/>
                  <a:gd name="connsiteY1" fmla="*/ 144780 h 144780"/>
                  <a:gd name="connsiteX0" fmla="*/ 0 w 304800"/>
                  <a:gd name="connsiteY0" fmla="*/ 0 h 144780"/>
                  <a:gd name="connsiteX1" fmla="*/ 304800 w 304800"/>
                  <a:gd name="connsiteY1" fmla="*/ 144780 h 1447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04800" h="144780">
                    <a:moveTo>
                      <a:pt x="0" y="0"/>
                    </a:moveTo>
                    <a:cubicBezTo>
                      <a:pt x="147320" y="35560"/>
                      <a:pt x="218440" y="10160"/>
                      <a:pt x="304800" y="144780"/>
                    </a:cubicBezTo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FF667AAD-FCA3-A9DC-46C6-4655F144167E}"/>
                  </a:ext>
                </a:extLst>
              </p:cNvPr>
              <p:cNvSpPr/>
              <p:nvPr/>
            </p:nvSpPr>
            <p:spPr>
              <a:xfrm>
                <a:off x="3938121" y="4442460"/>
                <a:ext cx="365760" cy="228600"/>
              </a:xfrm>
              <a:custGeom>
                <a:avLst/>
                <a:gdLst>
                  <a:gd name="connsiteX0" fmla="*/ 0 w 419100"/>
                  <a:gd name="connsiteY0" fmla="*/ 0 h 312420"/>
                  <a:gd name="connsiteX1" fmla="*/ 419100 w 419100"/>
                  <a:gd name="connsiteY1" fmla="*/ 312420 h 312420"/>
                  <a:gd name="connsiteX2" fmla="*/ 419100 w 419100"/>
                  <a:gd name="connsiteY2" fmla="*/ 312420 h 312420"/>
                  <a:gd name="connsiteX0" fmla="*/ 0 w 419100"/>
                  <a:gd name="connsiteY0" fmla="*/ 0 h 312420"/>
                  <a:gd name="connsiteX1" fmla="*/ 419100 w 419100"/>
                  <a:gd name="connsiteY1" fmla="*/ 312420 h 312420"/>
                  <a:gd name="connsiteX2" fmla="*/ 419100 w 419100"/>
                  <a:gd name="connsiteY2" fmla="*/ 312420 h 312420"/>
                  <a:gd name="connsiteX0" fmla="*/ 0 w 419100"/>
                  <a:gd name="connsiteY0" fmla="*/ 0 h 312420"/>
                  <a:gd name="connsiteX1" fmla="*/ 419100 w 419100"/>
                  <a:gd name="connsiteY1" fmla="*/ 312420 h 312420"/>
                  <a:gd name="connsiteX2" fmla="*/ 304800 w 419100"/>
                  <a:gd name="connsiteY2" fmla="*/ 121920 h 312420"/>
                  <a:gd name="connsiteX0" fmla="*/ 0 w 419100"/>
                  <a:gd name="connsiteY0" fmla="*/ 0 h 312420"/>
                  <a:gd name="connsiteX1" fmla="*/ 419100 w 419100"/>
                  <a:gd name="connsiteY1" fmla="*/ 312420 h 312420"/>
                  <a:gd name="connsiteX0" fmla="*/ 0 w 304800"/>
                  <a:gd name="connsiteY0" fmla="*/ 0 h 144780"/>
                  <a:gd name="connsiteX1" fmla="*/ 304800 w 304800"/>
                  <a:gd name="connsiteY1" fmla="*/ 144780 h 144780"/>
                  <a:gd name="connsiteX0" fmla="*/ 0 w 304800"/>
                  <a:gd name="connsiteY0" fmla="*/ 0 h 144780"/>
                  <a:gd name="connsiteX1" fmla="*/ 304800 w 304800"/>
                  <a:gd name="connsiteY1" fmla="*/ 144780 h 144780"/>
                  <a:gd name="connsiteX0" fmla="*/ 0 w 365760"/>
                  <a:gd name="connsiteY0" fmla="*/ 0 h 228600"/>
                  <a:gd name="connsiteX1" fmla="*/ 365760 w 365760"/>
                  <a:gd name="connsiteY1" fmla="*/ 228600 h 228600"/>
                  <a:gd name="connsiteX0" fmla="*/ 0 w 365760"/>
                  <a:gd name="connsiteY0" fmla="*/ 0 h 228600"/>
                  <a:gd name="connsiteX1" fmla="*/ 365760 w 365760"/>
                  <a:gd name="connsiteY1" fmla="*/ 228600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65760" h="228600">
                    <a:moveTo>
                      <a:pt x="0" y="0"/>
                    </a:moveTo>
                    <a:cubicBezTo>
                      <a:pt x="147320" y="35560"/>
                      <a:pt x="309880" y="63500"/>
                      <a:pt x="365760" y="228600"/>
                    </a:cubicBezTo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79A8A765-8B45-7E08-C488-AE00E09F7669}"/>
                  </a:ext>
                </a:extLst>
              </p:cNvPr>
              <p:cNvSpPr/>
              <p:nvPr/>
            </p:nvSpPr>
            <p:spPr>
              <a:xfrm>
                <a:off x="3404721" y="4899660"/>
                <a:ext cx="213360" cy="167640"/>
              </a:xfrm>
              <a:custGeom>
                <a:avLst/>
                <a:gdLst>
                  <a:gd name="connsiteX0" fmla="*/ 0 w 419100"/>
                  <a:gd name="connsiteY0" fmla="*/ 0 h 312420"/>
                  <a:gd name="connsiteX1" fmla="*/ 419100 w 419100"/>
                  <a:gd name="connsiteY1" fmla="*/ 312420 h 312420"/>
                  <a:gd name="connsiteX2" fmla="*/ 419100 w 419100"/>
                  <a:gd name="connsiteY2" fmla="*/ 312420 h 312420"/>
                  <a:gd name="connsiteX0" fmla="*/ 0 w 419100"/>
                  <a:gd name="connsiteY0" fmla="*/ 0 h 312420"/>
                  <a:gd name="connsiteX1" fmla="*/ 419100 w 419100"/>
                  <a:gd name="connsiteY1" fmla="*/ 312420 h 312420"/>
                  <a:gd name="connsiteX2" fmla="*/ 419100 w 419100"/>
                  <a:gd name="connsiteY2" fmla="*/ 312420 h 312420"/>
                  <a:gd name="connsiteX0" fmla="*/ 0 w 419100"/>
                  <a:gd name="connsiteY0" fmla="*/ 0 h 312420"/>
                  <a:gd name="connsiteX1" fmla="*/ 419100 w 419100"/>
                  <a:gd name="connsiteY1" fmla="*/ 312420 h 312420"/>
                  <a:gd name="connsiteX2" fmla="*/ 304800 w 419100"/>
                  <a:gd name="connsiteY2" fmla="*/ 121920 h 312420"/>
                  <a:gd name="connsiteX0" fmla="*/ 0 w 419100"/>
                  <a:gd name="connsiteY0" fmla="*/ 0 h 312420"/>
                  <a:gd name="connsiteX1" fmla="*/ 419100 w 419100"/>
                  <a:gd name="connsiteY1" fmla="*/ 312420 h 312420"/>
                  <a:gd name="connsiteX0" fmla="*/ 0 w 304800"/>
                  <a:gd name="connsiteY0" fmla="*/ 0 h 144780"/>
                  <a:gd name="connsiteX1" fmla="*/ 304800 w 304800"/>
                  <a:gd name="connsiteY1" fmla="*/ 144780 h 144780"/>
                  <a:gd name="connsiteX0" fmla="*/ 0 w 304800"/>
                  <a:gd name="connsiteY0" fmla="*/ 0 h 144780"/>
                  <a:gd name="connsiteX1" fmla="*/ 304800 w 304800"/>
                  <a:gd name="connsiteY1" fmla="*/ 144780 h 144780"/>
                  <a:gd name="connsiteX0" fmla="*/ 0 w 365760"/>
                  <a:gd name="connsiteY0" fmla="*/ 0 h 228600"/>
                  <a:gd name="connsiteX1" fmla="*/ 365760 w 365760"/>
                  <a:gd name="connsiteY1" fmla="*/ 228600 h 228600"/>
                  <a:gd name="connsiteX0" fmla="*/ 0 w 365760"/>
                  <a:gd name="connsiteY0" fmla="*/ 0 h 228600"/>
                  <a:gd name="connsiteX1" fmla="*/ 365760 w 365760"/>
                  <a:gd name="connsiteY1" fmla="*/ 228600 h 228600"/>
                  <a:gd name="connsiteX0" fmla="*/ 0 w 251460"/>
                  <a:gd name="connsiteY0" fmla="*/ 0 h 144780"/>
                  <a:gd name="connsiteX1" fmla="*/ 251460 w 251460"/>
                  <a:gd name="connsiteY1" fmla="*/ 144780 h 144780"/>
                  <a:gd name="connsiteX0" fmla="*/ 0 w 213360"/>
                  <a:gd name="connsiteY0" fmla="*/ 0 h 167640"/>
                  <a:gd name="connsiteX1" fmla="*/ 213360 w 213360"/>
                  <a:gd name="connsiteY1" fmla="*/ 167640 h 1676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13360" h="167640">
                    <a:moveTo>
                      <a:pt x="0" y="0"/>
                    </a:moveTo>
                    <a:cubicBezTo>
                      <a:pt x="147320" y="35560"/>
                      <a:pt x="157480" y="2540"/>
                      <a:pt x="213360" y="167640"/>
                    </a:cubicBezTo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456758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BB13957-6794-DA1A-9EAA-D4299E1E5E65}"/>
              </a:ext>
            </a:extLst>
          </p:cNvPr>
          <p:cNvGrpSpPr/>
          <p:nvPr/>
        </p:nvGrpSpPr>
        <p:grpSpPr>
          <a:xfrm>
            <a:off x="4589517" y="645610"/>
            <a:ext cx="1479264" cy="6311040"/>
            <a:chOff x="4589517" y="645610"/>
            <a:chExt cx="1479264" cy="631104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462EA0E-F962-FD3A-7F09-D8F08C34A079}"/>
                </a:ext>
              </a:extLst>
            </p:cNvPr>
            <p:cNvSpPr/>
            <p:nvPr/>
          </p:nvSpPr>
          <p:spPr>
            <a:xfrm rot="477441">
              <a:off x="5458370" y="1122619"/>
              <a:ext cx="597472" cy="1938377"/>
            </a:xfrm>
            <a:custGeom>
              <a:avLst/>
              <a:gdLst>
                <a:gd name="connsiteX0" fmla="*/ 0 w 160856"/>
                <a:gd name="connsiteY0" fmla="*/ 0 h 1001486"/>
                <a:gd name="connsiteX1" fmla="*/ 160856 w 160856"/>
                <a:gd name="connsiteY1" fmla="*/ 0 h 1001486"/>
                <a:gd name="connsiteX2" fmla="*/ 160856 w 160856"/>
                <a:gd name="connsiteY2" fmla="*/ 1001486 h 1001486"/>
                <a:gd name="connsiteX3" fmla="*/ 0 w 160856"/>
                <a:gd name="connsiteY3" fmla="*/ 1001486 h 1001486"/>
                <a:gd name="connsiteX4" fmla="*/ 0 w 160856"/>
                <a:gd name="connsiteY4" fmla="*/ 0 h 1001486"/>
                <a:gd name="connsiteX0" fmla="*/ 83678 w 244534"/>
                <a:gd name="connsiteY0" fmla="*/ 308163 h 1309649"/>
                <a:gd name="connsiteX1" fmla="*/ 3793 w 244534"/>
                <a:gd name="connsiteY1" fmla="*/ 0 h 1309649"/>
                <a:gd name="connsiteX2" fmla="*/ 244534 w 244534"/>
                <a:gd name="connsiteY2" fmla="*/ 308163 h 1309649"/>
                <a:gd name="connsiteX3" fmla="*/ 244534 w 244534"/>
                <a:gd name="connsiteY3" fmla="*/ 1309649 h 1309649"/>
                <a:gd name="connsiteX4" fmla="*/ 83678 w 244534"/>
                <a:gd name="connsiteY4" fmla="*/ 1309649 h 1309649"/>
                <a:gd name="connsiteX5" fmla="*/ 83678 w 244534"/>
                <a:gd name="connsiteY5" fmla="*/ 308163 h 1309649"/>
                <a:gd name="connsiteX0" fmla="*/ 83678 w 468019"/>
                <a:gd name="connsiteY0" fmla="*/ 309973 h 1311459"/>
                <a:gd name="connsiteX1" fmla="*/ 3793 w 468019"/>
                <a:gd name="connsiteY1" fmla="*/ 1810 h 1311459"/>
                <a:gd name="connsiteX2" fmla="*/ 468019 w 468019"/>
                <a:gd name="connsiteY2" fmla="*/ 20273 h 1311459"/>
                <a:gd name="connsiteX3" fmla="*/ 244534 w 468019"/>
                <a:gd name="connsiteY3" fmla="*/ 309973 h 1311459"/>
                <a:gd name="connsiteX4" fmla="*/ 244534 w 468019"/>
                <a:gd name="connsiteY4" fmla="*/ 1311459 h 1311459"/>
                <a:gd name="connsiteX5" fmla="*/ 83678 w 468019"/>
                <a:gd name="connsiteY5" fmla="*/ 1311459 h 1311459"/>
                <a:gd name="connsiteX6" fmla="*/ 83678 w 468019"/>
                <a:gd name="connsiteY6" fmla="*/ 309973 h 1311459"/>
                <a:gd name="connsiteX0" fmla="*/ 83678 w 468019"/>
                <a:gd name="connsiteY0" fmla="*/ 774837 h 1776323"/>
                <a:gd name="connsiteX1" fmla="*/ 3793 w 468019"/>
                <a:gd name="connsiteY1" fmla="*/ 466674 h 1776323"/>
                <a:gd name="connsiteX2" fmla="*/ 406620 w 468019"/>
                <a:gd name="connsiteY2" fmla="*/ 16 h 1776323"/>
                <a:gd name="connsiteX3" fmla="*/ 468019 w 468019"/>
                <a:gd name="connsiteY3" fmla="*/ 485137 h 1776323"/>
                <a:gd name="connsiteX4" fmla="*/ 244534 w 468019"/>
                <a:gd name="connsiteY4" fmla="*/ 774837 h 1776323"/>
                <a:gd name="connsiteX5" fmla="*/ 244534 w 468019"/>
                <a:gd name="connsiteY5" fmla="*/ 1776323 h 1776323"/>
                <a:gd name="connsiteX6" fmla="*/ 83678 w 468019"/>
                <a:gd name="connsiteY6" fmla="*/ 1776323 h 1776323"/>
                <a:gd name="connsiteX7" fmla="*/ 83678 w 468019"/>
                <a:gd name="connsiteY7" fmla="*/ 774837 h 1776323"/>
                <a:gd name="connsiteX0" fmla="*/ 134634 w 518975"/>
                <a:gd name="connsiteY0" fmla="*/ 778166 h 1779652"/>
                <a:gd name="connsiteX1" fmla="*/ 54749 w 518975"/>
                <a:gd name="connsiteY1" fmla="*/ 470003 h 1779652"/>
                <a:gd name="connsiteX2" fmla="*/ 22224 w 518975"/>
                <a:gd name="connsiteY2" fmla="*/ 237316 h 1779652"/>
                <a:gd name="connsiteX3" fmla="*/ 457576 w 518975"/>
                <a:gd name="connsiteY3" fmla="*/ 3345 h 1779652"/>
                <a:gd name="connsiteX4" fmla="*/ 518975 w 518975"/>
                <a:gd name="connsiteY4" fmla="*/ 488466 h 1779652"/>
                <a:gd name="connsiteX5" fmla="*/ 295490 w 518975"/>
                <a:gd name="connsiteY5" fmla="*/ 778166 h 1779652"/>
                <a:gd name="connsiteX6" fmla="*/ 295490 w 518975"/>
                <a:gd name="connsiteY6" fmla="*/ 1779652 h 1779652"/>
                <a:gd name="connsiteX7" fmla="*/ 134634 w 518975"/>
                <a:gd name="connsiteY7" fmla="*/ 1779652 h 1779652"/>
                <a:gd name="connsiteX8" fmla="*/ 134634 w 518975"/>
                <a:gd name="connsiteY8" fmla="*/ 778166 h 1779652"/>
                <a:gd name="connsiteX0" fmla="*/ 134634 w 518975"/>
                <a:gd name="connsiteY0" fmla="*/ 810443 h 1811929"/>
                <a:gd name="connsiteX1" fmla="*/ 54749 w 518975"/>
                <a:gd name="connsiteY1" fmla="*/ 502280 h 1811929"/>
                <a:gd name="connsiteX2" fmla="*/ 22224 w 518975"/>
                <a:gd name="connsiteY2" fmla="*/ 269593 h 1811929"/>
                <a:gd name="connsiteX3" fmla="*/ 457576 w 518975"/>
                <a:gd name="connsiteY3" fmla="*/ 35622 h 1811929"/>
                <a:gd name="connsiteX4" fmla="*/ 518975 w 518975"/>
                <a:gd name="connsiteY4" fmla="*/ 520743 h 1811929"/>
                <a:gd name="connsiteX5" fmla="*/ 295490 w 518975"/>
                <a:gd name="connsiteY5" fmla="*/ 810443 h 1811929"/>
                <a:gd name="connsiteX6" fmla="*/ 295490 w 518975"/>
                <a:gd name="connsiteY6" fmla="*/ 1811929 h 1811929"/>
                <a:gd name="connsiteX7" fmla="*/ 134634 w 518975"/>
                <a:gd name="connsiteY7" fmla="*/ 1811929 h 1811929"/>
                <a:gd name="connsiteX8" fmla="*/ 134634 w 518975"/>
                <a:gd name="connsiteY8" fmla="*/ 810443 h 1811929"/>
                <a:gd name="connsiteX0" fmla="*/ 134634 w 518975"/>
                <a:gd name="connsiteY0" fmla="*/ 854296 h 1855782"/>
                <a:gd name="connsiteX1" fmla="*/ 54749 w 518975"/>
                <a:gd name="connsiteY1" fmla="*/ 546133 h 1855782"/>
                <a:gd name="connsiteX2" fmla="*/ 22224 w 518975"/>
                <a:gd name="connsiteY2" fmla="*/ 313446 h 1855782"/>
                <a:gd name="connsiteX3" fmla="*/ 135357 w 518975"/>
                <a:gd name="connsiteY3" fmla="*/ 21928 h 1855782"/>
                <a:gd name="connsiteX4" fmla="*/ 457576 w 518975"/>
                <a:gd name="connsiteY4" fmla="*/ 79475 h 1855782"/>
                <a:gd name="connsiteX5" fmla="*/ 518975 w 518975"/>
                <a:gd name="connsiteY5" fmla="*/ 564596 h 1855782"/>
                <a:gd name="connsiteX6" fmla="*/ 295490 w 518975"/>
                <a:gd name="connsiteY6" fmla="*/ 854296 h 1855782"/>
                <a:gd name="connsiteX7" fmla="*/ 295490 w 518975"/>
                <a:gd name="connsiteY7" fmla="*/ 1855782 h 1855782"/>
                <a:gd name="connsiteX8" fmla="*/ 134634 w 518975"/>
                <a:gd name="connsiteY8" fmla="*/ 1855782 h 1855782"/>
                <a:gd name="connsiteX9" fmla="*/ 134634 w 518975"/>
                <a:gd name="connsiteY9" fmla="*/ 854296 h 1855782"/>
                <a:gd name="connsiteX0" fmla="*/ 134634 w 518975"/>
                <a:gd name="connsiteY0" fmla="*/ 918472 h 1919958"/>
                <a:gd name="connsiteX1" fmla="*/ 54749 w 518975"/>
                <a:gd name="connsiteY1" fmla="*/ 610309 h 1919958"/>
                <a:gd name="connsiteX2" fmla="*/ 22224 w 518975"/>
                <a:gd name="connsiteY2" fmla="*/ 377622 h 1919958"/>
                <a:gd name="connsiteX3" fmla="*/ 135357 w 518975"/>
                <a:gd name="connsiteY3" fmla="*/ 86104 h 1919958"/>
                <a:gd name="connsiteX4" fmla="*/ 457576 w 518975"/>
                <a:gd name="connsiteY4" fmla="*/ 143651 h 1919958"/>
                <a:gd name="connsiteX5" fmla="*/ 518975 w 518975"/>
                <a:gd name="connsiteY5" fmla="*/ 628772 h 1919958"/>
                <a:gd name="connsiteX6" fmla="*/ 295490 w 518975"/>
                <a:gd name="connsiteY6" fmla="*/ 918472 h 1919958"/>
                <a:gd name="connsiteX7" fmla="*/ 295490 w 518975"/>
                <a:gd name="connsiteY7" fmla="*/ 1919958 h 1919958"/>
                <a:gd name="connsiteX8" fmla="*/ 134634 w 518975"/>
                <a:gd name="connsiteY8" fmla="*/ 1919958 h 1919958"/>
                <a:gd name="connsiteX9" fmla="*/ 134634 w 518975"/>
                <a:gd name="connsiteY9" fmla="*/ 918472 h 1919958"/>
                <a:gd name="connsiteX0" fmla="*/ 134634 w 518975"/>
                <a:gd name="connsiteY0" fmla="*/ 936891 h 1938377"/>
                <a:gd name="connsiteX1" fmla="*/ 54749 w 518975"/>
                <a:gd name="connsiteY1" fmla="*/ 628728 h 1938377"/>
                <a:gd name="connsiteX2" fmla="*/ 22224 w 518975"/>
                <a:gd name="connsiteY2" fmla="*/ 396041 h 1938377"/>
                <a:gd name="connsiteX3" fmla="*/ 135357 w 518975"/>
                <a:gd name="connsiteY3" fmla="*/ 104523 h 1938377"/>
                <a:gd name="connsiteX4" fmla="*/ 457576 w 518975"/>
                <a:gd name="connsiteY4" fmla="*/ 162070 h 1938377"/>
                <a:gd name="connsiteX5" fmla="*/ 518975 w 518975"/>
                <a:gd name="connsiteY5" fmla="*/ 647191 h 1938377"/>
                <a:gd name="connsiteX6" fmla="*/ 295490 w 518975"/>
                <a:gd name="connsiteY6" fmla="*/ 936891 h 1938377"/>
                <a:gd name="connsiteX7" fmla="*/ 295490 w 518975"/>
                <a:gd name="connsiteY7" fmla="*/ 1938377 h 1938377"/>
                <a:gd name="connsiteX8" fmla="*/ 134634 w 518975"/>
                <a:gd name="connsiteY8" fmla="*/ 1938377 h 1938377"/>
                <a:gd name="connsiteX9" fmla="*/ 134634 w 518975"/>
                <a:gd name="connsiteY9" fmla="*/ 936891 h 1938377"/>
                <a:gd name="connsiteX0" fmla="*/ 134634 w 597472"/>
                <a:gd name="connsiteY0" fmla="*/ 936891 h 1938377"/>
                <a:gd name="connsiteX1" fmla="*/ 54749 w 597472"/>
                <a:gd name="connsiteY1" fmla="*/ 628728 h 1938377"/>
                <a:gd name="connsiteX2" fmla="*/ 22224 w 597472"/>
                <a:gd name="connsiteY2" fmla="*/ 396041 h 1938377"/>
                <a:gd name="connsiteX3" fmla="*/ 135357 w 597472"/>
                <a:gd name="connsiteY3" fmla="*/ 104523 h 1938377"/>
                <a:gd name="connsiteX4" fmla="*/ 457576 w 597472"/>
                <a:gd name="connsiteY4" fmla="*/ 162070 h 1938377"/>
                <a:gd name="connsiteX5" fmla="*/ 518975 w 597472"/>
                <a:gd name="connsiteY5" fmla="*/ 647191 h 1938377"/>
                <a:gd name="connsiteX6" fmla="*/ 295490 w 597472"/>
                <a:gd name="connsiteY6" fmla="*/ 936891 h 1938377"/>
                <a:gd name="connsiteX7" fmla="*/ 295490 w 597472"/>
                <a:gd name="connsiteY7" fmla="*/ 1938377 h 1938377"/>
                <a:gd name="connsiteX8" fmla="*/ 134634 w 597472"/>
                <a:gd name="connsiteY8" fmla="*/ 1938377 h 1938377"/>
                <a:gd name="connsiteX9" fmla="*/ 134634 w 597472"/>
                <a:gd name="connsiteY9" fmla="*/ 936891 h 1938377"/>
                <a:gd name="connsiteX0" fmla="*/ 134634 w 597472"/>
                <a:gd name="connsiteY0" fmla="*/ 936891 h 1938377"/>
                <a:gd name="connsiteX1" fmla="*/ 54749 w 597472"/>
                <a:gd name="connsiteY1" fmla="*/ 628728 h 1938377"/>
                <a:gd name="connsiteX2" fmla="*/ 22224 w 597472"/>
                <a:gd name="connsiteY2" fmla="*/ 396041 h 1938377"/>
                <a:gd name="connsiteX3" fmla="*/ 135357 w 597472"/>
                <a:gd name="connsiteY3" fmla="*/ 104523 h 1938377"/>
                <a:gd name="connsiteX4" fmla="*/ 457576 w 597472"/>
                <a:gd name="connsiteY4" fmla="*/ 162070 h 1938377"/>
                <a:gd name="connsiteX5" fmla="*/ 518975 w 597472"/>
                <a:gd name="connsiteY5" fmla="*/ 647191 h 1938377"/>
                <a:gd name="connsiteX6" fmla="*/ 295490 w 597472"/>
                <a:gd name="connsiteY6" fmla="*/ 936891 h 1938377"/>
                <a:gd name="connsiteX7" fmla="*/ 295490 w 597472"/>
                <a:gd name="connsiteY7" fmla="*/ 1938377 h 1938377"/>
                <a:gd name="connsiteX8" fmla="*/ 134634 w 597472"/>
                <a:gd name="connsiteY8" fmla="*/ 1938377 h 1938377"/>
                <a:gd name="connsiteX9" fmla="*/ 134634 w 597472"/>
                <a:gd name="connsiteY9" fmla="*/ 936891 h 1938377"/>
                <a:gd name="connsiteX0" fmla="*/ 134634 w 597472"/>
                <a:gd name="connsiteY0" fmla="*/ 936891 h 1938377"/>
                <a:gd name="connsiteX1" fmla="*/ 54749 w 597472"/>
                <a:gd name="connsiteY1" fmla="*/ 628728 h 1938377"/>
                <a:gd name="connsiteX2" fmla="*/ 22224 w 597472"/>
                <a:gd name="connsiteY2" fmla="*/ 396041 h 1938377"/>
                <a:gd name="connsiteX3" fmla="*/ 135357 w 597472"/>
                <a:gd name="connsiteY3" fmla="*/ 104523 h 1938377"/>
                <a:gd name="connsiteX4" fmla="*/ 457576 w 597472"/>
                <a:gd name="connsiteY4" fmla="*/ 162070 h 1938377"/>
                <a:gd name="connsiteX5" fmla="*/ 518975 w 597472"/>
                <a:gd name="connsiteY5" fmla="*/ 647191 h 1938377"/>
                <a:gd name="connsiteX6" fmla="*/ 295490 w 597472"/>
                <a:gd name="connsiteY6" fmla="*/ 936891 h 1938377"/>
                <a:gd name="connsiteX7" fmla="*/ 295490 w 597472"/>
                <a:gd name="connsiteY7" fmla="*/ 1938377 h 1938377"/>
                <a:gd name="connsiteX8" fmla="*/ 134634 w 597472"/>
                <a:gd name="connsiteY8" fmla="*/ 1938377 h 1938377"/>
                <a:gd name="connsiteX9" fmla="*/ 134634 w 597472"/>
                <a:gd name="connsiteY9" fmla="*/ 936891 h 1938377"/>
                <a:gd name="connsiteX0" fmla="*/ 134634 w 597472"/>
                <a:gd name="connsiteY0" fmla="*/ 936891 h 1938377"/>
                <a:gd name="connsiteX1" fmla="*/ 54749 w 597472"/>
                <a:gd name="connsiteY1" fmla="*/ 628728 h 1938377"/>
                <a:gd name="connsiteX2" fmla="*/ 22224 w 597472"/>
                <a:gd name="connsiteY2" fmla="*/ 396041 h 1938377"/>
                <a:gd name="connsiteX3" fmla="*/ 135357 w 597472"/>
                <a:gd name="connsiteY3" fmla="*/ 104523 h 1938377"/>
                <a:gd name="connsiteX4" fmla="*/ 457576 w 597472"/>
                <a:gd name="connsiteY4" fmla="*/ 162070 h 1938377"/>
                <a:gd name="connsiteX5" fmla="*/ 518975 w 597472"/>
                <a:gd name="connsiteY5" fmla="*/ 647191 h 1938377"/>
                <a:gd name="connsiteX6" fmla="*/ 295490 w 597472"/>
                <a:gd name="connsiteY6" fmla="*/ 936891 h 1938377"/>
                <a:gd name="connsiteX7" fmla="*/ 295490 w 597472"/>
                <a:gd name="connsiteY7" fmla="*/ 1938377 h 1938377"/>
                <a:gd name="connsiteX8" fmla="*/ 134634 w 597472"/>
                <a:gd name="connsiteY8" fmla="*/ 1938377 h 1938377"/>
                <a:gd name="connsiteX9" fmla="*/ 134634 w 597472"/>
                <a:gd name="connsiteY9" fmla="*/ 936891 h 1938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472" h="1938377">
                  <a:moveTo>
                    <a:pt x="134634" y="936891"/>
                  </a:moveTo>
                  <a:cubicBezTo>
                    <a:pt x="-62628" y="836649"/>
                    <a:pt x="26897" y="632202"/>
                    <a:pt x="54749" y="628728"/>
                  </a:cubicBezTo>
                  <a:cubicBezTo>
                    <a:pt x="62173" y="549891"/>
                    <a:pt x="-44914" y="473817"/>
                    <a:pt x="22224" y="396041"/>
                  </a:cubicBezTo>
                  <a:cubicBezTo>
                    <a:pt x="-9400" y="261541"/>
                    <a:pt x="62798" y="143518"/>
                    <a:pt x="135357" y="104523"/>
                  </a:cubicBezTo>
                  <a:cubicBezTo>
                    <a:pt x="187697" y="-79116"/>
                    <a:pt x="493225" y="4274"/>
                    <a:pt x="457576" y="162070"/>
                  </a:cubicBezTo>
                  <a:cubicBezTo>
                    <a:pt x="735491" y="269623"/>
                    <a:pt x="512370" y="598626"/>
                    <a:pt x="518975" y="647191"/>
                  </a:cubicBezTo>
                  <a:cubicBezTo>
                    <a:pt x="541923" y="890430"/>
                    <a:pt x="369985" y="840324"/>
                    <a:pt x="295490" y="936891"/>
                  </a:cubicBezTo>
                  <a:lnTo>
                    <a:pt x="295490" y="1938377"/>
                  </a:lnTo>
                  <a:lnTo>
                    <a:pt x="134634" y="1938377"/>
                  </a:lnTo>
                  <a:lnTo>
                    <a:pt x="134634" y="936891"/>
                  </a:lnTo>
                  <a:close/>
                </a:path>
              </a:pathLst>
            </a:custGeom>
            <a:solidFill>
              <a:srgbClr val="6D9E43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3">
              <a:extLst>
                <a:ext uri="{FF2B5EF4-FFF2-40B4-BE49-F238E27FC236}">
                  <a16:creationId xmlns:a16="http://schemas.microsoft.com/office/drawing/2014/main" id="{39397266-030D-FA9E-DA69-05D59D02F0A3}"/>
                </a:ext>
              </a:extLst>
            </p:cNvPr>
            <p:cNvSpPr/>
            <p:nvPr/>
          </p:nvSpPr>
          <p:spPr>
            <a:xfrm rot="19570024">
              <a:off x="4589517" y="931094"/>
              <a:ext cx="956776" cy="2235737"/>
            </a:xfrm>
            <a:custGeom>
              <a:avLst/>
              <a:gdLst>
                <a:gd name="connsiteX0" fmla="*/ 0 w 160856"/>
                <a:gd name="connsiteY0" fmla="*/ 0 h 1001486"/>
                <a:gd name="connsiteX1" fmla="*/ 160856 w 160856"/>
                <a:gd name="connsiteY1" fmla="*/ 0 h 1001486"/>
                <a:gd name="connsiteX2" fmla="*/ 160856 w 160856"/>
                <a:gd name="connsiteY2" fmla="*/ 1001486 h 1001486"/>
                <a:gd name="connsiteX3" fmla="*/ 0 w 160856"/>
                <a:gd name="connsiteY3" fmla="*/ 1001486 h 1001486"/>
                <a:gd name="connsiteX4" fmla="*/ 0 w 160856"/>
                <a:gd name="connsiteY4" fmla="*/ 0 h 1001486"/>
                <a:gd name="connsiteX0" fmla="*/ 83678 w 244534"/>
                <a:gd name="connsiteY0" fmla="*/ 308163 h 1309649"/>
                <a:gd name="connsiteX1" fmla="*/ 3793 w 244534"/>
                <a:gd name="connsiteY1" fmla="*/ 0 h 1309649"/>
                <a:gd name="connsiteX2" fmla="*/ 244534 w 244534"/>
                <a:gd name="connsiteY2" fmla="*/ 308163 h 1309649"/>
                <a:gd name="connsiteX3" fmla="*/ 244534 w 244534"/>
                <a:gd name="connsiteY3" fmla="*/ 1309649 h 1309649"/>
                <a:gd name="connsiteX4" fmla="*/ 83678 w 244534"/>
                <a:gd name="connsiteY4" fmla="*/ 1309649 h 1309649"/>
                <a:gd name="connsiteX5" fmla="*/ 83678 w 244534"/>
                <a:gd name="connsiteY5" fmla="*/ 308163 h 1309649"/>
                <a:gd name="connsiteX0" fmla="*/ 83678 w 468019"/>
                <a:gd name="connsiteY0" fmla="*/ 309973 h 1311459"/>
                <a:gd name="connsiteX1" fmla="*/ 3793 w 468019"/>
                <a:gd name="connsiteY1" fmla="*/ 1810 h 1311459"/>
                <a:gd name="connsiteX2" fmla="*/ 468019 w 468019"/>
                <a:gd name="connsiteY2" fmla="*/ 20273 h 1311459"/>
                <a:gd name="connsiteX3" fmla="*/ 244534 w 468019"/>
                <a:gd name="connsiteY3" fmla="*/ 309973 h 1311459"/>
                <a:gd name="connsiteX4" fmla="*/ 244534 w 468019"/>
                <a:gd name="connsiteY4" fmla="*/ 1311459 h 1311459"/>
                <a:gd name="connsiteX5" fmla="*/ 83678 w 468019"/>
                <a:gd name="connsiteY5" fmla="*/ 1311459 h 1311459"/>
                <a:gd name="connsiteX6" fmla="*/ 83678 w 468019"/>
                <a:gd name="connsiteY6" fmla="*/ 309973 h 1311459"/>
                <a:gd name="connsiteX0" fmla="*/ 83678 w 468019"/>
                <a:gd name="connsiteY0" fmla="*/ 774837 h 1776323"/>
                <a:gd name="connsiteX1" fmla="*/ 3793 w 468019"/>
                <a:gd name="connsiteY1" fmla="*/ 466674 h 1776323"/>
                <a:gd name="connsiteX2" fmla="*/ 406620 w 468019"/>
                <a:gd name="connsiteY2" fmla="*/ 16 h 1776323"/>
                <a:gd name="connsiteX3" fmla="*/ 468019 w 468019"/>
                <a:gd name="connsiteY3" fmla="*/ 485137 h 1776323"/>
                <a:gd name="connsiteX4" fmla="*/ 244534 w 468019"/>
                <a:gd name="connsiteY4" fmla="*/ 774837 h 1776323"/>
                <a:gd name="connsiteX5" fmla="*/ 244534 w 468019"/>
                <a:gd name="connsiteY5" fmla="*/ 1776323 h 1776323"/>
                <a:gd name="connsiteX6" fmla="*/ 83678 w 468019"/>
                <a:gd name="connsiteY6" fmla="*/ 1776323 h 1776323"/>
                <a:gd name="connsiteX7" fmla="*/ 83678 w 468019"/>
                <a:gd name="connsiteY7" fmla="*/ 774837 h 1776323"/>
                <a:gd name="connsiteX0" fmla="*/ 134634 w 518975"/>
                <a:gd name="connsiteY0" fmla="*/ 778166 h 1779652"/>
                <a:gd name="connsiteX1" fmla="*/ 54749 w 518975"/>
                <a:gd name="connsiteY1" fmla="*/ 470003 h 1779652"/>
                <a:gd name="connsiteX2" fmla="*/ 22224 w 518975"/>
                <a:gd name="connsiteY2" fmla="*/ 237316 h 1779652"/>
                <a:gd name="connsiteX3" fmla="*/ 457576 w 518975"/>
                <a:gd name="connsiteY3" fmla="*/ 3345 h 1779652"/>
                <a:gd name="connsiteX4" fmla="*/ 518975 w 518975"/>
                <a:gd name="connsiteY4" fmla="*/ 488466 h 1779652"/>
                <a:gd name="connsiteX5" fmla="*/ 295490 w 518975"/>
                <a:gd name="connsiteY5" fmla="*/ 778166 h 1779652"/>
                <a:gd name="connsiteX6" fmla="*/ 295490 w 518975"/>
                <a:gd name="connsiteY6" fmla="*/ 1779652 h 1779652"/>
                <a:gd name="connsiteX7" fmla="*/ 134634 w 518975"/>
                <a:gd name="connsiteY7" fmla="*/ 1779652 h 1779652"/>
                <a:gd name="connsiteX8" fmla="*/ 134634 w 518975"/>
                <a:gd name="connsiteY8" fmla="*/ 778166 h 1779652"/>
                <a:gd name="connsiteX0" fmla="*/ 134634 w 518975"/>
                <a:gd name="connsiteY0" fmla="*/ 810443 h 1811929"/>
                <a:gd name="connsiteX1" fmla="*/ 54749 w 518975"/>
                <a:gd name="connsiteY1" fmla="*/ 502280 h 1811929"/>
                <a:gd name="connsiteX2" fmla="*/ 22224 w 518975"/>
                <a:gd name="connsiteY2" fmla="*/ 269593 h 1811929"/>
                <a:gd name="connsiteX3" fmla="*/ 457576 w 518975"/>
                <a:gd name="connsiteY3" fmla="*/ 35622 h 1811929"/>
                <a:gd name="connsiteX4" fmla="*/ 518975 w 518975"/>
                <a:gd name="connsiteY4" fmla="*/ 520743 h 1811929"/>
                <a:gd name="connsiteX5" fmla="*/ 295490 w 518975"/>
                <a:gd name="connsiteY5" fmla="*/ 810443 h 1811929"/>
                <a:gd name="connsiteX6" fmla="*/ 295490 w 518975"/>
                <a:gd name="connsiteY6" fmla="*/ 1811929 h 1811929"/>
                <a:gd name="connsiteX7" fmla="*/ 134634 w 518975"/>
                <a:gd name="connsiteY7" fmla="*/ 1811929 h 1811929"/>
                <a:gd name="connsiteX8" fmla="*/ 134634 w 518975"/>
                <a:gd name="connsiteY8" fmla="*/ 810443 h 1811929"/>
                <a:gd name="connsiteX0" fmla="*/ 134634 w 518975"/>
                <a:gd name="connsiteY0" fmla="*/ 854296 h 1855782"/>
                <a:gd name="connsiteX1" fmla="*/ 54749 w 518975"/>
                <a:gd name="connsiteY1" fmla="*/ 546133 h 1855782"/>
                <a:gd name="connsiteX2" fmla="*/ 22224 w 518975"/>
                <a:gd name="connsiteY2" fmla="*/ 313446 h 1855782"/>
                <a:gd name="connsiteX3" fmla="*/ 135357 w 518975"/>
                <a:gd name="connsiteY3" fmla="*/ 21928 h 1855782"/>
                <a:gd name="connsiteX4" fmla="*/ 457576 w 518975"/>
                <a:gd name="connsiteY4" fmla="*/ 79475 h 1855782"/>
                <a:gd name="connsiteX5" fmla="*/ 518975 w 518975"/>
                <a:gd name="connsiteY5" fmla="*/ 564596 h 1855782"/>
                <a:gd name="connsiteX6" fmla="*/ 295490 w 518975"/>
                <a:gd name="connsiteY6" fmla="*/ 854296 h 1855782"/>
                <a:gd name="connsiteX7" fmla="*/ 295490 w 518975"/>
                <a:gd name="connsiteY7" fmla="*/ 1855782 h 1855782"/>
                <a:gd name="connsiteX8" fmla="*/ 134634 w 518975"/>
                <a:gd name="connsiteY8" fmla="*/ 1855782 h 1855782"/>
                <a:gd name="connsiteX9" fmla="*/ 134634 w 518975"/>
                <a:gd name="connsiteY9" fmla="*/ 854296 h 1855782"/>
                <a:gd name="connsiteX0" fmla="*/ 134634 w 518975"/>
                <a:gd name="connsiteY0" fmla="*/ 918472 h 1919958"/>
                <a:gd name="connsiteX1" fmla="*/ 54749 w 518975"/>
                <a:gd name="connsiteY1" fmla="*/ 610309 h 1919958"/>
                <a:gd name="connsiteX2" fmla="*/ 22224 w 518975"/>
                <a:gd name="connsiteY2" fmla="*/ 377622 h 1919958"/>
                <a:gd name="connsiteX3" fmla="*/ 135357 w 518975"/>
                <a:gd name="connsiteY3" fmla="*/ 86104 h 1919958"/>
                <a:gd name="connsiteX4" fmla="*/ 457576 w 518975"/>
                <a:gd name="connsiteY4" fmla="*/ 143651 h 1919958"/>
                <a:gd name="connsiteX5" fmla="*/ 518975 w 518975"/>
                <a:gd name="connsiteY5" fmla="*/ 628772 h 1919958"/>
                <a:gd name="connsiteX6" fmla="*/ 295490 w 518975"/>
                <a:gd name="connsiteY6" fmla="*/ 918472 h 1919958"/>
                <a:gd name="connsiteX7" fmla="*/ 295490 w 518975"/>
                <a:gd name="connsiteY7" fmla="*/ 1919958 h 1919958"/>
                <a:gd name="connsiteX8" fmla="*/ 134634 w 518975"/>
                <a:gd name="connsiteY8" fmla="*/ 1919958 h 1919958"/>
                <a:gd name="connsiteX9" fmla="*/ 134634 w 518975"/>
                <a:gd name="connsiteY9" fmla="*/ 918472 h 1919958"/>
                <a:gd name="connsiteX0" fmla="*/ 134634 w 518975"/>
                <a:gd name="connsiteY0" fmla="*/ 936891 h 1938377"/>
                <a:gd name="connsiteX1" fmla="*/ 54749 w 518975"/>
                <a:gd name="connsiteY1" fmla="*/ 628728 h 1938377"/>
                <a:gd name="connsiteX2" fmla="*/ 22224 w 518975"/>
                <a:gd name="connsiteY2" fmla="*/ 396041 h 1938377"/>
                <a:gd name="connsiteX3" fmla="*/ 135357 w 518975"/>
                <a:gd name="connsiteY3" fmla="*/ 104523 h 1938377"/>
                <a:gd name="connsiteX4" fmla="*/ 457576 w 518975"/>
                <a:gd name="connsiteY4" fmla="*/ 162070 h 1938377"/>
                <a:gd name="connsiteX5" fmla="*/ 518975 w 518975"/>
                <a:gd name="connsiteY5" fmla="*/ 647191 h 1938377"/>
                <a:gd name="connsiteX6" fmla="*/ 295490 w 518975"/>
                <a:gd name="connsiteY6" fmla="*/ 936891 h 1938377"/>
                <a:gd name="connsiteX7" fmla="*/ 295490 w 518975"/>
                <a:gd name="connsiteY7" fmla="*/ 1938377 h 1938377"/>
                <a:gd name="connsiteX8" fmla="*/ 134634 w 518975"/>
                <a:gd name="connsiteY8" fmla="*/ 1938377 h 1938377"/>
                <a:gd name="connsiteX9" fmla="*/ 134634 w 518975"/>
                <a:gd name="connsiteY9" fmla="*/ 936891 h 1938377"/>
                <a:gd name="connsiteX0" fmla="*/ 134634 w 597472"/>
                <a:gd name="connsiteY0" fmla="*/ 936891 h 1938377"/>
                <a:gd name="connsiteX1" fmla="*/ 54749 w 597472"/>
                <a:gd name="connsiteY1" fmla="*/ 628728 h 1938377"/>
                <a:gd name="connsiteX2" fmla="*/ 22224 w 597472"/>
                <a:gd name="connsiteY2" fmla="*/ 396041 h 1938377"/>
                <a:gd name="connsiteX3" fmla="*/ 135357 w 597472"/>
                <a:gd name="connsiteY3" fmla="*/ 104523 h 1938377"/>
                <a:gd name="connsiteX4" fmla="*/ 457576 w 597472"/>
                <a:gd name="connsiteY4" fmla="*/ 162070 h 1938377"/>
                <a:gd name="connsiteX5" fmla="*/ 518975 w 597472"/>
                <a:gd name="connsiteY5" fmla="*/ 647191 h 1938377"/>
                <a:gd name="connsiteX6" fmla="*/ 295490 w 597472"/>
                <a:gd name="connsiteY6" fmla="*/ 936891 h 1938377"/>
                <a:gd name="connsiteX7" fmla="*/ 295490 w 597472"/>
                <a:gd name="connsiteY7" fmla="*/ 1938377 h 1938377"/>
                <a:gd name="connsiteX8" fmla="*/ 134634 w 597472"/>
                <a:gd name="connsiteY8" fmla="*/ 1938377 h 1938377"/>
                <a:gd name="connsiteX9" fmla="*/ 134634 w 597472"/>
                <a:gd name="connsiteY9" fmla="*/ 936891 h 1938377"/>
                <a:gd name="connsiteX0" fmla="*/ 134634 w 597472"/>
                <a:gd name="connsiteY0" fmla="*/ 936891 h 1938377"/>
                <a:gd name="connsiteX1" fmla="*/ 54749 w 597472"/>
                <a:gd name="connsiteY1" fmla="*/ 628728 h 1938377"/>
                <a:gd name="connsiteX2" fmla="*/ 22224 w 597472"/>
                <a:gd name="connsiteY2" fmla="*/ 396041 h 1938377"/>
                <a:gd name="connsiteX3" fmla="*/ 135357 w 597472"/>
                <a:gd name="connsiteY3" fmla="*/ 104523 h 1938377"/>
                <a:gd name="connsiteX4" fmla="*/ 457576 w 597472"/>
                <a:gd name="connsiteY4" fmla="*/ 162070 h 1938377"/>
                <a:gd name="connsiteX5" fmla="*/ 518975 w 597472"/>
                <a:gd name="connsiteY5" fmla="*/ 647191 h 1938377"/>
                <a:gd name="connsiteX6" fmla="*/ 295490 w 597472"/>
                <a:gd name="connsiteY6" fmla="*/ 936891 h 1938377"/>
                <a:gd name="connsiteX7" fmla="*/ 295490 w 597472"/>
                <a:gd name="connsiteY7" fmla="*/ 1938377 h 1938377"/>
                <a:gd name="connsiteX8" fmla="*/ 134634 w 597472"/>
                <a:gd name="connsiteY8" fmla="*/ 1938377 h 1938377"/>
                <a:gd name="connsiteX9" fmla="*/ 134634 w 597472"/>
                <a:gd name="connsiteY9" fmla="*/ 936891 h 1938377"/>
                <a:gd name="connsiteX0" fmla="*/ 134634 w 597472"/>
                <a:gd name="connsiteY0" fmla="*/ 936891 h 1938377"/>
                <a:gd name="connsiteX1" fmla="*/ 54749 w 597472"/>
                <a:gd name="connsiteY1" fmla="*/ 628728 h 1938377"/>
                <a:gd name="connsiteX2" fmla="*/ 22224 w 597472"/>
                <a:gd name="connsiteY2" fmla="*/ 396041 h 1938377"/>
                <a:gd name="connsiteX3" fmla="*/ 135357 w 597472"/>
                <a:gd name="connsiteY3" fmla="*/ 104523 h 1938377"/>
                <a:gd name="connsiteX4" fmla="*/ 457576 w 597472"/>
                <a:gd name="connsiteY4" fmla="*/ 162070 h 1938377"/>
                <a:gd name="connsiteX5" fmla="*/ 518975 w 597472"/>
                <a:gd name="connsiteY5" fmla="*/ 647191 h 1938377"/>
                <a:gd name="connsiteX6" fmla="*/ 295490 w 597472"/>
                <a:gd name="connsiteY6" fmla="*/ 936891 h 1938377"/>
                <a:gd name="connsiteX7" fmla="*/ 295490 w 597472"/>
                <a:gd name="connsiteY7" fmla="*/ 1938377 h 1938377"/>
                <a:gd name="connsiteX8" fmla="*/ 134634 w 597472"/>
                <a:gd name="connsiteY8" fmla="*/ 1938377 h 1938377"/>
                <a:gd name="connsiteX9" fmla="*/ 134634 w 597472"/>
                <a:gd name="connsiteY9" fmla="*/ 936891 h 1938377"/>
                <a:gd name="connsiteX0" fmla="*/ 134634 w 597472"/>
                <a:gd name="connsiteY0" fmla="*/ 936891 h 1938377"/>
                <a:gd name="connsiteX1" fmla="*/ 54749 w 597472"/>
                <a:gd name="connsiteY1" fmla="*/ 628728 h 1938377"/>
                <a:gd name="connsiteX2" fmla="*/ 22224 w 597472"/>
                <a:gd name="connsiteY2" fmla="*/ 396041 h 1938377"/>
                <a:gd name="connsiteX3" fmla="*/ 135357 w 597472"/>
                <a:gd name="connsiteY3" fmla="*/ 104523 h 1938377"/>
                <a:gd name="connsiteX4" fmla="*/ 457576 w 597472"/>
                <a:gd name="connsiteY4" fmla="*/ 162070 h 1938377"/>
                <a:gd name="connsiteX5" fmla="*/ 518975 w 597472"/>
                <a:gd name="connsiteY5" fmla="*/ 647191 h 1938377"/>
                <a:gd name="connsiteX6" fmla="*/ 295490 w 597472"/>
                <a:gd name="connsiteY6" fmla="*/ 936891 h 1938377"/>
                <a:gd name="connsiteX7" fmla="*/ 295490 w 597472"/>
                <a:gd name="connsiteY7" fmla="*/ 1938377 h 1938377"/>
                <a:gd name="connsiteX8" fmla="*/ 134634 w 597472"/>
                <a:gd name="connsiteY8" fmla="*/ 1938377 h 1938377"/>
                <a:gd name="connsiteX9" fmla="*/ 134634 w 597472"/>
                <a:gd name="connsiteY9" fmla="*/ 936891 h 1938377"/>
                <a:gd name="connsiteX0" fmla="*/ 134634 w 816875"/>
                <a:gd name="connsiteY0" fmla="*/ 912396 h 1913882"/>
                <a:gd name="connsiteX1" fmla="*/ 54749 w 816875"/>
                <a:gd name="connsiteY1" fmla="*/ 604233 h 1913882"/>
                <a:gd name="connsiteX2" fmla="*/ 22224 w 816875"/>
                <a:gd name="connsiteY2" fmla="*/ 371546 h 1913882"/>
                <a:gd name="connsiteX3" fmla="*/ 135357 w 816875"/>
                <a:gd name="connsiteY3" fmla="*/ 80028 h 1913882"/>
                <a:gd name="connsiteX4" fmla="*/ 732479 w 816875"/>
                <a:gd name="connsiteY4" fmla="*/ 222879 h 1913882"/>
                <a:gd name="connsiteX5" fmla="*/ 518975 w 816875"/>
                <a:gd name="connsiteY5" fmla="*/ 622696 h 1913882"/>
                <a:gd name="connsiteX6" fmla="*/ 295490 w 816875"/>
                <a:gd name="connsiteY6" fmla="*/ 912396 h 1913882"/>
                <a:gd name="connsiteX7" fmla="*/ 295490 w 816875"/>
                <a:gd name="connsiteY7" fmla="*/ 1913882 h 1913882"/>
                <a:gd name="connsiteX8" fmla="*/ 134634 w 816875"/>
                <a:gd name="connsiteY8" fmla="*/ 1913882 h 1913882"/>
                <a:gd name="connsiteX9" fmla="*/ 134634 w 816875"/>
                <a:gd name="connsiteY9" fmla="*/ 912396 h 1913882"/>
                <a:gd name="connsiteX0" fmla="*/ 134634 w 833593"/>
                <a:gd name="connsiteY0" fmla="*/ 912396 h 1913882"/>
                <a:gd name="connsiteX1" fmla="*/ 54749 w 833593"/>
                <a:gd name="connsiteY1" fmla="*/ 604233 h 1913882"/>
                <a:gd name="connsiteX2" fmla="*/ 22224 w 833593"/>
                <a:gd name="connsiteY2" fmla="*/ 371546 h 1913882"/>
                <a:gd name="connsiteX3" fmla="*/ 135357 w 833593"/>
                <a:gd name="connsiteY3" fmla="*/ 80028 h 1913882"/>
                <a:gd name="connsiteX4" fmla="*/ 732479 w 833593"/>
                <a:gd name="connsiteY4" fmla="*/ 222879 h 1913882"/>
                <a:gd name="connsiteX5" fmla="*/ 633181 w 833593"/>
                <a:gd name="connsiteY5" fmla="*/ 629094 h 1913882"/>
                <a:gd name="connsiteX6" fmla="*/ 295490 w 833593"/>
                <a:gd name="connsiteY6" fmla="*/ 912396 h 1913882"/>
                <a:gd name="connsiteX7" fmla="*/ 295490 w 833593"/>
                <a:gd name="connsiteY7" fmla="*/ 1913882 h 1913882"/>
                <a:gd name="connsiteX8" fmla="*/ 134634 w 833593"/>
                <a:gd name="connsiteY8" fmla="*/ 1913882 h 1913882"/>
                <a:gd name="connsiteX9" fmla="*/ 134634 w 833593"/>
                <a:gd name="connsiteY9" fmla="*/ 912396 h 1913882"/>
                <a:gd name="connsiteX0" fmla="*/ 134634 w 833593"/>
                <a:gd name="connsiteY0" fmla="*/ 912396 h 1913882"/>
                <a:gd name="connsiteX1" fmla="*/ 54749 w 833593"/>
                <a:gd name="connsiteY1" fmla="*/ 604233 h 1913882"/>
                <a:gd name="connsiteX2" fmla="*/ 22224 w 833593"/>
                <a:gd name="connsiteY2" fmla="*/ 371546 h 1913882"/>
                <a:gd name="connsiteX3" fmla="*/ 135357 w 833593"/>
                <a:gd name="connsiteY3" fmla="*/ 80028 h 1913882"/>
                <a:gd name="connsiteX4" fmla="*/ 732479 w 833593"/>
                <a:gd name="connsiteY4" fmla="*/ 222879 h 1913882"/>
                <a:gd name="connsiteX5" fmla="*/ 633181 w 833593"/>
                <a:gd name="connsiteY5" fmla="*/ 629094 h 1913882"/>
                <a:gd name="connsiteX6" fmla="*/ 389221 w 833593"/>
                <a:gd name="connsiteY6" fmla="*/ 927139 h 1913882"/>
                <a:gd name="connsiteX7" fmla="*/ 295490 w 833593"/>
                <a:gd name="connsiteY7" fmla="*/ 1913882 h 1913882"/>
                <a:gd name="connsiteX8" fmla="*/ 134634 w 833593"/>
                <a:gd name="connsiteY8" fmla="*/ 1913882 h 1913882"/>
                <a:gd name="connsiteX9" fmla="*/ 134634 w 833593"/>
                <a:gd name="connsiteY9" fmla="*/ 912396 h 1913882"/>
                <a:gd name="connsiteX0" fmla="*/ 247268 w 833593"/>
                <a:gd name="connsiteY0" fmla="*/ 929061 h 1913882"/>
                <a:gd name="connsiteX1" fmla="*/ 54749 w 833593"/>
                <a:gd name="connsiteY1" fmla="*/ 604233 h 1913882"/>
                <a:gd name="connsiteX2" fmla="*/ 22224 w 833593"/>
                <a:gd name="connsiteY2" fmla="*/ 371546 h 1913882"/>
                <a:gd name="connsiteX3" fmla="*/ 135357 w 833593"/>
                <a:gd name="connsiteY3" fmla="*/ 80028 h 1913882"/>
                <a:gd name="connsiteX4" fmla="*/ 732479 w 833593"/>
                <a:gd name="connsiteY4" fmla="*/ 222879 h 1913882"/>
                <a:gd name="connsiteX5" fmla="*/ 633181 w 833593"/>
                <a:gd name="connsiteY5" fmla="*/ 629094 h 1913882"/>
                <a:gd name="connsiteX6" fmla="*/ 389221 w 833593"/>
                <a:gd name="connsiteY6" fmla="*/ 927139 h 1913882"/>
                <a:gd name="connsiteX7" fmla="*/ 295490 w 833593"/>
                <a:gd name="connsiteY7" fmla="*/ 1913882 h 1913882"/>
                <a:gd name="connsiteX8" fmla="*/ 134634 w 833593"/>
                <a:gd name="connsiteY8" fmla="*/ 1913882 h 1913882"/>
                <a:gd name="connsiteX9" fmla="*/ 247268 w 833593"/>
                <a:gd name="connsiteY9" fmla="*/ 929061 h 1913882"/>
                <a:gd name="connsiteX0" fmla="*/ 247268 w 833593"/>
                <a:gd name="connsiteY0" fmla="*/ 916865 h 1901686"/>
                <a:gd name="connsiteX1" fmla="*/ 54749 w 833593"/>
                <a:gd name="connsiteY1" fmla="*/ 592037 h 1901686"/>
                <a:gd name="connsiteX2" fmla="*/ 22224 w 833593"/>
                <a:gd name="connsiteY2" fmla="*/ 359350 h 1901686"/>
                <a:gd name="connsiteX3" fmla="*/ 292886 w 833593"/>
                <a:gd name="connsiteY3" fmla="*/ 83847 h 1901686"/>
                <a:gd name="connsiteX4" fmla="*/ 732479 w 833593"/>
                <a:gd name="connsiteY4" fmla="*/ 210683 h 1901686"/>
                <a:gd name="connsiteX5" fmla="*/ 633181 w 833593"/>
                <a:gd name="connsiteY5" fmla="*/ 616898 h 1901686"/>
                <a:gd name="connsiteX6" fmla="*/ 389221 w 833593"/>
                <a:gd name="connsiteY6" fmla="*/ 914943 h 1901686"/>
                <a:gd name="connsiteX7" fmla="*/ 295490 w 833593"/>
                <a:gd name="connsiteY7" fmla="*/ 1901686 h 1901686"/>
                <a:gd name="connsiteX8" fmla="*/ 134634 w 833593"/>
                <a:gd name="connsiteY8" fmla="*/ 1901686 h 1901686"/>
                <a:gd name="connsiteX9" fmla="*/ 247268 w 833593"/>
                <a:gd name="connsiteY9" fmla="*/ 916865 h 1901686"/>
                <a:gd name="connsiteX0" fmla="*/ 247268 w 833593"/>
                <a:gd name="connsiteY0" fmla="*/ 968486 h 1953307"/>
                <a:gd name="connsiteX1" fmla="*/ 54749 w 833593"/>
                <a:gd name="connsiteY1" fmla="*/ 643658 h 1953307"/>
                <a:gd name="connsiteX2" fmla="*/ 22224 w 833593"/>
                <a:gd name="connsiteY2" fmla="*/ 410971 h 1953307"/>
                <a:gd name="connsiteX3" fmla="*/ 520490 w 833593"/>
                <a:gd name="connsiteY3" fmla="*/ 69967 h 1953307"/>
                <a:gd name="connsiteX4" fmla="*/ 732479 w 833593"/>
                <a:gd name="connsiteY4" fmla="*/ 262304 h 1953307"/>
                <a:gd name="connsiteX5" fmla="*/ 633181 w 833593"/>
                <a:gd name="connsiteY5" fmla="*/ 668519 h 1953307"/>
                <a:gd name="connsiteX6" fmla="*/ 389221 w 833593"/>
                <a:gd name="connsiteY6" fmla="*/ 966564 h 1953307"/>
                <a:gd name="connsiteX7" fmla="*/ 295490 w 833593"/>
                <a:gd name="connsiteY7" fmla="*/ 1953307 h 1953307"/>
                <a:gd name="connsiteX8" fmla="*/ 134634 w 833593"/>
                <a:gd name="connsiteY8" fmla="*/ 1953307 h 1953307"/>
                <a:gd name="connsiteX9" fmla="*/ 247268 w 833593"/>
                <a:gd name="connsiteY9" fmla="*/ 968486 h 1953307"/>
                <a:gd name="connsiteX0" fmla="*/ 247268 w 833593"/>
                <a:gd name="connsiteY0" fmla="*/ 968486 h 1953307"/>
                <a:gd name="connsiteX1" fmla="*/ 54749 w 833593"/>
                <a:gd name="connsiteY1" fmla="*/ 643658 h 1953307"/>
                <a:gd name="connsiteX2" fmla="*/ 22224 w 833593"/>
                <a:gd name="connsiteY2" fmla="*/ 410971 h 1953307"/>
                <a:gd name="connsiteX3" fmla="*/ 520490 w 833593"/>
                <a:gd name="connsiteY3" fmla="*/ 69967 h 1953307"/>
                <a:gd name="connsiteX4" fmla="*/ 732479 w 833593"/>
                <a:gd name="connsiteY4" fmla="*/ 262304 h 1953307"/>
                <a:gd name="connsiteX5" fmla="*/ 633181 w 833593"/>
                <a:gd name="connsiteY5" fmla="*/ 668519 h 1953307"/>
                <a:gd name="connsiteX6" fmla="*/ 389221 w 833593"/>
                <a:gd name="connsiteY6" fmla="*/ 966564 h 1953307"/>
                <a:gd name="connsiteX7" fmla="*/ 295490 w 833593"/>
                <a:gd name="connsiteY7" fmla="*/ 1953307 h 1953307"/>
                <a:gd name="connsiteX8" fmla="*/ 134634 w 833593"/>
                <a:gd name="connsiteY8" fmla="*/ 1953307 h 1953307"/>
                <a:gd name="connsiteX9" fmla="*/ 247268 w 833593"/>
                <a:gd name="connsiteY9" fmla="*/ 968486 h 1953307"/>
                <a:gd name="connsiteX0" fmla="*/ 202193 w 788518"/>
                <a:gd name="connsiteY0" fmla="*/ 968486 h 1953307"/>
                <a:gd name="connsiteX1" fmla="*/ 9674 w 788518"/>
                <a:gd name="connsiteY1" fmla="*/ 643658 h 1953307"/>
                <a:gd name="connsiteX2" fmla="*/ 156714 w 788518"/>
                <a:gd name="connsiteY2" fmla="*/ 366657 h 1953307"/>
                <a:gd name="connsiteX3" fmla="*/ 475415 w 788518"/>
                <a:gd name="connsiteY3" fmla="*/ 69967 h 1953307"/>
                <a:gd name="connsiteX4" fmla="*/ 687404 w 788518"/>
                <a:gd name="connsiteY4" fmla="*/ 262304 h 1953307"/>
                <a:gd name="connsiteX5" fmla="*/ 588106 w 788518"/>
                <a:gd name="connsiteY5" fmla="*/ 668519 h 1953307"/>
                <a:gd name="connsiteX6" fmla="*/ 344146 w 788518"/>
                <a:gd name="connsiteY6" fmla="*/ 966564 h 1953307"/>
                <a:gd name="connsiteX7" fmla="*/ 250415 w 788518"/>
                <a:gd name="connsiteY7" fmla="*/ 1953307 h 1953307"/>
                <a:gd name="connsiteX8" fmla="*/ 89559 w 788518"/>
                <a:gd name="connsiteY8" fmla="*/ 1953307 h 1953307"/>
                <a:gd name="connsiteX9" fmla="*/ 202193 w 788518"/>
                <a:gd name="connsiteY9" fmla="*/ 968486 h 1953307"/>
                <a:gd name="connsiteX0" fmla="*/ 202193 w 788518"/>
                <a:gd name="connsiteY0" fmla="*/ 968486 h 1953307"/>
                <a:gd name="connsiteX1" fmla="*/ 9674 w 788518"/>
                <a:gd name="connsiteY1" fmla="*/ 643658 h 1953307"/>
                <a:gd name="connsiteX2" fmla="*/ 156714 w 788518"/>
                <a:gd name="connsiteY2" fmla="*/ 366657 h 1953307"/>
                <a:gd name="connsiteX3" fmla="*/ 475415 w 788518"/>
                <a:gd name="connsiteY3" fmla="*/ 69967 h 1953307"/>
                <a:gd name="connsiteX4" fmla="*/ 687404 w 788518"/>
                <a:gd name="connsiteY4" fmla="*/ 262304 h 1953307"/>
                <a:gd name="connsiteX5" fmla="*/ 588106 w 788518"/>
                <a:gd name="connsiteY5" fmla="*/ 668519 h 1953307"/>
                <a:gd name="connsiteX6" fmla="*/ 344146 w 788518"/>
                <a:gd name="connsiteY6" fmla="*/ 966564 h 1953307"/>
                <a:gd name="connsiteX7" fmla="*/ 250415 w 788518"/>
                <a:gd name="connsiteY7" fmla="*/ 1953307 h 1953307"/>
                <a:gd name="connsiteX8" fmla="*/ 89559 w 788518"/>
                <a:gd name="connsiteY8" fmla="*/ 1953307 h 1953307"/>
                <a:gd name="connsiteX9" fmla="*/ 202193 w 788518"/>
                <a:gd name="connsiteY9" fmla="*/ 968486 h 1953307"/>
                <a:gd name="connsiteX0" fmla="*/ 202193 w 788518"/>
                <a:gd name="connsiteY0" fmla="*/ 968486 h 1953307"/>
                <a:gd name="connsiteX1" fmla="*/ 9674 w 788518"/>
                <a:gd name="connsiteY1" fmla="*/ 643658 h 1953307"/>
                <a:gd name="connsiteX2" fmla="*/ 153460 w 788518"/>
                <a:gd name="connsiteY2" fmla="*/ 270033 h 1953307"/>
                <a:gd name="connsiteX3" fmla="*/ 475415 w 788518"/>
                <a:gd name="connsiteY3" fmla="*/ 69967 h 1953307"/>
                <a:gd name="connsiteX4" fmla="*/ 687404 w 788518"/>
                <a:gd name="connsiteY4" fmla="*/ 262304 h 1953307"/>
                <a:gd name="connsiteX5" fmla="*/ 588106 w 788518"/>
                <a:gd name="connsiteY5" fmla="*/ 668519 h 1953307"/>
                <a:gd name="connsiteX6" fmla="*/ 344146 w 788518"/>
                <a:gd name="connsiteY6" fmla="*/ 966564 h 1953307"/>
                <a:gd name="connsiteX7" fmla="*/ 250415 w 788518"/>
                <a:gd name="connsiteY7" fmla="*/ 1953307 h 1953307"/>
                <a:gd name="connsiteX8" fmla="*/ 89559 w 788518"/>
                <a:gd name="connsiteY8" fmla="*/ 1953307 h 1953307"/>
                <a:gd name="connsiteX9" fmla="*/ 202193 w 788518"/>
                <a:gd name="connsiteY9" fmla="*/ 968486 h 1953307"/>
                <a:gd name="connsiteX0" fmla="*/ 202193 w 788518"/>
                <a:gd name="connsiteY0" fmla="*/ 751299 h 1736120"/>
                <a:gd name="connsiteX1" fmla="*/ 9674 w 788518"/>
                <a:gd name="connsiteY1" fmla="*/ 426471 h 1736120"/>
                <a:gd name="connsiteX2" fmla="*/ 153460 w 788518"/>
                <a:gd name="connsiteY2" fmla="*/ 52846 h 1736120"/>
                <a:gd name="connsiteX3" fmla="*/ 687404 w 788518"/>
                <a:gd name="connsiteY3" fmla="*/ 45117 h 1736120"/>
                <a:gd name="connsiteX4" fmla="*/ 588106 w 788518"/>
                <a:gd name="connsiteY4" fmla="*/ 451332 h 1736120"/>
                <a:gd name="connsiteX5" fmla="*/ 344146 w 788518"/>
                <a:gd name="connsiteY5" fmla="*/ 749377 h 1736120"/>
                <a:gd name="connsiteX6" fmla="*/ 250415 w 788518"/>
                <a:gd name="connsiteY6" fmla="*/ 1736120 h 1736120"/>
                <a:gd name="connsiteX7" fmla="*/ 89559 w 788518"/>
                <a:gd name="connsiteY7" fmla="*/ 1736120 h 1736120"/>
                <a:gd name="connsiteX8" fmla="*/ 202193 w 788518"/>
                <a:gd name="connsiteY8" fmla="*/ 751299 h 1736120"/>
                <a:gd name="connsiteX0" fmla="*/ 202193 w 788518"/>
                <a:gd name="connsiteY0" fmla="*/ 905302 h 1890123"/>
                <a:gd name="connsiteX1" fmla="*/ 9674 w 788518"/>
                <a:gd name="connsiteY1" fmla="*/ 580474 h 1890123"/>
                <a:gd name="connsiteX2" fmla="*/ 153460 w 788518"/>
                <a:gd name="connsiteY2" fmla="*/ 206849 h 1890123"/>
                <a:gd name="connsiteX3" fmla="*/ 469945 w 788518"/>
                <a:gd name="connsiteY3" fmla="*/ 9 h 1890123"/>
                <a:gd name="connsiteX4" fmla="*/ 687404 w 788518"/>
                <a:gd name="connsiteY4" fmla="*/ 199120 h 1890123"/>
                <a:gd name="connsiteX5" fmla="*/ 588106 w 788518"/>
                <a:gd name="connsiteY5" fmla="*/ 605335 h 1890123"/>
                <a:gd name="connsiteX6" fmla="*/ 344146 w 788518"/>
                <a:gd name="connsiteY6" fmla="*/ 903380 h 1890123"/>
                <a:gd name="connsiteX7" fmla="*/ 250415 w 788518"/>
                <a:gd name="connsiteY7" fmla="*/ 1890123 h 1890123"/>
                <a:gd name="connsiteX8" fmla="*/ 89559 w 788518"/>
                <a:gd name="connsiteY8" fmla="*/ 1890123 h 1890123"/>
                <a:gd name="connsiteX9" fmla="*/ 202193 w 788518"/>
                <a:gd name="connsiteY9" fmla="*/ 905302 h 1890123"/>
                <a:gd name="connsiteX0" fmla="*/ 202193 w 788518"/>
                <a:gd name="connsiteY0" fmla="*/ 963564 h 1948385"/>
                <a:gd name="connsiteX1" fmla="*/ 9674 w 788518"/>
                <a:gd name="connsiteY1" fmla="*/ 638736 h 1948385"/>
                <a:gd name="connsiteX2" fmla="*/ 153460 w 788518"/>
                <a:gd name="connsiteY2" fmla="*/ 265111 h 1948385"/>
                <a:gd name="connsiteX3" fmla="*/ 469945 w 788518"/>
                <a:gd name="connsiteY3" fmla="*/ 58271 h 1948385"/>
                <a:gd name="connsiteX4" fmla="*/ 687404 w 788518"/>
                <a:gd name="connsiteY4" fmla="*/ 257382 h 1948385"/>
                <a:gd name="connsiteX5" fmla="*/ 588106 w 788518"/>
                <a:gd name="connsiteY5" fmla="*/ 663597 h 1948385"/>
                <a:gd name="connsiteX6" fmla="*/ 344146 w 788518"/>
                <a:gd name="connsiteY6" fmla="*/ 961642 h 1948385"/>
                <a:gd name="connsiteX7" fmla="*/ 250415 w 788518"/>
                <a:gd name="connsiteY7" fmla="*/ 1948385 h 1948385"/>
                <a:gd name="connsiteX8" fmla="*/ 89559 w 788518"/>
                <a:gd name="connsiteY8" fmla="*/ 1948385 h 1948385"/>
                <a:gd name="connsiteX9" fmla="*/ 202193 w 788518"/>
                <a:gd name="connsiteY9" fmla="*/ 963564 h 1948385"/>
                <a:gd name="connsiteX0" fmla="*/ 202193 w 788518"/>
                <a:gd name="connsiteY0" fmla="*/ 966815 h 1951636"/>
                <a:gd name="connsiteX1" fmla="*/ 9674 w 788518"/>
                <a:gd name="connsiteY1" fmla="*/ 641987 h 1951636"/>
                <a:gd name="connsiteX2" fmla="*/ 153460 w 788518"/>
                <a:gd name="connsiteY2" fmla="*/ 268362 h 1951636"/>
                <a:gd name="connsiteX3" fmla="*/ 469945 w 788518"/>
                <a:gd name="connsiteY3" fmla="*/ 61522 h 1951636"/>
                <a:gd name="connsiteX4" fmla="*/ 687404 w 788518"/>
                <a:gd name="connsiteY4" fmla="*/ 260633 h 1951636"/>
                <a:gd name="connsiteX5" fmla="*/ 588106 w 788518"/>
                <a:gd name="connsiteY5" fmla="*/ 666848 h 1951636"/>
                <a:gd name="connsiteX6" fmla="*/ 344146 w 788518"/>
                <a:gd name="connsiteY6" fmla="*/ 964893 h 1951636"/>
                <a:gd name="connsiteX7" fmla="*/ 250415 w 788518"/>
                <a:gd name="connsiteY7" fmla="*/ 1951636 h 1951636"/>
                <a:gd name="connsiteX8" fmla="*/ 89559 w 788518"/>
                <a:gd name="connsiteY8" fmla="*/ 1951636 h 1951636"/>
                <a:gd name="connsiteX9" fmla="*/ 202193 w 788518"/>
                <a:gd name="connsiteY9" fmla="*/ 966815 h 1951636"/>
                <a:gd name="connsiteX0" fmla="*/ 151999 w 738324"/>
                <a:gd name="connsiteY0" fmla="*/ 966815 h 1951636"/>
                <a:gd name="connsiteX1" fmla="*/ 30293 w 738324"/>
                <a:gd name="connsiteY1" fmla="*/ 624333 h 1951636"/>
                <a:gd name="connsiteX2" fmla="*/ 103266 w 738324"/>
                <a:gd name="connsiteY2" fmla="*/ 268362 h 1951636"/>
                <a:gd name="connsiteX3" fmla="*/ 419751 w 738324"/>
                <a:gd name="connsiteY3" fmla="*/ 61522 h 1951636"/>
                <a:gd name="connsiteX4" fmla="*/ 637210 w 738324"/>
                <a:gd name="connsiteY4" fmla="*/ 260633 h 1951636"/>
                <a:gd name="connsiteX5" fmla="*/ 537912 w 738324"/>
                <a:gd name="connsiteY5" fmla="*/ 666848 h 1951636"/>
                <a:gd name="connsiteX6" fmla="*/ 293952 w 738324"/>
                <a:gd name="connsiteY6" fmla="*/ 964893 h 1951636"/>
                <a:gd name="connsiteX7" fmla="*/ 200221 w 738324"/>
                <a:gd name="connsiteY7" fmla="*/ 1951636 h 1951636"/>
                <a:gd name="connsiteX8" fmla="*/ 39365 w 738324"/>
                <a:gd name="connsiteY8" fmla="*/ 1951636 h 1951636"/>
                <a:gd name="connsiteX9" fmla="*/ 151999 w 738324"/>
                <a:gd name="connsiteY9" fmla="*/ 966815 h 1951636"/>
                <a:gd name="connsiteX0" fmla="*/ 185247 w 771572"/>
                <a:gd name="connsiteY0" fmla="*/ 966815 h 1951636"/>
                <a:gd name="connsiteX1" fmla="*/ 63541 w 771572"/>
                <a:gd name="connsiteY1" fmla="*/ 624333 h 1951636"/>
                <a:gd name="connsiteX2" fmla="*/ 136514 w 771572"/>
                <a:gd name="connsiteY2" fmla="*/ 268362 h 1951636"/>
                <a:gd name="connsiteX3" fmla="*/ 452999 w 771572"/>
                <a:gd name="connsiteY3" fmla="*/ 61522 h 1951636"/>
                <a:gd name="connsiteX4" fmla="*/ 670458 w 771572"/>
                <a:gd name="connsiteY4" fmla="*/ 260633 h 1951636"/>
                <a:gd name="connsiteX5" fmla="*/ 571160 w 771572"/>
                <a:gd name="connsiteY5" fmla="*/ 666848 h 1951636"/>
                <a:gd name="connsiteX6" fmla="*/ 327200 w 771572"/>
                <a:gd name="connsiteY6" fmla="*/ 964893 h 1951636"/>
                <a:gd name="connsiteX7" fmla="*/ 233469 w 771572"/>
                <a:gd name="connsiteY7" fmla="*/ 1951636 h 1951636"/>
                <a:gd name="connsiteX8" fmla="*/ 72613 w 771572"/>
                <a:gd name="connsiteY8" fmla="*/ 1951636 h 1951636"/>
                <a:gd name="connsiteX9" fmla="*/ 185247 w 771572"/>
                <a:gd name="connsiteY9" fmla="*/ 966815 h 1951636"/>
                <a:gd name="connsiteX0" fmla="*/ 185247 w 771572"/>
                <a:gd name="connsiteY0" fmla="*/ 966815 h 1951636"/>
                <a:gd name="connsiteX1" fmla="*/ 63541 w 771572"/>
                <a:gd name="connsiteY1" fmla="*/ 624333 h 1951636"/>
                <a:gd name="connsiteX2" fmla="*/ 136514 w 771572"/>
                <a:gd name="connsiteY2" fmla="*/ 268362 h 1951636"/>
                <a:gd name="connsiteX3" fmla="*/ 452999 w 771572"/>
                <a:gd name="connsiteY3" fmla="*/ 61522 h 1951636"/>
                <a:gd name="connsiteX4" fmla="*/ 670458 w 771572"/>
                <a:gd name="connsiteY4" fmla="*/ 260633 h 1951636"/>
                <a:gd name="connsiteX5" fmla="*/ 571160 w 771572"/>
                <a:gd name="connsiteY5" fmla="*/ 666848 h 1951636"/>
                <a:gd name="connsiteX6" fmla="*/ 374932 w 771572"/>
                <a:gd name="connsiteY6" fmla="*/ 958562 h 1951636"/>
                <a:gd name="connsiteX7" fmla="*/ 233469 w 771572"/>
                <a:gd name="connsiteY7" fmla="*/ 1951636 h 1951636"/>
                <a:gd name="connsiteX8" fmla="*/ 72613 w 771572"/>
                <a:gd name="connsiteY8" fmla="*/ 1951636 h 1951636"/>
                <a:gd name="connsiteX9" fmla="*/ 185247 w 771572"/>
                <a:gd name="connsiteY9" fmla="*/ 966815 h 1951636"/>
                <a:gd name="connsiteX0" fmla="*/ 185247 w 771572"/>
                <a:gd name="connsiteY0" fmla="*/ 966815 h 1951636"/>
                <a:gd name="connsiteX1" fmla="*/ 63541 w 771572"/>
                <a:gd name="connsiteY1" fmla="*/ 624333 h 1951636"/>
                <a:gd name="connsiteX2" fmla="*/ 136514 w 771572"/>
                <a:gd name="connsiteY2" fmla="*/ 268362 h 1951636"/>
                <a:gd name="connsiteX3" fmla="*/ 452999 w 771572"/>
                <a:gd name="connsiteY3" fmla="*/ 61522 h 1951636"/>
                <a:gd name="connsiteX4" fmla="*/ 670458 w 771572"/>
                <a:gd name="connsiteY4" fmla="*/ 260633 h 1951636"/>
                <a:gd name="connsiteX5" fmla="*/ 571160 w 771572"/>
                <a:gd name="connsiteY5" fmla="*/ 666848 h 1951636"/>
                <a:gd name="connsiteX6" fmla="*/ 374932 w 771572"/>
                <a:gd name="connsiteY6" fmla="*/ 958562 h 1951636"/>
                <a:gd name="connsiteX7" fmla="*/ 233469 w 771572"/>
                <a:gd name="connsiteY7" fmla="*/ 1951636 h 1951636"/>
                <a:gd name="connsiteX8" fmla="*/ 72613 w 771572"/>
                <a:gd name="connsiteY8" fmla="*/ 1951636 h 1951636"/>
                <a:gd name="connsiteX9" fmla="*/ 185247 w 771572"/>
                <a:gd name="connsiteY9" fmla="*/ 966815 h 1951636"/>
                <a:gd name="connsiteX0" fmla="*/ 185247 w 736927"/>
                <a:gd name="connsiteY0" fmla="*/ 966815 h 1951636"/>
                <a:gd name="connsiteX1" fmla="*/ 63541 w 736927"/>
                <a:gd name="connsiteY1" fmla="*/ 624333 h 1951636"/>
                <a:gd name="connsiteX2" fmla="*/ 136514 w 736927"/>
                <a:gd name="connsiteY2" fmla="*/ 268362 h 1951636"/>
                <a:gd name="connsiteX3" fmla="*/ 452999 w 736927"/>
                <a:gd name="connsiteY3" fmla="*/ 61522 h 1951636"/>
                <a:gd name="connsiteX4" fmla="*/ 670458 w 736927"/>
                <a:gd name="connsiteY4" fmla="*/ 260633 h 1951636"/>
                <a:gd name="connsiteX5" fmla="*/ 571160 w 736927"/>
                <a:gd name="connsiteY5" fmla="*/ 666848 h 1951636"/>
                <a:gd name="connsiteX6" fmla="*/ 374932 w 736927"/>
                <a:gd name="connsiteY6" fmla="*/ 958562 h 1951636"/>
                <a:gd name="connsiteX7" fmla="*/ 233469 w 736927"/>
                <a:gd name="connsiteY7" fmla="*/ 1951636 h 1951636"/>
                <a:gd name="connsiteX8" fmla="*/ 72613 w 736927"/>
                <a:gd name="connsiteY8" fmla="*/ 1951636 h 1951636"/>
                <a:gd name="connsiteX9" fmla="*/ 185247 w 736927"/>
                <a:gd name="connsiteY9" fmla="*/ 966815 h 1951636"/>
                <a:gd name="connsiteX0" fmla="*/ 251130 w 736927"/>
                <a:gd name="connsiteY0" fmla="*/ 810190 h 1951636"/>
                <a:gd name="connsiteX1" fmla="*/ 63541 w 736927"/>
                <a:gd name="connsiteY1" fmla="*/ 624333 h 1951636"/>
                <a:gd name="connsiteX2" fmla="*/ 136514 w 736927"/>
                <a:gd name="connsiteY2" fmla="*/ 268362 h 1951636"/>
                <a:gd name="connsiteX3" fmla="*/ 452999 w 736927"/>
                <a:gd name="connsiteY3" fmla="*/ 61522 h 1951636"/>
                <a:gd name="connsiteX4" fmla="*/ 670458 w 736927"/>
                <a:gd name="connsiteY4" fmla="*/ 260633 h 1951636"/>
                <a:gd name="connsiteX5" fmla="*/ 571160 w 736927"/>
                <a:gd name="connsiteY5" fmla="*/ 666848 h 1951636"/>
                <a:gd name="connsiteX6" fmla="*/ 374932 w 736927"/>
                <a:gd name="connsiteY6" fmla="*/ 958562 h 1951636"/>
                <a:gd name="connsiteX7" fmla="*/ 233469 w 736927"/>
                <a:gd name="connsiteY7" fmla="*/ 1951636 h 1951636"/>
                <a:gd name="connsiteX8" fmla="*/ 72613 w 736927"/>
                <a:gd name="connsiteY8" fmla="*/ 1951636 h 1951636"/>
                <a:gd name="connsiteX9" fmla="*/ 251130 w 736927"/>
                <a:gd name="connsiteY9" fmla="*/ 810190 h 1951636"/>
                <a:gd name="connsiteX0" fmla="*/ 251130 w 736927"/>
                <a:gd name="connsiteY0" fmla="*/ 810190 h 1951636"/>
                <a:gd name="connsiteX1" fmla="*/ 63541 w 736927"/>
                <a:gd name="connsiteY1" fmla="*/ 624333 h 1951636"/>
                <a:gd name="connsiteX2" fmla="*/ 136514 w 736927"/>
                <a:gd name="connsiteY2" fmla="*/ 268362 h 1951636"/>
                <a:gd name="connsiteX3" fmla="*/ 452999 w 736927"/>
                <a:gd name="connsiteY3" fmla="*/ 61522 h 1951636"/>
                <a:gd name="connsiteX4" fmla="*/ 670458 w 736927"/>
                <a:gd name="connsiteY4" fmla="*/ 260633 h 1951636"/>
                <a:gd name="connsiteX5" fmla="*/ 571160 w 736927"/>
                <a:gd name="connsiteY5" fmla="*/ 666848 h 1951636"/>
                <a:gd name="connsiteX6" fmla="*/ 400826 w 736927"/>
                <a:gd name="connsiteY6" fmla="*/ 785298 h 1951636"/>
                <a:gd name="connsiteX7" fmla="*/ 233469 w 736927"/>
                <a:gd name="connsiteY7" fmla="*/ 1951636 h 1951636"/>
                <a:gd name="connsiteX8" fmla="*/ 72613 w 736927"/>
                <a:gd name="connsiteY8" fmla="*/ 1951636 h 1951636"/>
                <a:gd name="connsiteX9" fmla="*/ 251130 w 736927"/>
                <a:gd name="connsiteY9" fmla="*/ 810190 h 1951636"/>
                <a:gd name="connsiteX0" fmla="*/ 251130 w 736927"/>
                <a:gd name="connsiteY0" fmla="*/ 810190 h 1951636"/>
                <a:gd name="connsiteX1" fmla="*/ 63541 w 736927"/>
                <a:gd name="connsiteY1" fmla="*/ 624333 h 1951636"/>
                <a:gd name="connsiteX2" fmla="*/ 136514 w 736927"/>
                <a:gd name="connsiteY2" fmla="*/ 268362 h 1951636"/>
                <a:gd name="connsiteX3" fmla="*/ 452999 w 736927"/>
                <a:gd name="connsiteY3" fmla="*/ 61522 h 1951636"/>
                <a:gd name="connsiteX4" fmla="*/ 670458 w 736927"/>
                <a:gd name="connsiteY4" fmla="*/ 260633 h 1951636"/>
                <a:gd name="connsiteX5" fmla="*/ 571160 w 736927"/>
                <a:gd name="connsiteY5" fmla="*/ 666848 h 1951636"/>
                <a:gd name="connsiteX6" fmla="*/ 380575 w 736927"/>
                <a:gd name="connsiteY6" fmla="*/ 801521 h 1951636"/>
                <a:gd name="connsiteX7" fmla="*/ 233469 w 736927"/>
                <a:gd name="connsiteY7" fmla="*/ 1951636 h 1951636"/>
                <a:gd name="connsiteX8" fmla="*/ 72613 w 736927"/>
                <a:gd name="connsiteY8" fmla="*/ 1951636 h 1951636"/>
                <a:gd name="connsiteX9" fmla="*/ 251130 w 736927"/>
                <a:gd name="connsiteY9" fmla="*/ 810190 h 1951636"/>
                <a:gd name="connsiteX0" fmla="*/ 251130 w 736927"/>
                <a:gd name="connsiteY0" fmla="*/ 810190 h 1951636"/>
                <a:gd name="connsiteX1" fmla="*/ 63541 w 736927"/>
                <a:gd name="connsiteY1" fmla="*/ 624333 h 1951636"/>
                <a:gd name="connsiteX2" fmla="*/ 136514 w 736927"/>
                <a:gd name="connsiteY2" fmla="*/ 268362 h 1951636"/>
                <a:gd name="connsiteX3" fmla="*/ 452999 w 736927"/>
                <a:gd name="connsiteY3" fmla="*/ 61522 h 1951636"/>
                <a:gd name="connsiteX4" fmla="*/ 670458 w 736927"/>
                <a:gd name="connsiteY4" fmla="*/ 260633 h 1951636"/>
                <a:gd name="connsiteX5" fmla="*/ 571160 w 736927"/>
                <a:gd name="connsiteY5" fmla="*/ 666848 h 1951636"/>
                <a:gd name="connsiteX6" fmla="*/ 380575 w 736927"/>
                <a:gd name="connsiteY6" fmla="*/ 801521 h 1951636"/>
                <a:gd name="connsiteX7" fmla="*/ 233469 w 736927"/>
                <a:gd name="connsiteY7" fmla="*/ 1951636 h 1951636"/>
                <a:gd name="connsiteX8" fmla="*/ 72613 w 736927"/>
                <a:gd name="connsiteY8" fmla="*/ 1951636 h 1951636"/>
                <a:gd name="connsiteX9" fmla="*/ 251130 w 736927"/>
                <a:gd name="connsiteY9" fmla="*/ 810190 h 1951636"/>
                <a:gd name="connsiteX0" fmla="*/ 251130 w 670458"/>
                <a:gd name="connsiteY0" fmla="*/ 810190 h 1951636"/>
                <a:gd name="connsiteX1" fmla="*/ 63541 w 670458"/>
                <a:gd name="connsiteY1" fmla="*/ 624333 h 1951636"/>
                <a:gd name="connsiteX2" fmla="*/ 136514 w 670458"/>
                <a:gd name="connsiteY2" fmla="*/ 268362 h 1951636"/>
                <a:gd name="connsiteX3" fmla="*/ 452999 w 670458"/>
                <a:gd name="connsiteY3" fmla="*/ 61522 h 1951636"/>
                <a:gd name="connsiteX4" fmla="*/ 670458 w 670458"/>
                <a:gd name="connsiteY4" fmla="*/ 260633 h 1951636"/>
                <a:gd name="connsiteX5" fmla="*/ 380575 w 670458"/>
                <a:gd name="connsiteY5" fmla="*/ 801521 h 1951636"/>
                <a:gd name="connsiteX6" fmla="*/ 233469 w 670458"/>
                <a:gd name="connsiteY6" fmla="*/ 1951636 h 1951636"/>
                <a:gd name="connsiteX7" fmla="*/ 72613 w 670458"/>
                <a:gd name="connsiteY7" fmla="*/ 1951636 h 1951636"/>
                <a:gd name="connsiteX8" fmla="*/ 251130 w 670458"/>
                <a:gd name="connsiteY8" fmla="*/ 810190 h 1951636"/>
                <a:gd name="connsiteX0" fmla="*/ 251130 w 710194"/>
                <a:gd name="connsiteY0" fmla="*/ 810190 h 1951636"/>
                <a:gd name="connsiteX1" fmla="*/ 63541 w 710194"/>
                <a:gd name="connsiteY1" fmla="*/ 624333 h 1951636"/>
                <a:gd name="connsiteX2" fmla="*/ 136514 w 710194"/>
                <a:gd name="connsiteY2" fmla="*/ 268362 h 1951636"/>
                <a:gd name="connsiteX3" fmla="*/ 452999 w 710194"/>
                <a:gd name="connsiteY3" fmla="*/ 61522 h 1951636"/>
                <a:gd name="connsiteX4" fmla="*/ 670458 w 710194"/>
                <a:gd name="connsiteY4" fmla="*/ 260633 h 1951636"/>
                <a:gd name="connsiteX5" fmla="*/ 380575 w 710194"/>
                <a:gd name="connsiteY5" fmla="*/ 801521 h 1951636"/>
                <a:gd name="connsiteX6" fmla="*/ 233469 w 710194"/>
                <a:gd name="connsiteY6" fmla="*/ 1951636 h 1951636"/>
                <a:gd name="connsiteX7" fmla="*/ 72613 w 710194"/>
                <a:gd name="connsiteY7" fmla="*/ 1951636 h 1951636"/>
                <a:gd name="connsiteX8" fmla="*/ 251130 w 710194"/>
                <a:gd name="connsiteY8" fmla="*/ 810190 h 1951636"/>
                <a:gd name="connsiteX0" fmla="*/ 251130 w 710194"/>
                <a:gd name="connsiteY0" fmla="*/ 673354 h 1814800"/>
                <a:gd name="connsiteX1" fmla="*/ 63541 w 710194"/>
                <a:gd name="connsiteY1" fmla="*/ 487497 h 1814800"/>
                <a:gd name="connsiteX2" fmla="*/ 136514 w 710194"/>
                <a:gd name="connsiteY2" fmla="*/ 131526 h 1814800"/>
                <a:gd name="connsiteX3" fmla="*/ 485930 w 710194"/>
                <a:gd name="connsiteY3" fmla="*/ 98392 h 1814800"/>
                <a:gd name="connsiteX4" fmla="*/ 670458 w 710194"/>
                <a:gd name="connsiteY4" fmla="*/ 123797 h 1814800"/>
                <a:gd name="connsiteX5" fmla="*/ 380575 w 710194"/>
                <a:gd name="connsiteY5" fmla="*/ 664685 h 1814800"/>
                <a:gd name="connsiteX6" fmla="*/ 233469 w 710194"/>
                <a:gd name="connsiteY6" fmla="*/ 1814800 h 1814800"/>
                <a:gd name="connsiteX7" fmla="*/ 72613 w 710194"/>
                <a:gd name="connsiteY7" fmla="*/ 1814800 h 1814800"/>
                <a:gd name="connsiteX8" fmla="*/ 251130 w 710194"/>
                <a:gd name="connsiteY8" fmla="*/ 673354 h 1814800"/>
                <a:gd name="connsiteX0" fmla="*/ 251130 w 910956"/>
                <a:gd name="connsiteY0" fmla="*/ 673354 h 1814800"/>
                <a:gd name="connsiteX1" fmla="*/ 63541 w 910956"/>
                <a:gd name="connsiteY1" fmla="*/ 487497 h 1814800"/>
                <a:gd name="connsiteX2" fmla="*/ 136514 w 910956"/>
                <a:gd name="connsiteY2" fmla="*/ 131526 h 1814800"/>
                <a:gd name="connsiteX3" fmla="*/ 485930 w 910956"/>
                <a:gd name="connsiteY3" fmla="*/ 98392 h 1814800"/>
                <a:gd name="connsiteX4" fmla="*/ 910956 w 910956"/>
                <a:gd name="connsiteY4" fmla="*/ 379720 h 1814800"/>
                <a:gd name="connsiteX5" fmla="*/ 380575 w 910956"/>
                <a:gd name="connsiteY5" fmla="*/ 664685 h 1814800"/>
                <a:gd name="connsiteX6" fmla="*/ 233469 w 910956"/>
                <a:gd name="connsiteY6" fmla="*/ 1814800 h 1814800"/>
                <a:gd name="connsiteX7" fmla="*/ 72613 w 910956"/>
                <a:gd name="connsiteY7" fmla="*/ 1814800 h 1814800"/>
                <a:gd name="connsiteX8" fmla="*/ 251130 w 910956"/>
                <a:gd name="connsiteY8" fmla="*/ 673354 h 1814800"/>
                <a:gd name="connsiteX0" fmla="*/ 251130 w 1030856"/>
                <a:gd name="connsiteY0" fmla="*/ 673354 h 1814800"/>
                <a:gd name="connsiteX1" fmla="*/ 63541 w 1030856"/>
                <a:gd name="connsiteY1" fmla="*/ 487497 h 1814800"/>
                <a:gd name="connsiteX2" fmla="*/ 136514 w 1030856"/>
                <a:gd name="connsiteY2" fmla="*/ 131526 h 1814800"/>
                <a:gd name="connsiteX3" fmla="*/ 485930 w 1030856"/>
                <a:gd name="connsiteY3" fmla="*/ 98392 h 1814800"/>
                <a:gd name="connsiteX4" fmla="*/ 910956 w 1030856"/>
                <a:gd name="connsiteY4" fmla="*/ 379720 h 1814800"/>
                <a:gd name="connsiteX5" fmla="*/ 380575 w 1030856"/>
                <a:gd name="connsiteY5" fmla="*/ 664685 h 1814800"/>
                <a:gd name="connsiteX6" fmla="*/ 233469 w 1030856"/>
                <a:gd name="connsiteY6" fmla="*/ 1814800 h 1814800"/>
                <a:gd name="connsiteX7" fmla="*/ 72613 w 1030856"/>
                <a:gd name="connsiteY7" fmla="*/ 1814800 h 1814800"/>
                <a:gd name="connsiteX8" fmla="*/ 251130 w 1030856"/>
                <a:gd name="connsiteY8" fmla="*/ 673354 h 1814800"/>
                <a:gd name="connsiteX0" fmla="*/ 251130 w 1034645"/>
                <a:gd name="connsiteY0" fmla="*/ 684217 h 1825663"/>
                <a:gd name="connsiteX1" fmla="*/ 63541 w 1034645"/>
                <a:gd name="connsiteY1" fmla="*/ 498360 h 1825663"/>
                <a:gd name="connsiteX2" fmla="*/ 136514 w 1034645"/>
                <a:gd name="connsiteY2" fmla="*/ 142389 h 1825663"/>
                <a:gd name="connsiteX3" fmla="*/ 514157 w 1034645"/>
                <a:gd name="connsiteY3" fmla="*/ 93527 h 1825663"/>
                <a:gd name="connsiteX4" fmla="*/ 910956 w 1034645"/>
                <a:gd name="connsiteY4" fmla="*/ 390583 h 1825663"/>
                <a:gd name="connsiteX5" fmla="*/ 380575 w 1034645"/>
                <a:gd name="connsiteY5" fmla="*/ 675548 h 1825663"/>
                <a:gd name="connsiteX6" fmla="*/ 233469 w 1034645"/>
                <a:gd name="connsiteY6" fmla="*/ 1825663 h 1825663"/>
                <a:gd name="connsiteX7" fmla="*/ 72613 w 1034645"/>
                <a:gd name="connsiteY7" fmla="*/ 1825663 h 1825663"/>
                <a:gd name="connsiteX8" fmla="*/ 251130 w 1034645"/>
                <a:gd name="connsiteY8" fmla="*/ 684217 h 1825663"/>
                <a:gd name="connsiteX0" fmla="*/ 251130 w 1029389"/>
                <a:gd name="connsiteY0" fmla="*/ 684217 h 1825663"/>
                <a:gd name="connsiteX1" fmla="*/ 63541 w 1029389"/>
                <a:gd name="connsiteY1" fmla="*/ 498360 h 1825663"/>
                <a:gd name="connsiteX2" fmla="*/ 136514 w 1029389"/>
                <a:gd name="connsiteY2" fmla="*/ 142389 h 1825663"/>
                <a:gd name="connsiteX3" fmla="*/ 514157 w 1029389"/>
                <a:gd name="connsiteY3" fmla="*/ 93527 h 1825663"/>
                <a:gd name="connsiteX4" fmla="*/ 910956 w 1029389"/>
                <a:gd name="connsiteY4" fmla="*/ 390583 h 1825663"/>
                <a:gd name="connsiteX5" fmla="*/ 380575 w 1029389"/>
                <a:gd name="connsiteY5" fmla="*/ 675548 h 1825663"/>
                <a:gd name="connsiteX6" fmla="*/ 233469 w 1029389"/>
                <a:gd name="connsiteY6" fmla="*/ 1825663 h 1825663"/>
                <a:gd name="connsiteX7" fmla="*/ 72613 w 1029389"/>
                <a:gd name="connsiteY7" fmla="*/ 1825663 h 1825663"/>
                <a:gd name="connsiteX8" fmla="*/ 251130 w 1029389"/>
                <a:gd name="connsiteY8" fmla="*/ 684217 h 1825663"/>
                <a:gd name="connsiteX0" fmla="*/ 219539 w 997798"/>
                <a:gd name="connsiteY0" fmla="*/ 684217 h 1825663"/>
                <a:gd name="connsiteX1" fmla="*/ 99011 w 997798"/>
                <a:gd name="connsiteY1" fmla="*/ 454011 h 1825663"/>
                <a:gd name="connsiteX2" fmla="*/ 104923 w 997798"/>
                <a:gd name="connsiteY2" fmla="*/ 142389 h 1825663"/>
                <a:gd name="connsiteX3" fmla="*/ 482566 w 997798"/>
                <a:gd name="connsiteY3" fmla="*/ 93527 h 1825663"/>
                <a:gd name="connsiteX4" fmla="*/ 879365 w 997798"/>
                <a:gd name="connsiteY4" fmla="*/ 390583 h 1825663"/>
                <a:gd name="connsiteX5" fmla="*/ 348984 w 997798"/>
                <a:gd name="connsiteY5" fmla="*/ 675548 h 1825663"/>
                <a:gd name="connsiteX6" fmla="*/ 201878 w 997798"/>
                <a:gd name="connsiteY6" fmla="*/ 1825663 h 1825663"/>
                <a:gd name="connsiteX7" fmla="*/ 41022 w 997798"/>
                <a:gd name="connsiteY7" fmla="*/ 1825663 h 1825663"/>
                <a:gd name="connsiteX8" fmla="*/ 219539 w 997798"/>
                <a:gd name="connsiteY8" fmla="*/ 684217 h 1825663"/>
                <a:gd name="connsiteX0" fmla="*/ 178517 w 956776"/>
                <a:gd name="connsiteY0" fmla="*/ 680256 h 1821702"/>
                <a:gd name="connsiteX1" fmla="*/ 57989 w 956776"/>
                <a:gd name="connsiteY1" fmla="*/ 450050 h 1821702"/>
                <a:gd name="connsiteX2" fmla="*/ 441544 w 956776"/>
                <a:gd name="connsiteY2" fmla="*/ 89566 h 1821702"/>
                <a:gd name="connsiteX3" fmla="*/ 838343 w 956776"/>
                <a:gd name="connsiteY3" fmla="*/ 386622 h 1821702"/>
                <a:gd name="connsiteX4" fmla="*/ 307962 w 956776"/>
                <a:gd name="connsiteY4" fmla="*/ 671587 h 1821702"/>
                <a:gd name="connsiteX5" fmla="*/ 160856 w 956776"/>
                <a:gd name="connsiteY5" fmla="*/ 1821702 h 1821702"/>
                <a:gd name="connsiteX6" fmla="*/ 0 w 956776"/>
                <a:gd name="connsiteY6" fmla="*/ 1821702 h 1821702"/>
                <a:gd name="connsiteX7" fmla="*/ 178517 w 956776"/>
                <a:gd name="connsiteY7" fmla="*/ 680256 h 1821702"/>
                <a:gd name="connsiteX0" fmla="*/ 178517 w 956776"/>
                <a:gd name="connsiteY0" fmla="*/ 680256 h 1821702"/>
                <a:gd name="connsiteX1" fmla="*/ 57989 w 956776"/>
                <a:gd name="connsiteY1" fmla="*/ 450050 h 1821702"/>
                <a:gd name="connsiteX2" fmla="*/ 441544 w 956776"/>
                <a:gd name="connsiteY2" fmla="*/ 89566 h 1821702"/>
                <a:gd name="connsiteX3" fmla="*/ 838343 w 956776"/>
                <a:gd name="connsiteY3" fmla="*/ 386622 h 1821702"/>
                <a:gd name="connsiteX4" fmla="*/ 307962 w 956776"/>
                <a:gd name="connsiteY4" fmla="*/ 671587 h 1821702"/>
                <a:gd name="connsiteX5" fmla="*/ 160856 w 956776"/>
                <a:gd name="connsiteY5" fmla="*/ 1821702 h 1821702"/>
                <a:gd name="connsiteX6" fmla="*/ 0 w 956776"/>
                <a:gd name="connsiteY6" fmla="*/ 1821702 h 1821702"/>
                <a:gd name="connsiteX7" fmla="*/ 178517 w 956776"/>
                <a:gd name="connsiteY7" fmla="*/ 680256 h 1821702"/>
                <a:gd name="connsiteX0" fmla="*/ 178517 w 956776"/>
                <a:gd name="connsiteY0" fmla="*/ 680256 h 1821702"/>
                <a:gd name="connsiteX1" fmla="*/ 57989 w 956776"/>
                <a:gd name="connsiteY1" fmla="*/ 450050 h 1821702"/>
                <a:gd name="connsiteX2" fmla="*/ 441544 w 956776"/>
                <a:gd name="connsiteY2" fmla="*/ 89566 h 1821702"/>
                <a:gd name="connsiteX3" fmla="*/ 838343 w 956776"/>
                <a:gd name="connsiteY3" fmla="*/ 386622 h 1821702"/>
                <a:gd name="connsiteX4" fmla="*/ 307962 w 956776"/>
                <a:gd name="connsiteY4" fmla="*/ 671587 h 1821702"/>
                <a:gd name="connsiteX5" fmla="*/ 160856 w 956776"/>
                <a:gd name="connsiteY5" fmla="*/ 1821702 h 1821702"/>
                <a:gd name="connsiteX6" fmla="*/ 0 w 956776"/>
                <a:gd name="connsiteY6" fmla="*/ 1821702 h 1821702"/>
                <a:gd name="connsiteX7" fmla="*/ 178517 w 956776"/>
                <a:gd name="connsiteY7" fmla="*/ 680256 h 1821702"/>
                <a:gd name="connsiteX0" fmla="*/ 247374 w 956776"/>
                <a:gd name="connsiteY0" fmla="*/ 624429 h 1821702"/>
                <a:gd name="connsiteX1" fmla="*/ 57989 w 956776"/>
                <a:gd name="connsiteY1" fmla="*/ 450050 h 1821702"/>
                <a:gd name="connsiteX2" fmla="*/ 441544 w 956776"/>
                <a:gd name="connsiteY2" fmla="*/ 89566 h 1821702"/>
                <a:gd name="connsiteX3" fmla="*/ 838343 w 956776"/>
                <a:gd name="connsiteY3" fmla="*/ 386622 h 1821702"/>
                <a:gd name="connsiteX4" fmla="*/ 307962 w 956776"/>
                <a:gd name="connsiteY4" fmla="*/ 671587 h 1821702"/>
                <a:gd name="connsiteX5" fmla="*/ 160856 w 956776"/>
                <a:gd name="connsiteY5" fmla="*/ 1821702 h 1821702"/>
                <a:gd name="connsiteX6" fmla="*/ 0 w 956776"/>
                <a:gd name="connsiteY6" fmla="*/ 1821702 h 1821702"/>
                <a:gd name="connsiteX7" fmla="*/ 247374 w 956776"/>
                <a:gd name="connsiteY7" fmla="*/ 624429 h 1821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56776" h="1821702">
                  <a:moveTo>
                    <a:pt x="247374" y="624429"/>
                  </a:moveTo>
                  <a:cubicBezTo>
                    <a:pt x="50112" y="524187"/>
                    <a:pt x="30137" y="453524"/>
                    <a:pt x="57989" y="450050"/>
                  </a:cubicBezTo>
                  <a:cubicBezTo>
                    <a:pt x="-96302" y="62759"/>
                    <a:pt x="290500" y="51303"/>
                    <a:pt x="441544" y="89566"/>
                  </a:cubicBezTo>
                  <a:cubicBezTo>
                    <a:pt x="581082" y="-96152"/>
                    <a:pt x="1216297" y="8893"/>
                    <a:pt x="838343" y="386622"/>
                  </a:cubicBezTo>
                  <a:cubicBezTo>
                    <a:pt x="826272" y="509955"/>
                    <a:pt x="810218" y="613600"/>
                    <a:pt x="307962" y="671587"/>
                  </a:cubicBezTo>
                  <a:lnTo>
                    <a:pt x="160856" y="1821702"/>
                  </a:lnTo>
                  <a:lnTo>
                    <a:pt x="0" y="1821702"/>
                  </a:lnTo>
                  <a:lnTo>
                    <a:pt x="247374" y="624429"/>
                  </a:lnTo>
                  <a:close/>
                </a:path>
              </a:pathLst>
            </a:custGeom>
            <a:solidFill>
              <a:srgbClr val="6D9E43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8F531D41-0FE3-69DF-48D5-845F90BD4CDB}"/>
                </a:ext>
              </a:extLst>
            </p:cNvPr>
            <p:cNvSpPr/>
            <p:nvPr/>
          </p:nvSpPr>
          <p:spPr>
            <a:xfrm rot="20464866">
              <a:off x="4899605" y="982908"/>
              <a:ext cx="710194" cy="2395202"/>
            </a:xfrm>
            <a:custGeom>
              <a:avLst/>
              <a:gdLst>
                <a:gd name="connsiteX0" fmla="*/ 0 w 160856"/>
                <a:gd name="connsiteY0" fmla="*/ 0 h 1001486"/>
                <a:gd name="connsiteX1" fmla="*/ 160856 w 160856"/>
                <a:gd name="connsiteY1" fmla="*/ 0 h 1001486"/>
                <a:gd name="connsiteX2" fmla="*/ 160856 w 160856"/>
                <a:gd name="connsiteY2" fmla="*/ 1001486 h 1001486"/>
                <a:gd name="connsiteX3" fmla="*/ 0 w 160856"/>
                <a:gd name="connsiteY3" fmla="*/ 1001486 h 1001486"/>
                <a:gd name="connsiteX4" fmla="*/ 0 w 160856"/>
                <a:gd name="connsiteY4" fmla="*/ 0 h 1001486"/>
                <a:gd name="connsiteX0" fmla="*/ 83678 w 244534"/>
                <a:gd name="connsiteY0" fmla="*/ 308163 h 1309649"/>
                <a:gd name="connsiteX1" fmla="*/ 3793 w 244534"/>
                <a:gd name="connsiteY1" fmla="*/ 0 h 1309649"/>
                <a:gd name="connsiteX2" fmla="*/ 244534 w 244534"/>
                <a:gd name="connsiteY2" fmla="*/ 308163 h 1309649"/>
                <a:gd name="connsiteX3" fmla="*/ 244534 w 244534"/>
                <a:gd name="connsiteY3" fmla="*/ 1309649 h 1309649"/>
                <a:gd name="connsiteX4" fmla="*/ 83678 w 244534"/>
                <a:gd name="connsiteY4" fmla="*/ 1309649 h 1309649"/>
                <a:gd name="connsiteX5" fmla="*/ 83678 w 244534"/>
                <a:gd name="connsiteY5" fmla="*/ 308163 h 1309649"/>
                <a:gd name="connsiteX0" fmla="*/ 83678 w 468019"/>
                <a:gd name="connsiteY0" fmla="*/ 309973 h 1311459"/>
                <a:gd name="connsiteX1" fmla="*/ 3793 w 468019"/>
                <a:gd name="connsiteY1" fmla="*/ 1810 h 1311459"/>
                <a:gd name="connsiteX2" fmla="*/ 468019 w 468019"/>
                <a:gd name="connsiteY2" fmla="*/ 20273 h 1311459"/>
                <a:gd name="connsiteX3" fmla="*/ 244534 w 468019"/>
                <a:gd name="connsiteY3" fmla="*/ 309973 h 1311459"/>
                <a:gd name="connsiteX4" fmla="*/ 244534 w 468019"/>
                <a:gd name="connsiteY4" fmla="*/ 1311459 h 1311459"/>
                <a:gd name="connsiteX5" fmla="*/ 83678 w 468019"/>
                <a:gd name="connsiteY5" fmla="*/ 1311459 h 1311459"/>
                <a:gd name="connsiteX6" fmla="*/ 83678 w 468019"/>
                <a:gd name="connsiteY6" fmla="*/ 309973 h 1311459"/>
                <a:gd name="connsiteX0" fmla="*/ 83678 w 468019"/>
                <a:gd name="connsiteY0" fmla="*/ 774837 h 1776323"/>
                <a:gd name="connsiteX1" fmla="*/ 3793 w 468019"/>
                <a:gd name="connsiteY1" fmla="*/ 466674 h 1776323"/>
                <a:gd name="connsiteX2" fmla="*/ 406620 w 468019"/>
                <a:gd name="connsiteY2" fmla="*/ 16 h 1776323"/>
                <a:gd name="connsiteX3" fmla="*/ 468019 w 468019"/>
                <a:gd name="connsiteY3" fmla="*/ 485137 h 1776323"/>
                <a:gd name="connsiteX4" fmla="*/ 244534 w 468019"/>
                <a:gd name="connsiteY4" fmla="*/ 774837 h 1776323"/>
                <a:gd name="connsiteX5" fmla="*/ 244534 w 468019"/>
                <a:gd name="connsiteY5" fmla="*/ 1776323 h 1776323"/>
                <a:gd name="connsiteX6" fmla="*/ 83678 w 468019"/>
                <a:gd name="connsiteY6" fmla="*/ 1776323 h 1776323"/>
                <a:gd name="connsiteX7" fmla="*/ 83678 w 468019"/>
                <a:gd name="connsiteY7" fmla="*/ 774837 h 1776323"/>
                <a:gd name="connsiteX0" fmla="*/ 134634 w 518975"/>
                <a:gd name="connsiteY0" fmla="*/ 778166 h 1779652"/>
                <a:gd name="connsiteX1" fmla="*/ 54749 w 518975"/>
                <a:gd name="connsiteY1" fmla="*/ 470003 h 1779652"/>
                <a:gd name="connsiteX2" fmla="*/ 22224 w 518975"/>
                <a:gd name="connsiteY2" fmla="*/ 237316 h 1779652"/>
                <a:gd name="connsiteX3" fmla="*/ 457576 w 518975"/>
                <a:gd name="connsiteY3" fmla="*/ 3345 h 1779652"/>
                <a:gd name="connsiteX4" fmla="*/ 518975 w 518975"/>
                <a:gd name="connsiteY4" fmla="*/ 488466 h 1779652"/>
                <a:gd name="connsiteX5" fmla="*/ 295490 w 518975"/>
                <a:gd name="connsiteY5" fmla="*/ 778166 h 1779652"/>
                <a:gd name="connsiteX6" fmla="*/ 295490 w 518975"/>
                <a:gd name="connsiteY6" fmla="*/ 1779652 h 1779652"/>
                <a:gd name="connsiteX7" fmla="*/ 134634 w 518975"/>
                <a:gd name="connsiteY7" fmla="*/ 1779652 h 1779652"/>
                <a:gd name="connsiteX8" fmla="*/ 134634 w 518975"/>
                <a:gd name="connsiteY8" fmla="*/ 778166 h 1779652"/>
                <a:gd name="connsiteX0" fmla="*/ 134634 w 518975"/>
                <a:gd name="connsiteY0" fmla="*/ 810443 h 1811929"/>
                <a:gd name="connsiteX1" fmla="*/ 54749 w 518975"/>
                <a:gd name="connsiteY1" fmla="*/ 502280 h 1811929"/>
                <a:gd name="connsiteX2" fmla="*/ 22224 w 518975"/>
                <a:gd name="connsiteY2" fmla="*/ 269593 h 1811929"/>
                <a:gd name="connsiteX3" fmla="*/ 457576 w 518975"/>
                <a:gd name="connsiteY3" fmla="*/ 35622 h 1811929"/>
                <a:gd name="connsiteX4" fmla="*/ 518975 w 518975"/>
                <a:gd name="connsiteY4" fmla="*/ 520743 h 1811929"/>
                <a:gd name="connsiteX5" fmla="*/ 295490 w 518975"/>
                <a:gd name="connsiteY5" fmla="*/ 810443 h 1811929"/>
                <a:gd name="connsiteX6" fmla="*/ 295490 w 518975"/>
                <a:gd name="connsiteY6" fmla="*/ 1811929 h 1811929"/>
                <a:gd name="connsiteX7" fmla="*/ 134634 w 518975"/>
                <a:gd name="connsiteY7" fmla="*/ 1811929 h 1811929"/>
                <a:gd name="connsiteX8" fmla="*/ 134634 w 518975"/>
                <a:gd name="connsiteY8" fmla="*/ 810443 h 1811929"/>
                <a:gd name="connsiteX0" fmla="*/ 134634 w 518975"/>
                <a:gd name="connsiteY0" fmla="*/ 854296 h 1855782"/>
                <a:gd name="connsiteX1" fmla="*/ 54749 w 518975"/>
                <a:gd name="connsiteY1" fmla="*/ 546133 h 1855782"/>
                <a:gd name="connsiteX2" fmla="*/ 22224 w 518975"/>
                <a:gd name="connsiteY2" fmla="*/ 313446 h 1855782"/>
                <a:gd name="connsiteX3" fmla="*/ 135357 w 518975"/>
                <a:gd name="connsiteY3" fmla="*/ 21928 h 1855782"/>
                <a:gd name="connsiteX4" fmla="*/ 457576 w 518975"/>
                <a:gd name="connsiteY4" fmla="*/ 79475 h 1855782"/>
                <a:gd name="connsiteX5" fmla="*/ 518975 w 518975"/>
                <a:gd name="connsiteY5" fmla="*/ 564596 h 1855782"/>
                <a:gd name="connsiteX6" fmla="*/ 295490 w 518975"/>
                <a:gd name="connsiteY6" fmla="*/ 854296 h 1855782"/>
                <a:gd name="connsiteX7" fmla="*/ 295490 w 518975"/>
                <a:gd name="connsiteY7" fmla="*/ 1855782 h 1855782"/>
                <a:gd name="connsiteX8" fmla="*/ 134634 w 518975"/>
                <a:gd name="connsiteY8" fmla="*/ 1855782 h 1855782"/>
                <a:gd name="connsiteX9" fmla="*/ 134634 w 518975"/>
                <a:gd name="connsiteY9" fmla="*/ 854296 h 1855782"/>
                <a:gd name="connsiteX0" fmla="*/ 134634 w 518975"/>
                <a:gd name="connsiteY0" fmla="*/ 918472 h 1919958"/>
                <a:gd name="connsiteX1" fmla="*/ 54749 w 518975"/>
                <a:gd name="connsiteY1" fmla="*/ 610309 h 1919958"/>
                <a:gd name="connsiteX2" fmla="*/ 22224 w 518975"/>
                <a:gd name="connsiteY2" fmla="*/ 377622 h 1919958"/>
                <a:gd name="connsiteX3" fmla="*/ 135357 w 518975"/>
                <a:gd name="connsiteY3" fmla="*/ 86104 h 1919958"/>
                <a:gd name="connsiteX4" fmla="*/ 457576 w 518975"/>
                <a:gd name="connsiteY4" fmla="*/ 143651 h 1919958"/>
                <a:gd name="connsiteX5" fmla="*/ 518975 w 518975"/>
                <a:gd name="connsiteY5" fmla="*/ 628772 h 1919958"/>
                <a:gd name="connsiteX6" fmla="*/ 295490 w 518975"/>
                <a:gd name="connsiteY6" fmla="*/ 918472 h 1919958"/>
                <a:gd name="connsiteX7" fmla="*/ 295490 w 518975"/>
                <a:gd name="connsiteY7" fmla="*/ 1919958 h 1919958"/>
                <a:gd name="connsiteX8" fmla="*/ 134634 w 518975"/>
                <a:gd name="connsiteY8" fmla="*/ 1919958 h 1919958"/>
                <a:gd name="connsiteX9" fmla="*/ 134634 w 518975"/>
                <a:gd name="connsiteY9" fmla="*/ 918472 h 1919958"/>
                <a:gd name="connsiteX0" fmla="*/ 134634 w 518975"/>
                <a:gd name="connsiteY0" fmla="*/ 936891 h 1938377"/>
                <a:gd name="connsiteX1" fmla="*/ 54749 w 518975"/>
                <a:gd name="connsiteY1" fmla="*/ 628728 h 1938377"/>
                <a:gd name="connsiteX2" fmla="*/ 22224 w 518975"/>
                <a:gd name="connsiteY2" fmla="*/ 396041 h 1938377"/>
                <a:gd name="connsiteX3" fmla="*/ 135357 w 518975"/>
                <a:gd name="connsiteY3" fmla="*/ 104523 h 1938377"/>
                <a:gd name="connsiteX4" fmla="*/ 457576 w 518975"/>
                <a:gd name="connsiteY4" fmla="*/ 162070 h 1938377"/>
                <a:gd name="connsiteX5" fmla="*/ 518975 w 518975"/>
                <a:gd name="connsiteY5" fmla="*/ 647191 h 1938377"/>
                <a:gd name="connsiteX6" fmla="*/ 295490 w 518975"/>
                <a:gd name="connsiteY6" fmla="*/ 936891 h 1938377"/>
                <a:gd name="connsiteX7" fmla="*/ 295490 w 518975"/>
                <a:gd name="connsiteY7" fmla="*/ 1938377 h 1938377"/>
                <a:gd name="connsiteX8" fmla="*/ 134634 w 518975"/>
                <a:gd name="connsiteY8" fmla="*/ 1938377 h 1938377"/>
                <a:gd name="connsiteX9" fmla="*/ 134634 w 518975"/>
                <a:gd name="connsiteY9" fmla="*/ 936891 h 1938377"/>
                <a:gd name="connsiteX0" fmla="*/ 134634 w 597472"/>
                <a:gd name="connsiteY0" fmla="*/ 936891 h 1938377"/>
                <a:gd name="connsiteX1" fmla="*/ 54749 w 597472"/>
                <a:gd name="connsiteY1" fmla="*/ 628728 h 1938377"/>
                <a:gd name="connsiteX2" fmla="*/ 22224 w 597472"/>
                <a:gd name="connsiteY2" fmla="*/ 396041 h 1938377"/>
                <a:gd name="connsiteX3" fmla="*/ 135357 w 597472"/>
                <a:gd name="connsiteY3" fmla="*/ 104523 h 1938377"/>
                <a:gd name="connsiteX4" fmla="*/ 457576 w 597472"/>
                <a:gd name="connsiteY4" fmla="*/ 162070 h 1938377"/>
                <a:gd name="connsiteX5" fmla="*/ 518975 w 597472"/>
                <a:gd name="connsiteY5" fmla="*/ 647191 h 1938377"/>
                <a:gd name="connsiteX6" fmla="*/ 295490 w 597472"/>
                <a:gd name="connsiteY6" fmla="*/ 936891 h 1938377"/>
                <a:gd name="connsiteX7" fmla="*/ 295490 w 597472"/>
                <a:gd name="connsiteY7" fmla="*/ 1938377 h 1938377"/>
                <a:gd name="connsiteX8" fmla="*/ 134634 w 597472"/>
                <a:gd name="connsiteY8" fmla="*/ 1938377 h 1938377"/>
                <a:gd name="connsiteX9" fmla="*/ 134634 w 597472"/>
                <a:gd name="connsiteY9" fmla="*/ 936891 h 1938377"/>
                <a:gd name="connsiteX0" fmla="*/ 134634 w 597472"/>
                <a:gd name="connsiteY0" fmla="*/ 936891 h 1938377"/>
                <a:gd name="connsiteX1" fmla="*/ 54749 w 597472"/>
                <a:gd name="connsiteY1" fmla="*/ 628728 h 1938377"/>
                <a:gd name="connsiteX2" fmla="*/ 22224 w 597472"/>
                <a:gd name="connsiteY2" fmla="*/ 396041 h 1938377"/>
                <a:gd name="connsiteX3" fmla="*/ 135357 w 597472"/>
                <a:gd name="connsiteY3" fmla="*/ 104523 h 1938377"/>
                <a:gd name="connsiteX4" fmla="*/ 457576 w 597472"/>
                <a:gd name="connsiteY4" fmla="*/ 162070 h 1938377"/>
                <a:gd name="connsiteX5" fmla="*/ 518975 w 597472"/>
                <a:gd name="connsiteY5" fmla="*/ 647191 h 1938377"/>
                <a:gd name="connsiteX6" fmla="*/ 295490 w 597472"/>
                <a:gd name="connsiteY6" fmla="*/ 936891 h 1938377"/>
                <a:gd name="connsiteX7" fmla="*/ 295490 w 597472"/>
                <a:gd name="connsiteY7" fmla="*/ 1938377 h 1938377"/>
                <a:gd name="connsiteX8" fmla="*/ 134634 w 597472"/>
                <a:gd name="connsiteY8" fmla="*/ 1938377 h 1938377"/>
                <a:gd name="connsiteX9" fmla="*/ 134634 w 597472"/>
                <a:gd name="connsiteY9" fmla="*/ 936891 h 1938377"/>
                <a:gd name="connsiteX0" fmla="*/ 134634 w 597472"/>
                <a:gd name="connsiteY0" fmla="*/ 936891 h 1938377"/>
                <a:gd name="connsiteX1" fmla="*/ 54749 w 597472"/>
                <a:gd name="connsiteY1" fmla="*/ 628728 h 1938377"/>
                <a:gd name="connsiteX2" fmla="*/ 22224 w 597472"/>
                <a:gd name="connsiteY2" fmla="*/ 396041 h 1938377"/>
                <a:gd name="connsiteX3" fmla="*/ 135357 w 597472"/>
                <a:gd name="connsiteY3" fmla="*/ 104523 h 1938377"/>
                <a:gd name="connsiteX4" fmla="*/ 457576 w 597472"/>
                <a:gd name="connsiteY4" fmla="*/ 162070 h 1938377"/>
                <a:gd name="connsiteX5" fmla="*/ 518975 w 597472"/>
                <a:gd name="connsiteY5" fmla="*/ 647191 h 1938377"/>
                <a:gd name="connsiteX6" fmla="*/ 295490 w 597472"/>
                <a:gd name="connsiteY6" fmla="*/ 936891 h 1938377"/>
                <a:gd name="connsiteX7" fmla="*/ 295490 w 597472"/>
                <a:gd name="connsiteY7" fmla="*/ 1938377 h 1938377"/>
                <a:gd name="connsiteX8" fmla="*/ 134634 w 597472"/>
                <a:gd name="connsiteY8" fmla="*/ 1938377 h 1938377"/>
                <a:gd name="connsiteX9" fmla="*/ 134634 w 597472"/>
                <a:gd name="connsiteY9" fmla="*/ 936891 h 1938377"/>
                <a:gd name="connsiteX0" fmla="*/ 134634 w 597472"/>
                <a:gd name="connsiteY0" fmla="*/ 936891 h 1938377"/>
                <a:gd name="connsiteX1" fmla="*/ 54749 w 597472"/>
                <a:gd name="connsiteY1" fmla="*/ 628728 h 1938377"/>
                <a:gd name="connsiteX2" fmla="*/ 22224 w 597472"/>
                <a:gd name="connsiteY2" fmla="*/ 396041 h 1938377"/>
                <a:gd name="connsiteX3" fmla="*/ 135357 w 597472"/>
                <a:gd name="connsiteY3" fmla="*/ 104523 h 1938377"/>
                <a:gd name="connsiteX4" fmla="*/ 457576 w 597472"/>
                <a:gd name="connsiteY4" fmla="*/ 162070 h 1938377"/>
                <a:gd name="connsiteX5" fmla="*/ 518975 w 597472"/>
                <a:gd name="connsiteY5" fmla="*/ 647191 h 1938377"/>
                <a:gd name="connsiteX6" fmla="*/ 295490 w 597472"/>
                <a:gd name="connsiteY6" fmla="*/ 936891 h 1938377"/>
                <a:gd name="connsiteX7" fmla="*/ 295490 w 597472"/>
                <a:gd name="connsiteY7" fmla="*/ 1938377 h 1938377"/>
                <a:gd name="connsiteX8" fmla="*/ 134634 w 597472"/>
                <a:gd name="connsiteY8" fmla="*/ 1938377 h 1938377"/>
                <a:gd name="connsiteX9" fmla="*/ 134634 w 597472"/>
                <a:gd name="connsiteY9" fmla="*/ 936891 h 1938377"/>
                <a:gd name="connsiteX0" fmla="*/ 134634 w 816875"/>
                <a:gd name="connsiteY0" fmla="*/ 912396 h 1913882"/>
                <a:gd name="connsiteX1" fmla="*/ 54749 w 816875"/>
                <a:gd name="connsiteY1" fmla="*/ 604233 h 1913882"/>
                <a:gd name="connsiteX2" fmla="*/ 22224 w 816875"/>
                <a:gd name="connsiteY2" fmla="*/ 371546 h 1913882"/>
                <a:gd name="connsiteX3" fmla="*/ 135357 w 816875"/>
                <a:gd name="connsiteY3" fmla="*/ 80028 h 1913882"/>
                <a:gd name="connsiteX4" fmla="*/ 732479 w 816875"/>
                <a:gd name="connsiteY4" fmla="*/ 222879 h 1913882"/>
                <a:gd name="connsiteX5" fmla="*/ 518975 w 816875"/>
                <a:gd name="connsiteY5" fmla="*/ 622696 h 1913882"/>
                <a:gd name="connsiteX6" fmla="*/ 295490 w 816875"/>
                <a:gd name="connsiteY6" fmla="*/ 912396 h 1913882"/>
                <a:gd name="connsiteX7" fmla="*/ 295490 w 816875"/>
                <a:gd name="connsiteY7" fmla="*/ 1913882 h 1913882"/>
                <a:gd name="connsiteX8" fmla="*/ 134634 w 816875"/>
                <a:gd name="connsiteY8" fmla="*/ 1913882 h 1913882"/>
                <a:gd name="connsiteX9" fmla="*/ 134634 w 816875"/>
                <a:gd name="connsiteY9" fmla="*/ 912396 h 1913882"/>
                <a:gd name="connsiteX0" fmla="*/ 134634 w 833593"/>
                <a:gd name="connsiteY0" fmla="*/ 912396 h 1913882"/>
                <a:gd name="connsiteX1" fmla="*/ 54749 w 833593"/>
                <a:gd name="connsiteY1" fmla="*/ 604233 h 1913882"/>
                <a:gd name="connsiteX2" fmla="*/ 22224 w 833593"/>
                <a:gd name="connsiteY2" fmla="*/ 371546 h 1913882"/>
                <a:gd name="connsiteX3" fmla="*/ 135357 w 833593"/>
                <a:gd name="connsiteY3" fmla="*/ 80028 h 1913882"/>
                <a:gd name="connsiteX4" fmla="*/ 732479 w 833593"/>
                <a:gd name="connsiteY4" fmla="*/ 222879 h 1913882"/>
                <a:gd name="connsiteX5" fmla="*/ 633181 w 833593"/>
                <a:gd name="connsiteY5" fmla="*/ 629094 h 1913882"/>
                <a:gd name="connsiteX6" fmla="*/ 295490 w 833593"/>
                <a:gd name="connsiteY6" fmla="*/ 912396 h 1913882"/>
                <a:gd name="connsiteX7" fmla="*/ 295490 w 833593"/>
                <a:gd name="connsiteY7" fmla="*/ 1913882 h 1913882"/>
                <a:gd name="connsiteX8" fmla="*/ 134634 w 833593"/>
                <a:gd name="connsiteY8" fmla="*/ 1913882 h 1913882"/>
                <a:gd name="connsiteX9" fmla="*/ 134634 w 833593"/>
                <a:gd name="connsiteY9" fmla="*/ 912396 h 1913882"/>
                <a:gd name="connsiteX0" fmla="*/ 134634 w 833593"/>
                <a:gd name="connsiteY0" fmla="*/ 912396 h 1913882"/>
                <a:gd name="connsiteX1" fmla="*/ 54749 w 833593"/>
                <a:gd name="connsiteY1" fmla="*/ 604233 h 1913882"/>
                <a:gd name="connsiteX2" fmla="*/ 22224 w 833593"/>
                <a:gd name="connsiteY2" fmla="*/ 371546 h 1913882"/>
                <a:gd name="connsiteX3" fmla="*/ 135357 w 833593"/>
                <a:gd name="connsiteY3" fmla="*/ 80028 h 1913882"/>
                <a:gd name="connsiteX4" fmla="*/ 732479 w 833593"/>
                <a:gd name="connsiteY4" fmla="*/ 222879 h 1913882"/>
                <a:gd name="connsiteX5" fmla="*/ 633181 w 833593"/>
                <a:gd name="connsiteY5" fmla="*/ 629094 h 1913882"/>
                <a:gd name="connsiteX6" fmla="*/ 389221 w 833593"/>
                <a:gd name="connsiteY6" fmla="*/ 927139 h 1913882"/>
                <a:gd name="connsiteX7" fmla="*/ 295490 w 833593"/>
                <a:gd name="connsiteY7" fmla="*/ 1913882 h 1913882"/>
                <a:gd name="connsiteX8" fmla="*/ 134634 w 833593"/>
                <a:gd name="connsiteY8" fmla="*/ 1913882 h 1913882"/>
                <a:gd name="connsiteX9" fmla="*/ 134634 w 833593"/>
                <a:gd name="connsiteY9" fmla="*/ 912396 h 1913882"/>
                <a:gd name="connsiteX0" fmla="*/ 247268 w 833593"/>
                <a:gd name="connsiteY0" fmla="*/ 929061 h 1913882"/>
                <a:gd name="connsiteX1" fmla="*/ 54749 w 833593"/>
                <a:gd name="connsiteY1" fmla="*/ 604233 h 1913882"/>
                <a:gd name="connsiteX2" fmla="*/ 22224 w 833593"/>
                <a:gd name="connsiteY2" fmla="*/ 371546 h 1913882"/>
                <a:gd name="connsiteX3" fmla="*/ 135357 w 833593"/>
                <a:gd name="connsiteY3" fmla="*/ 80028 h 1913882"/>
                <a:gd name="connsiteX4" fmla="*/ 732479 w 833593"/>
                <a:gd name="connsiteY4" fmla="*/ 222879 h 1913882"/>
                <a:gd name="connsiteX5" fmla="*/ 633181 w 833593"/>
                <a:gd name="connsiteY5" fmla="*/ 629094 h 1913882"/>
                <a:gd name="connsiteX6" fmla="*/ 389221 w 833593"/>
                <a:gd name="connsiteY6" fmla="*/ 927139 h 1913882"/>
                <a:gd name="connsiteX7" fmla="*/ 295490 w 833593"/>
                <a:gd name="connsiteY7" fmla="*/ 1913882 h 1913882"/>
                <a:gd name="connsiteX8" fmla="*/ 134634 w 833593"/>
                <a:gd name="connsiteY8" fmla="*/ 1913882 h 1913882"/>
                <a:gd name="connsiteX9" fmla="*/ 247268 w 833593"/>
                <a:gd name="connsiteY9" fmla="*/ 929061 h 1913882"/>
                <a:gd name="connsiteX0" fmla="*/ 247268 w 833593"/>
                <a:gd name="connsiteY0" fmla="*/ 916865 h 1901686"/>
                <a:gd name="connsiteX1" fmla="*/ 54749 w 833593"/>
                <a:gd name="connsiteY1" fmla="*/ 592037 h 1901686"/>
                <a:gd name="connsiteX2" fmla="*/ 22224 w 833593"/>
                <a:gd name="connsiteY2" fmla="*/ 359350 h 1901686"/>
                <a:gd name="connsiteX3" fmla="*/ 292886 w 833593"/>
                <a:gd name="connsiteY3" fmla="*/ 83847 h 1901686"/>
                <a:gd name="connsiteX4" fmla="*/ 732479 w 833593"/>
                <a:gd name="connsiteY4" fmla="*/ 210683 h 1901686"/>
                <a:gd name="connsiteX5" fmla="*/ 633181 w 833593"/>
                <a:gd name="connsiteY5" fmla="*/ 616898 h 1901686"/>
                <a:gd name="connsiteX6" fmla="*/ 389221 w 833593"/>
                <a:gd name="connsiteY6" fmla="*/ 914943 h 1901686"/>
                <a:gd name="connsiteX7" fmla="*/ 295490 w 833593"/>
                <a:gd name="connsiteY7" fmla="*/ 1901686 h 1901686"/>
                <a:gd name="connsiteX8" fmla="*/ 134634 w 833593"/>
                <a:gd name="connsiteY8" fmla="*/ 1901686 h 1901686"/>
                <a:gd name="connsiteX9" fmla="*/ 247268 w 833593"/>
                <a:gd name="connsiteY9" fmla="*/ 916865 h 1901686"/>
                <a:gd name="connsiteX0" fmla="*/ 247268 w 833593"/>
                <a:gd name="connsiteY0" fmla="*/ 968486 h 1953307"/>
                <a:gd name="connsiteX1" fmla="*/ 54749 w 833593"/>
                <a:gd name="connsiteY1" fmla="*/ 643658 h 1953307"/>
                <a:gd name="connsiteX2" fmla="*/ 22224 w 833593"/>
                <a:gd name="connsiteY2" fmla="*/ 410971 h 1953307"/>
                <a:gd name="connsiteX3" fmla="*/ 520490 w 833593"/>
                <a:gd name="connsiteY3" fmla="*/ 69967 h 1953307"/>
                <a:gd name="connsiteX4" fmla="*/ 732479 w 833593"/>
                <a:gd name="connsiteY4" fmla="*/ 262304 h 1953307"/>
                <a:gd name="connsiteX5" fmla="*/ 633181 w 833593"/>
                <a:gd name="connsiteY5" fmla="*/ 668519 h 1953307"/>
                <a:gd name="connsiteX6" fmla="*/ 389221 w 833593"/>
                <a:gd name="connsiteY6" fmla="*/ 966564 h 1953307"/>
                <a:gd name="connsiteX7" fmla="*/ 295490 w 833593"/>
                <a:gd name="connsiteY7" fmla="*/ 1953307 h 1953307"/>
                <a:gd name="connsiteX8" fmla="*/ 134634 w 833593"/>
                <a:gd name="connsiteY8" fmla="*/ 1953307 h 1953307"/>
                <a:gd name="connsiteX9" fmla="*/ 247268 w 833593"/>
                <a:gd name="connsiteY9" fmla="*/ 968486 h 1953307"/>
                <a:gd name="connsiteX0" fmla="*/ 247268 w 833593"/>
                <a:gd name="connsiteY0" fmla="*/ 968486 h 1953307"/>
                <a:gd name="connsiteX1" fmla="*/ 54749 w 833593"/>
                <a:gd name="connsiteY1" fmla="*/ 643658 h 1953307"/>
                <a:gd name="connsiteX2" fmla="*/ 22224 w 833593"/>
                <a:gd name="connsiteY2" fmla="*/ 410971 h 1953307"/>
                <a:gd name="connsiteX3" fmla="*/ 520490 w 833593"/>
                <a:gd name="connsiteY3" fmla="*/ 69967 h 1953307"/>
                <a:gd name="connsiteX4" fmla="*/ 732479 w 833593"/>
                <a:gd name="connsiteY4" fmla="*/ 262304 h 1953307"/>
                <a:gd name="connsiteX5" fmla="*/ 633181 w 833593"/>
                <a:gd name="connsiteY5" fmla="*/ 668519 h 1953307"/>
                <a:gd name="connsiteX6" fmla="*/ 389221 w 833593"/>
                <a:gd name="connsiteY6" fmla="*/ 966564 h 1953307"/>
                <a:gd name="connsiteX7" fmla="*/ 295490 w 833593"/>
                <a:gd name="connsiteY7" fmla="*/ 1953307 h 1953307"/>
                <a:gd name="connsiteX8" fmla="*/ 134634 w 833593"/>
                <a:gd name="connsiteY8" fmla="*/ 1953307 h 1953307"/>
                <a:gd name="connsiteX9" fmla="*/ 247268 w 833593"/>
                <a:gd name="connsiteY9" fmla="*/ 968486 h 1953307"/>
                <a:gd name="connsiteX0" fmla="*/ 202193 w 788518"/>
                <a:gd name="connsiteY0" fmla="*/ 968486 h 1953307"/>
                <a:gd name="connsiteX1" fmla="*/ 9674 w 788518"/>
                <a:gd name="connsiteY1" fmla="*/ 643658 h 1953307"/>
                <a:gd name="connsiteX2" fmla="*/ 156714 w 788518"/>
                <a:gd name="connsiteY2" fmla="*/ 366657 h 1953307"/>
                <a:gd name="connsiteX3" fmla="*/ 475415 w 788518"/>
                <a:gd name="connsiteY3" fmla="*/ 69967 h 1953307"/>
                <a:gd name="connsiteX4" fmla="*/ 687404 w 788518"/>
                <a:gd name="connsiteY4" fmla="*/ 262304 h 1953307"/>
                <a:gd name="connsiteX5" fmla="*/ 588106 w 788518"/>
                <a:gd name="connsiteY5" fmla="*/ 668519 h 1953307"/>
                <a:gd name="connsiteX6" fmla="*/ 344146 w 788518"/>
                <a:gd name="connsiteY6" fmla="*/ 966564 h 1953307"/>
                <a:gd name="connsiteX7" fmla="*/ 250415 w 788518"/>
                <a:gd name="connsiteY7" fmla="*/ 1953307 h 1953307"/>
                <a:gd name="connsiteX8" fmla="*/ 89559 w 788518"/>
                <a:gd name="connsiteY8" fmla="*/ 1953307 h 1953307"/>
                <a:gd name="connsiteX9" fmla="*/ 202193 w 788518"/>
                <a:gd name="connsiteY9" fmla="*/ 968486 h 1953307"/>
                <a:gd name="connsiteX0" fmla="*/ 202193 w 788518"/>
                <a:gd name="connsiteY0" fmla="*/ 968486 h 1953307"/>
                <a:gd name="connsiteX1" fmla="*/ 9674 w 788518"/>
                <a:gd name="connsiteY1" fmla="*/ 643658 h 1953307"/>
                <a:gd name="connsiteX2" fmla="*/ 156714 w 788518"/>
                <a:gd name="connsiteY2" fmla="*/ 366657 h 1953307"/>
                <a:gd name="connsiteX3" fmla="*/ 475415 w 788518"/>
                <a:gd name="connsiteY3" fmla="*/ 69967 h 1953307"/>
                <a:gd name="connsiteX4" fmla="*/ 687404 w 788518"/>
                <a:gd name="connsiteY4" fmla="*/ 262304 h 1953307"/>
                <a:gd name="connsiteX5" fmla="*/ 588106 w 788518"/>
                <a:gd name="connsiteY5" fmla="*/ 668519 h 1953307"/>
                <a:gd name="connsiteX6" fmla="*/ 344146 w 788518"/>
                <a:gd name="connsiteY6" fmla="*/ 966564 h 1953307"/>
                <a:gd name="connsiteX7" fmla="*/ 250415 w 788518"/>
                <a:gd name="connsiteY7" fmla="*/ 1953307 h 1953307"/>
                <a:gd name="connsiteX8" fmla="*/ 89559 w 788518"/>
                <a:gd name="connsiteY8" fmla="*/ 1953307 h 1953307"/>
                <a:gd name="connsiteX9" fmla="*/ 202193 w 788518"/>
                <a:gd name="connsiteY9" fmla="*/ 968486 h 1953307"/>
                <a:gd name="connsiteX0" fmla="*/ 202193 w 788518"/>
                <a:gd name="connsiteY0" fmla="*/ 968486 h 1953307"/>
                <a:gd name="connsiteX1" fmla="*/ 9674 w 788518"/>
                <a:gd name="connsiteY1" fmla="*/ 643658 h 1953307"/>
                <a:gd name="connsiteX2" fmla="*/ 153460 w 788518"/>
                <a:gd name="connsiteY2" fmla="*/ 270033 h 1953307"/>
                <a:gd name="connsiteX3" fmla="*/ 475415 w 788518"/>
                <a:gd name="connsiteY3" fmla="*/ 69967 h 1953307"/>
                <a:gd name="connsiteX4" fmla="*/ 687404 w 788518"/>
                <a:gd name="connsiteY4" fmla="*/ 262304 h 1953307"/>
                <a:gd name="connsiteX5" fmla="*/ 588106 w 788518"/>
                <a:gd name="connsiteY5" fmla="*/ 668519 h 1953307"/>
                <a:gd name="connsiteX6" fmla="*/ 344146 w 788518"/>
                <a:gd name="connsiteY6" fmla="*/ 966564 h 1953307"/>
                <a:gd name="connsiteX7" fmla="*/ 250415 w 788518"/>
                <a:gd name="connsiteY7" fmla="*/ 1953307 h 1953307"/>
                <a:gd name="connsiteX8" fmla="*/ 89559 w 788518"/>
                <a:gd name="connsiteY8" fmla="*/ 1953307 h 1953307"/>
                <a:gd name="connsiteX9" fmla="*/ 202193 w 788518"/>
                <a:gd name="connsiteY9" fmla="*/ 968486 h 1953307"/>
                <a:gd name="connsiteX0" fmla="*/ 202193 w 788518"/>
                <a:gd name="connsiteY0" fmla="*/ 751299 h 1736120"/>
                <a:gd name="connsiteX1" fmla="*/ 9674 w 788518"/>
                <a:gd name="connsiteY1" fmla="*/ 426471 h 1736120"/>
                <a:gd name="connsiteX2" fmla="*/ 153460 w 788518"/>
                <a:gd name="connsiteY2" fmla="*/ 52846 h 1736120"/>
                <a:gd name="connsiteX3" fmla="*/ 687404 w 788518"/>
                <a:gd name="connsiteY3" fmla="*/ 45117 h 1736120"/>
                <a:gd name="connsiteX4" fmla="*/ 588106 w 788518"/>
                <a:gd name="connsiteY4" fmla="*/ 451332 h 1736120"/>
                <a:gd name="connsiteX5" fmla="*/ 344146 w 788518"/>
                <a:gd name="connsiteY5" fmla="*/ 749377 h 1736120"/>
                <a:gd name="connsiteX6" fmla="*/ 250415 w 788518"/>
                <a:gd name="connsiteY6" fmla="*/ 1736120 h 1736120"/>
                <a:gd name="connsiteX7" fmla="*/ 89559 w 788518"/>
                <a:gd name="connsiteY7" fmla="*/ 1736120 h 1736120"/>
                <a:gd name="connsiteX8" fmla="*/ 202193 w 788518"/>
                <a:gd name="connsiteY8" fmla="*/ 751299 h 1736120"/>
                <a:gd name="connsiteX0" fmla="*/ 202193 w 788518"/>
                <a:gd name="connsiteY0" fmla="*/ 905302 h 1890123"/>
                <a:gd name="connsiteX1" fmla="*/ 9674 w 788518"/>
                <a:gd name="connsiteY1" fmla="*/ 580474 h 1890123"/>
                <a:gd name="connsiteX2" fmla="*/ 153460 w 788518"/>
                <a:gd name="connsiteY2" fmla="*/ 206849 h 1890123"/>
                <a:gd name="connsiteX3" fmla="*/ 469945 w 788518"/>
                <a:gd name="connsiteY3" fmla="*/ 9 h 1890123"/>
                <a:gd name="connsiteX4" fmla="*/ 687404 w 788518"/>
                <a:gd name="connsiteY4" fmla="*/ 199120 h 1890123"/>
                <a:gd name="connsiteX5" fmla="*/ 588106 w 788518"/>
                <a:gd name="connsiteY5" fmla="*/ 605335 h 1890123"/>
                <a:gd name="connsiteX6" fmla="*/ 344146 w 788518"/>
                <a:gd name="connsiteY6" fmla="*/ 903380 h 1890123"/>
                <a:gd name="connsiteX7" fmla="*/ 250415 w 788518"/>
                <a:gd name="connsiteY7" fmla="*/ 1890123 h 1890123"/>
                <a:gd name="connsiteX8" fmla="*/ 89559 w 788518"/>
                <a:gd name="connsiteY8" fmla="*/ 1890123 h 1890123"/>
                <a:gd name="connsiteX9" fmla="*/ 202193 w 788518"/>
                <a:gd name="connsiteY9" fmla="*/ 905302 h 1890123"/>
                <a:gd name="connsiteX0" fmla="*/ 202193 w 788518"/>
                <a:gd name="connsiteY0" fmla="*/ 963564 h 1948385"/>
                <a:gd name="connsiteX1" fmla="*/ 9674 w 788518"/>
                <a:gd name="connsiteY1" fmla="*/ 638736 h 1948385"/>
                <a:gd name="connsiteX2" fmla="*/ 153460 w 788518"/>
                <a:gd name="connsiteY2" fmla="*/ 265111 h 1948385"/>
                <a:gd name="connsiteX3" fmla="*/ 469945 w 788518"/>
                <a:gd name="connsiteY3" fmla="*/ 58271 h 1948385"/>
                <a:gd name="connsiteX4" fmla="*/ 687404 w 788518"/>
                <a:gd name="connsiteY4" fmla="*/ 257382 h 1948385"/>
                <a:gd name="connsiteX5" fmla="*/ 588106 w 788518"/>
                <a:gd name="connsiteY5" fmla="*/ 663597 h 1948385"/>
                <a:gd name="connsiteX6" fmla="*/ 344146 w 788518"/>
                <a:gd name="connsiteY6" fmla="*/ 961642 h 1948385"/>
                <a:gd name="connsiteX7" fmla="*/ 250415 w 788518"/>
                <a:gd name="connsiteY7" fmla="*/ 1948385 h 1948385"/>
                <a:gd name="connsiteX8" fmla="*/ 89559 w 788518"/>
                <a:gd name="connsiteY8" fmla="*/ 1948385 h 1948385"/>
                <a:gd name="connsiteX9" fmla="*/ 202193 w 788518"/>
                <a:gd name="connsiteY9" fmla="*/ 963564 h 1948385"/>
                <a:gd name="connsiteX0" fmla="*/ 202193 w 788518"/>
                <a:gd name="connsiteY0" fmla="*/ 966815 h 1951636"/>
                <a:gd name="connsiteX1" fmla="*/ 9674 w 788518"/>
                <a:gd name="connsiteY1" fmla="*/ 641987 h 1951636"/>
                <a:gd name="connsiteX2" fmla="*/ 153460 w 788518"/>
                <a:gd name="connsiteY2" fmla="*/ 268362 h 1951636"/>
                <a:gd name="connsiteX3" fmla="*/ 469945 w 788518"/>
                <a:gd name="connsiteY3" fmla="*/ 61522 h 1951636"/>
                <a:gd name="connsiteX4" fmla="*/ 687404 w 788518"/>
                <a:gd name="connsiteY4" fmla="*/ 260633 h 1951636"/>
                <a:gd name="connsiteX5" fmla="*/ 588106 w 788518"/>
                <a:gd name="connsiteY5" fmla="*/ 666848 h 1951636"/>
                <a:gd name="connsiteX6" fmla="*/ 344146 w 788518"/>
                <a:gd name="connsiteY6" fmla="*/ 964893 h 1951636"/>
                <a:gd name="connsiteX7" fmla="*/ 250415 w 788518"/>
                <a:gd name="connsiteY7" fmla="*/ 1951636 h 1951636"/>
                <a:gd name="connsiteX8" fmla="*/ 89559 w 788518"/>
                <a:gd name="connsiteY8" fmla="*/ 1951636 h 1951636"/>
                <a:gd name="connsiteX9" fmla="*/ 202193 w 788518"/>
                <a:gd name="connsiteY9" fmla="*/ 966815 h 1951636"/>
                <a:gd name="connsiteX0" fmla="*/ 151999 w 738324"/>
                <a:gd name="connsiteY0" fmla="*/ 966815 h 1951636"/>
                <a:gd name="connsiteX1" fmla="*/ 30293 w 738324"/>
                <a:gd name="connsiteY1" fmla="*/ 624333 h 1951636"/>
                <a:gd name="connsiteX2" fmla="*/ 103266 w 738324"/>
                <a:gd name="connsiteY2" fmla="*/ 268362 h 1951636"/>
                <a:gd name="connsiteX3" fmla="*/ 419751 w 738324"/>
                <a:gd name="connsiteY3" fmla="*/ 61522 h 1951636"/>
                <a:gd name="connsiteX4" fmla="*/ 637210 w 738324"/>
                <a:gd name="connsiteY4" fmla="*/ 260633 h 1951636"/>
                <a:gd name="connsiteX5" fmla="*/ 537912 w 738324"/>
                <a:gd name="connsiteY5" fmla="*/ 666848 h 1951636"/>
                <a:gd name="connsiteX6" fmla="*/ 293952 w 738324"/>
                <a:gd name="connsiteY6" fmla="*/ 964893 h 1951636"/>
                <a:gd name="connsiteX7" fmla="*/ 200221 w 738324"/>
                <a:gd name="connsiteY7" fmla="*/ 1951636 h 1951636"/>
                <a:gd name="connsiteX8" fmla="*/ 39365 w 738324"/>
                <a:gd name="connsiteY8" fmla="*/ 1951636 h 1951636"/>
                <a:gd name="connsiteX9" fmla="*/ 151999 w 738324"/>
                <a:gd name="connsiteY9" fmla="*/ 966815 h 1951636"/>
                <a:gd name="connsiteX0" fmla="*/ 185247 w 771572"/>
                <a:gd name="connsiteY0" fmla="*/ 966815 h 1951636"/>
                <a:gd name="connsiteX1" fmla="*/ 63541 w 771572"/>
                <a:gd name="connsiteY1" fmla="*/ 624333 h 1951636"/>
                <a:gd name="connsiteX2" fmla="*/ 136514 w 771572"/>
                <a:gd name="connsiteY2" fmla="*/ 268362 h 1951636"/>
                <a:gd name="connsiteX3" fmla="*/ 452999 w 771572"/>
                <a:gd name="connsiteY3" fmla="*/ 61522 h 1951636"/>
                <a:gd name="connsiteX4" fmla="*/ 670458 w 771572"/>
                <a:gd name="connsiteY4" fmla="*/ 260633 h 1951636"/>
                <a:gd name="connsiteX5" fmla="*/ 571160 w 771572"/>
                <a:gd name="connsiteY5" fmla="*/ 666848 h 1951636"/>
                <a:gd name="connsiteX6" fmla="*/ 327200 w 771572"/>
                <a:gd name="connsiteY6" fmla="*/ 964893 h 1951636"/>
                <a:gd name="connsiteX7" fmla="*/ 233469 w 771572"/>
                <a:gd name="connsiteY7" fmla="*/ 1951636 h 1951636"/>
                <a:gd name="connsiteX8" fmla="*/ 72613 w 771572"/>
                <a:gd name="connsiteY8" fmla="*/ 1951636 h 1951636"/>
                <a:gd name="connsiteX9" fmla="*/ 185247 w 771572"/>
                <a:gd name="connsiteY9" fmla="*/ 966815 h 1951636"/>
                <a:gd name="connsiteX0" fmla="*/ 185247 w 771572"/>
                <a:gd name="connsiteY0" fmla="*/ 966815 h 1951636"/>
                <a:gd name="connsiteX1" fmla="*/ 63541 w 771572"/>
                <a:gd name="connsiteY1" fmla="*/ 624333 h 1951636"/>
                <a:gd name="connsiteX2" fmla="*/ 136514 w 771572"/>
                <a:gd name="connsiteY2" fmla="*/ 268362 h 1951636"/>
                <a:gd name="connsiteX3" fmla="*/ 452999 w 771572"/>
                <a:gd name="connsiteY3" fmla="*/ 61522 h 1951636"/>
                <a:gd name="connsiteX4" fmla="*/ 670458 w 771572"/>
                <a:gd name="connsiteY4" fmla="*/ 260633 h 1951636"/>
                <a:gd name="connsiteX5" fmla="*/ 571160 w 771572"/>
                <a:gd name="connsiteY5" fmla="*/ 666848 h 1951636"/>
                <a:gd name="connsiteX6" fmla="*/ 374932 w 771572"/>
                <a:gd name="connsiteY6" fmla="*/ 958562 h 1951636"/>
                <a:gd name="connsiteX7" fmla="*/ 233469 w 771572"/>
                <a:gd name="connsiteY7" fmla="*/ 1951636 h 1951636"/>
                <a:gd name="connsiteX8" fmla="*/ 72613 w 771572"/>
                <a:gd name="connsiteY8" fmla="*/ 1951636 h 1951636"/>
                <a:gd name="connsiteX9" fmla="*/ 185247 w 771572"/>
                <a:gd name="connsiteY9" fmla="*/ 966815 h 1951636"/>
                <a:gd name="connsiteX0" fmla="*/ 185247 w 771572"/>
                <a:gd name="connsiteY0" fmla="*/ 966815 h 1951636"/>
                <a:gd name="connsiteX1" fmla="*/ 63541 w 771572"/>
                <a:gd name="connsiteY1" fmla="*/ 624333 h 1951636"/>
                <a:gd name="connsiteX2" fmla="*/ 136514 w 771572"/>
                <a:gd name="connsiteY2" fmla="*/ 268362 h 1951636"/>
                <a:gd name="connsiteX3" fmla="*/ 452999 w 771572"/>
                <a:gd name="connsiteY3" fmla="*/ 61522 h 1951636"/>
                <a:gd name="connsiteX4" fmla="*/ 670458 w 771572"/>
                <a:gd name="connsiteY4" fmla="*/ 260633 h 1951636"/>
                <a:gd name="connsiteX5" fmla="*/ 571160 w 771572"/>
                <a:gd name="connsiteY5" fmla="*/ 666848 h 1951636"/>
                <a:gd name="connsiteX6" fmla="*/ 374932 w 771572"/>
                <a:gd name="connsiteY6" fmla="*/ 958562 h 1951636"/>
                <a:gd name="connsiteX7" fmla="*/ 233469 w 771572"/>
                <a:gd name="connsiteY7" fmla="*/ 1951636 h 1951636"/>
                <a:gd name="connsiteX8" fmla="*/ 72613 w 771572"/>
                <a:gd name="connsiteY8" fmla="*/ 1951636 h 1951636"/>
                <a:gd name="connsiteX9" fmla="*/ 185247 w 771572"/>
                <a:gd name="connsiteY9" fmla="*/ 966815 h 1951636"/>
                <a:gd name="connsiteX0" fmla="*/ 185247 w 736927"/>
                <a:gd name="connsiteY0" fmla="*/ 966815 h 1951636"/>
                <a:gd name="connsiteX1" fmla="*/ 63541 w 736927"/>
                <a:gd name="connsiteY1" fmla="*/ 624333 h 1951636"/>
                <a:gd name="connsiteX2" fmla="*/ 136514 w 736927"/>
                <a:gd name="connsiteY2" fmla="*/ 268362 h 1951636"/>
                <a:gd name="connsiteX3" fmla="*/ 452999 w 736927"/>
                <a:gd name="connsiteY3" fmla="*/ 61522 h 1951636"/>
                <a:gd name="connsiteX4" fmla="*/ 670458 w 736927"/>
                <a:gd name="connsiteY4" fmla="*/ 260633 h 1951636"/>
                <a:gd name="connsiteX5" fmla="*/ 571160 w 736927"/>
                <a:gd name="connsiteY5" fmla="*/ 666848 h 1951636"/>
                <a:gd name="connsiteX6" fmla="*/ 374932 w 736927"/>
                <a:gd name="connsiteY6" fmla="*/ 958562 h 1951636"/>
                <a:gd name="connsiteX7" fmla="*/ 233469 w 736927"/>
                <a:gd name="connsiteY7" fmla="*/ 1951636 h 1951636"/>
                <a:gd name="connsiteX8" fmla="*/ 72613 w 736927"/>
                <a:gd name="connsiteY8" fmla="*/ 1951636 h 1951636"/>
                <a:gd name="connsiteX9" fmla="*/ 185247 w 736927"/>
                <a:gd name="connsiteY9" fmla="*/ 966815 h 1951636"/>
                <a:gd name="connsiteX0" fmla="*/ 251130 w 736927"/>
                <a:gd name="connsiteY0" fmla="*/ 810190 h 1951636"/>
                <a:gd name="connsiteX1" fmla="*/ 63541 w 736927"/>
                <a:gd name="connsiteY1" fmla="*/ 624333 h 1951636"/>
                <a:gd name="connsiteX2" fmla="*/ 136514 w 736927"/>
                <a:gd name="connsiteY2" fmla="*/ 268362 h 1951636"/>
                <a:gd name="connsiteX3" fmla="*/ 452999 w 736927"/>
                <a:gd name="connsiteY3" fmla="*/ 61522 h 1951636"/>
                <a:gd name="connsiteX4" fmla="*/ 670458 w 736927"/>
                <a:gd name="connsiteY4" fmla="*/ 260633 h 1951636"/>
                <a:gd name="connsiteX5" fmla="*/ 571160 w 736927"/>
                <a:gd name="connsiteY5" fmla="*/ 666848 h 1951636"/>
                <a:gd name="connsiteX6" fmla="*/ 374932 w 736927"/>
                <a:gd name="connsiteY6" fmla="*/ 958562 h 1951636"/>
                <a:gd name="connsiteX7" fmla="*/ 233469 w 736927"/>
                <a:gd name="connsiteY7" fmla="*/ 1951636 h 1951636"/>
                <a:gd name="connsiteX8" fmla="*/ 72613 w 736927"/>
                <a:gd name="connsiteY8" fmla="*/ 1951636 h 1951636"/>
                <a:gd name="connsiteX9" fmla="*/ 251130 w 736927"/>
                <a:gd name="connsiteY9" fmla="*/ 810190 h 1951636"/>
                <a:gd name="connsiteX0" fmla="*/ 251130 w 736927"/>
                <a:gd name="connsiteY0" fmla="*/ 810190 h 1951636"/>
                <a:gd name="connsiteX1" fmla="*/ 63541 w 736927"/>
                <a:gd name="connsiteY1" fmla="*/ 624333 h 1951636"/>
                <a:gd name="connsiteX2" fmla="*/ 136514 w 736927"/>
                <a:gd name="connsiteY2" fmla="*/ 268362 h 1951636"/>
                <a:gd name="connsiteX3" fmla="*/ 452999 w 736927"/>
                <a:gd name="connsiteY3" fmla="*/ 61522 h 1951636"/>
                <a:gd name="connsiteX4" fmla="*/ 670458 w 736927"/>
                <a:gd name="connsiteY4" fmla="*/ 260633 h 1951636"/>
                <a:gd name="connsiteX5" fmla="*/ 571160 w 736927"/>
                <a:gd name="connsiteY5" fmla="*/ 666848 h 1951636"/>
                <a:gd name="connsiteX6" fmla="*/ 400826 w 736927"/>
                <a:gd name="connsiteY6" fmla="*/ 785298 h 1951636"/>
                <a:gd name="connsiteX7" fmla="*/ 233469 w 736927"/>
                <a:gd name="connsiteY7" fmla="*/ 1951636 h 1951636"/>
                <a:gd name="connsiteX8" fmla="*/ 72613 w 736927"/>
                <a:gd name="connsiteY8" fmla="*/ 1951636 h 1951636"/>
                <a:gd name="connsiteX9" fmla="*/ 251130 w 736927"/>
                <a:gd name="connsiteY9" fmla="*/ 810190 h 1951636"/>
                <a:gd name="connsiteX0" fmla="*/ 251130 w 736927"/>
                <a:gd name="connsiteY0" fmla="*/ 810190 h 1951636"/>
                <a:gd name="connsiteX1" fmla="*/ 63541 w 736927"/>
                <a:gd name="connsiteY1" fmla="*/ 624333 h 1951636"/>
                <a:gd name="connsiteX2" fmla="*/ 136514 w 736927"/>
                <a:gd name="connsiteY2" fmla="*/ 268362 h 1951636"/>
                <a:gd name="connsiteX3" fmla="*/ 452999 w 736927"/>
                <a:gd name="connsiteY3" fmla="*/ 61522 h 1951636"/>
                <a:gd name="connsiteX4" fmla="*/ 670458 w 736927"/>
                <a:gd name="connsiteY4" fmla="*/ 260633 h 1951636"/>
                <a:gd name="connsiteX5" fmla="*/ 571160 w 736927"/>
                <a:gd name="connsiteY5" fmla="*/ 666848 h 1951636"/>
                <a:gd name="connsiteX6" fmla="*/ 380575 w 736927"/>
                <a:gd name="connsiteY6" fmla="*/ 801521 h 1951636"/>
                <a:gd name="connsiteX7" fmla="*/ 233469 w 736927"/>
                <a:gd name="connsiteY7" fmla="*/ 1951636 h 1951636"/>
                <a:gd name="connsiteX8" fmla="*/ 72613 w 736927"/>
                <a:gd name="connsiteY8" fmla="*/ 1951636 h 1951636"/>
                <a:gd name="connsiteX9" fmla="*/ 251130 w 736927"/>
                <a:gd name="connsiteY9" fmla="*/ 810190 h 1951636"/>
                <a:gd name="connsiteX0" fmla="*/ 251130 w 736927"/>
                <a:gd name="connsiteY0" fmla="*/ 810190 h 1951636"/>
                <a:gd name="connsiteX1" fmla="*/ 63541 w 736927"/>
                <a:gd name="connsiteY1" fmla="*/ 624333 h 1951636"/>
                <a:gd name="connsiteX2" fmla="*/ 136514 w 736927"/>
                <a:gd name="connsiteY2" fmla="*/ 268362 h 1951636"/>
                <a:gd name="connsiteX3" fmla="*/ 452999 w 736927"/>
                <a:gd name="connsiteY3" fmla="*/ 61522 h 1951636"/>
                <a:gd name="connsiteX4" fmla="*/ 670458 w 736927"/>
                <a:gd name="connsiteY4" fmla="*/ 260633 h 1951636"/>
                <a:gd name="connsiteX5" fmla="*/ 571160 w 736927"/>
                <a:gd name="connsiteY5" fmla="*/ 666848 h 1951636"/>
                <a:gd name="connsiteX6" fmla="*/ 380575 w 736927"/>
                <a:gd name="connsiteY6" fmla="*/ 801521 h 1951636"/>
                <a:gd name="connsiteX7" fmla="*/ 233469 w 736927"/>
                <a:gd name="connsiteY7" fmla="*/ 1951636 h 1951636"/>
                <a:gd name="connsiteX8" fmla="*/ 72613 w 736927"/>
                <a:gd name="connsiteY8" fmla="*/ 1951636 h 1951636"/>
                <a:gd name="connsiteX9" fmla="*/ 251130 w 736927"/>
                <a:gd name="connsiteY9" fmla="*/ 810190 h 1951636"/>
                <a:gd name="connsiteX0" fmla="*/ 251130 w 670458"/>
                <a:gd name="connsiteY0" fmla="*/ 810190 h 1951636"/>
                <a:gd name="connsiteX1" fmla="*/ 63541 w 670458"/>
                <a:gd name="connsiteY1" fmla="*/ 624333 h 1951636"/>
                <a:gd name="connsiteX2" fmla="*/ 136514 w 670458"/>
                <a:gd name="connsiteY2" fmla="*/ 268362 h 1951636"/>
                <a:gd name="connsiteX3" fmla="*/ 452999 w 670458"/>
                <a:gd name="connsiteY3" fmla="*/ 61522 h 1951636"/>
                <a:gd name="connsiteX4" fmla="*/ 670458 w 670458"/>
                <a:gd name="connsiteY4" fmla="*/ 260633 h 1951636"/>
                <a:gd name="connsiteX5" fmla="*/ 380575 w 670458"/>
                <a:gd name="connsiteY5" fmla="*/ 801521 h 1951636"/>
                <a:gd name="connsiteX6" fmla="*/ 233469 w 670458"/>
                <a:gd name="connsiteY6" fmla="*/ 1951636 h 1951636"/>
                <a:gd name="connsiteX7" fmla="*/ 72613 w 670458"/>
                <a:gd name="connsiteY7" fmla="*/ 1951636 h 1951636"/>
                <a:gd name="connsiteX8" fmla="*/ 251130 w 670458"/>
                <a:gd name="connsiteY8" fmla="*/ 810190 h 1951636"/>
                <a:gd name="connsiteX0" fmla="*/ 251130 w 710194"/>
                <a:gd name="connsiteY0" fmla="*/ 810190 h 1951636"/>
                <a:gd name="connsiteX1" fmla="*/ 63541 w 710194"/>
                <a:gd name="connsiteY1" fmla="*/ 624333 h 1951636"/>
                <a:gd name="connsiteX2" fmla="*/ 136514 w 710194"/>
                <a:gd name="connsiteY2" fmla="*/ 268362 h 1951636"/>
                <a:gd name="connsiteX3" fmla="*/ 452999 w 710194"/>
                <a:gd name="connsiteY3" fmla="*/ 61522 h 1951636"/>
                <a:gd name="connsiteX4" fmla="*/ 670458 w 710194"/>
                <a:gd name="connsiteY4" fmla="*/ 260633 h 1951636"/>
                <a:gd name="connsiteX5" fmla="*/ 380575 w 710194"/>
                <a:gd name="connsiteY5" fmla="*/ 801521 h 1951636"/>
                <a:gd name="connsiteX6" fmla="*/ 233469 w 710194"/>
                <a:gd name="connsiteY6" fmla="*/ 1951636 h 1951636"/>
                <a:gd name="connsiteX7" fmla="*/ 72613 w 710194"/>
                <a:gd name="connsiteY7" fmla="*/ 1951636 h 1951636"/>
                <a:gd name="connsiteX8" fmla="*/ 251130 w 710194"/>
                <a:gd name="connsiteY8" fmla="*/ 810190 h 1951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0194" h="1951636">
                  <a:moveTo>
                    <a:pt x="251130" y="810190"/>
                  </a:moveTo>
                  <a:cubicBezTo>
                    <a:pt x="53868" y="709948"/>
                    <a:pt x="35689" y="627807"/>
                    <a:pt x="63541" y="624333"/>
                  </a:cubicBezTo>
                  <a:cubicBezTo>
                    <a:pt x="-18336" y="559407"/>
                    <a:pt x="-46414" y="308295"/>
                    <a:pt x="136514" y="268362"/>
                  </a:cubicBezTo>
                  <a:cubicBezTo>
                    <a:pt x="72818" y="170739"/>
                    <a:pt x="108008" y="-127628"/>
                    <a:pt x="452999" y="61522"/>
                  </a:cubicBezTo>
                  <a:cubicBezTo>
                    <a:pt x="635960" y="73926"/>
                    <a:pt x="645935" y="186313"/>
                    <a:pt x="670458" y="260633"/>
                  </a:cubicBezTo>
                  <a:cubicBezTo>
                    <a:pt x="658387" y="383966"/>
                    <a:pt x="882831" y="743534"/>
                    <a:pt x="380575" y="801521"/>
                  </a:cubicBezTo>
                  <a:lnTo>
                    <a:pt x="233469" y="1951636"/>
                  </a:lnTo>
                  <a:lnTo>
                    <a:pt x="72613" y="1951636"/>
                  </a:lnTo>
                  <a:lnTo>
                    <a:pt x="251130" y="810190"/>
                  </a:lnTo>
                  <a:close/>
                </a:path>
              </a:pathLst>
            </a:custGeom>
            <a:solidFill>
              <a:srgbClr val="6D9E43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800A8B5F-DBD0-BA4A-141A-2B39DDDC69F6}"/>
                </a:ext>
              </a:extLst>
            </p:cNvPr>
            <p:cNvSpPr/>
            <p:nvPr/>
          </p:nvSpPr>
          <p:spPr>
            <a:xfrm rot="21173267">
              <a:off x="5162486" y="645610"/>
              <a:ext cx="788518" cy="2397252"/>
            </a:xfrm>
            <a:custGeom>
              <a:avLst/>
              <a:gdLst>
                <a:gd name="connsiteX0" fmla="*/ 0 w 160856"/>
                <a:gd name="connsiteY0" fmla="*/ 0 h 1001486"/>
                <a:gd name="connsiteX1" fmla="*/ 160856 w 160856"/>
                <a:gd name="connsiteY1" fmla="*/ 0 h 1001486"/>
                <a:gd name="connsiteX2" fmla="*/ 160856 w 160856"/>
                <a:gd name="connsiteY2" fmla="*/ 1001486 h 1001486"/>
                <a:gd name="connsiteX3" fmla="*/ 0 w 160856"/>
                <a:gd name="connsiteY3" fmla="*/ 1001486 h 1001486"/>
                <a:gd name="connsiteX4" fmla="*/ 0 w 160856"/>
                <a:gd name="connsiteY4" fmla="*/ 0 h 1001486"/>
                <a:gd name="connsiteX0" fmla="*/ 83678 w 244534"/>
                <a:gd name="connsiteY0" fmla="*/ 308163 h 1309649"/>
                <a:gd name="connsiteX1" fmla="*/ 3793 w 244534"/>
                <a:gd name="connsiteY1" fmla="*/ 0 h 1309649"/>
                <a:gd name="connsiteX2" fmla="*/ 244534 w 244534"/>
                <a:gd name="connsiteY2" fmla="*/ 308163 h 1309649"/>
                <a:gd name="connsiteX3" fmla="*/ 244534 w 244534"/>
                <a:gd name="connsiteY3" fmla="*/ 1309649 h 1309649"/>
                <a:gd name="connsiteX4" fmla="*/ 83678 w 244534"/>
                <a:gd name="connsiteY4" fmla="*/ 1309649 h 1309649"/>
                <a:gd name="connsiteX5" fmla="*/ 83678 w 244534"/>
                <a:gd name="connsiteY5" fmla="*/ 308163 h 1309649"/>
                <a:gd name="connsiteX0" fmla="*/ 83678 w 468019"/>
                <a:gd name="connsiteY0" fmla="*/ 309973 h 1311459"/>
                <a:gd name="connsiteX1" fmla="*/ 3793 w 468019"/>
                <a:gd name="connsiteY1" fmla="*/ 1810 h 1311459"/>
                <a:gd name="connsiteX2" fmla="*/ 468019 w 468019"/>
                <a:gd name="connsiteY2" fmla="*/ 20273 h 1311459"/>
                <a:gd name="connsiteX3" fmla="*/ 244534 w 468019"/>
                <a:gd name="connsiteY3" fmla="*/ 309973 h 1311459"/>
                <a:gd name="connsiteX4" fmla="*/ 244534 w 468019"/>
                <a:gd name="connsiteY4" fmla="*/ 1311459 h 1311459"/>
                <a:gd name="connsiteX5" fmla="*/ 83678 w 468019"/>
                <a:gd name="connsiteY5" fmla="*/ 1311459 h 1311459"/>
                <a:gd name="connsiteX6" fmla="*/ 83678 w 468019"/>
                <a:gd name="connsiteY6" fmla="*/ 309973 h 1311459"/>
                <a:gd name="connsiteX0" fmla="*/ 83678 w 468019"/>
                <a:gd name="connsiteY0" fmla="*/ 774837 h 1776323"/>
                <a:gd name="connsiteX1" fmla="*/ 3793 w 468019"/>
                <a:gd name="connsiteY1" fmla="*/ 466674 h 1776323"/>
                <a:gd name="connsiteX2" fmla="*/ 406620 w 468019"/>
                <a:gd name="connsiteY2" fmla="*/ 16 h 1776323"/>
                <a:gd name="connsiteX3" fmla="*/ 468019 w 468019"/>
                <a:gd name="connsiteY3" fmla="*/ 485137 h 1776323"/>
                <a:gd name="connsiteX4" fmla="*/ 244534 w 468019"/>
                <a:gd name="connsiteY4" fmla="*/ 774837 h 1776323"/>
                <a:gd name="connsiteX5" fmla="*/ 244534 w 468019"/>
                <a:gd name="connsiteY5" fmla="*/ 1776323 h 1776323"/>
                <a:gd name="connsiteX6" fmla="*/ 83678 w 468019"/>
                <a:gd name="connsiteY6" fmla="*/ 1776323 h 1776323"/>
                <a:gd name="connsiteX7" fmla="*/ 83678 w 468019"/>
                <a:gd name="connsiteY7" fmla="*/ 774837 h 1776323"/>
                <a:gd name="connsiteX0" fmla="*/ 134634 w 518975"/>
                <a:gd name="connsiteY0" fmla="*/ 778166 h 1779652"/>
                <a:gd name="connsiteX1" fmla="*/ 54749 w 518975"/>
                <a:gd name="connsiteY1" fmla="*/ 470003 h 1779652"/>
                <a:gd name="connsiteX2" fmla="*/ 22224 w 518975"/>
                <a:gd name="connsiteY2" fmla="*/ 237316 h 1779652"/>
                <a:gd name="connsiteX3" fmla="*/ 457576 w 518975"/>
                <a:gd name="connsiteY3" fmla="*/ 3345 h 1779652"/>
                <a:gd name="connsiteX4" fmla="*/ 518975 w 518975"/>
                <a:gd name="connsiteY4" fmla="*/ 488466 h 1779652"/>
                <a:gd name="connsiteX5" fmla="*/ 295490 w 518975"/>
                <a:gd name="connsiteY5" fmla="*/ 778166 h 1779652"/>
                <a:gd name="connsiteX6" fmla="*/ 295490 w 518975"/>
                <a:gd name="connsiteY6" fmla="*/ 1779652 h 1779652"/>
                <a:gd name="connsiteX7" fmla="*/ 134634 w 518975"/>
                <a:gd name="connsiteY7" fmla="*/ 1779652 h 1779652"/>
                <a:gd name="connsiteX8" fmla="*/ 134634 w 518975"/>
                <a:gd name="connsiteY8" fmla="*/ 778166 h 1779652"/>
                <a:gd name="connsiteX0" fmla="*/ 134634 w 518975"/>
                <a:gd name="connsiteY0" fmla="*/ 810443 h 1811929"/>
                <a:gd name="connsiteX1" fmla="*/ 54749 w 518975"/>
                <a:gd name="connsiteY1" fmla="*/ 502280 h 1811929"/>
                <a:gd name="connsiteX2" fmla="*/ 22224 w 518975"/>
                <a:gd name="connsiteY2" fmla="*/ 269593 h 1811929"/>
                <a:gd name="connsiteX3" fmla="*/ 457576 w 518975"/>
                <a:gd name="connsiteY3" fmla="*/ 35622 h 1811929"/>
                <a:gd name="connsiteX4" fmla="*/ 518975 w 518975"/>
                <a:gd name="connsiteY4" fmla="*/ 520743 h 1811929"/>
                <a:gd name="connsiteX5" fmla="*/ 295490 w 518975"/>
                <a:gd name="connsiteY5" fmla="*/ 810443 h 1811929"/>
                <a:gd name="connsiteX6" fmla="*/ 295490 w 518975"/>
                <a:gd name="connsiteY6" fmla="*/ 1811929 h 1811929"/>
                <a:gd name="connsiteX7" fmla="*/ 134634 w 518975"/>
                <a:gd name="connsiteY7" fmla="*/ 1811929 h 1811929"/>
                <a:gd name="connsiteX8" fmla="*/ 134634 w 518975"/>
                <a:gd name="connsiteY8" fmla="*/ 810443 h 1811929"/>
                <a:gd name="connsiteX0" fmla="*/ 134634 w 518975"/>
                <a:gd name="connsiteY0" fmla="*/ 854296 h 1855782"/>
                <a:gd name="connsiteX1" fmla="*/ 54749 w 518975"/>
                <a:gd name="connsiteY1" fmla="*/ 546133 h 1855782"/>
                <a:gd name="connsiteX2" fmla="*/ 22224 w 518975"/>
                <a:gd name="connsiteY2" fmla="*/ 313446 h 1855782"/>
                <a:gd name="connsiteX3" fmla="*/ 135357 w 518975"/>
                <a:gd name="connsiteY3" fmla="*/ 21928 h 1855782"/>
                <a:gd name="connsiteX4" fmla="*/ 457576 w 518975"/>
                <a:gd name="connsiteY4" fmla="*/ 79475 h 1855782"/>
                <a:gd name="connsiteX5" fmla="*/ 518975 w 518975"/>
                <a:gd name="connsiteY5" fmla="*/ 564596 h 1855782"/>
                <a:gd name="connsiteX6" fmla="*/ 295490 w 518975"/>
                <a:gd name="connsiteY6" fmla="*/ 854296 h 1855782"/>
                <a:gd name="connsiteX7" fmla="*/ 295490 w 518975"/>
                <a:gd name="connsiteY7" fmla="*/ 1855782 h 1855782"/>
                <a:gd name="connsiteX8" fmla="*/ 134634 w 518975"/>
                <a:gd name="connsiteY8" fmla="*/ 1855782 h 1855782"/>
                <a:gd name="connsiteX9" fmla="*/ 134634 w 518975"/>
                <a:gd name="connsiteY9" fmla="*/ 854296 h 1855782"/>
                <a:gd name="connsiteX0" fmla="*/ 134634 w 518975"/>
                <a:gd name="connsiteY0" fmla="*/ 918472 h 1919958"/>
                <a:gd name="connsiteX1" fmla="*/ 54749 w 518975"/>
                <a:gd name="connsiteY1" fmla="*/ 610309 h 1919958"/>
                <a:gd name="connsiteX2" fmla="*/ 22224 w 518975"/>
                <a:gd name="connsiteY2" fmla="*/ 377622 h 1919958"/>
                <a:gd name="connsiteX3" fmla="*/ 135357 w 518975"/>
                <a:gd name="connsiteY3" fmla="*/ 86104 h 1919958"/>
                <a:gd name="connsiteX4" fmla="*/ 457576 w 518975"/>
                <a:gd name="connsiteY4" fmla="*/ 143651 h 1919958"/>
                <a:gd name="connsiteX5" fmla="*/ 518975 w 518975"/>
                <a:gd name="connsiteY5" fmla="*/ 628772 h 1919958"/>
                <a:gd name="connsiteX6" fmla="*/ 295490 w 518975"/>
                <a:gd name="connsiteY6" fmla="*/ 918472 h 1919958"/>
                <a:gd name="connsiteX7" fmla="*/ 295490 w 518975"/>
                <a:gd name="connsiteY7" fmla="*/ 1919958 h 1919958"/>
                <a:gd name="connsiteX8" fmla="*/ 134634 w 518975"/>
                <a:gd name="connsiteY8" fmla="*/ 1919958 h 1919958"/>
                <a:gd name="connsiteX9" fmla="*/ 134634 w 518975"/>
                <a:gd name="connsiteY9" fmla="*/ 918472 h 1919958"/>
                <a:gd name="connsiteX0" fmla="*/ 134634 w 518975"/>
                <a:gd name="connsiteY0" fmla="*/ 936891 h 1938377"/>
                <a:gd name="connsiteX1" fmla="*/ 54749 w 518975"/>
                <a:gd name="connsiteY1" fmla="*/ 628728 h 1938377"/>
                <a:gd name="connsiteX2" fmla="*/ 22224 w 518975"/>
                <a:gd name="connsiteY2" fmla="*/ 396041 h 1938377"/>
                <a:gd name="connsiteX3" fmla="*/ 135357 w 518975"/>
                <a:gd name="connsiteY3" fmla="*/ 104523 h 1938377"/>
                <a:gd name="connsiteX4" fmla="*/ 457576 w 518975"/>
                <a:gd name="connsiteY4" fmla="*/ 162070 h 1938377"/>
                <a:gd name="connsiteX5" fmla="*/ 518975 w 518975"/>
                <a:gd name="connsiteY5" fmla="*/ 647191 h 1938377"/>
                <a:gd name="connsiteX6" fmla="*/ 295490 w 518975"/>
                <a:gd name="connsiteY6" fmla="*/ 936891 h 1938377"/>
                <a:gd name="connsiteX7" fmla="*/ 295490 w 518975"/>
                <a:gd name="connsiteY7" fmla="*/ 1938377 h 1938377"/>
                <a:gd name="connsiteX8" fmla="*/ 134634 w 518975"/>
                <a:gd name="connsiteY8" fmla="*/ 1938377 h 1938377"/>
                <a:gd name="connsiteX9" fmla="*/ 134634 w 518975"/>
                <a:gd name="connsiteY9" fmla="*/ 936891 h 1938377"/>
                <a:gd name="connsiteX0" fmla="*/ 134634 w 597472"/>
                <a:gd name="connsiteY0" fmla="*/ 936891 h 1938377"/>
                <a:gd name="connsiteX1" fmla="*/ 54749 w 597472"/>
                <a:gd name="connsiteY1" fmla="*/ 628728 h 1938377"/>
                <a:gd name="connsiteX2" fmla="*/ 22224 w 597472"/>
                <a:gd name="connsiteY2" fmla="*/ 396041 h 1938377"/>
                <a:gd name="connsiteX3" fmla="*/ 135357 w 597472"/>
                <a:gd name="connsiteY3" fmla="*/ 104523 h 1938377"/>
                <a:gd name="connsiteX4" fmla="*/ 457576 w 597472"/>
                <a:gd name="connsiteY4" fmla="*/ 162070 h 1938377"/>
                <a:gd name="connsiteX5" fmla="*/ 518975 w 597472"/>
                <a:gd name="connsiteY5" fmla="*/ 647191 h 1938377"/>
                <a:gd name="connsiteX6" fmla="*/ 295490 w 597472"/>
                <a:gd name="connsiteY6" fmla="*/ 936891 h 1938377"/>
                <a:gd name="connsiteX7" fmla="*/ 295490 w 597472"/>
                <a:gd name="connsiteY7" fmla="*/ 1938377 h 1938377"/>
                <a:gd name="connsiteX8" fmla="*/ 134634 w 597472"/>
                <a:gd name="connsiteY8" fmla="*/ 1938377 h 1938377"/>
                <a:gd name="connsiteX9" fmla="*/ 134634 w 597472"/>
                <a:gd name="connsiteY9" fmla="*/ 936891 h 1938377"/>
                <a:gd name="connsiteX0" fmla="*/ 134634 w 597472"/>
                <a:gd name="connsiteY0" fmla="*/ 936891 h 1938377"/>
                <a:gd name="connsiteX1" fmla="*/ 54749 w 597472"/>
                <a:gd name="connsiteY1" fmla="*/ 628728 h 1938377"/>
                <a:gd name="connsiteX2" fmla="*/ 22224 w 597472"/>
                <a:gd name="connsiteY2" fmla="*/ 396041 h 1938377"/>
                <a:gd name="connsiteX3" fmla="*/ 135357 w 597472"/>
                <a:gd name="connsiteY3" fmla="*/ 104523 h 1938377"/>
                <a:gd name="connsiteX4" fmla="*/ 457576 w 597472"/>
                <a:gd name="connsiteY4" fmla="*/ 162070 h 1938377"/>
                <a:gd name="connsiteX5" fmla="*/ 518975 w 597472"/>
                <a:gd name="connsiteY5" fmla="*/ 647191 h 1938377"/>
                <a:gd name="connsiteX6" fmla="*/ 295490 w 597472"/>
                <a:gd name="connsiteY6" fmla="*/ 936891 h 1938377"/>
                <a:gd name="connsiteX7" fmla="*/ 295490 w 597472"/>
                <a:gd name="connsiteY7" fmla="*/ 1938377 h 1938377"/>
                <a:gd name="connsiteX8" fmla="*/ 134634 w 597472"/>
                <a:gd name="connsiteY8" fmla="*/ 1938377 h 1938377"/>
                <a:gd name="connsiteX9" fmla="*/ 134634 w 597472"/>
                <a:gd name="connsiteY9" fmla="*/ 936891 h 1938377"/>
                <a:gd name="connsiteX0" fmla="*/ 134634 w 597472"/>
                <a:gd name="connsiteY0" fmla="*/ 936891 h 1938377"/>
                <a:gd name="connsiteX1" fmla="*/ 54749 w 597472"/>
                <a:gd name="connsiteY1" fmla="*/ 628728 h 1938377"/>
                <a:gd name="connsiteX2" fmla="*/ 22224 w 597472"/>
                <a:gd name="connsiteY2" fmla="*/ 396041 h 1938377"/>
                <a:gd name="connsiteX3" fmla="*/ 135357 w 597472"/>
                <a:gd name="connsiteY3" fmla="*/ 104523 h 1938377"/>
                <a:gd name="connsiteX4" fmla="*/ 457576 w 597472"/>
                <a:gd name="connsiteY4" fmla="*/ 162070 h 1938377"/>
                <a:gd name="connsiteX5" fmla="*/ 518975 w 597472"/>
                <a:gd name="connsiteY5" fmla="*/ 647191 h 1938377"/>
                <a:gd name="connsiteX6" fmla="*/ 295490 w 597472"/>
                <a:gd name="connsiteY6" fmla="*/ 936891 h 1938377"/>
                <a:gd name="connsiteX7" fmla="*/ 295490 w 597472"/>
                <a:gd name="connsiteY7" fmla="*/ 1938377 h 1938377"/>
                <a:gd name="connsiteX8" fmla="*/ 134634 w 597472"/>
                <a:gd name="connsiteY8" fmla="*/ 1938377 h 1938377"/>
                <a:gd name="connsiteX9" fmla="*/ 134634 w 597472"/>
                <a:gd name="connsiteY9" fmla="*/ 936891 h 1938377"/>
                <a:gd name="connsiteX0" fmla="*/ 134634 w 597472"/>
                <a:gd name="connsiteY0" fmla="*/ 936891 h 1938377"/>
                <a:gd name="connsiteX1" fmla="*/ 54749 w 597472"/>
                <a:gd name="connsiteY1" fmla="*/ 628728 h 1938377"/>
                <a:gd name="connsiteX2" fmla="*/ 22224 w 597472"/>
                <a:gd name="connsiteY2" fmla="*/ 396041 h 1938377"/>
                <a:gd name="connsiteX3" fmla="*/ 135357 w 597472"/>
                <a:gd name="connsiteY3" fmla="*/ 104523 h 1938377"/>
                <a:gd name="connsiteX4" fmla="*/ 457576 w 597472"/>
                <a:gd name="connsiteY4" fmla="*/ 162070 h 1938377"/>
                <a:gd name="connsiteX5" fmla="*/ 518975 w 597472"/>
                <a:gd name="connsiteY5" fmla="*/ 647191 h 1938377"/>
                <a:gd name="connsiteX6" fmla="*/ 295490 w 597472"/>
                <a:gd name="connsiteY6" fmla="*/ 936891 h 1938377"/>
                <a:gd name="connsiteX7" fmla="*/ 295490 w 597472"/>
                <a:gd name="connsiteY7" fmla="*/ 1938377 h 1938377"/>
                <a:gd name="connsiteX8" fmla="*/ 134634 w 597472"/>
                <a:gd name="connsiteY8" fmla="*/ 1938377 h 1938377"/>
                <a:gd name="connsiteX9" fmla="*/ 134634 w 597472"/>
                <a:gd name="connsiteY9" fmla="*/ 936891 h 1938377"/>
                <a:gd name="connsiteX0" fmla="*/ 134634 w 816875"/>
                <a:gd name="connsiteY0" fmla="*/ 912396 h 1913882"/>
                <a:gd name="connsiteX1" fmla="*/ 54749 w 816875"/>
                <a:gd name="connsiteY1" fmla="*/ 604233 h 1913882"/>
                <a:gd name="connsiteX2" fmla="*/ 22224 w 816875"/>
                <a:gd name="connsiteY2" fmla="*/ 371546 h 1913882"/>
                <a:gd name="connsiteX3" fmla="*/ 135357 w 816875"/>
                <a:gd name="connsiteY3" fmla="*/ 80028 h 1913882"/>
                <a:gd name="connsiteX4" fmla="*/ 732479 w 816875"/>
                <a:gd name="connsiteY4" fmla="*/ 222879 h 1913882"/>
                <a:gd name="connsiteX5" fmla="*/ 518975 w 816875"/>
                <a:gd name="connsiteY5" fmla="*/ 622696 h 1913882"/>
                <a:gd name="connsiteX6" fmla="*/ 295490 w 816875"/>
                <a:gd name="connsiteY6" fmla="*/ 912396 h 1913882"/>
                <a:gd name="connsiteX7" fmla="*/ 295490 w 816875"/>
                <a:gd name="connsiteY7" fmla="*/ 1913882 h 1913882"/>
                <a:gd name="connsiteX8" fmla="*/ 134634 w 816875"/>
                <a:gd name="connsiteY8" fmla="*/ 1913882 h 1913882"/>
                <a:gd name="connsiteX9" fmla="*/ 134634 w 816875"/>
                <a:gd name="connsiteY9" fmla="*/ 912396 h 1913882"/>
                <a:gd name="connsiteX0" fmla="*/ 134634 w 833593"/>
                <a:gd name="connsiteY0" fmla="*/ 912396 h 1913882"/>
                <a:gd name="connsiteX1" fmla="*/ 54749 w 833593"/>
                <a:gd name="connsiteY1" fmla="*/ 604233 h 1913882"/>
                <a:gd name="connsiteX2" fmla="*/ 22224 w 833593"/>
                <a:gd name="connsiteY2" fmla="*/ 371546 h 1913882"/>
                <a:gd name="connsiteX3" fmla="*/ 135357 w 833593"/>
                <a:gd name="connsiteY3" fmla="*/ 80028 h 1913882"/>
                <a:gd name="connsiteX4" fmla="*/ 732479 w 833593"/>
                <a:gd name="connsiteY4" fmla="*/ 222879 h 1913882"/>
                <a:gd name="connsiteX5" fmla="*/ 633181 w 833593"/>
                <a:gd name="connsiteY5" fmla="*/ 629094 h 1913882"/>
                <a:gd name="connsiteX6" fmla="*/ 295490 w 833593"/>
                <a:gd name="connsiteY6" fmla="*/ 912396 h 1913882"/>
                <a:gd name="connsiteX7" fmla="*/ 295490 w 833593"/>
                <a:gd name="connsiteY7" fmla="*/ 1913882 h 1913882"/>
                <a:gd name="connsiteX8" fmla="*/ 134634 w 833593"/>
                <a:gd name="connsiteY8" fmla="*/ 1913882 h 1913882"/>
                <a:gd name="connsiteX9" fmla="*/ 134634 w 833593"/>
                <a:gd name="connsiteY9" fmla="*/ 912396 h 1913882"/>
                <a:gd name="connsiteX0" fmla="*/ 134634 w 833593"/>
                <a:gd name="connsiteY0" fmla="*/ 912396 h 1913882"/>
                <a:gd name="connsiteX1" fmla="*/ 54749 w 833593"/>
                <a:gd name="connsiteY1" fmla="*/ 604233 h 1913882"/>
                <a:gd name="connsiteX2" fmla="*/ 22224 w 833593"/>
                <a:gd name="connsiteY2" fmla="*/ 371546 h 1913882"/>
                <a:gd name="connsiteX3" fmla="*/ 135357 w 833593"/>
                <a:gd name="connsiteY3" fmla="*/ 80028 h 1913882"/>
                <a:gd name="connsiteX4" fmla="*/ 732479 w 833593"/>
                <a:gd name="connsiteY4" fmla="*/ 222879 h 1913882"/>
                <a:gd name="connsiteX5" fmla="*/ 633181 w 833593"/>
                <a:gd name="connsiteY5" fmla="*/ 629094 h 1913882"/>
                <a:gd name="connsiteX6" fmla="*/ 389221 w 833593"/>
                <a:gd name="connsiteY6" fmla="*/ 927139 h 1913882"/>
                <a:gd name="connsiteX7" fmla="*/ 295490 w 833593"/>
                <a:gd name="connsiteY7" fmla="*/ 1913882 h 1913882"/>
                <a:gd name="connsiteX8" fmla="*/ 134634 w 833593"/>
                <a:gd name="connsiteY8" fmla="*/ 1913882 h 1913882"/>
                <a:gd name="connsiteX9" fmla="*/ 134634 w 833593"/>
                <a:gd name="connsiteY9" fmla="*/ 912396 h 1913882"/>
                <a:gd name="connsiteX0" fmla="*/ 247268 w 833593"/>
                <a:gd name="connsiteY0" fmla="*/ 929061 h 1913882"/>
                <a:gd name="connsiteX1" fmla="*/ 54749 w 833593"/>
                <a:gd name="connsiteY1" fmla="*/ 604233 h 1913882"/>
                <a:gd name="connsiteX2" fmla="*/ 22224 w 833593"/>
                <a:gd name="connsiteY2" fmla="*/ 371546 h 1913882"/>
                <a:gd name="connsiteX3" fmla="*/ 135357 w 833593"/>
                <a:gd name="connsiteY3" fmla="*/ 80028 h 1913882"/>
                <a:gd name="connsiteX4" fmla="*/ 732479 w 833593"/>
                <a:gd name="connsiteY4" fmla="*/ 222879 h 1913882"/>
                <a:gd name="connsiteX5" fmla="*/ 633181 w 833593"/>
                <a:gd name="connsiteY5" fmla="*/ 629094 h 1913882"/>
                <a:gd name="connsiteX6" fmla="*/ 389221 w 833593"/>
                <a:gd name="connsiteY6" fmla="*/ 927139 h 1913882"/>
                <a:gd name="connsiteX7" fmla="*/ 295490 w 833593"/>
                <a:gd name="connsiteY7" fmla="*/ 1913882 h 1913882"/>
                <a:gd name="connsiteX8" fmla="*/ 134634 w 833593"/>
                <a:gd name="connsiteY8" fmla="*/ 1913882 h 1913882"/>
                <a:gd name="connsiteX9" fmla="*/ 247268 w 833593"/>
                <a:gd name="connsiteY9" fmla="*/ 929061 h 1913882"/>
                <a:gd name="connsiteX0" fmla="*/ 247268 w 833593"/>
                <a:gd name="connsiteY0" fmla="*/ 916865 h 1901686"/>
                <a:gd name="connsiteX1" fmla="*/ 54749 w 833593"/>
                <a:gd name="connsiteY1" fmla="*/ 592037 h 1901686"/>
                <a:gd name="connsiteX2" fmla="*/ 22224 w 833593"/>
                <a:gd name="connsiteY2" fmla="*/ 359350 h 1901686"/>
                <a:gd name="connsiteX3" fmla="*/ 292886 w 833593"/>
                <a:gd name="connsiteY3" fmla="*/ 83847 h 1901686"/>
                <a:gd name="connsiteX4" fmla="*/ 732479 w 833593"/>
                <a:gd name="connsiteY4" fmla="*/ 210683 h 1901686"/>
                <a:gd name="connsiteX5" fmla="*/ 633181 w 833593"/>
                <a:gd name="connsiteY5" fmla="*/ 616898 h 1901686"/>
                <a:gd name="connsiteX6" fmla="*/ 389221 w 833593"/>
                <a:gd name="connsiteY6" fmla="*/ 914943 h 1901686"/>
                <a:gd name="connsiteX7" fmla="*/ 295490 w 833593"/>
                <a:gd name="connsiteY7" fmla="*/ 1901686 h 1901686"/>
                <a:gd name="connsiteX8" fmla="*/ 134634 w 833593"/>
                <a:gd name="connsiteY8" fmla="*/ 1901686 h 1901686"/>
                <a:gd name="connsiteX9" fmla="*/ 247268 w 833593"/>
                <a:gd name="connsiteY9" fmla="*/ 916865 h 1901686"/>
                <a:gd name="connsiteX0" fmla="*/ 247268 w 833593"/>
                <a:gd name="connsiteY0" fmla="*/ 968486 h 1953307"/>
                <a:gd name="connsiteX1" fmla="*/ 54749 w 833593"/>
                <a:gd name="connsiteY1" fmla="*/ 643658 h 1953307"/>
                <a:gd name="connsiteX2" fmla="*/ 22224 w 833593"/>
                <a:gd name="connsiteY2" fmla="*/ 410971 h 1953307"/>
                <a:gd name="connsiteX3" fmla="*/ 520490 w 833593"/>
                <a:gd name="connsiteY3" fmla="*/ 69967 h 1953307"/>
                <a:gd name="connsiteX4" fmla="*/ 732479 w 833593"/>
                <a:gd name="connsiteY4" fmla="*/ 262304 h 1953307"/>
                <a:gd name="connsiteX5" fmla="*/ 633181 w 833593"/>
                <a:gd name="connsiteY5" fmla="*/ 668519 h 1953307"/>
                <a:gd name="connsiteX6" fmla="*/ 389221 w 833593"/>
                <a:gd name="connsiteY6" fmla="*/ 966564 h 1953307"/>
                <a:gd name="connsiteX7" fmla="*/ 295490 w 833593"/>
                <a:gd name="connsiteY7" fmla="*/ 1953307 h 1953307"/>
                <a:gd name="connsiteX8" fmla="*/ 134634 w 833593"/>
                <a:gd name="connsiteY8" fmla="*/ 1953307 h 1953307"/>
                <a:gd name="connsiteX9" fmla="*/ 247268 w 833593"/>
                <a:gd name="connsiteY9" fmla="*/ 968486 h 1953307"/>
                <a:gd name="connsiteX0" fmla="*/ 247268 w 833593"/>
                <a:gd name="connsiteY0" fmla="*/ 968486 h 1953307"/>
                <a:gd name="connsiteX1" fmla="*/ 54749 w 833593"/>
                <a:gd name="connsiteY1" fmla="*/ 643658 h 1953307"/>
                <a:gd name="connsiteX2" fmla="*/ 22224 w 833593"/>
                <a:gd name="connsiteY2" fmla="*/ 410971 h 1953307"/>
                <a:gd name="connsiteX3" fmla="*/ 520490 w 833593"/>
                <a:gd name="connsiteY3" fmla="*/ 69967 h 1953307"/>
                <a:gd name="connsiteX4" fmla="*/ 732479 w 833593"/>
                <a:gd name="connsiteY4" fmla="*/ 262304 h 1953307"/>
                <a:gd name="connsiteX5" fmla="*/ 633181 w 833593"/>
                <a:gd name="connsiteY5" fmla="*/ 668519 h 1953307"/>
                <a:gd name="connsiteX6" fmla="*/ 389221 w 833593"/>
                <a:gd name="connsiteY6" fmla="*/ 966564 h 1953307"/>
                <a:gd name="connsiteX7" fmla="*/ 295490 w 833593"/>
                <a:gd name="connsiteY7" fmla="*/ 1953307 h 1953307"/>
                <a:gd name="connsiteX8" fmla="*/ 134634 w 833593"/>
                <a:gd name="connsiteY8" fmla="*/ 1953307 h 1953307"/>
                <a:gd name="connsiteX9" fmla="*/ 247268 w 833593"/>
                <a:gd name="connsiteY9" fmla="*/ 968486 h 1953307"/>
                <a:gd name="connsiteX0" fmla="*/ 202193 w 788518"/>
                <a:gd name="connsiteY0" fmla="*/ 968486 h 1953307"/>
                <a:gd name="connsiteX1" fmla="*/ 9674 w 788518"/>
                <a:gd name="connsiteY1" fmla="*/ 643658 h 1953307"/>
                <a:gd name="connsiteX2" fmla="*/ 156714 w 788518"/>
                <a:gd name="connsiteY2" fmla="*/ 366657 h 1953307"/>
                <a:gd name="connsiteX3" fmla="*/ 475415 w 788518"/>
                <a:gd name="connsiteY3" fmla="*/ 69967 h 1953307"/>
                <a:gd name="connsiteX4" fmla="*/ 687404 w 788518"/>
                <a:gd name="connsiteY4" fmla="*/ 262304 h 1953307"/>
                <a:gd name="connsiteX5" fmla="*/ 588106 w 788518"/>
                <a:gd name="connsiteY5" fmla="*/ 668519 h 1953307"/>
                <a:gd name="connsiteX6" fmla="*/ 344146 w 788518"/>
                <a:gd name="connsiteY6" fmla="*/ 966564 h 1953307"/>
                <a:gd name="connsiteX7" fmla="*/ 250415 w 788518"/>
                <a:gd name="connsiteY7" fmla="*/ 1953307 h 1953307"/>
                <a:gd name="connsiteX8" fmla="*/ 89559 w 788518"/>
                <a:gd name="connsiteY8" fmla="*/ 1953307 h 1953307"/>
                <a:gd name="connsiteX9" fmla="*/ 202193 w 788518"/>
                <a:gd name="connsiteY9" fmla="*/ 968486 h 1953307"/>
                <a:gd name="connsiteX0" fmla="*/ 202193 w 788518"/>
                <a:gd name="connsiteY0" fmla="*/ 968486 h 1953307"/>
                <a:gd name="connsiteX1" fmla="*/ 9674 w 788518"/>
                <a:gd name="connsiteY1" fmla="*/ 643658 h 1953307"/>
                <a:gd name="connsiteX2" fmla="*/ 156714 w 788518"/>
                <a:gd name="connsiteY2" fmla="*/ 366657 h 1953307"/>
                <a:gd name="connsiteX3" fmla="*/ 475415 w 788518"/>
                <a:gd name="connsiteY3" fmla="*/ 69967 h 1953307"/>
                <a:gd name="connsiteX4" fmla="*/ 687404 w 788518"/>
                <a:gd name="connsiteY4" fmla="*/ 262304 h 1953307"/>
                <a:gd name="connsiteX5" fmla="*/ 588106 w 788518"/>
                <a:gd name="connsiteY5" fmla="*/ 668519 h 1953307"/>
                <a:gd name="connsiteX6" fmla="*/ 344146 w 788518"/>
                <a:gd name="connsiteY6" fmla="*/ 966564 h 1953307"/>
                <a:gd name="connsiteX7" fmla="*/ 250415 w 788518"/>
                <a:gd name="connsiteY7" fmla="*/ 1953307 h 1953307"/>
                <a:gd name="connsiteX8" fmla="*/ 89559 w 788518"/>
                <a:gd name="connsiteY8" fmla="*/ 1953307 h 1953307"/>
                <a:gd name="connsiteX9" fmla="*/ 202193 w 788518"/>
                <a:gd name="connsiteY9" fmla="*/ 968486 h 1953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8518" h="1953307">
                  <a:moveTo>
                    <a:pt x="202193" y="968486"/>
                  </a:moveTo>
                  <a:cubicBezTo>
                    <a:pt x="4931" y="868244"/>
                    <a:pt x="-18178" y="647132"/>
                    <a:pt x="9674" y="643658"/>
                  </a:cubicBezTo>
                  <a:cubicBezTo>
                    <a:pt x="17098" y="564821"/>
                    <a:pt x="-26214" y="406590"/>
                    <a:pt x="156714" y="366657"/>
                  </a:cubicBezTo>
                  <a:cubicBezTo>
                    <a:pt x="125090" y="232157"/>
                    <a:pt x="177554" y="-49512"/>
                    <a:pt x="475415" y="69967"/>
                  </a:cubicBezTo>
                  <a:cubicBezTo>
                    <a:pt x="527755" y="-113672"/>
                    <a:pt x="723053" y="104508"/>
                    <a:pt x="687404" y="262304"/>
                  </a:cubicBezTo>
                  <a:cubicBezTo>
                    <a:pt x="965319" y="369857"/>
                    <a:pt x="581501" y="619954"/>
                    <a:pt x="588106" y="668519"/>
                  </a:cubicBezTo>
                  <a:cubicBezTo>
                    <a:pt x="611054" y="911758"/>
                    <a:pt x="418641" y="869997"/>
                    <a:pt x="344146" y="966564"/>
                  </a:cubicBezTo>
                  <a:lnTo>
                    <a:pt x="250415" y="1953307"/>
                  </a:lnTo>
                  <a:lnTo>
                    <a:pt x="89559" y="1953307"/>
                  </a:lnTo>
                  <a:lnTo>
                    <a:pt x="202193" y="968486"/>
                  </a:lnTo>
                  <a:close/>
                </a:path>
              </a:pathLst>
            </a:custGeom>
            <a:solidFill>
              <a:srgbClr val="6D9E43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14B7E711-E2DE-B367-AB89-A41FBDD179EC}"/>
                </a:ext>
              </a:extLst>
            </p:cNvPr>
            <p:cNvGrpSpPr/>
            <p:nvPr/>
          </p:nvGrpSpPr>
          <p:grpSpPr>
            <a:xfrm>
              <a:off x="4704447" y="2840155"/>
              <a:ext cx="1364334" cy="4116495"/>
              <a:chOff x="4704447" y="2840155"/>
              <a:chExt cx="1364334" cy="4116495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860DEF2C-662A-3EB0-2615-22DF0DDFF8BD}"/>
                  </a:ext>
                </a:extLst>
              </p:cNvPr>
              <p:cNvSpPr/>
              <p:nvPr/>
            </p:nvSpPr>
            <p:spPr>
              <a:xfrm>
                <a:off x="4704447" y="2840155"/>
                <a:ext cx="1364334" cy="4116495"/>
              </a:xfrm>
              <a:custGeom>
                <a:avLst/>
                <a:gdLst>
                  <a:gd name="connsiteX0" fmla="*/ 0 w 783771"/>
                  <a:gd name="connsiteY0" fmla="*/ 0 h 740229"/>
                  <a:gd name="connsiteX1" fmla="*/ 783771 w 783771"/>
                  <a:gd name="connsiteY1" fmla="*/ 0 h 740229"/>
                  <a:gd name="connsiteX2" fmla="*/ 783771 w 783771"/>
                  <a:gd name="connsiteY2" fmla="*/ 740229 h 740229"/>
                  <a:gd name="connsiteX3" fmla="*/ 0 w 783771"/>
                  <a:gd name="connsiteY3" fmla="*/ 740229 h 740229"/>
                  <a:gd name="connsiteX4" fmla="*/ 0 w 783771"/>
                  <a:gd name="connsiteY4" fmla="*/ 0 h 740229"/>
                  <a:gd name="connsiteX0" fmla="*/ 551542 w 783771"/>
                  <a:gd name="connsiteY0" fmla="*/ 0 h 1117600"/>
                  <a:gd name="connsiteX1" fmla="*/ 783771 w 783771"/>
                  <a:gd name="connsiteY1" fmla="*/ 377371 h 1117600"/>
                  <a:gd name="connsiteX2" fmla="*/ 783771 w 783771"/>
                  <a:gd name="connsiteY2" fmla="*/ 1117600 h 1117600"/>
                  <a:gd name="connsiteX3" fmla="*/ 0 w 783771"/>
                  <a:gd name="connsiteY3" fmla="*/ 1117600 h 1117600"/>
                  <a:gd name="connsiteX4" fmla="*/ 551542 w 783771"/>
                  <a:gd name="connsiteY4" fmla="*/ 0 h 1117600"/>
                  <a:gd name="connsiteX0" fmla="*/ 551542 w 783771"/>
                  <a:gd name="connsiteY0" fmla="*/ 0 h 4107543"/>
                  <a:gd name="connsiteX1" fmla="*/ 783771 w 783771"/>
                  <a:gd name="connsiteY1" fmla="*/ 377371 h 4107543"/>
                  <a:gd name="connsiteX2" fmla="*/ 420914 w 783771"/>
                  <a:gd name="connsiteY2" fmla="*/ 4107543 h 4107543"/>
                  <a:gd name="connsiteX3" fmla="*/ 0 w 783771"/>
                  <a:gd name="connsiteY3" fmla="*/ 1117600 h 4107543"/>
                  <a:gd name="connsiteX4" fmla="*/ 551542 w 783771"/>
                  <a:gd name="connsiteY4" fmla="*/ 0 h 4107543"/>
                  <a:gd name="connsiteX0" fmla="*/ 0 w 812801"/>
                  <a:gd name="connsiteY0" fmla="*/ 0 h 4005943"/>
                  <a:gd name="connsiteX1" fmla="*/ 812801 w 812801"/>
                  <a:gd name="connsiteY1" fmla="*/ 275771 h 4005943"/>
                  <a:gd name="connsiteX2" fmla="*/ 449944 w 812801"/>
                  <a:gd name="connsiteY2" fmla="*/ 4005943 h 4005943"/>
                  <a:gd name="connsiteX3" fmla="*/ 29030 w 812801"/>
                  <a:gd name="connsiteY3" fmla="*/ 1016000 h 4005943"/>
                  <a:gd name="connsiteX4" fmla="*/ 0 w 812801"/>
                  <a:gd name="connsiteY4" fmla="*/ 0 h 4005943"/>
                  <a:gd name="connsiteX0" fmla="*/ 0 w 1030515"/>
                  <a:gd name="connsiteY0" fmla="*/ 29029 h 4034972"/>
                  <a:gd name="connsiteX1" fmla="*/ 1030515 w 1030515"/>
                  <a:gd name="connsiteY1" fmla="*/ 0 h 4034972"/>
                  <a:gd name="connsiteX2" fmla="*/ 449944 w 1030515"/>
                  <a:gd name="connsiteY2" fmla="*/ 4034972 h 4034972"/>
                  <a:gd name="connsiteX3" fmla="*/ 29030 w 1030515"/>
                  <a:gd name="connsiteY3" fmla="*/ 1045029 h 4034972"/>
                  <a:gd name="connsiteX4" fmla="*/ 0 w 1030515"/>
                  <a:gd name="connsiteY4" fmla="*/ 29029 h 4034972"/>
                  <a:gd name="connsiteX0" fmla="*/ 0 w 1030515"/>
                  <a:gd name="connsiteY0" fmla="*/ 29029 h 4034972"/>
                  <a:gd name="connsiteX1" fmla="*/ 1030515 w 1030515"/>
                  <a:gd name="connsiteY1" fmla="*/ 0 h 4034972"/>
                  <a:gd name="connsiteX2" fmla="*/ 449944 w 1030515"/>
                  <a:gd name="connsiteY2" fmla="*/ 4034972 h 4034972"/>
                  <a:gd name="connsiteX3" fmla="*/ 0 w 1030515"/>
                  <a:gd name="connsiteY3" fmla="*/ 29029 h 4034972"/>
                  <a:gd name="connsiteX0" fmla="*/ 187783 w 1218298"/>
                  <a:gd name="connsiteY0" fmla="*/ 29029 h 4034972"/>
                  <a:gd name="connsiteX1" fmla="*/ 1218298 w 1218298"/>
                  <a:gd name="connsiteY1" fmla="*/ 0 h 4034972"/>
                  <a:gd name="connsiteX2" fmla="*/ 637727 w 1218298"/>
                  <a:gd name="connsiteY2" fmla="*/ 4034972 h 4034972"/>
                  <a:gd name="connsiteX3" fmla="*/ 187783 w 1218298"/>
                  <a:gd name="connsiteY3" fmla="*/ 29029 h 4034972"/>
                  <a:gd name="connsiteX0" fmla="*/ 187783 w 1218298"/>
                  <a:gd name="connsiteY0" fmla="*/ 29029 h 4036031"/>
                  <a:gd name="connsiteX1" fmla="*/ 1218298 w 1218298"/>
                  <a:gd name="connsiteY1" fmla="*/ 0 h 4036031"/>
                  <a:gd name="connsiteX2" fmla="*/ 637727 w 1218298"/>
                  <a:gd name="connsiteY2" fmla="*/ 4034972 h 4036031"/>
                  <a:gd name="connsiteX3" fmla="*/ 187783 w 1218298"/>
                  <a:gd name="connsiteY3" fmla="*/ 29029 h 4036031"/>
                  <a:gd name="connsiteX0" fmla="*/ 202038 w 1232553"/>
                  <a:gd name="connsiteY0" fmla="*/ 29029 h 4036031"/>
                  <a:gd name="connsiteX1" fmla="*/ 1232553 w 1232553"/>
                  <a:gd name="connsiteY1" fmla="*/ 0 h 4036031"/>
                  <a:gd name="connsiteX2" fmla="*/ 651982 w 1232553"/>
                  <a:gd name="connsiteY2" fmla="*/ 4034972 h 4036031"/>
                  <a:gd name="connsiteX3" fmla="*/ 202038 w 1232553"/>
                  <a:gd name="connsiteY3" fmla="*/ 29029 h 4036031"/>
                  <a:gd name="connsiteX0" fmla="*/ 93001 w 1123516"/>
                  <a:gd name="connsiteY0" fmla="*/ 29029 h 4053792"/>
                  <a:gd name="connsiteX1" fmla="*/ 1123516 w 1123516"/>
                  <a:gd name="connsiteY1" fmla="*/ 0 h 4053792"/>
                  <a:gd name="connsiteX2" fmla="*/ 542945 w 1123516"/>
                  <a:gd name="connsiteY2" fmla="*/ 4034972 h 4053792"/>
                  <a:gd name="connsiteX3" fmla="*/ 151061 w 1123516"/>
                  <a:gd name="connsiteY3" fmla="*/ 1451429 h 4053792"/>
                  <a:gd name="connsiteX4" fmla="*/ 93001 w 1123516"/>
                  <a:gd name="connsiteY4" fmla="*/ 29029 h 4053792"/>
                  <a:gd name="connsiteX0" fmla="*/ 93001 w 1274666"/>
                  <a:gd name="connsiteY0" fmla="*/ 29029 h 4053792"/>
                  <a:gd name="connsiteX1" fmla="*/ 1123516 w 1274666"/>
                  <a:gd name="connsiteY1" fmla="*/ 0 h 4053792"/>
                  <a:gd name="connsiteX2" fmla="*/ 1225117 w 1274666"/>
                  <a:gd name="connsiteY2" fmla="*/ 1349828 h 4053792"/>
                  <a:gd name="connsiteX3" fmla="*/ 542945 w 1274666"/>
                  <a:gd name="connsiteY3" fmla="*/ 4034972 h 4053792"/>
                  <a:gd name="connsiteX4" fmla="*/ 151061 w 1274666"/>
                  <a:gd name="connsiteY4" fmla="*/ 1451429 h 4053792"/>
                  <a:gd name="connsiteX5" fmla="*/ 93001 w 1274666"/>
                  <a:gd name="connsiteY5" fmla="*/ 29029 h 4053792"/>
                  <a:gd name="connsiteX0" fmla="*/ 93001 w 1299828"/>
                  <a:gd name="connsiteY0" fmla="*/ 29029 h 4053792"/>
                  <a:gd name="connsiteX1" fmla="*/ 1123516 w 1299828"/>
                  <a:gd name="connsiteY1" fmla="*/ 0 h 4053792"/>
                  <a:gd name="connsiteX2" fmla="*/ 1225117 w 1299828"/>
                  <a:gd name="connsiteY2" fmla="*/ 1349828 h 4053792"/>
                  <a:gd name="connsiteX3" fmla="*/ 542945 w 1299828"/>
                  <a:gd name="connsiteY3" fmla="*/ 4034972 h 4053792"/>
                  <a:gd name="connsiteX4" fmla="*/ 151061 w 1299828"/>
                  <a:gd name="connsiteY4" fmla="*/ 1451429 h 4053792"/>
                  <a:gd name="connsiteX5" fmla="*/ 93001 w 1299828"/>
                  <a:gd name="connsiteY5" fmla="*/ 29029 h 4053792"/>
                  <a:gd name="connsiteX0" fmla="*/ 93001 w 1299828"/>
                  <a:gd name="connsiteY0" fmla="*/ 65169 h 4089932"/>
                  <a:gd name="connsiteX1" fmla="*/ 1123516 w 1299828"/>
                  <a:gd name="connsiteY1" fmla="*/ 36140 h 4089932"/>
                  <a:gd name="connsiteX2" fmla="*/ 1225117 w 1299828"/>
                  <a:gd name="connsiteY2" fmla="*/ 1385968 h 4089932"/>
                  <a:gd name="connsiteX3" fmla="*/ 542945 w 1299828"/>
                  <a:gd name="connsiteY3" fmla="*/ 4071112 h 4089932"/>
                  <a:gd name="connsiteX4" fmla="*/ 151061 w 1299828"/>
                  <a:gd name="connsiteY4" fmla="*/ 1487569 h 4089932"/>
                  <a:gd name="connsiteX5" fmla="*/ 93001 w 1299828"/>
                  <a:gd name="connsiteY5" fmla="*/ 65169 h 4089932"/>
                  <a:gd name="connsiteX0" fmla="*/ 157507 w 1364334"/>
                  <a:gd name="connsiteY0" fmla="*/ 65169 h 4089932"/>
                  <a:gd name="connsiteX1" fmla="*/ 1188022 w 1364334"/>
                  <a:gd name="connsiteY1" fmla="*/ 36140 h 4089932"/>
                  <a:gd name="connsiteX2" fmla="*/ 1289623 w 1364334"/>
                  <a:gd name="connsiteY2" fmla="*/ 1385968 h 4089932"/>
                  <a:gd name="connsiteX3" fmla="*/ 607451 w 1364334"/>
                  <a:gd name="connsiteY3" fmla="*/ 4071112 h 4089932"/>
                  <a:gd name="connsiteX4" fmla="*/ 215567 w 1364334"/>
                  <a:gd name="connsiteY4" fmla="*/ 1487569 h 4089932"/>
                  <a:gd name="connsiteX5" fmla="*/ 157507 w 1364334"/>
                  <a:gd name="connsiteY5" fmla="*/ 65169 h 4089932"/>
                  <a:gd name="connsiteX0" fmla="*/ 157507 w 1364334"/>
                  <a:gd name="connsiteY0" fmla="*/ 65169 h 4089932"/>
                  <a:gd name="connsiteX1" fmla="*/ 1188022 w 1364334"/>
                  <a:gd name="connsiteY1" fmla="*/ 36140 h 4089932"/>
                  <a:gd name="connsiteX2" fmla="*/ 1289623 w 1364334"/>
                  <a:gd name="connsiteY2" fmla="*/ 1385968 h 4089932"/>
                  <a:gd name="connsiteX3" fmla="*/ 607451 w 1364334"/>
                  <a:gd name="connsiteY3" fmla="*/ 4071112 h 4089932"/>
                  <a:gd name="connsiteX4" fmla="*/ 215567 w 1364334"/>
                  <a:gd name="connsiteY4" fmla="*/ 1487569 h 4089932"/>
                  <a:gd name="connsiteX5" fmla="*/ 157507 w 1364334"/>
                  <a:gd name="connsiteY5" fmla="*/ 65169 h 4089932"/>
                  <a:gd name="connsiteX0" fmla="*/ 157507 w 1364334"/>
                  <a:gd name="connsiteY0" fmla="*/ 80513 h 4105276"/>
                  <a:gd name="connsiteX1" fmla="*/ 1188022 w 1364334"/>
                  <a:gd name="connsiteY1" fmla="*/ 51484 h 4105276"/>
                  <a:gd name="connsiteX2" fmla="*/ 1289623 w 1364334"/>
                  <a:gd name="connsiteY2" fmla="*/ 1401312 h 4105276"/>
                  <a:gd name="connsiteX3" fmla="*/ 607451 w 1364334"/>
                  <a:gd name="connsiteY3" fmla="*/ 4086456 h 4105276"/>
                  <a:gd name="connsiteX4" fmla="*/ 215567 w 1364334"/>
                  <a:gd name="connsiteY4" fmla="*/ 1502913 h 4105276"/>
                  <a:gd name="connsiteX5" fmla="*/ 157507 w 1364334"/>
                  <a:gd name="connsiteY5" fmla="*/ 80513 h 4105276"/>
                  <a:gd name="connsiteX0" fmla="*/ 157507 w 1364334"/>
                  <a:gd name="connsiteY0" fmla="*/ 87749 h 4112512"/>
                  <a:gd name="connsiteX1" fmla="*/ 1188022 w 1364334"/>
                  <a:gd name="connsiteY1" fmla="*/ 58720 h 4112512"/>
                  <a:gd name="connsiteX2" fmla="*/ 1289623 w 1364334"/>
                  <a:gd name="connsiteY2" fmla="*/ 1408548 h 4112512"/>
                  <a:gd name="connsiteX3" fmla="*/ 607451 w 1364334"/>
                  <a:gd name="connsiteY3" fmla="*/ 4093692 h 4112512"/>
                  <a:gd name="connsiteX4" fmla="*/ 215567 w 1364334"/>
                  <a:gd name="connsiteY4" fmla="*/ 1510149 h 4112512"/>
                  <a:gd name="connsiteX5" fmla="*/ 157507 w 1364334"/>
                  <a:gd name="connsiteY5" fmla="*/ 87749 h 4112512"/>
                  <a:gd name="connsiteX0" fmla="*/ 157507 w 1364334"/>
                  <a:gd name="connsiteY0" fmla="*/ 91732 h 4116495"/>
                  <a:gd name="connsiteX1" fmla="*/ 1188022 w 1364334"/>
                  <a:gd name="connsiteY1" fmla="*/ 62703 h 4116495"/>
                  <a:gd name="connsiteX2" fmla="*/ 1289623 w 1364334"/>
                  <a:gd name="connsiteY2" fmla="*/ 1412531 h 4116495"/>
                  <a:gd name="connsiteX3" fmla="*/ 607451 w 1364334"/>
                  <a:gd name="connsiteY3" fmla="*/ 4097675 h 4116495"/>
                  <a:gd name="connsiteX4" fmla="*/ 215567 w 1364334"/>
                  <a:gd name="connsiteY4" fmla="*/ 1514132 h 4116495"/>
                  <a:gd name="connsiteX5" fmla="*/ 157507 w 1364334"/>
                  <a:gd name="connsiteY5" fmla="*/ 91732 h 41164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64334" h="4116495">
                    <a:moveTo>
                      <a:pt x="157507" y="91732"/>
                    </a:moveTo>
                    <a:cubicBezTo>
                      <a:pt x="300987" y="-8431"/>
                      <a:pt x="862886" y="-38746"/>
                      <a:pt x="1188022" y="62703"/>
                    </a:cubicBezTo>
                    <a:cubicBezTo>
                      <a:pt x="1422669" y="152207"/>
                      <a:pt x="1386385" y="740036"/>
                      <a:pt x="1289623" y="1412531"/>
                    </a:cubicBezTo>
                    <a:cubicBezTo>
                      <a:pt x="1018690" y="2476912"/>
                      <a:pt x="745337" y="4080742"/>
                      <a:pt x="607451" y="4097675"/>
                    </a:cubicBezTo>
                    <a:cubicBezTo>
                      <a:pt x="401832" y="4339580"/>
                      <a:pt x="290558" y="2181789"/>
                      <a:pt x="215567" y="1514132"/>
                    </a:cubicBezTo>
                    <a:cubicBezTo>
                      <a:pt x="140576" y="846475"/>
                      <a:pt x="-193255" y="377180"/>
                      <a:pt x="157507" y="91732"/>
                    </a:cubicBezTo>
                    <a:close/>
                  </a:path>
                </a:pathLst>
              </a:custGeom>
              <a:solidFill>
                <a:srgbClr val="FECE86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1AC39587-2C05-6046-CB67-ABFFDE2774DF}"/>
                  </a:ext>
                </a:extLst>
              </p:cNvPr>
              <p:cNvSpPr/>
              <p:nvPr/>
            </p:nvSpPr>
            <p:spPr>
              <a:xfrm>
                <a:off x="5029200" y="3128380"/>
                <a:ext cx="1009650" cy="129169"/>
              </a:xfrm>
              <a:custGeom>
                <a:avLst/>
                <a:gdLst>
                  <a:gd name="connsiteX0" fmla="*/ 1009650 w 1009650"/>
                  <a:gd name="connsiteY0" fmla="*/ 76200 h 76200"/>
                  <a:gd name="connsiteX1" fmla="*/ 0 w 1009650"/>
                  <a:gd name="connsiteY1" fmla="*/ 0 h 76200"/>
                  <a:gd name="connsiteX2" fmla="*/ 0 w 1009650"/>
                  <a:gd name="connsiteY2" fmla="*/ 0 h 76200"/>
                  <a:gd name="connsiteX0" fmla="*/ 1009650 w 1009650"/>
                  <a:gd name="connsiteY0" fmla="*/ 117433 h 117433"/>
                  <a:gd name="connsiteX1" fmla="*/ 0 w 1009650"/>
                  <a:gd name="connsiteY1" fmla="*/ 41233 h 117433"/>
                  <a:gd name="connsiteX2" fmla="*/ 0 w 1009650"/>
                  <a:gd name="connsiteY2" fmla="*/ 41233 h 117433"/>
                  <a:gd name="connsiteX0" fmla="*/ 1009650 w 1009650"/>
                  <a:gd name="connsiteY0" fmla="*/ 129169 h 129169"/>
                  <a:gd name="connsiteX1" fmla="*/ 0 w 1009650"/>
                  <a:gd name="connsiteY1" fmla="*/ 52969 h 129169"/>
                  <a:gd name="connsiteX2" fmla="*/ 0 w 1009650"/>
                  <a:gd name="connsiteY2" fmla="*/ 52969 h 129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9650" h="129169">
                    <a:moveTo>
                      <a:pt x="1009650" y="129169"/>
                    </a:moveTo>
                    <a:cubicBezTo>
                      <a:pt x="768350" y="37094"/>
                      <a:pt x="565150" y="-64506"/>
                      <a:pt x="0" y="52969"/>
                    </a:cubicBezTo>
                    <a:lnTo>
                      <a:pt x="0" y="52969"/>
                    </a:lnTo>
                  </a:path>
                </a:pathLst>
              </a:cu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399699BE-6F80-A1D7-2CB3-AD9AC092DFBF}"/>
                  </a:ext>
                </a:extLst>
              </p:cNvPr>
              <p:cNvSpPr/>
              <p:nvPr/>
            </p:nvSpPr>
            <p:spPr>
              <a:xfrm>
                <a:off x="5562600" y="3657443"/>
                <a:ext cx="462562" cy="95783"/>
              </a:xfrm>
              <a:custGeom>
                <a:avLst/>
                <a:gdLst>
                  <a:gd name="connsiteX0" fmla="*/ 1009650 w 1009650"/>
                  <a:gd name="connsiteY0" fmla="*/ 76200 h 76200"/>
                  <a:gd name="connsiteX1" fmla="*/ 0 w 1009650"/>
                  <a:gd name="connsiteY1" fmla="*/ 0 h 76200"/>
                  <a:gd name="connsiteX2" fmla="*/ 0 w 1009650"/>
                  <a:gd name="connsiteY2" fmla="*/ 0 h 76200"/>
                  <a:gd name="connsiteX0" fmla="*/ 1009650 w 1009650"/>
                  <a:gd name="connsiteY0" fmla="*/ 117433 h 117433"/>
                  <a:gd name="connsiteX1" fmla="*/ 0 w 1009650"/>
                  <a:gd name="connsiteY1" fmla="*/ 41233 h 117433"/>
                  <a:gd name="connsiteX2" fmla="*/ 0 w 1009650"/>
                  <a:gd name="connsiteY2" fmla="*/ 41233 h 117433"/>
                  <a:gd name="connsiteX0" fmla="*/ 1009650 w 1009650"/>
                  <a:gd name="connsiteY0" fmla="*/ 129169 h 129169"/>
                  <a:gd name="connsiteX1" fmla="*/ 0 w 1009650"/>
                  <a:gd name="connsiteY1" fmla="*/ 52969 h 129169"/>
                  <a:gd name="connsiteX2" fmla="*/ 0 w 1009650"/>
                  <a:gd name="connsiteY2" fmla="*/ 52969 h 129169"/>
                  <a:gd name="connsiteX0" fmla="*/ 1009650 w 1009650"/>
                  <a:gd name="connsiteY0" fmla="*/ 129169 h 129169"/>
                  <a:gd name="connsiteX1" fmla="*/ 0 w 1009650"/>
                  <a:gd name="connsiteY1" fmla="*/ 52969 h 129169"/>
                  <a:gd name="connsiteX2" fmla="*/ 62372 w 1009650"/>
                  <a:gd name="connsiteY2" fmla="*/ 52969 h 129169"/>
                  <a:gd name="connsiteX0" fmla="*/ 1009650 w 1009650"/>
                  <a:gd name="connsiteY0" fmla="*/ 117434 h 117434"/>
                  <a:gd name="connsiteX1" fmla="*/ 0 w 1009650"/>
                  <a:gd name="connsiteY1" fmla="*/ 41234 h 117434"/>
                  <a:gd name="connsiteX2" fmla="*/ 62372 w 1009650"/>
                  <a:gd name="connsiteY2" fmla="*/ 41234 h 117434"/>
                  <a:gd name="connsiteX0" fmla="*/ 1009650 w 1009650"/>
                  <a:gd name="connsiteY0" fmla="*/ 117434 h 117434"/>
                  <a:gd name="connsiteX1" fmla="*/ 0 w 1009650"/>
                  <a:gd name="connsiteY1" fmla="*/ 41234 h 117434"/>
                  <a:gd name="connsiteX0" fmla="*/ 1009650 w 1009650"/>
                  <a:gd name="connsiteY0" fmla="*/ 95783 h 95783"/>
                  <a:gd name="connsiteX1" fmla="*/ 0 w 1009650"/>
                  <a:gd name="connsiteY1" fmla="*/ 19583 h 957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9650" h="95783">
                    <a:moveTo>
                      <a:pt x="1009650" y="95783"/>
                    </a:moveTo>
                    <a:cubicBezTo>
                      <a:pt x="903491" y="70383"/>
                      <a:pt x="455999" y="-45504"/>
                      <a:pt x="0" y="19583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43A5C97E-9DE6-EA37-3D99-D6CCD8744635}"/>
                  </a:ext>
                </a:extLst>
              </p:cNvPr>
              <p:cNvSpPr/>
              <p:nvPr/>
            </p:nvSpPr>
            <p:spPr>
              <a:xfrm rot="20889586">
                <a:off x="5214938" y="3794070"/>
                <a:ext cx="462562" cy="95783"/>
              </a:xfrm>
              <a:custGeom>
                <a:avLst/>
                <a:gdLst>
                  <a:gd name="connsiteX0" fmla="*/ 1009650 w 1009650"/>
                  <a:gd name="connsiteY0" fmla="*/ 76200 h 76200"/>
                  <a:gd name="connsiteX1" fmla="*/ 0 w 1009650"/>
                  <a:gd name="connsiteY1" fmla="*/ 0 h 76200"/>
                  <a:gd name="connsiteX2" fmla="*/ 0 w 1009650"/>
                  <a:gd name="connsiteY2" fmla="*/ 0 h 76200"/>
                  <a:gd name="connsiteX0" fmla="*/ 1009650 w 1009650"/>
                  <a:gd name="connsiteY0" fmla="*/ 117433 h 117433"/>
                  <a:gd name="connsiteX1" fmla="*/ 0 w 1009650"/>
                  <a:gd name="connsiteY1" fmla="*/ 41233 h 117433"/>
                  <a:gd name="connsiteX2" fmla="*/ 0 w 1009650"/>
                  <a:gd name="connsiteY2" fmla="*/ 41233 h 117433"/>
                  <a:gd name="connsiteX0" fmla="*/ 1009650 w 1009650"/>
                  <a:gd name="connsiteY0" fmla="*/ 129169 h 129169"/>
                  <a:gd name="connsiteX1" fmla="*/ 0 w 1009650"/>
                  <a:gd name="connsiteY1" fmla="*/ 52969 h 129169"/>
                  <a:gd name="connsiteX2" fmla="*/ 0 w 1009650"/>
                  <a:gd name="connsiteY2" fmla="*/ 52969 h 129169"/>
                  <a:gd name="connsiteX0" fmla="*/ 1009650 w 1009650"/>
                  <a:gd name="connsiteY0" fmla="*/ 129169 h 129169"/>
                  <a:gd name="connsiteX1" fmla="*/ 0 w 1009650"/>
                  <a:gd name="connsiteY1" fmla="*/ 52969 h 129169"/>
                  <a:gd name="connsiteX2" fmla="*/ 62372 w 1009650"/>
                  <a:gd name="connsiteY2" fmla="*/ 52969 h 129169"/>
                  <a:gd name="connsiteX0" fmla="*/ 1009650 w 1009650"/>
                  <a:gd name="connsiteY0" fmla="*/ 117434 h 117434"/>
                  <a:gd name="connsiteX1" fmla="*/ 0 w 1009650"/>
                  <a:gd name="connsiteY1" fmla="*/ 41234 h 117434"/>
                  <a:gd name="connsiteX2" fmla="*/ 62372 w 1009650"/>
                  <a:gd name="connsiteY2" fmla="*/ 41234 h 117434"/>
                  <a:gd name="connsiteX0" fmla="*/ 1009650 w 1009650"/>
                  <a:gd name="connsiteY0" fmla="*/ 117434 h 117434"/>
                  <a:gd name="connsiteX1" fmla="*/ 0 w 1009650"/>
                  <a:gd name="connsiteY1" fmla="*/ 41234 h 117434"/>
                  <a:gd name="connsiteX0" fmla="*/ 1009650 w 1009650"/>
                  <a:gd name="connsiteY0" fmla="*/ 95783 h 95783"/>
                  <a:gd name="connsiteX1" fmla="*/ 0 w 1009650"/>
                  <a:gd name="connsiteY1" fmla="*/ 19583 h 957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9650" h="95783">
                    <a:moveTo>
                      <a:pt x="1009650" y="95783"/>
                    </a:moveTo>
                    <a:cubicBezTo>
                      <a:pt x="903491" y="70383"/>
                      <a:pt x="455999" y="-45504"/>
                      <a:pt x="0" y="19583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91E0CBD6-6C34-37EB-5431-535F9910AC2A}"/>
                  </a:ext>
                </a:extLst>
              </p:cNvPr>
              <p:cNvSpPr/>
              <p:nvPr/>
            </p:nvSpPr>
            <p:spPr>
              <a:xfrm>
                <a:off x="4729433" y="3561660"/>
                <a:ext cx="397398" cy="48315"/>
              </a:xfrm>
              <a:custGeom>
                <a:avLst/>
                <a:gdLst>
                  <a:gd name="connsiteX0" fmla="*/ 1009650 w 1009650"/>
                  <a:gd name="connsiteY0" fmla="*/ 76200 h 76200"/>
                  <a:gd name="connsiteX1" fmla="*/ 0 w 1009650"/>
                  <a:gd name="connsiteY1" fmla="*/ 0 h 76200"/>
                  <a:gd name="connsiteX2" fmla="*/ 0 w 1009650"/>
                  <a:gd name="connsiteY2" fmla="*/ 0 h 76200"/>
                  <a:gd name="connsiteX0" fmla="*/ 1009650 w 1009650"/>
                  <a:gd name="connsiteY0" fmla="*/ 117433 h 117433"/>
                  <a:gd name="connsiteX1" fmla="*/ 0 w 1009650"/>
                  <a:gd name="connsiteY1" fmla="*/ 41233 h 117433"/>
                  <a:gd name="connsiteX2" fmla="*/ 0 w 1009650"/>
                  <a:gd name="connsiteY2" fmla="*/ 41233 h 117433"/>
                  <a:gd name="connsiteX0" fmla="*/ 1009650 w 1009650"/>
                  <a:gd name="connsiteY0" fmla="*/ 129169 h 129169"/>
                  <a:gd name="connsiteX1" fmla="*/ 0 w 1009650"/>
                  <a:gd name="connsiteY1" fmla="*/ 52969 h 129169"/>
                  <a:gd name="connsiteX2" fmla="*/ 0 w 1009650"/>
                  <a:gd name="connsiteY2" fmla="*/ 52969 h 129169"/>
                  <a:gd name="connsiteX0" fmla="*/ 1009650 w 1009650"/>
                  <a:gd name="connsiteY0" fmla="*/ 129169 h 129169"/>
                  <a:gd name="connsiteX1" fmla="*/ 0 w 1009650"/>
                  <a:gd name="connsiteY1" fmla="*/ 52969 h 129169"/>
                  <a:gd name="connsiteX2" fmla="*/ 62372 w 1009650"/>
                  <a:gd name="connsiteY2" fmla="*/ 52969 h 129169"/>
                  <a:gd name="connsiteX0" fmla="*/ 1009650 w 1009650"/>
                  <a:gd name="connsiteY0" fmla="*/ 117434 h 117434"/>
                  <a:gd name="connsiteX1" fmla="*/ 0 w 1009650"/>
                  <a:gd name="connsiteY1" fmla="*/ 41234 h 117434"/>
                  <a:gd name="connsiteX2" fmla="*/ 62372 w 1009650"/>
                  <a:gd name="connsiteY2" fmla="*/ 41234 h 117434"/>
                  <a:gd name="connsiteX0" fmla="*/ 1009650 w 1009650"/>
                  <a:gd name="connsiteY0" fmla="*/ 117434 h 117434"/>
                  <a:gd name="connsiteX1" fmla="*/ 0 w 1009650"/>
                  <a:gd name="connsiteY1" fmla="*/ 41234 h 117434"/>
                  <a:gd name="connsiteX0" fmla="*/ 1009650 w 1009650"/>
                  <a:gd name="connsiteY0" fmla="*/ 95783 h 95783"/>
                  <a:gd name="connsiteX1" fmla="*/ 0 w 1009650"/>
                  <a:gd name="connsiteY1" fmla="*/ 19583 h 957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9650" h="95783">
                    <a:moveTo>
                      <a:pt x="1009650" y="95783"/>
                    </a:moveTo>
                    <a:cubicBezTo>
                      <a:pt x="903491" y="70383"/>
                      <a:pt x="455999" y="-45504"/>
                      <a:pt x="0" y="19583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B5DA2533-8D51-0960-C7D6-E22FE1BF997C}"/>
                  </a:ext>
                </a:extLst>
              </p:cNvPr>
              <p:cNvSpPr/>
              <p:nvPr/>
            </p:nvSpPr>
            <p:spPr>
              <a:xfrm rot="883650" flipH="1">
                <a:off x="4895550" y="4112263"/>
                <a:ext cx="462562" cy="95783"/>
              </a:xfrm>
              <a:custGeom>
                <a:avLst/>
                <a:gdLst>
                  <a:gd name="connsiteX0" fmla="*/ 1009650 w 1009650"/>
                  <a:gd name="connsiteY0" fmla="*/ 76200 h 76200"/>
                  <a:gd name="connsiteX1" fmla="*/ 0 w 1009650"/>
                  <a:gd name="connsiteY1" fmla="*/ 0 h 76200"/>
                  <a:gd name="connsiteX2" fmla="*/ 0 w 1009650"/>
                  <a:gd name="connsiteY2" fmla="*/ 0 h 76200"/>
                  <a:gd name="connsiteX0" fmla="*/ 1009650 w 1009650"/>
                  <a:gd name="connsiteY0" fmla="*/ 117433 h 117433"/>
                  <a:gd name="connsiteX1" fmla="*/ 0 w 1009650"/>
                  <a:gd name="connsiteY1" fmla="*/ 41233 h 117433"/>
                  <a:gd name="connsiteX2" fmla="*/ 0 w 1009650"/>
                  <a:gd name="connsiteY2" fmla="*/ 41233 h 117433"/>
                  <a:gd name="connsiteX0" fmla="*/ 1009650 w 1009650"/>
                  <a:gd name="connsiteY0" fmla="*/ 129169 h 129169"/>
                  <a:gd name="connsiteX1" fmla="*/ 0 w 1009650"/>
                  <a:gd name="connsiteY1" fmla="*/ 52969 h 129169"/>
                  <a:gd name="connsiteX2" fmla="*/ 0 w 1009650"/>
                  <a:gd name="connsiteY2" fmla="*/ 52969 h 129169"/>
                  <a:gd name="connsiteX0" fmla="*/ 1009650 w 1009650"/>
                  <a:gd name="connsiteY0" fmla="*/ 129169 h 129169"/>
                  <a:gd name="connsiteX1" fmla="*/ 0 w 1009650"/>
                  <a:gd name="connsiteY1" fmla="*/ 52969 h 129169"/>
                  <a:gd name="connsiteX2" fmla="*/ 62372 w 1009650"/>
                  <a:gd name="connsiteY2" fmla="*/ 52969 h 129169"/>
                  <a:gd name="connsiteX0" fmla="*/ 1009650 w 1009650"/>
                  <a:gd name="connsiteY0" fmla="*/ 117434 h 117434"/>
                  <a:gd name="connsiteX1" fmla="*/ 0 w 1009650"/>
                  <a:gd name="connsiteY1" fmla="*/ 41234 h 117434"/>
                  <a:gd name="connsiteX2" fmla="*/ 62372 w 1009650"/>
                  <a:gd name="connsiteY2" fmla="*/ 41234 h 117434"/>
                  <a:gd name="connsiteX0" fmla="*/ 1009650 w 1009650"/>
                  <a:gd name="connsiteY0" fmla="*/ 117434 h 117434"/>
                  <a:gd name="connsiteX1" fmla="*/ 0 w 1009650"/>
                  <a:gd name="connsiteY1" fmla="*/ 41234 h 117434"/>
                  <a:gd name="connsiteX0" fmla="*/ 1009650 w 1009650"/>
                  <a:gd name="connsiteY0" fmla="*/ 95783 h 95783"/>
                  <a:gd name="connsiteX1" fmla="*/ 0 w 1009650"/>
                  <a:gd name="connsiteY1" fmla="*/ 19583 h 957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9650" h="95783">
                    <a:moveTo>
                      <a:pt x="1009650" y="95783"/>
                    </a:moveTo>
                    <a:cubicBezTo>
                      <a:pt x="903491" y="70383"/>
                      <a:pt x="455999" y="-45504"/>
                      <a:pt x="0" y="19583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83DC0729-1465-7FB4-9F77-F0E30936C48C}"/>
                  </a:ext>
                </a:extLst>
              </p:cNvPr>
              <p:cNvSpPr/>
              <p:nvPr/>
            </p:nvSpPr>
            <p:spPr>
              <a:xfrm>
                <a:off x="5543426" y="4427304"/>
                <a:ext cx="368302" cy="93885"/>
              </a:xfrm>
              <a:custGeom>
                <a:avLst/>
                <a:gdLst>
                  <a:gd name="connsiteX0" fmla="*/ 1009650 w 1009650"/>
                  <a:gd name="connsiteY0" fmla="*/ 76200 h 76200"/>
                  <a:gd name="connsiteX1" fmla="*/ 0 w 1009650"/>
                  <a:gd name="connsiteY1" fmla="*/ 0 h 76200"/>
                  <a:gd name="connsiteX2" fmla="*/ 0 w 1009650"/>
                  <a:gd name="connsiteY2" fmla="*/ 0 h 76200"/>
                  <a:gd name="connsiteX0" fmla="*/ 1009650 w 1009650"/>
                  <a:gd name="connsiteY0" fmla="*/ 117433 h 117433"/>
                  <a:gd name="connsiteX1" fmla="*/ 0 w 1009650"/>
                  <a:gd name="connsiteY1" fmla="*/ 41233 h 117433"/>
                  <a:gd name="connsiteX2" fmla="*/ 0 w 1009650"/>
                  <a:gd name="connsiteY2" fmla="*/ 41233 h 117433"/>
                  <a:gd name="connsiteX0" fmla="*/ 1009650 w 1009650"/>
                  <a:gd name="connsiteY0" fmla="*/ 129169 h 129169"/>
                  <a:gd name="connsiteX1" fmla="*/ 0 w 1009650"/>
                  <a:gd name="connsiteY1" fmla="*/ 52969 h 129169"/>
                  <a:gd name="connsiteX2" fmla="*/ 0 w 1009650"/>
                  <a:gd name="connsiteY2" fmla="*/ 52969 h 129169"/>
                  <a:gd name="connsiteX0" fmla="*/ 1009650 w 1009650"/>
                  <a:gd name="connsiteY0" fmla="*/ 129169 h 129169"/>
                  <a:gd name="connsiteX1" fmla="*/ 0 w 1009650"/>
                  <a:gd name="connsiteY1" fmla="*/ 52969 h 129169"/>
                  <a:gd name="connsiteX2" fmla="*/ 62372 w 1009650"/>
                  <a:gd name="connsiteY2" fmla="*/ 52969 h 129169"/>
                  <a:gd name="connsiteX0" fmla="*/ 1009650 w 1009650"/>
                  <a:gd name="connsiteY0" fmla="*/ 117434 h 117434"/>
                  <a:gd name="connsiteX1" fmla="*/ 0 w 1009650"/>
                  <a:gd name="connsiteY1" fmla="*/ 41234 h 117434"/>
                  <a:gd name="connsiteX2" fmla="*/ 62372 w 1009650"/>
                  <a:gd name="connsiteY2" fmla="*/ 41234 h 117434"/>
                  <a:gd name="connsiteX0" fmla="*/ 1009650 w 1009650"/>
                  <a:gd name="connsiteY0" fmla="*/ 117434 h 117434"/>
                  <a:gd name="connsiteX1" fmla="*/ 0 w 1009650"/>
                  <a:gd name="connsiteY1" fmla="*/ 41234 h 117434"/>
                  <a:gd name="connsiteX0" fmla="*/ 1009650 w 1009650"/>
                  <a:gd name="connsiteY0" fmla="*/ 95783 h 95783"/>
                  <a:gd name="connsiteX1" fmla="*/ 0 w 1009650"/>
                  <a:gd name="connsiteY1" fmla="*/ 19583 h 957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9650" h="95783">
                    <a:moveTo>
                      <a:pt x="1009650" y="95783"/>
                    </a:moveTo>
                    <a:cubicBezTo>
                      <a:pt x="903491" y="70383"/>
                      <a:pt x="455999" y="-45504"/>
                      <a:pt x="0" y="19583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B0F990CE-85C8-7B64-F459-FAC3E01FB9BD}"/>
                  </a:ext>
                </a:extLst>
              </p:cNvPr>
              <p:cNvSpPr/>
              <p:nvPr/>
            </p:nvSpPr>
            <p:spPr>
              <a:xfrm rot="20909515">
                <a:off x="4942680" y="4730768"/>
                <a:ext cx="368302" cy="93885"/>
              </a:xfrm>
              <a:custGeom>
                <a:avLst/>
                <a:gdLst>
                  <a:gd name="connsiteX0" fmla="*/ 1009650 w 1009650"/>
                  <a:gd name="connsiteY0" fmla="*/ 76200 h 76200"/>
                  <a:gd name="connsiteX1" fmla="*/ 0 w 1009650"/>
                  <a:gd name="connsiteY1" fmla="*/ 0 h 76200"/>
                  <a:gd name="connsiteX2" fmla="*/ 0 w 1009650"/>
                  <a:gd name="connsiteY2" fmla="*/ 0 h 76200"/>
                  <a:gd name="connsiteX0" fmla="*/ 1009650 w 1009650"/>
                  <a:gd name="connsiteY0" fmla="*/ 117433 h 117433"/>
                  <a:gd name="connsiteX1" fmla="*/ 0 w 1009650"/>
                  <a:gd name="connsiteY1" fmla="*/ 41233 h 117433"/>
                  <a:gd name="connsiteX2" fmla="*/ 0 w 1009650"/>
                  <a:gd name="connsiteY2" fmla="*/ 41233 h 117433"/>
                  <a:gd name="connsiteX0" fmla="*/ 1009650 w 1009650"/>
                  <a:gd name="connsiteY0" fmla="*/ 129169 h 129169"/>
                  <a:gd name="connsiteX1" fmla="*/ 0 w 1009650"/>
                  <a:gd name="connsiteY1" fmla="*/ 52969 h 129169"/>
                  <a:gd name="connsiteX2" fmla="*/ 0 w 1009650"/>
                  <a:gd name="connsiteY2" fmla="*/ 52969 h 129169"/>
                  <a:gd name="connsiteX0" fmla="*/ 1009650 w 1009650"/>
                  <a:gd name="connsiteY0" fmla="*/ 129169 h 129169"/>
                  <a:gd name="connsiteX1" fmla="*/ 0 w 1009650"/>
                  <a:gd name="connsiteY1" fmla="*/ 52969 h 129169"/>
                  <a:gd name="connsiteX2" fmla="*/ 62372 w 1009650"/>
                  <a:gd name="connsiteY2" fmla="*/ 52969 h 129169"/>
                  <a:gd name="connsiteX0" fmla="*/ 1009650 w 1009650"/>
                  <a:gd name="connsiteY0" fmla="*/ 117434 h 117434"/>
                  <a:gd name="connsiteX1" fmla="*/ 0 w 1009650"/>
                  <a:gd name="connsiteY1" fmla="*/ 41234 h 117434"/>
                  <a:gd name="connsiteX2" fmla="*/ 62372 w 1009650"/>
                  <a:gd name="connsiteY2" fmla="*/ 41234 h 117434"/>
                  <a:gd name="connsiteX0" fmla="*/ 1009650 w 1009650"/>
                  <a:gd name="connsiteY0" fmla="*/ 117434 h 117434"/>
                  <a:gd name="connsiteX1" fmla="*/ 0 w 1009650"/>
                  <a:gd name="connsiteY1" fmla="*/ 41234 h 117434"/>
                  <a:gd name="connsiteX0" fmla="*/ 1009650 w 1009650"/>
                  <a:gd name="connsiteY0" fmla="*/ 95783 h 95783"/>
                  <a:gd name="connsiteX1" fmla="*/ 0 w 1009650"/>
                  <a:gd name="connsiteY1" fmla="*/ 19583 h 957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9650" h="95783">
                    <a:moveTo>
                      <a:pt x="1009650" y="95783"/>
                    </a:moveTo>
                    <a:cubicBezTo>
                      <a:pt x="903491" y="70383"/>
                      <a:pt x="455999" y="-45504"/>
                      <a:pt x="0" y="19583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089A19ED-8B5B-1332-730A-408FCA90DCF6}"/>
                  </a:ext>
                </a:extLst>
              </p:cNvPr>
              <p:cNvSpPr/>
              <p:nvPr/>
            </p:nvSpPr>
            <p:spPr>
              <a:xfrm>
                <a:off x="5421014" y="5107077"/>
                <a:ext cx="368302" cy="93885"/>
              </a:xfrm>
              <a:custGeom>
                <a:avLst/>
                <a:gdLst>
                  <a:gd name="connsiteX0" fmla="*/ 1009650 w 1009650"/>
                  <a:gd name="connsiteY0" fmla="*/ 76200 h 76200"/>
                  <a:gd name="connsiteX1" fmla="*/ 0 w 1009650"/>
                  <a:gd name="connsiteY1" fmla="*/ 0 h 76200"/>
                  <a:gd name="connsiteX2" fmla="*/ 0 w 1009650"/>
                  <a:gd name="connsiteY2" fmla="*/ 0 h 76200"/>
                  <a:gd name="connsiteX0" fmla="*/ 1009650 w 1009650"/>
                  <a:gd name="connsiteY0" fmla="*/ 117433 h 117433"/>
                  <a:gd name="connsiteX1" fmla="*/ 0 w 1009650"/>
                  <a:gd name="connsiteY1" fmla="*/ 41233 h 117433"/>
                  <a:gd name="connsiteX2" fmla="*/ 0 w 1009650"/>
                  <a:gd name="connsiteY2" fmla="*/ 41233 h 117433"/>
                  <a:gd name="connsiteX0" fmla="*/ 1009650 w 1009650"/>
                  <a:gd name="connsiteY0" fmla="*/ 129169 h 129169"/>
                  <a:gd name="connsiteX1" fmla="*/ 0 w 1009650"/>
                  <a:gd name="connsiteY1" fmla="*/ 52969 h 129169"/>
                  <a:gd name="connsiteX2" fmla="*/ 0 w 1009650"/>
                  <a:gd name="connsiteY2" fmla="*/ 52969 h 129169"/>
                  <a:gd name="connsiteX0" fmla="*/ 1009650 w 1009650"/>
                  <a:gd name="connsiteY0" fmla="*/ 129169 h 129169"/>
                  <a:gd name="connsiteX1" fmla="*/ 0 w 1009650"/>
                  <a:gd name="connsiteY1" fmla="*/ 52969 h 129169"/>
                  <a:gd name="connsiteX2" fmla="*/ 62372 w 1009650"/>
                  <a:gd name="connsiteY2" fmla="*/ 52969 h 129169"/>
                  <a:gd name="connsiteX0" fmla="*/ 1009650 w 1009650"/>
                  <a:gd name="connsiteY0" fmla="*/ 117434 h 117434"/>
                  <a:gd name="connsiteX1" fmla="*/ 0 w 1009650"/>
                  <a:gd name="connsiteY1" fmla="*/ 41234 h 117434"/>
                  <a:gd name="connsiteX2" fmla="*/ 62372 w 1009650"/>
                  <a:gd name="connsiteY2" fmla="*/ 41234 h 117434"/>
                  <a:gd name="connsiteX0" fmla="*/ 1009650 w 1009650"/>
                  <a:gd name="connsiteY0" fmla="*/ 117434 h 117434"/>
                  <a:gd name="connsiteX1" fmla="*/ 0 w 1009650"/>
                  <a:gd name="connsiteY1" fmla="*/ 41234 h 117434"/>
                  <a:gd name="connsiteX0" fmla="*/ 1009650 w 1009650"/>
                  <a:gd name="connsiteY0" fmla="*/ 95783 h 95783"/>
                  <a:gd name="connsiteX1" fmla="*/ 0 w 1009650"/>
                  <a:gd name="connsiteY1" fmla="*/ 19583 h 957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9650" h="95783">
                    <a:moveTo>
                      <a:pt x="1009650" y="95783"/>
                    </a:moveTo>
                    <a:cubicBezTo>
                      <a:pt x="903491" y="70383"/>
                      <a:pt x="455999" y="-45504"/>
                      <a:pt x="0" y="19583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01A9256F-E31C-DC1D-B03E-430CEF2C5DF2}"/>
                  </a:ext>
                </a:extLst>
              </p:cNvPr>
              <p:cNvSpPr/>
              <p:nvPr/>
            </p:nvSpPr>
            <p:spPr>
              <a:xfrm>
                <a:off x="4994387" y="5352791"/>
                <a:ext cx="368302" cy="93885"/>
              </a:xfrm>
              <a:custGeom>
                <a:avLst/>
                <a:gdLst>
                  <a:gd name="connsiteX0" fmla="*/ 1009650 w 1009650"/>
                  <a:gd name="connsiteY0" fmla="*/ 76200 h 76200"/>
                  <a:gd name="connsiteX1" fmla="*/ 0 w 1009650"/>
                  <a:gd name="connsiteY1" fmla="*/ 0 h 76200"/>
                  <a:gd name="connsiteX2" fmla="*/ 0 w 1009650"/>
                  <a:gd name="connsiteY2" fmla="*/ 0 h 76200"/>
                  <a:gd name="connsiteX0" fmla="*/ 1009650 w 1009650"/>
                  <a:gd name="connsiteY0" fmla="*/ 117433 h 117433"/>
                  <a:gd name="connsiteX1" fmla="*/ 0 w 1009650"/>
                  <a:gd name="connsiteY1" fmla="*/ 41233 h 117433"/>
                  <a:gd name="connsiteX2" fmla="*/ 0 w 1009650"/>
                  <a:gd name="connsiteY2" fmla="*/ 41233 h 117433"/>
                  <a:gd name="connsiteX0" fmla="*/ 1009650 w 1009650"/>
                  <a:gd name="connsiteY0" fmla="*/ 129169 h 129169"/>
                  <a:gd name="connsiteX1" fmla="*/ 0 w 1009650"/>
                  <a:gd name="connsiteY1" fmla="*/ 52969 h 129169"/>
                  <a:gd name="connsiteX2" fmla="*/ 0 w 1009650"/>
                  <a:gd name="connsiteY2" fmla="*/ 52969 h 129169"/>
                  <a:gd name="connsiteX0" fmla="*/ 1009650 w 1009650"/>
                  <a:gd name="connsiteY0" fmla="*/ 129169 h 129169"/>
                  <a:gd name="connsiteX1" fmla="*/ 0 w 1009650"/>
                  <a:gd name="connsiteY1" fmla="*/ 52969 h 129169"/>
                  <a:gd name="connsiteX2" fmla="*/ 62372 w 1009650"/>
                  <a:gd name="connsiteY2" fmla="*/ 52969 h 129169"/>
                  <a:gd name="connsiteX0" fmla="*/ 1009650 w 1009650"/>
                  <a:gd name="connsiteY0" fmla="*/ 117434 h 117434"/>
                  <a:gd name="connsiteX1" fmla="*/ 0 w 1009650"/>
                  <a:gd name="connsiteY1" fmla="*/ 41234 h 117434"/>
                  <a:gd name="connsiteX2" fmla="*/ 62372 w 1009650"/>
                  <a:gd name="connsiteY2" fmla="*/ 41234 h 117434"/>
                  <a:gd name="connsiteX0" fmla="*/ 1009650 w 1009650"/>
                  <a:gd name="connsiteY0" fmla="*/ 117434 h 117434"/>
                  <a:gd name="connsiteX1" fmla="*/ 0 w 1009650"/>
                  <a:gd name="connsiteY1" fmla="*/ 41234 h 117434"/>
                  <a:gd name="connsiteX0" fmla="*/ 1009650 w 1009650"/>
                  <a:gd name="connsiteY0" fmla="*/ 95783 h 95783"/>
                  <a:gd name="connsiteX1" fmla="*/ 0 w 1009650"/>
                  <a:gd name="connsiteY1" fmla="*/ 19583 h 957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9650" h="95783">
                    <a:moveTo>
                      <a:pt x="1009650" y="95783"/>
                    </a:moveTo>
                    <a:cubicBezTo>
                      <a:pt x="903491" y="70383"/>
                      <a:pt x="455999" y="-45504"/>
                      <a:pt x="0" y="19583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82DC72B6-20D3-2280-A412-12A75C01B3FE}"/>
                  </a:ext>
                </a:extLst>
              </p:cNvPr>
              <p:cNvSpPr/>
              <p:nvPr/>
            </p:nvSpPr>
            <p:spPr>
              <a:xfrm rot="21274733">
                <a:off x="5362688" y="5820692"/>
                <a:ext cx="260315" cy="45719"/>
              </a:xfrm>
              <a:custGeom>
                <a:avLst/>
                <a:gdLst>
                  <a:gd name="connsiteX0" fmla="*/ 1009650 w 1009650"/>
                  <a:gd name="connsiteY0" fmla="*/ 76200 h 76200"/>
                  <a:gd name="connsiteX1" fmla="*/ 0 w 1009650"/>
                  <a:gd name="connsiteY1" fmla="*/ 0 h 76200"/>
                  <a:gd name="connsiteX2" fmla="*/ 0 w 1009650"/>
                  <a:gd name="connsiteY2" fmla="*/ 0 h 76200"/>
                  <a:gd name="connsiteX0" fmla="*/ 1009650 w 1009650"/>
                  <a:gd name="connsiteY0" fmla="*/ 117433 h 117433"/>
                  <a:gd name="connsiteX1" fmla="*/ 0 w 1009650"/>
                  <a:gd name="connsiteY1" fmla="*/ 41233 h 117433"/>
                  <a:gd name="connsiteX2" fmla="*/ 0 w 1009650"/>
                  <a:gd name="connsiteY2" fmla="*/ 41233 h 117433"/>
                  <a:gd name="connsiteX0" fmla="*/ 1009650 w 1009650"/>
                  <a:gd name="connsiteY0" fmla="*/ 129169 h 129169"/>
                  <a:gd name="connsiteX1" fmla="*/ 0 w 1009650"/>
                  <a:gd name="connsiteY1" fmla="*/ 52969 h 129169"/>
                  <a:gd name="connsiteX2" fmla="*/ 0 w 1009650"/>
                  <a:gd name="connsiteY2" fmla="*/ 52969 h 129169"/>
                  <a:gd name="connsiteX0" fmla="*/ 1009650 w 1009650"/>
                  <a:gd name="connsiteY0" fmla="*/ 129169 h 129169"/>
                  <a:gd name="connsiteX1" fmla="*/ 0 w 1009650"/>
                  <a:gd name="connsiteY1" fmla="*/ 52969 h 129169"/>
                  <a:gd name="connsiteX2" fmla="*/ 62372 w 1009650"/>
                  <a:gd name="connsiteY2" fmla="*/ 52969 h 129169"/>
                  <a:gd name="connsiteX0" fmla="*/ 1009650 w 1009650"/>
                  <a:gd name="connsiteY0" fmla="*/ 117434 h 117434"/>
                  <a:gd name="connsiteX1" fmla="*/ 0 w 1009650"/>
                  <a:gd name="connsiteY1" fmla="*/ 41234 h 117434"/>
                  <a:gd name="connsiteX2" fmla="*/ 62372 w 1009650"/>
                  <a:gd name="connsiteY2" fmla="*/ 41234 h 117434"/>
                  <a:gd name="connsiteX0" fmla="*/ 1009650 w 1009650"/>
                  <a:gd name="connsiteY0" fmla="*/ 117434 h 117434"/>
                  <a:gd name="connsiteX1" fmla="*/ 0 w 1009650"/>
                  <a:gd name="connsiteY1" fmla="*/ 41234 h 117434"/>
                  <a:gd name="connsiteX0" fmla="*/ 1009650 w 1009650"/>
                  <a:gd name="connsiteY0" fmla="*/ 95783 h 95783"/>
                  <a:gd name="connsiteX1" fmla="*/ 0 w 1009650"/>
                  <a:gd name="connsiteY1" fmla="*/ 19583 h 957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9650" h="95783">
                    <a:moveTo>
                      <a:pt x="1009650" y="95783"/>
                    </a:moveTo>
                    <a:cubicBezTo>
                      <a:pt x="903491" y="70383"/>
                      <a:pt x="455999" y="-45504"/>
                      <a:pt x="0" y="19583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5F75E049-8EED-19B9-F355-3DE286EEDD94}"/>
                  </a:ext>
                </a:extLst>
              </p:cNvPr>
              <p:cNvSpPr/>
              <p:nvPr/>
            </p:nvSpPr>
            <p:spPr>
              <a:xfrm rot="20858832">
                <a:off x="5069974" y="6126225"/>
                <a:ext cx="213147" cy="45719"/>
              </a:xfrm>
              <a:custGeom>
                <a:avLst/>
                <a:gdLst>
                  <a:gd name="connsiteX0" fmla="*/ 1009650 w 1009650"/>
                  <a:gd name="connsiteY0" fmla="*/ 76200 h 76200"/>
                  <a:gd name="connsiteX1" fmla="*/ 0 w 1009650"/>
                  <a:gd name="connsiteY1" fmla="*/ 0 h 76200"/>
                  <a:gd name="connsiteX2" fmla="*/ 0 w 1009650"/>
                  <a:gd name="connsiteY2" fmla="*/ 0 h 76200"/>
                  <a:gd name="connsiteX0" fmla="*/ 1009650 w 1009650"/>
                  <a:gd name="connsiteY0" fmla="*/ 117433 h 117433"/>
                  <a:gd name="connsiteX1" fmla="*/ 0 w 1009650"/>
                  <a:gd name="connsiteY1" fmla="*/ 41233 h 117433"/>
                  <a:gd name="connsiteX2" fmla="*/ 0 w 1009650"/>
                  <a:gd name="connsiteY2" fmla="*/ 41233 h 117433"/>
                  <a:gd name="connsiteX0" fmla="*/ 1009650 w 1009650"/>
                  <a:gd name="connsiteY0" fmla="*/ 129169 h 129169"/>
                  <a:gd name="connsiteX1" fmla="*/ 0 w 1009650"/>
                  <a:gd name="connsiteY1" fmla="*/ 52969 h 129169"/>
                  <a:gd name="connsiteX2" fmla="*/ 0 w 1009650"/>
                  <a:gd name="connsiteY2" fmla="*/ 52969 h 129169"/>
                  <a:gd name="connsiteX0" fmla="*/ 1009650 w 1009650"/>
                  <a:gd name="connsiteY0" fmla="*/ 129169 h 129169"/>
                  <a:gd name="connsiteX1" fmla="*/ 0 w 1009650"/>
                  <a:gd name="connsiteY1" fmla="*/ 52969 h 129169"/>
                  <a:gd name="connsiteX2" fmla="*/ 62372 w 1009650"/>
                  <a:gd name="connsiteY2" fmla="*/ 52969 h 129169"/>
                  <a:gd name="connsiteX0" fmla="*/ 1009650 w 1009650"/>
                  <a:gd name="connsiteY0" fmla="*/ 117434 h 117434"/>
                  <a:gd name="connsiteX1" fmla="*/ 0 w 1009650"/>
                  <a:gd name="connsiteY1" fmla="*/ 41234 h 117434"/>
                  <a:gd name="connsiteX2" fmla="*/ 62372 w 1009650"/>
                  <a:gd name="connsiteY2" fmla="*/ 41234 h 117434"/>
                  <a:gd name="connsiteX0" fmla="*/ 1009650 w 1009650"/>
                  <a:gd name="connsiteY0" fmla="*/ 117434 h 117434"/>
                  <a:gd name="connsiteX1" fmla="*/ 0 w 1009650"/>
                  <a:gd name="connsiteY1" fmla="*/ 41234 h 117434"/>
                  <a:gd name="connsiteX0" fmla="*/ 1009650 w 1009650"/>
                  <a:gd name="connsiteY0" fmla="*/ 95783 h 95783"/>
                  <a:gd name="connsiteX1" fmla="*/ 0 w 1009650"/>
                  <a:gd name="connsiteY1" fmla="*/ 19583 h 957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9650" h="95783">
                    <a:moveTo>
                      <a:pt x="1009650" y="95783"/>
                    </a:moveTo>
                    <a:cubicBezTo>
                      <a:pt x="903491" y="70383"/>
                      <a:pt x="455999" y="-45504"/>
                      <a:pt x="0" y="19583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AF622640-5DC8-93AF-D81C-4153105800A7}"/>
                  </a:ext>
                </a:extLst>
              </p:cNvPr>
              <p:cNvSpPr/>
              <p:nvPr/>
            </p:nvSpPr>
            <p:spPr>
              <a:xfrm>
                <a:off x="5270392" y="6430958"/>
                <a:ext cx="213147" cy="45719"/>
              </a:xfrm>
              <a:custGeom>
                <a:avLst/>
                <a:gdLst>
                  <a:gd name="connsiteX0" fmla="*/ 1009650 w 1009650"/>
                  <a:gd name="connsiteY0" fmla="*/ 76200 h 76200"/>
                  <a:gd name="connsiteX1" fmla="*/ 0 w 1009650"/>
                  <a:gd name="connsiteY1" fmla="*/ 0 h 76200"/>
                  <a:gd name="connsiteX2" fmla="*/ 0 w 1009650"/>
                  <a:gd name="connsiteY2" fmla="*/ 0 h 76200"/>
                  <a:gd name="connsiteX0" fmla="*/ 1009650 w 1009650"/>
                  <a:gd name="connsiteY0" fmla="*/ 117433 h 117433"/>
                  <a:gd name="connsiteX1" fmla="*/ 0 w 1009650"/>
                  <a:gd name="connsiteY1" fmla="*/ 41233 h 117433"/>
                  <a:gd name="connsiteX2" fmla="*/ 0 w 1009650"/>
                  <a:gd name="connsiteY2" fmla="*/ 41233 h 117433"/>
                  <a:gd name="connsiteX0" fmla="*/ 1009650 w 1009650"/>
                  <a:gd name="connsiteY0" fmla="*/ 129169 h 129169"/>
                  <a:gd name="connsiteX1" fmla="*/ 0 w 1009650"/>
                  <a:gd name="connsiteY1" fmla="*/ 52969 h 129169"/>
                  <a:gd name="connsiteX2" fmla="*/ 0 w 1009650"/>
                  <a:gd name="connsiteY2" fmla="*/ 52969 h 129169"/>
                  <a:gd name="connsiteX0" fmla="*/ 1009650 w 1009650"/>
                  <a:gd name="connsiteY0" fmla="*/ 129169 h 129169"/>
                  <a:gd name="connsiteX1" fmla="*/ 0 w 1009650"/>
                  <a:gd name="connsiteY1" fmla="*/ 52969 h 129169"/>
                  <a:gd name="connsiteX2" fmla="*/ 62372 w 1009650"/>
                  <a:gd name="connsiteY2" fmla="*/ 52969 h 129169"/>
                  <a:gd name="connsiteX0" fmla="*/ 1009650 w 1009650"/>
                  <a:gd name="connsiteY0" fmla="*/ 117434 h 117434"/>
                  <a:gd name="connsiteX1" fmla="*/ 0 w 1009650"/>
                  <a:gd name="connsiteY1" fmla="*/ 41234 h 117434"/>
                  <a:gd name="connsiteX2" fmla="*/ 62372 w 1009650"/>
                  <a:gd name="connsiteY2" fmla="*/ 41234 h 117434"/>
                  <a:gd name="connsiteX0" fmla="*/ 1009650 w 1009650"/>
                  <a:gd name="connsiteY0" fmla="*/ 117434 h 117434"/>
                  <a:gd name="connsiteX1" fmla="*/ 0 w 1009650"/>
                  <a:gd name="connsiteY1" fmla="*/ 41234 h 117434"/>
                  <a:gd name="connsiteX0" fmla="*/ 1009650 w 1009650"/>
                  <a:gd name="connsiteY0" fmla="*/ 95783 h 95783"/>
                  <a:gd name="connsiteX1" fmla="*/ 0 w 1009650"/>
                  <a:gd name="connsiteY1" fmla="*/ 19583 h 957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9650" h="95783">
                    <a:moveTo>
                      <a:pt x="1009650" y="95783"/>
                    </a:moveTo>
                    <a:cubicBezTo>
                      <a:pt x="903491" y="70383"/>
                      <a:pt x="455999" y="-45504"/>
                      <a:pt x="0" y="19583"/>
                    </a:cubicBezTo>
                  </a:path>
                </a:pathLst>
              </a:cu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E123D73-58C9-A089-FD78-A8564E227524}"/>
              </a:ext>
            </a:extLst>
          </p:cNvPr>
          <p:cNvGrpSpPr/>
          <p:nvPr/>
        </p:nvGrpSpPr>
        <p:grpSpPr>
          <a:xfrm>
            <a:off x="7518697" y="444132"/>
            <a:ext cx="1479264" cy="6311040"/>
            <a:chOff x="4589517" y="645610"/>
            <a:chExt cx="1479264" cy="6311040"/>
          </a:xfrm>
          <a:solidFill>
            <a:schemeClr val="bg1"/>
          </a:solidFill>
        </p:grpSpPr>
        <p:sp>
          <p:nvSpPr>
            <p:cNvPr id="20" name="Rectangle 3">
              <a:extLst>
                <a:ext uri="{FF2B5EF4-FFF2-40B4-BE49-F238E27FC236}">
                  <a16:creationId xmlns:a16="http://schemas.microsoft.com/office/drawing/2014/main" id="{7CF5AF2C-D4F8-DF99-59B0-2E6C52747013}"/>
                </a:ext>
              </a:extLst>
            </p:cNvPr>
            <p:cNvSpPr/>
            <p:nvPr/>
          </p:nvSpPr>
          <p:spPr>
            <a:xfrm rot="477441">
              <a:off x="5458370" y="1122619"/>
              <a:ext cx="597472" cy="1938377"/>
            </a:xfrm>
            <a:custGeom>
              <a:avLst/>
              <a:gdLst>
                <a:gd name="connsiteX0" fmla="*/ 0 w 160856"/>
                <a:gd name="connsiteY0" fmla="*/ 0 h 1001486"/>
                <a:gd name="connsiteX1" fmla="*/ 160856 w 160856"/>
                <a:gd name="connsiteY1" fmla="*/ 0 h 1001486"/>
                <a:gd name="connsiteX2" fmla="*/ 160856 w 160856"/>
                <a:gd name="connsiteY2" fmla="*/ 1001486 h 1001486"/>
                <a:gd name="connsiteX3" fmla="*/ 0 w 160856"/>
                <a:gd name="connsiteY3" fmla="*/ 1001486 h 1001486"/>
                <a:gd name="connsiteX4" fmla="*/ 0 w 160856"/>
                <a:gd name="connsiteY4" fmla="*/ 0 h 1001486"/>
                <a:gd name="connsiteX0" fmla="*/ 83678 w 244534"/>
                <a:gd name="connsiteY0" fmla="*/ 308163 h 1309649"/>
                <a:gd name="connsiteX1" fmla="*/ 3793 w 244534"/>
                <a:gd name="connsiteY1" fmla="*/ 0 h 1309649"/>
                <a:gd name="connsiteX2" fmla="*/ 244534 w 244534"/>
                <a:gd name="connsiteY2" fmla="*/ 308163 h 1309649"/>
                <a:gd name="connsiteX3" fmla="*/ 244534 w 244534"/>
                <a:gd name="connsiteY3" fmla="*/ 1309649 h 1309649"/>
                <a:gd name="connsiteX4" fmla="*/ 83678 w 244534"/>
                <a:gd name="connsiteY4" fmla="*/ 1309649 h 1309649"/>
                <a:gd name="connsiteX5" fmla="*/ 83678 w 244534"/>
                <a:gd name="connsiteY5" fmla="*/ 308163 h 1309649"/>
                <a:gd name="connsiteX0" fmla="*/ 83678 w 468019"/>
                <a:gd name="connsiteY0" fmla="*/ 309973 h 1311459"/>
                <a:gd name="connsiteX1" fmla="*/ 3793 w 468019"/>
                <a:gd name="connsiteY1" fmla="*/ 1810 h 1311459"/>
                <a:gd name="connsiteX2" fmla="*/ 468019 w 468019"/>
                <a:gd name="connsiteY2" fmla="*/ 20273 h 1311459"/>
                <a:gd name="connsiteX3" fmla="*/ 244534 w 468019"/>
                <a:gd name="connsiteY3" fmla="*/ 309973 h 1311459"/>
                <a:gd name="connsiteX4" fmla="*/ 244534 w 468019"/>
                <a:gd name="connsiteY4" fmla="*/ 1311459 h 1311459"/>
                <a:gd name="connsiteX5" fmla="*/ 83678 w 468019"/>
                <a:gd name="connsiteY5" fmla="*/ 1311459 h 1311459"/>
                <a:gd name="connsiteX6" fmla="*/ 83678 w 468019"/>
                <a:gd name="connsiteY6" fmla="*/ 309973 h 1311459"/>
                <a:gd name="connsiteX0" fmla="*/ 83678 w 468019"/>
                <a:gd name="connsiteY0" fmla="*/ 774837 h 1776323"/>
                <a:gd name="connsiteX1" fmla="*/ 3793 w 468019"/>
                <a:gd name="connsiteY1" fmla="*/ 466674 h 1776323"/>
                <a:gd name="connsiteX2" fmla="*/ 406620 w 468019"/>
                <a:gd name="connsiteY2" fmla="*/ 16 h 1776323"/>
                <a:gd name="connsiteX3" fmla="*/ 468019 w 468019"/>
                <a:gd name="connsiteY3" fmla="*/ 485137 h 1776323"/>
                <a:gd name="connsiteX4" fmla="*/ 244534 w 468019"/>
                <a:gd name="connsiteY4" fmla="*/ 774837 h 1776323"/>
                <a:gd name="connsiteX5" fmla="*/ 244534 w 468019"/>
                <a:gd name="connsiteY5" fmla="*/ 1776323 h 1776323"/>
                <a:gd name="connsiteX6" fmla="*/ 83678 w 468019"/>
                <a:gd name="connsiteY6" fmla="*/ 1776323 h 1776323"/>
                <a:gd name="connsiteX7" fmla="*/ 83678 w 468019"/>
                <a:gd name="connsiteY7" fmla="*/ 774837 h 1776323"/>
                <a:gd name="connsiteX0" fmla="*/ 134634 w 518975"/>
                <a:gd name="connsiteY0" fmla="*/ 778166 h 1779652"/>
                <a:gd name="connsiteX1" fmla="*/ 54749 w 518975"/>
                <a:gd name="connsiteY1" fmla="*/ 470003 h 1779652"/>
                <a:gd name="connsiteX2" fmla="*/ 22224 w 518975"/>
                <a:gd name="connsiteY2" fmla="*/ 237316 h 1779652"/>
                <a:gd name="connsiteX3" fmla="*/ 457576 w 518975"/>
                <a:gd name="connsiteY3" fmla="*/ 3345 h 1779652"/>
                <a:gd name="connsiteX4" fmla="*/ 518975 w 518975"/>
                <a:gd name="connsiteY4" fmla="*/ 488466 h 1779652"/>
                <a:gd name="connsiteX5" fmla="*/ 295490 w 518975"/>
                <a:gd name="connsiteY5" fmla="*/ 778166 h 1779652"/>
                <a:gd name="connsiteX6" fmla="*/ 295490 w 518975"/>
                <a:gd name="connsiteY6" fmla="*/ 1779652 h 1779652"/>
                <a:gd name="connsiteX7" fmla="*/ 134634 w 518975"/>
                <a:gd name="connsiteY7" fmla="*/ 1779652 h 1779652"/>
                <a:gd name="connsiteX8" fmla="*/ 134634 w 518975"/>
                <a:gd name="connsiteY8" fmla="*/ 778166 h 1779652"/>
                <a:gd name="connsiteX0" fmla="*/ 134634 w 518975"/>
                <a:gd name="connsiteY0" fmla="*/ 810443 h 1811929"/>
                <a:gd name="connsiteX1" fmla="*/ 54749 w 518975"/>
                <a:gd name="connsiteY1" fmla="*/ 502280 h 1811929"/>
                <a:gd name="connsiteX2" fmla="*/ 22224 w 518975"/>
                <a:gd name="connsiteY2" fmla="*/ 269593 h 1811929"/>
                <a:gd name="connsiteX3" fmla="*/ 457576 w 518975"/>
                <a:gd name="connsiteY3" fmla="*/ 35622 h 1811929"/>
                <a:gd name="connsiteX4" fmla="*/ 518975 w 518975"/>
                <a:gd name="connsiteY4" fmla="*/ 520743 h 1811929"/>
                <a:gd name="connsiteX5" fmla="*/ 295490 w 518975"/>
                <a:gd name="connsiteY5" fmla="*/ 810443 h 1811929"/>
                <a:gd name="connsiteX6" fmla="*/ 295490 w 518975"/>
                <a:gd name="connsiteY6" fmla="*/ 1811929 h 1811929"/>
                <a:gd name="connsiteX7" fmla="*/ 134634 w 518975"/>
                <a:gd name="connsiteY7" fmla="*/ 1811929 h 1811929"/>
                <a:gd name="connsiteX8" fmla="*/ 134634 w 518975"/>
                <a:gd name="connsiteY8" fmla="*/ 810443 h 1811929"/>
                <a:gd name="connsiteX0" fmla="*/ 134634 w 518975"/>
                <a:gd name="connsiteY0" fmla="*/ 854296 h 1855782"/>
                <a:gd name="connsiteX1" fmla="*/ 54749 w 518975"/>
                <a:gd name="connsiteY1" fmla="*/ 546133 h 1855782"/>
                <a:gd name="connsiteX2" fmla="*/ 22224 w 518975"/>
                <a:gd name="connsiteY2" fmla="*/ 313446 h 1855782"/>
                <a:gd name="connsiteX3" fmla="*/ 135357 w 518975"/>
                <a:gd name="connsiteY3" fmla="*/ 21928 h 1855782"/>
                <a:gd name="connsiteX4" fmla="*/ 457576 w 518975"/>
                <a:gd name="connsiteY4" fmla="*/ 79475 h 1855782"/>
                <a:gd name="connsiteX5" fmla="*/ 518975 w 518975"/>
                <a:gd name="connsiteY5" fmla="*/ 564596 h 1855782"/>
                <a:gd name="connsiteX6" fmla="*/ 295490 w 518975"/>
                <a:gd name="connsiteY6" fmla="*/ 854296 h 1855782"/>
                <a:gd name="connsiteX7" fmla="*/ 295490 w 518975"/>
                <a:gd name="connsiteY7" fmla="*/ 1855782 h 1855782"/>
                <a:gd name="connsiteX8" fmla="*/ 134634 w 518975"/>
                <a:gd name="connsiteY8" fmla="*/ 1855782 h 1855782"/>
                <a:gd name="connsiteX9" fmla="*/ 134634 w 518975"/>
                <a:gd name="connsiteY9" fmla="*/ 854296 h 1855782"/>
                <a:gd name="connsiteX0" fmla="*/ 134634 w 518975"/>
                <a:gd name="connsiteY0" fmla="*/ 918472 h 1919958"/>
                <a:gd name="connsiteX1" fmla="*/ 54749 w 518975"/>
                <a:gd name="connsiteY1" fmla="*/ 610309 h 1919958"/>
                <a:gd name="connsiteX2" fmla="*/ 22224 w 518975"/>
                <a:gd name="connsiteY2" fmla="*/ 377622 h 1919958"/>
                <a:gd name="connsiteX3" fmla="*/ 135357 w 518975"/>
                <a:gd name="connsiteY3" fmla="*/ 86104 h 1919958"/>
                <a:gd name="connsiteX4" fmla="*/ 457576 w 518975"/>
                <a:gd name="connsiteY4" fmla="*/ 143651 h 1919958"/>
                <a:gd name="connsiteX5" fmla="*/ 518975 w 518975"/>
                <a:gd name="connsiteY5" fmla="*/ 628772 h 1919958"/>
                <a:gd name="connsiteX6" fmla="*/ 295490 w 518975"/>
                <a:gd name="connsiteY6" fmla="*/ 918472 h 1919958"/>
                <a:gd name="connsiteX7" fmla="*/ 295490 w 518975"/>
                <a:gd name="connsiteY7" fmla="*/ 1919958 h 1919958"/>
                <a:gd name="connsiteX8" fmla="*/ 134634 w 518975"/>
                <a:gd name="connsiteY8" fmla="*/ 1919958 h 1919958"/>
                <a:gd name="connsiteX9" fmla="*/ 134634 w 518975"/>
                <a:gd name="connsiteY9" fmla="*/ 918472 h 1919958"/>
                <a:gd name="connsiteX0" fmla="*/ 134634 w 518975"/>
                <a:gd name="connsiteY0" fmla="*/ 936891 h 1938377"/>
                <a:gd name="connsiteX1" fmla="*/ 54749 w 518975"/>
                <a:gd name="connsiteY1" fmla="*/ 628728 h 1938377"/>
                <a:gd name="connsiteX2" fmla="*/ 22224 w 518975"/>
                <a:gd name="connsiteY2" fmla="*/ 396041 h 1938377"/>
                <a:gd name="connsiteX3" fmla="*/ 135357 w 518975"/>
                <a:gd name="connsiteY3" fmla="*/ 104523 h 1938377"/>
                <a:gd name="connsiteX4" fmla="*/ 457576 w 518975"/>
                <a:gd name="connsiteY4" fmla="*/ 162070 h 1938377"/>
                <a:gd name="connsiteX5" fmla="*/ 518975 w 518975"/>
                <a:gd name="connsiteY5" fmla="*/ 647191 h 1938377"/>
                <a:gd name="connsiteX6" fmla="*/ 295490 w 518975"/>
                <a:gd name="connsiteY6" fmla="*/ 936891 h 1938377"/>
                <a:gd name="connsiteX7" fmla="*/ 295490 w 518975"/>
                <a:gd name="connsiteY7" fmla="*/ 1938377 h 1938377"/>
                <a:gd name="connsiteX8" fmla="*/ 134634 w 518975"/>
                <a:gd name="connsiteY8" fmla="*/ 1938377 h 1938377"/>
                <a:gd name="connsiteX9" fmla="*/ 134634 w 518975"/>
                <a:gd name="connsiteY9" fmla="*/ 936891 h 1938377"/>
                <a:gd name="connsiteX0" fmla="*/ 134634 w 597472"/>
                <a:gd name="connsiteY0" fmla="*/ 936891 h 1938377"/>
                <a:gd name="connsiteX1" fmla="*/ 54749 w 597472"/>
                <a:gd name="connsiteY1" fmla="*/ 628728 h 1938377"/>
                <a:gd name="connsiteX2" fmla="*/ 22224 w 597472"/>
                <a:gd name="connsiteY2" fmla="*/ 396041 h 1938377"/>
                <a:gd name="connsiteX3" fmla="*/ 135357 w 597472"/>
                <a:gd name="connsiteY3" fmla="*/ 104523 h 1938377"/>
                <a:gd name="connsiteX4" fmla="*/ 457576 w 597472"/>
                <a:gd name="connsiteY4" fmla="*/ 162070 h 1938377"/>
                <a:gd name="connsiteX5" fmla="*/ 518975 w 597472"/>
                <a:gd name="connsiteY5" fmla="*/ 647191 h 1938377"/>
                <a:gd name="connsiteX6" fmla="*/ 295490 w 597472"/>
                <a:gd name="connsiteY6" fmla="*/ 936891 h 1938377"/>
                <a:gd name="connsiteX7" fmla="*/ 295490 w 597472"/>
                <a:gd name="connsiteY7" fmla="*/ 1938377 h 1938377"/>
                <a:gd name="connsiteX8" fmla="*/ 134634 w 597472"/>
                <a:gd name="connsiteY8" fmla="*/ 1938377 h 1938377"/>
                <a:gd name="connsiteX9" fmla="*/ 134634 w 597472"/>
                <a:gd name="connsiteY9" fmla="*/ 936891 h 1938377"/>
                <a:gd name="connsiteX0" fmla="*/ 134634 w 597472"/>
                <a:gd name="connsiteY0" fmla="*/ 936891 h 1938377"/>
                <a:gd name="connsiteX1" fmla="*/ 54749 w 597472"/>
                <a:gd name="connsiteY1" fmla="*/ 628728 h 1938377"/>
                <a:gd name="connsiteX2" fmla="*/ 22224 w 597472"/>
                <a:gd name="connsiteY2" fmla="*/ 396041 h 1938377"/>
                <a:gd name="connsiteX3" fmla="*/ 135357 w 597472"/>
                <a:gd name="connsiteY3" fmla="*/ 104523 h 1938377"/>
                <a:gd name="connsiteX4" fmla="*/ 457576 w 597472"/>
                <a:gd name="connsiteY4" fmla="*/ 162070 h 1938377"/>
                <a:gd name="connsiteX5" fmla="*/ 518975 w 597472"/>
                <a:gd name="connsiteY5" fmla="*/ 647191 h 1938377"/>
                <a:gd name="connsiteX6" fmla="*/ 295490 w 597472"/>
                <a:gd name="connsiteY6" fmla="*/ 936891 h 1938377"/>
                <a:gd name="connsiteX7" fmla="*/ 295490 w 597472"/>
                <a:gd name="connsiteY7" fmla="*/ 1938377 h 1938377"/>
                <a:gd name="connsiteX8" fmla="*/ 134634 w 597472"/>
                <a:gd name="connsiteY8" fmla="*/ 1938377 h 1938377"/>
                <a:gd name="connsiteX9" fmla="*/ 134634 w 597472"/>
                <a:gd name="connsiteY9" fmla="*/ 936891 h 1938377"/>
                <a:gd name="connsiteX0" fmla="*/ 134634 w 597472"/>
                <a:gd name="connsiteY0" fmla="*/ 936891 h 1938377"/>
                <a:gd name="connsiteX1" fmla="*/ 54749 w 597472"/>
                <a:gd name="connsiteY1" fmla="*/ 628728 h 1938377"/>
                <a:gd name="connsiteX2" fmla="*/ 22224 w 597472"/>
                <a:gd name="connsiteY2" fmla="*/ 396041 h 1938377"/>
                <a:gd name="connsiteX3" fmla="*/ 135357 w 597472"/>
                <a:gd name="connsiteY3" fmla="*/ 104523 h 1938377"/>
                <a:gd name="connsiteX4" fmla="*/ 457576 w 597472"/>
                <a:gd name="connsiteY4" fmla="*/ 162070 h 1938377"/>
                <a:gd name="connsiteX5" fmla="*/ 518975 w 597472"/>
                <a:gd name="connsiteY5" fmla="*/ 647191 h 1938377"/>
                <a:gd name="connsiteX6" fmla="*/ 295490 w 597472"/>
                <a:gd name="connsiteY6" fmla="*/ 936891 h 1938377"/>
                <a:gd name="connsiteX7" fmla="*/ 295490 w 597472"/>
                <a:gd name="connsiteY7" fmla="*/ 1938377 h 1938377"/>
                <a:gd name="connsiteX8" fmla="*/ 134634 w 597472"/>
                <a:gd name="connsiteY8" fmla="*/ 1938377 h 1938377"/>
                <a:gd name="connsiteX9" fmla="*/ 134634 w 597472"/>
                <a:gd name="connsiteY9" fmla="*/ 936891 h 1938377"/>
                <a:gd name="connsiteX0" fmla="*/ 134634 w 597472"/>
                <a:gd name="connsiteY0" fmla="*/ 936891 h 1938377"/>
                <a:gd name="connsiteX1" fmla="*/ 54749 w 597472"/>
                <a:gd name="connsiteY1" fmla="*/ 628728 h 1938377"/>
                <a:gd name="connsiteX2" fmla="*/ 22224 w 597472"/>
                <a:gd name="connsiteY2" fmla="*/ 396041 h 1938377"/>
                <a:gd name="connsiteX3" fmla="*/ 135357 w 597472"/>
                <a:gd name="connsiteY3" fmla="*/ 104523 h 1938377"/>
                <a:gd name="connsiteX4" fmla="*/ 457576 w 597472"/>
                <a:gd name="connsiteY4" fmla="*/ 162070 h 1938377"/>
                <a:gd name="connsiteX5" fmla="*/ 518975 w 597472"/>
                <a:gd name="connsiteY5" fmla="*/ 647191 h 1938377"/>
                <a:gd name="connsiteX6" fmla="*/ 295490 w 597472"/>
                <a:gd name="connsiteY6" fmla="*/ 936891 h 1938377"/>
                <a:gd name="connsiteX7" fmla="*/ 295490 w 597472"/>
                <a:gd name="connsiteY7" fmla="*/ 1938377 h 1938377"/>
                <a:gd name="connsiteX8" fmla="*/ 134634 w 597472"/>
                <a:gd name="connsiteY8" fmla="*/ 1938377 h 1938377"/>
                <a:gd name="connsiteX9" fmla="*/ 134634 w 597472"/>
                <a:gd name="connsiteY9" fmla="*/ 936891 h 1938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472" h="1938377">
                  <a:moveTo>
                    <a:pt x="134634" y="936891"/>
                  </a:moveTo>
                  <a:cubicBezTo>
                    <a:pt x="-62628" y="836649"/>
                    <a:pt x="26897" y="632202"/>
                    <a:pt x="54749" y="628728"/>
                  </a:cubicBezTo>
                  <a:cubicBezTo>
                    <a:pt x="62173" y="549891"/>
                    <a:pt x="-44914" y="473817"/>
                    <a:pt x="22224" y="396041"/>
                  </a:cubicBezTo>
                  <a:cubicBezTo>
                    <a:pt x="-9400" y="261541"/>
                    <a:pt x="62798" y="143518"/>
                    <a:pt x="135357" y="104523"/>
                  </a:cubicBezTo>
                  <a:cubicBezTo>
                    <a:pt x="187697" y="-79116"/>
                    <a:pt x="493225" y="4274"/>
                    <a:pt x="457576" y="162070"/>
                  </a:cubicBezTo>
                  <a:cubicBezTo>
                    <a:pt x="735491" y="269623"/>
                    <a:pt x="512370" y="598626"/>
                    <a:pt x="518975" y="647191"/>
                  </a:cubicBezTo>
                  <a:cubicBezTo>
                    <a:pt x="541923" y="890430"/>
                    <a:pt x="369985" y="840324"/>
                    <a:pt x="295490" y="936891"/>
                  </a:cubicBezTo>
                  <a:lnTo>
                    <a:pt x="295490" y="1938377"/>
                  </a:lnTo>
                  <a:lnTo>
                    <a:pt x="134634" y="1938377"/>
                  </a:lnTo>
                  <a:lnTo>
                    <a:pt x="134634" y="936891"/>
                  </a:ln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3">
              <a:extLst>
                <a:ext uri="{FF2B5EF4-FFF2-40B4-BE49-F238E27FC236}">
                  <a16:creationId xmlns:a16="http://schemas.microsoft.com/office/drawing/2014/main" id="{0067E318-3916-3FE7-B7C9-EE10D0B56869}"/>
                </a:ext>
              </a:extLst>
            </p:cNvPr>
            <p:cNvSpPr/>
            <p:nvPr/>
          </p:nvSpPr>
          <p:spPr>
            <a:xfrm rot="19570024">
              <a:off x="4589517" y="931094"/>
              <a:ext cx="956776" cy="2235737"/>
            </a:xfrm>
            <a:custGeom>
              <a:avLst/>
              <a:gdLst>
                <a:gd name="connsiteX0" fmla="*/ 0 w 160856"/>
                <a:gd name="connsiteY0" fmla="*/ 0 h 1001486"/>
                <a:gd name="connsiteX1" fmla="*/ 160856 w 160856"/>
                <a:gd name="connsiteY1" fmla="*/ 0 h 1001486"/>
                <a:gd name="connsiteX2" fmla="*/ 160856 w 160856"/>
                <a:gd name="connsiteY2" fmla="*/ 1001486 h 1001486"/>
                <a:gd name="connsiteX3" fmla="*/ 0 w 160856"/>
                <a:gd name="connsiteY3" fmla="*/ 1001486 h 1001486"/>
                <a:gd name="connsiteX4" fmla="*/ 0 w 160856"/>
                <a:gd name="connsiteY4" fmla="*/ 0 h 1001486"/>
                <a:gd name="connsiteX0" fmla="*/ 83678 w 244534"/>
                <a:gd name="connsiteY0" fmla="*/ 308163 h 1309649"/>
                <a:gd name="connsiteX1" fmla="*/ 3793 w 244534"/>
                <a:gd name="connsiteY1" fmla="*/ 0 h 1309649"/>
                <a:gd name="connsiteX2" fmla="*/ 244534 w 244534"/>
                <a:gd name="connsiteY2" fmla="*/ 308163 h 1309649"/>
                <a:gd name="connsiteX3" fmla="*/ 244534 w 244534"/>
                <a:gd name="connsiteY3" fmla="*/ 1309649 h 1309649"/>
                <a:gd name="connsiteX4" fmla="*/ 83678 w 244534"/>
                <a:gd name="connsiteY4" fmla="*/ 1309649 h 1309649"/>
                <a:gd name="connsiteX5" fmla="*/ 83678 w 244534"/>
                <a:gd name="connsiteY5" fmla="*/ 308163 h 1309649"/>
                <a:gd name="connsiteX0" fmla="*/ 83678 w 468019"/>
                <a:gd name="connsiteY0" fmla="*/ 309973 h 1311459"/>
                <a:gd name="connsiteX1" fmla="*/ 3793 w 468019"/>
                <a:gd name="connsiteY1" fmla="*/ 1810 h 1311459"/>
                <a:gd name="connsiteX2" fmla="*/ 468019 w 468019"/>
                <a:gd name="connsiteY2" fmla="*/ 20273 h 1311459"/>
                <a:gd name="connsiteX3" fmla="*/ 244534 w 468019"/>
                <a:gd name="connsiteY3" fmla="*/ 309973 h 1311459"/>
                <a:gd name="connsiteX4" fmla="*/ 244534 w 468019"/>
                <a:gd name="connsiteY4" fmla="*/ 1311459 h 1311459"/>
                <a:gd name="connsiteX5" fmla="*/ 83678 w 468019"/>
                <a:gd name="connsiteY5" fmla="*/ 1311459 h 1311459"/>
                <a:gd name="connsiteX6" fmla="*/ 83678 w 468019"/>
                <a:gd name="connsiteY6" fmla="*/ 309973 h 1311459"/>
                <a:gd name="connsiteX0" fmla="*/ 83678 w 468019"/>
                <a:gd name="connsiteY0" fmla="*/ 774837 h 1776323"/>
                <a:gd name="connsiteX1" fmla="*/ 3793 w 468019"/>
                <a:gd name="connsiteY1" fmla="*/ 466674 h 1776323"/>
                <a:gd name="connsiteX2" fmla="*/ 406620 w 468019"/>
                <a:gd name="connsiteY2" fmla="*/ 16 h 1776323"/>
                <a:gd name="connsiteX3" fmla="*/ 468019 w 468019"/>
                <a:gd name="connsiteY3" fmla="*/ 485137 h 1776323"/>
                <a:gd name="connsiteX4" fmla="*/ 244534 w 468019"/>
                <a:gd name="connsiteY4" fmla="*/ 774837 h 1776323"/>
                <a:gd name="connsiteX5" fmla="*/ 244534 w 468019"/>
                <a:gd name="connsiteY5" fmla="*/ 1776323 h 1776323"/>
                <a:gd name="connsiteX6" fmla="*/ 83678 w 468019"/>
                <a:gd name="connsiteY6" fmla="*/ 1776323 h 1776323"/>
                <a:gd name="connsiteX7" fmla="*/ 83678 w 468019"/>
                <a:gd name="connsiteY7" fmla="*/ 774837 h 1776323"/>
                <a:gd name="connsiteX0" fmla="*/ 134634 w 518975"/>
                <a:gd name="connsiteY0" fmla="*/ 778166 h 1779652"/>
                <a:gd name="connsiteX1" fmla="*/ 54749 w 518975"/>
                <a:gd name="connsiteY1" fmla="*/ 470003 h 1779652"/>
                <a:gd name="connsiteX2" fmla="*/ 22224 w 518975"/>
                <a:gd name="connsiteY2" fmla="*/ 237316 h 1779652"/>
                <a:gd name="connsiteX3" fmla="*/ 457576 w 518975"/>
                <a:gd name="connsiteY3" fmla="*/ 3345 h 1779652"/>
                <a:gd name="connsiteX4" fmla="*/ 518975 w 518975"/>
                <a:gd name="connsiteY4" fmla="*/ 488466 h 1779652"/>
                <a:gd name="connsiteX5" fmla="*/ 295490 w 518975"/>
                <a:gd name="connsiteY5" fmla="*/ 778166 h 1779652"/>
                <a:gd name="connsiteX6" fmla="*/ 295490 w 518975"/>
                <a:gd name="connsiteY6" fmla="*/ 1779652 h 1779652"/>
                <a:gd name="connsiteX7" fmla="*/ 134634 w 518975"/>
                <a:gd name="connsiteY7" fmla="*/ 1779652 h 1779652"/>
                <a:gd name="connsiteX8" fmla="*/ 134634 w 518975"/>
                <a:gd name="connsiteY8" fmla="*/ 778166 h 1779652"/>
                <a:gd name="connsiteX0" fmla="*/ 134634 w 518975"/>
                <a:gd name="connsiteY0" fmla="*/ 810443 h 1811929"/>
                <a:gd name="connsiteX1" fmla="*/ 54749 w 518975"/>
                <a:gd name="connsiteY1" fmla="*/ 502280 h 1811929"/>
                <a:gd name="connsiteX2" fmla="*/ 22224 w 518975"/>
                <a:gd name="connsiteY2" fmla="*/ 269593 h 1811929"/>
                <a:gd name="connsiteX3" fmla="*/ 457576 w 518975"/>
                <a:gd name="connsiteY3" fmla="*/ 35622 h 1811929"/>
                <a:gd name="connsiteX4" fmla="*/ 518975 w 518975"/>
                <a:gd name="connsiteY4" fmla="*/ 520743 h 1811929"/>
                <a:gd name="connsiteX5" fmla="*/ 295490 w 518975"/>
                <a:gd name="connsiteY5" fmla="*/ 810443 h 1811929"/>
                <a:gd name="connsiteX6" fmla="*/ 295490 w 518975"/>
                <a:gd name="connsiteY6" fmla="*/ 1811929 h 1811929"/>
                <a:gd name="connsiteX7" fmla="*/ 134634 w 518975"/>
                <a:gd name="connsiteY7" fmla="*/ 1811929 h 1811929"/>
                <a:gd name="connsiteX8" fmla="*/ 134634 w 518975"/>
                <a:gd name="connsiteY8" fmla="*/ 810443 h 1811929"/>
                <a:gd name="connsiteX0" fmla="*/ 134634 w 518975"/>
                <a:gd name="connsiteY0" fmla="*/ 854296 h 1855782"/>
                <a:gd name="connsiteX1" fmla="*/ 54749 w 518975"/>
                <a:gd name="connsiteY1" fmla="*/ 546133 h 1855782"/>
                <a:gd name="connsiteX2" fmla="*/ 22224 w 518975"/>
                <a:gd name="connsiteY2" fmla="*/ 313446 h 1855782"/>
                <a:gd name="connsiteX3" fmla="*/ 135357 w 518975"/>
                <a:gd name="connsiteY3" fmla="*/ 21928 h 1855782"/>
                <a:gd name="connsiteX4" fmla="*/ 457576 w 518975"/>
                <a:gd name="connsiteY4" fmla="*/ 79475 h 1855782"/>
                <a:gd name="connsiteX5" fmla="*/ 518975 w 518975"/>
                <a:gd name="connsiteY5" fmla="*/ 564596 h 1855782"/>
                <a:gd name="connsiteX6" fmla="*/ 295490 w 518975"/>
                <a:gd name="connsiteY6" fmla="*/ 854296 h 1855782"/>
                <a:gd name="connsiteX7" fmla="*/ 295490 w 518975"/>
                <a:gd name="connsiteY7" fmla="*/ 1855782 h 1855782"/>
                <a:gd name="connsiteX8" fmla="*/ 134634 w 518975"/>
                <a:gd name="connsiteY8" fmla="*/ 1855782 h 1855782"/>
                <a:gd name="connsiteX9" fmla="*/ 134634 w 518975"/>
                <a:gd name="connsiteY9" fmla="*/ 854296 h 1855782"/>
                <a:gd name="connsiteX0" fmla="*/ 134634 w 518975"/>
                <a:gd name="connsiteY0" fmla="*/ 918472 h 1919958"/>
                <a:gd name="connsiteX1" fmla="*/ 54749 w 518975"/>
                <a:gd name="connsiteY1" fmla="*/ 610309 h 1919958"/>
                <a:gd name="connsiteX2" fmla="*/ 22224 w 518975"/>
                <a:gd name="connsiteY2" fmla="*/ 377622 h 1919958"/>
                <a:gd name="connsiteX3" fmla="*/ 135357 w 518975"/>
                <a:gd name="connsiteY3" fmla="*/ 86104 h 1919958"/>
                <a:gd name="connsiteX4" fmla="*/ 457576 w 518975"/>
                <a:gd name="connsiteY4" fmla="*/ 143651 h 1919958"/>
                <a:gd name="connsiteX5" fmla="*/ 518975 w 518975"/>
                <a:gd name="connsiteY5" fmla="*/ 628772 h 1919958"/>
                <a:gd name="connsiteX6" fmla="*/ 295490 w 518975"/>
                <a:gd name="connsiteY6" fmla="*/ 918472 h 1919958"/>
                <a:gd name="connsiteX7" fmla="*/ 295490 w 518975"/>
                <a:gd name="connsiteY7" fmla="*/ 1919958 h 1919958"/>
                <a:gd name="connsiteX8" fmla="*/ 134634 w 518975"/>
                <a:gd name="connsiteY8" fmla="*/ 1919958 h 1919958"/>
                <a:gd name="connsiteX9" fmla="*/ 134634 w 518975"/>
                <a:gd name="connsiteY9" fmla="*/ 918472 h 1919958"/>
                <a:gd name="connsiteX0" fmla="*/ 134634 w 518975"/>
                <a:gd name="connsiteY0" fmla="*/ 936891 h 1938377"/>
                <a:gd name="connsiteX1" fmla="*/ 54749 w 518975"/>
                <a:gd name="connsiteY1" fmla="*/ 628728 h 1938377"/>
                <a:gd name="connsiteX2" fmla="*/ 22224 w 518975"/>
                <a:gd name="connsiteY2" fmla="*/ 396041 h 1938377"/>
                <a:gd name="connsiteX3" fmla="*/ 135357 w 518975"/>
                <a:gd name="connsiteY3" fmla="*/ 104523 h 1938377"/>
                <a:gd name="connsiteX4" fmla="*/ 457576 w 518975"/>
                <a:gd name="connsiteY4" fmla="*/ 162070 h 1938377"/>
                <a:gd name="connsiteX5" fmla="*/ 518975 w 518975"/>
                <a:gd name="connsiteY5" fmla="*/ 647191 h 1938377"/>
                <a:gd name="connsiteX6" fmla="*/ 295490 w 518975"/>
                <a:gd name="connsiteY6" fmla="*/ 936891 h 1938377"/>
                <a:gd name="connsiteX7" fmla="*/ 295490 w 518975"/>
                <a:gd name="connsiteY7" fmla="*/ 1938377 h 1938377"/>
                <a:gd name="connsiteX8" fmla="*/ 134634 w 518975"/>
                <a:gd name="connsiteY8" fmla="*/ 1938377 h 1938377"/>
                <a:gd name="connsiteX9" fmla="*/ 134634 w 518975"/>
                <a:gd name="connsiteY9" fmla="*/ 936891 h 1938377"/>
                <a:gd name="connsiteX0" fmla="*/ 134634 w 597472"/>
                <a:gd name="connsiteY0" fmla="*/ 936891 h 1938377"/>
                <a:gd name="connsiteX1" fmla="*/ 54749 w 597472"/>
                <a:gd name="connsiteY1" fmla="*/ 628728 h 1938377"/>
                <a:gd name="connsiteX2" fmla="*/ 22224 w 597472"/>
                <a:gd name="connsiteY2" fmla="*/ 396041 h 1938377"/>
                <a:gd name="connsiteX3" fmla="*/ 135357 w 597472"/>
                <a:gd name="connsiteY3" fmla="*/ 104523 h 1938377"/>
                <a:gd name="connsiteX4" fmla="*/ 457576 w 597472"/>
                <a:gd name="connsiteY4" fmla="*/ 162070 h 1938377"/>
                <a:gd name="connsiteX5" fmla="*/ 518975 w 597472"/>
                <a:gd name="connsiteY5" fmla="*/ 647191 h 1938377"/>
                <a:gd name="connsiteX6" fmla="*/ 295490 w 597472"/>
                <a:gd name="connsiteY6" fmla="*/ 936891 h 1938377"/>
                <a:gd name="connsiteX7" fmla="*/ 295490 w 597472"/>
                <a:gd name="connsiteY7" fmla="*/ 1938377 h 1938377"/>
                <a:gd name="connsiteX8" fmla="*/ 134634 w 597472"/>
                <a:gd name="connsiteY8" fmla="*/ 1938377 h 1938377"/>
                <a:gd name="connsiteX9" fmla="*/ 134634 w 597472"/>
                <a:gd name="connsiteY9" fmla="*/ 936891 h 1938377"/>
                <a:gd name="connsiteX0" fmla="*/ 134634 w 597472"/>
                <a:gd name="connsiteY0" fmla="*/ 936891 h 1938377"/>
                <a:gd name="connsiteX1" fmla="*/ 54749 w 597472"/>
                <a:gd name="connsiteY1" fmla="*/ 628728 h 1938377"/>
                <a:gd name="connsiteX2" fmla="*/ 22224 w 597472"/>
                <a:gd name="connsiteY2" fmla="*/ 396041 h 1938377"/>
                <a:gd name="connsiteX3" fmla="*/ 135357 w 597472"/>
                <a:gd name="connsiteY3" fmla="*/ 104523 h 1938377"/>
                <a:gd name="connsiteX4" fmla="*/ 457576 w 597472"/>
                <a:gd name="connsiteY4" fmla="*/ 162070 h 1938377"/>
                <a:gd name="connsiteX5" fmla="*/ 518975 w 597472"/>
                <a:gd name="connsiteY5" fmla="*/ 647191 h 1938377"/>
                <a:gd name="connsiteX6" fmla="*/ 295490 w 597472"/>
                <a:gd name="connsiteY6" fmla="*/ 936891 h 1938377"/>
                <a:gd name="connsiteX7" fmla="*/ 295490 w 597472"/>
                <a:gd name="connsiteY7" fmla="*/ 1938377 h 1938377"/>
                <a:gd name="connsiteX8" fmla="*/ 134634 w 597472"/>
                <a:gd name="connsiteY8" fmla="*/ 1938377 h 1938377"/>
                <a:gd name="connsiteX9" fmla="*/ 134634 w 597472"/>
                <a:gd name="connsiteY9" fmla="*/ 936891 h 1938377"/>
                <a:gd name="connsiteX0" fmla="*/ 134634 w 597472"/>
                <a:gd name="connsiteY0" fmla="*/ 936891 h 1938377"/>
                <a:gd name="connsiteX1" fmla="*/ 54749 w 597472"/>
                <a:gd name="connsiteY1" fmla="*/ 628728 h 1938377"/>
                <a:gd name="connsiteX2" fmla="*/ 22224 w 597472"/>
                <a:gd name="connsiteY2" fmla="*/ 396041 h 1938377"/>
                <a:gd name="connsiteX3" fmla="*/ 135357 w 597472"/>
                <a:gd name="connsiteY3" fmla="*/ 104523 h 1938377"/>
                <a:gd name="connsiteX4" fmla="*/ 457576 w 597472"/>
                <a:gd name="connsiteY4" fmla="*/ 162070 h 1938377"/>
                <a:gd name="connsiteX5" fmla="*/ 518975 w 597472"/>
                <a:gd name="connsiteY5" fmla="*/ 647191 h 1938377"/>
                <a:gd name="connsiteX6" fmla="*/ 295490 w 597472"/>
                <a:gd name="connsiteY6" fmla="*/ 936891 h 1938377"/>
                <a:gd name="connsiteX7" fmla="*/ 295490 w 597472"/>
                <a:gd name="connsiteY7" fmla="*/ 1938377 h 1938377"/>
                <a:gd name="connsiteX8" fmla="*/ 134634 w 597472"/>
                <a:gd name="connsiteY8" fmla="*/ 1938377 h 1938377"/>
                <a:gd name="connsiteX9" fmla="*/ 134634 w 597472"/>
                <a:gd name="connsiteY9" fmla="*/ 936891 h 1938377"/>
                <a:gd name="connsiteX0" fmla="*/ 134634 w 597472"/>
                <a:gd name="connsiteY0" fmla="*/ 936891 h 1938377"/>
                <a:gd name="connsiteX1" fmla="*/ 54749 w 597472"/>
                <a:gd name="connsiteY1" fmla="*/ 628728 h 1938377"/>
                <a:gd name="connsiteX2" fmla="*/ 22224 w 597472"/>
                <a:gd name="connsiteY2" fmla="*/ 396041 h 1938377"/>
                <a:gd name="connsiteX3" fmla="*/ 135357 w 597472"/>
                <a:gd name="connsiteY3" fmla="*/ 104523 h 1938377"/>
                <a:gd name="connsiteX4" fmla="*/ 457576 w 597472"/>
                <a:gd name="connsiteY4" fmla="*/ 162070 h 1938377"/>
                <a:gd name="connsiteX5" fmla="*/ 518975 w 597472"/>
                <a:gd name="connsiteY5" fmla="*/ 647191 h 1938377"/>
                <a:gd name="connsiteX6" fmla="*/ 295490 w 597472"/>
                <a:gd name="connsiteY6" fmla="*/ 936891 h 1938377"/>
                <a:gd name="connsiteX7" fmla="*/ 295490 w 597472"/>
                <a:gd name="connsiteY7" fmla="*/ 1938377 h 1938377"/>
                <a:gd name="connsiteX8" fmla="*/ 134634 w 597472"/>
                <a:gd name="connsiteY8" fmla="*/ 1938377 h 1938377"/>
                <a:gd name="connsiteX9" fmla="*/ 134634 w 597472"/>
                <a:gd name="connsiteY9" fmla="*/ 936891 h 1938377"/>
                <a:gd name="connsiteX0" fmla="*/ 134634 w 816875"/>
                <a:gd name="connsiteY0" fmla="*/ 912396 h 1913882"/>
                <a:gd name="connsiteX1" fmla="*/ 54749 w 816875"/>
                <a:gd name="connsiteY1" fmla="*/ 604233 h 1913882"/>
                <a:gd name="connsiteX2" fmla="*/ 22224 w 816875"/>
                <a:gd name="connsiteY2" fmla="*/ 371546 h 1913882"/>
                <a:gd name="connsiteX3" fmla="*/ 135357 w 816875"/>
                <a:gd name="connsiteY3" fmla="*/ 80028 h 1913882"/>
                <a:gd name="connsiteX4" fmla="*/ 732479 w 816875"/>
                <a:gd name="connsiteY4" fmla="*/ 222879 h 1913882"/>
                <a:gd name="connsiteX5" fmla="*/ 518975 w 816875"/>
                <a:gd name="connsiteY5" fmla="*/ 622696 h 1913882"/>
                <a:gd name="connsiteX6" fmla="*/ 295490 w 816875"/>
                <a:gd name="connsiteY6" fmla="*/ 912396 h 1913882"/>
                <a:gd name="connsiteX7" fmla="*/ 295490 w 816875"/>
                <a:gd name="connsiteY7" fmla="*/ 1913882 h 1913882"/>
                <a:gd name="connsiteX8" fmla="*/ 134634 w 816875"/>
                <a:gd name="connsiteY8" fmla="*/ 1913882 h 1913882"/>
                <a:gd name="connsiteX9" fmla="*/ 134634 w 816875"/>
                <a:gd name="connsiteY9" fmla="*/ 912396 h 1913882"/>
                <a:gd name="connsiteX0" fmla="*/ 134634 w 833593"/>
                <a:gd name="connsiteY0" fmla="*/ 912396 h 1913882"/>
                <a:gd name="connsiteX1" fmla="*/ 54749 w 833593"/>
                <a:gd name="connsiteY1" fmla="*/ 604233 h 1913882"/>
                <a:gd name="connsiteX2" fmla="*/ 22224 w 833593"/>
                <a:gd name="connsiteY2" fmla="*/ 371546 h 1913882"/>
                <a:gd name="connsiteX3" fmla="*/ 135357 w 833593"/>
                <a:gd name="connsiteY3" fmla="*/ 80028 h 1913882"/>
                <a:gd name="connsiteX4" fmla="*/ 732479 w 833593"/>
                <a:gd name="connsiteY4" fmla="*/ 222879 h 1913882"/>
                <a:gd name="connsiteX5" fmla="*/ 633181 w 833593"/>
                <a:gd name="connsiteY5" fmla="*/ 629094 h 1913882"/>
                <a:gd name="connsiteX6" fmla="*/ 295490 w 833593"/>
                <a:gd name="connsiteY6" fmla="*/ 912396 h 1913882"/>
                <a:gd name="connsiteX7" fmla="*/ 295490 w 833593"/>
                <a:gd name="connsiteY7" fmla="*/ 1913882 h 1913882"/>
                <a:gd name="connsiteX8" fmla="*/ 134634 w 833593"/>
                <a:gd name="connsiteY8" fmla="*/ 1913882 h 1913882"/>
                <a:gd name="connsiteX9" fmla="*/ 134634 w 833593"/>
                <a:gd name="connsiteY9" fmla="*/ 912396 h 1913882"/>
                <a:gd name="connsiteX0" fmla="*/ 134634 w 833593"/>
                <a:gd name="connsiteY0" fmla="*/ 912396 h 1913882"/>
                <a:gd name="connsiteX1" fmla="*/ 54749 w 833593"/>
                <a:gd name="connsiteY1" fmla="*/ 604233 h 1913882"/>
                <a:gd name="connsiteX2" fmla="*/ 22224 w 833593"/>
                <a:gd name="connsiteY2" fmla="*/ 371546 h 1913882"/>
                <a:gd name="connsiteX3" fmla="*/ 135357 w 833593"/>
                <a:gd name="connsiteY3" fmla="*/ 80028 h 1913882"/>
                <a:gd name="connsiteX4" fmla="*/ 732479 w 833593"/>
                <a:gd name="connsiteY4" fmla="*/ 222879 h 1913882"/>
                <a:gd name="connsiteX5" fmla="*/ 633181 w 833593"/>
                <a:gd name="connsiteY5" fmla="*/ 629094 h 1913882"/>
                <a:gd name="connsiteX6" fmla="*/ 389221 w 833593"/>
                <a:gd name="connsiteY6" fmla="*/ 927139 h 1913882"/>
                <a:gd name="connsiteX7" fmla="*/ 295490 w 833593"/>
                <a:gd name="connsiteY7" fmla="*/ 1913882 h 1913882"/>
                <a:gd name="connsiteX8" fmla="*/ 134634 w 833593"/>
                <a:gd name="connsiteY8" fmla="*/ 1913882 h 1913882"/>
                <a:gd name="connsiteX9" fmla="*/ 134634 w 833593"/>
                <a:gd name="connsiteY9" fmla="*/ 912396 h 1913882"/>
                <a:gd name="connsiteX0" fmla="*/ 247268 w 833593"/>
                <a:gd name="connsiteY0" fmla="*/ 929061 h 1913882"/>
                <a:gd name="connsiteX1" fmla="*/ 54749 w 833593"/>
                <a:gd name="connsiteY1" fmla="*/ 604233 h 1913882"/>
                <a:gd name="connsiteX2" fmla="*/ 22224 w 833593"/>
                <a:gd name="connsiteY2" fmla="*/ 371546 h 1913882"/>
                <a:gd name="connsiteX3" fmla="*/ 135357 w 833593"/>
                <a:gd name="connsiteY3" fmla="*/ 80028 h 1913882"/>
                <a:gd name="connsiteX4" fmla="*/ 732479 w 833593"/>
                <a:gd name="connsiteY4" fmla="*/ 222879 h 1913882"/>
                <a:gd name="connsiteX5" fmla="*/ 633181 w 833593"/>
                <a:gd name="connsiteY5" fmla="*/ 629094 h 1913882"/>
                <a:gd name="connsiteX6" fmla="*/ 389221 w 833593"/>
                <a:gd name="connsiteY6" fmla="*/ 927139 h 1913882"/>
                <a:gd name="connsiteX7" fmla="*/ 295490 w 833593"/>
                <a:gd name="connsiteY7" fmla="*/ 1913882 h 1913882"/>
                <a:gd name="connsiteX8" fmla="*/ 134634 w 833593"/>
                <a:gd name="connsiteY8" fmla="*/ 1913882 h 1913882"/>
                <a:gd name="connsiteX9" fmla="*/ 247268 w 833593"/>
                <a:gd name="connsiteY9" fmla="*/ 929061 h 1913882"/>
                <a:gd name="connsiteX0" fmla="*/ 247268 w 833593"/>
                <a:gd name="connsiteY0" fmla="*/ 916865 h 1901686"/>
                <a:gd name="connsiteX1" fmla="*/ 54749 w 833593"/>
                <a:gd name="connsiteY1" fmla="*/ 592037 h 1901686"/>
                <a:gd name="connsiteX2" fmla="*/ 22224 w 833593"/>
                <a:gd name="connsiteY2" fmla="*/ 359350 h 1901686"/>
                <a:gd name="connsiteX3" fmla="*/ 292886 w 833593"/>
                <a:gd name="connsiteY3" fmla="*/ 83847 h 1901686"/>
                <a:gd name="connsiteX4" fmla="*/ 732479 w 833593"/>
                <a:gd name="connsiteY4" fmla="*/ 210683 h 1901686"/>
                <a:gd name="connsiteX5" fmla="*/ 633181 w 833593"/>
                <a:gd name="connsiteY5" fmla="*/ 616898 h 1901686"/>
                <a:gd name="connsiteX6" fmla="*/ 389221 w 833593"/>
                <a:gd name="connsiteY6" fmla="*/ 914943 h 1901686"/>
                <a:gd name="connsiteX7" fmla="*/ 295490 w 833593"/>
                <a:gd name="connsiteY7" fmla="*/ 1901686 h 1901686"/>
                <a:gd name="connsiteX8" fmla="*/ 134634 w 833593"/>
                <a:gd name="connsiteY8" fmla="*/ 1901686 h 1901686"/>
                <a:gd name="connsiteX9" fmla="*/ 247268 w 833593"/>
                <a:gd name="connsiteY9" fmla="*/ 916865 h 1901686"/>
                <a:gd name="connsiteX0" fmla="*/ 247268 w 833593"/>
                <a:gd name="connsiteY0" fmla="*/ 968486 h 1953307"/>
                <a:gd name="connsiteX1" fmla="*/ 54749 w 833593"/>
                <a:gd name="connsiteY1" fmla="*/ 643658 h 1953307"/>
                <a:gd name="connsiteX2" fmla="*/ 22224 w 833593"/>
                <a:gd name="connsiteY2" fmla="*/ 410971 h 1953307"/>
                <a:gd name="connsiteX3" fmla="*/ 520490 w 833593"/>
                <a:gd name="connsiteY3" fmla="*/ 69967 h 1953307"/>
                <a:gd name="connsiteX4" fmla="*/ 732479 w 833593"/>
                <a:gd name="connsiteY4" fmla="*/ 262304 h 1953307"/>
                <a:gd name="connsiteX5" fmla="*/ 633181 w 833593"/>
                <a:gd name="connsiteY5" fmla="*/ 668519 h 1953307"/>
                <a:gd name="connsiteX6" fmla="*/ 389221 w 833593"/>
                <a:gd name="connsiteY6" fmla="*/ 966564 h 1953307"/>
                <a:gd name="connsiteX7" fmla="*/ 295490 w 833593"/>
                <a:gd name="connsiteY7" fmla="*/ 1953307 h 1953307"/>
                <a:gd name="connsiteX8" fmla="*/ 134634 w 833593"/>
                <a:gd name="connsiteY8" fmla="*/ 1953307 h 1953307"/>
                <a:gd name="connsiteX9" fmla="*/ 247268 w 833593"/>
                <a:gd name="connsiteY9" fmla="*/ 968486 h 1953307"/>
                <a:gd name="connsiteX0" fmla="*/ 247268 w 833593"/>
                <a:gd name="connsiteY0" fmla="*/ 968486 h 1953307"/>
                <a:gd name="connsiteX1" fmla="*/ 54749 w 833593"/>
                <a:gd name="connsiteY1" fmla="*/ 643658 h 1953307"/>
                <a:gd name="connsiteX2" fmla="*/ 22224 w 833593"/>
                <a:gd name="connsiteY2" fmla="*/ 410971 h 1953307"/>
                <a:gd name="connsiteX3" fmla="*/ 520490 w 833593"/>
                <a:gd name="connsiteY3" fmla="*/ 69967 h 1953307"/>
                <a:gd name="connsiteX4" fmla="*/ 732479 w 833593"/>
                <a:gd name="connsiteY4" fmla="*/ 262304 h 1953307"/>
                <a:gd name="connsiteX5" fmla="*/ 633181 w 833593"/>
                <a:gd name="connsiteY5" fmla="*/ 668519 h 1953307"/>
                <a:gd name="connsiteX6" fmla="*/ 389221 w 833593"/>
                <a:gd name="connsiteY6" fmla="*/ 966564 h 1953307"/>
                <a:gd name="connsiteX7" fmla="*/ 295490 w 833593"/>
                <a:gd name="connsiteY7" fmla="*/ 1953307 h 1953307"/>
                <a:gd name="connsiteX8" fmla="*/ 134634 w 833593"/>
                <a:gd name="connsiteY8" fmla="*/ 1953307 h 1953307"/>
                <a:gd name="connsiteX9" fmla="*/ 247268 w 833593"/>
                <a:gd name="connsiteY9" fmla="*/ 968486 h 1953307"/>
                <a:gd name="connsiteX0" fmla="*/ 202193 w 788518"/>
                <a:gd name="connsiteY0" fmla="*/ 968486 h 1953307"/>
                <a:gd name="connsiteX1" fmla="*/ 9674 w 788518"/>
                <a:gd name="connsiteY1" fmla="*/ 643658 h 1953307"/>
                <a:gd name="connsiteX2" fmla="*/ 156714 w 788518"/>
                <a:gd name="connsiteY2" fmla="*/ 366657 h 1953307"/>
                <a:gd name="connsiteX3" fmla="*/ 475415 w 788518"/>
                <a:gd name="connsiteY3" fmla="*/ 69967 h 1953307"/>
                <a:gd name="connsiteX4" fmla="*/ 687404 w 788518"/>
                <a:gd name="connsiteY4" fmla="*/ 262304 h 1953307"/>
                <a:gd name="connsiteX5" fmla="*/ 588106 w 788518"/>
                <a:gd name="connsiteY5" fmla="*/ 668519 h 1953307"/>
                <a:gd name="connsiteX6" fmla="*/ 344146 w 788518"/>
                <a:gd name="connsiteY6" fmla="*/ 966564 h 1953307"/>
                <a:gd name="connsiteX7" fmla="*/ 250415 w 788518"/>
                <a:gd name="connsiteY7" fmla="*/ 1953307 h 1953307"/>
                <a:gd name="connsiteX8" fmla="*/ 89559 w 788518"/>
                <a:gd name="connsiteY8" fmla="*/ 1953307 h 1953307"/>
                <a:gd name="connsiteX9" fmla="*/ 202193 w 788518"/>
                <a:gd name="connsiteY9" fmla="*/ 968486 h 1953307"/>
                <a:gd name="connsiteX0" fmla="*/ 202193 w 788518"/>
                <a:gd name="connsiteY0" fmla="*/ 968486 h 1953307"/>
                <a:gd name="connsiteX1" fmla="*/ 9674 w 788518"/>
                <a:gd name="connsiteY1" fmla="*/ 643658 h 1953307"/>
                <a:gd name="connsiteX2" fmla="*/ 156714 w 788518"/>
                <a:gd name="connsiteY2" fmla="*/ 366657 h 1953307"/>
                <a:gd name="connsiteX3" fmla="*/ 475415 w 788518"/>
                <a:gd name="connsiteY3" fmla="*/ 69967 h 1953307"/>
                <a:gd name="connsiteX4" fmla="*/ 687404 w 788518"/>
                <a:gd name="connsiteY4" fmla="*/ 262304 h 1953307"/>
                <a:gd name="connsiteX5" fmla="*/ 588106 w 788518"/>
                <a:gd name="connsiteY5" fmla="*/ 668519 h 1953307"/>
                <a:gd name="connsiteX6" fmla="*/ 344146 w 788518"/>
                <a:gd name="connsiteY6" fmla="*/ 966564 h 1953307"/>
                <a:gd name="connsiteX7" fmla="*/ 250415 w 788518"/>
                <a:gd name="connsiteY7" fmla="*/ 1953307 h 1953307"/>
                <a:gd name="connsiteX8" fmla="*/ 89559 w 788518"/>
                <a:gd name="connsiteY8" fmla="*/ 1953307 h 1953307"/>
                <a:gd name="connsiteX9" fmla="*/ 202193 w 788518"/>
                <a:gd name="connsiteY9" fmla="*/ 968486 h 1953307"/>
                <a:gd name="connsiteX0" fmla="*/ 202193 w 788518"/>
                <a:gd name="connsiteY0" fmla="*/ 968486 h 1953307"/>
                <a:gd name="connsiteX1" fmla="*/ 9674 w 788518"/>
                <a:gd name="connsiteY1" fmla="*/ 643658 h 1953307"/>
                <a:gd name="connsiteX2" fmla="*/ 153460 w 788518"/>
                <a:gd name="connsiteY2" fmla="*/ 270033 h 1953307"/>
                <a:gd name="connsiteX3" fmla="*/ 475415 w 788518"/>
                <a:gd name="connsiteY3" fmla="*/ 69967 h 1953307"/>
                <a:gd name="connsiteX4" fmla="*/ 687404 w 788518"/>
                <a:gd name="connsiteY4" fmla="*/ 262304 h 1953307"/>
                <a:gd name="connsiteX5" fmla="*/ 588106 w 788518"/>
                <a:gd name="connsiteY5" fmla="*/ 668519 h 1953307"/>
                <a:gd name="connsiteX6" fmla="*/ 344146 w 788518"/>
                <a:gd name="connsiteY6" fmla="*/ 966564 h 1953307"/>
                <a:gd name="connsiteX7" fmla="*/ 250415 w 788518"/>
                <a:gd name="connsiteY7" fmla="*/ 1953307 h 1953307"/>
                <a:gd name="connsiteX8" fmla="*/ 89559 w 788518"/>
                <a:gd name="connsiteY8" fmla="*/ 1953307 h 1953307"/>
                <a:gd name="connsiteX9" fmla="*/ 202193 w 788518"/>
                <a:gd name="connsiteY9" fmla="*/ 968486 h 1953307"/>
                <a:gd name="connsiteX0" fmla="*/ 202193 w 788518"/>
                <a:gd name="connsiteY0" fmla="*/ 751299 h 1736120"/>
                <a:gd name="connsiteX1" fmla="*/ 9674 w 788518"/>
                <a:gd name="connsiteY1" fmla="*/ 426471 h 1736120"/>
                <a:gd name="connsiteX2" fmla="*/ 153460 w 788518"/>
                <a:gd name="connsiteY2" fmla="*/ 52846 h 1736120"/>
                <a:gd name="connsiteX3" fmla="*/ 687404 w 788518"/>
                <a:gd name="connsiteY3" fmla="*/ 45117 h 1736120"/>
                <a:gd name="connsiteX4" fmla="*/ 588106 w 788518"/>
                <a:gd name="connsiteY4" fmla="*/ 451332 h 1736120"/>
                <a:gd name="connsiteX5" fmla="*/ 344146 w 788518"/>
                <a:gd name="connsiteY5" fmla="*/ 749377 h 1736120"/>
                <a:gd name="connsiteX6" fmla="*/ 250415 w 788518"/>
                <a:gd name="connsiteY6" fmla="*/ 1736120 h 1736120"/>
                <a:gd name="connsiteX7" fmla="*/ 89559 w 788518"/>
                <a:gd name="connsiteY7" fmla="*/ 1736120 h 1736120"/>
                <a:gd name="connsiteX8" fmla="*/ 202193 w 788518"/>
                <a:gd name="connsiteY8" fmla="*/ 751299 h 1736120"/>
                <a:gd name="connsiteX0" fmla="*/ 202193 w 788518"/>
                <a:gd name="connsiteY0" fmla="*/ 905302 h 1890123"/>
                <a:gd name="connsiteX1" fmla="*/ 9674 w 788518"/>
                <a:gd name="connsiteY1" fmla="*/ 580474 h 1890123"/>
                <a:gd name="connsiteX2" fmla="*/ 153460 w 788518"/>
                <a:gd name="connsiteY2" fmla="*/ 206849 h 1890123"/>
                <a:gd name="connsiteX3" fmla="*/ 469945 w 788518"/>
                <a:gd name="connsiteY3" fmla="*/ 9 h 1890123"/>
                <a:gd name="connsiteX4" fmla="*/ 687404 w 788518"/>
                <a:gd name="connsiteY4" fmla="*/ 199120 h 1890123"/>
                <a:gd name="connsiteX5" fmla="*/ 588106 w 788518"/>
                <a:gd name="connsiteY5" fmla="*/ 605335 h 1890123"/>
                <a:gd name="connsiteX6" fmla="*/ 344146 w 788518"/>
                <a:gd name="connsiteY6" fmla="*/ 903380 h 1890123"/>
                <a:gd name="connsiteX7" fmla="*/ 250415 w 788518"/>
                <a:gd name="connsiteY7" fmla="*/ 1890123 h 1890123"/>
                <a:gd name="connsiteX8" fmla="*/ 89559 w 788518"/>
                <a:gd name="connsiteY8" fmla="*/ 1890123 h 1890123"/>
                <a:gd name="connsiteX9" fmla="*/ 202193 w 788518"/>
                <a:gd name="connsiteY9" fmla="*/ 905302 h 1890123"/>
                <a:gd name="connsiteX0" fmla="*/ 202193 w 788518"/>
                <a:gd name="connsiteY0" fmla="*/ 963564 h 1948385"/>
                <a:gd name="connsiteX1" fmla="*/ 9674 w 788518"/>
                <a:gd name="connsiteY1" fmla="*/ 638736 h 1948385"/>
                <a:gd name="connsiteX2" fmla="*/ 153460 w 788518"/>
                <a:gd name="connsiteY2" fmla="*/ 265111 h 1948385"/>
                <a:gd name="connsiteX3" fmla="*/ 469945 w 788518"/>
                <a:gd name="connsiteY3" fmla="*/ 58271 h 1948385"/>
                <a:gd name="connsiteX4" fmla="*/ 687404 w 788518"/>
                <a:gd name="connsiteY4" fmla="*/ 257382 h 1948385"/>
                <a:gd name="connsiteX5" fmla="*/ 588106 w 788518"/>
                <a:gd name="connsiteY5" fmla="*/ 663597 h 1948385"/>
                <a:gd name="connsiteX6" fmla="*/ 344146 w 788518"/>
                <a:gd name="connsiteY6" fmla="*/ 961642 h 1948385"/>
                <a:gd name="connsiteX7" fmla="*/ 250415 w 788518"/>
                <a:gd name="connsiteY7" fmla="*/ 1948385 h 1948385"/>
                <a:gd name="connsiteX8" fmla="*/ 89559 w 788518"/>
                <a:gd name="connsiteY8" fmla="*/ 1948385 h 1948385"/>
                <a:gd name="connsiteX9" fmla="*/ 202193 w 788518"/>
                <a:gd name="connsiteY9" fmla="*/ 963564 h 1948385"/>
                <a:gd name="connsiteX0" fmla="*/ 202193 w 788518"/>
                <a:gd name="connsiteY0" fmla="*/ 966815 h 1951636"/>
                <a:gd name="connsiteX1" fmla="*/ 9674 w 788518"/>
                <a:gd name="connsiteY1" fmla="*/ 641987 h 1951636"/>
                <a:gd name="connsiteX2" fmla="*/ 153460 w 788518"/>
                <a:gd name="connsiteY2" fmla="*/ 268362 h 1951636"/>
                <a:gd name="connsiteX3" fmla="*/ 469945 w 788518"/>
                <a:gd name="connsiteY3" fmla="*/ 61522 h 1951636"/>
                <a:gd name="connsiteX4" fmla="*/ 687404 w 788518"/>
                <a:gd name="connsiteY4" fmla="*/ 260633 h 1951636"/>
                <a:gd name="connsiteX5" fmla="*/ 588106 w 788518"/>
                <a:gd name="connsiteY5" fmla="*/ 666848 h 1951636"/>
                <a:gd name="connsiteX6" fmla="*/ 344146 w 788518"/>
                <a:gd name="connsiteY6" fmla="*/ 964893 h 1951636"/>
                <a:gd name="connsiteX7" fmla="*/ 250415 w 788518"/>
                <a:gd name="connsiteY7" fmla="*/ 1951636 h 1951636"/>
                <a:gd name="connsiteX8" fmla="*/ 89559 w 788518"/>
                <a:gd name="connsiteY8" fmla="*/ 1951636 h 1951636"/>
                <a:gd name="connsiteX9" fmla="*/ 202193 w 788518"/>
                <a:gd name="connsiteY9" fmla="*/ 966815 h 1951636"/>
                <a:gd name="connsiteX0" fmla="*/ 151999 w 738324"/>
                <a:gd name="connsiteY0" fmla="*/ 966815 h 1951636"/>
                <a:gd name="connsiteX1" fmla="*/ 30293 w 738324"/>
                <a:gd name="connsiteY1" fmla="*/ 624333 h 1951636"/>
                <a:gd name="connsiteX2" fmla="*/ 103266 w 738324"/>
                <a:gd name="connsiteY2" fmla="*/ 268362 h 1951636"/>
                <a:gd name="connsiteX3" fmla="*/ 419751 w 738324"/>
                <a:gd name="connsiteY3" fmla="*/ 61522 h 1951636"/>
                <a:gd name="connsiteX4" fmla="*/ 637210 w 738324"/>
                <a:gd name="connsiteY4" fmla="*/ 260633 h 1951636"/>
                <a:gd name="connsiteX5" fmla="*/ 537912 w 738324"/>
                <a:gd name="connsiteY5" fmla="*/ 666848 h 1951636"/>
                <a:gd name="connsiteX6" fmla="*/ 293952 w 738324"/>
                <a:gd name="connsiteY6" fmla="*/ 964893 h 1951636"/>
                <a:gd name="connsiteX7" fmla="*/ 200221 w 738324"/>
                <a:gd name="connsiteY7" fmla="*/ 1951636 h 1951636"/>
                <a:gd name="connsiteX8" fmla="*/ 39365 w 738324"/>
                <a:gd name="connsiteY8" fmla="*/ 1951636 h 1951636"/>
                <a:gd name="connsiteX9" fmla="*/ 151999 w 738324"/>
                <a:gd name="connsiteY9" fmla="*/ 966815 h 1951636"/>
                <a:gd name="connsiteX0" fmla="*/ 185247 w 771572"/>
                <a:gd name="connsiteY0" fmla="*/ 966815 h 1951636"/>
                <a:gd name="connsiteX1" fmla="*/ 63541 w 771572"/>
                <a:gd name="connsiteY1" fmla="*/ 624333 h 1951636"/>
                <a:gd name="connsiteX2" fmla="*/ 136514 w 771572"/>
                <a:gd name="connsiteY2" fmla="*/ 268362 h 1951636"/>
                <a:gd name="connsiteX3" fmla="*/ 452999 w 771572"/>
                <a:gd name="connsiteY3" fmla="*/ 61522 h 1951636"/>
                <a:gd name="connsiteX4" fmla="*/ 670458 w 771572"/>
                <a:gd name="connsiteY4" fmla="*/ 260633 h 1951636"/>
                <a:gd name="connsiteX5" fmla="*/ 571160 w 771572"/>
                <a:gd name="connsiteY5" fmla="*/ 666848 h 1951636"/>
                <a:gd name="connsiteX6" fmla="*/ 327200 w 771572"/>
                <a:gd name="connsiteY6" fmla="*/ 964893 h 1951636"/>
                <a:gd name="connsiteX7" fmla="*/ 233469 w 771572"/>
                <a:gd name="connsiteY7" fmla="*/ 1951636 h 1951636"/>
                <a:gd name="connsiteX8" fmla="*/ 72613 w 771572"/>
                <a:gd name="connsiteY8" fmla="*/ 1951636 h 1951636"/>
                <a:gd name="connsiteX9" fmla="*/ 185247 w 771572"/>
                <a:gd name="connsiteY9" fmla="*/ 966815 h 1951636"/>
                <a:gd name="connsiteX0" fmla="*/ 185247 w 771572"/>
                <a:gd name="connsiteY0" fmla="*/ 966815 h 1951636"/>
                <a:gd name="connsiteX1" fmla="*/ 63541 w 771572"/>
                <a:gd name="connsiteY1" fmla="*/ 624333 h 1951636"/>
                <a:gd name="connsiteX2" fmla="*/ 136514 w 771572"/>
                <a:gd name="connsiteY2" fmla="*/ 268362 h 1951636"/>
                <a:gd name="connsiteX3" fmla="*/ 452999 w 771572"/>
                <a:gd name="connsiteY3" fmla="*/ 61522 h 1951636"/>
                <a:gd name="connsiteX4" fmla="*/ 670458 w 771572"/>
                <a:gd name="connsiteY4" fmla="*/ 260633 h 1951636"/>
                <a:gd name="connsiteX5" fmla="*/ 571160 w 771572"/>
                <a:gd name="connsiteY5" fmla="*/ 666848 h 1951636"/>
                <a:gd name="connsiteX6" fmla="*/ 374932 w 771572"/>
                <a:gd name="connsiteY6" fmla="*/ 958562 h 1951636"/>
                <a:gd name="connsiteX7" fmla="*/ 233469 w 771572"/>
                <a:gd name="connsiteY7" fmla="*/ 1951636 h 1951636"/>
                <a:gd name="connsiteX8" fmla="*/ 72613 w 771572"/>
                <a:gd name="connsiteY8" fmla="*/ 1951636 h 1951636"/>
                <a:gd name="connsiteX9" fmla="*/ 185247 w 771572"/>
                <a:gd name="connsiteY9" fmla="*/ 966815 h 1951636"/>
                <a:gd name="connsiteX0" fmla="*/ 185247 w 771572"/>
                <a:gd name="connsiteY0" fmla="*/ 966815 h 1951636"/>
                <a:gd name="connsiteX1" fmla="*/ 63541 w 771572"/>
                <a:gd name="connsiteY1" fmla="*/ 624333 h 1951636"/>
                <a:gd name="connsiteX2" fmla="*/ 136514 w 771572"/>
                <a:gd name="connsiteY2" fmla="*/ 268362 h 1951636"/>
                <a:gd name="connsiteX3" fmla="*/ 452999 w 771572"/>
                <a:gd name="connsiteY3" fmla="*/ 61522 h 1951636"/>
                <a:gd name="connsiteX4" fmla="*/ 670458 w 771572"/>
                <a:gd name="connsiteY4" fmla="*/ 260633 h 1951636"/>
                <a:gd name="connsiteX5" fmla="*/ 571160 w 771572"/>
                <a:gd name="connsiteY5" fmla="*/ 666848 h 1951636"/>
                <a:gd name="connsiteX6" fmla="*/ 374932 w 771572"/>
                <a:gd name="connsiteY6" fmla="*/ 958562 h 1951636"/>
                <a:gd name="connsiteX7" fmla="*/ 233469 w 771572"/>
                <a:gd name="connsiteY7" fmla="*/ 1951636 h 1951636"/>
                <a:gd name="connsiteX8" fmla="*/ 72613 w 771572"/>
                <a:gd name="connsiteY8" fmla="*/ 1951636 h 1951636"/>
                <a:gd name="connsiteX9" fmla="*/ 185247 w 771572"/>
                <a:gd name="connsiteY9" fmla="*/ 966815 h 1951636"/>
                <a:gd name="connsiteX0" fmla="*/ 185247 w 736927"/>
                <a:gd name="connsiteY0" fmla="*/ 966815 h 1951636"/>
                <a:gd name="connsiteX1" fmla="*/ 63541 w 736927"/>
                <a:gd name="connsiteY1" fmla="*/ 624333 h 1951636"/>
                <a:gd name="connsiteX2" fmla="*/ 136514 w 736927"/>
                <a:gd name="connsiteY2" fmla="*/ 268362 h 1951636"/>
                <a:gd name="connsiteX3" fmla="*/ 452999 w 736927"/>
                <a:gd name="connsiteY3" fmla="*/ 61522 h 1951636"/>
                <a:gd name="connsiteX4" fmla="*/ 670458 w 736927"/>
                <a:gd name="connsiteY4" fmla="*/ 260633 h 1951636"/>
                <a:gd name="connsiteX5" fmla="*/ 571160 w 736927"/>
                <a:gd name="connsiteY5" fmla="*/ 666848 h 1951636"/>
                <a:gd name="connsiteX6" fmla="*/ 374932 w 736927"/>
                <a:gd name="connsiteY6" fmla="*/ 958562 h 1951636"/>
                <a:gd name="connsiteX7" fmla="*/ 233469 w 736927"/>
                <a:gd name="connsiteY7" fmla="*/ 1951636 h 1951636"/>
                <a:gd name="connsiteX8" fmla="*/ 72613 w 736927"/>
                <a:gd name="connsiteY8" fmla="*/ 1951636 h 1951636"/>
                <a:gd name="connsiteX9" fmla="*/ 185247 w 736927"/>
                <a:gd name="connsiteY9" fmla="*/ 966815 h 1951636"/>
                <a:gd name="connsiteX0" fmla="*/ 251130 w 736927"/>
                <a:gd name="connsiteY0" fmla="*/ 810190 h 1951636"/>
                <a:gd name="connsiteX1" fmla="*/ 63541 w 736927"/>
                <a:gd name="connsiteY1" fmla="*/ 624333 h 1951636"/>
                <a:gd name="connsiteX2" fmla="*/ 136514 w 736927"/>
                <a:gd name="connsiteY2" fmla="*/ 268362 h 1951636"/>
                <a:gd name="connsiteX3" fmla="*/ 452999 w 736927"/>
                <a:gd name="connsiteY3" fmla="*/ 61522 h 1951636"/>
                <a:gd name="connsiteX4" fmla="*/ 670458 w 736927"/>
                <a:gd name="connsiteY4" fmla="*/ 260633 h 1951636"/>
                <a:gd name="connsiteX5" fmla="*/ 571160 w 736927"/>
                <a:gd name="connsiteY5" fmla="*/ 666848 h 1951636"/>
                <a:gd name="connsiteX6" fmla="*/ 374932 w 736927"/>
                <a:gd name="connsiteY6" fmla="*/ 958562 h 1951636"/>
                <a:gd name="connsiteX7" fmla="*/ 233469 w 736927"/>
                <a:gd name="connsiteY7" fmla="*/ 1951636 h 1951636"/>
                <a:gd name="connsiteX8" fmla="*/ 72613 w 736927"/>
                <a:gd name="connsiteY8" fmla="*/ 1951636 h 1951636"/>
                <a:gd name="connsiteX9" fmla="*/ 251130 w 736927"/>
                <a:gd name="connsiteY9" fmla="*/ 810190 h 1951636"/>
                <a:gd name="connsiteX0" fmla="*/ 251130 w 736927"/>
                <a:gd name="connsiteY0" fmla="*/ 810190 h 1951636"/>
                <a:gd name="connsiteX1" fmla="*/ 63541 w 736927"/>
                <a:gd name="connsiteY1" fmla="*/ 624333 h 1951636"/>
                <a:gd name="connsiteX2" fmla="*/ 136514 w 736927"/>
                <a:gd name="connsiteY2" fmla="*/ 268362 h 1951636"/>
                <a:gd name="connsiteX3" fmla="*/ 452999 w 736927"/>
                <a:gd name="connsiteY3" fmla="*/ 61522 h 1951636"/>
                <a:gd name="connsiteX4" fmla="*/ 670458 w 736927"/>
                <a:gd name="connsiteY4" fmla="*/ 260633 h 1951636"/>
                <a:gd name="connsiteX5" fmla="*/ 571160 w 736927"/>
                <a:gd name="connsiteY5" fmla="*/ 666848 h 1951636"/>
                <a:gd name="connsiteX6" fmla="*/ 400826 w 736927"/>
                <a:gd name="connsiteY6" fmla="*/ 785298 h 1951636"/>
                <a:gd name="connsiteX7" fmla="*/ 233469 w 736927"/>
                <a:gd name="connsiteY7" fmla="*/ 1951636 h 1951636"/>
                <a:gd name="connsiteX8" fmla="*/ 72613 w 736927"/>
                <a:gd name="connsiteY8" fmla="*/ 1951636 h 1951636"/>
                <a:gd name="connsiteX9" fmla="*/ 251130 w 736927"/>
                <a:gd name="connsiteY9" fmla="*/ 810190 h 1951636"/>
                <a:gd name="connsiteX0" fmla="*/ 251130 w 736927"/>
                <a:gd name="connsiteY0" fmla="*/ 810190 h 1951636"/>
                <a:gd name="connsiteX1" fmla="*/ 63541 w 736927"/>
                <a:gd name="connsiteY1" fmla="*/ 624333 h 1951636"/>
                <a:gd name="connsiteX2" fmla="*/ 136514 w 736927"/>
                <a:gd name="connsiteY2" fmla="*/ 268362 h 1951636"/>
                <a:gd name="connsiteX3" fmla="*/ 452999 w 736927"/>
                <a:gd name="connsiteY3" fmla="*/ 61522 h 1951636"/>
                <a:gd name="connsiteX4" fmla="*/ 670458 w 736927"/>
                <a:gd name="connsiteY4" fmla="*/ 260633 h 1951636"/>
                <a:gd name="connsiteX5" fmla="*/ 571160 w 736927"/>
                <a:gd name="connsiteY5" fmla="*/ 666848 h 1951636"/>
                <a:gd name="connsiteX6" fmla="*/ 380575 w 736927"/>
                <a:gd name="connsiteY6" fmla="*/ 801521 h 1951636"/>
                <a:gd name="connsiteX7" fmla="*/ 233469 w 736927"/>
                <a:gd name="connsiteY7" fmla="*/ 1951636 h 1951636"/>
                <a:gd name="connsiteX8" fmla="*/ 72613 w 736927"/>
                <a:gd name="connsiteY8" fmla="*/ 1951636 h 1951636"/>
                <a:gd name="connsiteX9" fmla="*/ 251130 w 736927"/>
                <a:gd name="connsiteY9" fmla="*/ 810190 h 1951636"/>
                <a:gd name="connsiteX0" fmla="*/ 251130 w 736927"/>
                <a:gd name="connsiteY0" fmla="*/ 810190 h 1951636"/>
                <a:gd name="connsiteX1" fmla="*/ 63541 w 736927"/>
                <a:gd name="connsiteY1" fmla="*/ 624333 h 1951636"/>
                <a:gd name="connsiteX2" fmla="*/ 136514 w 736927"/>
                <a:gd name="connsiteY2" fmla="*/ 268362 h 1951636"/>
                <a:gd name="connsiteX3" fmla="*/ 452999 w 736927"/>
                <a:gd name="connsiteY3" fmla="*/ 61522 h 1951636"/>
                <a:gd name="connsiteX4" fmla="*/ 670458 w 736927"/>
                <a:gd name="connsiteY4" fmla="*/ 260633 h 1951636"/>
                <a:gd name="connsiteX5" fmla="*/ 571160 w 736927"/>
                <a:gd name="connsiteY5" fmla="*/ 666848 h 1951636"/>
                <a:gd name="connsiteX6" fmla="*/ 380575 w 736927"/>
                <a:gd name="connsiteY6" fmla="*/ 801521 h 1951636"/>
                <a:gd name="connsiteX7" fmla="*/ 233469 w 736927"/>
                <a:gd name="connsiteY7" fmla="*/ 1951636 h 1951636"/>
                <a:gd name="connsiteX8" fmla="*/ 72613 w 736927"/>
                <a:gd name="connsiteY8" fmla="*/ 1951636 h 1951636"/>
                <a:gd name="connsiteX9" fmla="*/ 251130 w 736927"/>
                <a:gd name="connsiteY9" fmla="*/ 810190 h 1951636"/>
                <a:gd name="connsiteX0" fmla="*/ 251130 w 670458"/>
                <a:gd name="connsiteY0" fmla="*/ 810190 h 1951636"/>
                <a:gd name="connsiteX1" fmla="*/ 63541 w 670458"/>
                <a:gd name="connsiteY1" fmla="*/ 624333 h 1951636"/>
                <a:gd name="connsiteX2" fmla="*/ 136514 w 670458"/>
                <a:gd name="connsiteY2" fmla="*/ 268362 h 1951636"/>
                <a:gd name="connsiteX3" fmla="*/ 452999 w 670458"/>
                <a:gd name="connsiteY3" fmla="*/ 61522 h 1951636"/>
                <a:gd name="connsiteX4" fmla="*/ 670458 w 670458"/>
                <a:gd name="connsiteY4" fmla="*/ 260633 h 1951636"/>
                <a:gd name="connsiteX5" fmla="*/ 380575 w 670458"/>
                <a:gd name="connsiteY5" fmla="*/ 801521 h 1951636"/>
                <a:gd name="connsiteX6" fmla="*/ 233469 w 670458"/>
                <a:gd name="connsiteY6" fmla="*/ 1951636 h 1951636"/>
                <a:gd name="connsiteX7" fmla="*/ 72613 w 670458"/>
                <a:gd name="connsiteY7" fmla="*/ 1951636 h 1951636"/>
                <a:gd name="connsiteX8" fmla="*/ 251130 w 670458"/>
                <a:gd name="connsiteY8" fmla="*/ 810190 h 1951636"/>
                <a:gd name="connsiteX0" fmla="*/ 251130 w 710194"/>
                <a:gd name="connsiteY0" fmla="*/ 810190 h 1951636"/>
                <a:gd name="connsiteX1" fmla="*/ 63541 w 710194"/>
                <a:gd name="connsiteY1" fmla="*/ 624333 h 1951636"/>
                <a:gd name="connsiteX2" fmla="*/ 136514 w 710194"/>
                <a:gd name="connsiteY2" fmla="*/ 268362 h 1951636"/>
                <a:gd name="connsiteX3" fmla="*/ 452999 w 710194"/>
                <a:gd name="connsiteY3" fmla="*/ 61522 h 1951636"/>
                <a:gd name="connsiteX4" fmla="*/ 670458 w 710194"/>
                <a:gd name="connsiteY4" fmla="*/ 260633 h 1951636"/>
                <a:gd name="connsiteX5" fmla="*/ 380575 w 710194"/>
                <a:gd name="connsiteY5" fmla="*/ 801521 h 1951636"/>
                <a:gd name="connsiteX6" fmla="*/ 233469 w 710194"/>
                <a:gd name="connsiteY6" fmla="*/ 1951636 h 1951636"/>
                <a:gd name="connsiteX7" fmla="*/ 72613 w 710194"/>
                <a:gd name="connsiteY7" fmla="*/ 1951636 h 1951636"/>
                <a:gd name="connsiteX8" fmla="*/ 251130 w 710194"/>
                <a:gd name="connsiteY8" fmla="*/ 810190 h 1951636"/>
                <a:gd name="connsiteX0" fmla="*/ 251130 w 710194"/>
                <a:gd name="connsiteY0" fmla="*/ 673354 h 1814800"/>
                <a:gd name="connsiteX1" fmla="*/ 63541 w 710194"/>
                <a:gd name="connsiteY1" fmla="*/ 487497 h 1814800"/>
                <a:gd name="connsiteX2" fmla="*/ 136514 w 710194"/>
                <a:gd name="connsiteY2" fmla="*/ 131526 h 1814800"/>
                <a:gd name="connsiteX3" fmla="*/ 485930 w 710194"/>
                <a:gd name="connsiteY3" fmla="*/ 98392 h 1814800"/>
                <a:gd name="connsiteX4" fmla="*/ 670458 w 710194"/>
                <a:gd name="connsiteY4" fmla="*/ 123797 h 1814800"/>
                <a:gd name="connsiteX5" fmla="*/ 380575 w 710194"/>
                <a:gd name="connsiteY5" fmla="*/ 664685 h 1814800"/>
                <a:gd name="connsiteX6" fmla="*/ 233469 w 710194"/>
                <a:gd name="connsiteY6" fmla="*/ 1814800 h 1814800"/>
                <a:gd name="connsiteX7" fmla="*/ 72613 w 710194"/>
                <a:gd name="connsiteY7" fmla="*/ 1814800 h 1814800"/>
                <a:gd name="connsiteX8" fmla="*/ 251130 w 710194"/>
                <a:gd name="connsiteY8" fmla="*/ 673354 h 1814800"/>
                <a:gd name="connsiteX0" fmla="*/ 251130 w 910956"/>
                <a:gd name="connsiteY0" fmla="*/ 673354 h 1814800"/>
                <a:gd name="connsiteX1" fmla="*/ 63541 w 910956"/>
                <a:gd name="connsiteY1" fmla="*/ 487497 h 1814800"/>
                <a:gd name="connsiteX2" fmla="*/ 136514 w 910956"/>
                <a:gd name="connsiteY2" fmla="*/ 131526 h 1814800"/>
                <a:gd name="connsiteX3" fmla="*/ 485930 w 910956"/>
                <a:gd name="connsiteY3" fmla="*/ 98392 h 1814800"/>
                <a:gd name="connsiteX4" fmla="*/ 910956 w 910956"/>
                <a:gd name="connsiteY4" fmla="*/ 379720 h 1814800"/>
                <a:gd name="connsiteX5" fmla="*/ 380575 w 910956"/>
                <a:gd name="connsiteY5" fmla="*/ 664685 h 1814800"/>
                <a:gd name="connsiteX6" fmla="*/ 233469 w 910956"/>
                <a:gd name="connsiteY6" fmla="*/ 1814800 h 1814800"/>
                <a:gd name="connsiteX7" fmla="*/ 72613 w 910956"/>
                <a:gd name="connsiteY7" fmla="*/ 1814800 h 1814800"/>
                <a:gd name="connsiteX8" fmla="*/ 251130 w 910956"/>
                <a:gd name="connsiteY8" fmla="*/ 673354 h 1814800"/>
                <a:gd name="connsiteX0" fmla="*/ 251130 w 1030856"/>
                <a:gd name="connsiteY0" fmla="*/ 673354 h 1814800"/>
                <a:gd name="connsiteX1" fmla="*/ 63541 w 1030856"/>
                <a:gd name="connsiteY1" fmla="*/ 487497 h 1814800"/>
                <a:gd name="connsiteX2" fmla="*/ 136514 w 1030856"/>
                <a:gd name="connsiteY2" fmla="*/ 131526 h 1814800"/>
                <a:gd name="connsiteX3" fmla="*/ 485930 w 1030856"/>
                <a:gd name="connsiteY3" fmla="*/ 98392 h 1814800"/>
                <a:gd name="connsiteX4" fmla="*/ 910956 w 1030856"/>
                <a:gd name="connsiteY4" fmla="*/ 379720 h 1814800"/>
                <a:gd name="connsiteX5" fmla="*/ 380575 w 1030856"/>
                <a:gd name="connsiteY5" fmla="*/ 664685 h 1814800"/>
                <a:gd name="connsiteX6" fmla="*/ 233469 w 1030856"/>
                <a:gd name="connsiteY6" fmla="*/ 1814800 h 1814800"/>
                <a:gd name="connsiteX7" fmla="*/ 72613 w 1030856"/>
                <a:gd name="connsiteY7" fmla="*/ 1814800 h 1814800"/>
                <a:gd name="connsiteX8" fmla="*/ 251130 w 1030856"/>
                <a:gd name="connsiteY8" fmla="*/ 673354 h 1814800"/>
                <a:gd name="connsiteX0" fmla="*/ 251130 w 1034645"/>
                <a:gd name="connsiteY0" fmla="*/ 684217 h 1825663"/>
                <a:gd name="connsiteX1" fmla="*/ 63541 w 1034645"/>
                <a:gd name="connsiteY1" fmla="*/ 498360 h 1825663"/>
                <a:gd name="connsiteX2" fmla="*/ 136514 w 1034645"/>
                <a:gd name="connsiteY2" fmla="*/ 142389 h 1825663"/>
                <a:gd name="connsiteX3" fmla="*/ 514157 w 1034645"/>
                <a:gd name="connsiteY3" fmla="*/ 93527 h 1825663"/>
                <a:gd name="connsiteX4" fmla="*/ 910956 w 1034645"/>
                <a:gd name="connsiteY4" fmla="*/ 390583 h 1825663"/>
                <a:gd name="connsiteX5" fmla="*/ 380575 w 1034645"/>
                <a:gd name="connsiteY5" fmla="*/ 675548 h 1825663"/>
                <a:gd name="connsiteX6" fmla="*/ 233469 w 1034645"/>
                <a:gd name="connsiteY6" fmla="*/ 1825663 h 1825663"/>
                <a:gd name="connsiteX7" fmla="*/ 72613 w 1034645"/>
                <a:gd name="connsiteY7" fmla="*/ 1825663 h 1825663"/>
                <a:gd name="connsiteX8" fmla="*/ 251130 w 1034645"/>
                <a:gd name="connsiteY8" fmla="*/ 684217 h 1825663"/>
                <a:gd name="connsiteX0" fmla="*/ 251130 w 1029389"/>
                <a:gd name="connsiteY0" fmla="*/ 684217 h 1825663"/>
                <a:gd name="connsiteX1" fmla="*/ 63541 w 1029389"/>
                <a:gd name="connsiteY1" fmla="*/ 498360 h 1825663"/>
                <a:gd name="connsiteX2" fmla="*/ 136514 w 1029389"/>
                <a:gd name="connsiteY2" fmla="*/ 142389 h 1825663"/>
                <a:gd name="connsiteX3" fmla="*/ 514157 w 1029389"/>
                <a:gd name="connsiteY3" fmla="*/ 93527 h 1825663"/>
                <a:gd name="connsiteX4" fmla="*/ 910956 w 1029389"/>
                <a:gd name="connsiteY4" fmla="*/ 390583 h 1825663"/>
                <a:gd name="connsiteX5" fmla="*/ 380575 w 1029389"/>
                <a:gd name="connsiteY5" fmla="*/ 675548 h 1825663"/>
                <a:gd name="connsiteX6" fmla="*/ 233469 w 1029389"/>
                <a:gd name="connsiteY6" fmla="*/ 1825663 h 1825663"/>
                <a:gd name="connsiteX7" fmla="*/ 72613 w 1029389"/>
                <a:gd name="connsiteY7" fmla="*/ 1825663 h 1825663"/>
                <a:gd name="connsiteX8" fmla="*/ 251130 w 1029389"/>
                <a:gd name="connsiteY8" fmla="*/ 684217 h 1825663"/>
                <a:gd name="connsiteX0" fmla="*/ 219539 w 997798"/>
                <a:gd name="connsiteY0" fmla="*/ 684217 h 1825663"/>
                <a:gd name="connsiteX1" fmla="*/ 99011 w 997798"/>
                <a:gd name="connsiteY1" fmla="*/ 454011 h 1825663"/>
                <a:gd name="connsiteX2" fmla="*/ 104923 w 997798"/>
                <a:gd name="connsiteY2" fmla="*/ 142389 h 1825663"/>
                <a:gd name="connsiteX3" fmla="*/ 482566 w 997798"/>
                <a:gd name="connsiteY3" fmla="*/ 93527 h 1825663"/>
                <a:gd name="connsiteX4" fmla="*/ 879365 w 997798"/>
                <a:gd name="connsiteY4" fmla="*/ 390583 h 1825663"/>
                <a:gd name="connsiteX5" fmla="*/ 348984 w 997798"/>
                <a:gd name="connsiteY5" fmla="*/ 675548 h 1825663"/>
                <a:gd name="connsiteX6" fmla="*/ 201878 w 997798"/>
                <a:gd name="connsiteY6" fmla="*/ 1825663 h 1825663"/>
                <a:gd name="connsiteX7" fmla="*/ 41022 w 997798"/>
                <a:gd name="connsiteY7" fmla="*/ 1825663 h 1825663"/>
                <a:gd name="connsiteX8" fmla="*/ 219539 w 997798"/>
                <a:gd name="connsiteY8" fmla="*/ 684217 h 1825663"/>
                <a:gd name="connsiteX0" fmla="*/ 178517 w 956776"/>
                <a:gd name="connsiteY0" fmla="*/ 680256 h 1821702"/>
                <a:gd name="connsiteX1" fmla="*/ 57989 w 956776"/>
                <a:gd name="connsiteY1" fmla="*/ 450050 h 1821702"/>
                <a:gd name="connsiteX2" fmla="*/ 441544 w 956776"/>
                <a:gd name="connsiteY2" fmla="*/ 89566 h 1821702"/>
                <a:gd name="connsiteX3" fmla="*/ 838343 w 956776"/>
                <a:gd name="connsiteY3" fmla="*/ 386622 h 1821702"/>
                <a:gd name="connsiteX4" fmla="*/ 307962 w 956776"/>
                <a:gd name="connsiteY4" fmla="*/ 671587 h 1821702"/>
                <a:gd name="connsiteX5" fmla="*/ 160856 w 956776"/>
                <a:gd name="connsiteY5" fmla="*/ 1821702 h 1821702"/>
                <a:gd name="connsiteX6" fmla="*/ 0 w 956776"/>
                <a:gd name="connsiteY6" fmla="*/ 1821702 h 1821702"/>
                <a:gd name="connsiteX7" fmla="*/ 178517 w 956776"/>
                <a:gd name="connsiteY7" fmla="*/ 680256 h 1821702"/>
                <a:gd name="connsiteX0" fmla="*/ 178517 w 956776"/>
                <a:gd name="connsiteY0" fmla="*/ 680256 h 1821702"/>
                <a:gd name="connsiteX1" fmla="*/ 57989 w 956776"/>
                <a:gd name="connsiteY1" fmla="*/ 450050 h 1821702"/>
                <a:gd name="connsiteX2" fmla="*/ 441544 w 956776"/>
                <a:gd name="connsiteY2" fmla="*/ 89566 h 1821702"/>
                <a:gd name="connsiteX3" fmla="*/ 838343 w 956776"/>
                <a:gd name="connsiteY3" fmla="*/ 386622 h 1821702"/>
                <a:gd name="connsiteX4" fmla="*/ 307962 w 956776"/>
                <a:gd name="connsiteY4" fmla="*/ 671587 h 1821702"/>
                <a:gd name="connsiteX5" fmla="*/ 160856 w 956776"/>
                <a:gd name="connsiteY5" fmla="*/ 1821702 h 1821702"/>
                <a:gd name="connsiteX6" fmla="*/ 0 w 956776"/>
                <a:gd name="connsiteY6" fmla="*/ 1821702 h 1821702"/>
                <a:gd name="connsiteX7" fmla="*/ 178517 w 956776"/>
                <a:gd name="connsiteY7" fmla="*/ 680256 h 1821702"/>
                <a:gd name="connsiteX0" fmla="*/ 178517 w 956776"/>
                <a:gd name="connsiteY0" fmla="*/ 680256 h 1821702"/>
                <a:gd name="connsiteX1" fmla="*/ 57989 w 956776"/>
                <a:gd name="connsiteY1" fmla="*/ 450050 h 1821702"/>
                <a:gd name="connsiteX2" fmla="*/ 441544 w 956776"/>
                <a:gd name="connsiteY2" fmla="*/ 89566 h 1821702"/>
                <a:gd name="connsiteX3" fmla="*/ 838343 w 956776"/>
                <a:gd name="connsiteY3" fmla="*/ 386622 h 1821702"/>
                <a:gd name="connsiteX4" fmla="*/ 307962 w 956776"/>
                <a:gd name="connsiteY4" fmla="*/ 671587 h 1821702"/>
                <a:gd name="connsiteX5" fmla="*/ 160856 w 956776"/>
                <a:gd name="connsiteY5" fmla="*/ 1821702 h 1821702"/>
                <a:gd name="connsiteX6" fmla="*/ 0 w 956776"/>
                <a:gd name="connsiteY6" fmla="*/ 1821702 h 1821702"/>
                <a:gd name="connsiteX7" fmla="*/ 178517 w 956776"/>
                <a:gd name="connsiteY7" fmla="*/ 680256 h 1821702"/>
                <a:gd name="connsiteX0" fmla="*/ 247374 w 956776"/>
                <a:gd name="connsiteY0" fmla="*/ 624429 h 1821702"/>
                <a:gd name="connsiteX1" fmla="*/ 57989 w 956776"/>
                <a:gd name="connsiteY1" fmla="*/ 450050 h 1821702"/>
                <a:gd name="connsiteX2" fmla="*/ 441544 w 956776"/>
                <a:gd name="connsiteY2" fmla="*/ 89566 h 1821702"/>
                <a:gd name="connsiteX3" fmla="*/ 838343 w 956776"/>
                <a:gd name="connsiteY3" fmla="*/ 386622 h 1821702"/>
                <a:gd name="connsiteX4" fmla="*/ 307962 w 956776"/>
                <a:gd name="connsiteY4" fmla="*/ 671587 h 1821702"/>
                <a:gd name="connsiteX5" fmla="*/ 160856 w 956776"/>
                <a:gd name="connsiteY5" fmla="*/ 1821702 h 1821702"/>
                <a:gd name="connsiteX6" fmla="*/ 0 w 956776"/>
                <a:gd name="connsiteY6" fmla="*/ 1821702 h 1821702"/>
                <a:gd name="connsiteX7" fmla="*/ 247374 w 956776"/>
                <a:gd name="connsiteY7" fmla="*/ 624429 h 1821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56776" h="1821702">
                  <a:moveTo>
                    <a:pt x="247374" y="624429"/>
                  </a:moveTo>
                  <a:cubicBezTo>
                    <a:pt x="50112" y="524187"/>
                    <a:pt x="30137" y="453524"/>
                    <a:pt x="57989" y="450050"/>
                  </a:cubicBezTo>
                  <a:cubicBezTo>
                    <a:pt x="-96302" y="62759"/>
                    <a:pt x="290500" y="51303"/>
                    <a:pt x="441544" y="89566"/>
                  </a:cubicBezTo>
                  <a:cubicBezTo>
                    <a:pt x="581082" y="-96152"/>
                    <a:pt x="1216297" y="8893"/>
                    <a:pt x="838343" y="386622"/>
                  </a:cubicBezTo>
                  <a:cubicBezTo>
                    <a:pt x="826272" y="509955"/>
                    <a:pt x="810218" y="613600"/>
                    <a:pt x="307962" y="671587"/>
                  </a:cubicBezTo>
                  <a:lnTo>
                    <a:pt x="160856" y="1821702"/>
                  </a:lnTo>
                  <a:lnTo>
                    <a:pt x="0" y="1821702"/>
                  </a:lnTo>
                  <a:lnTo>
                    <a:pt x="247374" y="624429"/>
                  </a:ln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3">
              <a:extLst>
                <a:ext uri="{FF2B5EF4-FFF2-40B4-BE49-F238E27FC236}">
                  <a16:creationId xmlns:a16="http://schemas.microsoft.com/office/drawing/2014/main" id="{88C99755-A458-4174-DB9A-7C83CC376FC7}"/>
                </a:ext>
              </a:extLst>
            </p:cNvPr>
            <p:cNvSpPr/>
            <p:nvPr/>
          </p:nvSpPr>
          <p:spPr>
            <a:xfrm rot="20464866">
              <a:off x="4899605" y="982908"/>
              <a:ext cx="710194" cy="2395202"/>
            </a:xfrm>
            <a:custGeom>
              <a:avLst/>
              <a:gdLst>
                <a:gd name="connsiteX0" fmla="*/ 0 w 160856"/>
                <a:gd name="connsiteY0" fmla="*/ 0 h 1001486"/>
                <a:gd name="connsiteX1" fmla="*/ 160856 w 160856"/>
                <a:gd name="connsiteY1" fmla="*/ 0 h 1001486"/>
                <a:gd name="connsiteX2" fmla="*/ 160856 w 160856"/>
                <a:gd name="connsiteY2" fmla="*/ 1001486 h 1001486"/>
                <a:gd name="connsiteX3" fmla="*/ 0 w 160856"/>
                <a:gd name="connsiteY3" fmla="*/ 1001486 h 1001486"/>
                <a:gd name="connsiteX4" fmla="*/ 0 w 160856"/>
                <a:gd name="connsiteY4" fmla="*/ 0 h 1001486"/>
                <a:gd name="connsiteX0" fmla="*/ 83678 w 244534"/>
                <a:gd name="connsiteY0" fmla="*/ 308163 h 1309649"/>
                <a:gd name="connsiteX1" fmla="*/ 3793 w 244534"/>
                <a:gd name="connsiteY1" fmla="*/ 0 h 1309649"/>
                <a:gd name="connsiteX2" fmla="*/ 244534 w 244534"/>
                <a:gd name="connsiteY2" fmla="*/ 308163 h 1309649"/>
                <a:gd name="connsiteX3" fmla="*/ 244534 w 244534"/>
                <a:gd name="connsiteY3" fmla="*/ 1309649 h 1309649"/>
                <a:gd name="connsiteX4" fmla="*/ 83678 w 244534"/>
                <a:gd name="connsiteY4" fmla="*/ 1309649 h 1309649"/>
                <a:gd name="connsiteX5" fmla="*/ 83678 w 244534"/>
                <a:gd name="connsiteY5" fmla="*/ 308163 h 1309649"/>
                <a:gd name="connsiteX0" fmla="*/ 83678 w 468019"/>
                <a:gd name="connsiteY0" fmla="*/ 309973 h 1311459"/>
                <a:gd name="connsiteX1" fmla="*/ 3793 w 468019"/>
                <a:gd name="connsiteY1" fmla="*/ 1810 h 1311459"/>
                <a:gd name="connsiteX2" fmla="*/ 468019 w 468019"/>
                <a:gd name="connsiteY2" fmla="*/ 20273 h 1311459"/>
                <a:gd name="connsiteX3" fmla="*/ 244534 w 468019"/>
                <a:gd name="connsiteY3" fmla="*/ 309973 h 1311459"/>
                <a:gd name="connsiteX4" fmla="*/ 244534 w 468019"/>
                <a:gd name="connsiteY4" fmla="*/ 1311459 h 1311459"/>
                <a:gd name="connsiteX5" fmla="*/ 83678 w 468019"/>
                <a:gd name="connsiteY5" fmla="*/ 1311459 h 1311459"/>
                <a:gd name="connsiteX6" fmla="*/ 83678 w 468019"/>
                <a:gd name="connsiteY6" fmla="*/ 309973 h 1311459"/>
                <a:gd name="connsiteX0" fmla="*/ 83678 w 468019"/>
                <a:gd name="connsiteY0" fmla="*/ 774837 h 1776323"/>
                <a:gd name="connsiteX1" fmla="*/ 3793 w 468019"/>
                <a:gd name="connsiteY1" fmla="*/ 466674 h 1776323"/>
                <a:gd name="connsiteX2" fmla="*/ 406620 w 468019"/>
                <a:gd name="connsiteY2" fmla="*/ 16 h 1776323"/>
                <a:gd name="connsiteX3" fmla="*/ 468019 w 468019"/>
                <a:gd name="connsiteY3" fmla="*/ 485137 h 1776323"/>
                <a:gd name="connsiteX4" fmla="*/ 244534 w 468019"/>
                <a:gd name="connsiteY4" fmla="*/ 774837 h 1776323"/>
                <a:gd name="connsiteX5" fmla="*/ 244534 w 468019"/>
                <a:gd name="connsiteY5" fmla="*/ 1776323 h 1776323"/>
                <a:gd name="connsiteX6" fmla="*/ 83678 w 468019"/>
                <a:gd name="connsiteY6" fmla="*/ 1776323 h 1776323"/>
                <a:gd name="connsiteX7" fmla="*/ 83678 w 468019"/>
                <a:gd name="connsiteY7" fmla="*/ 774837 h 1776323"/>
                <a:gd name="connsiteX0" fmla="*/ 134634 w 518975"/>
                <a:gd name="connsiteY0" fmla="*/ 778166 h 1779652"/>
                <a:gd name="connsiteX1" fmla="*/ 54749 w 518975"/>
                <a:gd name="connsiteY1" fmla="*/ 470003 h 1779652"/>
                <a:gd name="connsiteX2" fmla="*/ 22224 w 518975"/>
                <a:gd name="connsiteY2" fmla="*/ 237316 h 1779652"/>
                <a:gd name="connsiteX3" fmla="*/ 457576 w 518975"/>
                <a:gd name="connsiteY3" fmla="*/ 3345 h 1779652"/>
                <a:gd name="connsiteX4" fmla="*/ 518975 w 518975"/>
                <a:gd name="connsiteY4" fmla="*/ 488466 h 1779652"/>
                <a:gd name="connsiteX5" fmla="*/ 295490 w 518975"/>
                <a:gd name="connsiteY5" fmla="*/ 778166 h 1779652"/>
                <a:gd name="connsiteX6" fmla="*/ 295490 w 518975"/>
                <a:gd name="connsiteY6" fmla="*/ 1779652 h 1779652"/>
                <a:gd name="connsiteX7" fmla="*/ 134634 w 518975"/>
                <a:gd name="connsiteY7" fmla="*/ 1779652 h 1779652"/>
                <a:gd name="connsiteX8" fmla="*/ 134634 w 518975"/>
                <a:gd name="connsiteY8" fmla="*/ 778166 h 1779652"/>
                <a:gd name="connsiteX0" fmla="*/ 134634 w 518975"/>
                <a:gd name="connsiteY0" fmla="*/ 810443 h 1811929"/>
                <a:gd name="connsiteX1" fmla="*/ 54749 w 518975"/>
                <a:gd name="connsiteY1" fmla="*/ 502280 h 1811929"/>
                <a:gd name="connsiteX2" fmla="*/ 22224 w 518975"/>
                <a:gd name="connsiteY2" fmla="*/ 269593 h 1811929"/>
                <a:gd name="connsiteX3" fmla="*/ 457576 w 518975"/>
                <a:gd name="connsiteY3" fmla="*/ 35622 h 1811929"/>
                <a:gd name="connsiteX4" fmla="*/ 518975 w 518975"/>
                <a:gd name="connsiteY4" fmla="*/ 520743 h 1811929"/>
                <a:gd name="connsiteX5" fmla="*/ 295490 w 518975"/>
                <a:gd name="connsiteY5" fmla="*/ 810443 h 1811929"/>
                <a:gd name="connsiteX6" fmla="*/ 295490 w 518975"/>
                <a:gd name="connsiteY6" fmla="*/ 1811929 h 1811929"/>
                <a:gd name="connsiteX7" fmla="*/ 134634 w 518975"/>
                <a:gd name="connsiteY7" fmla="*/ 1811929 h 1811929"/>
                <a:gd name="connsiteX8" fmla="*/ 134634 w 518975"/>
                <a:gd name="connsiteY8" fmla="*/ 810443 h 1811929"/>
                <a:gd name="connsiteX0" fmla="*/ 134634 w 518975"/>
                <a:gd name="connsiteY0" fmla="*/ 854296 h 1855782"/>
                <a:gd name="connsiteX1" fmla="*/ 54749 w 518975"/>
                <a:gd name="connsiteY1" fmla="*/ 546133 h 1855782"/>
                <a:gd name="connsiteX2" fmla="*/ 22224 w 518975"/>
                <a:gd name="connsiteY2" fmla="*/ 313446 h 1855782"/>
                <a:gd name="connsiteX3" fmla="*/ 135357 w 518975"/>
                <a:gd name="connsiteY3" fmla="*/ 21928 h 1855782"/>
                <a:gd name="connsiteX4" fmla="*/ 457576 w 518975"/>
                <a:gd name="connsiteY4" fmla="*/ 79475 h 1855782"/>
                <a:gd name="connsiteX5" fmla="*/ 518975 w 518975"/>
                <a:gd name="connsiteY5" fmla="*/ 564596 h 1855782"/>
                <a:gd name="connsiteX6" fmla="*/ 295490 w 518975"/>
                <a:gd name="connsiteY6" fmla="*/ 854296 h 1855782"/>
                <a:gd name="connsiteX7" fmla="*/ 295490 w 518975"/>
                <a:gd name="connsiteY7" fmla="*/ 1855782 h 1855782"/>
                <a:gd name="connsiteX8" fmla="*/ 134634 w 518975"/>
                <a:gd name="connsiteY8" fmla="*/ 1855782 h 1855782"/>
                <a:gd name="connsiteX9" fmla="*/ 134634 w 518975"/>
                <a:gd name="connsiteY9" fmla="*/ 854296 h 1855782"/>
                <a:gd name="connsiteX0" fmla="*/ 134634 w 518975"/>
                <a:gd name="connsiteY0" fmla="*/ 918472 h 1919958"/>
                <a:gd name="connsiteX1" fmla="*/ 54749 w 518975"/>
                <a:gd name="connsiteY1" fmla="*/ 610309 h 1919958"/>
                <a:gd name="connsiteX2" fmla="*/ 22224 w 518975"/>
                <a:gd name="connsiteY2" fmla="*/ 377622 h 1919958"/>
                <a:gd name="connsiteX3" fmla="*/ 135357 w 518975"/>
                <a:gd name="connsiteY3" fmla="*/ 86104 h 1919958"/>
                <a:gd name="connsiteX4" fmla="*/ 457576 w 518975"/>
                <a:gd name="connsiteY4" fmla="*/ 143651 h 1919958"/>
                <a:gd name="connsiteX5" fmla="*/ 518975 w 518975"/>
                <a:gd name="connsiteY5" fmla="*/ 628772 h 1919958"/>
                <a:gd name="connsiteX6" fmla="*/ 295490 w 518975"/>
                <a:gd name="connsiteY6" fmla="*/ 918472 h 1919958"/>
                <a:gd name="connsiteX7" fmla="*/ 295490 w 518975"/>
                <a:gd name="connsiteY7" fmla="*/ 1919958 h 1919958"/>
                <a:gd name="connsiteX8" fmla="*/ 134634 w 518975"/>
                <a:gd name="connsiteY8" fmla="*/ 1919958 h 1919958"/>
                <a:gd name="connsiteX9" fmla="*/ 134634 w 518975"/>
                <a:gd name="connsiteY9" fmla="*/ 918472 h 1919958"/>
                <a:gd name="connsiteX0" fmla="*/ 134634 w 518975"/>
                <a:gd name="connsiteY0" fmla="*/ 936891 h 1938377"/>
                <a:gd name="connsiteX1" fmla="*/ 54749 w 518975"/>
                <a:gd name="connsiteY1" fmla="*/ 628728 h 1938377"/>
                <a:gd name="connsiteX2" fmla="*/ 22224 w 518975"/>
                <a:gd name="connsiteY2" fmla="*/ 396041 h 1938377"/>
                <a:gd name="connsiteX3" fmla="*/ 135357 w 518975"/>
                <a:gd name="connsiteY3" fmla="*/ 104523 h 1938377"/>
                <a:gd name="connsiteX4" fmla="*/ 457576 w 518975"/>
                <a:gd name="connsiteY4" fmla="*/ 162070 h 1938377"/>
                <a:gd name="connsiteX5" fmla="*/ 518975 w 518975"/>
                <a:gd name="connsiteY5" fmla="*/ 647191 h 1938377"/>
                <a:gd name="connsiteX6" fmla="*/ 295490 w 518975"/>
                <a:gd name="connsiteY6" fmla="*/ 936891 h 1938377"/>
                <a:gd name="connsiteX7" fmla="*/ 295490 w 518975"/>
                <a:gd name="connsiteY7" fmla="*/ 1938377 h 1938377"/>
                <a:gd name="connsiteX8" fmla="*/ 134634 w 518975"/>
                <a:gd name="connsiteY8" fmla="*/ 1938377 h 1938377"/>
                <a:gd name="connsiteX9" fmla="*/ 134634 w 518975"/>
                <a:gd name="connsiteY9" fmla="*/ 936891 h 1938377"/>
                <a:gd name="connsiteX0" fmla="*/ 134634 w 597472"/>
                <a:gd name="connsiteY0" fmla="*/ 936891 h 1938377"/>
                <a:gd name="connsiteX1" fmla="*/ 54749 w 597472"/>
                <a:gd name="connsiteY1" fmla="*/ 628728 h 1938377"/>
                <a:gd name="connsiteX2" fmla="*/ 22224 w 597472"/>
                <a:gd name="connsiteY2" fmla="*/ 396041 h 1938377"/>
                <a:gd name="connsiteX3" fmla="*/ 135357 w 597472"/>
                <a:gd name="connsiteY3" fmla="*/ 104523 h 1938377"/>
                <a:gd name="connsiteX4" fmla="*/ 457576 w 597472"/>
                <a:gd name="connsiteY4" fmla="*/ 162070 h 1938377"/>
                <a:gd name="connsiteX5" fmla="*/ 518975 w 597472"/>
                <a:gd name="connsiteY5" fmla="*/ 647191 h 1938377"/>
                <a:gd name="connsiteX6" fmla="*/ 295490 w 597472"/>
                <a:gd name="connsiteY6" fmla="*/ 936891 h 1938377"/>
                <a:gd name="connsiteX7" fmla="*/ 295490 w 597472"/>
                <a:gd name="connsiteY7" fmla="*/ 1938377 h 1938377"/>
                <a:gd name="connsiteX8" fmla="*/ 134634 w 597472"/>
                <a:gd name="connsiteY8" fmla="*/ 1938377 h 1938377"/>
                <a:gd name="connsiteX9" fmla="*/ 134634 w 597472"/>
                <a:gd name="connsiteY9" fmla="*/ 936891 h 1938377"/>
                <a:gd name="connsiteX0" fmla="*/ 134634 w 597472"/>
                <a:gd name="connsiteY0" fmla="*/ 936891 h 1938377"/>
                <a:gd name="connsiteX1" fmla="*/ 54749 w 597472"/>
                <a:gd name="connsiteY1" fmla="*/ 628728 h 1938377"/>
                <a:gd name="connsiteX2" fmla="*/ 22224 w 597472"/>
                <a:gd name="connsiteY2" fmla="*/ 396041 h 1938377"/>
                <a:gd name="connsiteX3" fmla="*/ 135357 w 597472"/>
                <a:gd name="connsiteY3" fmla="*/ 104523 h 1938377"/>
                <a:gd name="connsiteX4" fmla="*/ 457576 w 597472"/>
                <a:gd name="connsiteY4" fmla="*/ 162070 h 1938377"/>
                <a:gd name="connsiteX5" fmla="*/ 518975 w 597472"/>
                <a:gd name="connsiteY5" fmla="*/ 647191 h 1938377"/>
                <a:gd name="connsiteX6" fmla="*/ 295490 w 597472"/>
                <a:gd name="connsiteY6" fmla="*/ 936891 h 1938377"/>
                <a:gd name="connsiteX7" fmla="*/ 295490 w 597472"/>
                <a:gd name="connsiteY7" fmla="*/ 1938377 h 1938377"/>
                <a:gd name="connsiteX8" fmla="*/ 134634 w 597472"/>
                <a:gd name="connsiteY8" fmla="*/ 1938377 h 1938377"/>
                <a:gd name="connsiteX9" fmla="*/ 134634 w 597472"/>
                <a:gd name="connsiteY9" fmla="*/ 936891 h 1938377"/>
                <a:gd name="connsiteX0" fmla="*/ 134634 w 597472"/>
                <a:gd name="connsiteY0" fmla="*/ 936891 h 1938377"/>
                <a:gd name="connsiteX1" fmla="*/ 54749 w 597472"/>
                <a:gd name="connsiteY1" fmla="*/ 628728 h 1938377"/>
                <a:gd name="connsiteX2" fmla="*/ 22224 w 597472"/>
                <a:gd name="connsiteY2" fmla="*/ 396041 h 1938377"/>
                <a:gd name="connsiteX3" fmla="*/ 135357 w 597472"/>
                <a:gd name="connsiteY3" fmla="*/ 104523 h 1938377"/>
                <a:gd name="connsiteX4" fmla="*/ 457576 w 597472"/>
                <a:gd name="connsiteY4" fmla="*/ 162070 h 1938377"/>
                <a:gd name="connsiteX5" fmla="*/ 518975 w 597472"/>
                <a:gd name="connsiteY5" fmla="*/ 647191 h 1938377"/>
                <a:gd name="connsiteX6" fmla="*/ 295490 w 597472"/>
                <a:gd name="connsiteY6" fmla="*/ 936891 h 1938377"/>
                <a:gd name="connsiteX7" fmla="*/ 295490 w 597472"/>
                <a:gd name="connsiteY7" fmla="*/ 1938377 h 1938377"/>
                <a:gd name="connsiteX8" fmla="*/ 134634 w 597472"/>
                <a:gd name="connsiteY8" fmla="*/ 1938377 h 1938377"/>
                <a:gd name="connsiteX9" fmla="*/ 134634 w 597472"/>
                <a:gd name="connsiteY9" fmla="*/ 936891 h 1938377"/>
                <a:gd name="connsiteX0" fmla="*/ 134634 w 597472"/>
                <a:gd name="connsiteY0" fmla="*/ 936891 h 1938377"/>
                <a:gd name="connsiteX1" fmla="*/ 54749 w 597472"/>
                <a:gd name="connsiteY1" fmla="*/ 628728 h 1938377"/>
                <a:gd name="connsiteX2" fmla="*/ 22224 w 597472"/>
                <a:gd name="connsiteY2" fmla="*/ 396041 h 1938377"/>
                <a:gd name="connsiteX3" fmla="*/ 135357 w 597472"/>
                <a:gd name="connsiteY3" fmla="*/ 104523 h 1938377"/>
                <a:gd name="connsiteX4" fmla="*/ 457576 w 597472"/>
                <a:gd name="connsiteY4" fmla="*/ 162070 h 1938377"/>
                <a:gd name="connsiteX5" fmla="*/ 518975 w 597472"/>
                <a:gd name="connsiteY5" fmla="*/ 647191 h 1938377"/>
                <a:gd name="connsiteX6" fmla="*/ 295490 w 597472"/>
                <a:gd name="connsiteY6" fmla="*/ 936891 h 1938377"/>
                <a:gd name="connsiteX7" fmla="*/ 295490 w 597472"/>
                <a:gd name="connsiteY7" fmla="*/ 1938377 h 1938377"/>
                <a:gd name="connsiteX8" fmla="*/ 134634 w 597472"/>
                <a:gd name="connsiteY8" fmla="*/ 1938377 h 1938377"/>
                <a:gd name="connsiteX9" fmla="*/ 134634 w 597472"/>
                <a:gd name="connsiteY9" fmla="*/ 936891 h 1938377"/>
                <a:gd name="connsiteX0" fmla="*/ 134634 w 816875"/>
                <a:gd name="connsiteY0" fmla="*/ 912396 h 1913882"/>
                <a:gd name="connsiteX1" fmla="*/ 54749 w 816875"/>
                <a:gd name="connsiteY1" fmla="*/ 604233 h 1913882"/>
                <a:gd name="connsiteX2" fmla="*/ 22224 w 816875"/>
                <a:gd name="connsiteY2" fmla="*/ 371546 h 1913882"/>
                <a:gd name="connsiteX3" fmla="*/ 135357 w 816875"/>
                <a:gd name="connsiteY3" fmla="*/ 80028 h 1913882"/>
                <a:gd name="connsiteX4" fmla="*/ 732479 w 816875"/>
                <a:gd name="connsiteY4" fmla="*/ 222879 h 1913882"/>
                <a:gd name="connsiteX5" fmla="*/ 518975 w 816875"/>
                <a:gd name="connsiteY5" fmla="*/ 622696 h 1913882"/>
                <a:gd name="connsiteX6" fmla="*/ 295490 w 816875"/>
                <a:gd name="connsiteY6" fmla="*/ 912396 h 1913882"/>
                <a:gd name="connsiteX7" fmla="*/ 295490 w 816875"/>
                <a:gd name="connsiteY7" fmla="*/ 1913882 h 1913882"/>
                <a:gd name="connsiteX8" fmla="*/ 134634 w 816875"/>
                <a:gd name="connsiteY8" fmla="*/ 1913882 h 1913882"/>
                <a:gd name="connsiteX9" fmla="*/ 134634 w 816875"/>
                <a:gd name="connsiteY9" fmla="*/ 912396 h 1913882"/>
                <a:gd name="connsiteX0" fmla="*/ 134634 w 833593"/>
                <a:gd name="connsiteY0" fmla="*/ 912396 h 1913882"/>
                <a:gd name="connsiteX1" fmla="*/ 54749 w 833593"/>
                <a:gd name="connsiteY1" fmla="*/ 604233 h 1913882"/>
                <a:gd name="connsiteX2" fmla="*/ 22224 w 833593"/>
                <a:gd name="connsiteY2" fmla="*/ 371546 h 1913882"/>
                <a:gd name="connsiteX3" fmla="*/ 135357 w 833593"/>
                <a:gd name="connsiteY3" fmla="*/ 80028 h 1913882"/>
                <a:gd name="connsiteX4" fmla="*/ 732479 w 833593"/>
                <a:gd name="connsiteY4" fmla="*/ 222879 h 1913882"/>
                <a:gd name="connsiteX5" fmla="*/ 633181 w 833593"/>
                <a:gd name="connsiteY5" fmla="*/ 629094 h 1913882"/>
                <a:gd name="connsiteX6" fmla="*/ 295490 w 833593"/>
                <a:gd name="connsiteY6" fmla="*/ 912396 h 1913882"/>
                <a:gd name="connsiteX7" fmla="*/ 295490 w 833593"/>
                <a:gd name="connsiteY7" fmla="*/ 1913882 h 1913882"/>
                <a:gd name="connsiteX8" fmla="*/ 134634 w 833593"/>
                <a:gd name="connsiteY8" fmla="*/ 1913882 h 1913882"/>
                <a:gd name="connsiteX9" fmla="*/ 134634 w 833593"/>
                <a:gd name="connsiteY9" fmla="*/ 912396 h 1913882"/>
                <a:gd name="connsiteX0" fmla="*/ 134634 w 833593"/>
                <a:gd name="connsiteY0" fmla="*/ 912396 h 1913882"/>
                <a:gd name="connsiteX1" fmla="*/ 54749 w 833593"/>
                <a:gd name="connsiteY1" fmla="*/ 604233 h 1913882"/>
                <a:gd name="connsiteX2" fmla="*/ 22224 w 833593"/>
                <a:gd name="connsiteY2" fmla="*/ 371546 h 1913882"/>
                <a:gd name="connsiteX3" fmla="*/ 135357 w 833593"/>
                <a:gd name="connsiteY3" fmla="*/ 80028 h 1913882"/>
                <a:gd name="connsiteX4" fmla="*/ 732479 w 833593"/>
                <a:gd name="connsiteY4" fmla="*/ 222879 h 1913882"/>
                <a:gd name="connsiteX5" fmla="*/ 633181 w 833593"/>
                <a:gd name="connsiteY5" fmla="*/ 629094 h 1913882"/>
                <a:gd name="connsiteX6" fmla="*/ 389221 w 833593"/>
                <a:gd name="connsiteY6" fmla="*/ 927139 h 1913882"/>
                <a:gd name="connsiteX7" fmla="*/ 295490 w 833593"/>
                <a:gd name="connsiteY7" fmla="*/ 1913882 h 1913882"/>
                <a:gd name="connsiteX8" fmla="*/ 134634 w 833593"/>
                <a:gd name="connsiteY8" fmla="*/ 1913882 h 1913882"/>
                <a:gd name="connsiteX9" fmla="*/ 134634 w 833593"/>
                <a:gd name="connsiteY9" fmla="*/ 912396 h 1913882"/>
                <a:gd name="connsiteX0" fmla="*/ 247268 w 833593"/>
                <a:gd name="connsiteY0" fmla="*/ 929061 h 1913882"/>
                <a:gd name="connsiteX1" fmla="*/ 54749 w 833593"/>
                <a:gd name="connsiteY1" fmla="*/ 604233 h 1913882"/>
                <a:gd name="connsiteX2" fmla="*/ 22224 w 833593"/>
                <a:gd name="connsiteY2" fmla="*/ 371546 h 1913882"/>
                <a:gd name="connsiteX3" fmla="*/ 135357 w 833593"/>
                <a:gd name="connsiteY3" fmla="*/ 80028 h 1913882"/>
                <a:gd name="connsiteX4" fmla="*/ 732479 w 833593"/>
                <a:gd name="connsiteY4" fmla="*/ 222879 h 1913882"/>
                <a:gd name="connsiteX5" fmla="*/ 633181 w 833593"/>
                <a:gd name="connsiteY5" fmla="*/ 629094 h 1913882"/>
                <a:gd name="connsiteX6" fmla="*/ 389221 w 833593"/>
                <a:gd name="connsiteY6" fmla="*/ 927139 h 1913882"/>
                <a:gd name="connsiteX7" fmla="*/ 295490 w 833593"/>
                <a:gd name="connsiteY7" fmla="*/ 1913882 h 1913882"/>
                <a:gd name="connsiteX8" fmla="*/ 134634 w 833593"/>
                <a:gd name="connsiteY8" fmla="*/ 1913882 h 1913882"/>
                <a:gd name="connsiteX9" fmla="*/ 247268 w 833593"/>
                <a:gd name="connsiteY9" fmla="*/ 929061 h 1913882"/>
                <a:gd name="connsiteX0" fmla="*/ 247268 w 833593"/>
                <a:gd name="connsiteY0" fmla="*/ 916865 h 1901686"/>
                <a:gd name="connsiteX1" fmla="*/ 54749 w 833593"/>
                <a:gd name="connsiteY1" fmla="*/ 592037 h 1901686"/>
                <a:gd name="connsiteX2" fmla="*/ 22224 w 833593"/>
                <a:gd name="connsiteY2" fmla="*/ 359350 h 1901686"/>
                <a:gd name="connsiteX3" fmla="*/ 292886 w 833593"/>
                <a:gd name="connsiteY3" fmla="*/ 83847 h 1901686"/>
                <a:gd name="connsiteX4" fmla="*/ 732479 w 833593"/>
                <a:gd name="connsiteY4" fmla="*/ 210683 h 1901686"/>
                <a:gd name="connsiteX5" fmla="*/ 633181 w 833593"/>
                <a:gd name="connsiteY5" fmla="*/ 616898 h 1901686"/>
                <a:gd name="connsiteX6" fmla="*/ 389221 w 833593"/>
                <a:gd name="connsiteY6" fmla="*/ 914943 h 1901686"/>
                <a:gd name="connsiteX7" fmla="*/ 295490 w 833593"/>
                <a:gd name="connsiteY7" fmla="*/ 1901686 h 1901686"/>
                <a:gd name="connsiteX8" fmla="*/ 134634 w 833593"/>
                <a:gd name="connsiteY8" fmla="*/ 1901686 h 1901686"/>
                <a:gd name="connsiteX9" fmla="*/ 247268 w 833593"/>
                <a:gd name="connsiteY9" fmla="*/ 916865 h 1901686"/>
                <a:gd name="connsiteX0" fmla="*/ 247268 w 833593"/>
                <a:gd name="connsiteY0" fmla="*/ 968486 h 1953307"/>
                <a:gd name="connsiteX1" fmla="*/ 54749 w 833593"/>
                <a:gd name="connsiteY1" fmla="*/ 643658 h 1953307"/>
                <a:gd name="connsiteX2" fmla="*/ 22224 w 833593"/>
                <a:gd name="connsiteY2" fmla="*/ 410971 h 1953307"/>
                <a:gd name="connsiteX3" fmla="*/ 520490 w 833593"/>
                <a:gd name="connsiteY3" fmla="*/ 69967 h 1953307"/>
                <a:gd name="connsiteX4" fmla="*/ 732479 w 833593"/>
                <a:gd name="connsiteY4" fmla="*/ 262304 h 1953307"/>
                <a:gd name="connsiteX5" fmla="*/ 633181 w 833593"/>
                <a:gd name="connsiteY5" fmla="*/ 668519 h 1953307"/>
                <a:gd name="connsiteX6" fmla="*/ 389221 w 833593"/>
                <a:gd name="connsiteY6" fmla="*/ 966564 h 1953307"/>
                <a:gd name="connsiteX7" fmla="*/ 295490 w 833593"/>
                <a:gd name="connsiteY7" fmla="*/ 1953307 h 1953307"/>
                <a:gd name="connsiteX8" fmla="*/ 134634 w 833593"/>
                <a:gd name="connsiteY8" fmla="*/ 1953307 h 1953307"/>
                <a:gd name="connsiteX9" fmla="*/ 247268 w 833593"/>
                <a:gd name="connsiteY9" fmla="*/ 968486 h 1953307"/>
                <a:gd name="connsiteX0" fmla="*/ 247268 w 833593"/>
                <a:gd name="connsiteY0" fmla="*/ 968486 h 1953307"/>
                <a:gd name="connsiteX1" fmla="*/ 54749 w 833593"/>
                <a:gd name="connsiteY1" fmla="*/ 643658 h 1953307"/>
                <a:gd name="connsiteX2" fmla="*/ 22224 w 833593"/>
                <a:gd name="connsiteY2" fmla="*/ 410971 h 1953307"/>
                <a:gd name="connsiteX3" fmla="*/ 520490 w 833593"/>
                <a:gd name="connsiteY3" fmla="*/ 69967 h 1953307"/>
                <a:gd name="connsiteX4" fmla="*/ 732479 w 833593"/>
                <a:gd name="connsiteY4" fmla="*/ 262304 h 1953307"/>
                <a:gd name="connsiteX5" fmla="*/ 633181 w 833593"/>
                <a:gd name="connsiteY5" fmla="*/ 668519 h 1953307"/>
                <a:gd name="connsiteX6" fmla="*/ 389221 w 833593"/>
                <a:gd name="connsiteY6" fmla="*/ 966564 h 1953307"/>
                <a:gd name="connsiteX7" fmla="*/ 295490 w 833593"/>
                <a:gd name="connsiteY7" fmla="*/ 1953307 h 1953307"/>
                <a:gd name="connsiteX8" fmla="*/ 134634 w 833593"/>
                <a:gd name="connsiteY8" fmla="*/ 1953307 h 1953307"/>
                <a:gd name="connsiteX9" fmla="*/ 247268 w 833593"/>
                <a:gd name="connsiteY9" fmla="*/ 968486 h 1953307"/>
                <a:gd name="connsiteX0" fmla="*/ 202193 w 788518"/>
                <a:gd name="connsiteY0" fmla="*/ 968486 h 1953307"/>
                <a:gd name="connsiteX1" fmla="*/ 9674 w 788518"/>
                <a:gd name="connsiteY1" fmla="*/ 643658 h 1953307"/>
                <a:gd name="connsiteX2" fmla="*/ 156714 w 788518"/>
                <a:gd name="connsiteY2" fmla="*/ 366657 h 1953307"/>
                <a:gd name="connsiteX3" fmla="*/ 475415 w 788518"/>
                <a:gd name="connsiteY3" fmla="*/ 69967 h 1953307"/>
                <a:gd name="connsiteX4" fmla="*/ 687404 w 788518"/>
                <a:gd name="connsiteY4" fmla="*/ 262304 h 1953307"/>
                <a:gd name="connsiteX5" fmla="*/ 588106 w 788518"/>
                <a:gd name="connsiteY5" fmla="*/ 668519 h 1953307"/>
                <a:gd name="connsiteX6" fmla="*/ 344146 w 788518"/>
                <a:gd name="connsiteY6" fmla="*/ 966564 h 1953307"/>
                <a:gd name="connsiteX7" fmla="*/ 250415 w 788518"/>
                <a:gd name="connsiteY7" fmla="*/ 1953307 h 1953307"/>
                <a:gd name="connsiteX8" fmla="*/ 89559 w 788518"/>
                <a:gd name="connsiteY8" fmla="*/ 1953307 h 1953307"/>
                <a:gd name="connsiteX9" fmla="*/ 202193 w 788518"/>
                <a:gd name="connsiteY9" fmla="*/ 968486 h 1953307"/>
                <a:gd name="connsiteX0" fmla="*/ 202193 w 788518"/>
                <a:gd name="connsiteY0" fmla="*/ 968486 h 1953307"/>
                <a:gd name="connsiteX1" fmla="*/ 9674 w 788518"/>
                <a:gd name="connsiteY1" fmla="*/ 643658 h 1953307"/>
                <a:gd name="connsiteX2" fmla="*/ 156714 w 788518"/>
                <a:gd name="connsiteY2" fmla="*/ 366657 h 1953307"/>
                <a:gd name="connsiteX3" fmla="*/ 475415 w 788518"/>
                <a:gd name="connsiteY3" fmla="*/ 69967 h 1953307"/>
                <a:gd name="connsiteX4" fmla="*/ 687404 w 788518"/>
                <a:gd name="connsiteY4" fmla="*/ 262304 h 1953307"/>
                <a:gd name="connsiteX5" fmla="*/ 588106 w 788518"/>
                <a:gd name="connsiteY5" fmla="*/ 668519 h 1953307"/>
                <a:gd name="connsiteX6" fmla="*/ 344146 w 788518"/>
                <a:gd name="connsiteY6" fmla="*/ 966564 h 1953307"/>
                <a:gd name="connsiteX7" fmla="*/ 250415 w 788518"/>
                <a:gd name="connsiteY7" fmla="*/ 1953307 h 1953307"/>
                <a:gd name="connsiteX8" fmla="*/ 89559 w 788518"/>
                <a:gd name="connsiteY8" fmla="*/ 1953307 h 1953307"/>
                <a:gd name="connsiteX9" fmla="*/ 202193 w 788518"/>
                <a:gd name="connsiteY9" fmla="*/ 968486 h 1953307"/>
                <a:gd name="connsiteX0" fmla="*/ 202193 w 788518"/>
                <a:gd name="connsiteY0" fmla="*/ 968486 h 1953307"/>
                <a:gd name="connsiteX1" fmla="*/ 9674 w 788518"/>
                <a:gd name="connsiteY1" fmla="*/ 643658 h 1953307"/>
                <a:gd name="connsiteX2" fmla="*/ 153460 w 788518"/>
                <a:gd name="connsiteY2" fmla="*/ 270033 h 1953307"/>
                <a:gd name="connsiteX3" fmla="*/ 475415 w 788518"/>
                <a:gd name="connsiteY3" fmla="*/ 69967 h 1953307"/>
                <a:gd name="connsiteX4" fmla="*/ 687404 w 788518"/>
                <a:gd name="connsiteY4" fmla="*/ 262304 h 1953307"/>
                <a:gd name="connsiteX5" fmla="*/ 588106 w 788518"/>
                <a:gd name="connsiteY5" fmla="*/ 668519 h 1953307"/>
                <a:gd name="connsiteX6" fmla="*/ 344146 w 788518"/>
                <a:gd name="connsiteY6" fmla="*/ 966564 h 1953307"/>
                <a:gd name="connsiteX7" fmla="*/ 250415 w 788518"/>
                <a:gd name="connsiteY7" fmla="*/ 1953307 h 1953307"/>
                <a:gd name="connsiteX8" fmla="*/ 89559 w 788518"/>
                <a:gd name="connsiteY8" fmla="*/ 1953307 h 1953307"/>
                <a:gd name="connsiteX9" fmla="*/ 202193 w 788518"/>
                <a:gd name="connsiteY9" fmla="*/ 968486 h 1953307"/>
                <a:gd name="connsiteX0" fmla="*/ 202193 w 788518"/>
                <a:gd name="connsiteY0" fmla="*/ 751299 h 1736120"/>
                <a:gd name="connsiteX1" fmla="*/ 9674 w 788518"/>
                <a:gd name="connsiteY1" fmla="*/ 426471 h 1736120"/>
                <a:gd name="connsiteX2" fmla="*/ 153460 w 788518"/>
                <a:gd name="connsiteY2" fmla="*/ 52846 h 1736120"/>
                <a:gd name="connsiteX3" fmla="*/ 687404 w 788518"/>
                <a:gd name="connsiteY3" fmla="*/ 45117 h 1736120"/>
                <a:gd name="connsiteX4" fmla="*/ 588106 w 788518"/>
                <a:gd name="connsiteY4" fmla="*/ 451332 h 1736120"/>
                <a:gd name="connsiteX5" fmla="*/ 344146 w 788518"/>
                <a:gd name="connsiteY5" fmla="*/ 749377 h 1736120"/>
                <a:gd name="connsiteX6" fmla="*/ 250415 w 788518"/>
                <a:gd name="connsiteY6" fmla="*/ 1736120 h 1736120"/>
                <a:gd name="connsiteX7" fmla="*/ 89559 w 788518"/>
                <a:gd name="connsiteY7" fmla="*/ 1736120 h 1736120"/>
                <a:gd name="connsiteX8" fmla="*/ 202193 w 788518"/>
                <a:gd name="connsiteY8" fmla="*/ 751299 h 1736120"/>
                <a:gd name="connsiteX0" fmla="*/ 202193 w 788518"/>
                <a:gd name="connsiteY0" fmla="*/ 905302 h 1890123"/>
                <a:gd name="connsiteX1" fmla="*/ 9674 w 788518"/>
                <a:gd name="connsiteY1" fmla="*/ 580474 h 1890123"/>
                <a:gd name="connsiteX2" fmla="*/ 153460 w 788518"/>
                <a:gd name="connsiteY2" fmla="*/ 206849 h 1890123"/>
                <a:gd name="connsiteX3" fmla="*/ 469945 w 788518"/>
                <a:gd name="connsiteY3" fmla="*/ 9 h 1890123"/>
                <a:gd name="connsiteX4" fmla="*/ 687404 w 788518"/>
                <a:gd name="connsiteY4" fmla="*/ 199120 h 1890123"/>
                <a:gd name="connsiteX5" fmla="*/ 588106 w 788518"/>
                <a:gd name="connsiteY5" fmla="*/ 605335 h 1890123"/>
                <a:gd name="connsiteX6" fmla="*/ 344146 w 788518"/>
                <a:gd name="connsiteY6" fmla="*/ 903380 h 1890123"/>
                <a:gd name="connsiteX7" fmla="*/ 250415 w 788518"/>
                <a:gd name="connsiteY7" fmla="*/ 1890123 h 1890123"/>
                <a:gd name="connsiteX8" fmla="*/ 89559 w 788518"/>
                <a:gd name="connsiteY8" fmla="*/ 1890123 h 1890123"/>
                <a:gd name="connsiteX9" fmla="*/ 202193 w 788518"/>
                <a:gd name="connsiteY9" fmla="*/ 905302 h 1890123"/>
                <a:gd name="connsiteX0" fmla="*/ 202193 w 788518"/>
                <a:gd name="connsiteY0" fmla="*/ 963564 h 1948385"/>
                <a:gd name="connsiteX1" fmla="*/ 9674 w 788518"/>
                <a:gd name="connsiteY1" fmla="*/ 638736 h 1948385"/>
                <a:gd name="connsiteX2" fmla="*/ 153460 w 788518"/>
                <a:gd name="connsiteY2" fmla="*/ 265111 h 1948385"/>
                <a:gd name="connsiteX3" fmla="*/ 469945 w 788518"/>
                <a:gd name="connsiteY3" fmla="*/ 58271 h 1948385"/>
                <a:gd name="connsiteX4" fmla="*/ 687404 w 788518"/>
                <a:gd name="connsiteY4" fmla="*/ 257382 h 1948385"/>
                <a:gd name="connsiteX5" fmla="*/ 588106 w 788518"/>
                <a:gd name="connsiteY5" fmla="*/ 663597 h 1948385"/>
                <a:gd name="connsiteX6" fmla="*/ 344146 w 788518"/>
                <a:gd name="connsiteY6" fmla="*/ 961642 h 1948385"/>
                <a:gd name="connsiteX7" fmla="*/ 250415 w 788518"/>
                <a:gd name="connsiteY7" fmla="*/ 1948385 h 1948385"/>
                <a:gd name="connsiteX8" fmla="*/ 89559 w 788518"/>
                <a:gd name="connsiteY8" fmla="*/ 1948385 h 1948385"/>
                <a:gd name="connsiteX9" fmla="*/ 202193 w 788518"/>
                <a:gd name="connsiteY9" fmla="*/ 963564 h 1948385"/>
                <a:gd name="connsiteX0" fmla="*/ 202193 w 788518"/>
                <a:gd name="connsiteY0" fmla="*/ 966815 h 1951636"/>
                <a:gd name="connsiteX1" fmla="*/ 9674 w 788518"/>
                <a:gd name="connsiteY1" fmla="*/ 641987 h 1951636"/>
                <a:gd name="connsiteX2" fmla="*/ 153460 w 788518"/>
                <a:gd name="connsiteY2" fmla="*/ 268362 h 1951636"/>
                <a:gd name="connsiteX3" fmla="*/ 469945 w 788518"/>
                <a:gd name="connsiteY3" fmla="*/ 61522 h 1951636"/>
                <a:gd name="connsiteX4" fmla="*/ 687404 w 788518"/>
                <a:gd name="connsiteY4" fmla="*/ 260633 h 1951636"/>
                <a:gd name="connsiteX5" fmla="*/ 588106 w 788518"/>
                <a:gd name="connsiteY5" fmla="*/ 666848 h 1951636"/>
                <a:gd name="connsiteX6" fmla="*/ 344146 w 788518"/>
                <a:gd name="connsiteY6" fmla="*/ 964893 h 1951636"/>
                <a:gd name="connsiteX7" fmla="*/ 250415 w 788518"/>
                <a:gd name="connsiteY7" fmla="*/ 1951636 h 1951636"/>
                <a:gd name="connsiteX8" fmla="*/ 89559 w 788518"/>
                <a:gd name="connsiteY8" fmla="*/ 1951636 h 1951636"/>
                <a:gd name="connsiteX9" fmla="*/ 202193 w 788518"/>
                <a:gd name="connsiteY9" fmla="*/ 966815 h 1951636"/>
                <a:gd name="connsiteX0" fmla="*/ 151999 w 738324"/>
                <a:gd name="connsiteY0" fmla="*/ 966815 h 1951636"/>
                <a:gd name="connsiteX1" fmla="*/ 30293 w 738324"/>
                <a:gd name="connsiteY1" fmla="*/ 624333 h 1951636"/>
                <a:gd name="connsiteX2" fmla="*/ 103266 w 738324"/>
                <a:gd name="connsiteY2" fmla="*/ 268362 h 1951636"/>
                <a:gd name="connsiteX3" fmla="*/ 419751 w 738324"/>
                <a:gd name="connsiteY3" fmla="*/ 61522 h 1951636"/>
                <a:gd name="connsiteX4" fmla="*/ 637210 w 738324"/>
                <a:gd name="connsiteY4" fmla="*/ 260633 h 1951636"/>
                <a:gd name="connsiteX5" fmla="*/ 537912 w 738324"/>
                <a:gd name="connsiteY5" fmla="*/ 666848 h 1951636"/>
                <a:gd name="connsiteX6" fmla="*/ 293952 w 738324"/>
                <a:gd name="connsiteY6" fmla="*/ 964893 h 1951636"/>
                <a:gd name="connsiteX7" fmla="*/ 200221 w 738324"/>
                <a:gd name="connsiteY7" fmla="*/ 1951636 h 1951636"/>
                <a:gd name="connsiteX8" fmla="*/ 39365 w 738324"/>
                <a:gd name="connsiteY8" fmla="*/ 1951636 h 1951636"/>
                <a:gd name="connsiteX9" fmla="*/ 151999 w 738324"/>
                <a:gd name="connsiteY9" fmla="*/ 966815 h 1951636"/>
                <a:gd name="connsiteX0" fmla="*/ 185247 w 771572"/>
                <a:gd name="connsiteY0" fmla="*/ 966815 h 1951636"/>
                <a:gd name="connsiteX1" fmla="*/ 63541 w 771572"/>
                <a:gd name="connsiteY1" fmla="*/ 624333 h 1951636"/>
                <a:gd name="connsiteX2" fmla="*/ 136514 w 771572"/>
                <a:gd name="connsiteY2" fmla="*/ 268362 h 1951636"/>
                <a:gd name="connsiteX3" fmla="*/ 452999 w 771572"/>
                <a:gd name="connsiteY3" fmla="*/ 61522 h 1951636"/>
                <a:gd name="connsiteX4" fmla="*/ 670458 w 771572"/>
                <a:gd name="connsiteY4" fmla="*/ 260633 h 1951636"/>
                <a:gd name="connsiteX5" fmla="*/ 571160 w 771572"/>
                <a:gd name="connsiteY5" fmla="*/ 666848 h 1951636"/>
                <a:gd name="connsiteX6" fmla="*/ 327200 w 771572"/>
                <a:gd name="connsiteY6" fmla="*/ 964893 h 1951636"/>
                <a:gd name="connsiteX7" fmla="*/ 233469 w 771572"/>
                <a:gd name="connsiteY7" fmla="*/ 1951636 h 1951636"/>
                <a:gd name="connsiteX8" fmla="*/ 72613 w 771572"/>
                <a:gd name="connsiteY8" fmla="*/ 1951636 h 1951636"/>
                <a:gd name="connsiteX9" fmla="*/ 185247 w 771572"/>
                <a:gd name="connsiteY9" fmla="*/ 966815 h 1951636"/>
                <a:gd name="connsiteX0" fmla="*/ 185247 w 771572"/>
                <a:gd name="connsiteY0" fmla="*/ 966815 h 1951636"/>
                <a:gd name="connsiteX1" fmla="*/ 63541 w 771572"/>
                <a:gd name="connsiteY1" fmla="*/ 624333 h 1951636"/>
                <a:gd name="connsiteX2" fmla="*/ 136514 w 771572"/>
                <a:gd name="connsiteY2" fmla="*/ 268362 h 1951636"/>
                <a:gd name="connsiteX3" fmla="*/ 452999 w 771572"/>
                <a:gd name="connsiteY3" fmla="*/ 61522 h 1951636"/>
                <a:gd name="connsiteX4" fmla="*/ 670458 w 771572"/>
                <a:gd name="connsiteY4" fmla="*/ 260633 h 1951636"/>
                <a:gd name="connsiteX5" fmla="*/ 571160 w 771572"/>
                <a:gd name="connsiteY5" fmla="*/ 666848 h 1951636"/>
                <a:gd name="connsiteX6" fmla="*/ 374932 w 771572"/>
                <a:gd name="connsiteY6" fmla="*/ 958562 h 1951636"/>
                <a:gd name="connsiteX7" fmla="*/ 233469 w 771572"/>
                <a:gd name="connsiteY7" fmla="*/ 1951636 h 1951636"/>
                <a:gd name="connsiteX8" fmla="*/ 72613 w 771572"/>
                <a:gd name="connsiteY8" fmla="*/ 1951636 h 1951636"/>
                <a:gd name="connsiteX9" fmla="*/ 185247 w 771572"/>
                <a:gd name="connsiteY9" fmla="*/ 966815 h 1951636"/>
                <a:gd name="connsiteX0" fmla="*/ 185247 w 771572"/>
                <a:gd name="connsiteY0" fmla="*/ 966815 h 1951636"/>
                <a:gd name="connsiteX1" fmla="*/ 63541 w 771572"/>
                <a:gd name="connsiteY1" fmla="*/ 624333 h 1951636"/>
                <a:gd name="connsiteX2" fmla="*/ 136514 w 771572"/>
                <a:gd name="connsiteY2" fmla="*/ 268362 h 1951636"/>
                <a:gd name="connsiteX3" fmla="*/ 452999 w 771572"/>
                <a:gd name="connsiteY3" fmla="*/ 61522 h 1951636"/>
                <a:gd name="connsiteX4" fmla="*/ 670458 w 771572"/>
                <a:gd name="connsiteY4" fmla="*/ 260633 h 1951636"/>
                <a:gd name="connsiteX5" fmla="*/ 571160 w 771572"/>
                <a:gd name="connsiteY5" fmla="*/ 666848 h 1951636"/>
                <a:gd name="connsiteX6" fmla="*/ 374932 w 771572"/>
                <a:gd name="connsiteY6" fmla="*/ 958562 h 1951636"/>
                <a:gd name="connsiteX7" fmla="*/ 233469 w 771572"/>
                <a:gd name="connsiteY7" fmla="*/ 1951636 h 1951636"/>
                <a:gd name="connsiteX8" fmla="*/ 72613 w 771572"/>
                <a:gd name="connsiteY8" fmla="*/ 1951636 h 1951636"/>
                <a:gd name="connsiteX9" fmla="*/ 185247 w 771572"/>
                <a:gd name="connsiteY9" fmla="*/ 966815 h 1951636"/>
                <a:gd name="connsiteX0" fmla="*/ 185247 w 736927"/>
                <a:gd name="connsiteY0" fmla="*/ 966815 h 1951636"/>
                <a:gd name="connsiteX1" fmla="*/ 63541 w 736927"/>
                <a:gd name="connsiteY1" fmla="*/ 624333 h 1951636"/>
                <a:gd name="connsiteX2" fmla="*/ 136514 w 736927"/>
                <a:gd name="connsiteY2" fmla="*/ 268362 h 1951636"/>
                <a:gd name="connsiteX3" fmla="*/ 452999 w 736927"/>
                <a:gd name="connsiteY3" fmla="*/ 61522 h 1951636"/>
                <a:gd name="connsiteX4" fmla="*/ 670458 w 736927"/>
                <a:gd name="connsiteY4" fmla="*/ 260633 h 1951636"/>
                <a:gd name="connsiteX5" fmla="*/ 571160 w 736927"/>
                <a:gd name="connsiteY5" fmla="*/ 666848 h 1951636"/>
                <a:gd name="connsiteX6" fmla="*/ 374932 w 736927"/>
                <a:gd name="connsiteY6" fmla="*/ 958562 h 1951636"/>
                <a:gd name="connsiteX7" fmla="*/ 233469 w 736927"/>
                <a:gd name="connsiteY7" fmla="*/ 1951636 h 1951636"/>
                <a:gd name="connsiteX8" fmla="*/ 72613 w 736927"/>
                <a:gd name="connsiteY8" fmla="*/ 1951636 h 1951636"/>
                <a:gd name="connsiteX9" fmla="*/ 185247 w 736927"/>
                <a:gd name="connsiteY9" fmla="*/ 966815 h 1951636"/>
                <a:gd name="connsiteX0" fmla="*/ 251130 w 736927"/>
                <a:gd name="connsiteY0" fmla="*/ 810190 h 1951636"/>
                <a:gd name="connsiteX1" fmla="*/ 63541 w 736927"/>
                <a:gd name="connsiteY1" fmla="*/ 624333 h 1951636"/>
                <a:gd name="connsiteX2" fmla="*/ 136514 w 736927"/>
                <a:gd name="connsiteY2" fmla="*/ 268362 h 1951636"/>
                <a:gd name="connsiteX3" fmla="*/ 452999 w 736927"/>
                <a:gd name="connsiteY3" fmla="*/ 61522 h 1951636"/>
                <a:gd name="connsiteX4" fmla="*/ 670458 w 736927"/>
                <a:gd name="connsiteY4" fmla="*/ 260633 h 1951636"/>
                <a:gd name="connsiteX5" fmla="*/ 571160 w 736927"/>
                <a:gd name="connsiteY5" fmla="*/ 666848 h 1951636"/>
                <a:gd name="connsiteX6" fmla="*/ 374932 w 736927"/>
                <a:gd name="connsiteY6" fmla="*/ 958562 h 1951636"/>
                <a:gd name="connsiteX7" fmla="*/ 233469 w 736927"/>
                <a:gd name="connsiteY7" fmla="*/ 1951636 h 1951636"/>
                <a:gd name="connsiteX8" fmla="*/ 72613 w 736927"/>
                <a:gd name="connsiteY8" fmla="*/ 1951636 h 1951636"/>
                <a:gd name="connsiteX9" fmla="*/ 251130 w 736927"/>
                <a:gd name="connsiteY9" fmla="*/ 810190 h 1951636"/>
                <a:gd name="connsiteX0" fmla="*/ 251130 w 736927"/>
                <a:gd name="connsiteY0" fmla="*/ 810190 h 1951636"/>
                <a:gd name="connsiteX1" fmla="*/ 63541 w 736927"/>
                <a:gd name="connsiteY1" fmla="*/ 624333 h 1951636"/>
                <a:gd name="connsiteX2" fmla="*/ 136514 w 736927"/>
                <a:gd name="connsiteY2" fmla="*/ 268362 h 1951636"/>
                <a:gd name="connsiteX3" fmla="*/ 452999 w 736927"/>
                <a:gd name="connsiteY3" fmla="*/ 61522 h 1951636"/>
                <a:gd name="connsiteX4" fmla="*/ 670458 w 736927"/>
                <a:gd name="connsiteY4" fmla="*/ 260633 h 1951636"/>
                <a:gd name="connsiteX5" fmla="*/ 571160 w 736927"/>
                <a:gd name="connsiteY5" fmla="*/ 666848 h 1951636"/>
                <a:gd name="connsiteX6" fmla="*/ 400826 w 736927"/>
                <a:gd name="connsiteY6" fmla="*/ 785298 h 1951636"/>
                <a:gd name="connsiteX7" fmla="*/ 233469 w 736927"/>
                <a:gd name="connsiteY7" fmla="*/ 1951636 h 1951636"/>
                <a:gd name="connsiteX8" fmla="*/ 72613 w 736927"/>
                <a:gd name="connsiteY8" fmla="*/ 1951636 h 1951636"/>
                <a:gd name="connsiteX9" fmla="*/ 251130 w 736927"/>
                <a:gd name="connsiteY9" fmla="*/ 810190 h 1951636"/>
                <a:gd name="connsiteX0" fmla="*/ 251130 w 736927"/>
                <a:gd name="connsiteY0" fmla="*/ 810190 h 1951636"/>
                <a:gd name="connsiteX1" fmla="*/ 63541 w 736927"/>
                <a:gd name="connsiteY1" fmla="*/ 624333 h 1951636"/>
                <a:gd name="connsiteX2" fmla="*/ 136514 w 736927"/>
                <a:gd name="connsiteY2" fmla="*/ 268362 h 1951636"/>
                <a:gd name="connsiteX3" fmla="*/ 452999 w 736927"/>
                <a:gd name="connsiteY3" fmla="*/ 61522 h 1951636"/>
                <a:gd name="connsiteX4" fmla="*/ 670458 w 736927"/>
                <a:gd name="connsiteY4" fmla="*/ 260633 h 1951636"/>
                <a:gd name="connsiteX5" fmla="*/ 571160 w 736927"/>
                <a:gd name="connsiteY5" fmla="*/ 666848 h 1951636"/>
                <a:gd name="connsiteX6" fmla="*/ 380575 w 736927"/>
                <a:gd name="connsiteY6" fmla="*/ 801521 h 1951636"/>
                <a:gd name="connsiteX7" fmla="*/ 233469 w 736927"/>
                <a:gd name="connsiteY7" fmla="*/ 1951636 h 1951636"/>
                <a:gd name="connsiteX8" fmla="*/ 72613 w 736927"/>
                <a:gd name="connsiteY8" fmla="*/ 1951636 h 1951636"/>
                <a:gd name="connsiteX9" fmla="*/ 251130 w 736927"/>
                <a:gd name="connsiteY9" fmla="*/ 810190 h 1951636"/>
                <a:gd name="connsiteX0" fmla="*/ 251130 w 736927"/>
                <a:gd name="connsiteY0" fmla="*/ 810190 h 1951636"/>
                <a:gd name="connsiteX1" fmla="*/ 63541 w 736927"/>
                <a:gd name="connsiteY1" fmla="*/ 624333 h 1951636"/>
                <a:gd name="connsiteX2" fmla="*/ 136514 w 736927"/>
                <a:gd name="connsiteY2" fmla="*/ 268362 h 1951636"/>
                <a:gd name="connsiteX3" fmla="*/ 452999 w 736927"/>
                <a:gd name="connsiteY3" fmla="*/ 61522 h 1951636"/>
                <a:gd name="connsiteX4" fmla="*/ 670458 w 736927"/>
                <a:gd name="connsiteY4" fmla="*/ 260633 h 1951636"/>
                <a:gd name="connsiteX5" fmla="*/ 571160 w 736927"/>
                <a:gd name="connsiteY5" fmla="*/ 666848 h 1951636"/>
                <a:gd name="connsiteX6" fmla="*/ 380575 w 736927"/>
                <a:gd name="connsiteY6" fmla="*/ 801521 h 1951636"/>
                <a:gd name="connsiteX7" fmla="*/ 233469 w 736927"/>
                <a:gd name="connsiteY7" fmla="*/ 1951636 h 1951636"/>
                <a:gd name="connsiteX8" fmla="*/ 72613 w 736927"/>
                <a:gd name="connsiteY8" fmla="*/ 1951636 h 1951636"/>
                <a:gd name="connsiteX9" fmla="*/ 251130 w 736927"/>
                <a:gd name="connsiteY9" fmla="*/ 810190 h 1951636"/>
                <a:gd name="connsiteX0" fmla="*/ 251130 w 670458"/>
                <a:gd name="connsiteY0" fmla="*/ 810190 h 1951636"/>
                <a:gd name="connsiteX1" fmla="*/ 63541 w 670458"/>
                <a:gd name="connsiteY1" fmla="*/ 624333 h 1951636"/>
                <a:gd name="connsiteX2" fmla="*/ 136514 w 670458"/>
                <a:gd name="connsiteY2" fmla="*/ 268362 h 1951636"/>
                <a:gd name="connsiteX3" fmla="*/ 452999 w 670458"/>
                <a:gd name="connsiteY3" fmla="*/ 61522 h 1951636"/>
                <a:gd name="connsiteX4" fmla="*/ 670458 w 670458"/>
                <a:gd name="connsiteY4" fmla="*/ 260633 h 1951636"/>
                <a:gd name="connsiteX5" fmla="*/ 380575 w 670458"/>
                <a:gd name="connsiteY5" fmla="*/ 801521 h 1951636"/>
                <a:gd name="connsiteX6" fmla="*/ 233469 w 670458"/>
                <a:gd name="connsiteY6" fmla="*/ 1951636 h 1951636"/>
                <a:gd name="connsiteX7" fmla="*/ 72613 w 670458"/>
                <a:gd name="connsiteY7" fmla="*/ 1951636 h 1951636"/>
                <a:gd name="connsiteX8" fmla="*/ 251130 w 670458"/>
                <a:gd name="connsiteY8" fmla="*/ 810190 h 1951636"/>
                <a:gd name="connsiteX0" fmla="*/ 251130 w 710194"/>
                <a:gd name="connsiteY0" fmla="*/ 810190 h 1951636"/>
                <a:gd name="connsiteX1" fmla="*/ 63541 w 710194"/>
                <a:gd name="connsiteY1" fmla="*/ 624333 h 1951636"/>
                <a:gd name="connsiteX2" fmla="*/ 136514 w 710194"/>
                <a:gd name="connsiteY2" fmla="*/ 268362 h 1951636"/>
                <a:gd name="connsiteX3" fmla="*/ 452999 w 710194"/>
                <a:gd name="connsiteY3" fmla="*/ 61522 h 1951636"/>
                <a:gd name="connsiteX4" fmla="*/ 670458 w 710194"/>
                <a:gd name="connsiteY4" fmla="*/ 260633 h 1951636"/>
                <a:gd name="connsiteX5" fmla="*/ 380575 w 710194"/>
                <a:gd name="connsiteY5" fmla="*/ 801521 h 1951636"/>
                <a:gd name="connsiteX6" fmla="*/ 233469 w 710194"/>
                <a:gd name="connsiteY6" fmla="*/ 1951636 h 1951636"/>
                <a:gd name="connsiteX7" fmla="*/ 72613 w 710194"/>
                <a:gd name="connsiteY7" fmla="*/ 1951636 h 1951636"/>
                <a:gd name="connsiteX8" fmla="*/ 251130 w 710194"/>
                <a:gd name="connsiteY8" fmla="*/ 810190 h 1951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0194" h="1951636">
                  <a:moveTo>
                    <a:pt x="251130" y="810190"/>
                  </a:moveTo>
                  <a:cubicBezTo>
                    <a:pt x="53868" y="709948"/>
                    <a:pt x="35689" y="627807"/>
                    <a:pt x="63541" y="624333"/>
                  </a:cubicBezTo>
                  <a:cubicBezTo>
                    <a:pt x="-18336" y="559407"/>
                    <a:pt x="-46414" y="308295"/>
                    <a:pt x="136514" y="268362"/>
                  </a:cubicBezTo>
                  <a:cubicBezTo>
                    <a:pt x="72818" y="170739"/>
                    <a:pt x="108008" y="-127628"/>
                    <a:pt x="452999" y="61522"/>
                  </a:cubicBezTo>
                  <a:cubicBezTo>
                    <a:pt x="635960" y="73926"/>
                    <a:pt x="645935" y="186313"/>
                    <a:pt x="670458" y="260633"/>
                  </a:cubicBezTo>
                  <a:cubicBezTo>
                    <a:pt x="658387" y="383966"/>
                    <a:pt x="882831" y="743534"/>
                    <a:pt x="380575" y="801521"/>
                  </a:cubicBezTo>
                  <a:lnTo>
                    <a:pt x="233469" y="1951636"/>
                  </a:lnTo>
                  <a:lnTo>
                    <a:pt x="72613" y="1951636"/>
                  </a:lnTo>
                  <a:lnTo>
                    <a:pt x="251130" y="810190"/>
                  </a:ln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3">
              <a:extLst>
                <a:ext uri="{FF2B5EF4-FFF2-40B4-BE49-F238E27FC236}">
                  <a16:creationId xmlns:a16="http://schemas.microsoft.com/office/drawing/2014/main" id="{A3DBF43E-9B4E-052F-B8CF-D4D4889F9A1C}"/>
                </a:ext>
              </a:extLst>
            </p:cNvPr>
            <p:cNvSpPr/>
            <p:nvPr/>
          </p:nvSpPr>
          <p:spPr>
            <a:xfrm rot="21173267">
              <a:off x="5162486" y="645610"/>
              <a:ext cx="788518" cy="2397252"/>
            </a:xfrm>
            <a:custGeom>
              <a:avLst/>
              <a:gdLst>
                <a:gd name="connsiteX0" fmla="*/ 0 w 160856"/>
                <a:gd name="connsiteY0" fmla="*/ 0 h 1001486"/>
                <a:gd name="connsiteX1" fmla="*/ 160856 w 160856"/>
                <a:gd name="connsiteY1" fmla="*/ 0 h 1001486"/>
                <a:gd name="connsiteX2" fmla="*/ 160856 w 160856"/>
                <a:gd name="connsiteY2" fmla="*/ 1001486 h 1001486"/>
                <a:gd name="connsiteX3" fmla="*/ 0 w 160856"/>
                <a:gd name="connsiteY3" fmla="*/ 1001486 h 1001486"/>
                <a:gd name="connsiteX4" fmla="*/ 0 w 160856"/>
                <a:gd name="connsiteY4" fmla="*/ 0 h 1001486"/>
                <a:gd name="connsiteX0" fmla="*/ 83678 w 244534"/>
                <a:gd name="connsiteY0" fmla="*/ 308163 h 1309649"/>
                <a:gd name="connsiteX1" fmla="*/ 3793 w 244534"/>
                <a:gd name="connsiteY1" fmla="*/ 0 h 1309649"/>
                <a:gd name="connsiteX2" fmla="*/ 244534 w 244534"/>
                <a:gd name="connsiteY2" fmla="*/ 308163 h 1309649"/>
                <a:gd name="connsiteX3" fmla="*/ 244534 w 244534"/>
                <a:gd name="connsiteY3" fmla="*/ 1309649 h 1309649"/>
                <a:gd name="connsiteX4" fmla="*/ 83678 w 244534"/>
                <a:gd name="connsiteY4" fmla="*/ 1309649 h 1309649"/>
                <a:gd name="connsiteX5" fmla="*/ 83678 w 244534"/>
                <a:gd name="connsiteY5" fmla="*/ 308163 h 1309649"/>
                <a:gd name="connsiteX0" fmla="*/ 83678 w 468019"/>
                <a:gd name="connsiteY0" fmla="*/ 309973 h 1311459"/>
                <a:gd name="connsiteX1" fmla="*/ 3793 w 468019"/>
                <a:gd name="connsiteY1" fmla="*/ 1810 h 1311459"/>
                <a:gd name="connsiteX2" fmla="*/ 468019 w 468019"/>
                <a:gd name="connsiteY2" fmla="*/ 20273 h 1311459"/>
                <a:gd name="connsiteX3" fmla="*/ 244534 w 468019"/>
                <a:gd name="connsiteY3" fmla="*/ 309973 h 1311459"/>
                <a:gd name="connsiteX4" fmla="*/ 244534 w 468019"/>
                <a:gd name="connsiteY4" fmla="*/ 1311459 h 1311459"/>
                <a:gd name="connsiteX5" fmla="*/ 83678 w 468019"/>
                <a:gd name="connsiteY5" fmla="*/ 1311459 h 1311459"/>
                <a:gd name="connsiteX6" fmla="*/ 83678 w 468019"/>
                <a:gd name="connsiteY6" fmla="*/ 309973 h 1311459"/>
                <a:gd name="connsiteX0" fmla="*/ 83678 w 468019"/>
                <a:gd name="connsiteY0" fmla="*/ 774837 h 1776323"/>
                <a:gd name="connsiteX1" fmla="*/ 3793 w 468019"/>
                <a:gd name="connsiteY1" fmla="*/ 466674 h 1776323"/>
                <a:gd name="connsiteX2" fmla="*/ 406620 w 468019"/>
                <a:gd name="connsiteY2" fmla="*/ 16 h 1776323"/>
                <a:gd name="connsiteX3" fmla="*/ 468019 w 468019"/>
                <a:gd name="connsiteY3" fmla="*/ 485137 h 1776323"/>
                <a:gd name="connsiteX4" fmla="*/ 244534 w 468019"/>
                <a:gd name="connsiteY4" fmla="*/ 774837 h 1776323"/>
                <a:gd name="connsiteX5" fmla="*/ 244534 w 468019"/>
                <a:gd name="connsiteY5" fmla="*/ 1776323 h 1776323"/>
                <a:gd name="connsiteX6" fmla="*/ 83678 w 468019"/>
                <a:gd name="connsiteY6" fmla="*/ 1776323 h 1776323"/>
                <a:gd name="connsiteX7" fmla="*/ 83678 w 468019"/>
                <a:gd name="connsiteY7" fmla="*/ 774837 h 1776323"/>
                <a:gd name="connsiteX0" fmla="*/ 134634 w 518975"/>
                <a:gd name="connsiteY0" fmla="*/ 778166 h 1779652"/>
                <a:gd name="connsiteX1" fmla="*/ 54749 w 518975"/>
                <a:gd name="connsiteY1" fmla="*/ 470003 h 1779652"/>
                <a:gd name="connsiteX2" fmla="*/ 22224 w 518975"/>
                <a:gd name="connsiteY2" fmla="*/ 237316 h 1779652"/>
                <a:gd name="connsiteX3" fmla="*/ 457576 w 518975"/>
                <a:gd name="connsiteY3" fmla="*/ 3345 h 1779652"/>
                <a:gd name="connsiteX4" fmla="*/ 518975 w 518975"/>
                <a:gd name="connsiteY4" fmla="*/ 488466 h 1779652"/>
                <a:gd name="connsiteX5" fmla="*/ 295490 w 518975"/>
                <a:gd name="connsiteY5" fmla="*/ 778166 h 1779652"/>
                <a:gd name="connsiteX6" fmla="*/ 295490 w 518975"/>
                <a:gd name="connsiteY6" fmla="*/ 1779652 h 1779652"/>
                <a:gd name="connsiteX7" fmla="*/ 134634 w 518975"/>
                <a:gd name="connsiteY7" fmla="*/ 1779652 h 1779652"/>
                <a:gd name="connsiteX8" fmla="*/ 134634 w 518975"/>
                <a:gd name="connsiteY8" fmla="*/ 778166 h 1779652"/>
                <a:gd name="connsiteX0" fmla="*/ 134634 w 518975"/>
                <a:gd name="connsiteY0" fmla="*/ 810443 h 1811929"/>
                <a:gd name="connsiteX1" fmla="*/ 54749 w 518975"/>
                <a:gd name="connsiteY1" fmla="*/ 502280 h 1811929"/>
                <a:gd name="connsiteX2" fmla="*/ 22224 w 518975"/>
                <a:gd name="connsiteY2" fmla="*/ 269593 h 1811929"/>
                <a:gd name="connsiteX3" fmla="*/ 457576 w 518975"/>
                <a:gd name="connsiteY3" fmla="*/ 35622 h 1811929"/>
                <a:gd name="connsiteX4" fmla="*/ 518975 w 518975"/>
                <a:gd name="connsiteY4" fmla="*/ 520743 h 1811929"/>
                <a:gd name="connsiteX5" fmla="*/ 295490 w 518975"/>
                <a:gd name="connsiteY5" fmla="*/ 810443 h 1811929"/>
                <a:gd name="connsiteX6" fmla="*/ 295490 w 518975"/>
                <a:gd name="connsiteY6" fmla="*/ 1811929 h 1811929"/>
                <a:gd name="connsiteX7" fmla="*/ 134634 w 518975"/>
                <a:gd name="connsiteY7" fmla="*/ 1811929 h 1811929"/>
                <a:gd name="connsiteX8" fmla="*/ 134634 w 518975"/>
                <a:gd name="connsiteY8" fmla="*/ 810443 h 1811929"/>
                <a:gd name="connsiteX0" fmla="*/ 134634 w 518975"/>
                <a:gd name="connsiteY0" fmla="*/ 854296 h 1855782"/>
                <a:gd name="connsiteX1" fmla="*/ 54749 w 518975"/>
                <a:gd name="connsiteY1" fmla="*/ 546133 h 1855782"/>
                <a:gd name="connsiteX2" fmla="*/ 22224 w 518975"/>
                <a:gd name="connsiteY2" fmla="*/ 313446 h 1855782"/>
                <a:gd name="connsiteX3" fmla="*/ 135357 w 518975"/>
                <a:gd name="connsiteY3" fmla="*/ 21928 h 1855782"/>
                <a:gd name="connsiteX4" fmla="*/ 457576 w 518975"/>
                <a:gd name="connsiteY4" fmla="*/ 79475 h 1855782"/>
                <a:gd name="connsiteX5" fmla="*/ 518975 w 518975"/>
                <a:gd name="connsiteY5" fmla="*/ 564596 h 1855782"/>
                <a:gd name="connsiteX6" fmla="*/ 295490 w 518975"/>
                <a:gd name="connsiteY6" fmla="*/ 854296 h 1855782"/>
                <a:gd name="connsiteX7" fmla="*/ 295490 w 518975"/>
                <a:gd name="connsiteY7" fmla="*/ 1855782 h 1855782"/>
                <a:gd name="connsiteX8" fmla="*/ 134634 w 518975"/>
                <a:gd name="connsiteY8" fmla="*/ 1855782 h 1855782"/>
                <a:gd name="connsiteX9" fmla="*/ 134634 w 518975"/>
                <a:gd name="connsiteY9" fmla="*/ 854296 h 1855782"/>
                <a:gd name="connsiteX0" fmla="*/ 134634 w 518975"/>
                <a:gd name="connsiteY0" fmla="*/ 918472 h 1919958"/>
                <a:gd name="connsiteX1" fmla="*/ 54749 w 518975"/>
                <a:gd name="connsiteY1" fmla="*/ 610309 h 1919958"/>
                <a:gd name="connsiteX2" fmla="*/ 22224 w 518975"/>
                <a:gd name="connsiteY2" fmla="*/ 377622 h 1919958"/>
                <a:gd name="connsiteX3" fmla="*/ 135357 w 518975"/>
                <a:gd name="connsiteY3" fmla="*/ 86104 h 1919958"/>
                <a:gd name="connsiteX4" fmla="*/ 457576 w 518975"/>
                <a:gd name="connsiteY4" fmla="*/ 143651 h 1919958"/>
                <a:gd name="connsiteX5" fmla="*/ 518975 w 518975"/>
                <a:gd name="connsiteY5" fmla="*/ 628772 h 1919958"/>
                <a:gd name="connsiteX6" fmla="*/ 295490 w 518975"/>
                <a:gd name="connsiteY6" fmla="*/ 918472 h 1919958"/>
                <a:gd name="connsiteX7" fmla="*/ 295490 w 518975"/>
                <a:gd name="connsiteY7" fmla="*/ 1919958 h 1919958"/>
                <a:gd name="connsiteX8" fmla="*/ 134634 w 518975"/>
                <a:gd name="connsiteY8" fmla="*/ 1919958 h 1919958"/>
                <a:gd name="connsiteX9" fmla="*/ 134634 w 518975"/>
                <a:gd name="connsiteY9" fmla="*/ 918472 h 1919958"/>
                <a:gd name="connsiteX0" fmla="*/ 134634 w 518975"/>
                <a:gd name="connsiteY0" fmla="*/ 936891 h 1938377"/>
                <a:gd name="connsiteX1" fmla="*/ 54749 w 518975"/>
                <a:gd name="connsiteY1" fmla="*/ 628728 h 1938377"/>
                <a:gd name="connsiteX2" fmla="*/ 22224 w 518975"/>
                <a:gd name="connsiteY2" fmla="*/ 396041 h 1938377"/>
                <a:gd name="connsiteX3" fmla="*/ 135357 w 518975"/>
                <a:gd name="connsiteY3" fmla="*/ 104523 h 1938377"/>
                <a:gd name="connsiteX4" fmla="*/ 457576 w 518975"/>
                <a:gd name="connsiteY4" fmla="*/ 162070 h 1938377"/>
                <a:gd name="connsiteX5" fmla="*/ 518975 w 518975"/>
                <a:gd name="connsiteY5" fmla="*/ 647191 h 1938377"/>
                <a:gd name="connsiteX6" fmla="*/ 295490 w 518975"/>
                <a:gd name="connsiteY6" fmla="*/ 936891 h 1938377"/>
                <a:gd name="connsiteX7" fmla="*/ 295490 w 518975"/>
                <a:gd name="connsiteY7" fmla="*/ 1938377 h 1938377"/>
                <a:gd name="connsiteX8" fmla="*/ 134634 w 518975"/>
                <a:gd name="connsiteY8" fmla="*/ 1938377 h 1938377"/>
                <a:gd name="connsiteX9" fmla="*/ 134634 w 518975"/>
                <a:gd name="connsiteY9" fmla="*/ 936891 h 1938377"/>
                <a:gd name="connsiteX0" fmla="*/ 134634 w 597472"/>
                <a:gd name="connsiteY0" fmla="*/ 936891 h 1938377"/>
                <a:gd name="connsiteX1" fmla="*/ 54749 w 597472"/>
                <a:gd name="connsiteY1" fmla="*/ 628728 h 1938377"/>
                <a:gd name="connsiteX2" fmla="*/ 22224 w 597472"/>
                <a:gd name="connsiteY2" fmla="*/ 396041 h 1938377"/>
                <a:gd name="connsiteX3" fmla="*/ 135357 w 597472"/>
                <a:gd name="connsiteY3" fmla="*/ 104523 h 1938377"/>
                <a:gd name="connsiteX4" fmla="*/ 457576 w 597472"/>
                <a:gd name="connsiteY4" fmla="*/ 162070 h 1938377"/>
                <a:gd name="connsiteX5" fmla="*/ 518975 w 597472"/>
                <a:gd name="connsiteY5" fmla="*/ 647191 h 1938377"/>
                <a:gd name="connsiteX6" fmla="*/ 295490 w 597472"/>
                <a:gd name="connsiteY6" fmla="*/ 936891 h 1938377"/>
                <a:gd name="connsiteX7" fmla="*/ 295490 w 597472"/>
                <a:gd name="connsiteY7" fmla="*/ 1938377 h 1938377"/>
                <a:gd name="connsiteX8" fmla="*/ 134634 w 597472"/>
                <a:gd name="connsiteY8" fmla="*/ 1938377 h 1938377"/>
                <a:gd name="connsiteX9" fmla="*/ 134634 w 597472"/>
                <a:gd name="connsiteY9" fmla="*/ 936891 h 1938377"/>
                <a:gd name="connsiteX0" fmla="*/ 134634 w 597472"/>
                <a:gd name="connsiteY0" fmla="*/ 936891 h 1938377"/>
                <a:gd name="connsiteX1" fmla="*/ 54749 w 597472"/>
                <a:gd name="connsiteY1" fmla="*/ 628728 h 1938377"/>
                <a:gd name="connsiteX2" fmla="*/ 22224 w 597472"/>
                <a:gd name="connsiteY2" fmla="*/ 396041 h 1938377"/>
                <a:gd name="connsiteX3" fmla="*/ 135357 w 597472"/>
                <a:gd name="connsiteY3" fmla="*/ 104523 h 1938377"/>
                <a:gd name="connsiteX4" fmla="*/ 457576 w 597472"/>
                <a:gd name="connsiteY4" fmla="*/ 162070 h 1938377"/>
                <a:gd name="connsiteX5" fmla="*/ 518975 w 597472"/>
                <a:gd name="connsiteY5" fmla="*/ 647191 h 1938377"/>
                <a:gd name="connsiteX6" fmla="*/ 295490 w 597472"/>
                <a:gd name="connsiteY6" fmla="*/ 936891 h 1938377"/>
                <a:gd name="connsiteX7" fmla="*/ 295490 w 597472"/>
                <a:gd name="connsiteY7" fmla="*/ 1938377 h 1938377"/>
                <a:gd name="connsiteX8" fmla="*/ 134634 w 597472"/>
                <a:gd name="connsiteY8" fmla="*/ 1938377 h 1938377"/>
                <a:gd name="connsiteX9" fmla="*/ 134634 w 597472"/>
                <a:gd name="connsiteY9" fmla="*/ 936891 h 1938377"/>
                <a:gd name="connsiteX0" fmla="*/ 134634 w 597472"/>
                <a:gd name="connsiteY0" fmla="*/ 936891 h 1938377"/>
                <a:gd name="connsiteX1" fmla="*/ 54749 w 597472"/>
                <a:gd name="connsiteY1" fmla="*/ 628728 h 1938377"/>
                <a:gd name="connsiteX2" fmla="*/ 22224 w 597472"/>
                <a:gd name="connsiteY2" fmla="*/ 396041 h 1938377"/>
                <a:gd name="connsiteX3" fmla="*/ 135357 w 597472"/>
                <a:gd name="connsiteY3" fmla="*/ 104523 h 1938377"/>
                <a:gd name="connsiteX4" fmla="*/ 457576 w 597472"/>
                <a:gd name="connsiteY4" fmla="*/ 162070 h 1938377"/>
                <a:gd name="connsiteX5" fmla="*/ 518975 w 597472"/>
                <a:gd name="connsiteY5" fmla="*/ 647191 h 1938377"/>
                <a:gd name="connsiteX6" fmla="*/ 295490 w 597472"/>
                <a:gd name="connsiteY6" fmla="*/ 936891 h 1938377"/>
                <a:gd name="connsiteX7" fmla="*/ 295490 w 597472"/>
                <a:gd name="connsiteY7" fmla="*/ 1938377 h 1938377"/>
                <a:gd name="connsiteX8" fmla="*/ 134634 w 597472"/>
                <a:gd name="connsiteY8" fmla="*/ 1938377 h 1938377"/>
                <a:gd name="connsiteX9" fmla="*/ 134634 w 597472"/>
                <a:gd name="connsiteY9" fmla="*/ 936891 h 1938377"/>
                <a:gd name="connsiteX0" fmla="*/ 134634 w 597472"/>
                <a:gd name="connsiteY0" fmla="*/ 936891 h 1938377"/>
                <a:gd name="connsiteX1" fmla="*/ 54749 w 597472"/>
                <a:gd name="connsiteY1" fmla="*/ 628728 h 1938377"/>
                <a:gd name="connsiteX2" fmla="*/ 22224 w 597472"/>
                <a:gd name="connsiteY2" fmla="*/ 396041 h 1938377"/>
                <a:gd name="connsiteX3" fmla="*/ 135357 w 597472"/>
                <a:gd name="connsiteY3" fmla="*/ 104523 h 1938377"/>
                <a:gd name="connsiteX4" fmla="*/ 457576 w 597472"/>
                <a:gd name="connsiteY4" fmla="*/ 162070 h 1938377"/>
                <a:gd name="connsiteX5" fmla="*/ 518975 w 597472"/>
                <a:gd name="connsiteY5" fmla="*/ 647191 h 1938377"/>
                <a:gd name="connsiteX6" fmla="*/ 295490 w 597472"/>
                <a:gd name="connsiteY6" fmla="*/ 936891 h 1938377"/>
                <a:gd name="connsiteX7" fmla="*/ 295490 w 597472"/>
                <a:gd name="connsiteY7" fmla="*/ 1938377 h 1938377"/>
                <a:gd name="connsiteX8" fmla="*/ 134634 w 597472"/>
                <a:gd name="connsiteY8" fmla="*/ 1938377 h 1938377"/>
                <a:gd name="connsiteX9" fmla="*/ 134634 w 597472"/>
                <a:gd name="connsiteY9" fmla="*/ 936891 h 1938377"/>
                <a:gd name="connsiteX0" fmla="*/ 134634 w 816875"/>
                <a:gd name="connsiteY0" fmla="*/ 912396 h 1913882"/>
                <a:gd name="connsiteX1" fmla="*/ 54749 w 816875"/>
                <a:gd name="connsiteY1" fmla="*/ 604233 h 1913882"/>
                <a:gd name="connsiteX2" fmla="*/ 22224 w 816875"/>
                <a:gd name="connsiteY2" fmla="*/ 371546 h 1913882"/>
                <a:gd name="connsiteX3" fmla="*/ 135357 w 816875"/>
                <a:gd name="connsiteY3" fmla="*/ 80028 h 1913882"/>
                <a:gd name="connsiteX4" fmla="*/ 732479 w 816875"/>
                <a:gd name="connsiteY4" fmla="*/ 222879 h 1913882"/>
                <a:gd name="connsiteX5" fmla="*/ 518975 w 816875"/>
                <a:gd name="connsiteY5" fmla="*/ 622696 h 1913882"/>
                <a:gd name="connsiteX6" fmla="*/ 295490 w 816875"/>
                <a:gd name="connsiteY6" fmla="*/ 912396 h 1913882"/>
                <a:gd name="connsiteX7" fmla="*/ 295490 w 816875"/>
                <a:gd name="connsiteY7" fmla="*/ 1913882 h 1913882"/>
                <a:gd name="connsiteX8" fmla="*/ 134634 w 816875"/>
                <a:gd name="connsiteY8" fmla="*/ 1913882 h 1913882"/>
                <a:gd name="connsiteX9" fmla="*/ 134634 w 816875"/>
                <a:gd name="connsiteY9" fmla="*/ 912396 h 1913882"/>
                <a:gd name="connsiteX0" fmla="*/ 134634 w 833593"/>
                <a:gd name="connsiteY0" fmla="*/ 912396 h 1913882"/>
                <a:gd name="connsiteX1" fmla="*/ 54749 w 833593"/>
                <a:gd name="connsiteY1" fmla="*/ 604233 h 1913882"/>
                <a:gd name="connsiteX2" fmla="*/ 22224 w 833593"/>
                <a:gd name="connsiteY2" fmla="*/ 371546 h 1913882"/>
                <a:gd name="connsiteX3" fmla="*/ 135357 w 833593"/>
                <a:gd name="connsiteY3" fmla="*/ 80028 h 1913882"/>
                <a:gd name="connsiteX4" fmla="*/ 732479 w 833593"/>
                <a:gd name="connsiteY4" fmla="*/ 222879 h 1913882"/>
                <a:gd name="connsiteX5" fmla="*/ 633181 w 833593"/>
                <a:gd name="connsiteY5" fmla="*/ 629094 h 1913882"/>
                <a:gd name="connsiteX6" fmla="*/ 295490 w 833593"/>
                <a:gd name="connsiteY6" fmla="*/ 912396 h 1913882"/>
                <a:gd name="connsiteX7" fmla="*/ 295490 w 833593"/>
                <a:gd name="connsiteY7" fmla="*/ 1913882 h 1913882"/>
                <a:gd name="connsiteX8" fmla="*/ 134634 w 833593"/>
                <a:gd name="connsiteY8" fmla="*/ 1913882 h 1913882"/>
                <a:gd name="connsiteX9" fmla="*/ 134634 w 833593"/>
                <a:gd name="connsiteY9" fmla="*/ 912396 h 1913882"/>
                <a:gd name="connsiteX0" fmla="*/ 134634 w 833593"/>
                <a:gd name="connsiteY0" fmla="*/ 912396 h 1913882"/>
                <a:gd name="connsiteX1" fmla="*/ 54749 w 833593"/>
                <a:gd name="connsiteY1" fmla="*/ 604233 h 1913882"/>
                <a:gd name="connsiteX2" fmla="*/ 22224 w 833593"/>
                <a:gd name="connsiteY2" fmla="*/ 371546 h 1913882"/>
                <a:gd name="connsiteX3" fmla="*/ 135357 w 833593"/>
                <a:gd name="connsiteY3" fmla="*/ 80028 h 1913882"/>
                <a:gd name="connsiteX4" fmla="*/ 732479 w 833593"/>
                <a:gd name="connsiteY4" fmla="*/ 222879 h 1913882"/>
                <a:gd name="connsiteX5" fmla="*/ 633181 w 833593"/>
                <a:gd name="connsiteY5" fmla="*/ 629094 h 1913882"/>
                <a:gd name="connsiteX6" fmla="*/ 389221 w 833593"/>
                <a:gd name="connsiteY6" fmla="*/ 927139 h 1913882"/>
                <a:gd name="connsiteX7" fmla="*/ 295490 w 833593"/>
                <a:gd name="connsiteY7" fmla="*/ 1913882 h 1913882"/>
                <a:gd name="connsiteX8" fmla="*/ 134634 w 833593"/>
                <a:gd name="connsiteY8" fmla="*/ 1913882 h 1913882"/>
                <a:gd name="connsiteX9" fmla="*/ 134634 w 833593"/>
                <a:gd name="connsiteY9" fmla="*/ 912396 h 1913882"/>
                <a:gd name="connsiteX0" fmla="*/ 247268 w 833593"/>
                <a:gd name="connsiteY0" fmla="*/ 929061 h 1913882"/>
                <a:gd name="connsiteX1" fmla="*/ 54749 w 833593"/>
                <a:gd name="connsiteY1" fmla="*/ 604233 h 1913882"/>
                <a:gd name="connsiteX2" fmla="*/ 22224 w 833593"/>
                <a:gd name="connsiteY2" fmla="*/ 371546 h 1913882"/>
                <a:gd name="connsiteX3" fmla="*/ 135357 w 833593"/>
                <a:gd name="connsiteY3" fmla="*/ 80028 h 1913882"/>
                <a:gd name="connsiteX4" fmla="*/ 732479 w 833593"/>
                <a:gd name="connsiteY4" fmla="*/ 222879 h 1913882"/>
                <a:gd name="connsiteX5" fmla="*/ 633181 w 833593"/>
                <a:gd name="connsiteY5" fmla="*/ 629094 h 1913882"/>
                <a:gd name="connsiteX6" fmla="*/ 389221 w 833593"/>
                <a:gd name="connsiteY6" fmla="*/ 927139 h 1913882"/>
                <a:gd name="connsiteX7" fmla="*/ 295490 w 833593"/>
                <a:gd name="connsiteY7" fmla="*/ 1913882 h 1913882"/>
                <a:gd name="connsiteX8" fmla="*/ 134634 w 833593"/>
                <a:gd name="connsiteY8" fmla="*/ 1913882 h 1913882"/>
                <a:gd name="connsiteX9" fmla="*/ 247268 w 833593"/>
                <a:gd name="connsiteY9" fmla="*/ 929061 h 1913882"/>
                <a:gd name="connsiteX0" fmla="*/ 247268 w 833593"/>
                <a:gd name="connsiteY0" fmla="*/ 916865 h 1901686"/>
                <a:gd name="connsiteX1" fmla="*/ 54749 w 833593"/>
                <a:gd name="connsiteY1" fmla="*/ 592037 h 1901686"/>
                <a:gd name="connsiteX2" fmla="*/ 22224 w 833593"/>
                <a:gd name="connsiteY2" fmla="*/ 359350 h 1901686"/>
                <a:gd name="connsiteX3" fmla="*/ 292886 w 833593"/>
                <a:gd name="connsiteY3" fmla="*/ 83847 h 1901686"/>
                <a:gd name="connsiteX4" fmla="*/ 732479 w 833593"/>
                <a:gd name="connsiteY4" fmla="*/ 210683 h 1901686"/>
                <a:gd name="connsiteX5" fmla="*/ 633181 w 833593"/>
                <a:gd name="connsiteY5" fmla="*/ 616898 h 1901686"/>
                <a:gd name="connsiteX6" fmla="*/ 389221 w 833593"/>
                <a:gd name="connsiteY6" fmla="*/ 914943 h 1901686"/>
                <a:gd name="connsiteX7" fmla="*/ 295490 w 833593"/>
                <a:gd name="connsiteY7" fmla="*/ 1901686 h 1901686"/>
                <a:gd name="connsiteX8" fmla="*/ 134634 w 833593"/>
                <a:gd name="connsiteY8" fmla="*/ 1901686 h 1901686"/>
                <a:gd name="connsiteX9" fmla="*/ 247268 w 833593"/>
                <a:gd name="connsiteY9" fmla="*/ 916865 h 1901686"/>
                <a:gd name="connsiteX0" fmla="*/ 247268 w 833593"/>
                <a:gd name="connsiteY0" fmla="*/ 968486 h 1953307"/>
                <a:gd name="connsiteX1" fmla="*/ 54749 w 833593"/>
                <a:gd name="connsiteY1" fmla="*/ 643658 h 1953307"/>
                <a:gd name="connsiteX2" fmla="*/ 22224 w 833593"/>
                <a:gd name="connsiteY2" fmla="*/ 410971 h 1953307"/>
                <a:gd name="connsiteX3" fmla="*/ 520490 w 833593"/>
                <a:gd name="connsiteY3" fmla="*/ 69967 h 1953307"/>
                <a:gd name="connsiteX4" fmla="*/ 732479 w 833593"/>
                <a:gd name="connsiteY4" fmla="*/ 262304 h 1953307"/>
                <a:gd name="connsiteX5" fmla="*/ 633181 w 833593"/>
                <a:gd name="connsiteY5" fmla="*/ 668519 h 1953307"/>
                <a:gd name="connsiteX6" fmla="*/ 389221 w 833593"/>
                <a:gd name="connsiteY6" fmla="*/ 966564 h 1953307"/>
                <a:gd name="connsiteX7" fmla="*/ 295490 w 833593"/>
                <a:gd name="connsiteY7" fmla="*/ 1953307 h 1953307"/>
                <a:gd name="connsiteX8" fmla="*/ 134634 w 833593"/>
                <a:gd name="connsiteY8" fmla="*/ 1953307 h 1953307"/>
                <a:gd name="connsiteX9" fmla="*/ 247268 w 833593"/>
                <a:gd name="connsiteY9" fmla="*/ 968486 h 1953307"/>
                <a:gd name="connsiteX0" fmla="*/ 247268 w 833593"/>
                <a:gd name="connsiteY0" fmla="*/ 968486 h 1953307"/>
                <a:gd name="connsiteX1" fmla="*/ 54749 w 833593"/>
                <a:gd name="connsiteY1" fmla="*/ 643658 h 1953307"/>
                <a:gd name="connsiteX2" fmla="*/ 22224 w 833593"/>
                <a:gd name="connsiteY2" fmla="*/ 410971 h 1953307"/>
                <a:gd name="connsiteX3" fmla="*/ 520490 w 833593"/>
                <a:gd name="connsiteY3" fmla="*/ 69967 h 1953307"/>
                <a:gd name="connsiteX4" fmla="*/ 732479 w 833593"/>
                <a:gd name="connsiteY4" fmla="*/ 262304 h 1953307"/>
                <a:gd name="connsiteX5" fmla="*/ 633181 w 833593"/>
                <a:gd name="connsiteY5" fmla="*/ 668519 h 1953307"/>
                <a:gd name="connsiteX6" fmla="*/ 389221 w 833593"/>
                <a:gd name="connsiteY6" fmla="*/ 966564 h 1953307"/>
                <a:gd name="connsiteX7" fmla="*/ 295490 w 833593"/>
                <a:gd name="connsiteY7" fmla="*/ 1953307 h 1953307"/>
                <a:gd name="connsiteX8" fmla="*/ 134634 w 833593"/>
                <a:gd name="connsiteY8" fmla="*/ 1953307 h 1953307"/>
                <a:gd name="connsiteX9" fmla="*/ 247268 w 833593"/>
                <a:gd name="connsiteY9" fmla="*/ 968486 h 1953307"/>
                <a:gd name="connsiteX0" fmla="*/ 202193 w 788518"/>
                <a:gd name="connsiteY0" fmla="*/ 968486 h 1953307"/>
                <a:gd name="connsiteX1" fmla="*/ 9674 w 788518"/>
                <a:gd name="connsiteY1" fmla="*/ 643658 h 1953307"/>
                <a:gd name="connsiteX2" fmla="*/ 156714 w 788518"/>
                <a:gd name="connsiteY2" fmla="*/ 366657 h 1953307"/>
                <a:gd name="connsiteX3" fmla="*/ 475415 w 788518"/>
                <a:gd name="connsiteY3" fmla="*/ 69967 h 1953307"/>
                <a:gd name="connsiteX4" fmla="*/ 687404 w 788518"/>
                <a:gd name="connsiteY4" fmla="*/ 262304 h 1953307"/>
                <a:gd name="connsiteX5" fmla="*/ 588106 w 788518"/>
                <a:gd name="connsiteY5" fmla="*/ 668519 h 1953307"/>
                <a:gd name="connsiteX6" fmla="*/ 344146 w 788518"/>
                <a:gd name="connsiteY6" fmla="*/ 966564 h 1953307"/>
                <a:gd name="connsiteX7" fmla="*/ 250415 w 788518"/>
                <a:gd name="connsiteY7" fmla="*/ 1953307 h 1953307"/>
                <a:gd name="connsiteX8" fmla="*/ 89559 w 788518"/>
                <a:gd name="connsiteY8" fmla="*/ 1953307 h 1953307"/>
                <a:gd name="connsiteX9" fmla="*/ 202193 w 788518"/>
                <a:gd name="connsiteY9" fmla="*/ 968486 h 1953307"/>
                <a:gd name="connsiteX0" fmla="*/ 202193 w 788518"/>
                <a:gd name="connsiteY0" fmla="*/ 968486 h 1953307"/>
                <a:gd name="connsiteX1" fmla="*/ 9674 w 788518"/>
                <a:gd name="connsiteY1" fmla="*/ 643658 h 1953307"/>
                <a:gd name="connsiteX2" fmla="*/ 156714 w 788518"/>
                <a:gd name="connsiteY2" fmla="*/ 366657 h 1953307"/>
                <a:gd name="connsiteX3" fmla="*/ 475415 w 788518"/>
                <a:gd name="connsiteY3" fmla="*/ 69967 h 1953307"/>
                <a:gd name="connsiteX4" fmla="*/ 687404 w 788518"/>
                <a:gd name="connsiteY4" fmla="*/ 262304 h 1953307"/>
                <a:gd name="connsiteX5" fmla="*/ 588106 w 788518"/>
                <a:gd name="connsiteY5" fmla="*/ 668519 h 1953307"/>
                <a:gd name="connsiteX6" fmla="*/ 344146 w 788518"/>
                <a:gd name="connsiteY6" fmla="*/ 966564 h 1953307"/>
                <a:gd name="connsiteX7" fmla="*/ 250415 w 788518"/>
                <a:gd name="connsiteY7" fmla="*/ 1953307 h 1953307"/>
                <a:gd name="connsiteX8" fmla="*/ 89559 w 788518"/>
                <a:gd name="connsiteY8" fmla="*/ 1953307 h 1953307"/>
                <a:gd name="connsiteX9" fmla="*/ 202193 w 788518"/>
                <a:gd name="connsiteY9" fmla="*/ 968486 h 1953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8518" h="1953307">
                  <a:moveTo>
                    <a:pt x="202193" y="968486"/>
                  </a:moveTo>
                  <a:cubicBezTo>
                    <a:pt x="4931" y="868244"/>
                    <a:pt x="-18178" y="647132"/>
                    <a:pt x="9674" y="643658"/>
                  </a:cubicBezTo>
                  <a:cubicBezTo>
                    <a:pt x="17098" y="564821"/>
                    <a:pt x="-26214" y="406590"/>
                    <a:pt x="156714" y="366657"/>
                  </a:cubicBezTo>
                  <a:cubicBezTo>
                    <a:pt x="125090" y="232157"/>
                    <a:pt x="177554" y="-49512"/>
                    <a:pt x="475415" y="69967"/>
                  </a:cubicBezTo>
                  <a:cubicBezTo>
                    <a:pt x="527755" y="-113672"/>
                    <a:pt x="723053" y="104508"/>
                    <a:pt x="687404" y="262304"/>
                  </a:cubicBezTo>
                  <a:cubicBezTo>
                    <a:pt x="965319" y="369857"/>
                    <a:pt x="581501" y="619954"/>
                    <a:pt x="588106" y="668519"/>
                  </a:cubicBezTo>
                  <a:cubicBezTo>
                    <a:pt x="611054" y="911758"/>
                    <a:pt x="418641" y="869997"/>
                    <a:pt x="344146" y="966564"/>
                  </a:cubicBezTo>
                  <a:lnTo>
                    <a:pt x="250415" y="1953307"/>
                  </a:lnTo>
                  <a:lnTo>
                    <a:pt x="89559" y="1953307"/>
                  </a:lnTo>
                  <a:lnTo>
                    <a:pt x="202193" y="968486"/>
                  </a:ln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745F08AE-20E8-CFF7-4B19-AF6B8F81D635}"/>
                </a:ext>
              </a:extLst>
            </p:cNvPr>
            <p:cNvGrpSpPr/>
            <p:nvPr/>
          </p:nvGrpSpPr>
          <p:grpSpPr>
            <a:xfrm>
              <a:off x="4704447" y="2840155"/>
              <a:ext cx="1364334" cy="4116495"/>
              <a:chOff x="4704447" y="2840155"/>
              <a:chExt cx="1364334" cy="4116495"/>
            </a:xfrm>
            <a:grpFill/>
          </p:grpSpPr>
          <p:sp>
            <p:nvSpPr>
              <p:cNvPr id="27" name="Rectangle 2">
                <a:extLst>
                  <a:ext uri="{FF2B5EF4-FFF2-40B4-BE49-F238E27FC236}">
                    <a16:creationId xmlns:a16="http://schemas.microsoft.com/office/drawing/2014/main" id="{2A84B837-7A32-7B4E-BAF9-3FA0CCB8B7A1}"/>
                  </a:ext>
                </a:extLst>
              </p:cNvPr>
              <p:cNvSpPr/>
              <p:nvPr/>
            </p:nvSpPr>
            <p:spPr>
              <a:xfrm>
                <a:off x="4704447" y="2840155"/>
                <a:ext cx="1364334" cy="4116495"/>
              </a:xfrm>
              <a:custGeom>
                <a:avLst/>
                <a:gdLst>
                  <a:gd name="connsiteX0" fmla="*/ 0 w 783771"/>
                  <a:gd name="connsiteY0" fmla="*/ 0 h 740229"/>
                  <a:gd name="connsiteX1" fmla="*/ 783771 w 783771"/>
                  <a:gd name="connsiteY1" fmla="*/ 0 h 740229"/>
                  <a:gd name="connsiteX2" fmla="*/ 783771 w 783771"/>
                  <a:gd name="connsiteY2" fmla="*/ 740229 h 740229"/>
                  <a:gd name="connsiteX3" fmla="*/ 0 w 783771"/>
                  <a:gd name="connsiteY3" fmla="*/ 740229 h 740229"/>
                  <a:gd name="connsiteX4" fmla="*/ 0 w 783771"/>
                  <a:gd name="connsiteY4" fmla="*/ 0 h 740229"/>
                  <a:gd name="connsiteX0" fmla="*/ 551542 w 783771"/>
                  <a:gd name="connsiteY0" fmla="*/ 0 h 1117600"/>
                  <a:gd name="connsiteX1" fmla="*/ 783771 w 783771"/>
                  <a:gd name="connsiteY1" fmla="*/ 377371 h 1117600"/>
                  <a:gd name="connsiteX2" fmla="*/ 783771 w 783771"/>
                  <a:gd name="connsiteY2" fmla="*/ 1117600 h 1117600"/>
                  <a:gd name="connsiteX3" fmla="*/ 0 w 783771"/>
                  <a:gd name="connsiteY3" fmla="*/ 1117600 h 1117600"/>
                  <a:gd name="connsiteX4" fmla="*/ 551542 w 783771"/>
                  <a:gd name="connsiteY4" fmla="*/ 0 h 1117600"/>
                  <a:gd name="connsiteX0" fmla="*/ 551542 w 783771"/>
                  <a:gd name="connsiteY0" fmla="*/ 0 h 4107543"/>
                  <a:gd name="connsiteX1" fmla="*/ 783771 w 783771"/>
                  <a:gd name="connsiteY1" fmla="*/ 377371 h 4107543"/>
                  <a:gd name="connsiteX2" fmla="*/ 420914 w 783771"/>
                  <a:gd name="connsiteY2" fmla="*/ 4107543 h 4107543"/>
                  <a:gd name="connsiteX3" fmla="*/ 0 w 783771"/>
                  <a:gd name="connsiteY3" fmla="*/ 1117600 h 4107543"/>
                  <a:gd name="connsiteX4" fmla="*/ 551542 w 783771"/>
                  <a:gd name="connsiteY4" fmla="*/ 0 h 4107543"/>
                  <a:gd name="connsiteX0" fmla="*/ 0 w 812801"/>
                  <a:gd name="connsiteY0" fmla="*/ 0 h 4005943"/>
                  <a:gd name="connsiteX1" fmla="*/ 812801 w 812801"/>
                  <a:gd name="connsiteY1" fmla="*/ 275771 h 4005943"/>
                  <a:gd name="connsiteX2" fmla="*/ 449944 w 812801"/>
                  <a:gd name="connsiteY2" fmla="*/ 4005943 h 4005943"/>
                  <a:gd name="connsiteX3" fmla="*/ 29030 w 812801"/>
                  <a:gd name="connsiteY3" fmla="*/ 1016000 h 4005943"/>
                  <a:gd name="connsiteX4" fmla="*/ 0 w 812801"/>
                  <a:gd name="connsiteY4" fmla="*/ 0 h 4005943"/>
                  <a:gd name="connsiteX0" fmla="*/ 0 w 1030515"/>
                  <a:gd name="connsiteY0" fmla="*/ 29029 h 4034972"/>
                  <a:gd name="connsiteX1" fmla="*/ 1030515 w 1030515"/>
                  <a:gd name="connsiteY1" fmla="*/ 0 h 4034972"/>
                  <a:gd name="connsiteX2" fmla="*/ 449944 w 1030515"/>
                  <a:gd name="connsiteY2" fmla="*/ 4034972 h 4034972"/>
                  <a:gd name="connsiteX3" fmla="*/ 29030 w 1030515"/>
                  <a:gd name="connsiteY3" fmla="*/ 1045029 h 4034972"/>
                  <a:gd name="connsiteX4" fmla="*/ 0 w 1030515"/>
                  <a:gd name="connsiteY4" fmla="*/ 29029 h 4034972"/>
                  <a:gd name="connsiteX0" fmla="*/ 0 w 1030515"/>
                  <a:gd name="connsiteY0" fmla="*/ 29029 h 4034972"/>
                  <a:gd name="connsiteX1" fmla="*/ 1030515 w 1030515"/>
                  <a:gd name="connsiteY1" fmla="*/ 0 h 4034972"/>
                  <a:gd name="connsiteX2" fmla="*/ 449944 w 1030515"/>
                  <a:gd name="connsiteY2" fmla="*/ 4034972 h 4034972"/>
                  <a:gd name="connsiteX3" fmla="*/ 0 w 1030515"/>
                  <a:gd name="connsiteY3" fmla="*/ 29029 h 4034972"/>
                  <a:gd name="connsiteX0" fmla="*/ 187783 w 1218298"/>
                  <a:gd name="connsiteY0" fmla="*/ 29029 h 4034972"/>
                  <a:gd name="connsiteX1" fmla="*/ 1218298 w 1218298"/>
                  <a:gd name="connsiteY1" fmla="*/ 0 h 4034972"/>
                  <a:gd name="connsiteX2" fmla="*/ 637727 w 1218298"/>
                  <a:gd name="connsiteY2" fmla="*/ 4034972 h 4034972"/>
                  <a:gd name="connsiteX3" fmla="*/ 187783 w 1218298"/>
                  <a:gd name="connsiteY3" fmla="*/ 29029 h 4034972"/>
                  <a:gd name="connsiteX0" fmla="*/ 187783 w 1218298"/>
                  <a:gd name="connsiteY0" fmla="*/ 29029 h 4036031"/>
                  <a:gd name="connsiteX1" fmla="*/ 1218298 w 1218298"/>
                  <a:gd name="connsiteY1" fmla="*/ 0 h 4036031"/>
                  <a:gd name="connsiteX2" fmla="*/ 637727 w 1218298"/>
                  <a:gd name="connsiteY2" fmla="*/ 4034972 h 4036031"/>
                  <a:gd name="connsiteX3" fmla="*/ 187783 w 1218298"/>
                  <a:gd name="connsiteY3" fmla="*/ 29029 h 4036031"/>
                  <a:gd name="connsiteX0" fmla="*/ 202038 w 1232553"/>
                  <a:gd name="connsiteY0" fmla="*/ 29029 h 4036031"/>
                  <a:gd name="connsiteX1" fmla="*/ 1232553 w 1232553"/>
                  <a:gd name="connsiteY1" fmla="*/ 0 h 4036031"/>
                  <a:gd name="connsiteX2" fmla="*/ 651982 w 1232553"/>
                  <a:gd name="connsiteY2" fmla="*/ 4034972 h 4036031"/>
                  <a:gd name="connsiteX3" fmla="*/ 202038 w 1232553"/>
                  <a:gd name="connsiteY3" fmla="*/ 29029 h 4036031"/>
                  <a:gd name="connsiteX0" fmla="*/ 93001 w 1123516"/>
                  <a:gd name="connsiteY0" fmla="*/ 29029 h 4053792"/>
                  <a:gd name="connsiteX1" fmla="*/ 1123516 w 1123516"/>
                  <a:gd name="connsiteY1" fmla="*/ 0 h 4053792"/>
                  <a:gd name="connsiteX2" fmla="*/ 542945 w 1123516"/>
                  <a:gd name="connsiteY2" fmla="*/ 4034972 h 4053792"/>
                  <a:gd name="connsiteX3" fmla="*/ 151061 w 1123516"/>
                  <a:gd name="connsiteY3" fmla="*/ 1451429 h 4053792"/>
                  <a:gd name="connsiteX4" fmla="*/ 93001 w 1123516"/>
                  <a:gd name="connsiteY4" fmla="*/ 29029 h 4053792"/>
                  <a:gd name="connsiteX0" fmla="*/ 93001 w 1274666"/>
                  <a:gd name="connsiteY0" fmla="*/ 29029 h 4053792"/>
                  <a:gd name="connsiteX1" fmla="*/ 1123516 w 1274666"/>
                  <a:gd name="connsiteY1" fmla="*/ 0 h 4053792"/>
                  <a:gd name="connsiteX2" fmla="*/ 1225117 w 1274666"/>
                  <a:gd name="connsiteY2" fmla="*/ 1349828 h 4053792"/>
                  <a:gd name="connsiteX3" fmla="*/ 542945 w 1274666"/>
                  <a:gd name="connsiteY3" fmla="*/ 4034972 h 4053792"/>
                  <a:gd name="connsiteX4" fmla="*/ 151061 w 1274666"/>
                  <a:gd name="connsiteY4" fmla="*/ 1451429 h 4053792"/>
                  <a:gd name="connsiteX5" fmla="*/ 93001 w 1274666"/>
                  <a:gd name="connsiteY5" fmla="*/ 29029 h 4053792"/>
                  <a:gd name="connsiteX0" fmla="*/ 93001 w 1299828"/>
                  <a:gd name="connsiteY0" fmla="*/ 29029 h 4053792"/>
                  <a:gd name="connsiteX1" fmla="*/ 1123516 w 1299828"/>
                  <a:gd name="connsiteY1" fmla="*/ 0 h 4053792"/>
                  <a:gd name="connsiteX2" fmla="*/ 1225117 w 1299828"/>
                  <a:gd name="connsiteY2" fmla="*/ 1349828 h 4053792"/>
                  <a:gd name="connsiteX3" fmla="*/ 542945 w 1299828"/>
                  <a:gd name="connsiteY3" fmla="*/ 4034972 h 4053792"/>
                  <a:gd name="connsiteX4" fmla="*/ 151061 w 1299828"/>
                  <a:gd name="connsiteY4" fmla="*/ 1451429 h 4053792"/>
                  <a:gd name="connsiteX5" fmla="*/ 93001 w 1299828"/>
                  <a:gd name="connsiteY5" fmla="*/ 29029 h 4053792"/>
                  <a:gd name="connsiteX0" fmla="*/ 93001 w 1299828"/>
                  <a:gd name="connsiteY0" fmla="*/ 65169 h 4089932"/>
                  <a:gd name="connsiteX1" fmla="*/ 1123516 w 1299828"/>
                  <a:gd name="connsiteY1" fmla="*/ 36140 h 4089932"/>
                  <a:gd name="connsiteX2" fmla="*/ 1225117 w 1299828"/>
                  <a:gd name="connsiteY2" fmla="*/ 1385968 h 4089932"/>
                  <a:gd name="connsiteX3" fmla="*/ 542945 w 1299828"/>
                  <a:gd name="connsiteY3" fmla="*/ 4071112 h 4089932"/>
                  <a:gd name="connsiteX4" fmla="*/ 151061 w 1299828"/>
                  <a:gd name="connsiteY4" fmla="*/ 1487569 h 4089932"/>
                  <a:gd name="connsiteX5" fmla="*/ 93001 w 1299828"/>
                  <a:gd name="connsiteY5" fmla="*/ 65169 h 4089932"/>
                  <a:gd name="connsiteX0" fmla="*/ 157507 w 1364334"/>
                  <a:gd name="connsiteY0" fmla="*/ 65169 h 4089932"/>
                  <a:gd name="connsiteX1" fmla="*/ 1188022 w 1364334"/>
                  <a:gd name="connsiteY1" fmla="*/ 36140 h 4089932"/>
                  <a:gd name="connsiteX2" fmla="*/ 1289623 w 1364334"/>
                  <a:gd name="connsiteY2" fmla="*/ 1385968 h 4089932"/>
                  <a:gd name="connsiteX3" fmla="*/ 607451 w 1364334"/>
                  <a:gd name="connsiteY3" fmla="*/ 4071112 h 4089932"/>
                  <a:gd name="connsiteX4" fmla="*/ 215567 w 1364334"/>
                  <a:gd name="connsiteY4" fmla="*/ 1487569 h 4089932"/>
                  <a:gd name="connsiteX5" fmla="*/ 157507 w 1364334"/>
                  <a:gd name="connsiteY5" fmla="*/ 65169 h 4089932"/>
                  <a:gd name="connsiteX0" fmla="*/ 157507 w 1364334"/>
                  <a:gd name="connsiteY0" fmla="*/ 65169 h 4089932"/>
                  <a:gd name="connsiteX1" fmla="*/ 1188022 w 1364334"/>
                  <a:gd name="connsiteY1" fmla="*/ 36140 h 4089932"/>
                  <a:gd name="connsiteX2" fmla="*/ 1289623 w 1364334"/>
                  <a:gd name="connsiteY2" fmla="*/ 1385968 h 4089932"/>
                  <a:gd name="connsiteX3" fmla="*/ 607451 w 1364334"/>
                  <a:gd name="connsiteY3" fmla="*/ 4071112 h 4089932"/>
                  <a:gd name="connsiteX4" fmla="*/ 215567 w 1364334"/>
                  <a:gd name="connsiteY4" fmla="*/ 1487569 h 4089932"/>
                  <a:gd name="connsiteX5" fmla="*/ 157507 w 1364334"/>
                  <a:gd name="connsiteY5" fmla="*/ 65169 h 4089932"/>
                  <a:gd name="connsiteX0" fmla="*/ 157507 w 1364334"/>
                  <a:gd name="connsiteY0" fmla="*/ 80513 h 4105276"/>
                  <a:gd name="connsiteX1" fmla="*/ 1188022 w 1364334"/>
                  <a:gd name="connsiteY1" fmla="*/ 51484 h 4105276"/>
                  <a:gd name="connsiteX2" fmla="*/ 1289623 w 1364334"/>
                  <a:gd name="connsiteY2" fmla="*/ 1401312 h 4105276"/>
                  <a:gd name="connsiteX3" fmla="*/ 607451 w 1364334"/>
                  <a:gd name="connsiteY3" fmla="*/ 4086456 h 4105276"/>
                  <a:gd name="connsiteX4" fmla="*/ 215567 w 1364334"/>
                  <a:gd name="connsiteY4" fmla="*/ 1502913 h 4105276"/>
                  <a:gd name="connsiteX5" fmla="*/ 157507 w 1364334"/>
                  <a:gd name="connsiteY5" fmla="*/ 80513 h 4105276"/>
                  <a:gd name="connsiteX0" fmla="*/ 157507 w 1364334"/>
                  <a:gd name="connsiteY0" fmla="*/ 87749 h 4112512"/>
                  <a:gd name="connsiteX1" fmla="*/ 1188022 w 1364334"/>
                  <a:gd name="connsiteY1" fmla="*/ 58720 h 4112512"/>
                  <a:gd name="connsiteX2" fmla="*/ 1289623 w 1364334"/>
                  <a:gd name="connsiteY2" fmla="*/ 1408548 h 4112512"/>
                  <a:gd name="connsiteX3" fmla="*/ 607451 w 1364334"/>
                  <a:gd name="connsiteY3" fmla="*/ 4093692 h 4112512"/>
                  <a:gd name="connsiteX4" fmla="*/ 215567 w 1364334"/>
                  <a:gd name="connsiteY4" fmla="*/ 1510149 h 4112512"/>
                  <a:gd name="connsiteX5" fmla="*/ 157507 w 1364334"/>
                  <a:gd name="connsiteY5" fmla="*/ 87749 h 4112512"/>
                  <a:gd name="connsiteX0" fmla="*/ 157507 w 1364334"/>
                  <a:gd name="connsiteY0" fmla="*/ 91732 h 4116495"/>
                  <a:gd name="connsiteX1" fmla="*/ 1188022 w 1364334"/>
                  <a:gd name="connsiteY1" fmla="*/ 62703 h 4116495"/>
                  <a:gd name="connsiteX2" fmla="*/ 1289623 w 1364334"/>
                  <a:gd name="connsiteY2" fmla="*/ 1412531 h 4116495"/>
                  <a:gd name="connsiteX3" fmla="*/ 607451 w 1364334"/>
                  <a:gd name="connsiteY3" fmla="*/ 4097675 h 4116495"/>
                  <a:gd name="connsiteX4" fmla="*/ 215567 w 1364334"/>
                  <a:gd name="connsiteY4" fmla="*/ 1514132 h 4116495"/>
                  <a:gd name="connsiteX5" fmla="*/ 157507 w 1364334"/>
                  <a:gd name="connsiteY5" fmla="*/ 91732 h 41164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64334" h="4116495">
                    <a:moveTo>
                      <a:pt x="157507" y="91732"/>
                    </a:moveTo>
                    <a:cubicBezTo>
                      <a:pt x="300987" y="-8431"/>
                      <a:pt x="862886" y="-38746"/>
                      <a:pt x="1188022" y="62703"/>
                    </a:cubicBezTo>
                    <a:cubicBezTo>
                      <a:pt x="1422669" y="152207"/>
                      <a:pt x="1386385" y="740036"/>
                      <a:pt x="1289623" y="1412531"/>
                    </a:cubicBezTo>
                    <a:cubicBezTo>
                      <a:pt x="1018690" y="2476912"/>
                      <a:pt x="745337" y="4080742"/>
                      <a:pt x="607451" y="4097675"/>
                    </a:cubicBezTo>
                    <a:cubicBezTo>
                      <a:pt x="401832" y="4339580"/>
                      <a:pt x="290558" y="2181789"/>
                      <a:pt x="215567" y="1514132"/>
                    </a:cubicBezTo>
                    <a:cubicBezTo>
                      <a:pt x="140576" y="846475"/>
                      <a:pt x="-193255" y="377180"/>
                      <a:pt x="157507" y="91732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D26FFA32-7800-DC41-9DE8-2807A9754918}"/>
                  </a:ext>
                </a:extLst>
              </p:cNvPr>
              <p:cNvSpPr/>
              <p:nvPr/>
            </p:nvSpPr>
            <p:spPr>
              <a:xfrm>
                <a:off x="5029200" y="3128380"/>
                <a:ext cx="1009650" cy="129169"/>
              </a:xfrm>
              <a:custGeom>
                <a:avLst/>
                <a:gdLst>
                  <a:gd name="connsiteX0" fmla="*/ 1009650 w 1009650"/>
                  <a:gd name="connsiteY0" fmla="*/ 76200 h 76200"/>
                  <a:gd name="connsiteX1" fmla="*/ 0 w 1009650"/>
                  <a:gd name="connsiteY1" fmla="*/ 0 h 76200"/>
                  <a:gd name="connsiteX2" fmla="*/ 0 w 1009650"/>
                  <a:gd name="connsiteY2" fmla="*/ 0 h 76200"/>
                  <a:gd name="connsiteX0" fmla="*/ 1009650 w 1009650"/>
                  <a:gd name="connsiteY0" fmla="*/ 117433 h 117433"/>
                  <a:gd name="connsiteX1" fmla="*/ 0 w 1009650"/>
                  <a:gd name="connsiteY1" fmla="*/ 41233 h 117433"/>
                  <a:gd name="connsiteX2" fmla="*/ 0 w 1009650"/>
                  <a:gd name="connsiteY2" fmla="*/ 41233 h 117433"/>
                  <a:gd name="connsiteX0" fmla="*/ 1009650 w 1009650"/>
                  <a:gd name="connsiteY0" fmla="*/ 129169 h 129169"/>
                  <a:gd name="connsiteX1" fmla="*/ 0 w 1009650"/>
                  <a:gd name="connsiteY1" fmla="*/ 52969 h 129169"/>
                  <a:gd name="connsiteX2" fmla="*/ 0 w 1009650"/>
                  <a:gd name="connsiteY2" fmla="*/ 52969 h 129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9650" h="129169">
                    <a:moveTo>
                      <a:pt x="1009650" y="129169"/>
                    </a:moveTo>
                    <a:cubicBezTo>
                      <a:pt x="768350" y="37094"/>
                      <a:pt x="565150" y="-64506"/>
                      <a:pt x="0" y="52969"/>
                    </a:cubicBezTo>
                    <a:lnTo>
                      <a:pt x="0" y="52969"/>
                    </a:lnTo>
                  </a:path>
                </a:pathLst>
              </a:cu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878A07D4-96EA-8BBE-9E5F-96FAF02F4F6D}"/>
                  </a:ext>
                </a:extLst>
              </p:cNvPr>
              <p:cNvSpPr/>
              <p:nvPr/>
            </p:nvSpPr>
            <p:spPr>
              <a:xfrm>
                <a:off x="5562600" y="3657443"/>
                <a:ext cx="462562" cy="95783"/>
              </a:xfrm>
              <a:custGeom>
                <a:avLst/>
                <a:gdLst>
                  <a:gd name="connsiteX0" fmla="*/ 1009650 w 1009650"/>
                  <a:gd name="connsiteY0" fmla="*/ 76200 h 76200"/>
                  <a:gd name="connsiteX1" fmla="*/ 0 w 1009650"/>
                  <a:gd name="connsiteY1" fmla="*/ 0 h 76200"/>
                  <a:gd name="connsiteX2" fmla="*/ 0 w 1009650"/>
                  <a:gd name="connsiteY2" fmla="*/ 0 h 76200"/>
                  <a:gd name="connsiteX0" fmla="*/ 1009650 w 1009650"/>
                  <a:gd name="connsiteY0" fmla="*/ 117433 h 117433"/>
                  <a:gd name="connsiteX1" fmla="*/ 0 w 1009650"/>
                  <a:gd name="connsiteY1" fmla="*/ 41233 h 117433"/>
                  <a:gd name="connsiteX2" fmla="*/ 0 w 1009650"/>
                  <a:gd name="connsiteY2" fmla="*/ 41233 h 117433"/>
                  <a:gd name="connsiteX0" fmla="*/ 1009650 w 1009650"/>
                  <a:gd name="connsiteY0" fmla="*/ 129169 h 129169"/>
                  <a:gd name="connsiteX1" fmla="*/ 0 w 1009650"/>
                  <a:gd name="connsiteY1" fmla="*/ 52969 h 129169"/>
                  <a:gd name="connsiteX2" fmla="*/ 0 w 1009650"/>
                  <a:gd name="connsiteY2" fmla="*/ 52969 h 129169"/>
                  <a:gd name="connsiteX0" fmla="*/ 1009650 w 1009650"/>
                  <a:gd name="connsiteY0" fmla="*/ 129169 h 129169"/>
                  <a:gd name="connsiteX1" fmla="*/ 0 w 1009650"/>
                  <a:gd name="connsiteY1" fmla="*/ 52969 h 129169"/>
                  <a:gd name="connsiteX2" fmla="*/ 62372 w 1009650"/>
                  <a:gd name="connsiteY2" fmla="*/ 52969 h 129169"/>
                  <a:gd name="connsiteX0" fmla="*/ 1009650 w 1009650"/>
                  <a:gd name="connsiteY0" fmla="*/ 117434 h 117434"/>
                  <a:gd name="connsiteX1" fmla="*/ 0 w 1009650"/>
                  <a:gd name="connsiteY1" fmla="*/ 41234 h 117434"/>
                  <a:gd name="connsiteX2" fmla="*/ 62372 w 1009650"/>
                  <a:gd name="connsiteY2" fmla="*/ 41234 h 117434"/>
                  <a:gd name="connsiteX0" fmla="*/ 1009650 w 1009650"/>
                  <a:gd name="connsiteY0" fmla="*/ 117434 h 117434"/>
                  <a:gd name="connsiteX1" fmla="*/ 0 w 1009650"/>
                  <a:gd name="connsiteY1" fmla="*/ 41234 h 117434"/>
                  <a:gd name="connsiteX0" fmla="*/ 1009650 w 1009650"/>
                  <a:gd name="connsiteY0" fmla="*/ 95783 h 95783"/>
                  <a:gd name="connsiteX1" fmla="*/ 0 w 1009650"/>
                  <a:gd name="connsiteY1" fmla="*/ 19583 h 957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9650" h="95783">
                    <a:moveTo>
                      <a:pt x="1009650" y="95783"/>
                    </a:moveTo>
                    <a:cubicBezTo>
                      <a:pt x="903491" y="70383"/>
                      <a:pt x="455999" y="-45504"/>
                      <a:pt x="0" y="19583"/>
                    </a:cubicBezTo>
                  </a:path>
                </a:pathLst>
              </a:cu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8940410C-61EC-BFB1-3A1F-C5E9B6411E74}"/>
                  </a:ext>
                </a:extLst>
              </p:cNvPr>
              <p:cNvSpPr/>
              <p:nvPr/>
            </p:nvSpPr>
            <p:spPr>
              <a:xfrm rot="20889586">
                <a:off x="5214938" y="3794070"/>
                <a:ext cx="462562" cy="95783"/>
              </a:xfrm>
              <a:custGeom>
                <a:avLst/>
                <a:gdLst>
                  <a:gd name="connsiteX0" fmla="*/ 1009650 w 1009650"/>
                  <a:gd name="connsiteY0" fmla="*/ 76200 h 76200"/>
                  <a:gd name="connsiteX1" fmla="*/ 0 w 1009650"/>
                  <a:gd name="connsiteY1" fmla="*/ 0 h 76200"/>
                  <a:gd name="connsiteX2" fmla="*/ 0 w 1009650"/>
                  <a:gd name="connsiteY2" fmla="*/ 0 h 76200"/>
                  <a:gd name="connsiteX0" fmla="*/ 1009650 w 1009650"/>
                  <a:gd name="connsiteY0" fmla="*/ 117433 h 117433"/>
                  <a:gd name="connsiteX1" fmla="*/ 0 w 1009650"/>
                  <a:gd name="connsiteY1" fmla="*/ 41233 h 117433"/>
                  <a:gd name="connsiteX2" fmla="*/ 0 w 1009650"/>
                  <a:gd name="connsiteY2" fmla="*/ 41233 h 117433"/>
                  <a:gd name="connsiteX0" fmla="*/ 1009650 w 1009650"/>
                  <a:gd name="connsiteY0" fmla="*/ 129169 h 129169"/>
                  <a:gd name="connsiteX1" fmla="*/ 0 w 1009650"/>
                  <a:gd name="connsiteY1" fmla="*/ 52969 h 129169"/>
                  <a:gd name="connsiteX2" fmla="*/ 0 w 1009650"/>
                  <a:gd name="connsiteY2" fmla="*/ 52969 h 129169"/>
                  <a:gd name="connsiteX0" fmla="*/ 1009650 w 1009650"/>
                  <a:gd name="connsiteY0" fmla="*/ 129169 h 129169"/>
                  <a:gd name="connsiteX1" fmla="*/ 0 w 1009650"/>
                  <a:gd name="connsiteY1" fmla="*/ 52969 h 129169"/>
                  <a:gd name="connsiteX2" fmla="*/ 62372 w 1009650"/>
                  <a:gd name="connsiteY2" fmla="*/ 52969 h 129169"/>
                  <a:gd name="connsiteX0" fmla="*/ 1009650 w 1009650"/>
                  <a:gd name="connsiteY0" fmla="*/ 117434 h 117434"/>
                  <a:gd name="connsiteX1" fmla="*/ 0 w 1009650"/>
                  <a:gd name="connsiteY1" fmla="*/ 41234 h 117434"/>
                  <a:gd name="connsiteX2" fmla="*/ 62372 w 1009650"/>
                  <a:gd name="connsiteY2" fmla="*/ 41234 h 117434"/>
                  <a:gd name="connsiteX0" fmla="*/ 1009650 w 1009650"/>
                  <a:gd name="connsiteY0" fmla="*/ 117434 h 117434"/>
                  <a:gd name="connsiteX1" fmla="*/ 0 w 1009650"/>
                  <a:gd name="connsiteY1" fmla="*/ 41234 h 117434"/>
                  <a:gd name="connsiteX0" fmla="*/ 1009650 w 1009650"/>
                  <a:gd name="connsiteY0" fmla="*/ 95783 h 95783"/>
                  <a:gd name="connsiteX1" fmla="*/ 0 w 1009650"/>
                  <a:gd name="connsiteY1" fmla="*/ 19583 h 957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9650" h="95783">
                    <a:moveTo>
                      <a:pt x="1009650" y="95783"/>
                    </a:moveTo>
                    <a:cubicBezTo>
                      <a:pt x="903491" y="70383"/>
                      <a:pt x="455999" y="-45504"/>
                      <a:pt x="0" y="19583"/>
                    </a:cubicBezTo>
                  </a:path>
                </a:pathLst>
              </a:cu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66764748-310F-AF2C-6634-085EF1917DB9}"/>
                  </a:ext>
                </a:extLst>
              </p:cNvPr>
              <p:cNvSpPr/>
              <p:nvPr/>
            </p:nvSpPr>
            <p:spPr>
              <a:xfrm>
                <a:off x="4729433" y="3561660"/>
                <a:ext cx="397398" cy="48315"/>
              </a:xfrm>
              <a:custGeom>
                <a:avLst/>
                <a:gdLst>
                  <a:gd name="connsiteX0" fmla="*/ 1009650 w 1009650"/>
                  <a:gd name="connsiteY0" fmla="*/ 76200 h 76200"/>
                  <a:gd name="connsiteX1" fmla="*/ 0 w 1009650"/>
                  <a:gd name="connsiteY1" fmla="*/ 0 h 76200"/>
                  <a:gd name="connsiteX2" fmla="*/ 0 w 1009650"/>
                  <a:gd name="connsiteY2" fmla="*/ 0 h 76200"/>
                  <a:gd name="connsiteX0" fmla="*/ 1009650 w 1009650"/>
                  <a:gd name="connsiteY0" fmla="*/ 117433 h 117433"/>
                  <a:gd name="connsiteX1" fmla="*/ 0 w 1009650"/>
                  <a:gd name="connsiteY1" fmla="*/ 41233 h 117433"/>
                  <a:gd name="connsiteX2" fmla="*/ 0 w 1009650"/>
                  <a:gd name="connsiteY2" fmla="*/ 41233 h 117433"/>
                  <a:gd name="connsiteX0" fmla="*/ 1009650 w 1009650"/>
                  <a:gd name="connsiteY0" fmla="*/ 129169 h 129169"/>
                  <a:gd name="connsiteX1" fmla="*/ 0 w 1009650"/>
                  <a:gd name="connsiteY1" fmla="*/ 52969 h 129169"/>
                  <a:gd name="connsiteX2" fmla="*/ 0 w 1009650"/>
                  <a:gd name="connsiteY2" fmla="*/ 52969 h 129169"/>
                  <a:gd name="connsiteX0" fmla="*/ 1009650 w 1009650"/>
                  <a:gd name="connsiteY0" fmla="*/ 129169 h 129169"/>
                  <a:gd name="connsiteX1" fmla="*/ 0 w 1009650"/>
                  <a:gd name="connsiteY1" fmla="*/ 52969 h 129169"/>
                  <a:gd name="connsiteX2" fmla="*/ 62372 w 1009650"/>
                  <a:gd name="connsiteY2" fmla="*/ 52969 h 129169"/>
                  <a:gd name="connsiteX0" fmla="*/ 1009650 w 1009650"/>
                  <a:gd name="connsiteY0" fmla="*/ 117434 h 117434"/>
                  <a:gd name="connsiteX1" fmla="*/ 0 w 1009650"/>
                  <a:gd name="connsiteY1" fmla="*/ 41234 h 117434"/>
                  <a:gd name="connsiteX2" fmla="*/ 62372 w 1009650"/>
                  <a:gd name="connsiteY2" fmla="*/ 41234 h 117434"/>
                  <a:gd name="connsiteX0" fmla="*/ 1009650 w 1009650"/>
                  <a:gd name="connsiteY0" fmla="*/ 117434 h 117434"/>
                  <a:gd name="connsiteX1" fmla="*/ 0 w 1009650"/>
                  <a:gd name="connsiteY1" fmla="*/ 41234 h 117434"/>
                  <a:gd name="connsiteX0" fmla="*/ 1009650 w 1009650"/>
                  <a:gd name="connsiteY0" fmla="*/ 95783 h 95783"/>
                  <a:gd name="connsiteX1" fmla="*/ 0 w 1009650"/>
                  <a:gd name="connsiteY1" fmla="*/ 19583 h 957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9650" h="95783">
                    <a:moveTo>
                      <a:pt x="1009650" y="95783"/>
                    </a:moveTo>
                    <a:cubicBezTo>
                      <a:pt x="903491" y="70383"/>
                      <a:pt x="455999" y="-45504"/>
                      <a:pt x="0" y="19583"/>
                    </a:cubicBezTo>
                  </a:path>
                </a:pathLst>
              </a:cu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6F90FC5A-5B33-E13C-5B0E-0EEFDC1C1A99}"/>
                  </a:ext>
                </a:extLst>
              </p:cNvPr>
              <p:cNvSpPr/>
              <p:nvPr/>
            </p:nvSpPr>
            <p:spPr>
              <a:xfrm rot="883650" flipH="1">
                <a:off x="4895550" y="4112263"/>
                <a:ext cx="462562" cy="95783"/>
              </a:xfrm>
              <a:custGeom>
                <a:avLst/>
                <a:gdLst>
                  <a:gd name="connsiteX0" fmla="*/ 1009650 w 1009650"/>
                  <a:gd name="connsiteY0" fmla="*/ 76200 h 76200"/>
                  <a:gd name="connsiteX1" fmla="*/ 0 w 1009650"/>
                  <a:gd name="connsiteY1" fmla="*/ 0 h 76200"/>
                  <a:gd name="connsiteX2" fmla="*/ 0 w 1009650"/>
                  <a:gd name="connsiteY2" fmla="*/ 0 h 76200"/>
                  <a:gd name="connsiteX0" fmla="*/ 1009650 w 1009650"/>
                  <a:gd name="connsiteY0" fmla="*/ 117433 h 117433"/>
                  <a:gd name="connsiteX1" fmla="*/ 0 w 1009650"/>
                  <a:gd name="connsiteY1" fmla="*/ 41233 h 117433"/>
                  <a:gd name="connsiteX2" fmla="*/ 0 w 1009650"/>
                  <a:gd name="connsiteY2" fmla="*/ 41233 h 117433"/>
                  <a:gd name="connsiteX0" fmla="*/ 1009650 w 1009650"/>
                  <a:gd name="connsiteY0" fmla="*/ 129169 h 129169"/>
                  <a:gd name="connsiteX1" fmla="*/ 0 w 1009650"/>
                  <a:gd name="connsiteY1" fmla="*/ 52969 h 129169"/>
                  <a:gd name="connsiteX2" fmla="*/ 0 w 1009650"/>
                  <a:gd name="connsiteY2" fmla="*/ 52969 h 129169"/>
                  <a:gd name="connsiteX0" fmla="*/ 1009650 w 1009650"/>
                  <a:gd name="connsiteY0" fmla="*/ 129169 h 129169"/>
                  <a:gd name="connsiteX1" fmla="*/ 0 w 1009650"/>
                  <a:gd name="connsiteY1" fmla="*/ 52969 h 129169"/>
                  <a:gd name="connsiteX2" fmla="*/ 62372 w 1009650"/>
                  <a:gd name="connsiteY2" fmla="*/ 52969 h 129169"/>
                  <a:gd name="connsiteX0" fmla="*/ 1009650 w 1009650"/>
                  <a:gd name="connsiteY0" fmla="*/ 117434 h 117434"/>
                  <a:gd name="connsiteX1" fmla="*/ 0 w 1009650"/>
                  <a:gd name="connsiteY1" fmla="*/ 41234 h 117434"/>
                  <a:gd name="connsiteX2" fmla="*/ 62372 w 1009650"/>
                  <a:gd name="connsiteY2" fmla="*/ 41234 h 117434"/>
                  <a:gd name="connsiteX0" fmla="*/ 1009650 w 1009650"/>
                  <a:gd name="connsiteY0" fmla="*/ 117434 h 117434"/>
                  <a:gd name="connsiteX1" fmla="*/ 0 w 1009650"/>
                  <a:gd name="connsiteY1" fmla="*/ 41234 h 117434"/>
                  <a:gd name="connsiteX0" fmla="*/ 1009650 w 1009650"/>
                  <a:gd name="connsiteY0" fmla="*/ 95783 h 95783"/>
                  <a:gd name="connsiteX1" fmla="*/ 0 w 1009650"/>
                  <a:gd name="connsiteY1" fmla="*/ 19583 h 957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9650" h="95783">
                    <a:moveTo>
                      <a:pt x="1009650" y="95783"/>
                    </a:moveTo>
                    <a:cubicBezTo>
                      <a:pt x="903491" y="70383"/>
                      <a:pt x="455999" y="-45504"/>
                      <a:pt x="0" y="19583"/>
                    </a:cubicBezTo>
                  </a:path>
                </a:pathLst>
              </a:cu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A747F254-7323-168B-0C62-7C24195E8AC3}"/>
                  </a:ext>
                </a:extLst>
              </p:cNvPr>
              <p:cNvSpPr/>
              <p:nvPr/>
            </p:nvSpPr>
            <p:spPr>
              <a:xfrm>
                <a:off x="5543426" y="4427304"/>
                <a:ext cx="368302" cy="93885"/>
              </a:xfrm>
              <a:custGeom>
                <a:avLst/>
                <a:gdLst>
                  <a:gd name="connsiteX0" fmla="*/ 1009650 w 1009650"/>
                  <a:gd name="connsiteY0" fmla="*/ 76200 h 76200"/>
                  <a:gd name="connsiteX1" fmla="*/ 0 w 1009650"/>
                  <a:gd name="connsiteY1" fmla="*/ 0 h 76200"/>
                  <a:gd name="connsiteX2" fmla="*/ 0 w 1009650"/>
                  <a:gd name="connsiteY2" fmla="*/ 0 h 76200"/>
                  <a:gd name="connsiteX0" fmla="*/ 1009650 w 1009650"/>
                  <a:gd name="connsiteY0" fmla="*/ 117433 h 117433"/>
                  <a:gd name="connsiteX1" fmla="*/ 0 w 1009650"/>
                  <a:gd name="connsiteY1" fmla="*/ 41233 h 117433"/>
                  <a:gd name="connsiteX2" fmla="*/ 0 w 1009650"/>
                  <a:gd name="connsiteY2" fmla="*/ 41233 h 117433"/>
                  <a:gd name="connsiteX0" fmla="*/ 1009650 w 1009650"/>
                  <a:gd name="connsiteY0" fmla="*/ 129169 h 129169"/>
                  <a:gd name="connsiteX1" fmla="*/ 0 w 1009650"/>
                  <a:gd name="connsiteY1" fmla="*/ 52969 h 129169"/>
                  <a:gd name="connsiteX2" fmla="*/ 0 w 1009650"/>
                  <a:gd name="connsiteY2" fmla="*/ 52969 h 129169"/>
                  <a:gd name="connsiteX0" fmla="*/ 1009650 w 1009650"/>
                  <a:gd name="connsiteY0" fmla="*/ 129169 h 129169"/>
                  <a:gd name="connsiteX1" fmla="*/ 0 w 1009650"/>
                  <a:gd name="connsiteY1" fmla="*/ 52969 h 129169"/>
                  <a:gd name="connsiteX2" fmla="*/ 62372 w 1009650"/>
                  <a:gd name="connsiteY2" fmla="*/ 52969 h 129169"/>
                  <a:gd name="connsiteX0" fmla="*/ 1009650 w 1009650"/>
                  <a:gd name="connsiteY0" fmla="*/ 117434 h 117434"/>
                  <a:gd name="connsiteX1" fmla="*/ 0 w 1009650"/>
                  <a:gd name="connsiteY1" fmla="*/ 41234 h 117434"/>
                  <a:gd name="connsiteX2" fmla="*/ 62372 w 1009650"/>
                  <a:gd name="connsiteY2" fmla="*/ 41234 h 117434"/>
                  <a:gd name="connsiteX0" fmla="*/ 1009650 w 1009650"/>
                  <a:gd name="connsiteY0" fmla="*/ 117434 h 117434"/>
                  <a:gd name="connsiteX1" fmla="*/ 0 w 1009650"/>
                  <a:gd name="connsiteY1" fmla="*/ 41234 h 117434"/>
                  <a:gd name="connsiteX0" fmla="*/ 1009650 w 1009650"/>
                  <a:gd name="connsiteY0" fmla="*/ 95783 h 95783"/>
                  <a:gd name="connsiteX1" fmla="*/ 0 w 1009650"/>
                  <a:gd name="connsiteY1" fmla="*/ 19583 h 957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9650" h="95783">
                    <a:moveTo>
                      <a:pt x="1009650" y="95783"/>
                    </a:moveTo>
                    <a:cubicBezTo>
                      <a:pt x="903491" y="70383"/>
                      <a:pt x="455999" y="-45504"/>
                      <a:pt x="0" y="19583"/>
                    </a:cubicBezTo>
                  </a:path>
                </a:pathLst>
              </a:cu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5D9B2495-0F86-72C1-99A6-ACB49164D865}"/>
                  </a:ext>
                </a:extLst>
              </p:cNvPr>
              <p:cNvSpPr/>
              <p:nvPr/>
            </p:nvSpPr>
            <p:spPr>
              <a:xfrm rot="20909515">
                <a:off x="4942680" y="4730768"/>
                <a:ext cx="368302" cy="93885"/>
              </a:xfrm>
              <a:custGeom>
                <a:avLst/>
                <a:gdLst>
                  <a:gd name="connsiteX0" fmla="*/ 1009650 w 1009650"/>
                  <a:gd name="connsiteY0" fmla="*/ 76200 h 76200"/>
                  <a:gd name="connsiteX1" fmla="*/ 0 w 1009650"/>
                  <a:gd name="connsiteY1" fmla="*/ 0 h 76200"/>
                  <a:gd name="connsiteX2" fmla="*/ 0 w 1009650"/>
                  <a:gd name="connsiteY2" fmla="*/ 0 h 76200"/>
                  <a:gd name="connsiteX0" fmla="*/ 1009650 w 1009650"/>
                  <a:gd name="connsiteY0" fmla="*/ 117433 h 117433"/>
                  <a:gd name="connsiteX1" fmla="*/ 0 w 1009650"/>
                  <a:gd name="connsiteY1" fmla="*/ 41233 h 117433"/>
                  <a:gd name="connsiteX2" fmla="*/ 0 w 1009650"/>
                  <a:gd name="connsiteY2" fmla="*/ 41233 h 117433"/>
                  <a:gd name="connsiteX0" fmla="*/ 1009650 w 1009650"/>
                  <a:gd name="connsiteY0" fmla="*/ 129169 h 129169"/>
                  <a:gd name="connsiteX1" fmla="*/ 0 w 1009650"/>
                  <a:gd name="connsiteY1" fmla="*/ 52969 h 129169"/>
                  <a:gd name="connsiteX2" fmla="*/ 0 w 1009650"/>
                  <a:gd name="connsiteY2" fmla="*/ 52969 h 129169"/>
                  <a:gd name="connsiteX0" fmla="*/ 1009650 w 1009650"/>
                  <a:gd name="connsiteY0" fmla="*/ 129169 h 129169"/>
                  <a:gd name="connsiteX1" fmla="*/ 0 w 1009650"/>
                  <a:gd name="connsiteY1" fmla="*/ 52969 h 129169"/>
                  <a:gd name="connsiteX2" fmla="*/ 62372 w 1009650"/>
                  <a:gd name="connsiteY2" fmla="*/ 52969 h 129169"/>
                  <a:gd name="connsiteX0" fmla="*/ 1009650 w 1009650"/>
                  <a:gd name="connsiteY0" fmla="*/ 117434 h 117434"/>
                  <a:gd name="connsiteX1" fmla="*/ 0 w 1009650"/>
                  <a:gd name="connsiteY1" fmla="*/ 41234 h 117434"/>
                  <a:gd name="connsiteX2" fmla="*/ 62372 w 1009650"/>
                  <a:gd name="connsiteY2" fmla="*/ 41234 h 117434"/>
                  <a:gd name="connsiteX0" fmla="*/ 1009650 w 1009650"/>
                  <a:gd name="connsiteY0" fmla="*/ 117434 h 117434"/>
                  <a:gd name="connsiteX1" fmla="*/ 0 w 1009650"/>
                  <a:gd name="connsiteY1" fmla="*/ 41234 h 117434"/>
                  <a:gd name="connsiteX0" fmla="*/ 1009650 w 1009650"/>
                  <a:gd name="connsiteY0" fmla="*/ 95783 h 95783"/>
                  <a:gd name="connsiteX1" fmla="*/ 0 w 1009650"/>
                  <a:gd name="connsiteY1" fmla="*/ 19583 h 957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9650" h="95783">
                    <a:moveTo>
                      <a:pt x="1009650" y="95783"/>
                    </a:moveTo>
                    <a:cubicBezTo>
                      <a:pt x="903491" y="70383"/>
                      <a:pt x="455999" y="-45504"/>
                      <a:pt x="0" y="19583"/>
                    </a:cubicBezTo>
                  </a:path>
                </a:pathLst>
              </a:cu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3886BCAF-3F99-AD4D-A6D7-9DE41FED8FD1}"/>
                  </a:ext>
                </a:extLst>
              </p:cNvPr>
              <p:cNvSpPr/>
              <p:nvPr/>
            </p:nvSpPr>
            <p:spPr>
              <a:xfrm>
                <a:off x="5421014" y="5107077"/>
                <a:ext cx="368302" cy="93885"/>
              </a:xfrm>
              <a:custGeom>
                <a:avLst/>
                <a:gdLst>
                  <a:gd name="connsiteX0" fmla="*/ 1009650 w 1009650"/>
                  <a:gd name="connsiteY0" fmla="*/ 76200 h 76200"/>
                  <a:gd name="connsiteX1" fmla="*/ 0 w 1009650"/>
                  <a:gd name="connsiteY1" fmla="*/ 0 h 76200"/>
                  <a:gd name="connsiteX2" fmla="*/ 0 w 1009650"/>
                  <a:gd name="connsiteY2" fmla="*/ 0 h 76200"/>
                  <a:gd name="connsiteX0" fmla="*/ 1009650 w 1009650"/>
                  <a:gd name="connsiteY0" fmla="*/ 117433 h 117433"/>
                  <a:gd name="connsiteX1" fmla="*/ 0 w 1009650"/>
                  <a:gd name="connsiteY1" fmla="*/ 41233 h 117433"/>
                  <a:gd name="connsiteX2" fmla="*/ 0 w 1009650"/>
                  <a:gd name="connsiteY2" fmla="*/ 41233 h 117433"/>
                  <a:gd name="connsiteX0" fmla="*/ 1009650 w 1009650"/>
                  <a:gd name="connsiteY0" fmla="*/ 129169 h 129169"/>
                  <a:gd name="connsiteX1" fmla="*/ 0 w 1009650"/>
                  <a:gd name="connsiteY1" fmla="*/ 52969 h 129169"/>
                  <a:gd name="connsiteX2" fmla="*/ 0 w 1009650"/>
                  <a:gd name="connsiteY2" fmla="*/ 52969 h 129169"/>
                  <a:gd name="connsiteX0" fmla="*/ 1009650 w 1009650"/>
                  <a:gd name="connsiteY0" fmla="*/ 129169 h 129169"/>
                  <a:gd name="connsiteX1" fmla="*/ 0 w 1009650"/>
                  <a:gd name="connsiteY1" fmla="*/ 52969 h 129169"/>
                  <a:gd name="connsiteX2" fmla="*/ 62372 w 1009650"/>
                  <a:gd name="connsiteY2" fmla="*/ 52969 h 129169"/>
                  <a:gd name="connsiteX0" fmla="*/ 1009650 w 1009650"/>
                  <a:gd name="connsiteY0" fmla="*/ 117434 h 117434"/>
                  <a:gd name="connsiteX1" fmla="*/ 0 w 1009650"/>
                  <a:gd name="connsiteY1" fmla="*/ 41234 h 117434"/>
                  <a:gd name="connsiteX2" fmla="*/ 62372 w 1009650"/>
                  <a:gd name="connsiteY2" fmla="*/ 41234 h 117434"/>
                  <a:gd name="connsiteX0" fmla="*/ 1009650 w 1009650"/>
                  <a:gd name="connsiteY0" fmla="*/ 117434 h 117434"/>
                  <a:gd name="connsiteX1" fmla="*/ 0 w 1009650"/>
                  <a:gd name="connsiteY1" fmla="*/ 41234 h 117434"/>
                  <a:gd name="connsiteX0" fmla="*/ 1009650 w 1009650"/>
                  <a:gd name="connsiteY0" fmla="*/ 95783 h 95783"/>
                  <a:gd name="connsiteX1" fmla="*/ 0 w 1009650"/>
                  <a:gd name="connsiteY1" fmla="*/ 19583 h 957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9650" h="95783">
                    <a:moveTo>
                      <a:pt x="1009650" y="95783"/>
                    </a:moveTo>
                    <a:cubicBezTo>
                      <a:pt x="903491" y="70383"/>
                      <a:pt x="455999" y="-45504"/>
                      <a:pt x="0" y="19583"/>
                    </a:cubicBezTo>
                  </a:path>
                </a:pathLst>
              </a:cu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B7E27011-59D9-05BF-21D4-8C678EC42F31}"/>
                  </a:ext>
                </a:extLst>
              </p:cNvPr>
              <p:cNvSpPr/>
              <p:nvPr/>
            </p:nvSpPr>
            <p:spPr>
              <a:xfrm>
                <a:off x="4994387" y="5352791"/>
                <a:ext cx="368302" cy="93885"/>
              </a:xfrm>
              <a:custGeom>
                <a:avLst/>
                <a:gdLst>
                  <a:gd name="connsiteX0" fmla="*/ 1009650 w 1009650"/>
                  <a:gd name="connsiteY0" fmla="*/ 76200 h 76200"/>
                  <a:gd name="connsiteX1" fmla="*/ 0 w 1009650"/>
                  <a:gd name="connsiteY1" fmla="*/ 0 h 76200"/>
                  <a:gd name="connsiteX2" fmla="*/ 0 w 1009650"/>
                  <a:gd name="connsiteY2" fmla="*/ 0 h 76200"/>
                  <a:gd name="connsiteX0" fmla="*/ 1009650 w 1009650"/>
                  <a:gd name="connsiteY0" fmla="*/ 117433 h 117433"/>
                  <a:gd name="connsiteX1" fmla="*/ 0 w 1009650"/>
                  <a:gd name="connsiteY1" fmla="*/ 41233 h 117433"/>
                  <a:gd name="connsiteX2" fmla="*/ 0 w 1009650"/>
                  <a:gd name="connsiteY2" fmla="*/ 41233 h 117433"/>
                  <a:gd name="connsiteX0" fmla="*/ 1009650 w 1009650"/>
                  <a:gd name="connsiteY0" fmla="*/ 129169 h 129169"/>
                  <a:gd name="connsiteX1" fmla="*/ 0 w 1009650"/>
                  <a:gd name="connsiteY1" fmla="*/ 52969 h 129169"/>
                  <a:gd name="connsiteX2" fmla="*/ 0 w 1009650"/>
                  <a:gd name="connsiteY2" fmla="*/ 52969 h 129169"/>
                  <a:gd name="connsiteX0" fmla="*/ 1009650 w 1009650"/>
                  <a:gd name="connsiteY0" fmla="*/ 129169 h 129169"/>
                  <a:gd name="connsiteX1" fmla="*/ 0 w 1009650"/>
                  <a:gd name="connsiteY1" fmla="*/ 52969 h 129169"/>
                  <a:gd name="connsiteX2" fmla="*/ 62372 w 1009650"/>
                  <a:gd name="connsiteY2" fmla="*/ 52969 h 129169"/>
                  <a:gd name="connsiteX0" fmla="*/ 1009650 w 1009650"/>
                  <a:gd name="connsiteY0" fmla="*/ 117434 h 117434"/>
                  <a:gd name="connsiteX1" fmla="*/ 0 w 1009650"/>
                  <a:gd name="connsiteY1" fmla="*/ 41234 h 117434"/>
                  <a:gd name="connsiteX2" fmla="*/ 62372 w 1009650"/>
                  <a:gd name="connsiteY2" fmla="*/ 41234 h 117434"/>
                  <a:gd name="connsiteX0" fmla="*/ 1009650 w 1009650"/>
                  <a:gd name="connsiteY0" fmla="*/ 117434 h 117434"/>
                  <a:gd name="connsiteX1" fmla="*/ 0 w 1009650"/>
                  <a:gd name="connsiteY1" fmla="*/ 41234 h 117434"/>
                  <a:gd name="connsiteX0" fmla="*/ 1009650 w 1009650"/>
                  <a:gd name="connsiteY0" fmla="*/ 95783 h 95783"/>
                  <a:gd name="connsiteX1" fmla="*/ 0 w 1009650"/>
                  <a:gd name="connsiteY1" fmla="*/ 19583 h 957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9650" h="95783">
                    <a:moveTo>
                      <a:pt x="1009650" y="95783"/>
                    </a:moveTo>
                    <a:cubicBezTo>
                      <a:pt x="903491" y="70383"/>
                      <a:pt x="455999" y="-45504"/>
                      <a:pt x="0" y="19583"/>
                    </a:cubicBezTo>
                  </a:path>
                </a:pathLst>
              </a:cu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27F9EF38-5BF2-B9AC-8B4E-003B00C16796}"/>
                  </a:ext>
                </a:extLst>
              </p:cNvPr>
              <p:cNvSpPr/>
              <p:nvPr/>
            </p:nvSpPr>
            <p:spPr>
              <a:xfrm rot="21274733">
                <a:off x="5362688" y="5820692"/>
                <a:ext cx="260315" cy="45719"/>
              </a:xfrm>
              <a:custGeom>
                <a:avLst/>
                <a:gdLst>
                  <a:gd name="connsiteX0" fmla="*/ 1009650 w 1009650"/>
                  <a:gd name="connsiteY0" fmla="*/ 76200 h 76200"/>
                  <a:gd name="connsiteX1" fmla="*/ 0 w 1009650"/>
                  <a:gd name="connsiteY1" fmla="*/ 0 h 76200"/>
                  <a:gd name="connsiteX2" fmla="*/ 0 w 1009650"/>
                  <a:gd name="connsiteY2" fmla="*/ 0 h 76200"/>
                  <a:gd name="connsiteX0" fmla="*/ 1009650 w 1009650"/>
                  <a:gd name="connsiteY0" fmla="*/ 117433 h 117433"/>
                  <a:gd name="connsiteX1" fmla="*/ 0 w 1009650"/>
                  <a:gd name="connsiteY1" fmla="*/ 41233 h 117433"/>
                  <a:gd name="connsiteX2" fmla="*/ 0 w 1009650"/>
                  <a:gd name="connsiteY2" fmla="*/ 41233 h 117433"/>
                  <a:gd name="connsiteX0" fmla="*/ 1009650 w 1009650"/>
                  <a:gd name="connsiteY0" fmla="*/ 129169 h 129169"/>
                  <a:gd name="connsiteX1" fmla="*/ 0 w 1009650"/>
                  <a:gd name="connsiteY1" fmla="*/ 52969 h 129169"/>
                  <a:gd name="connsiteX2" fmla="*/ 0 w 1009650"/>
                  <a:gd name="connsiteY2" fmla="*/ 52969 h 129169"/>
                  <a:gd name="connsiteX0" fmla="*/ 1009650 w 1009650"/>
                  <a:gd name="connsiteY0" fmla="*/ 129169 h 129169"/>
                  <a:gd name="connsiteX1" fmla="*/ 0 w 1009650"/>
                  <a:gd name="connsiteY1" fmla="*/ 52969 h 129169"/>
                  <a:gd name="connsiteX2" fmla="*/ 62372 w 1009650"/>
                  <a:gd name="connsiteY2" fmla="*/ 52969 h 129169"/>
                  <a:gd name="connsiteX0" fmla="*/ 1009650 w 1009650"/>
                  <a:gd name="connsiteY0" fmla="*/ 117434 h 117434"/>
                  <a:gd name="connsiteX1" fmla="*/ 0 w 1009650"/>
                  <a:gd name="connsiteY1" fmla="*/ 41234 h 117434"/>
                  <a:gd name="connsiteX2" fmla="*/ 62372 w 1009650"/>
                  <a:gd name="connsiteY2" fmla="*/ 41234 h 117434"/>
                  <a:gd name="connsiteX0" fmla="*/ 1009650 w 1009650"/>
                  <a:gd name="connsiteY0" fmla="*/ 117434 h 117434"/>
                  <a:gd name="connsiteX1" fmla="*/ 0 w 1009650"/>
                  <a:gd name="connsiteY1" fmla="*/ 41234 h 117434"/>
                  <a:gd name="connsiteX0" fmla="*/ 1009650 w 1009650"/>
                  <a:gd name="connsiteY0" fmla="*/ 95783 h 95783"/>
                  <a:gd name="connsiteX1" fmla="*/ 0 w 1009650"/>
                  <a:gd name="connsiteY1" fmla="*/ 19583 h 957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9650" h="95783">
                    <a:moveTo>
                      <a:pt x="1009650" y="95783"/>
                    </a:moveTo>
                    <a:cubicBezTo>
                      <a:pt x="903491" y="70383"/>
                      <a:pt x="455999" y="-45504"/>
                      <a:pt x="0" y="19583"/>
                    </a:cubicBezTo>
                  </a:path>
                </a:pathLst>
              </a:cu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31D8EE02-F25C-165D-9001-6F6993E62F8F}"/>
                  </a:ext>
                </a:extLst>
              </p:cNvPr>
              <p:cNvSpPr/>
              <p:nvPr/>
            </p:nvSpPr>
            <p:spPr>
              <a:xfrm rot="20858832">
                <a:off x="5069974" y="6126225"/>
                <a:ext cx="213147" cy="45719"/>
              </a:xfrm>
              <a:custGeom>
                <a:avLst/>
                <a:gdLst>
                  <a:gd name="connsiteX0" fmla="*/ 1009650 w 1009650"/>
                  <a:gd name="connsiteY0" fmla="*/ 76200 h 76200"/>
                  <a:gd name="connsiteX1" fmla="*/ 0 w 1009650"/>
                  <a:gd name="connsiteY1" fmla="*/ 0 h 76200"/>
                  <a:gd name="connsiteX2" fmla="*/ 0 w 1009650"/>
                  <a:gd name="connsiteY2" fmla="*/ 0 h 76200"/>
                  <a:gd name="connsiteX0" fmla="*/ 1009650 w 1009650"/>
                  <a:gd name="connsiteY0" fmla="*/ 117433 h 117433"/>
                  <a:gd name="connsiteX1" fmla="*/ 0 w 1009650"/>
                  <a:gd name="connsiteY1" fmla="*/ 41233 h 117433"/>
                  <a:gd name="connsiteX2" fmla="*/ 0 w 1009650"/>
                  <a:gd name="connsiteY2" fmla="*/ 41233 h 117433"/>
                  <a:gd name="connsiteX0" fmla="*/ 1009650 w 1009650"/>
                  <a:gd name="connsiteY0" fmla="*/ 129169 h 129169"/>
                  <a:gd name="connsiteX1" fmla="*/ 0 w 1009650"/>
                  <a:gd name="connsiteY1" fmla="*/ 52969 h 129169"/>
                  <a:gd name="connsiteX2" fmla="*/ 0 w 1009650"/>
                  <a:gd name="connsiteY2" fmla="*/ 52969 h 129169"/>
                  <a:gd name="connsiteX0" fmla="*/ 1009650 w 1009650"/>
                  <a:gd name="connsiteY0" fmla="*/ 129169 h 129169"/>
                  <a:gd name="connsiteX1" fmla="*/ 0 w 1009650"/>
                  <a:gd name="connsiteY1" fmla="*/ 52969 h 129169"/>
                  <a:gd name="connsiteX2" fmla="*/ 62372 w 1009650"/>
                  <a:gd name="connsiteY2" fmla="*/ 52969 h 129169"/>
                  <a:gd name="connsiteX0" fmla="*/ 1009650 w 1009650"/>
                  <a:gd name="connsiteY0" fmla="*/ 117434 h 117434"/>
                  <a:gd name="connsiteX1" fmla="*/ 0 w 1009650"/>
                  <a:gd name="connsiteY1" fmla="*/ 41234 h 117434"/>
                  <a:gd name="connsiteX2" fmla="*/ 62372 w 1009650"/>
                  <a:gd name="connsiteY2" fmla="*/ 41234 h 117434"/>
                  <a:gd name="connsiteX0" fmla="*/ 1009650 w 1009650"/>
                  <a:gd name="connsiteY0" fmla="*/ 117434 h 117434"/>
                  <a:gd name="connsiteX1" fmla="*/ 0 w 1009650"/>
                  <a:gd name="connsiteY1" fmla="*/ 41234 h 117434"/>
                  <a:gd name="connsiteX0" fmla="*/ 1009650 w 1009650"/>
                  <a:gd name="connsiteY0" fmla="*/ 95783 h 95783"/>
                  <a:gd name="connsiteX1" fmla="*/ 0 w 1009650"/>
                  <a:gd name="connsiteY1" fmla="*/ 19583 h 957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9650" h="95783">
                    <a:moveTo>
                      <a:pt x="1009650" y="95783"/>
                    </a:moveTo>
                    <a:cubicBezTo>
                      <a:pt x="903491" y="70383"/>
                      <a:pt x="455999" y="-45504"/>
                      <a:pt x="0" y="19583"/>
                    </a:cubicBezTo>
                  </a:path>
                </a:pathLst>
              </a:cu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06DB7EAD-531A-737C-93CF-EBF369C41A90}"/>
                  </a:ext>
                </a:extLst>
              </p:cNvPr>
              <p:cNvSpPr/>
              <p:nvPr/>
            </p:nvSpPr>
            <p:spPr>
              <a:xfrm>
                <a:off x="5270392" y="6430958"/>
                <a:ext cx="213147" cy="45719"/>
              </a:xfrm>
              <a:custGeom>
                <a:avLst/>
                <a:gdLst>
                  <a:gd name="connsiteX0" fmla="*/ 1009650 w 1009650"/>
                  <a:gd name="connsiteY0" fmla="*/ 76200 h 76200"/>
                  <a:gd name="connsiteX1" fmla="*/ 0 w 1009650"/>
                  <a:gd name="connsiteY1" fmla="*/ 0 h 76200"/>
                  <a:gd name="connsiteX2" fmla="*/ 0 w 1009650"/>
                  <a:gd name="connsiteY2" fmla="*/ 0 h 76200"/>
                  <a:gd name="connsiteX0" fmla="*/ 1009650 w 1009650"/>
                  <a:gd name="connsiteY0" fmla="*/ 117433 h 117433"/>
                  <a:gd name="connsiteX1" fmla="*/ 0 w 1009650"/>
                  <a:gd name="connsiteY1" fmla="*/ 41233 h 117433"/>
                  <a:gd name="connsiteX2" fmla="*/ 0 w 1009650"/>
                  <a:gd name="connsiteY2" fmla="*/ 41233 h 117433"/>
                  <a:gd name="connsiteX0" fmla="*/ 1009650 w 1009650"/>
                  <a:gd name="connsiteY0" fmla="*/ 129169 h 129169"/>
                  <a:gd name="connsiteX1" fmla="*/ 0 w 1009650"/>
                  <a:gd name="connsiteY1" fmla="*/ 52969 h 129169"/>
                  <a:gd name="connsiteX2" fmla="*/ 0 w 1009650"/>
                  <a:gd name="connsiteY2" fmla="*/ 52969 h 129169"/>
                  <a:gd name="connsiteX0" fmla="*/ 1009650 w 1009650"/>
                  <a:gd name="connsiteY0" fmla="*/ 129169 h 129169"/>
                  <a:gd name="connsiteX1" fmla="*/ 0 w 1009650"/>
                  <a:gd name="connsiteY1" fmla="*/ 52969 h 129169"/>
                  <a:gd name="connsiteX2" fmla="*/ 62372 w 1009650"/>
                  <a:gd name="connsiteY2" fmla="*/ 52969 h 129169"/>
                  <a:gd name="connsiteX0" fmla="*/ 1009650 w 1009650"/>
                  <a:gd name="connsiteY0" fmla="*/ 117434 h 117434"/>
                  <a:gd name="connsiteX1" fmla="*/ 0 w 1009650"/>
                  <a:gd name="connsiteY1" fmla="*/ 41234 h 117434"/>
                  <a:gd name="connsiteX2" fmla="*/ 62372 w 1009650"/>
                  <a:gd name="connsiteY2" fmla="*/ 41234 h 117434"/>
                  <a:gd name="connsiteX0" fmla="*/ 1009650 w 1009650"/>
                  <a:gd name="connsiteY0" fmla="*/ 117434 h 117434"/>
                  <a:gd name="connsiteX1" fmla="*/ 0 w 1009650"/>
                  <a:gd name="connsiteY1" fmla="*/ 41234 h 117434"/>
                  <a:gd name="connsiteX0" fmla="*/ 1009650 w 1009650"/>
                  <a:gd name="connsiteY0" fmla="*/ 95783 h 95783"/>
                  <a:gd name="connsiteX1" fmla="*/ 0 w 1009650"/>
                  <a:gd name="connsiteY1" fmla="*/ 19583 h 957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9650" h="95783">
                    <a:moveTo>
                      <a:pt x="1009650" y="95783"/>
                    </a:moveTo>
                    <a:cubicBezTo>
                      <a:pt x="903491" y="70383"/>
                      <a:pt x="455999" y="-45504"/>
                      <a:pt x="0" y="19583"/>
                    </a:cubicBezTo>
                  </a:path>
                </a:pathLst>
              </a:cu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25EA6F6B-F3DF-D4B3-2828-43400B38BD8A}"/>
              </a:ext>
            </a:extLst>
          </p:cNvPr>
          <p:cNvGrpSpPr/>
          <p:nvPr/>
        </p:nvGrpSpPr>
        <p:grpSpPr>
          <a:xfrm>
            <a:off x="1339904" y="607000"/>
            <a:ext cx="1479264" cy="6311040"/>
            <a:chOff x="4589517" y="645610"/>
            <a:chExt cx="1479264" cy="6311040"/>
          </a:xfrm>
        </p:grpSpPr>
        <p:sp>
          <p:nvSpPr>
            <p:cNvPr id="41" name="Rectangle 3">
              <a:extLst>
                <a:ext uri="{FF2B5EF4-FFF2-40B4-BE49-F238E27FC236}">
                  <a16:creationId xmlns:a16="http://schemas.microsoft.com/office/drawing/2014/main" id="{6CB32111-D550-6313-F6B1-389A8432C541}"/>
                </a:ext>
              </a:extLst>
            </p:cNvPr>
            <p:cNvSpPr/>
            <p:nvPr/>
          </p:nvSpPr>
          <p:spPr>
            <a:xfrm rot="477441">
              <a:off x="5458370" y="1122619"/>
              <a:ext cx="597472" cy="1938377"/>
            </a:xfrm>
            <a:custGeom>
              <a:avLst/>
              <a:gdLst>
                <a:gd name="connsiteX0" fmla="*/ 0 w 160856"/>
                <a:gd name="connsiteY0" fmla="*/ 0 h 1001486"/>
                <a:gd name="connsiteX1" fmla="*/ 160856 w 160856"/>
                <a:gd name="connsiteY1" fmla="*/ 0 h 1001486"/>
                <a:gd name="connsiteX2" fmla="*/ 160856 w 160856"/>
                <a:gd name="connsiteY2" fmla="*/ 1001486 h 1001486"/>
                <a:gd name="connsiteX3" fmla="*/ 0 w 160856"/>
                <a:gd name="connsiteY3" fmla="*/ 1001486 h 1001486"/>
                <a:gd name="connsiteX4" fmla="*/ 0 w 160856"/>
                <a:gd name="connsiteY4" fmla="*/ 0 h 1001486"/>
                <a:gd name="connsiteX0" fmla="*/ 83678 w 244534"/>
                <a:gd name="connsiteY0" fmla="*/ 308163 h 1309649"/>
                <a:gd name="connsiteX1" fmla="*/ 3793 w 244534"/>
                <a:gd name="connsiteY1" fmla="*/ 0 h 1309649"/>
                <a:gd name="connsiteX2" fmla="*/ 244534 w 244534"/>
                <a:gd name="connsiteY2" fmla="*/ 308163 h 1309649"/>
                <a:gd name="connsiteX3" fmla="*/ 244534 w 244534"/>
                <a:gd name="connsiteY3" fmla="*/ 1309649 h 1309649"/>
                <a:gd name="connsiteX4" fmla="*/ 83678 w 244534"/>
                <a:gd name="connsiteY4" fmla="*/ 1309649 h 1309649"/>
                <a:gd name="connsiteX5" fmla="*/ 83678 w 244534"/>
                <a:gd name="connsiteY5" fmla="*/ 308163 h 1309649"/>
                <a:gd name="connsiteX0" fmla="*/ 83678 w 468019"/>
                <a:gd name="connsiteY0" fmla="*/ 309973 h 1311459"/>
                <a:gd name="connsiteX1" fmla="*/ 3793 w 468019"/>
                <a:gd name="connsiteY1" fmla="*/ 1810 h 1311459"/>
                <a:gd name="connsiteX2" fmla="*/ 468019 w 468019"/>
                <a:gd name="connsiteY2" fmla="*/ 20273 h 1311459"/>
                <a:gd name="connsiteX3" fmla="*/ 244534 w 468019"/>
                <a:gd name="connsiteY3" fmla="*/ 309973 h 1311459"/>
                <a:gd name="connsiteX4" fmla="*/ 244534 w 468019"/>
                <a:gd name="connsiteY4" fmla="*/ 1311459 h 1311459"/>
                <a:gd name="connsiteX5" fmla="*/ 83678 w 468019"/>
                <a:gd name="connsiteY5" fmla="*/ 1311459 h 1311459"/>
                <a:gd name="connsiteX6" fmla="*/ 83678 w 468019"/>
                <a:gd name="connsiteY6" fmla="*/ 309973 h 1311459"/>
                <a:gd name="connsiteX0" fmla="*/ 83678 w 468019"/>
                <a:gd name="connsiteY0" fmla="*/ 774837 h 1776323"/>
                <a:gd name="connsiteX1" fmla="*/ 3793 w 468019"/>
                <a:gd name="connsiteY1" fmla="*/ 466674 h 1776323"/>
                <a:gd name="connsiteX2" fmla="*/ 406620 w 468019"/>
                <a:gd name="connsiteY2" fmla="*/ 16 h 1776323"/>
                <a:gd name="connsiteX3" fmla="*/ 468019 w 468019"/>
                <a:gd name="connsiteY3" fmla="*/ 485137 h 1776323"/>
                <a:gd name="connsiteX4" fmla="*/ 244534 w 468019"/>
                <a:gd name="connsiteY4" fmla="*/ 774837 h 1776323"/>
                <a:gd name="connsiteX5" fmla="*/ 244534 w 468019"/>
                <a:gd name="connsiteY5" fmla="*/ 1776323 h 1776323"/>
                <a:gd name="connsiteX6" fmla="*/ 83678 w 468019"/>
                <a:gd name="connsiteY6" fmla="*/ 1776323 h 1776323"/>
                <a:gd name="connsiteX7" fmla="*/ 83678 w 468019"/>
                <a:gd name="connsiteY7" fmla="*/ 774837 h 1776323"/>
                <a:gd name="connsiteX0" fmla="*/ 134634 w 518975"/>
                <a:gd name="connsiteY0" fmla="*/ 778166 h 1779652"/>
                <a:gd name="connsiteX1" fmla="*/ 54749 w 518975"/>
                <a:gd name="connsiteY1" fmla="*/ 470003 h 1779652"/>
                <a:gd name="connsiteX2" fmla="*/ 22224 w 518975"/>
                <a:gd name="connsiteY2" fmla="*/ 237316 h 1779652"/>
                <a:gd name="connsiteX3" fmla="*/ 457576 w 518975"/>
                <a:gd name="connsiteY3" fmla="*/ 3345 h 1779652"/>
                <a:gd name="connsiteX4" fmla="*/ 518975 w 518975"/>
                <a:gd name="connsiteY4" fmla="*/ 488466 h 1779652"/>
                <a:gd name="connsiteX5" fmla="*/ 295490 w 518975"/>
                <a:gd name="connsiteY5" fmla="*/ 778166 h 1779652"/>
                <a:gd name="connsiteX6" fmla="*/ 295490 w 518975"/>
                <a:gd name="connsiteY6" fmla="*/ 1779652 h 1779652"/>
                <a:gd name="connsiteX7" fmla="*/ 134634 w 518975"/>
                <a:gd name="connsiteY7" fmla="*/ 1779652 h 1779652"/>
                <a:gd name="connsiteX8" fmla="*/ 134634 w 518975"/>
                <a:gd name="connsiteY8" fmla="*/ 778166 h 1779652"/>
                <a:gd name="connsiteX0" fmla="*/ 134634 w 518975"/>
                <a:gd name="connsiteY0" fmla="*/ 810443 h 1811929"/>
                <a:gd name="connsiteX1" fmla="*/ 54749 w 518975"/>
                <a:gd name="connsiteY1" fmla="*/ 502280 h 1811929"/>
                <a:gd name="connsiteX2" fmla="*/ 22224 w 518975"/>
                <a:gd name="connsiteY2" fmla="*/ 269593 h 1811929"/>
                <a:gd name="connsiteX3" fmla="*/ 457576 w 518975"/>
                <a:gd name="connsiteY3" fmla="*/ 35622 h 1811929"/>
                <a:gd name="connsiteX4" fmla="*/ 518975 w 518975"/>
                <a:gd name="connsiteY4" fmla="*/ 520743 h 1811929"/>
                <a:gd name="connsiteX5" fmla="*/ 295490 w 518975"/>
                <a:gd name="connsiteY5" fmla="*/ 810443 h 1811929"/>
                <a:gd name="connsiteX6" fmla="*/ 295490 w 518975"/>
                <a:gd name="connsiteY6" fmla="*/ 1811929 h 1811929"/>
                <a:gd name="connsiteX7" fmla="*/ 134634 w 518975"/>
                <a:gd name="connsiteY7" fmla="*/ 1811929 h 1811929"/>
                <a:gd name="connsiteX8" fmla="*/ 134634 w 518975"/>
                <a:gd name="connsiteY8" fmla="*/ 810443 h 1811929"/>
                <a:gd name="connsiteX0" fmla="*/ 134634 w 518975"/>
                <a:gd name="connsiteY0" fmla="*/ 854296 h 1855782"/>
                <a:gd name="connsiteX1" fmla="*/ 54749 w 518975"/>
                <a:gd name="connsiteY1" fmla="*/ 546133 h 1855782"/>
                <a:gd name="connsiteX2" fmla="*/ 22224 w 518975"/>
                <a:gd name="connsiteY2" fmla="*/ 313446 h 1855782"/>
                <a:gd name="connsiteX3" fmla="*/ 135357 w 518975"/>
                <a:gd name="connsiteY3" fmla="*/ 21928 h 1855782"/>
                <a:gd name="connsiteX4" fmla="*/ 457576 w 518975"/>
                <a:gd name="connsiteY4" fmla="*/ 79475 h 1855782"/>
                <a:gd name="connsiteX5" fmla="*/ 518975 w 518975"/>
                <a:gd name="connsiteY5" fmla="*/ 564596 h 1855782"/>
                <a:gd name="connsiteX6" fmla="*/ 295490 w 518975"/>
                <a:gd name="connsiteY6" fmla="*/ 854296 h 1855782"/>
                <a:gd name="connsiteX7" fmla="*/ 295490 w 518975"/>
                <a:gd name="connsiteY7" fmla="*/ 1855782 h 1855782"/>
                <a:gd name="connsiteX8" fmla="*/ 134634 w 518975"/>
                <a:gd name="connsiteY8" fmla="*/ 1855782 h 1855782"/>
                <a:gd name="connsiteX9" fmla="*/ 134634 w 518975"/>
                <a:gd name="connsiteY9" fmla="*/ 854296 h 1855782"/>
                <a:gd name="connsiteX0" fmla="*/ 134634 w 518975"/>
                <a:gd name="connsiteY0" fmla="*/ 918472 h 1919958"/>
                <a:gd name="connsiteX1" fmla="*/ 54749 w 518975"/>
                <a:gd name="connsiteY1" fmla="*/ 610309 h 1919958"/>
                <a:gd name="connsiteX2" fmla="*/ 22224 w 518975"/>
                <a:gd name="connsiteY2" fmla="*/ 377622 h 1919958"/>
                <a:gd name="connsiteX3" fmla="*/ 135357 w 518975"/>
                <a:gd name="connsiteY3" fmla="*/ 86104 h 1919958"/>
                <a:gd name="connsiteX4" fmla="*/ 457576 w 518975"/>
                <a:gd name="connsiteY4" fmla="*/ 143651 h 1919958"/>
                <a:gd name="connsiteX5" fmla="*/ 518975 w 518975"/>
                <a:gd name="connsiteY5" fmla="*/ 628772 h 1919958"/>
                <a:gd name="connsiteX6" fmla="*/ 295490 w 518975"/>
                <a:gd name="connsiteY6" fmla="*/ 918472 h 1919958"/>
                <a:gd name="connsiteX7" fmla="*/ 295490 w 518975"/>
                <a:gd name="connsiteY7" fmla="*/ 1919958 h 1919958"/>
                <a:gd name="connsiteX8" fmla="*/ 134634 w 518975"/>
                <a:gd name="connsiteY8" fmla="*/ 1919958 h 1919958"/>
                <a:gd name="connsiteX9" fmla="*/ 134634 w 518975"/>
                <a:gd name="connsiteY9" fmla="*/ 918472 h 1919958"/>
                <a:gd name="connsiteX0" fmla="*/ 134634 w 518975"/>
                <a:gd name="connsiteY0" fmla="*/ 936891 h 1938377"/>
                <a:gd name="connsiteX1" fmla="*/ 54749 w 518975"/>
                <a:gd name="connsiteY1" fmla="*/ 628728 h 1938377"/>
                <a:gd name="connsiteX2" fmla="*/ 22224 w 518975"/>
                <a:gd name="connsiteY2" fmla="*/ 396041 h 1938377"/>
                <a:gd name="connsiteX3" fmla="*/ 135357 w 518975"/>
                <a:gd name="connsiteY3" fmla="*/ 104523 h 1938377"/>
                <a:gd name="connsiteX4" fmla="*/ 457576 w 518975"/>
                <a:gd name="connsiteY4" fmla="*/ 162070 h 1938377"/>
                <a:gd name="connsiteX5" fmla="*/ 518975 w 518975"/>
                <a:gd name="connsiteY5" fmla="*/ 647191 h 1938377"/>
                <a:gd name="connsiteX6" fmla="*/ 295490 w 518975"/>
                <a:gd name="connsiteY6" fmla="*/ 936891 h 1938377"/>
                <a:gd name="connsiteX7" fmla="*/ 295490 w 518975"/>
                <a:gd name="connsiteY7" fmla="*/ 1938377 h 1938377"/>
                <a:gd name="connsiteX8" fmla="*/ 134634 w 518975"/>
                <a:gd name="connsiteY8" fmla="*/ 1938377 h 1938377"/>
                <a:gd name="connsiteX9" fmla="*/ 134634 w 518975"/>
                <a:gd name="connsiteY9" fmla="*/ 936891 h 1938377"/>
                <a:gd name="connsiteX0" fmla="*/ 134634 w 597472"/>
                <a:gd name="connsiteY0" fmla="*/ 936891 h 1938377"/>
                <a:gd name="connsiteX1" fmla="*/ 54749 w 597472"/>
                <a:gd name="connsiteY1" fmla="*/ 628728 h 1938377"/>
                <a:gd name="connsiteX2" fmla="*/ 22224 w 597472"/>
                <a:gd name="connsiteY2" fmla="*/ 396041 h 1938377"/>
                <a:gd name="connsiteX3" fmla="*/ 135357 w 597472"/>
                <a:gd name="connsiteY3" fmla="*/ 104523 h 1938377"/>
                <a:gd name="connsiteX4" fmla="*/ 457576 w 597472"/>
                <a:gd name="connsiteY4" fmla="*/ 162070 h 1938377"/>
                <a:gd name="connsiteX5" fmla="*/ 518975 w 597472"/>
                <a:gd name="connsiteY5" fmla="*/ 647191 h 1938377"/>
                <a:gd name="connsiteX6" fmla="*/ 295490 w 597472"/>
                <a:gd name="connsiteY6" fmla="*/ 936891 h 1938377"/>
                <a:gd name="connsiteX7" fmla="*/ 295490 w 597472"/>
                <a:gd name="connsiteY7" fmla="*/ 1938377 h 1938377"/>
                <a:gd name="connsiteX8" fmla="*/ 134634 w 597472"/>
                <a:gd name="connsiteY8" fmla="*/ 1938377 h 1938377"/>
                <a:gd name="connsiteX9" fmla="*/ 134634 w 597472"/>
                <a:gd name="connsiteY9" fmla="*/ 936891 h 1938377"/>
                <a:gd name="connsiteX0" fmla="*/ 134634 w 597472"/>
                <a:gd name="connsiteY0" fmla="*/ 936891 h 1938377"/>
                <a:gd name="connsiteX1" fmla="*/ 54749 w 597472"/>
                <a:gd name="connsiteY1" fmla="*/ 628728 h 1938377"/>
                <a:gd name="connsiteX2" fmla="*/ 22224 w 597472"/>
                <a:gd name="connsiteY2" fmla="*/ 396041 h 1938377"/>
                <a:gd name="connsiteX3" fmla="*/ 135357 w 597472"/>
                <a:gd name="connsiteY3" fmla="*/ 104523 h 1938377"/>
                <a:gd name="connsiteX4" fmla="*/ 457576 w 597472"/>
                <a:gd name="connsiteY4" fmla="*/ 162070 h 1938377"/>
                <a:gd name="connsiteX5" fmla="*/ 518975 w 597472"/>
                <a:gd name="connsiteY5" fmla="*/ 647191 h 1938377"/>
                <a:gd name="connsiteX6" fmla="*/ 295490 w 597472"/>
                <a:gd name="connsiteY6" fmla="*/ 936891 h 1938377"/>
                <a:gd name="connsiteX7" fmla="*/ 295490 w 597472"/>
                <a:gd name="connsiteY7" fmla="*/ 1938377 h 1938377"/>
                <a:gd name="connsiteX8" fmla="*/ 134634 w 597472"/>
                <a:gd name="connsiteY8" fmla="*/ 1938377 h 1938377"/>
                <a:gd name="connsiteX9" fmla="*/ 134634 w 597472"/>
                <a:gd name="connsiteY9" fmla="*/ 936891 h 1938377"/>
                <a:gd name="connsiteX0" fmla="*/ 134634 w 597472"/>
                <a:gd name="connsiteY0" fmla="*/ 936891 h 1938377"/>
                <a:gd name="connsiteX1" fmla="*/ 54749 w 597472"/>
                <a:gd name="connsiteY1" fmla="*/ 628728 h 1938377"/>
                <a:gd name="connsiteX2" fmla="*/ 22224 w 597472"/>
                <a:gd name="connsiteY2" fmla="*/ 396041 h 1938377"/>
                <a:gd name="connsiteX3" fmla="*/ 135357 w 597472"/>
                <a:gd name="connsiteY3" fmla="*/ 104523 h 1938377"/>
                <a:gd name="connsiteX4" fmla="*/ 457576 w 597472"/>
                <a:gd name="connsiteY4" fmla="*/ 162070 h 1938377"/>
                <a:gd name="connsiteX5" fmla="*/ 518975 w 597472"/>
                <a:gd name="connsiteY5" fmla="*/ 647191 h 1938377"/>
                <a:gd name="connsiteX6" fmla="*/ 295490 w 597472"/>
                <a:gd name="connsiteY6" fmla="*/ 936891 h 1938377"/>
                <a:gd name="connsiteX7" fmla="*/ 295490 w 597472"/>
                <a:gd name="connsiteY7" fmla="*/ 1938377 h 1938377"/>
                <a:gd name="connsiteX8" fmla="*/ 134634 w 597472"/>
                <a:gd name="connsiteY8" fmla="*/ 1938377 h 1938377"/>
                <a:gd name="connsiteX9" fmla="*/ 134634 w 597472"/>
                <a:gd name="connsiteY9" fmla="*/ 936891 h 1938377"/>
                <a:gd name="connsiteX0" fmla="*/ 134634 w 597472"/>
                <a:gd name="connsiteY0" fmla="*/ 936891 h 1938377"/>
                <a:gd name="connsiteX1" fmla="*/ 54749 w 597472"/>
                <a:gd name="connsiteY1" fmla="*/ 628728 h 1938377"/>
                <a:gd name="connsiteX2" fmla="*/ 22224 w 597472"/>
                <a:gd name="connsiteY2" fmla="*/ 396041 h 1938377"/>
                <a:gd name="connsiteX3" fmla="*/ 135357 w 597472"/>
                <a:gd name="connsiteY3" fmla="*/ 104523 h 1938377"/>
                <a:gd name="connsiteX4" fmla="*/ 457576 w 597472"/>
                <a:gd name="connsiteY4" fmla="*/ 162070 h 1938377"/>
                <a:gd name="connsiteX5" fmla="*/ 518975 w 597472"/>
                <a:gd name="connsiteY5" fmla="*/ 647191 h 1938377"/>
                <a:gd name="connsiteX6" fmla="*/ 295490 w 597472"/>
                <a:gd name="connsiteY6" fmla="*/ 936891 h 1938377"/>
                <a:gd name="connsiteX7" fmla="*/ 295490 w 597472"/>
                <a:gd name="connsiteY7" fmla="*/ 1938377 h 1938377"/>
                <a:gd name="connsiteX8" fmla="*/ 134634 w 597472"/>
                <a:gd name="connsiteY8" fmla="*/ 1938377 h 1938377"/>
                <a:gd name="connsiteX9" fmla="*/ 134634 w 597472"/>
                <a:gd name="connsiteY9" fmla="*/ 936891 h 1938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472" h="1938377">
                  <a:moveTo>
                    <a:pt x="134634" y="936891"/>
                  </a:moveTo>
                  <a:cubicBezTo>
                    <a:pt x="-62628" y="836649"/>
                    <a:pt x="26897" y="632202"/>
                    <a:pt x="54749" y="628728"/>
                  </a:cubicBezTo>
                  <a:cubicBezTo>
                    <a:pt x="62173" y="549891"/>
                    <a:pt x="-44914" y="473817"/>
                    <a:pt x="22224" y="396041"/>
                  </a:cubicBezTo>
                  <a:cubicBezTo>
                    <a:pt x="-9400" y="261541"/>
                    <a:pt x="62798" y="143518"/>
                    <a:pt x="135357" y="104523"/>
                  </a:cubicBezTo>
                  <a:cubicBezTo>
                    <a:pt x="187697" y="-79116"/>
                    <a:pt x="493225" y="4274"/>
                    <a:pt x="457576" y="162070"/>
                  </a:cubicBezTo>
                  <a:cubicBezTo>
                    <a:pt x="735491" y="269623"/>
                    <a:pt x="512370" y="598626"/>
                    <a:pt x="518975" y="647191"/>
                  </a:cubicBezTo>
                  <a:cubicBezTo>
                    <a:pt x="541923" y="890430"/>
                    <a:pt x="369985" y="840324"/>
                    <a:pt x="295490" y="936891"/>
                  </a:cubicBezTo>
                  <a:lnTo>
                    <a:pt x="295490" y="1938377"/>
                  </a:lnTo>
                  <a:lnTo>
                    <a:pt x="134634" y="1938377"/>
                  </a:lnTo>
                  <a:lnTo>
                    <a:pt x="134634" y="936891"/>
                  </a:lnTo>
                  <a:close/>
                </a:path>
              </a:pathLst>
            </a:custGeom>
            <a:solidFill>
              <a:srgbClr val="6D9E43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3">
              <a:extLst>
                <a:ext uri="{FF2B5EF4-FFF2-40B4-BE49-F238E27FC236}">
                  <a16:creationId xmlns:a16="http://schemas.microsoft.com/office/drawing/2014/main" id="{62C30C7C-051A-904B-AFC7-1663BFCDCAD2}"/>
                </a:ext>
              </a:extLst>
            </p:cNvPr>
            <p:cNvSpPr/>
            <p:nvPr/>
          </p:nvSpPr>
          <p:spPr>
            <a:xfrm rot="19570024">
              <a:off x="4589517" y="931094"/>
              <a:ext cx="956776" cy="2235737"/>
            </a:xfrm>
            <a:custGeom>
              <a:avLst/>
              <a:gdLst>
                <a:gd name="connsiteX0" fmla="*/ 0 w 160856"/>
                <a:gd name="connsiteY0" fmla="*/ 0 h 1001486"/>
                <a:gd name="connsiteX1" fmla="*/ 160856 w 160856"/>
                <a:gd name="connsiteY1" fmla="*/ 0 h 1001486"/>
                <a:gd name="connsiteX2" fmla="*/ 160856 w 160856"/>
                <a:gd name="connsiteY2" fmla="*/ 1001486 h 1001486"/>
                <a:gd name="connsiteX3" fmla="*/ 0 w 160856"/>
                <a:gd name="connsiteY3" fmla="*/ 1001486 h 1001486"/>
                <a:gd name="connsiteX4" fmla="*/ 0 w 160856"/>
                <a:gd name="connsiteY4" fmla="*/ 0 h 1001486"/>
                <a:gd name="connsiteX0" fmla="*/ 83678 w 244534"/>
                <a:gd name="connsiteY0" fmla="*/ 308163 h 1309649"/>
                <a:gd name="connsiteX1" fmla="*/ 3793 w 244534"/>
                <a:gd name="connsiteY1" fmla="*/ 0 h 1309649"/>
                <a:gd name="connsiteX2" fmla="*/ 244534 w 244534"/>
                <a:gd name="connsiteY2" fmla="*/ 308163 h 1309649"/>
                <a:gd name="connsiteX3" fmla="*/ 244534 w 244534"/>
                <a:gd name="connsiteY3" fmla="*/ 1309649 h 1309649"/>
                <a:gd name="connsiteX4" fmla="*/ 83678 w 244534"/>
                <a:gd name="connsiteY4" fmla="*/ 1309649 h 1309649"/>
                <a:gd name="connsiteX5" fmla="*/ 83678 w 244534"/>
                <a:gd name="connsiteY5" fmla="*/ 308163 h 1309649"/>
                <a:gd name="connsiteX0" fmla="*/ 83678 w 468019"/>
                <a:gd name="connsiteY0" fmla="*/ 309973 h 1311459"/>
                <a:gd name="connsiteX1" fmla="*/ 3793 w 468019"/>
                <a:gd name="connsiteY1" fmla="*/ 1810 h 1311459"/>
                <a:gd name="connsiteX2" fmla="*/ 468019 w 468019"/>
                <a:gd name="connsiteY2" fmla="*/ 20273 h 1311459"/>
                <a:gd name="connsiteX3" fmla="*/ 244534 w 468019"/>
                <a:gd name="connsiteY3" fmla="*/ 309973 h 1311459"/>
                <a:gd name="connsiteX4" fmla="*/ 244534 w 468019"/>
                <a:gd name="connsiteY4" fmla="*/ 1311459 h 1311459"/>
                <a:gd name="connsiteX5" fmla="*/ 83678 w 468019"/>
                <a:gd name="connsiteY5" fmla="*/ 1311459 h 1311459"/>
                <a:gd name="connsiteX6" fmla="*/ 83678 w 468019"/>
                <a:gd name="connsiteY6" fmla="*/ 309973 h 1311459"/>
                <a:gd name="connsiteX0" fmla="*/ 83678 w 468019"/>
                <a:gd name="connsiteY0" fmla="*/ 774837 h 1776323"/>
                <a:gd name="connsiteX1" fmla="*/ 3793 w 468019"/>
                <a:gd name="connsiteY1" fmla="*/ 466674 h 1776323"/>
                <a:gd name="connsiteX2" fmla="*/ 406620 w 468019"/>
                <a:gd name="connsiteY2" fmla="*/ 16 h 1776323"/>
                <a:gd name="connsiteX3" fmla="*/ 468019 w 468019"/>
                <a:gd name="connsiteY3" fmla="*/ 485137 h 1776323"/>
                <a:gd name="connsiteX4" fmla="*/ 244534 w 468019"/>
                <a:gd name="connsiteY4" fmla="*/ 774837 h 1776323"/>
                <a:gd name="connsiteX5" fmla="*/ 244534 w 468019"/>
                <a:gd name="connsiteY5" fmla="*/ 1776323 h 1776323"/>
                <a:gd name="connsiteX6" fmla="*/ 83678 w 468019"/>
                <a:gd name="connsiteY6" fmla="*/ 1776323 h 1776323"/>
                <a:gd name="connsiteX7" fmla="*/ 83678 w 468019"/>
                <a:gd name="connsiteY7" fmla="*/ 774837 h 1776323"/>
                <a:gd name="connsiteX0" fmla="*/ 134634 w 518975"/>
                <a:gd name="connsiteY0" fmla="*/ 778166 h 1779652"/>
                <a:gd name="connsiteX1" fmla="*/ 54749 w 518975"/>
                <a:gd name="connsiteY1" fmla="*/ 470003 h 1779652"/>
                <a:gd name="connsiteX2" fmla="*/ 22224 w 518975"/>
                <a:gd name="connsiteY2" fmla="*/ 237316 h 1779652"/>
                <a:gd name="connsiteX3" fmla="*/ 457576 w 518975"/>
                <a:gd name="connsiteY3" fmla="*/ 3345 h 1779652"/>
                <a:gd name="connsiteX4" fmla="*/ 518975 w 518975"/>
                <a:gd name="connsiteY4" fmla="*/ 488466 h 1779652"/>
                <a:gd name="connsiteX5" fmla="*/ 295490 w 518975"/>
                <a:gd name="connsiteY5" fmla="*/ 778166 h 1779652"/>
                <a:gd name="connsiteX6" fmla="*/ 295490 w 518975"/>
                <a:gd name="connsiteY6" fmla="*/ 1779652 h 1779652"/>
                <a:gd name="connsiteX7" fmla="*/ 134634 w 518975"/>
                <a:gd name="connsiteY7" fmla="*/ 1779652 h 1779652"/>
                <a:gd name="connsiteX8" fmla="*/ 134634 w 518975"/>
                <a:gd name="connsiteY8" fmla="*/ 778166 h 1779652"/>
                <a:gd name="connsiteX0" fmla="*/ 134634 w 518975"/>
                <a:gd name="connsiteY0" fmla="*/ 810443 h 1811929"/>
                <a:gd name="connsiteX1" fmla="*/ 54749 w 518975"/>
                <a:gd name="connsiteY1" fmla="*/ 502280 h 1811929"/>
                <a:gd name="connsiteX2" fmla="*/ 22224 w 518975"/>
                <a:gd name="connsiteY2" fmla="*/ 269593 h 1811929"/>
                <a:gd name="connsiteX3" fmla="*/ 457576 w 518975"/>
                <a:gd name="connsiteY3" fmla="*/ 35622 h 1811929"/>
                <a:gd name="connsiteX4" fmla="*/ 518975 w 518975"/>
                <a:gd name="connsiteY4" fmla="*/ 520743 h 1811929"/>
                <a:gd name="connsiteX5" fmla="*/ 295490 w 518975"/>
                <a:gd name="connsiteY5" fmla="*/ 810443 h 1811929"/>
                <a:gd name="connsiteX6" fmla="*/ 295490 w 518975"/>
                <a:gd name="connsiteY6" fmla="*/ 1811929 h 1811929"/>
                <a:gd name="connsiteX7" fmla="*/ 134634 w 518975"/>
                <a:gd name="connsiteY7" fmla="*/ 1811929 h 1811929"/>
                <a:gd name="connsiteX8" fmla="*/ 134634 w 518975"/>
                <a:gd name="connsiteY8" fmla="*/ 810443 h 1811929"/>
                <a:gd name="connsiteX0" fmla="*/ 134634 w 518975"/>
                <a:gd name="connsiteY0" fmla="*/ 854296 h 1855782"/>
                <a:gd name="connsiteX1" fmla="*/ 54749 w 518975"/>
                <a:gd name="connsiteY1" fmla="*/ 546133 h 1855782"/>
                <a:gd name="connsiteX2" fmla="*/ 22224 w 518975"/>
                <a:gd name="connsiteY2" fmla="*/ 313446 h 1855782"/>
                <a:gd name="connsiteX3" fmla="*/ 135357 w 518975"/>
                <a:gd name="connsiteY3" fmla="*/ 21928 h 1855782"/>
                <a:gd name="connsiteX4" fmla="*/ 457576 w 518975"/>
                <a:gd name="connsiteY4" fmla="*/ 79475 h 1855782"/>
                <a:gd name="connsiteX5" fmla="*/ 518975 w 518975"/>
                <a:gd name="connsiteY5" fmla="*/ 564596 h 1855782"/>
                <a:gd name="connsiteX6" fmla="*/ 295490 w 518975"/>
                <a:gd name="connsiteY6" fmla="*/ 854296 h 1855782"/>
                <a:gd name="connsiteX7" fmla="*/ 295490 w 518975"/>
                <a:gd name="connsiteY7" fmla="*/ 1855782 h 1855782"/>
                <a:gd name="connsiteX8" fmla="*/ 134634 w 518975"/>
                <a:gd name="connsiteY8" fmla="*/ 1855782 h 1855782"/>
                <a:gd name="connsiteX9" fmla="*/ 134634 w 518975"/>
                <a:gd name="connsiteY9" fmla="*/ 854296 h 1855782"/>
                <a:gd name="connsiteX0" fmla="*/ 134634 w 518975"/>
                <a:gd name="connsiteY0" fmla="*/ 918472 h 1919958"/>
                <a:gd name="connsiteX1" fmla="*/ 54749 w 518975"/>
                <a:gd name="connsiteY1" fmla="*/ 610309 h 1919958"/>
                <a:gd name="connsiteX2" fmla="*/ 22224 w 518975"/>
                <a:gd name="connsiteY2" fmla="*/ 377622 h 1919958"/>
                <a:gd name="connsiteX3" fmla="*/ 135357 w 518975"/>
                <a:gd name="connsiteY3" fmla="*/ 86104 h 1919958"/>
                <a:gd name="connsiteX4" fmla="*/ 457576 w 518975"/>
                <a:gd name="connsiteY4" fmla="*/ 143651 h 1919958"/>
                <a:gd name="connsiteX5" fmla="*/ 518975 w 518975"/>
                <a:gd name="connsiteY5" fmla="*/ 628772 h 1919958"/>
                <a:gd name="connsiteX6" fmla="*/ 295490 w 518975"/>
                <a:gd name="connsiteY6" fmla="*/ 918472 h 1919958"/>
                <a:gd name="connsiteX7" fmla="*/ 295490 w 518975"/>
                <a:gd name="connsiteY7" fmla="*/ 1919958 h 1919958"/>
                <a:gd name="connsiteX8" fmla="*/ 134634 w 518975"/>
                <a:gd name="connsiteY8" fmla="*/ 1919958 h 1919958"/>
                <a:gd name="connsiteX9" fmla="*/ 134634 w 518975"/>
                <a:gd name="connsiteY9" fmla="*/ 918472 h 1919958"/>
                <a:gd name="connsiteX0" fmla="*/ 134634 w 518975"/>
                <a:gd name="connsiteY0" fmla="*/ 936891 h 1938377"/>
                <a:gd name="connsiteX1" fmla="*/ 54749 w 518975"/>
                <a:gd name="connsiteY1" fmla="*/ 628728 h 1938377"/>
                <a:gd name="connsiteX2" fmla="*/ 22224 w 518975"/>
                <a:gd name="connsiteY2" fmla="*/ 396041 h 1938377"/>
                <a:gd name="connsiteX3" fmla="*/ 135357 w 518975"/>
                <a:gd name="connsiteY3" fmla="*/ 104523 h 1938377"/>
                <a:gd name="connsiteX4" fmla="*/ 457576 w 518975"/>
                <a:gd name="connsiteY4" fmla="*/ 162070 h 1938377"/>
                <a:gd name="connsiteX5" fmla="*/ 518975 w 518975"/>
                <a:gd name="connsiteY5" fmla="*/ 647191 h 1938377"/>
                <a:gd name="connsiteX6" fmla="*/ 295490 w 518975"/>
                <a:gd name="connsiteY6" fmla="*/ 936891 h 1938377"/>
                <a:gd name="connsiteX7" fmla="*/ 295490 w 518975"/>
                <a:gd name="connsiteY7" fmla="*/ 1938377 h 1938377"/>
                <a:gd name="connsiteX8" fmla="*/ 134634 w 518975"/>
                <a:gd name="connsiteY8" fmla="*/ 1938377 h 1938377"/>
                <a:gd name="connsiteX9" fmla="*/ 134634 w 518975"/>
                <a:gd name="connsiteY9" fmla="*/ 936891 h 1938377"/>
                <a:gd name="connsiteX0" fmla="*/ 134634 w 597472"/>
                <a:gd name="connsiteY0" fmla="*/ 936891 h 1938377"/>
                <a:gd name="connsiteX1" fmla="*/ 54749 w 597472"/>
                <a:gd name="connsiteY1" fmla="*/ 628728 h 1938377"/>
                <a:gd name="connsiteX2" fmla="*/ 22224 w 597472"/>
                <a:gd name="connsiteY2" fmla="*/ 396041 h 1938377"/>
                <a:gd name="connsiteX3" fmla="*/ 135357 w 597472"/>
                <a:gd name="connsiteY3" fmla="*/ 104523 h 1938377"/>
                <a:gd name="connsiteX4" fmla="*/ 457576 w 597472"/>
                <a:gd name="connsiteY4" fmla="*/ 162070 h 1938377"/>
                <a:gd name="connsiteX5" fmla="*/ 518975 w 597472"/>
                <a:gd name="connsiteY5" fmla="*/ 647191 h 1938377"/>
                <a:gd name="connsiteX6" fmla="*/ 295490 w 597472"/>
                <a:gd name="connsiteY6" fmla="*/ 936891 h 1938377"/>
                <a:gd name="connsiteX7" fmla="*/ 295490 w 597472"/>
                <a:gd name="connsiteY7" fmla="*/ 1938377 h 1938377"/>
                <a:gd name="connsiteX8" fmla="*/ 134634 w 597472"/>
                <a:gd name="connsiteY8" fmla="*/ 1938377 h 1938377"/>
                <a:gd name="connsiteX9" fmla="*/ 134634 w 597472"/>
                <a:gd name="connsiteY9" fmla="*/ 936891 h 1938377"/>
                <a:gd name="connsiteX0" fmla="*/ 134634 w 597472"/>
                <a:gd name="connsiteY0" fmla="*/ 936891 h 1938377"/>
                <a:gd name="connsiteX1" fmla="*/ 54749 w 597472"/>
                <a:gd name="connsiteY1" fmla="*/ 628728 h 1938377"/>
                <a:gd name="connsiteX2" fmla="*/ 22224 w 597472"/>
                <a:gd name="connsiteY2" fmla="*/ 396041 h 1938377"/>
                <a:gd name="connsiteX3" fmla="*/ 135357 w 597472"/>
                <a:gd name="connsiteY3" fmla="*/ 104523 h 1938377"/>
                <a:gd name="connsiteX4" fmla="*/ 457576 w 597472"/>
                <a:gd name="connsiteY4" fmla="*/ 162070 h 1938377"/>
                <a:gd name="connsiteX5" fmla="*/ 518975 w 597472"/>
                <a:gd name="connsiteY5" fmla="*/ 647191 h 1938377"/>
                <a:gd name="connsiteX6" fmla="*/ 295490 w 597472"/>
                <a:gd name="connsiteY6" fmla="*/ 936891 h 1938377"/>
                <a:gd name="connsiteX7" fmla="*/ 295490 w 597472"/>
                <a:gd name="connsiteY7" fmla="*/ 1938377 h 1938377"/>
                <a:gd name="connsiteX8" fmla="*/ 134634 w 597472"/>
                <a:gd name="connsiteY8" fmla="*/ 1938377 h 1938377"/>
                <a:gd name="connsiteX9" fmla="*/ 134634 w 597472"/>
                <a:gd name="connsiteY9" fmla="*/ 936891 h 1938377"/>
                <a:gd name="connsiteX0" fmla="*/ 134634 w 597472"/>
                <a:gd name="connsiteY0" fmla="*/ 936891 h 1938377"/>
                <a:gd name="connsiteX1" fmla="*/ 54749 w 597472"/>
                <a:gd name="connsiteY1" fmla="*/ 628728 h 1938377"/>
                <a:gd name="connsiteX2" fmla="*/ 22224 w 597472"/>
                <a:gd name="connsiteY2" fmla="*/ 396041 h 1938377"/>
                <a:gd name="connsiteX3" fmla="*/ 135357 w 597472"/>
                <a:gd name="connsiteY3" fmla="*/ 104523 h 1938377"/>
                <a:gd name="connsiteX4" fmla="*/ 457576 w 597472"/>
                <a:gd name="connsiteY4" fmla="*/ 162070 h 1938377"/>
                <a:gd name="connsiteX5" fmla="*/ 518975 w 597472"/>
                <a:gd name="connsiteY5" fmla="*/ 647191 h 1938377"/>
                <a:gd name="connsiteX6" fmla="*/ 295490 w 597472"/>
                <a:gd name="connsiteY6" fmla="*/ 936891 h 1938377"/>
                <a:gd name="connsiteX7" fmla="*/ 295490 w 597472"/>
                <a:gd name="connsiteY7" fmla="*/ 1938377 h 1938377"/>
                <a:gd name="connsiteX8" fmla="*/ 134634 w 597472"/>
                <a:gd name="connsiteY8" fmla="*/ 1938377 h 1938377"/>
                <a:gd name="connsiteX9" fmla="*/ 134634 w 597472"/>
                <a:gd name="connsiteY9" fmla="*/ 936891 h 1938377"/>
                <a:gd name="connsiteX0" fmla="*/ 134634 w 597472"/>
                <a:gd name="connsiteY0" fmla="*/ 936891 h 1938377"/>
                <a:gd name="connsiteX1" fmla="*/ 54749 w 597472"/>
                <a:gd name="connsiteY1" fmla="*/ 628728 h 1938377"/>
                <a:gd name="connsiteX2" fmla="*/ 22224 w 597472"/>
                <a:gd name="connsiteY2" fmla="*/ 396041 h 1938377"/>
                <a:gd name="connsiteX3" fmla="*/ 135357 w 597472"/>
                <a:gd name="connsiteY3" fmla="*/ 104523 h 1938377"/>
                <a:gd name="connsiteX4" fmla="*/ 457576 w 597472"/>
                <a:gd name="connsiteY4" fmla="*/ 162070 h 1938377"/>
                <a:gd name="connsiteX5" fmla="*/ 518975 w 597472"/>
                <a:gd name="connsiteY5" fmla="*/ 647191 h 1938377"/>
                <a:gd name="connsiteX6" fmla="*/ 295490 w 597472"/>
                <a:gd name="connsiteY6" fmla="*/ 936891 h 1938377"/>
                <a:gd name="connsiteX7" fmla="*/ 295490 w 597472"/>
                <a:gd name="connsiteY7" fmla="*/ 1938377 h 1938377"/>
                <a:gd name="connsiteX8" fmla="*/ 134634 w 597472"/>
                <a:gd name="connsiteY8" fmla="*/ 1938377 h 1938377"/>
                <a:gd name="connsiteX9" fmla="*/ 134634 w 597472"/>
                <a:gd name="connsiteY9" fmla="*/ 936891 h 1938377"/>
                <a:gd name="connsiteX0" fmla="*/ 134634 w 816875"/>
                <a:gd name="connsiteY0" fmla="*/ 912396 h 1913882"/>
                <a:gd name="connsiteX1" fmla="*/ 54749 w 816875"/>
                <a:gd name="connsiteY1" fmla="*/ 604233 h 1913882"/>
                <a:gd name="connsiteX2" fmla="*/ 22224 w 816875"/>
                <a:gd name="connsiteY2" fmla="*/ 371546 h 1913882"/>
                <a:gd name="connsiteX3" fmla="*/ 135357 w 816875"/>
                <a:gd name="connsiteY3" fmla="*/ 80028 h 1913882"/>
                <a:gd name="connsiteX4" fmla="*/ 732479 w 816875"/>
                <a:gd name="connsiteY4" fmla="*/ 222879 h 1913882"/>
                <a:gd name="connsiteX5" fmla="*/ 518975 w 816875"/>
                <a:gd name="connsiteY5" fmla="*/ 622696 h 1913882"/>
                <a:gd name="connsiteX6" fmla="*/ 295490 w 816875"/>
                <a:gd name="connsiteY6" fmla="*/ 912396 h 1913882"/>
                <a:gd name="connsiteX7" fmla="*/ 295490 w 816875"/>
                <a:gd name="connsiteY7" fmla="*/ 1913882 h 1913882"/>
                <a:gd name="connsiteX8" fmla="*/ 134634 w 816875"/>
                <a:gd name="connsiteY8" fmla="*/ 1913882 h 1913882"/>
                <a:gd name="connsiteX9" fmla="*/ 134634 w 816875"/>
                <a:gd name="connsiteY9" fmla="*/ 912396 h 1913882"/>
                <a:gd name="connsiteX0" fmla="*/ 134634 w 833593"/>
                <a:gd name="connsiteY0" fmla="*/ 912396 h 1913882"/>
                <a:gd name="connsiteX1" fmla="*/ 54749 w 833593"/>
                <a:gd name="connsiteY1" fmla="*/ 604233 h 1913882"/>
                <a:gd name="connsiteX2" fmla="*/ 22224 w 833593"/>
                <a:gd name="connsiteY2" fmla="*/ 371546 h 1913882"/>
                <a:gd name="connsiteX3" fmla="*/ 135357 w 833593"/>
                <a:gd name="connsiteY3" fmla="*/ 80028 h 1913882"/>
                <a:gd name="connsiteX4" fmla="*/ 732479 w 833593"/>
                <a:gd name="connsiteY4" fmla="*/ 222879 h 1913882"/>
                <a:gd name="connsiteX5" fmla="*/ 633181 w 833593"/>
                <a:gd name="connsiteY5" fmla="*/ 629094 h 1913882"/>
                <a:gd name="connsiteX6" fmla="*/ 295490 w 833593"/>
                <a:gd name="connsiteY6" fmla="*/ 912396 h 1913882"/>
                <a:gd name="connsiteX7" fmla="*/ 295490 w 833593"/>
                <a:gd name="connsiteY7" fmla="*/ 1913882 h 1913882"/>
                <a:gd name="connsiteX8" fmla="*/ 134634 w 833593"/>
                <a:gd name="connsiteY8" fmla="*/ 1913882 h 1913882"/>
                <a:gd name="connsiteX9" fmla="*/ 134634 w 833593"/>
                <a:gd name="connsiteY9" fmla="*/ 912396 h 1913882"/>
                <a:gd name="connsiteX0" fmla="*/ 134634 w 833593"/>
                <a:gd name="connsiteY0" fmla="*/ 912396 h 1913882"/>
                <a:gd name="connsiteX1" fmla="*/ 54749 w 833593"/>
                <a:gd name="connsiteY1" fmla="*/ 604233 h 1913882"/>
                <a:gd name="connsiteX2" fmla="*/ 22224 w 833593"/>
                <a:gd name="connsiteY2" fmla="*/ 371546 h 1913882"/>
                <a:gd name="connsiteX3" fmla="*/ 135357 w 833593"/>
                <a:gd name="connsiteY3" fmla="*/ 80028 h 1913882"/>
                <a:gd name="connsiteX4" fmla="*/ 732479 w 833593"/>
                <a:gd name="connsiteY4" fmla="*/ 222879 h 1913882"/>
                <a:gd name="connsiteX5" fmla="*/ 633181 w 833593"/>
                <a:gd name="connsiteY5" fmla="*/ 629094 h 1913882"/>
                <a:gd name="connsiteX6" fmla="*/ 389221 w 833593"/>
                <a:gd name="connsiteY6" fmla="*/ 927139 h 1913882"/>
                <a:gd name="connsiteX7" fmla="*/ 295490 w 833593"/>
                <a:gd name="connsiteY7" fmla="*/ 1913882 h 1913882"/>
                <a:gd name="connsiteX8" fmla="*/ 134634 w 833593"/>
                <a:gd name="connsiteY8" fmla="*/ 1913882 h 1913882"/>
                <a:gd name="connsiteX9" fmla="*/ 134634 w 833593"/>
                <a:gd name="connsiteY9" fmla="*/ 912396 h 1913882"/>
                <a:gd name="connsiteX0" fmla="*/ 247268 w 833593"/>
                <a:gd name="connsiteY0" fmla="*/ 929061 h 1913882"/>
                <a:gd name="connsiteX1" fmla="*/ 54749 w 833593"/>
                <a:gd name="connsiteY1" fmla="*/ 604233 h 1913882"/>
                <a:gd name="connsiteX2" fmla="*/ 22224 w 833593"/>
                <a:gd name="connsiteY2" fmla="*/ 371546 h 1913882"/>
                <a:gd name="connsiteX3" fmla="*/ 135357 w 833593"/>
                <a:gd name="connsiteY3" fmla="*/ 80028 h 1913882"/>
                <a:gd name="connsiteX4" fmla="*/ 732479 w 833593"/>
                <a:gd name="connsiteY4" fmla="*/ 222879 h 1913882"/>
                <a:gd name="connsiteX5" fmla="*/ 633181 w 833593"/>
                <a:gd name="connsiteY5" fmla="*/ 629094 h 1913882"/>
                <a:gd name="connsiteX6" fmla="*/ 389221 w 833593"/>
                <a:gd name="connsiteY6" fmla="*/ 927139 h 1913882"/>
                <a:gd name="connsiteX7" fmla="*/ 295490 w 833593"/>
                <a:gd name="connsiteY7" fmla="*/ 1913882 h 1913882"/>
                <a:gd name="connsiteX8" fmla="*/ 134634 w 833593"/>
                <a:gd name="connsiteY8" fmla="*/ 1913882 h 1913882"/>
                <a:gd name="connsiteX9" fmla="*/ 247268 w 833593"/>
                <a:gd name="connsiteY9" fmla="*/ 929061 h 1913882"/>
                <a:gd name="connsiteX0" fmla="*/ 247268 w 833593"/>
                <a:gd name="connsiteY0" fmla="*/ 916865 h 1901686"/>
                <a:gd name="connsiteX1" fmla="*/ 54749 w 833593"/>
                <a:gd name="connsiteY1" fmla="*/ 592037 h 1901686"/>
                <a:gd name="connsiteX2" fmla="*/ 22224 w 833593"/>
                <a:gd name="connsiteY2" fmla="*/ 359350 h 1901686"/>
                <a:gd name="connsiteX3" fmla="*/ 292886 w 833593"/>
                <a:gd name="connsiteY3" fmla="*/ 83847 h 1901686"/>
                <a:gd name="connsiteX4" fmla="*/ 732479 w 833593"/>
                <a:gd name="connsiteY4" fmla="*/ 210683 h 1901686"/>
                <a:gd name="connsiteX5" fmla="*/ 633181 w 833593"/>
                <a:gd name="connsiteY5" fmla="*/ 616898 h 1901686"/>
                <a:gd name="connsiteX6" fmla="*/ 389221 w 833593"/>
                <a:gd name="connsiteY6" fmla="*/ 914943 h 1901686"/>
                <a:gd name="connsiteX7" fmla="*/ 295490 w 833593"/>
                <a:gd name="connsiteY7" fmla="*/ 1901686 h 1901686"/>
                <a:gd name="connsiteX8" fmla="*/ 134634 w 833593"/>
                <a:gd name="connsiteY8" fmla="*/ 1901686 h 1901686"/>
                <a:gd name="connsiteX9" fmla="*/ 247268 w 833593"/>
                <a:gd name="connsiteY9" fmla="*/ 916865 h 1901686"/>
                <a:gd name="connsiteX0" fmla="*/ 247268 w 833593"/>
                <a:gd name="connsiteY0" fmla="*/ 968486 h 1953307"/>
                <a:gd name="connsiteX1" fmla="*/ 54749 w 833593"/>
                <a:gd name="connsiteY1" fmla="*/ 643658 h 1953307"/>
                <a:gd name="connsiteX2" fmla="*/ 22224 w 833593"/>
                <a:gd name="connsiteY2" fmla="*/ 410971 h 1953307"/>
                <a:gd name="connsiteX3" fmla="*/ 520490 w 833593"/>
                <a:gd name="connsiteY3" fmla="*/ 69967 h 1953307"/>
                <a:gd name="connsiteX4" fmla="*/ 732479 w 833593"/>
                <a:gd name="connsiteY4" fmla="*/ 262304 h 1953307"/>
                <a:gd name="connsiteX5" fmla="*/ 633181 w 833593"/>
                <a:gd name="connsiteY5" fmla="*/ 668519 h 1953307"/>
                <a:gd name="connsiteX6" fmla="*/ 389221 w 833593"/>
                <a:gd name="connsiteY6" fmla="*/ 966564 h 1953307"/>
                <a:gd name="connsiteX7" fmla="*/ 295490 w 833593"/>
                <a:gd name="connsiteY7" fmla="*/ 1953307 h 1953307"/>
                <a:gd name="connsiteX8" fmla="*/ 134634 w 833593"/>
                <a:gd name="connsiteY8" fmla="*/ 1953307 h 1953307"/>
                <a:gd name="connsiteX9" fmla="*/ 247268 w 833593"/>
                <a:gd name="connsiteY9" fmla="*/ 968486 h 1953307"/>
                <a:gd name="connsiteX0" fmla="*/ 247268 w 833593"/>
                <a:gd name="connsiteY0" fmla="*/ 968486 h 1953307"/>
                <a:gd name="connsiteX1" fmla="*/ 54749 w 833593"/>
                <a:gd name="connsiteY1" fmla="*/ 643658 h 1953307"/>
                <a:gd name="connsiteX2" fmla="*/ 22224 w 833593"/>
                <a:gd name="connsiteY2" fmla="*/ 410971 h 1953307"/>
                <a:gd name="connsiteX3" fmla="*/ 520490 w 833593"/>
                <a:gd name="connsiteY3" fmla="*/ 69967 h 1953307"/>
                <a:gd name="connsiteX4" fmla="*/ 732479 w 833593"/>
                <a:gd name="connsiteY4" fmla="*/ 262304 h 1953307"/>
                <a:gd name="connsiteX5" fmla="*/ 633181 w 833593"/>
                <a:gd name="connsiteY5" fmla="*/ 668519 h 1953307"/>
                <a:gd name="connsiteX6" fmla="*/ 389221 w 833593"/>
                <a:gd name="connsiteY6" fmla="*/ 966564 h 1953307"/>
                <a:gd name="connsiteX7" fmla="*/ 295490 w 833593"/>
                <a:gd name="connsiteY7" fmla="*/ 1953307 h 1953307"/>
                <a:gd name="connsiteX8" fmla="*/ 134634 w 833593"/>
                <a:gd name="connsiteY8" fmla="*/ 1953307 h 1953307"/>
                <a:gd name="connsiteX9" fmla="*/ 247268 w 833593"/>
                <a:gd name="connsiteY9" fmla="*/ 968486 h 1953307"/>
                <a:gd name="connsiteX0" fmla="*/ 202193 w 788518"/>
                <a:gd name="connsiteY0" fmla="*/ 968486 h 1953307"/>
                <a:gd name="connsiteX1" fmla="*/ 9674 w 788518"/>
                <a:gd name="connsiteY1" fmla="*/ 643658 h 1953307"/>
                <a:gd name="connsiteX2" fmla="*/ 156714 w 788518"/>
                <a:gd name="connsiteY2" fmla="*/ 366657 h 1953307"/>
                <a:gd name="connsiteX3" fmla="*/ 475415 w 788518"/>
                <a:gd name="connsiteY3" fmla="*/ 69967 h 1953307"/>
                <a:gd name="connsiteX4" fmla="*/ 687404 w 788518"/>
                <a:gd name="connsiteY4" fmla="*/ 262304 h 1953307"/>
                <a:gd name="connsiteX5" fmla="*/ 588106 w 788518"/>
                <a:gd name="connsiteY5" fmla="*/ 668519 h 1953307"/>
                <a:gd name="connsiteX6" fmla="*/ 344146 w 788518"/>
                <a:gd name="connsiteY6" fmla="*/ 966564 h 1953307"/>
                <a:gd name="connsiteX7" fmla="*/ 250415 w 788518"/>
                <a:gd name="connsiteY7" fmla="*/ 1953307 h 1953307"/>
                <a:gd name="connsiteX8" fmla="*/ 89559 w 788518"/>
                <a:gd name="connsiteY8" fmla="*/ 1953307 h 1953307"/>
                <a:gd name="connsiteX9" fmla="*/ 202193 w 788518"/>
                <a:gd name="connsiteY9" fmla="*/ 968486 h 1953307"/>
                <a:gd name="connsiteX0" fmla="*/ 202193 w 788518"/>
                <a:gd name="connsiteY0" fmla="*/ 968486 h 1953307"/>
                <a:gd name="connsiteX1" fmla="*/ 9674 w 788518"/>
                <a:gd name="connsiteY1" fmla="*/ 643658 h 1953307"/>
                <a:gd name="connsiteX2" fmla="*/ 156714 w 788518"/>
                <a:gd name="connsiteY2" fmla="*/ 366657 h 1953307"/>
                <a:gd name="connsiteX3" fmla="*/ 475415 w 788518"/>
                <a:gd name="connsiteY3" fmla="*/ 69967 h 1953307"/>
                <a:gd name="connsiteX4" fmla="*/ 687404 w 788518"/>
                <a:gd name="connsiteY4" fmla="*/ 262304 h 1953307"/>
                <a:gd name="connsiteX5" fmla="*/ 588106 w 788518"/>
                <a:gd name="connsiteY5" fmla="*/ 668519 h 1953307"/>
                <a:gd name="connsiteX6" fmla="*/ 344146 w 788518"/>
                <a:gd name="connsiteY6" fmla="*/ 966564 h 1953307"/>
                <a:gd name="connsiteX7" fmla="*/ 250415 w 788518"/>
                <a:gd name="connsiteY7" fmla="*/ 1953307 h 1953307"/>
                <a:gd name="connsiteX8" fmla="*/ 89559 w 788518"/>
                <a:gd name="connsiteY8" fmla="*/ 1953307 h 1953307"/>
                <a:gd name="connsiteX9" fmla="*/ 202193 w 788518"/>
                <a:gd name="connsiteY9" fmla="*/ 968486 h 1953307"/>
                <a:gd name="connsiteX0" fmla="*/ 202193 w 788518"/>
                <a:gd name="connsiteY0" fmla="*/ 968486 h 1953307"/>
                <a:gd name="connsiteX1" fmla="*/ 9674 w 788518"/>
                <a:gd name="connsiteY1" fmla="*/ 643658 h 1953307"/>
                <a:gd name="connsiteX2" fmla="*/ 153460 w 788518"/>
                <a:gd name="connsiteY2" fmla="*/ 270033 h 1953307"/>
                <a:gd name="connsiteX3" fmla="*/ 475415 w 788518"/>
                <a:gd name="connsiteY3" fmla="*/ 69967 h 1953307"/>
                <a:gd name="connsiteX4" fmla="*/ 687404 w 788518"/>
                <a:gd name="connsiteY4" fmla="*/ 262304 h 1953307"/>
                <a:gd name="connsiteX5" fmla="*/ 588106 w 788518"/>
                <a:gd name="connsiteY5" fmla="*/ 668519 h 1953307"/>
                <a:gd name="connsiteX6" fmla="*/ 344146 w 788518"/>
                <a:gd name="connsiteY6" fmla="*/ 966564 h 1953307"/>
                <a:gd name="connsiteX7" fmla="*/ 250415 w 788518"/>
                <a:gd name="connsiteY7" fmla="*/ 1953307 h 1953307"/>
                <a:gd name="connsiteX8" fmla="*/ 89559 w 788518"/>
                <a:gd name="connsiteY8" fmla="*/ 1953307 h 1953307"/>
                <a:gd name="connsiteX9" fmla="*/ 202193 w 788518"/>
                <a:gd name="connsiteY9" fmla="*/ 968486 h 1953307"/>
                <a:gd name="connsiteX0" fmla="*/ 202193 w 788518"/>
                <a:gd name="connsiteY0" fmla="*/ 751299 h 1736120"/>
                <a:gd name="connsiteX1" fmla="*/ 9674 w 788518"/>
                <a:gd name="connsiteY1" fmla="*/ 426471 h 1736120"/>
                <a:gd name="connsiteX2" fmla="*/ 153460 w 788518"/>
                <a:gd name="connsiteY2" fmla="*/ 52846 h 1736120"/>
                <a:gd name="connsiteX3" fmla="*/ 687404 w 788518"/>
                <a:gd name="connsiteY3" fmla="*/ 45117 h 1736120"/>
                <a:gd name="connsiteX4" fmla="*/ 588106 w 788518"/>
                <a:gd name="connsiteY4" fmla="*/ 451332 h 1736120"/>
                <a:gd name="connsiteX5" fmla="*/ 344146 w 788518"/>
                <a:gd name="connsiteY5" fmla="*/ 749377 h 1736120"/>
                <a:gd name="connsiteX6" fmla="*/ 250415 w 788518"/>
                <a:gd name="connsiteY6" fmla="*/ 1736120 h 1736120"/>
                <a:gd name="connsiteX7" fmla="*/ 89559 w 788518"/>
                <a:gd name="connsiteY7" fmla="*/ 1736120 h 1736120"/>
                <a:gd name="connsiteX8" fmla="*/ 202193 w 788518"/>
                <a:gd name="connsiteY8" fmla="*/ 751299 h 1736120"/>
                <a:gd name="connsiteX0" fmla="*/ 202193 w 788518"/>
                <a:gd name="connsiteY0" fmla="*/ 905302 h 1890123"/>
                <a:gd name="connsiteX1" fmla="*/ 9674 w 788518"/>
                <a:gd name="connsiteY1" fmla="*/ 580474 h 1890123"/>
                <a:gd name="connsiteX2" fmla="*/ 153460 w 788518"/>
                <a:gd name="connsiteY2" fmla="*/ 206849 h 1890123"/>
                <a:gd name="connsiteX3" fmla="*/ 469945 w 788518"/>
                <a:gd name="connsiteY3" fmla="*/ 9 h 1890123"/>
                <a:gd name="connsiteX4" fmla="*/ 687404 w 788518"/>
                <a:gd name="connsiteY4" fmla="*/ 199120 h 1890123"/>
                <a:gd name="connsiteX5" fmla="*/ 588106 w 788518"/>
                <a:gd name="connsiteY5" fmla="*/ 605335 h 1890123"/>
                <a:gd name="connsiteX6" fmla="*/ 344146 w 788518"/>
                <a:gd name="connsiteY6" fmla="*/ 903380 h 1890123"/>
                <a:gd name="connsiteX7" fmla="*/ 250415 w 788518"/>
                <a:gd name="connsiteY7" fmla="*/ 1890123 h 1890123"/>
                <a:gd name="connsiteX8" fmla="*/ 89559 w 788518"/>
                <a:gd name="connsiteY8" fmla="*/ 1890123 h 1890123"/>
                <a:gd name="connsiteX9" fmla="*/ 202193 w 788518"/>
                <a:gd name="connsiteY9" fmla="*/ 905302 h 1890123"/>
                <a:gd name="connsiteX0" fmla="*/ 202193 w 788518"/>
                <a:gd name="connsiteY0" fmla="*/ 963564 h 1948385"/>
                <a:gd name="connsiteX1" fmla="*/ 9674 w 788518"/>
                <a:gd name="connsiteY1" fmla="*/ 638736 h 1948385"/>
                <a:gd name="connsiteX2" fmla="*/ 153460 w 788518"/>
                <a:gd name="connsiteY2" fmla="*/ 265111 h 1948385"/>
                <a:gd name="connsiteX3" fmla="*/ 469945 w 788518"/>
                <a:gd name="connsiteY3" fmla="*/ 58271 h 1948385"/>
                <a:gd name="connsiteX4" fmla="*/ 687404 w 788518"/>
                <a:gd name="connsiteY4" fmla="*/ 257382 h 1948385"/>
                <a:gd name="connsiteX5" fmla="*/ 588106 w 788518"/>
                <a:gd name="connsiteY5" fmla="*/ 663597 h 1948385"/>
                <a:gd name="connsiteX6" fmla="*/ 344146 w 788518"/>
                <a:gd name="connsiteY6" fmla="*/ 961642 h 1948385"/>
                <a:gd name="connsiteX7" fmla="*/ 250415 w 788518"/>
                <a:gd name="connsiteY7" fmla="*/ 1948385 h 1948385"/>
                <a:gd name="connsiteX8" fmla="*/ 89559 w 788518"/>
                <a:gd name="connsiteY8" fmla="*/ 1948385 h 1948385"/>
                <a:gd name="connsiteX9" fmla="*/ 202193 w 788518"/>
                <a:gd name="connsiteY9" fmla="*/ 963564 h 1948385"/>
                <a:gd name="connsiteX0" fmla="*/ 202193 w 788518"/>
                <a:gd name="connsiteY0" fmla="*/ 966815 h 1951636"/>
                <a:gd name="connsiteX1" fmla="*/ 9674 w 788518"/>
                <a:gd name="connsiteY1" fmla="*/ 641987 h 1951636"/>
                <a:gd name="connsiteX2" fmla="*/ 153460 w 788518"/>
                <a:gd name="connsiteY2" fmla="*/ 268362 h 1951636"/>
                <a:gd name="connsiteX3" fmla="*/ 469945 w 788518"/>
                <a:gd name="connsiteY3" fmla="*/ 61522 h 1951636"/>
                <a:gd name="connsiteX4" fmla="*/ 687404 w 788518"/>
                <a:gd name="connsiteY4" fmla="*/ 260633 h 1951636"/>
                <a:gd name="connsiteX5" fmla="*/ 588106 w 788518"/>
                <a:gd name="connsiteY5" fmla="*/ 666848 h 1951636"/>
                <a:gd name="connsiteX6" fmla="*/ 344146 w 788518"/>
                <a:gd name="connsiteY6" fmla="*/ 964893 h 1951636"/>
                <a:gd name="connsiteX7" fmla="*/ 250415 w 788518"/>
                <a:gd name="connsiteY7" fmla="*/ 1951636 h 1951636"/>
                <a:gd name="connsiteX8" fmla="*/ 89559 w 788518"/>
                <a:gd name="connsiteY8" fmla="*/ 1951636 h 1951636"/>
                <a:gd name="connsiteX9" fmla="*/ 202193 w 788518"/>
                <a:gd name="connsiteY9" fmla="*/ 966815 h 1951636"/>
                <a:gd name="connsiteX0" fmla="*/ 151999 w 738324"/>
                <a:gd name="connsiteY0" fmla="*/ 966815 h 1951636"/>
                <a:gd name="connsiteX1" fmla="*/ 30293 w 738324"/>
                <a:gd name="connsiteY1" fmla="*/ 624333 h 1951636"/>
                <a:gd name="connsiteX2" fmla="*/ 103266 w 738324"/>
                <a:gd name="connsiteY2" fmla="*/ 268362 h 1951636"/>
                <a:gd name="connsiteX3" fmla="*/ 419751 w 738324"/>
                <a:gd name="connsiteY3" fmla="*/ 61522 h 1951636"/>
                <a:gd name="connsiteX4" fmla="*/ 637210 w 738324"/>
                <a:gd name="connsiteY4" fmla="*/ 260633 h 1951636"/>
                <a:gd name="connsiteX5" fmla="*/ 537912 w 738324"/>
                <a:gd name="connsiteY5" fmla="*/ 666848 h 1951636"/>
                <a:gd name="connsiteX6" fmla="*/ 293952 w 738324"/>
                <a:gd name="connsiteY6" fmla="*/ 964893 h 1951636"/>
                <a:gd name="connsiteX7" fmla="*/ 200221 w 738324"/>
                <a:gd name="connsiteY7" fmla="*/ 1951636 h 1951636"/>
                <a:gd name="connsiteX8" fmla="*/ 39365 w 738324"/>
                <a:gd name="connsiteY8" fmla="*/ 1951636 h 1951636"/>
                <a:gd name="connsiteX9" fmla="*/ 151999 w 738324"/>
                <a:gd name="connsiteY9" fmla="*/ 966815 h 1951636"/>
                <a:gd name="connsiteX0" fmla="*/ 185247 w 771572"/>
                <a:gd name="connsiteY0" fmla="*/ 966815 h 1951636"/>
                <a:gd name="connsiteX1" fmla="*/ 63541 w 771572"/>
                <a:gd name="connsiteY1" fmla="*/ 624333 h 1951636"/>
                <a:gd name="connsiteX2" fmla="*/ 136514 w 771572"/>
                <a:gd name="connsiteY2" fmla="*/ 268362 h 1951636"/>
                <a:gd name="connsiteX3" fmla="*/ 452999 w 771572"/>
                <a:gd name="connsiteY3" fmla="*/ 61522 h 1951636"/>
                <a:gd name="connsiteX4" fmla="*/ 670458 w 771572"/>
                <a:gd name="connsiteY4" fmla="*/ 260633 h 1951636"/>
                <a:gd name="connsiteX5" fmla="*/ 571160 w 771572"/>
                <a:gd name="connsiteY5" fmla="*/ 666848 h 1951636"/>
                <a:gd name="connsiteX6" fmla="*/ 327200 w 771572"/>
                <a:gd name="connsiteY6" fmla="*/ 964893 h 1951636"/>
                <a:gd name="connsiteX7" fmla="*/ 233469 w 771572"/>
                <a:gd name="connsiteY7" fmla="*/ 1951636 h 1951636"/>
                <a:gd name="connsiteX8" fmla="*/ 72613 w 771572"/>
                <a:gd name="connsiteY8" fmla="*/ 1951636 h 1951636"/>
                <a:gd name="connsiteX9" fmla="*/ 185247 w 771572"/>
                <a:gd name="connsiteY9" fmla="*/ 966815 h 1951636"/>
                <a:gd name="connsiteX0" fmla="*/ 185247 w 771572"/>
                <a:gd name="connsiteY0" fmla="*/ 966815 h 1951636"/>
                <a:gd name="connsiteX1" fmla="*/ 63541 w 771572"/>
                <a:gd name="connsiteY1" fmla="*/ 624333 h 1951636"/>
                <a:gd name="connsiteX2" fmla="*/ 136514 w 771572"/>
                <a:gd name="connsiteY2" fmla="*/ 268362 h 1951636"/>
                <a:gd name="connsiteX3" fmla="*/ 452999 w 771572"/>
                <a:gd name="connsiteY3" fmla="*/ 61522 h 1951636"/>
                <a:gd name="connsiteX4" fmla="*/ 670458 w 771572"/>
                <a:gd name="connsiteY4" fmla="*/ 260633 h 1951636"/>
                <a:gd name="connsiteX5" fmla="*/ 571160 w 771572"/>
                <a:gd name="connsiteY5" fmla="*/ 666848 h 1951636"/>
                <a:gd name="connsiteX6" fmla="*/ 374932 w 771572"/>
                <a:gd name="connsiteY6" fmla="*/ 958562 h 1951636"/>
                <a:gd name="connsiteX7" fmla="*/ 233469 w 771572"/>
                <a:gd name="connsiteY7" fmla="*/ 1951636 h 1951636"/>
                <a:gd name="connsiteX8" fmla="*/ 72613 w 771572"/>
                <a:gd name="connsiteY8" fmla="*/ 1951636 h 1951636"/>
                <a:gd name="connsiteX9" fmla="*/ 185247 w 771572"/>
                <a:gd name="connsiteY9" fmla="*/ 966815 h 1951636"/>
                <a:gd name="connsiteX0" fmla="*/ 185247 w 771572"/>
                <a:gd name="connsiteY0" fmla="*/ 966815 h 1951636"/>
                <a:gd name="connsiteX1" fmla="*/ 63541 w 771572"/>
                <a:gd name="connsiteY1" fmla="*/ 624333 h 1951636"/>
                <a:gd name="connsiteX2" fmla="*/ 136514 w 771572"/>
                <a:gd name="connsiteY2" fmla="*/ 268362 h 1951636"/>
                <a:gd name="connsiteX3" fmla="*/ 452999 w 771572"/>
                <a:gd name="connsiteY3" fmla="*/ 61522 h 1951636"/>
                <a:gd name="connsiteX4" fmla="*/ 670458 w 771572"/>
                <a:gd name="connsiteY4" fmla="*/ 260633 h 1951636"/>
                <a:gd name="connsiteX5" fmla="*/ 571160 w 771572"/>
                <a:gd name="connsiteY5" fmla="*/ 666848 h 1951636"/>
                <a:gd name="connsiteX6" fmla="*/ 374932 w 771572"/>
                <a:gd name="connsiteY6" fmla="*/ 958562 h 1951636"/>
                <a:gd name="connsiteX7" fmla="*/ 233469 w 771572"/>
                <a:gd name="connsiteY7" fmla="*/ 1951636 h 1951636"/>
                <a:gd name="connsiteX8" fmla="*/ 72613 w 771572"/>
                <a:gd name="connsiteY8" fmla="*/ 1951636 h 1951636"/>
                <a:gd name="connsiteX9" fmla="*/ 185247 w 771572"/>
                <a:gd name="connsiteY9" fmla="*/ 966815 h 1951636"/>
                <a:gd name="connsiteX0" fmla="*/ 185247 w 736927"/>
                <a:gd name="connsiteY0" fmla="*/ 966815 h 1951636"/>
                <a:gd name="connsiteX1" fmla="*/ 63541 w 736927"/>
                <a:gd name="connsiteY1" fmla="*/ 624333 h 1951636"/>
                <a:gd name="connsiteX2" fmla="*/ 136514 w 736927"/>
                <a:gd name="connsiteY2" fmla="*/ 268362 h 1951636"/>
                <a:gd name="connsiteX3" fmla="*/ 452999 w 736927"/>
                <a:gd name="connsiteY3" fmla="*/ 61522 h 1951636"/>
                <a:gd name="connsiteX4" fmla="*/ 670458 w 736927"/>
                <a:gd name="connsiteY4" fmla="*/ 260633 h 1951636"/>
                <a:gd name="connsiteX5" fmla="*/ 571160 w 736927"/>
                <a:gd name="connsiteY5" fmla="*/ 666848 h 1951636"/>
                <a:gd name="connsiteX6" fmla="*/ 374932 w 736927"/>
                <a:gd name="connsiteY6" fmla="*/ 958562 h 1951636"/>
                <a:gd name="connsiteX7" fmla="*/ 233469 w 736927"/>
                <a:gd name="connsiteY7" fmla="*/ 1951636 h 1951636"/>
                <a:gd name="connsiteX8" fmla="*/ 72613 w 736927"/>
                <a:gd name="connsiteY8" fmla="*/ 1951636 h 1951636"/>
                <a:gd name="connsiteX9" fmla="*/ 185247 w 736927"/>
                <a:gd name="connsiteY9" fmla="*/ 966815 h 1951636"/>
                <a:gd name="connsiteX0" fmla="*/ 251130 w 736927"/>
                <a:gd name="connsiteY0" fmla="*/ 810190 h 1951636"/>
                <a:gd name="connsiteX1" fmla="*/ 63541 w 736927"/>
                <a:gd name="connsiteY1" fmla="*/ 624333 h 1951636"/>
                <a:gd name="connsiteX2" fmla="*/ 136514 w 736927"/>
                <a:gd name="connsiteY2" fmla="*/ 268362 h 1951636"/>
                <a:gd name="connsiteX3" fmla="*/ 452999 w 736927"/>
                <a:gd name="connsiteY3" fmla="*/ 61522 h 1951636"/>
                <a:gd name="connsiteX4" fmla="*/ 670458 w 736927"/>
                <a:gd name="connsiteY4" fmla="*/ 260633 h 1951636"/>
                <a:gd name="connsiteX5" fmla="*/ 571160 w 736927"/>
                <a:gd name="connsiteY5" fmla="*/ 666848 h 1951636"/>
                <a:gd name="connsiteX6" fmla="*/ 374932 w 736927"/>
                <a:gd name="connsiteY6" fmla="*/ 958562 h 1951636"/>
                <a:gd name="connsiteX7" fmla="*/ 233469 w 736927"/>
                <a:gd name="connsiteY7" fmla="*/ 1951636 h 1951636"/>
                <a:gd name="connsiteX8" fmla="*/ 72613 w 736927"/>
                <a:gd name="connsiteY8" fmla="*/ 1951636 h 1951636"/>
                <a:gd name="connsiteX9" fmla="*/ 251130 w 736927"/>
                <a:gd name="connsiteY9" fmla="*/ 810190 h 1951636"/>
                <a:gd name="connsiteX0" fmla="*/ 251130 w 736927"/>
                <a:gd name="connsiteY0" fmla="*/ 810190 h 1951636"/>
                <a:gd name="connsiteX1" fmla="*/ 63541 w 736927"/>
                <a:gd name="connsiteY1" fmla="*/ 624333 h 1951636"/>
                <a:gd name="connsiteX2" fmla="*/ 136514 w 736927"/>
                <a:gd name="connsiteY2" fmla="*/ 268362 h 1951636"/>
                <a:gd name="connsiteX3" fmla="*/ 452999 w 736927"/>
                <a:gd name="connsiteY3" fmla="*/ 61522 h 1951636"/>
                <a:gd name="connsiteX4" fmla="*/ 670458 w 736927"/>
                <a:gd name="connsiteY4" fmla="*/ 260633 h 1951636"/>
                <a:gd name="connsiteX5" fmla="*/ 571160 w 736927"/>
                <a:gd name="connsiteY5" fmla="*/ 666848 h 1951636"/>
                <a:gd name="connsiteX6" fmla="*/ 400826 w 736927"/>
                <a:gd name="connsiteY6" fmla="*/ 785298 h 1951636"/>
                <a:gd name="connsiteX7" fmla="*/ 233469 w 736927"/>
                <a:gd name="connsiteY7" fmla="*/ 1951636 h 1951636"/>
                <a:gd name="connsiteX8" fmla="*/ 72613 w 736927"/>
                <a:gd name="connsiteY8" fmla="*/ 1951636 h 1951636"/>
                <a:gd name="connsiteX9" fmla="*/ 251130 w 736927"/>
                <a:gd name="connsiteY9" fmla="*/ 810190 h 1951636"/>
                <a:gd name="connsiteX0" fmla="*/ 251130 w 736927"/>
                <a:gd name="connsiteY0" fmla="*/ 810190 h 1951636"/>
                <a:gd name="connsiteX1" fmla="*/ 63541 w 736927"/>
                <a:gd name="connsiteY1" fmla="*/ 624333 h 1951636"/>
                <a:gd name="connsiteX2" fmla="*/ 136514 w 736927"/>
                <a:gd name="connsiteY2" fmla="*/ 268362 h 1951636"/>
                <a:gd name="connsiteX3" fmla="*/ 452999 w 736927"/>
                <a:gd name="connsiteY3" fmla="*/ 61522 h 1951636"/>
                <a:gd name="connsiteX4" fmla="*/ 670458 w 736927"/>
                <a:gd name="connsiteY4" fmla="*/ 260633 h 1951636"/>
                <a:gd name="connsiteX5" fmla="*/ 571160 w 736927"/>
                <a:gd name="connsiteY5" fmla="*/ 666848 h 1951636"/>
                <a:gd name="connsiteX6" fmla="*/ 380575 w 736927"/>
                <a:gd name="connsiteY6" fmla="*/ 801521 h 1951636"/>
                <a:gd name="connsiteX7" fmla="*/ 233469 w 736927"/>
                <a:gd name="connsiteY7" fmla="*/ 1951636 h 1951636"/>
                <a:gd name="connsiteX8" fmla="*/ 72613 w 736927"/>
                <a:gd name="connsiteY8" fmla="*/ 1951636 h 1951636"/>
                <a:gd name="connsiteX9" fmla="*/ 251130 w 736927"/>
                <a:gd name="connsiteY9" fmla="*/ 810190 h 1951636"/>
                <a:gd name="connsiteX0" fmla="*/ 251130 w 736927"/>
                <a:gd name="connsiteY0" fmla="*/ 810190 h 1951636"/>
                <a:gd name="connsiteX1" fmla="*/ 63541 w 736927"/>
                <a:gd name="connsiteY1" fmla="*/ 624333 h 1951636"/>
                <a:gd name="connsiteX2" fmla="*/ 136514 w 736927"/>
                <a:gd name="connsiteY2" fmla="*/ 268362 h 1951636"/>
                <a:gd name="connsiteX3" fmla="*/ 452999 w 736927"/>
                <a:gd name="connsiteY3" fmla="*/ 61522 h 1951636"/>
                <a:gd name="connsiteX4" fmla="*/ 670458 w 736927"/>
                <a:gd name="connsiteY4" fmla="*/ 260633 h 1951636"/>
                <a:gd name="connsiteX5" fmla="*/ 571160 w 736927"/>
                <a:gd name="connsiteY5" fmla="*/ 666848 h 1951636"/>
                <a:gd name="connsiteX6" fmla="*/ 380575 w 736927"/>
                <a:gd name="connsiteY6" fmla="*/ 801521 h 1951636"/>
                <a:gd name="connsiteX7" fmla="*/ 233469 w 736927"/>
                <a:gd name="connsiteY7" fmla="*/ 1951636 h 1951636"/>
                <a:gd name="connsiteX8" fmla="*/ 72613 w 736927"/>
                <a:gd name="connsiteY8" fmla="*/ 1951636 h 1951636"/>
                <a:gd name="connsiteX9" fmla="*/ 251130 w 736927"/>
                <a:gd name="connsiteY9" fmla="*/ 810190 h 1951636"/>
                <a:gd name="connsiteX0" fmla="*/ 251130 w 670458"/>
                <a:gd name="connsiteY0" fmla="*/ 810190 h 1951636"/>
                <a:gd name="connsiteX1" fmla="*/ 63541 w 670458"/>
                <a:gd name="connsiteY1" fmla="*/ 624333 h 1951636"/>
                <a:gd name="connsiteX2" fmla="*/ 136514 w 670458"/>
                <a:gd name="connsiteY2" fmla="*/ 268362 h 1951636"/>
                <a:gd name="connsiteX3" fmla="*/ 452999 w 670458"/>
                <a:gd name="connsiteY3" fmla="*/ 61522 h 1951636"/>
                <a:gd name="connsiteX4" fmla="*/ 670458 w 670458"/>
                <a:gd name="connsiteY4" fmla="*/ 260633 h 1951636"/>
                <a:gd name="connsiteX5" fmla="*/ 380575 w 670458"/>
                <a:gd name="connsiteY5" fmla="*/ 801521 h 1951636"/>
                <a:gd name="connsiteX6" fmla="*/ 233469 w 670458"/>
                <a:gd name="connsiteY6" fmla="*/ 1951636 h 1951636"/>
                <a:gd name="connsiteX7" fmla="*/ 72613 w 670458"/>
                <a:gd name="connsiteY7" fmla="*/ 1951636 h 1951636"/>
                <a:gd name="connsiteX8" fmla="*/ 251130 w 670458"/>
                <a:gd name="connsiteY8" fmla="*/ 810190 h 1951636"/>
                <a:gd name="connsiteX0" fmla="*/ 251130 w 710194"/>
                <a:gd name="connsiteY0" fmla="*/ 810190 h 1951636"/>
                <a:gd name="connsiteX1" fmla="*/ 63541 w 710194"/>
                <a:gd name="connsiteY1" fmla="*/ 624333 h 1951636"/>
                <a:gd name="connsiteX2" fmla="*/ 136514 w 710194"/>
                <a:gd name="connsiteY2" fmla="*/ 268362 h 1951636"/>
                <a:gd name="connsiteX3" fmla="*/ 452999 w 710194"/>
                <a:gd name="connsiteY3" fmla="*/ 61522 h 1951636"/>
                <a:gd name="connsiteX4" fmla="*/ 670458 w 710194"/>
                <a:gd name="connsiteY4" fmla="*/ 260633 h 1951636"/>
                <a:gd name="connsiteX5" fmla="*/ 380575 w 710194"/>
                <a:gd name="connsiteY5" fmla="*/ 801521 h 1951636"/>
                <a:gd name="connsiteX6" fmla="*/ 233469 w 710194"/>
                <a:gd name="connsiteY6" fmla="*/ 1951636 h 1951636"/>
                <a:gd name="connsiteX7" fmla="*/ 72613 w 710194"/>
                <a:gd name="connsiteY7" fmla="*/ 1951636 h 1951636"/>
                <a:gd name="connsiteX8" fmla="*/ 251130 w 710194"/>
                <a:gd name="connsiteY8" fmla="*/ 810190 h 1951636"/>
                <a:gd name="connsiteX0" fmla="*/ 251130 w 710194"/>
                <a:gd name="connsiteY0" fmla="*/ 673354 h 1814800"/>
                <a:gd name="connsiteX1" fmla="*/ 63541 w 710194"/>
                <a:gd name="connsiteY1" fmla="*/ 487497 h 1814800"/>
                <a:gd name="connsiteX2" fmla="*/ 136514 w 710194"/>
                <a:gd name="connsiteY2" fmla="*/ 131526 h 1814800"/>
                <a:gd name="connsiteX3" fmla="*/ 485930 w 710194"/>
                <a:gd name="connsiteY3" fmla="*/ 98392 h 1814800"/>
                <a:gd name="connsiteX4" fmla="*/ 670458 w 710194"/>
                <a:gd name="connsiteY4" fmla="*/ 123797 h 1814800"/>
                <a:gd name="connsiteX5" fmla="*/ 380575 w 710194"/>
                <a:gd name="connsiteY5" fmla="*/ 664685 h 1814800"/>
                <a:gd name="connsiteX6" fmla="*/ 233469 w 710194"/>
                <a:gd name="connsiteY6" fmla="*/ 1814800 h 1814800"/>
                <a:gd name="connsiteX7" fmla="*/ 72613 w 710194"/>
                <a:gd name="connsiteY7" fmla="*/ 1814800 h 1814800"/>
                <a:gd name="connsiteX8" fmla="*/ 251130 w 710194"/>
                <a:gd name="connsiteY8" fmla="*/ 673354 h 1814800"/>
                <a:gd name="connsiteX0" fmla="*/ 251130 w 910956"/>
                <a:gd name="connsiteY0" fmla="*/ 673354 h 1814800"/>
                <a:gd name="connsiteX1" fmla="*/ 63541 w 910956"/>
                <a:gd name="connsiteY1" fmla="*/ 487497 h 1814800"/>
                <a:gd name="connsiteX2" fmla="*/ 136514 w 910956"/>
                <a:gd name="connsiteY2" fmla="*/ 131526 h 1814800"/>
                <a:gd name="connsiteX3" fmla="*/ 485930 w 910956"/>
                <a:gd name="connsiteY3" fmla="*/ 98392 h 1814800"/>
                <a:gd name="connsiteX4" fmla="*/ 910956 w 910956"/>
                <a:gd name="connsiteY4" fmla="*/ 379720 h 1814800"/>
                <a:gd name="connsiteX5" fmla="*/ 380575 w 910956"/>
                <a:gd name="connsiteY5" fmla="*/ 664685 h 1814800"/>
                <a:gd name="connsiteX6" fmla="*/ 233469 w 910956"/>
                <a:gd name="connsiteY6" fmla="*/ 1814800 h 1814800"/>
                <a:gd name="connsiteX7" fmla="*/ 72613 w 910956"/>
                <a:gd name="connsiteY7" fmla="*/ 1814800 h 1814800"/>
                <a:gd name="connsiteX8" fmla="*/ 251130 w 910956"/>
                <a:gd name="connsiteY8" fmla="*/ 673354 h 1814800"/>
                <a:gd name="connsiteX0" fmla="*/ 251130 w 1030856"/>
                <a:gd name="connsiteY0" fmla="*/ 673354 h 1814800"/>
                <a:gd name="connsiteX1" fmla="*/ 63541 w 1030856"/>
                <a:gd name="connsiteY1" fmla="*/ 487497 h 1814800"/>
                <a:gd name="connsiteX2" fmla="*/ 136514 w 1030856"/>
                <a:gd name="connsiteY2" fmla="*/ 131526 h 1814800"/>
                <a:gd name="connsiteX3" fmla="*/ 485930 w 1030856"/>
                <a:gd name="connsiteY3" fmla="*/ 98392 h 1814800"/>
                <a:gd name="connsiteX4" fmla="*/ 910956 w 1030856"/>
                <a:gd name="connsiteY4" fmla="*/ 379720 h 1814800"/>
                <a:gd name="connsiteX5" fmla="*/ 380575 w 1030856"/>
                <a:gd name="connsiteY5" fmla="*/ 664685 h 1814800"/>
                <a:gd name="connsiteX6" fmla="*/ 233469 w 1030856"/>
                <a:gd name="connsiteY6" fmla="*/ 1814800 h 1814800"/>
                <a:gd name="connsiteX7" fmla="*/ 72613 w 1030856"/>
                <a:gd name="connsiteY7" fmla="*/ 1814800 h 1814800"/>
                <a:gd name="connsiteX8" fmla="*/ 251130 w 1030856"/>
                <a:gd name="connsiteY8" fmla="*/ 673354 h 1814800"/>
                <a:gd name="connsiteX0" fmla="*/ 251130 w 1034645"/>
                <a:gd name="connsiteY0" fmla="*/ 684217 h 1825663"/>
                <a:gd name="connsiteX1" fmla="*/ 63541 w 1034645"/>
                <a:gd name="connsiteY1" fmla="*/ 498360 h 1825663"/>
                <a:gd name="connsiteX2" fmla="*/ 136514 w 1034645"/>
                <a:gd name="connsiteY2" fmla="*/ 142389 h 1825663"/>
                <a:gd name="connsiteX3" fmla="*/ 514157 w 1034645"/>
                <a:gd name="connsiteY3" fmla="*/ 93527 h 1825663"/>
                <a:gd name="connsiteX4" fmla="*/ 910956 w 1034645"/>
                <a:gd name="connsiteY4" fmla="*/ 390583 h 1825663"/>
                <a:gd name="connsiteX5" fmla="*/ 380575 w 1034645"/>
                <a:gd name="connsiteY5" fmla="*/ 675548 h 1825663"/>
                <a:gd name="connsiteX6" fmla="*/ 233469 w 1034645"/>
                <a:gd name="connsiteY6" fmla="*/ 1825663 h 1825663"/>
                <a:gd name="connsiteX7" fmla="*/ 72613 w 1034645"/>
                <a:gd name="connsiteY7" fmla="*/ 1825663 h 1825663"/>
                <a:gd name="connsiteX8" fmla="*/ 251130 w 1034645"/>
                <a:gd name="connsiteY8" fmla="*/ 684217 h 1825663"/>
                <a:gd name="connsiteX0" fmla="*/ 251130 w 1029389"/>
                <a:gd name="connsiteY0" fmla="*/ 684217 h 1825663"/>
                <a:gd name="connsiteX1" fmla="*/ 63541 w 1029389"/>
                <a:gd name="connsiteY1" fmla="*/ 498360 h 1825663"/>
                <a:gd name="connsiteX2" fmla="*/ 136514 w 1029389"/>
                <a:gd name="connsiteY2" fmla="*/ 142389 h 1825663"/>
                <a:gd name="connsiteX3" fmla="*/ 514157 w 1029389"/>
                <a:gd name="connsiteY3" fmla="*/ 93527 h 1825663"/>
                <a:gd name="connsiteX4" fmla="*/ 910956 w 1029389"/>
                <a:gd name="connsiteY4" fmla="*/ 390583 h 1825663"/>
                <a:gd name="connsiteX5" fmla="*/ 380575 w 1029389"/>
                <a:gd name="connsiteY5" fmla="*/ 675548 h 1825663"/>
                <a:gd name="connsiteX6" fmla="*/ 233469 w 1029389"/>
                <a:gd name="connsiteY6" fmla="*/ 1825663 h 1825663"/>
                <a:gd name="connsiteX7" fmla="*/ 72613 w 1029389"/>
                <a:gd name="connsiteY7" fmla="*/ 1825663 h 1825663"/>
                <a:gd name="connsiteX8" fmla="*/ 251130 w 1029389"/>
                <a:gd name="connsiteY8" fmla="*/ 684217 h 1825663"/>
                <a:gd name="connsiteX0" fmla="*/ 219539 w 997798"/>
                <a:gd name="connsiteY0" fmla="*/ 684217 h 1825663"/>
                <a:gd name="connsiteX1" fmla="*/ 99011 w 997798"/>
                <a:gd name="connsiteY1" fmla="*/ 454011 h 1825663"/>
                <a:gd name="connsiteX2" fmla="*/ 104923 w 997798"/>
                <a:gd name="connsiteY2" fmla="*/ 142389 h 1825663"/>
                <a:gd name="connsiteX3" fmla="*/ 482566 w 997798"/>
                <a:gd name="connsiteY3" fmla="*/ 93527 h 1825663"/>
                <a:gd name="connsiteX4" fmla="*/ 879365 w 997798"/>
                <a:gd name="connsiteY4" fmla="*/ 390583 h 1825663"/>
                <a:gd name="connsiteX5" fmla="*/ 348984 w 997798"/>
                <a:gd name="connsiteY5" fmla="*/ 675548 h 1825663"/>
                <a:gd name="connsiteX6" fmla="*/ 201878 w 997798"/>
                <a:gd name="connsiteY6" fmla="*/ 1825663 h 1825663"/>
                <a:gd name="connsiteX7" fmla="*/ 41022 w 997798"/>
                <a:gd name="connsiteY7" fmla="*/ 1825663 h 1825663"/>
                <a:gd name="connsiteX8" fmla="*/ 219539 w 997798"/>
                <a:gd name="connsiteY8" fmla="*/ 684217 h 1825663"/>
                <a:gd name="connsiteX0" fmla="*/ 178517 w 956776"/>
                <a:gd name="connsiteY0" fmla="*/ 680256 h 1821702"/>
                <a:gd name="connsiteX1" fmla="*/ 57989 w 956776"/>
                <a:gd name="connsiteY1" fmla="*/ 450050 h 1821702"/>
                <a:gd name="connsiteX2" fmla="*/ 441544 w 956776"/>
                <a:gd name="connsiteY2" fmla="*/ 89566 h 1821702"/>
                <a:gd name="connsiteX3" fmla="*/ 838343 w 956776"/>
                <a:gd name="connsiteY3" fmla="*/ 386622 h 1821702"/>
                <a:gd name="connsiteX4" fmla="*/ 307962 w 956776"/>
                <a:gd name="connsiteY4" fmla="*/ 671587 h 1821702"/>
                <a:gd name="connsiteX5" fmla="*/ 160856 w 956776"/>
                <a:gd name="connsiteY5" fmla="*/ 1821702 h 1821702"/>
                <a:gd name="connsiteX6" fmla="*/ 0 w 956776"/>
                <a:gd name="connsiteY6" fmla="*/ 1821702 h 1821702"/>
                <a:gd name="connsiteX7" fmla="*/ 178517 w 956776"/>
                <a:gd name="connsiteY7" fmla="*/ 680256 h 1821702"/>
                <a:gd name="connsiteX0" fmla="*/ 178517 w 956776"/>
                <a:gd name="connsiteY0" fmla="*/ 680256 h 1821702"/>
                <a:gd name="connsiteX1" fmla="*/ 57989 w 956776"/>
                <a:gd name="connsiteY1" fmla="*/ 450050 h 1821702"/>
                <a:gd name="connsiteX2" fmla="*/ 441544 w 956776"/>
                <a:gd name="connsiteY2" fmla="*/ 89566 h 1821702"/>
                <a:gd name="connsiteX3" fmla="*/ 838343 w 956776"/>
                <a:gd name="connsiteY3" fmla="*/ 386622 h 1821702"/>
                <a:gd name="connsiteX4" fmla="*/ 307962 w 956776"/>
                <a:gd name="connsiteY4" fmla="*/ 671587 h 1821702"/>
                <a:gd name="connsiteX5" fmla="*/ 160856 w 956776"/>
                <a:gd name="connsiteY5" fmla="*/ 1821702 h 1821702"/>
                <a:gd name="connsiteX6" fmla="*/ 0 w 956776"/>
                <a:gd name="connsiteY6" fmla="*/ 1821702 h 1821702"/>
                <a:gd name="connsiteX7" fmla="*/ 178517 w 956776"/>
                <a:gd name="connsiteY7" fmla="*/ 680256 h 1821702"/>
                <a:gd name="connsiteX0" fmla="*/ 178517 w 956776"/>
                <a:gd name="connsiteY0" fmla="*/ 680256 h 1821702"/>
                <a:gd name="connsiteX1" fmla="*/ 57989 w 956776"/>
                <a:gd name="connsiteY1" fmla="*/ 450050 h 1821702"/>
                <a:gd name="connsiteX2" fmla="*/ 441544 w 956776"/>
                <a:gd name="connsiteY2" fmla="*/ 89566 h 1821702"/>
                <a:gd name="connsiteX3" fmla="*/ 838343 w 956776"/>
                <a:gd name="connsiteY3" fmla="*/ 386622 h 1821702"/>
                <a:gd name="connsiteX4" fmla="*/ 307962 w 956776"/>
                <a:gd name="connsiteY4" fmla="*/ 671587 h 1821702"/>
                <a:gd name="connsiteX5" fmla="*/ 160856 w 956776"/>
                <a:gd name="connsiteY5" fmla="*/ 1821702 h 1821702"/>
                <a:gd name="connsiteX6" fmla="*/ 0 w 956776"/>
                <a:gd name="connsiteY6" fmla="*/ 1821702 h 1821702"/>
                <a:gd name="connsiteX7" fmla="*/ 178517 w 956776"/>
                <a:gd name="connsiteY7" fmla="*/ 680256 h 1821702"/>
                <a:gd name="connsiteX0" fmla="*/ 247374 w 956776"/>
                <a:gd name="connsiteY0" fmla="*/ 624429 h 1821702"/>
                <a:gd name="connsiteX1" fmla="*/ 57989 w 956776"/>
                <a:gd name="connsiteY1" fmla="*/ 450050 h 1821702"/>
                <a:gd name="connsiteX2" fmla="*/ 441544 w 956776"/>
                <a:gd name="connsiteY2" fmla="*/ 89566 h 1821702"/>
                <a:gd name="connsiteX3" fmla="*/ 838343 w 956776"/>
                <a:gd name="connsiteY3" fmla="*/ 386622 h 1821702"/>
                <a:gd name="connsiteX4" fmla="*/ 307962 w 956776"/>
                <a:gd name="connsiteY4" fmla="*/ 671587 h 1821702"/>
                <a:gd name="connsiteX5" fmla="*/ 160856 w 956776"/>
                <a:gd name="connsiteY5" fmla="*/ 1821702 h 1821702"/>
                <a:gd name="connsiteX6" fmla="*/ 0 w 956776"/>
                <a:gd name="connsiteY6" fmla="*/ 1821702 h 1821702"/>
                <a:gd name="connsiteX7" fmla="*/ 247374 w 956776"/>
                <a:gd name="connsiteY7" fmla="*/ 624429 h 1821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56776" h="1821702">
                  <a:moveTo>
                    <a:pt x="247374" y="624429"/>
                  </a:moveTo>
                  <a:cubicBezTo>
                    <a:pt x="50112" y="524187"/>
                    <a:pt x="30137" y="453524"/>
                    <a:pt x="57989" y="450050"/>
                  </a:cubicBezTo>
                  <a:cubicBezTo>
                    <a:pt x="-96302" y="62759"/>
                    <a:pt x="290500" y="51303"/>
                    <a:pt x="441544" y="89566"/>
                  </a:cubicBezTo>
                  <a:cubicBezTo>
                    <a:pt x="581082" y="-96152"/>
                    <a:pt x="1216297" y="8893"/>
                    <a:pt x="838343" y="386622"/>
                  </a:cubicBezTo>
                  <a:cubicBezTo>
                    <a:pt x="826272" y="509955"/>
                    <a:pt x="810218" y="613600"/>
                    <a:pt x="307962" y="671587"/>
                  </a:cubicBezTo>
                  <a:lnTo>
                    <a:pt x="160856" y="1821702"/>
                  </a:lnTo>
                  <a:lnTo>
                    <a:pt x="0" y="1821702"/>
                  </a:lnTo>
                  <a:lnTo>
                    <a:pt x="247374" y="624429"/>
                  </a:lnTo>
                  <a:close/>
                </a:path>
              </a:pathLst>
            </a:custGeom>
            <a:solidFill>
              <a:srgbClr val="6D9E43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3">
              <a:extLst>
                <a:ext uri="{FF2B5EF4-FFF2-40B4-BE49-F238E27FC236}">
                  <a16:creationId xmlns:a16="http://schemas.microsoft.com/office/drawing/2014/main" id="{A62E0B4C-9D4F-4B1F-CFC3-071B2F19CA8D}"/>
                </a:ext>
              </a:extLst>
            </p:cNvPr>
            <p:cNvSpPr/>
            <p:nvPr/>
          </p:nvSpPr>
          <p:spPr>
            <a:xfrm rot="20464866">
              <a:off x="4899605" y="982908"/>
              <a:ext cx="710194" cy="2395202"/>
            </a:xfrm>
            <a:custGeom>
              <a:avLst/>
              <a:gdLst>
                <a:gd name="connsiteX0" fmla="*/ 0 w 160856"/>
                <a:gd name="connsiteY0" fmla="*/ 0 h 1001486"/>
                <a:gd name="connsiteX1" fmla="*/ 160856 w 160856"/>
                <a:gd name="connsiteY1" fmla="*/ 0 h 1001486"/>
                <a:gd name="connsiteX2" fmla="*/ 160856 w 160856"/>
                <a:gd name="connsiteY2" fmla="*/ 1001486 h 1001486"/>
                <a:gd name="connsiteX3" fmla="*/ 0 w 160856"/>
                <a:gd name="connsiteY3" fmla="*/ 1001486 h 1001486"/>
                <a:gd name="connsiteX4" fmla="*/ 0 w 160856"/>
                <a:gd name="connsiteY4" fmla="*/ 0 h 1001486"/>
                <a:gd name="connsiteX0" fmla="*/ 83678 w 244534"/>
                <a:gd name="connsiteY0" fmla="*/ 308163 h 1309649"/>
                <a:gd name="connsiteX1" fmla="*/ 3793 w 244534"/>
                <a:gd name="connsiteY1" fmla="*/ 0 h 1309649"/>
                <a:gd name="connsiteX2" fmla="*/ 244534 w 244534"/>
                <a:gd name="connsiteY2" fmla="*/ 308163 h 1309649"/>
                <a:gd name="connsiteX3" fmla="*/ 244534 w 244534"/>
                <a:gd name="connsiteY3" fmla="*/ 1309649 h 1309649"/>
                <a:gd name="connsiteX4" fmla="*/ 83678 w 244534"/>
                <a:gd name="connsiteY4" fmla="*/ 1309649 h 1309649"/>
                <a:gd name="connsiteX5" fmla="*/ 83678 w 244534"/>
                <a:gd name="connsiteY5" fmla="*/ 308163 h 1309649"/>
                <a:gd name="connsiteX0" fmla="*/ 83678 w 468019"/>
                <a:gd name="connsiteY0" fmla="*/ 309973 h 1311459"/>
                <a:gd name="connsiteX1" fmla="*/ 3793 w 468019"/>
                <a:gd name="connsiteY1" fmla="*/ 1810 h 1311459"/>
                <a:gd name="connsiteX2" fmla="*/ 468019 w 468019"/>
                <a:gd name="connsiteY2" fmla="*/ 20273 h 1311459"/>
                <a:gd name="connsiteX3" fmla="*/ 244534 w 468019"/>
                <a:gd name="connsiteY3" fmla="*/ 309973 h 1311459"/>
                <a:gd name="connsiteX4" fmla="*/ 244534 w 468019"/>
                <a:gd name="connsiteY4" fmla="*/ 1311459 h 1311459"/>
                <a:gd name="connsiteX5" fmla="*/ 83678 w 468019"/>
                <a:gd name="connsiteY5" fmla="*/ 1311459 h 1311459"/>
                <a:gd name="connsiteX6" fmla="*/ 83678 w 468019"/>
                <a:gd name="connsiteY6" fmla="*/ 309973 h 1311459"/>
                <a:gd name="connsiteX0" fmla="*/ 83678 w 468019"/>
                <a:gd name="connsiteY0" fmla="*/ 774837 h 1776323"/>
                <a:gd name="connsiteX1" fmla="*/ 3793 w 468019"/>
                <a:gd name="connsiteY1" fmla="*/ 466674 h 1776323"/>
                <a:gd name="connsiteX2" fmla="*/ 406620 w 468019"/>
                <a:gd name="connsiteY2" fmla="*/ 16 h 1776323"/>
                <a:gd name="connsiteX3" fmla="*/ 468019 w 468019"/>
                <a:gd name="connsiteY3" fmla="*/ 485137 h 1776323"/>
                <a:gd name="connsiteX4" fmla="*/ 244534 w 468019"/>
                <a:gd name="connsiteY4" fmla="*/ 774837 h 1776323"/>
                <a:gd name="connsiteX5" fmla="*/ 244534 w 468019"/>
                <a:gd name="connsiteY5" fmla="*/ 1776323 h 1776323"/>
                <a:gd name="connsiteX6" fmla="*/ 83678 w 468019"/>
                <a:gd name="connsiteY6" fmla="*/ 1776323 h 1776323"/>
                <a:gd name="connsiteX7" fmla="*/ 83678 w 468019"/>
                <a:gd name="connsiteY7" fmla="*/ 774837 h 1776323"/>
                <a:gd name="connsiteX0" fmla="*/ 134634 w 518975"/>
                <a:gd name="connsiteY0" fmla="*/ 778166 h 1779652"/>
                <a:gd name="connsiteX1" fmla="*/ 54749 w 518975"/>
                <a:gd name="connsiteY1" fmla="*/ 470003 h 1779652"/>
                <a:gd name="connsiteX2" fmla="*/ 22224 w 518975"/>
                <a:gd name="connsiteY2" fmla="*/ 237316 h 1779652"/>
                <a:gd name="connsiteX3" fmla="*/ 457576 w 518975"/>
                <a:gd name="connsiteY3" fmla="*/ 3345 h 1779652"/>
                <a:gd name="connsiteX4" fmla="*/ 518975 w 518975"/>
                <a:gd name="connsiteY4" fmla="*/ 488466 h 1779652"/>
                <a:gd name="connsiteX5" fmla="*/ 295490 w 518975"/>
                <a:gd name="connsiteY5" fmla="*/ 778166 h 1779652"/>
                <a:gd name="connsiteX6" fmla="*/ 295490 w 518975"/>
                <a:gd name="connsiteY6" fmla="*/ 1779652 h 1779652"/>
                <a:gd name="connsiteX7" fmla="*/ 134634 w 518975"/>
                <a:gd name="connsiteY7" fmla="*/ 1779652 h 1779652"/>
                <a:gd name="connsiteX8" fmla="*/ 134634 w 518975"/>
                <a:gd name="connsiteY8" fmla="*/ 778166 h 1779652"/>
                <a:gd name="connsiteX0" fmla="*/ 134634 w 518975"/>
                <a:gd name="connsiteY0" fmla="*/ 810443 h 1811929"/>
                <a:gd name="connsiteX1" fmla="*/ 54749 w 518975"/>
                <a:gd name="connsiteY1" fmla="*/ 502280 h 1811929"/>
                <a:gd name="connsiteX2" fmla="*/ 22224 w 518975"/>
                <a:gd name="connsiteY2" fmla="*/ 269593 h 1811929"/>
                <a:gd name="connsiteX3" fmla="*/ 457576 w 518975"/>
                <a:gd name="connsiteY3" fmla="*/ 35622 h 1811929"/>
                <a:gd name="connsiteX4" fmla="*/ 518975 w 518975"/>
                <a:gd name="connsiteY4" fmla="*/ 520743 h 1811929"/>
                <a:gd name="connsiteX5" fmla="*/ 295490 w 518975"/>
                <a:gd name="connsiteY5" fmla="*/ 810443 h 1811929"/>
                <a:gd name="connsiteX6" fmla="*/ 295490 w 518975"/>
                <a:gd name="connsiteY6" fmla="*/ 1811929 h 1811929"/>
                <a:gd name="connsiteX7" fmla="*/ 134634 w 518975"/>
                <a:gd name="connsiteY7" fmla="*/ 1811929 h 1811929"/>
                <a:gd name="connsiteX8" fmla="*/ 134634 w 518975"/>
                <a:gd name="connsiteY8" fmla="*/ 810443 h 1811929"/>
                <a:gd name="connsiteX0" fmla="*/ 134634 w 518975"/>
                <a:gd name="connsiteY0" fmla="*/ 854296 h 1855782"/>
                <a:gd name="connsiteX1" fmla="*/ 54749 w 518975"/>
                <a:gd name="connsiteY1" fmla="*/ 546133 h 1855782"/>
                <a:gd name="connsiteX2" fmla="*/ 22224 w 518975"/>
                <a:gd name="connsiteY2" fmla="*/ 313446 h 1855782"/>
                <a:gd name="connsiteX3" fmla="*/ 135357 w 518975"/>
                <a:gd name="connsiteY3" fmla="*/ 21928 h 1855782"/>
                <a:gd name="connsiteX4" fmla="*/ 457576 w 518975"/>
                <a:gd name="connsiteY4" fmla="*/ 79475 h 1855782"/>
                <a:gd name="connsiteX5" fmla="*/ 518975 w 518975"/>
                <a:gd name="connsiteY5" fmla="*/ 564596 h 1855782"/>
                <a:gd name="connsiteX6" fmla="*/ 295490 w 518975"/>
                <a:gd name="connsiteY6" fmla="*/ 854296 h 1855782"/>
                <a:gd name="connsiteX7" fmla="*/ 295490 w 518975"/>
                <a:gd name="connsiteY7" fmla="*/ 1855782 h 1855782"/>
                <a:gd name="connsiteX8" fmla="*/ 134634 w 518975"/>
                <a:gd name="connsiteY8" fmla="*/ 1855782 h 1855782"/>
                <a:gd name="connsiteX9" fmla="*/ 134634 w 518975"/>
                <a:gd name="connsiteY9" fmla="*/ 854296 h 1855782"/>
                <a:gd name="connsiteX0" fmla="*/ 134634 w 518975"/>
                <a:gd name="connsiteY0" fmla="*/ 918472 h 1919958"/>
                <a:gd name="connsiteX1" fmla="*/ 54749 w 518975"/>
                <a:gd name="connsiteY1" fmla="*/ 610309 h 1919958"/>
                <a:gd name="connsiteX2" fmla="*/ 22224 w 518975"/>
                <a:gd name="connsiteY2" fmla="*/ 377622 h 1919958"/>
                <a:gd name="connsiteX3" fmla="*/ 135357 w 518975"/>
                <a:gd name="connsiteY3" fmla="*/ 86104 h 1919958"/>
                <a:gd name="connsiteX4" fmla="*/ 457576 w 518975"/>
                <a:gd name="connsiteY4" fmla="*/ 143651 h 1919958"/>
                <a:gd name="connsiteX5" fmla="*/ 518975 w 518975"/>
                <a:gd name="connsiteY5" fmla="*/ 628772 h 1919958"/>
                <a:gd name="connsiteX6" fmla="*/ 295490 w 518975"/>
                <a:gd name="connsiteY6" fmla="*/ 918472 h 1919958"/>
                <a:gd name="connsiteX7" fmla="*/ 295490 w 518975"/>
                <a:gd name="connsiteY7" fmla="*/ 1919958 h 1919958"/>
                <a:gd name="connsiteX8" fmla="*/ 134634 w 518975"/>
                <a:gd name="connsiteY8" fmla="*/ 1919958 h 1919958"/>
                <a:gd name="connsiteX9" fmla="*/ 134634 w 518975"/>
                <a:gd name="connsiteY9" fmla="*/ 918472 h 1919958"/>
                <a:gd name="connsiteX0" fmla="*/ 134634 w 518975"/>
                <a:gd name="connsiteY0" fmla="*/ 936891 h 1938377"/>
                <a:gd name="connsiteX1" fmla="*/ 54749 w 518975"/>
                <a:gd name="connsiteY1" fmla="*/ 628728 h 1938377"/>
                <a:gd name="connsiteX2" fmla="*/ 22224 w 518975"/>
                <a:gd name="connsiteY2" fmla="*/ 396041 h 1938377"/>
                <a:gd name="connsiteX3" fmla="*/ 135357 w 518975"/>
                <a:gd name="connsiteY3" fmla="*/ 104523 h 1938377"/>
                <a:gd name="connsiteX4" fmla="*/ 457576 w 518975"/>
                <a:gd name="connsiteY4" fmla="*/ 162070 h 1938377"/>
                <a:gd name="connsiteX5" fmla="*/ 518975 w 518975"/>
                <a:gd name="connsiteY5" fmla="*/ 647191 h 1938377"/>
                <a:gd name="connsiteX6" fmla="*/ 295490 w 518975"/>
                <a:gd name="connsiteY6" fmla="*/ 936891 h 1938377"/>
                <a:gd name="connsiteX7" fmla="*/ 295490 w 518975"/>
                <a:gd name="connsiteY7" fmla="*/ 1938377 h 1938377"/>
                <a:gd name="connsiteX8" fmla="*/ 134634 w 518975"/>
                <a:gd name="connsiteY8" fmla="*/ 1938377 h 1938377"/>
                <a:gd name="connsiteX9" fmla="*/ 134634 w 518975"/>
                <a:gd name="connsiteY9" fmla="*/ 936891 h 1938377"/>
                <a:gd name="connsiteX0" fmla="*/ 134634 w 597472"/>
                <a:gd name="connsiteY0" fmla="*/ 936891 h 1938377"/>
                <a:gd name="connsiteX1" fmla="*/ 54749 w 597472"/>
                <a:gd name="connsiteY1" fmla="*/ 628728 h 1938377"/>
                <a:gd name="connsiteX2" fmla="*/ 22224 w 597472"/>
                <a:gd name="connsiteY2" fmla="*/ 396041 h 1938377"/>
                <a:gd name="connsiteX3" fmla="*/ 135357 w 597472"/>
                <a:gd name="connsiteY3" fmla="*/ 104523 h 1938377"/>
                <a:gd name="connsiteX4" fmla="*/ 457576 w 597472"/>
                <a:gd name="connsiteY4" fmla="*/ 162070 h 1938377"/>
                <a:gd name="connsiteX5" fmla="*/ 518975 w 597472"/>
                <a:gd name="connsiteY5" fmla="*/ 647191 h 1938377"/>
                <a:gd name="connsiteX6" fmla="*/ 295490 w 597472"/>
                <a:gd name="connsiteY6" fmla="*/ 936891 h 1938377"/>
                <a:gd name="connsiteX7" fmla="*/ 295490 w 597472"/>
                <a:gd name="connsiteY7" fmla="*/ 1938377 h 1938377"/>
                <a:gd name="connsiteX8" fmla="*/ 134634 w 597472"/>
                <a:gd name="connsiteY8" fmla="*/ 1938377 h 1938377"/>
                <a:gd name="connsiteX9" fmla="*/ 134634 w 597472"/>
                <a:gd name="connsiteY9" fmla="*/ 936891 h 1938377"/>
                <a:gd name="connsiteX0" fmla="*/ 134634 w 597472"/>
                <a:gd name="connsiteY0" fmla="*/ 936891 h 1938377"/>
                <a:gd name="connsiteX1" fmla="*/ 54749 w 597472"/>
                <a:gd name="connsiteY1" fmla="*/ 628728 h 1938377"/>
                <a:gd name="connsiteX2" fmla="*/ 22224 w 597472"/>
                <a:gd name="connsiteY2" fmla="*/ 396041 h 1938377"/>
                <a:gd name="connsiteX3" fmla="*/ 135357 w 597472"/>
                <a:gd name="connsiteY3" fmla="*/ 104523 h 1938377"/>
                <a:gd name="connsiteX4" fmla="*/ 457576 w 597472"/>
                <a:gd name="connsiteY4" fmla="*/ 162070 h 1938377"/>
                <a:gd name="connsiteX5" fmla="*/ 518975 w 597472"/>
                <a:gd name="connsiteY5" fmla="*/ 647191 h 1938377"/>
                <a:gd name="connsiteX6" fmla="*/ 295490 w 597472"/>
                <a:gd name="connsiteY6" fmla="*/ 936891 h 1938377"/>
                <a:gd name="connsiteX7" fmla="*/ 295490 w 597472"/>
                <a:gd name="connsiteY7" fmla="*/ 1938377 h 1938377"/>
                <a:gd name="connsiteX8" fmla="*/ 134634 w 597472"/>
                <a:gd name="connsiteY8" fmla="*/ 1938377 h 1938377"/>
                <a:gd name="connsiteX9" fmla="*/ 134634 w 597472"/>
                <a:gd name="connsiteY9" fmla="*/ 936891 h 1938377"/>
                <a:gd name="connsiteX0" fmla="*/ 134634 w 597472"/>
                <a:gd name="connsiteY0" fmla="*/ 936891 h 1938377"/>
                <a:gd name="connsiteX1" fmla="*/ 54749 w 597472"/>
                <a:gd name="connsiteY1" fmla="*/ 628728 h 1938377"/>
                <a:gd name="connsiteX2" fmla="*/ 22224 w 597472"/>
                <a:gd name="connsiteY2" fmla="*/ 396041 h 1938377"/>
                <a:gd name="connsiteX3" fmla="*/ 135357 w 597472"/>
                <a:gd name="connsiteY3" fmla="*/ 104523 h 1938377"/>
                <a:gd name="connsiteX4" fmla="*/ 457576 w 597472"/>
                <a:gd name="connsiteY4" fmla="*/ 162070 h 1938377"/>
                <a:gd name="connsiteX5" fmla="*/ 518975 w 597472"/>
                <a:gd name="connsiteY5" fmla="*/ 647191 h 1938377"/>
                <a:gd name="connsiteX6" fmla="*/ 295490 w 597472"/>
                <a:gd name="connsiteY6" fmla="*/ 936891 h 1938377"/>
                <a:gd name="connsiteX7" fmla="*/ 295490 w 597472"/>
                <a:gd name="connsiteY7" fmla="*/ 1938377 h 1938377"/>
                <a:gd name="connsiteX8" fmla="*/ 134634 w 597472"/>
                <a:gd name="connsiteY8" fmla="*/ 1938377 h 1938377"/>
                <a:gd name="connsiteX9" fmla="*/ 134634 w 597472"/>
                <a:gd name="connsiteY9" fmla="*/ 936891 h 1938377"/>
                <a:gd name="connsiteX0" fmla="*/ 134634 w 597472"/>
                <a:gd name="connsiteY0" fmla="*/ 936891 h 1938377"/>
                <a:gd name="connsiteX1" fmla="*/ 54749 w 597472"/>
                <a:gd name="connsiteY1" fmla="*/ 628728 h 1938377"/>
                <a:gd name="connsiteX2" fmla="*/ 22224 w 597472"/>
                <a:gd name="connsiteY2" fmla="*/ 396041 h 1938377"/>
                <a:gd name="connsiteX3" fmla="*/ 135357 w 597472"/>
                <a:gd name="connsiteY3" fmla="*/ 104523 h 1938377"/>
                <a:gd name="connsiteX4" fmla="*/ 457576 w 597472"/>
                <a:gd name="connsiteY4" fmla="*/ 162070 h 1938377"/>
                <a:gd name="connsiteX5" fmla="*/ 518975 w 597472"/>
                <a:gd name="connsiteY5" fmla="*/ 647191 h 1938377"/>
                <a:gd name="connsiteX6" fmla="*/ 295490 w 597472"/>
                <a:gd name="connsiteY6" fmla="*/ 936891 h 1938377"/>
                <a:gd name="connsiteX7" fmla="*/ 295490 w 597472"/>
                <a:gd name="connsiteY7" fmla="*/ 1938377 h 1938377"/>
                <a:gd name="connsiteX8" fmla="*/ 134634 w 597472"/>
                <a:gd name="connsiteY8" fmla="*/ 1938377 h 1938377"/>
                <a:gd name="connsiteX9" fmla="*/ 134634 w 597472"/>
                <a:gd name="connsiteY9" fmla="*/ 936891 h 1938377"/>
                <a:gd name="connsiteX0" fmla="*/ 134634 w 816875"/>
                <a:gd name="connsiteY0" fmla="*/ 912396 h 1913882"/>
                <a:gd name="connsiteX1" fmla="*/ 54749 w 816875"/>
                <a:gd name="connsiteY1" fmla="*/ 604233 h 1913882"/>
                <a:gd name="connsiteX2" fmla="*/ 22224 w 816875"/>
                <a:gd name="connsiteY2" fmla="*/ 371546 h 1913882"/>
                <a:gd name="connsiteX3" fmla="*/ 135357 w 816875"/>
                <a:gd name="connsiteY3" fmla="*/ 80028 h 1913882"/>
                <a:gd name="connsiteX4" fmla="*/ 732479 w 816875"/>
                <a:gd name="connsiteY4" fmla="*/ 222879 h 1913882"/>
                <a:gd name="connsiteX5" fmla="*/ 518975 w 816875"/>
                <a:gd name="connsiteY5" fmla="*/ 622696 h 1913882"/>
                <a:gd name="connsiteX6" fmla="*/ 295490 w 816875"/>
                <a:gd name="connsiteY6" fmla="*/ 912396 h 1913882"/>
                <a:gd name="connsiteX7" fmla="*/ 295490 w 816875"/>
                <a:gd name="connsiteY7" fmla="*/ 1913882 h 1913882"/>
                <a:gd name="connsiteX8" fmla="*/ 134634 w 816875"/>
                <a:gd name="connsiteY8" fmla="*/ 1913882 h 1913882"/>
                <a:gd name="connsiteX9" fmla="*/ 134634 w 816875"/>
                <a:gd name="connsiteY9" fmla="*/ 912396 h 1913882"/>
                <a:gd name="connsiteX0" fmla="*/ 134634 w 833593"/>
                <a:gd name="connsiteY0" fmla="*/ 912396 h 1913882"/>
                <a:gd name="connsiteX1" fmla="*/ 54749 w 833593"/>
                <a:gd name="connsiteY1" fmla="*/ 604233 h 1913882"/>
                <a:gd name="connsiteX2" fmla="*/ 22224 w 833593"/>
                <a:gd name="connsiteY2" fmla="*/ 371546 h 1913882"/>
                <a:gd name="connsiteX3" fmla="*/ 135357 w 833593"/>
                <a:gd name="connsiteY3" fmla="*/ 80028 h 1913882"/>
                <a:gd name="connsiteX4" fmla="*/ 732479 w 833593"/>
                <a:gd name="connsiteY4" fmla="*/ 222879 h 1913882"/>
                <a:gd name="connsiteX5" fmla="*/ 633181 w 833593"/>
                <a:gd name="connsiteY5" fmla="*/ 629094 h 1913882"/>
                <a:gd name="connsiteX6" fmla="*/ 295490 w 833593"/>
                <a:gd name="connsiteY6" fmla="*/ 912396 h 1913882"/>
                <a:gd name="connsiteX7" fmla="*/ 295490 w 833593"/>
                <a:gd name="connsiteY7" fmla="*/ 1913882 h 1913882"/>
                <a:gd name="connsiteX8" fmla="*/ 134634 w 833593"/>
                <a:gd name="connsiteY8" fmla="*/ 1913882 h 1913882"/>
                <a:gd name="connsiteX9" fmla="*/ 134634 w 833593"/>
                <a:gd name="connsiteY9" fmla="*/ 912396 h 1913882"/>
                <a:gd name="connsiteX0" fmla="*/ 134634 w 833593"/>
                <a:gd name="connsiteY0" fmla="*/ 912396 h 1913882"/>
                <a:gd name="connsiteX1" fmla="*/ 54749 w 833593"/>
                <a:gd name="connsiteY1" fmla="*/ 604233 h 1913882"/>
                <a:gd name="connsiteX2" fmla="*/ 22224 w 833593"/>
                <a:gd name="connsiteY2" fmla="*/ 371546 h 1913882"/>
                <a:gd name="connsiteX3" fmla="*/ 135357 w 833593"/>
                <a:gd name="connsiteY3" fmla="*/ 80028 h 1913882"/>
                <a:gd name="connsiteX4" fmla="*/ 732479 w 833593"/>
                <a:gd name="connsiteY4" fmla="*/ 222879 h 1913882"/>
                <a:gd name="connsiteX5" fmla="*/ 633181 w 833593"/>
                <a:gd name="connsiteY5" fmla="*/ 629094 h 1913882"/>
                <a:gd name="connsiteX6" fmla="*/ 389221 w 833593"/>
                <a:gd name="connsiteY6" fmla="*/ 927139 h 1913882"/>
                <a:gd name="connsiteX7" fmla="*/ 295490 w 833593"/>
                <a:gd name="connsiteY7" fmla="*/ 1913882 h 1913882"/>
                <a:gd name="connsiteX8" fmla="*/ 134634 w 833593"/>
                <a:gd name="connsiteY8" fmla="*/ 1913882 h 1913882"/>
                <a:gd name="connsiteX9" fmla="*/ 134634 w 833593"/>
                <a:gd name="connsiteY9" fmla="*/ 912396 h 1913882"/>
                <a:gd name="connsiteX0" fmla="*/ 247268 w 833593"/>
                <a:gd name="connsiteY0" fmla="*/ 929061 h 1913882"/>
                <a:gd name="connsiteX1" fmla="*/ 54749 w 833593"/>
                <a:gd name="connsiteY1" fmla="*/ 604233 h 1913882"/>
                <a:gd name="connsiteX2" fmla="*/ 22224 w 833593"/>
                <a:gd name="connsiteY2" fmla="*/ 371546 h 1913882"/>
                <a:gd name="connsiteX3" fmla="*/ 135357 w 833593"/>
                <a:gd name="connsiteY3" fmla="*/ 80028 h 1913882"/>
                <a:gd name="connsiteX4" fmla="*/ 732479 w 833593"/>
                <a:gd name="connsiteY4" fmla="*/ 222879 h 1913882"/>
                <a:gd name="connsiteX5" fmla="*/ 633181 w 833593"/>
                <a:gd name="connsiteY5" fmla="*/ 629094 h 1913882"/>
                <a:gd name="connsiteX6" fmla="*/ 389221 w 833593"/>
                <a:gd name="connsiteY6" fmla="*/ 927139 h 1913882"/>
                <a:gd name="connsiteX7" fmla="*/ 295490 w 833593"/>
                <a:gd name="connsiteY7" fmla="*/ 1913882 h 1913882"/>
                <a:gd name="connsiteX8" fmla="*/ 134634 w 833593"/>
                <a:gd name="connsiteY8" fmla="*/ 1913882 h 1913882"/>
                <a:gd name="connsiteX9" fmla="*/ 247268 w 833593"/>
                <a:gd name="connsiteY9" fmla="*/ 929061 h 1913882"/>
                <a:gd name="connsiteX0" fmla="*/ 247268 w 833593"/>
                <a:gd name="connsiteY0" fmla="*/ 916865 h 1901686"/>
                <a:gd name="connsiteX1" fmla="*/ 54749 w 833593"/>
                <a:gd name="connsiteY1" fmla="*/ 592037 h 1901686"/>
                <a:gd name="connsiteX2" fmla="*/ 22224 w 833593"/>
                <a:gd name="connsiteY2" fmla="*/ 359350 h 1901686"/>
                <a:gd name="connsiteX3" fmla="*/ 292886 w 833593"/>
                <a:gd name="connsiteY3" fmla="*/ 83847 h 1901686"/>
                <a:gd name="connsiteX4" fmla="*/ 732479 w 833593"/>
                <a:gd name="connsiteY4" fmla="*/ 210683 h 1901686"/>
                <a:gd name="connsiteX5" fmla="*/ 633181 w 833593"/>
                <a:gd name="connsiteY5" fmla="*/ 616898 h 1901686"/>
                <a:gd name="connsiteX6" fmla="*/ 389221 w 833593"/>
                <a:gd name="connsiteY6" fmla="*/ 914943 h 1901686"/>
                <a:gd name="connsiteX7" fmla="*/ 295490 w 833593"/>
                <a:gd name="connsiteY7" fmla="*/ 1901686 h 1901686"/>
                <a:gd name="connsiteX8" fmla="*/ 134634 w 833593"/>
                <a:gd name="connsiteY8" fmla="*/ 1901686 h 1901686"/>
                <a:gd name="connsiteX9" fmla="*/ 247268 w 833593"/>
                <a:gd name="connsiteY9" fmla="*/ 916865 h 1901686"/>
                <a:gd name="connsiteX0" fmla="*/ 247268 w 833593"/>
                <a:gd name="connsiteY0" fmla="*/ 968486 h 1953307"/>
                <a:gd name="connsiteX1" fmla="*/ 54749 w 833593"/>
                <a:gd name="connsiteY1" fmla="*/ 643658 h 1953307"/>
                <a:gd name="connsiteX2" fmla="*/ 22224 w 833593"/>
                <a:gd name="connsiteY2" fmla="*/ 410971 h 1953307"/>
                <a:gd name="connsiteX3" fmla="*/ 520490 w 833593"/>
                <a:gd name="connsiteY3" fmla="*/ 69967 h 1953307"/>
                <a:gd name="connsiteX4" fmla="*/ 732479 w 833593"/>
                <a:gd name="connsiteY4" fmla="*/ 262304 h 1953307"/>
                <a:gd name="connsiteX5" fmla="*/ 633181 w 833593"/>
                <a:gd name="connsiteY5" fmla="*/ 668519 h 1953307"/>
                <a:gd name="connsiteX6" fmla="*/ 389221 w 833593"/>
                <a:gd name="connsiteY6" fmla="*/ 966564 h 1953307"/>
                <a:gd name="connsiteX7" fmla="*/ 295490 w 833593"/>
                <a:gd name="connsiteY7" fmla="*/ 1953307 h 1953307"/>
                <a:gd name="connsiteX8" fmla="*/ 134634 w 833593"/>
                <a:gd name="connsiteY8" fmla="*/ 1953307 h 1953307"/>
                <a:gd name="connsiteX9" fmla="*/ 247268 w 833593"/>
                <a:gd name="connsiteY9" fmla="*/ 968486 h 1953307"/>
                <a:gd name="connsiteX0" fmla="*/ 247268 w 833593"/>
                <a:gd name="connsiteY0" fmla="*/ 968486 h 1953307"/>
                <a:gd name="connsiteX1" fmla="*/ 54749 w 833593"/>
                <a:gd name="connsiteY1" fmla="*/ 643658 h 1953307"/>
                <a:gd name="connsiteX2" fmla="*/ 22224 w 833593"/>
                <a:gd name="connsiteY2" fmla="*/ 410971 h 1953307"/>
                <a:gd name="connsiteX3" fmla="*/ 520490 w 833593"/>
                <a:gd name="connsiteY3" fmla="*/ 69967 h 1953307"/>
                <a:gd name="connsiteX4" fmla="*/ 732479 w 833593"/>
                <a:gd name="connsiteY4" fmla="*/ 262304 h 1953307"/>
                <a:gd name="connsiteX5" fmla="*/ 633181 w 833593"/>
                <a:gd name="connsiteY5" fmla="*/ 668519 h 1953307"/>
                <a:gd name="connsiteX6" fmla="*/ 389221 w 833593"/>
                <a:gd name="connsiteY6" fmla="*/ 966564 h 1953307"/>
                <a:gd name="connsiteX7" fmla="*/ 295490 w 833593"/>
                <a:gd name="connsiteY7" fmla="*/ 1953307 h 1953307"/>
                <a:gd name="connsiteX8" fmla="*/ 134634 w 833593"/>
                <a:gd name="connsiteY8" fmla="*/ 1953307 h 1953307"/>
                <a:gd name="connsiteX9" fmla="*/ 247268 w 833593"/>
                <a:gd name="connsiteY9" fmla="*/ 968486 h 1953307"/>
                <a:gd name="connsiteX0" fmla="*/ 202193 w 788518"/>
                <a:gd name="connsiteY0" fmla="*/ 968486 h 1953307"/>
                <a:gd name="connsiteX1" fmla="*/ 9674 w 788518"/>
                <a:gd name="connsiteY1" fmla="*/ 643658 h 1953307"/>
                <a:gd name="connsiteX2" fmla="*/ 156714 w 788518"/>
                <a:gd name="connsiteY2" fmla="*/ 366657 h 1953307"/>
                <a:gd name="connsiteX3" fmla="*/ 475415 w 788518"/>
                <a:gd name="connsiteY3" fmla="*/ 69967 h 1953307"/>
                <a:gd name="connsiteX4" fmla="*/ 687404 w 788518"/>
                <a:gd name="connsiteY4" fmla="*/ 262304 h 1953307"/>
                <a:gd name="connsiteX5" fmla="*/ 588106 w 788518"/>
                <a:gd name="connsiteY5" fmla="*/ 668519 h 1953307"/>
                <a:gd name="connsiteX6" fmla="*/ 344146 w 788518"/>
                <a:gd name="connsiteY6" fmla="*/ 966564 h 1953307"/>
                <a:gd name="connsiteX7" fmla="*/ 250415 w 788518"/>
                <a:gd name="connsiteY7" fmla="*/ 1953307 h 1953307"/>
                <a:gd name="connsiteX8" fmla="*/ 89559 w 788518"/>
                <a:gd name="connsiteY8" fmla="*/ 1953307 h 1953307"/>
                <a:gd name="connsiteX9" fmla="*/ 202193 w 788518"/>
                <a:gd name="connsiteY9" fmla="*/ 968486 h 1953307"/>
                <a:gd name="connsiteX0" fmla="*/ 202193 w 788518"/>
                <a:gd name="connsiteY0" fmla="*/ 968486 h 1953307"/>
                <a:gd name="connsiteX1" fmla="*/ 9674 w 788518"/>
                <a:gd name="connsiteY1" fmla="*/ 643658 h 1953307"/>
                <a:gd name="connsiteX2" fmla="*/ 156714 w 788518"/>
                <a:gd name="connsiteY2" fmla="*/ 366657 h 1953307"/>
                <a:gd name="connsiteX3" fmla="*/ 475415 w 788518"/>
                <a:gd name="connsiteY3" fmla="*/ 69967 h 1953307"/>
                <a:gd name="connsiteX4" fmla="*/ 687404 w 788518"/>
                <a:gd name="connsiteY4" fmla="*/ 262304 h 1953307"/>
                <a:gd name="connsiteX5" fmla="*/ 588106 w 788518"/>
                <a:gd name="connsiteY5" fmla="*/ 668519 h 1953307"/>
                <a:gd name="connsiteX6" fmla="*/ 344146 w 788518"/>
                <a:gd name="connsiteY6" fmla="*/ 966564 h 1953307"/>
                <a:gd name="connsiteX7" fmla="*/ 250415 w 788518"/>
                <a:gd name="connsiteY7" fmla="*/ 1953307 h 1953307"/>
                <a:gd name="connsiteX8" fmla="*/ 89559 w 788518"/>
                <a:gd name="connsiteY8" fmla="*/ 1953307 h 1953307"/>
                <a:gd name="connsiteX9" fmla="*/ 202193 w 788518"/>
                <a:gd name="connsiteY9" fmla="*/ 968486 h 1953307"/>
                <a:gd name="connsiteX0" fmla="*/ 202193 w 788518"/>
                <a:gd name="connsiteY0" fmla="*/ 968486 h 1953307"/>
                <a:gd name="connsiteX1" fmla="*/ 9674 w 788518"/>
                <a:gd name="connsiteY1" fmla="*/ 643658 h 1953307"/>
                <a:gd name="connsiteX2" fmla="*/ 153460 w 788518"/>
                <a:gd name="connsiteY2" fmla="*/ 270033 h 1953307"/>
                <a:gd name="connsiteX3" fmla="*/ 475415 w 788518"/>
                <a:gd name="connsiteY3" fmla="*/ 69967 h 1953307"/>
                <a:gd name="connsiteX4" fmla="*/ 687404 w 788518"/>
                <a:gd name="connsiteY4" fmla="*/ 262304 h 1953307"/>
                <a:gd name="connsiteX5" fmla="*/ 588106 w 788518"/>
                <a:gd name="connsiteY5" fmla="*/ 668519 h 1953307"/>
                <a:gd name="connsiteX6" fmla="*/ 344146 w 788518"/>
                <a:gd name="connsiteY6" fmla="*/ 966564 h 1953307"/>
                <a:gd name="connsiteX7" fmla="*/ 250415 w 788518"/>
                <a:gd name="connsiteY7" fmla="*/ 1953307 h 1953307"/>
                <a:gd name="connsiteX8" fmla="*/ 89559 w 788518"/>
                <a:gd name="connsiteY8" fmla="*/ 1953307 h 1953307"/>
                <a:gd name="connsiteX9" fmla="*/ 202193 w 788518"/>
                <a:gd name="connsiteY9" fmla="*/ 968486 h 1953307"/>
                <a:gd name="connsiteX0" fmla="*/ 202193 w 788518"/>
                <a:gd name="connsiteY0" fmla="*/ 751299 h 1736120"/>
                <a:gd name="connsiteX1" fmla="*/ 9674 w 788518"/>
                <a:gd name="connsiteY1" fmla="*/ 426471 h 1736120"/>
                <a:gd name="connsiteX2" fmla="*/ 153460 w 788518"/>
                <a:gd name="connsiteY2" fmla="*/ 52846 h 1736120"/>
                <a:gd name="connsiteX3" fmla="*/ 687404 w 788518"/>
                <a:gd name="connsiteY3" fmla="*/ 45117 h 1736120"/>
                <a:gd name="connsiteX4" fmla="*/ 588106 w 788518"/>
                <a:gd name="connsiteY4" fmla="*/ 451332 h 1736120"/>
                <a:gd name="connsiteX5" fmla="*/ 344146 w 788518"/>
                <a:gd name="connsiteY5" fmla="*/ 749377 h 1736120"/>
                <a:gd name="connsiteX6" fmla="*/ 250415 w 788518"/>
                <a:gd name="connsiteY6" fmla="*/ 1736120 h 1736120"/>
                <a:gd name="connsiteX7" fmla="*/ 89559 w 788518"/>
                <a:gd name="connsiteY7" fmla="*/ 1736120 h 1736120"/>
                <a:gd name="connsiteX8" fmla="*/ 202193 w 788518"/>
                <a:gd name="connsiteY8" fmla="*/ 751299 h 1736120"/>
                <a:gd name="connsiteX0" fmla="*/ 202193 w 788518"/>
                <a:gd name="connsiteY0" fmla="*/ 905302 h 1890123"/>
                <a:gd name="connsiteX1" fmla="*/ 9674 w 788518"/>
                <a:gd name="connsiteY1" fmla="*/ 580474 h 1890123"/>
                <a:gd name="connsiteX2" fmla="*/ 153460 w 788518"/>
                <a:gd name="connsiteY2" fmla="*/ 206849 h 1890123"/>
                <a:gd name="connsiteX3" fmla="*/ 469945 w 788518"/>
                <a:gd name="connsiteY3" fmla="*/ 9 h 1890123"/>
                <a:gd name="connsiteX4" fmla="*/ 687404 w 788518"/>
                <a:gd name="connsiteY4" fmla="*/ 199120 h 1890123"/>
                <a:gd name="connsiteX5" fmla="*/ 588106 w 788518"/>
                <a:gd name="connsiteY5" fmla="*/ 605335 h 1890123"/>
                <a:gd name="connsiteX6" fmla="*/ 344146 w 788518"/>
                <a:gd name="connsiteY6" fmla="*/ 903380 h 1890123"/>
                <a:gd name="connsiteX7" fmla="*/ 250415 w 788518"/>
                <a:gd name="connsiteY7" fmla="*/ 1890123 h 1890123"/>
                <a:gd name="connsiteX8" fmla="*/ 89559 w 788518"/>
                <a:gd name="connsiteY8" fmla="*/ 1890123 h 1890123"/>
                <a:gd name="connsiteX9" fmla="*/ 202193 w 788518"/>
                <a:gd name="connsiteY9" fmla="*/ 905302 h 1890123"/>
                <a:gd name="connsiteX0" fmla="*/ 202193 w 788518"/>
                <a:gd name="connsiteY0" fmla="*/ 963564 h 1948385"/>
                <a:gd name="connsiteX1" fmla="*/ 9674 w 788518"/>
                <a:gd name="connsiteY1" fmla="*/ 638736 h 1948385"/>
                <a:gd name="connsiteX2" fmla="*/ 153460 w 788518"/>
                <a:gd name="connsiteY2" fmla="*/ 265111 h 1948385"/>
                <a:gd name="connsiteX3" fmla="*/ 469945 w 788518"/>
                <a:gd name="connsiteY3" fmla="*/ 58271 h 1948385"/>
                <a:gd name="connsiteX4" fmla="*/ 687404 w 788518"/>
                <a:gd name="connsiteY4" fmla="*/ 257382 h 1948385"/>
                <a:gd name="connsiteX5" fmla="*/ 588106 w 788518"/>
                <a:gd name="connsiteY5" fmla="*/ 663597 h 1948385"/>
                <a:gd name="connsiteX6" fmla="*/ 344146 w 788518"/>
                <a:gd name="connsiteY6" fmla="*/ 961642 h 1948385"/>
                <a:gd name="connsiteX7" fmla="*/ 250415 w 788518"/>
                <a:gd name="connsiteY7" fmla="*/ 1948385 h 1948385"/>
                <a:gd name="connsiteX8" fmla="*/ 89559 w 788518"/>
                <a:gd name="connsiteY8" fmla="*/ 1948385 h 1948385"/>
                <a:gd name="connsiteX9" fmla="*/ 202193 w 788518"/>
                <a:gd name="connsiteY9" fmla="*/ 963564 h 1948385"/>
                <a:gd name="connsiteX0" fmla="*/ 202193 w 788518"/>
                <a:gd name="connsiteY0" fmla="*/ 966815 h 1951636"/>
                <a:gd name="connsiteX1" fmla="*/ 9674 w 788518"/>
                <a:gd name="connsiteY1" fmla="*/ 641987 h 1951636"/>
                <a:gd name="connsiteX2" fmla="*/ 153460 w 788518"/>
                <a:gd name="connsiteY2" fmla="*/ 268362 h 1951636"/>
                <a:gd name="connsiteX3" fmla="*/ 469945 w 788518"/>
                <a:gd name="connsiteY3" fmla="*/ 61522 h 1951636"/>
                <a:gd name="connsiteX4" fmla="*/ 687404 w 788518"/>
                <a:gd name="connsiteY4" fmla="*/ 260633 h 1951636"/>
                <a:gd name="connsiteX5" fmla="*/ 588106 w 788518"/>
                <a:gd name="connsiteY5" fmla="*/ 666848 h 1951636"/>
                <a:gd name="connsiteX6" fmla="*/ 344146 w 788518"/>
                <a:gd name="connsiteY6" fmla="*/ 964893 h 1951636"/>
                <a:gd name="connsiteX7" fmla="*/ 250415 w 788518"/>
                <a:gd name="connsiteY7" fmla="*/ 1951636 h 1951636"/>
                <a:gd name="connsiteX8" fmla="*/ 89559 w 788518"/>
                <a:gd name="connsiteY8" fmla="*/ 1951636 h 1951636"/>
                <a:gd name="connsiteX9" fmla="*/ 202193 w 788518"/>
                <a:gd name="connsiteY9" fmla="*/ 966815 h 1951636"/>
                <a:gd name="connsiteX0" fmla="*/ 151999 w 738324"/>
                <a:gd name="connsiteY0" fmla="*/ 966815 h 1951636"/>
                <a:gd name="connsiteX1" fmla="*/ 30293 w 738324"/>
                <a:gd name="connsiteY1" fmla="*/ 624333 h 1951636"/>
                <a:gd name="connsiteX2" fmla="*/ 103266 w 738324"/>
                <a:gd name="connsiteY2" fmla="*/ 268362 h 1951636"/>
                <a:gd name="connsiteX3" fmla="*/ 419751 w 738324"/>
                <a:gd name="connsiteY3" fmla="*/ 61522 h 1951636"/>
                <a:gd name="connsiteX4" fmla="*/ 637210 w 738324"/>
                <a:gd name="connsiteY4" fmla="*/ 260633 h 1951636"/>
                <a:gd name="connsiteX5" fmla="*/ 537912 w 738324"/>
                <a:gd name="connsiteY5" fmla="*/ 666848 h 1951636"/>
                <a:gd name="connsiteX6" fmla="*/ 293952 w 738324"/>
                <a:gd name="connsiteY6" fmla="*/ 964893 h 1951636"/>
                <a:gd name="connsiteX7" fmla="*/ 200221 w 738324"/>
                <a:gd name="connsiteY7" fmla="*/ 1951636 h 1951636"/>
                <a:gd name="connsiteX8" fmla="*/ 39365 w 738324"/>
                <a:gd name="connsiteY8" fmla="*/ 1951636 h 1951636"/>
                <a:gd name="connsiteX9" fmla="*/ 151999 w 738324"/>
                <a:gd name="connsiteY9" fmla="*/ 966815 h 1951636"/>
                <a:gd name="connsiteX0" fmla="*/ 185247 w 771572"/>
                <a:gd name="connsiteY0" fmla="*/ 966815 h 1951636"/>
                <a:gd name="connsiteX1" fmla="*/ 63541 w 771572"/>
                <a:gd name="connsiteY1" fmla="*/ 624333 h 1951636"/>
                <a:gd name="connsiteX2" fmla="*/ 136514 w 771572"/>
                <a:gd name="connsiteY2" fmla="*/ 268362 h 1951636"/>
                <a:gd name="connsiteX3" fmla="*/ 452999 w 771572"/>
                <a:gd name="connsiteY3" fmla="*/ 61522 h 1951636"/>
                <a:gd name="connsiteX4" fmla="*/ 670458 w 771572"/>
                <a:gd name="connsiteY4" fmla="*/ 260633 h 1951636"/>
                <a:gd name="connsiteX5" fmla="*/ 571160 w 771572"/>
                <a:gd name="connsiteY5" fmla="*/ 666848 h 1951636"/>
                <a:gd name="connsiteX6" fmla="*/ 327200 w 771572"/>
                <a:gd name="connsiteY6" fmla="*/ 964893 h 1951636"/>
                <a:gd name="connsiteX7" fmla="*/ 233469 w 771572"/>
                <a:gd name="connsiteY7" fmla="*/ 1951636 h 1951636"/>
                <a:gd name="connsiteX8" fmla="*/ 72613 w 771572"/>
                <a:gd name="connsiteY8" fmla="*/ 1951636 h 1951636"/>
                <a:gd name="connsiteX9" fmla="*/ 185247 w 771572"/>
                <a:gd name="connsiteY9" fmla="*/ 966815 h 1951636"/>
                <a:gd name="connsiteX0" fmla="*/ 185247 w 771572"/>
                <a:gd name="connsiteY0" fmla="*/ 966815 h 1951636"/>
                <a:gd name="connsiteX1" fmla="*/ 63541 w 771572"/>
                <a:gd name="connsiteY1" fmla="*/ 624333 h 1951636"/>
                <a:gd name="connsiteX2" fmla="*/ 136514 w 771572"/>
                <a:gd name="connsiteY2" fmla="*/ 268362 h 1951636"/>
                <a:gd name="connsiteX3" fmla="*/ 452999 w 771572"/>
                <a:gd name="connsiteY3" fmla="*/ 61522 h 1951636"/>
                <a:gd name="connsiteX4" fmla="*/ 670458 w 771572"/>
                <a:gd name="connsiteY4" fmla="*/ 260633 h 1951636"/>
                <a:gd name="connsiteX5" fmla="*/ 571160 w 771572"/>
                <a:gd name="connsiteY5" fmla="*/ 666848 h 1951636"/>
                <a:gd name="connsiteX6" fmla="*/ 374932 w 771572"/>
                <a:gd name="connsiteY6" fmla="*/ 958562 h 1951636"/>
                <a:gd name="connsiteX7" fmla="*/ 233469 w 771572"/>
                <a:gd name="connsiteY7" fmla="*/ 1951636 h 1951636"/>
                <a:gd name="connsiteX8" fmla="*/ 72613 w 771572"/>
                <a:gd name="connsiteY8" fmla="*/ 1951636 h 1951636"/>
                <a:gd name="connsiteX9" fmla="*/ 185247 w 771572"/>
                <a:gd name="connsiteY9" fmla="*/ 966815 h 1951636"/>
                <a:gd name="connsiteX0" fmla="*/ 185247 w 771572"/>
                <a:gd name="connsiteY0" fmla="*/ 966815 h 1951636"/>
                <a:gd name="connsiteX1" fmla="*/ 63541 w 771572"/>
                <a:gd name="connsiteY1" fmla="*/ 624333 h 1951636"/>
                <a:gd name="connsiteX2" fmla="*/ 136514 w 771572"/>
                <a:gd name="connsiteY2" fmla="*/ 268362 h 1951636"/>
                <a:gd name="connsiteX3" fmla="*/ 452999 w 771572"/>
                <a:gd name="connsiteY3" fmla="*/ 61522 h 1951636"/>
                <a:gd name="connsiteX4" fmla="*/ 670458 w 771572"/>
                <a:gd name="connsiteY4" fmla="*/ 260633 h 1951636"/>
                <a:gd name="connsiteX5" fmla="*/ 571160 w 771572"/>
                <a:gd name="connsiteY5" fmla="*/ 666848 h 1951636"/>
                <a:gd name="connsiteX6" fmla="*/ 374932 w 771572"/>
                <a:gd name="connsiteY6" fmla="*/ 958562 h 1951636"/>
                <a:gd name="connsiteX7" fmla="*/ 233469 w 771572"/>
                <a:gd name="connsiteY7" fmla="*/ 1951636 h 1951636"/>
                <a:gd name="connsiteX8" fmla="*/ 72613 w 771572"/>
                <a:gd name="connsiteY8" fmla="*/ 1951636 h 1951636"/>
                <a:gd name="connsiteX9" fmla="*/ 185247 w 771572"/>
                <a:gd name="connsiteY9" fmla="*/ 966815 h 1951636"/>
                <a:gd name="connsiteX0" fmla="*/ 185247 w 736927"/>
                <a:gd name="connsiteY0" fmla="*/ 966815 h 1951636"/>
                <a:gd name="connsiteX1" fmla="*/ 63541 w 736927"/>
                <a:gd name="connsiteY1" fmla="*/ 624333 h 1951636"/>
                <a:gd name="connsiteX2" fmla="*/ 136514 w 736927"/>
                <a:gd name="connsiteY2" fmla="*/ 268362 h 1951636"/>
                <a:gd name="connsiteX3" fmla="*/ 452999 w 736927"/>
                <a:gd name="connsiteY3" fmla="*/ 61522 h 1951636"/>
                <a:gd name="connsiteX4" fmla="*/ 670458 w 736927"/>
                <a:gd name="connsiteY4" fmla="*/ 260633 h 1951636"/>
                <a:gd name="connsiteX5" fmla="*/ 571160 w 736927"/>
                <a:gd name="connsiteY5" fmla="*/ 666848 h 1951636"/>
                <a:gd name="connsiteX6" fmla="*/ 374932 w 736927"/>
                <a:gd name="connsiteY6" fmla="*/ 958562 h 1951636"/>
                <a:gd name="connsiteX7" fmla="*/ 233469 w 736927"/>
                <a:gd name="connsiteY7" fmla="*/ 1951636 h 1951636"/>
                <a:gd name="connsiteX8" fmla="*/ 72613 w 736927"/>
                <a:gd name="connsiteY8" fmla="*/ 1951636 h 1951636"/>
                <a:gd name="connsiteX9" fmla="*/ 185247 w 736927"/>
                <a:gd name="connsiteY9" fmla="*/ 966815 h 1951636"/>
                <a:gd name="connsiteX0" fmla="*/ 251130 w 736927"/>
                <a:gd name="connsiteY0" fmla="*/ 810190 h 1951636"/>
                <a:gd name="connsiteX1" fmla="*/ 63541 w 736927"/>
                <a:gd name="connsiteY1" fmla="*/ 624333 h 1951636"/>
                <a:gd name="connsiteX2" fmla="*/ 136514 w 736927"/>
                <a:gd name="connsiteY2" fmla="*/ 268362 h 1951636"/>
                <a:gd name="connsiteX3" fmla="*/ 452999 w 736927"/>
                <a:gd name="connsiteY3" fmla="*/ 61522 h 1951636"/>
                <a:gd name="connsiteX4" fmla="*/ 670458 w 736927"/>
                <a:gd name="connsiteY4" fmla="*/ 260633 h 1951636"/>
                <a:gd name="connsiteX5" fmla="*/ 571160 w 736927"/>
                <a:gd name="connsiteY5" fmla="*/ 666848 h 1951636"/>
                <a:gd name="connsiteX6" fmla="*/ 374932 w 736927"/>
                <a:gd name="connsiteY6" fmla="*/ 958562 h 1951636"/>
                <a:gd name="connsiteX7" fmla="*/ 233469 w 736927"/>
                <a:gd name="connsiteY7" fmla="*/ 1951636 h 1951636"/>
                <a:gd name="connsiteX8" fmla="*/ 72613 w 736927"/>
                <a:gd name="connsiteY8" fmla="*/ 1951636 h 1951636"/>
                <a:gd name="connsiteX9" fmla="*/ 251130 w 736927"/>
                <a:gd name="connsiteY9" fmla="*/ 810190 h 1951636"/>
                <a:gd name="connsiteX0" fmla="*/ 251130 w 736927"/>
                <a:gd name="connsiteY0" fmla="*/ 810190 h 1951636"/>
                <a:gd name="connsiteX1" fmla="*/ 63541 w 736927"/>
                <a:gd name="connsiteY1" fmla="*/ 624333 h 1951636"/>
                <a:gd name="connsiteX2" fmla="*/ 136514 w 736927"/>
                <a:gd name="connsiteY2" fmla="*/ 268362 h 1951636"/>
                <a:gd name="connsiteX3" fmla="*/ 452999 w 736927"/>
                <a:gd name="connsiteY3" fmla="*/ 61522 h 1951636"/>
                <a:gd name="connsiteX4" fmla="*/ 670458 w 736927"/>
                <a:gd name="connsiteY4" fmla="*/ 260633 h 1951636"/>
                <a:gd name="connsiteX5" fmla="*/ 571160 w 736927"/>
                <a:gd name="connsiteY5" fmla="*/ 666848 h 1951636"/>
                <a:gd name="connsiteX6" fmla="*/ 400826 w 736927"/>
                <a:gd name="connsiteY6" fmla="*/ 785298 h 1951636"/>
                <a:gd name="connsiteX7" fmla="*/ 233469 w 736927"/>
                <a:gd name="connsiteY7" fmla="*/ 1951636 h 1951636"/>
                <a:gd name="connsiteX8" fmla="*/ 72613 w 736927"/>
                <a:gd name="connsiteY8" fmla="*/ 1951636 h 1951636"/>
                <a:gd name="connsiteX9" fmla="*/ 251130 w 736927"/>
                <a:gd name="connsiteY9" fmla="*/ 810190 h 1951636"/>
                <a:gd name="connsiteX0" fmla="*/ 251130 w 736927"/>
                <a:gd name="connsiteY0" fmla="*/ 810190 h 1951636"/>
                <a:gd name="connsiteX1" fmla="*/ 63541 w 736927"/>
                <a:gd name="connsiteY1" fmla="*/ 624333 h 1951636"/>
                <a:gd name="connsiteX2" fmla="*/ 136514 w 736927"/>
                <a:gd name="connsiteY2" fmla="*/ 268362 h 1951636"/>
                <a:gd name="connsiteX3" fmla="*/ 452999 w 736927"/>
                <a:gd name="connsiteY3" fmla="*/ 61522 h 1951636"/>
                <a:gd name="connsiteX4" fmla="*/ 670458 w 736927"/>
                <a:gd name="connsiteY4" fmla="*/ 260633 h 1951636"/>
                <a:gd name="connsiteX5" fmla="*/ 571160 w 736927"/>
                <a:gd name="connsiteY5" fmla="*/ 666848 h 1951636"/>
                <a:gd name="connsiteX6" fmla="*/ 380575 w 736927"/>
                <a:gd name="connsiteY6" fmla="*/ 801521 h 1951636"/>
                <a:gd name="connsiteX7" fmla="*/ 233469 w 736927"/>
                <a:gd name="connsiteY7" fmla="*/ 1951636 h 1951636"/>
                <a:gd name="connsiteX8" fmla="*/ 72613 w 736927"/>
                <a:gd name="connsiteY8" fmla="*/ 1951636 h 1951636"/>
                <a:gd name="connsiteX9" fmla="*/ 251130 w 736927"/>
                <a:gd name="connsiteY9" fmla="*/ 810190 h 1951636"/>
                <a:gd name="connsiteX0" fmla="*/ 251130 w 736927"/>
                <a:gd name="connsiteY0" fmla="*/ 810190 h 1951636"/>
                <a:gd name="connsiteX1" fmla="*/ 63541 w 736927"/>
                <a:gd name="connsiteY1" fmla="*/ 624333 h 1951636"/>
                <a:gd name="connsiteX2" fmla="*/ 136514 w 736927"/>
                <a:gd name="connsiteY2" fmla="*/ 268362 h 1951636"/>
                <a:gd name="connsiteX3" fmla="*/ 452999 w 736927"/>
                <a:gd name="connsiteY3" fmla="*/ 61522 h 1951636"/>
                <a:gd name="connsiteX4" fmla="*/ 670458 w 736927"/>
                <a:gd name="connsiteY4" fmla="*/ 260633 h 1951636"/>
                <a:gd name="connsiteX5" fmla="*/ 571160 w 736927"/>
                <a:gd name="connsiteY5" fmla="*/ 666848 h 1951636"/>
                <a:gd name="connsiteX6" fmla="*/ 380575 w 736927"/>
                <a:gd name="connsiteY6" fmla="*/ 801521 h 1951636"/>
                <a:gd name="connsiteX7" fmla="*/ 233469 w 736927"/>
                <a:gd name="connsiteY7" fmla="*/ 1951636 h 1951636"/>
                <a:gd name="connsiteX8" fmla="*/ 72613 w 736927"/>
                <a:gd name="connsiteY8" fmla="*/ 1951636 h 1951636"/>
                <a:gd name="connsiteX9" fmla="*/ 251130 w 736927"/>
                <a:gd name="connsiteY9" fmla="*/ 810190 h 1951636"/>
                <a:gd name="connsiteX0" fmla="*/ 251130 w 670458"/>
                <a:gd name="connsiteY0" fmla="*/ 810190 h 1951636"/>
                <a:gd name="connsiteX1" fmla="*/ 63541 w 670458"/>
                <a:gd name="connsiteY1" fmla="*/ 624333 h 1951636"/>
                <a:gd name="connsiteX2" fmla="*/ 136514 w 670458"/>
                <a:gd name="connsiteY2" fmla="*/ 268362 h 1951636"/>
                <a:gd name="connsiteX3" fmla="*/ 452999 w 670458"/>
                <a:gd name="connsiteY3" fmla="*/ 61522 h 1951636"/>
                <a:gd name="connsiteX4" fmla="*/ 670458 w 670458"/>
                <a:gd name="connsiteY4" fmla="*/ 260633 h 1951636"/>
                <a:gd name="connsiteX5" fmla="*/ 380575 w 670458"/>
                <a:gd name="connsiteY5" fmla="*/ 801521 h 1951636"/>
                <a:gd name="connsiteX6" fmla="*/ 233469 w 670458"/>
                <a:gd name="connsiteY6" fmla="*/ 1951636 h 1951636"/>
                <a:gd name="connsiteX7" fmla="*/ 72613 w 670458"/>
                <a:gd name="connsiteY7" fmla="*/ 1951636 h 1951636"/>
                <a:gd name="connsiteX8" fmla="*/ 251130 w 670458"/>
                <a:gd name="connsiteY8" fmla="*/ 810190 h 1951636"/>
                <a:gd name="connsiteX0" fmla="*/ 251130 w 710194"/>
                <a:gd name="connsiteY0" fmla="*/ 810190 h 1951636"/>
                <a:gd name="connsiteX1" fmla="*/ 63541 w 710194"/>
                <a:gd name="connsiteY1" fmla="*/ 624333 h 1951636"/>
                <a:gd name="connsiteX2" fmla="*/ 136514 w 710194"/>
                <a:gd name="connsiteY2" fmla="*/ 268362 h 1951636"/>
                <a:gd name="connsiteX3" fmla="*/ 452999 w 710194"/>
                <a:gd name="connsiteY3" fmla="*/ 61522 h 1951636"/>
                <a:gd name="connsiteX4" fmla="*/ 670458 w 710194"/>
                <a:gd name="connsiteY4" fmla="*/ 260633 h 1951636"/>
                <a:gd name="connsiteX5" fmla="*/ 380575 w 710194"/>
                <a:gd name="connsiteY5" fmla="*/ 801521 h 1951636"/>
                <a:gd name="connsiteX6" fmla="*/ 233469 w 710194"/>
                <a:gd name="connsiteY6" fmla="*/ 1951636 h 1951636"/>
                <a:gd name="connsiteX7" fmla="*/ 72613 w 710194"/>
                <a:gd name="connsiteY7" fmla="*/ 1951636 h 1951636"/>
                <a:gd name="connsiteX8" fmla="*/ 251130 w 710194"/>
                <a:gd name="connsiteY8" fmla="*/ 810190 h 1951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10194" h="1951636">
                  <a:moveTo>
                    <a:pt x="251130" y="810190"/>
                  </a:moveTo>
                  <a:cubicBezTo>
                    <a:pt x="53868" y="709948"/>
                    <a:pt x="35689" y="627807"/>
                    <a:pt x="63541" y="624333"/>
                  </a:cubicBezTo>
                  <a:cubicBezTo>
                    <a:pt x="-18336" y="559407"/>
                    <a:pt x="-46414" y="308295"/>
                    <a:pt x="136514" y="268362"/>
                  </a:cubicBezTo>
                  <a:cubicBezTo>
                    <a:pt x="72818" y="170739"/>
                    <a:pt x="108008" y="-127628"/>
                    <a:pt x="452999" y="61522"/>
                  </a:cubicBezTo>
                  <a:cubicBezTo>
                    <a:pt x="635960" y="73926"/>
                    <a:pt x="645935" y="186313"/>
                    <a:pt x="670458" y="260633"/>
                  </a:cubicBezTo>
                  <a:cubicBezTo>
                    <a:pt x="658387" y="383966"/>
                    <a:pt x="882831" y="743534"/>
                    <a:pt x="380575" y="801521"/>
                  </a:cubicBezTo>
                  <a:lnTo>
                    <a:pt x="233469" y="1951636"/>
                  </a:lnTo>
                  <a:lnTo>
                    <a:pt x="72613" y="1951636"/>
                  </a:lnTo>
                  <a:lnTo>
                    <a:pt x="251130" y="810190"/>
                  </a:lnTo>
                  <a:close/>
                </a:path>
              </a:pathLst>
            </a:custGeom>
            <a:solidFill>
              <a:srgbClr val="6D9E43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3">
              <a:extLst>
                <a:ext uri="{FF2B5EF4-FFF2-40B4-BE49-F238E27FC236}">
                  <a16:creationId xmlns:a16="http://schemas.microsoft.com/office/drawing/2014/main" id="{B17A5796-46DF-01C2-1489-A93C5F020191}"/>
                </a:ext>
              </a:extLst>
            </p:cNvPr>
            <p:cNvSpPr/>
            <p:nvPr/>
          </p:nvSpPr>
          <p:spPr>
            <a:xfrm rot="21173267">
              <a:off x="5162486" y="645610"/>
              <a:ext cx="788518" cy="2397252"/>
            </a:xfrm>
            <a:custGeom>
              <a:avLst/>
              <a:gdLst>
                <a:gd name="connsiteX0" fmla="*/ 0 w 160856"/>
                <a:gd name="connsiteY0" fmla="*/ 0 h 1001486"/>
                <a:gd name="connsiteX1" fmla="*/ 160856 w 160856"/>
                <a:gd name="connsiteY1" fmla="*/ 0 h 1001486"/>
                <a:gd name="connsiteX2" fmla="*/ 160856 w 160856"/>
                <a:gd name="connsiteY2" fmla="*/ 1001486 h 1001486"/>
                <a:gd name="connsiteX3" fmla="*/ 0 w 160856"/>
                <a:gd name="connsiteY3" fmla="*/ 1001486 h 1001486"/>
                <a:gd name="connsiteX4" fmla="*/ 0 w 160856"/>
                <a:gd name="connsiteY4" fmla="*/ 0 h 1001486"/>
                <a:gd name="connsiteX0" fmla="*/ 83678 w 244534"/>
                <a:gd name="connsiteY0" fmla="*/ 308163 h 1309649"/>
                <a:gd name="connsiteX1" fmla="*/ 3793 w 244534"/>
                <a:gd name="connsiteY1" fmla="*/ 0 h 1309649"/>
                <a:gd name="connsiteX2" fmla="*/ 244534 w 244534"/>
                <a:gd name="connsiteY2" fmla="*/ 308163 h 1309649"/>
                <a:gd name="connsiteX3" fmla="*/ 244534 w 244534"/>
                <a:gd name="connsiteY3" fmla="*/ 1309649 h 1309649"/>
                <a:gd name="connsiteX4" fmla="*/ 83678 w 244534"/>
                <a:gd name="connsiteY4" fmla="*/ 1309649 h 1309649"/>
                <a:gd name="connsiteX5" fmla="*/ 83678 w 244534"/>
                <a:gd name="connsiteY5" fmla="*/ 308163 h 1309649"/>
                <a:gd name="connsiteX0" fmla="*/ 83678 w 468019"/>
                <a:gd name="connsiteY0" fmla="*/ 309973 h 1311459"/>
                <a:gd name="connsiteX1" fmla="*/ 3793 w 468019"/>
                <a:gd name="connsiteY1" fmla="*/ 1810 h 1311459"/>
                <a:gd name="connsiteX2" fmla="*/ 468019 w 468019"/>
                <a:gd name="connsiteY2" fmla="*/ 20273 h 1311459"/>
                <a:gd name="connsiteX3" fmla="*/ 244534 w 468019"/>
                <a:gd name="connsiteY3" fmla="*/ 309973 h 1311459"/>
                <a:gd name="connsiteX4" fmla="*/ 244534 w 468019"/>
                <a:gd name="connsiteY4" fmla="*/ 1311459 h 1311459"/>
                <a:gd name="connsiteX5" fmla="*/ 83678 w 468019"/>
                <a:gd name="connsiteY5" fmla="*/ 1311459 h 1311459"/>
                <a:gd name="connsiteX6" fmla="*/ 83678 w 468019"/>
                <a:gd name="connsiteY6" fmla="*/ 309973 h 1311459"/>
                <a:gd name="connsiteX0" fmla="*/ 83678 w 468019"/>
                <a:gd name="connsiteY0" fmla="*/ 774837 h 1776323"/>
                <a:gd name="connsiteX1" fmla="*/ 3793 w 468019"/>
                <a:gd name="connsiteY1" fmla="*/ 466674 h 1776323"/>
                <a:gd name="connsiteX2" fmla="*/ 406620 w 468019"/>
                <a:gd name="connsiteY2" fmla="*/ 16 h 1776323"/>
                <a:gd name="connsiteX3" fmla="*/ 468019 w 468019"/>
                <a:gd name="connsiteY3" fmla="*/ 485137 h 1776323"/>
                <a:gd name="connsiteX4" fmla="*/ 244534 w 468019"/>
                <a:gd name="connsiteY4" fmla="*/ 774837 h 1776323"/>
                <a:gd name="connsiteX5" fmla="*/ 244534 w 468019"/>
                <a:gd name="connsiteY5" fmla="*/ 1776323 h 1776323"/>
                <a:gd name="connsiteX6" fmla="*/ 83678 w 468019"/>
                <a:gd name="connsiteY6" fmla="*/ 1776323 h 1776323"/>
                <a:gd name="connsiteX7" fmla="*/ 83678 w 468019"/>
                <a:gd name="connsiteY7" fmla="*/ 774837 h 1776323"/>
                <a:gd name="connsiteX0" fmla="*/ 134634 w 518975"/>
                <a:gd name="connsiteY0" fmla="*/ 778166 h 1779652"/>
                <a:gd name="connsiteX1" fmla="*/ 54749 w 518975"/>
                <a:gd name="connsiteY1" fmla="*/ 470003 h 1779652"/>
                <a:gd name="connsiteX2" fmla="*/ 22224 w 518975"/>
                <a:gd name="connsiteY2" fmla="*/ 237316 h 1779652"/>
                <a:gd name="connsiteX3" fmla="*/ 457576 w 518975"/>
                <a:gd name="connsiteY3" fmla="*/ 3345 h 1779652"/>
                <a:gd name="connsiteX4" fmla="*/ 518975 w 518975"/>
                <a:gd name="connsiteY4" fmla="*/ 488466 h 1779652"/>
                <a:gd name="connsiteX5" fmla="*/ 295490 w 518975"/>
                <a:gd name="connsiteY5" fmla="*/ 778166 h 1779652"/>
                <a:gd name="connsiteX6" fmla="*/ 295490 w 518975"/>
                <a:gd name="connsiteY6" fmla="*/ 1779652 h 1779652"/>
                <a:gd name="connsiteX7" fmla="*/ 134634 w 518975"/>
                <a:gd name="connsiteY7" fmla="*/ 1779652 h 1779652"/>
                <a:gd name="connsiteX8" fmla="*/ 134634 w 518975"/>
                <a:gd name="connsiteY8" fmla="*/ 778166 h 1779652"/>
                <a:gd name="connsiteX0" fmla="*/ 134634 w 518975"/>
                <a:gd name="connsiteY0" fmla="*/ 810443 h 1811929"/>
                <a:gd name="connsiteX1" fmla="*/ 54749 w 518975"/>
                <a:gd name="connsiteY1" fmla="*/ 502280 h 1811929"/>
                <a:gd name="connsiteX2" fmla="*/ 22224 w 518975"/>
                <a:gd name="connsiteY2" fmla="*/ 269593 h 1811929"/>
                <a:gd name="connsiteX3" fmla="*/ 457576 w 518975"/>
                <a:gd name="connsiteY3" fmla="*/ 35622 h 1811929"/>
                <a:gd name="connsiteX4" fmla="*/ 518975 w 518975"/>
                <a:gd name="connsiteY4" fmla="*/ 520743 h 1811929"/>
                <a:gd name="connsiteX5" fmla="*/ 295490 w 518975"/>
                <a:gd name="connsiteY5" fmla="*/ 810443 h 1811929"/>
                <a:gd name="connsiteX6" fmla="*/ 295490 w 518975"/>
                <a:gd name="connsiteY6" fmla="*/ 1811929 h 1811929"/>
                <a:gd name="connsiteX7" fmla="*/ 134634 w 518975"/>
                <a:gd name="connsiteY7" fmla="*/ 1811929 h 1811929"/>
                <a:gd name="connsiteX8" fmla="*/ 134634 w 518975"/>
                <a:gd name="connsiteY8" fmla="*/ 810443 h 1811929"/>
                <a:gd name="connsiteX0" fmla="*/ 134634 w 518975"/>
                <a:gd name="connsiteY0" fmla="*/ 854296 h 1855782"/>
                <a:gd name="connsiteX1" fmla="*/ 54749 w 518975"/>
                <a:gd name="connsiteY1" fmla="*/ 546133 h 1855782"/>
                <a:gd name="connsiteX2" fmla="*/ 22224 w 518975"/>
                <a:gd name="connsiteY2" fmla="*/ 313446 h 1855782"/>
                <a:gd name="connsiteX3" fmla="*/ 135357 w 518975"/>
                <a:gd name="connsiteY3" fmla="*/ 21928 h 1855782"/>
                <a:gd name="connsiteX4" fmla="*/ 457576 w 518975"/>
                <a:gd name="connsiteY4" fmla="*/ 79475 h 1855782"/>
                <a:gd name="connsiteX5" fmla="*/ 518975 w 518975"/>
                <a:gd name="connsiteY5" fmla="*/ 564596 h 1855782"/>
                <a:gd name="connsiteX6" fmla="*/ 295490 w 518975"/>
                <a:gd name="connsiteY6" fmla="*/ 854296 h 1855782"/>
                <a:gd name="connsiteX7" fmla="*/ 295490 w 518975"/>
                <a:gd name="connsiteY7" fmla="*/ 1855782 h 1855782"/>
                <a:gd name="connsiteX8" fmla="*/ 134634 w 518975"/>
                <a:gd name="connsiteY8" fmla="*/ 1855782 h 1855782"/>
                <a:gd name="connsiteX9" fmla="*/ 134634 w 518975"/>
                <a:gd name="connsiteY9" fmla="*/ 854296 h 1855782"/>
                <a:gd name="connsiteX0" fmla="*/ 134634 w 518975"/>
                <a:gd name="connsiteY0" fmla="*/ 918472 h 1919958"/>
                <a:gd name="connsiteX1" fmla="*/ 54749 w 518975"/>
                <a:gd name="connsiteY1" fmla="*/ 610309 h 1919958"/>
                <a:gd name="connsiteX2" fmla="*/ 22224 w 518975"/>
                <a:gd name="connsiteY2" fmla="*/ 377622 h 1919958"/>
                <a:gd name="connsiteX3" fmla="*/ 135357 w 518975"/>
                <a:gd name="connsiteY3" fmla="*/ 86104 h 1919958"/>
                <a:gd name="connsiteX4" fmla="*/ 457576 w 518975"/>
                <a:gd name="connsiteY4" fmla="*/ 143651 h 1919958"/>
                <a:gd name="connsiteX5" fmla="*/ 518975 w 518975"/>
                <a:gd name="connsiteY5" fmla="*/ 628772 h 1919958"/>
                <a:gd name="connsiteX6" fmla="*/ 295490 w 518975"/>
                <a:gd name="connsiteY6" fmla="*/ 918472 h 1919958"/>
                <a:gd name="connsiteX7" fmla="*/ 295490 w 518975"/>
                <a:gd name="connsiteY7" fmla="*/ 1919958 h 1919958"/>
                <a:gd name="connsiteX8" fmla="*/ 134634 w 518975"/>
                <a:gd name="connsiteY8" fmla="*/ 1919958 h 1919958"/>
                <a:gd name="connsiteX9" fmla="*/ 134634 w 518975"/>
                <a:gd name="connsiteY9" fmla="*/ 918472 h 1919958"/>
                <a:gd name="connsiteX0" fmla="*/ 134634 w 518975"/>
                <a:gd name="connsiteY0" fmla="*/ 936891 h 1938377"/>
                <a:gd name="connsiteX1" fmla="*/ 54749 w 518975"/>
                <a:gd name="connsiteY1" fmla="*/ 628728 h 1938377"/>
                <a:gd name="connsiteX2" fmla="*/ 22224 w 518975"/>
                <a:gd name="connsiteY2" fmla="*/ 396041 h 1938377"/>
                <a:gd name="connsiteX3" fmla="*/ 135357 w 518975"/>
                <a:gd name="connsiteY3" fmla="*/ 104523 h 1938377"/>
                <a:gd name="connsiteX4" fmla="*/ 457576 w 518975"/>
                <a:gd name="connsiteY4" fmla="*/ 162070 h 1938377"/>
                <a:gd name="connsiteX5" fmla="*/ 518975 w 518975"/>
                <a:gd name="connsiteY5" fmla="*/ 647191 h 1938377"/>
                <a:gd name="connsiteX6" fmla="*/ 295490 w 518975"/>
                <a:gd name="connsiteY6" fmla="*/ 936891 h 1938377"/>
                <a:gd name="connsiteX7" fmla="*/ 295490 w 518975"/>
                <a:gd name="connsiteY7" fmla="*/ 1938377 h 1938377"/>
                <a:gd name="connsiteX8" fmla="*/ 134634 w 518975"/>
                <a:gd name="connsiteY8" fmla="*/ 1938377 h 1938377"/>
                <a:gd name="connsiteX9" fmla="*/ 134634 w 518975"/>
                <a:gd name="connsiteY9" fmla="*/ 936891 h 1938377"/>
                <a:gd name="connsiteX0" fmla="*/ 134634 w 597472"/>
                <a:gd name="connsiteY0" fmla="*/ 936891 h 1938377"/>
                <a:gd name="connsiteX1" fmla="*/ 54749 w 597472"/>
                <a:gd name="connsiteY1" fmla="*/ 628728 h 1938377"/>
                <a:gd name="connsiteX2" fmla="*/ 22224 w 597472"/>
                <a:gd name="connsiteY2" fmla="*/ 396041 h 1938377"/>
                <a:gd name="connsiteX3" fmla="*/ 135357 w 597472"/>
                <a:gd name="connsiteY3" fmla="*/ 104523 h 1938377"/>
                <a:gd name="connsiteX4" fmla="*/ 457576 w 597472"/>
                <a:gd name="connsiteY4" fmla="*/ 162070 h 1938377"/>
                <a:gd name="connsiteX5" fmla="*/ 518975 w 597472"/>
                <a:gd name="connsiteY5" fmla="*/ 647191 h 1938377"/>
                <a:gd name="connsiteX6" fmla="*/ 295490 w 597472"/>
                <a:gd name="connsiteY6" fmla="*/ 936891 h 1938377"/>
                <a:gd name="connsiteX7" fmla="*/ 295490 w 597472"/>
                <a:gd name="connsiteY7" fmla="*/ 1938377 h 1938377"/>
                <a:gd name="connsiteX8" fmla="*/ 134634 w 597472"/>
                <a:gd name="connsiteY8" fmla="*/ 1938377 h 1938377"/>
                <a:gd name="connsiteX9" fmla="*/ 134634 w 597472"/>
                <a:gd name="connsiteY9" fmla="*/ 936891 h 1938377"/>
                <a:gd name="connsiteX0" fmla="*/ 134634 w 597472"/>
                <a:gd name="connsiteY0" fmla="*/ 936891 h 1938377"/>
                <a:gd name="connsiteX1" fmla="*/ 54749 w 597472"/>
                <a:gd name="connsiteY1" fmla="*/ 628728 h 1938377"/>
                <a:gd name="connsiteX2" fmla="*/ 22224 w 597472"/>
                <a:gd name="connsiteY2" fmla="*/ 396041 h 1938377"/>
                <a:gd name="connsiteX3" fmla="*/ 135357 w 597472"/>
                <a:gd name="connsiteY3" fmla="*/ 104523 h 1938377"/>
                <a:gd name="connsiteX4" fmla="*/ 457576 w 597472"/>
                <a:gd name="connsiteY4" fmla="*/ 162070 h 1938377"/>
                <a:gd name="connsiteX5" fmla="*/ 518975 w 597472"/>
                <a:gd name="connsiteY5" fmla="*/ 647191 h 1938377"/>
                <a:gd name="connsiteX6" fmla="*/ 295490 w 597472"/>
                <a:gd name="connsiteY6" fmla="*/ 936891 h 1938377"/>
                <a:gd name="connsiteX7" fmla="*/ 295490 w 597472"/>
                <a:gd name="connsiteY7" fmla="*/ 1938377 h 1938377"/>
                <a:gd name="connsiteX8" fmla="*/ 134634 w 597472"/>
                <a:gd name="connsiteY8" fmla="*/ 1938377 h 1938377"/>
                <a:gd name="connsiteX9" fmla="*/ 134634 w 597472"/>
                <a:gd name="connsiteY9" fmla="*/ 936891 h 1938377"/>
                <a:gd name="connsiteX0" fmla="*/ 134634 w 597472"/>
                <a:gd name="connsiteY0" fmla="*/ 936891 h 1938377"/>
                <a:gd name="connsiteX1" fmla="*/ 54749 w 597472"/>
                <a:gd name="connsiteY1" fmla="*/ 628728 h 1938377"/>
                <a:gd name="connsiteX2" fmla="*/ 22224 w 597472"/>
                <a:gd name="connsiteY2" fmla="*/ 396041 h 1938377"/>
                <a:gd name="connsiteX3" fmla="*/ 135357 w 597472"/>
                <a:gd name="connsiteY3" fmla="*/ 104523 h 1938377"/>
                <a:gd name="connsiteX4" fmla="*/ 457576 w 597472"/>
                <a:gd name="connsiteY4" fmla="*/ 162070 h 1938377"/>
                <a:gd name="connsiteX5" fmla="*/ 518975 w 597472"/>
                <a:gd name="connsiteY5" fmla="*/ 647191 h 1938377"/>
                <a:gd name="connsiteX6" fmla="*/ 295490 w 597472"/>
                <a:gd name="connsiteY6" fmla="*/ 936891 h 1938377"/>
                <a:gd name="connsiteX7" fmla="*/ 295490 w 597472"/>
                <a:gd name="connsiteY7" fmla="*/ 1938377 h 1938377"/>
                <a:gd name="connsiteX8" fmla="*/ 134634 w 597472"/>
                <a:gd name="connsiteY8" fmla="*/ 1938377 h 1938377"/>
                <a:gd name="connsiteX9" fmla="*/ 134634 w 597472"/>
                <a:gd name="connsiteY9" fmla="*/ 936891 h 1938377"/>
                <a:gd name="connsiteX0" fmla="*/ 134634 w 597472"/>
                <a:gd name="connsiteY0" fmla="*/ 936891 h 1938377"/>
                <a:gd name="connsiteX1" fmla="*/ 54749 w 597472"/>
                <a:gd name="connsiteY1" fmla="*/ 628728 h 1938377"/>
                <a:gd name="connsiteX2" fmla="*/ 22224 w 597472"/>
                <a:gd name="connsiteY2" fmla="*/ 396041 h 1938377"/>
                <a:gd name="connsiteX3" fmla="*/ 135357 w 597472"/>
                <a:gd name="connsiteY3" fmla="*/ 104523 h 1938377"/>
                <a:gd name="connsiteX4" fmla="*/ 457576 w 597472"/>
                <a:gd name="connsiteY4" fmla="*/ 162070 h 1938377"/>
                <a:gd name="connsiteX5" fmla="*/ 518975 w 597472"/>
                <a:gd name="connsiteY5" fmla="*/ 647191 h 1938377"/>
                <a:gd name="connsiteX6" fmla="*/ 295490 w 597472"/>
                <a:gd name="connsiteY6" fmla="*/ 936891 h 1938377"/>
                <a:gd name="connsiteX7" fmla="*/ 295490 w 597472"/>
                <a:gd name="connsiteY7" fmla="*/ 1938377 h 1938377"/>
                <a:gd name="connsiteX8" fmla="*/ 134634 w 597472"/>
                <a:gd name="connsiteY8" fmla="*/ 1938377 h 1938377"/>
                <a:gd name="connsiteX9" fmla="*/ 134634 w 597472"/>
                <a:gd name="connsiteY9" fmla="*/ 936891 h 1938377"/>
                <a:gd name="connsiteX0" fmla="*/ 134634 w 816875"/>
                <a:gd name="connsiteY0" fmla="*/ 912396 h 1913882"/>
                <a:gd name="connsiteX1" fmla="*/ 54749 w 816875"/>
                <a:gd name="connsiteY1" fmla="*/ 604233 h 1913882"/>
                <a:gd name="connsiteX2" fmla="*/ 22224 w 816875"/>
                <a:gd name="connsiteY2" fmla="*/ 371546 h 1913882"/>
                <a:gd name="connsiteX3" fmla="*/ 135357 w 816875"/>
                <a:gd name="connsiteY3" fmla="*/ 80028 h 1913882"/>
                <a:gd name="connsiteX4" fmla="*/ 732479 w 816875"/>
                <a:gd name="connsiteY4" fmla="*/ 222879 h 1913882"/>
                <a:gd name="connsiteX5" fmla="*/ 518975 w 816875"/>
                <a:gd name="connsiteY5" fmla="*/ 622696 h 1913882"/>
                <a:gd name="connsiteX6" fmla="*/ 295490 w 816875"/>
                <a:gd name="connsiteY6" fmla="*/ 912396 h 1913882"/>
                <a:gd name="connsiteX7" fmla="*/ 295490 w 816875"/>
                <a:gd name="connsiteY7" fmla="*/ 1913882 h 1913882"/>
                <a:gd name="connsiteX8" fmla="*/ 134634 w 816875"/>
                <a:gd name="connsiteY8" fmla="*/ 1913882 h 1913882"/>
                <a:gd name="connsiteX9" fmla="*/ 134634 w 816875"/>
                <a:gd name="connsiteY9" fmla="*/ 912396 h 1913882"/>
                <a:gd name="connsiteX0" fmla="*/ 134634 w 833593"/>
                <a:gd name="connsiteY0" fmla="*/ 912396 h 1913882"/>
                <a:gd name="connsiteX1" fmla="*/ 54749 w 833593"/>
                <a:gd name="connsiteY1" fmla="*/ 604233 h 1913882"/>
                <a:gd name="connsiteX2" fmla="*/ 22224 w 833593"/>
                <a:gd name="connsiteY2" fmla="*/ 371546 h 1913882"/>
                <a:gd name="connsiteX3" fmla="*/ 135357 w 833593"/>
                <a:gd name="connsiteY3" fmla="*/ 80028 h 1913882"/>
                <a:gd name="connsiteX4" fmla="*/ 732479 w 833593"/>
                <a:gd name="connsiteY4" fmla="*/ 222879 h 1913882"/>
                <a:gd name="connsiteX5" fmla="*/ 633181 w 833593"/>
                <a:gd name="connsiteY5" fmla="*/ 629094 h 1913882"/>
                <a:gd name="connsiteX6" fmla="*/ 295490 w 833593"/>
                <a:gd name="connsiteY6" fmla="*/ 912396 h 1913882"/>
                <a:gd name="connsiteX7" fmla="*/ 295490 w 833593"/>
                <a:gd name="connsiteY7" fmla="*/ 1913882 h 1913882"/>
                <a:gd name="connsiteX8" fmla="*/ 134634 w 833593"/>
                <a:gd name="connsiteY8" fmla="*/ 1913882 h 1913882"/>
                <a:gd name="connsiteX9" fmla="*/ 134634 w 833593"/>
                <a:gd name="connsiteY9" fmla="*/ 912396 h 1913882"/>
                <a:gd name="connsiteX0" fmla="*/ 134634 w 833593"/>
                <a:gd name="connsiteY0" fmla="*/ 912396 h 1913882"/>
                <a:gd name="connsiteX1" fmla="*/ 54749 w 833593"/>
                <a:gd name="connsiteY1" fmla="*/ 604233 h 1913882"/>
                <a:gd name="connsiteX2" fmla="*/ 22224 w 833593"/>
                <a:gd name="connsiteY2" fmla="*/ 371546 h 1913882"/>
                <a:gd name="connsiteX3" fmla="*/ 135357 w 833593"/>
                <a:gd name="connsiteY3" fmla="*/ 80028 h 1913882"/>
                <a:gd name="connsiteX4" fmla="*/ 732479 w 833593"/>
                <a:gd name="connsiteY4" fmla="*/ 222879 h 1913882"/>
                <a:gd name="connsiteX5" fmla="*/ 633181 w 833593"/>
                <a:gd name="connsiteY5" fmla="*/ 629094 h 1913882"/>
                <a:gd name="connsiteX6" fmla="*/ 389221 w 833593"/>
                <a:gd name="connsiteY6" fmla="*/ 927139 h 1913882"/>
                <a:gd name="connsiteX7" fmla="*/ 295490 w 833593"/>
                <a:gd name="connsiteY7" fmla="*/ 1913882 h 1913882"/>
                <a:gd name="connsiteX8" fmla="*/ 134634 w 833593"/>
                <a:gd name="connsiteY8" fmla="*/ 1913882 h 1913882"/>
                <a:gd name="connsiteX9" fmla="*/ 134634 w 833593"/>
                <a:gd name="connsiteY9" fmla="*/ 912396 h 1913882"/>
                <a:gd name="connsiteX0" fmla="*/ 247268 w 833593"/>
                <a:gd name="connsiteY0" fmla="*/ 929061 h 1913882"/>
                <a:gd name="connsiteX1" fmla="*/ 54749 w 833593"/>
                <a:gd name="connsiteY1" fmla="*/ 604233 h 1913882"/>
                <a:gd name="connsiteX2" fmla="*/ 22224 w 833593"/>
                <a:gd name="connsiteY2" fmla="*/ 371546 h 1913882"/>
                <a:gd name="connsiteX3" fmla="*/ 135357 w 833593"/>
                <a:gd name="connsiteY3" fmla="*/ 80028 h 1913882"/>
                <a:gd name="connsiteX4" fmla="*/ 732479 w 833593"/>
                <a:gd name="connsiteY4" fmla="*/ 222879 h 1913882"/>
                <a:gd name="connsiteX5" fmla="*/ 633181 w 833593"/>
                <a:gd name="connsiteY5" fmla="*/ 629094 h 1913882"/>
                <a:gd name="connsiteX6" fmla="*/ 389221 w 833593"/>
                <a:gd name="connsiteY6" fmla="*/ 927139 h 1913882"/>
                <a:gd name="connsiteX7" fmla="*/ 295490 w 833593"/>
                <a:gd name="connsiteY7" fmla="*/ 1913882 h 1913882"/>
                <a:gd name="connsiteX8" fmla="*/ 134634 w 833593"/>
                <a:gd name="connsiteY8" fmla="*/ 1913882 h 1913882"/>
                <a:gd name="connsiteX9" fmla="*/ 247268 w 833593"/>
                <a:gd name="connsiteY9" fmla="*/ 929061 h 1913882"/>
                <a:gd name="connsiteX0" fmla="*/ 247268 w 833593"/>
                <a:gd name="connsiteY0" fmla="*/ 916865 h 1901686"/>
                <a:gd name="connsiteX1" fmla="*/ 54749 w 833593"/>
                <a:gd name="connsiteY1" fmla="*/ 592037 h 1901686"/>
                <a:gd name="connsiteX2" fmla="*/ 22224 w 833593"/>
                <a:gd name="connsiteY2" fmla="*/ 359350 h 1901686"/>
                <a:gd name="connsiteX3" fmla="*/ 292886 w 833593"/>
                <a:gd name="connsiteY3" fmla="*/ 83847 h 1901686"/>
                <a:gd name="connsiteX4" fmla="*/ 732479 w 833593"/>
                <a:gd name="connsiteY4" fmla="*/ 210683 h 1901686"/>
                <a:gd name="connsiteX5" fmla="*/ 633181 w 833593"/>
                <a:gd name="connsiteY5" fmla="*/ 616898 h 1901686"/>
                <a:gd name="connsiteX6" fmla="*/ 389221 w 833593"/>
                <a:gd name="connsiteY6" fmla="*/ 914943 h 1901686"/>
                <a:gd name="connsiteX7" fmla="*/ 295490 w 833593"/>
                <a:gd name="connsiteY7" fmla="*/ 1901686 h 1901686"/>
                <a:gd name="connsiteX8" fmla="*/ 134634 w 833593"/>
                <a:gd name="connsiteY8" fmla="*/ 1901686 h 1901686"/>
                <a:gd name="connsiteX9" fmla="*/ 247268 w 833593"/>
                <a:gd name="connsiteY9" fmla="*/ 916865 h 1901686"/>
                <a:gd name="connsiteX0" fmla="*/ 247268 w 833593"/>
                <a:gd name="connsiteY0" fmla="*/ 968486 h 1953307"/>
                <a:gd name="connsiteX1" fmla="*/ 54749 w 833593"/>
                <a:gd name="connsiteY1" fmla="*/ 643658 h 1953307"/>
                <a:gd name="connsiteX2" fmla="*/ 22224 w 833593"/>
                <a:gd name="connsiteY2" fmla="*/ 410971 h 1953307"/>
                <a:gd name="connsiteX3" fmla="*/ 520490 w 833593"/>
                <a:gd name="connsiteY3" fmla="*/ 69967 h 1953307"/>
                <a:gd name="connsiteX4" fmla="*/ 732479 w 833593"/>
                <a:gd name="connsiteY4" fmla="*/ 262304 h 1953307"/>
                <a:gd name="connsiteX5" fmla="*/ 633181 w 833593"/>
                <a:gd name="connsiteY5" fmla="*/ 668519 h 1953307"/>
                <a:gd name="connsiteX6" fmla="*/ 389221 w 833593"/>
                <a:gd name="connsiteY6" fmla="*/ 966564 h 1953307"/>
                <a:gd name="connsiteX7" fmla="*/ 295490 w 833593"/>
                <a:gd name="connsiteY7" fmla="*/ 1953307 h 1953307"/>
                <a:gd name="connsiteX8" fmla="*/ 134634 w 833593"/>
                <a:gd name="connsiteY8" fmla="*/ 1953307 h 1953307"/>
                <a:gd name="connsiteX9" fmla="*/ 247268 w 833593"/>
                <a:gd name="connsiteY9" fmla="*/ 968486 h 1953307"/>
                <a:gd name="connsiteX0" fmla="*/ 247268 w 833593"/>
                <a:gd name="connsiteY0" fmla="*/ 968486 h 1953307"/>
                <a:gd name="connsiteX1" fmla="*/ 54749 w 833593"/>
                <a:gd name="connsiteY1" fmla="*/ 643658 h 1953307"/>
                <a:gd name="connsiteX2" fmla="*/ 22224 w 833593"/>
                <a:gd name="connsiteY2" fmla="*/ 410971 h 1953307"/>
                <a:gd name="connsiteX3" fmla="*/ 520490 w 833593"/>
                <a:gd name="connsiteY3" fmla="*/ 69967 h 1953307"/>
                <a:gd name="connsiteX4" fmla="*/ 732479 w 833593"/>
                <a:gd name="connsiteY4" fmla="*/ 262304 h 1953307"/>
                <a:gd name="connsiteX5" fmla="*/ 633181 w 833593"/>
                <a:gd name="connsiteY5" fmla="*/ 668519 h 1953307"/>
                <a:gd name="connsiteX6" fmla="*/ 389221 w 833593"/>
                <a:gd name="connsiteY6" fmla="*/ 966564 h 1953307"/>
                <a:gd name="connsiteX7" fmla="*/ 295490 w 833593"/>
                <a:gd name="connsiteY7" fmla="*/ 1953307 h 1953307"/>
                <a:gd name="connsiteX8" fmla="*/ 134634 w 833593"/>
                <a:gd name="connsiteY8" fmla="*/ 1953307 h 1953307"/>
                <a:gd name="connsiteX9" fmla="*/ 247268 w 833593"/>
                <a:gd name="connsiteY9" fmla="*/ 968486 h 1953307"/>
                <a:gd name="connsiteX0" fmla="*/ 202193 w 788518"/>
                <a:gd name="connsiteY0" fmla="*/ 968486 h 1953307"/>
                <a:gd name="connsiteX1" fmla="*/ 9674 w 788518"/>
                <a:gd name="connsiteY1" fmla="*/ 643658 h 1953307"/>
                <a:gd name="connsiteX2" fmla="*/ 156714 w 788518"/>
                <a:gd name="connsiteY2" fmla="*/ 366657 h 1953307"/>
                <a:gd name="connsiteX3" fmla="*/ 475415 w 788518"/>
                <a:gd name="connsiteY3" fmla="*/ 69967 h 1953307"/>
                <a:gd name="connsiteX4" fmla="*/ 687404 w 788518"/>
                <a:gd name="connsiteY4" fmla="*/ 262304 h 1953307"/>
                <a:gd name="connsiteX5" fmla="*/ 588106 w 788518"/>
                <a:gd name="connsiteY5" fmla="*/ 668519 h 1953307"/>
                <a:gd name="connsiteX6" fmla="*/ 344146 w 788518"/>
                <a:gd name="connsiteY6" fmla="*/ 966564 h 1953307"/>
                <a:gd name="connsiteX7" fmla="*/ 250415 w 788518"/>
                <a:gd name="connsiteY7" fmla="*/ 1953307 h 1953307"/>
                <a:gd name="connsiteX8" fmla="*/ 89559 w 788518"/>
                <a:gd name="connsiteY8" fmla="*/ 1953307 h 1953307"/>
                <a:gd name="connsiteX9" fmla="*/ 202193 w 788518"/>
                <a:gd name="connsiteY9" fmla="*/ 968486 h 1953307"/>
                <a:gd name="connsiteX0" fmla="*/ 202193 w 788518"/>
                <a:gd name="connsiteY0" fmla="*/ 968486 h 1953307"/>
                <a:gd name="connsiteX1" fmla="*/ 9674 w 788518"/>
                <a:gd name="connsiteY1" fmla="*/ 643658 h 1953307"/>
                <a:gd name="connsiteX2" fmla="*/ 156714 w 788518"/>
                <a:gd name="connsiteY2" fmla="*/ 366657 h 1953307"/>
                <a:gd name="connsiteX3" fmla="*/ 475415 w 788518"/>
                <a:gd name="connsiteY3" fmla="*/ 69967 h 1953307"/>
                <a:gd name="connsiteX4" fmla="*/ 687404 w 788518"/>
                <a:gd name="connsiteY4" fmla="*/ 262304 h 1953307"/>
                <a:gd name="connsiteX5" fmla="*/ 588106 w 788518"/>
                <a:gd name="connsiteY5" fmla="*/ 668519 h 1953307"/>
                <a:gd name="connsiteX6" fmla="*/ 344146 w 788518"/>
                <a:gd name="connsiteY6" fmla="*/ 966564 h 1953307"/>
                <a:gd name="connsiteX7" fmla="*/ 250415 w 788518"/>
                <a:gd name="connsiteY7" fmla="*/ 1953307 h 1953307"/>
                <a:gd name="connsiteX8" fmla="*/ 89559 w 788518"/>
                <a:gd name="connsiteY8" fmla="*/ 1953307 h 1953307"/>
                <a:gd name="connsiteX9" fmla="*/ 202193 w 788518"/>
                <a:gd name="connsiteY9" fmla="*/ 968486 h 1953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8518" h="1953307">
                  <a:moveTo>
                    <a:pt x="202193" y="968486"/>
                  </a:moveTo>
                  <a:cubicBezTo>
                    <a:pt x="4931" y="868244"/>
                    <a:pt x="-18178" y="647132"/>
                    <a:pt x="9674" y="643658"/>
                  </a:cubicBezTo>
                  <a:cubicBezTo>
                    <a:pt x="17098" y="564821"/>
                    <a:pt x="-26214" y="406590"/>
                    <a:pt x="156714" y="366657"/>
                  </a:cubicBezTo>
                  <a:cubicBezTo>
                    <a:pt x="125090" y="232157"/>
                    <a:pt x="177554" y="-49512"/>
                    <a:pt x="475415" y="69967"/>
                  </a:cubicBezTo>
                  <a:cubicBezTo>
                    <a:pt x="527755" y="-113672"/>
                    <a:pt x="723053" y="104508"/>
                    <a:pt x="687404" y="262304"/>
                  </a:cubicBezTo>
                  <a:cubicBezTo>
                    <a:pt x="965319" y="369857"/>
                    <a:pt x="581501" y="619954"/>
                    <a:pt x="588106" y="668519"/>
                  </a:cubicBezTo>
                  <a:cubicBezTo>
                    <a:pt x="611054" y="911758"/>
                    <a:pt x="418641" y="869997"/>
                    <a:pt x="344146" y="966564"/>
                  </a:cubicBezTo>
                  <a:lnTo>
                    <a:pt x="250415" y="1953307"/>
                  </a:lnTo>
                  <a:lnTo>
                    <a:pt x="89559" y="1953307"/>
                  </a:lnTo>
                  <a:lnTo>
                    <a:pt x="202193" y="968486"/>
                  </a:lnTo>
                  <a:close/>
                </a:path>
              </a:pathLst>
            </a:custGeom>
            <a:solidFill>
              <a:srgbClr val="6D9E43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C68695D9-F237-8F5D-D226-5B120D3D6D62}"/>
                </a:ext>
              </a:extLst>
            </p:cNvPr>
            <p:cNvGrpSpPr/>
            <p:nvPr/>
          </p:nvGrpSpPr>
          <p:grpSpPr>
            <a:xfrm>
              <a:off x="4704447" y="2840155"/>
              <a:ext cx="1364334" cy="4116495"/>
              <a:chOff x="4704447" y="2840155"/>
              <a:chExt cx="1364334" cy="4116495"/>
            </a:xfrm>
          </p:grpSpPr>
          <p:sp>
            <p:nvSpPr>
              <p:cNvPr id="46" name="Rectangle 2">
                <a:extLst>
                  <a:ext uri="{FF2B5EF4-FFF2-40B4-BE49-F238E27FC236}">
                    <a16:creationId xmlns:a16="http://schemas.microsoft.com/office/drawing/2014/main" id="{22EA5CEF-5DDF-9390-D6F7-AEFF1994E916}"/>
                  </a:ext>
                </a:extLst>
              </p:cNvPr>
              <p:cNvSpPr/>
              <p:nvPr/>
            </p:nvSpPr>
            <p:spPr>
              <a:xfrm>
                <a:off x="4704447" y="2840155"/>
                <a:ext cx="1364334" cy="4116495"/>
              </a:xfrm>
              <a:custGeom>
                <a:avLst/>
                <a:gdLst>
                  <a:gd name="connsiteX0" fmla="*/ 0 w 783771"/>
                  <a:gd name="connsiteY0" fmla="*/ 0 h 740229"/>
                  <a:gd name="connsiteX1" fmla="*/ 783771 w 783771"/>
                  <a:gd name="connsiteY1" fmla="*/ 0 h 740229"/>
                  <a:gd name="connsiteX2" fmla="*/ 783771 w 783771"/>
                  <a:gd name="connsiteY2" fmla="*/ 740229 h 740229"/>
                  <a:gd name="connsiteX3" fmla="*/ 0 w 783771"/>
                  <a:gd name="connsiteY3" fmla="*/ 740229 h 740229"/>
                  <a:gd name="connsiteX4" fmla="*/ 0 w 783771"/>
                  <a:gd name="connsiteY4" fmla="*/ 0 h 740229"/>
                  <a:gd name="connsiteX0" fmla="*/ 551542 w 783771"/>
                  <a:gd name="connsiteY0" fmla="*/ 0 h 1117600"/>
                  <a:gd name="connsiteX1" fmla="*/ 783771 w 783771"/>
                  <a:gd name="connsiteY1" fmla="*/ 377371 h 1117600"/>
                  <a:gd name="connsiteX2" fmla="*/ 783771 w 783771"/>
                  <a:gd name="connsiteY2" fmla="*/ 1117600 h 1117600"/>
                  <a:gd name="connsiteX3" fmla="*/ 0 w 783771"/>
                  <a:gd name="connsiteY3" fmla="*/ 1117600 h 1117600"/>
                  <a:gd name="connsiteX4" fmla="*/ 551542 w 783771"/>
                  <a:gd name="connsiteY4" fmla="*/ 0 h 1117600"/>
                  <a:gd name="connsiteX0" fmla="*/ 551542 w 783771"/>
                  <a:gd name="connsiteY0" fmla="*/ 0 h 4107543"/>
                  <a:gd name="connsiteX1" fmla="*/ 783771 w 783771"/>
                  <a:gd name="connsiteY1" fmla="*/ 377371 h 4107543"/>
                  <a:gd name="connsiteX2" fmla="*/ 420914 w 783771"/>
                  <a:gd name="connsiteY2" fmla="*/ 4107543 h 4107543"/>
                  <a:gd name="connsiteX3" fmla="*/ 0 w 783771"/>
                  <a:gd name="connsiteY3" fmla="*/ 1117600 h 4107543"/>
                  <a:gd name="connsiteX4" fmla="*/ 551542 w 783771"/>
                  <a:gd name="connsiteY4" fmla="*/ 0 h 4107543"/>
                  <a:gd name="connsiteX0" fmla="*/ 0 w 812801"/>
                  <a:gd name="connsiteY0" fmla="*/ 0 h 4005943"/>
                  <a:gd name="connsiteX1" fmla="*/ 812801 w 812801"/>
                  <a:gd name="connsiteY1" fmla="*/ 275771 h 4005943"/>
                  <a:gd name="connsiteX2" fmla="*/ 449944 w 812801"/>
                  <a:gd name="connsiteY2" fmla="*/ 4005943 h 4005943"/>
                  <a:gd name="connsiteX3" fmla="*/ 29030 w 812801"/>
                  <a:gd name="connsiteY3" fmla="*/ 1016000 h 4005943"/>
                  <a:gd name="connsiteX4" fmla="*/ 0 w 812801"/>
                  <a:gd name="connsiteY4" fmla="*/ 0 h 4005943"/>
                  <a:gd name="connsiteX0" fmla="*/ 0 w 1030515"/>
                  <a:gd name="connsiteY0" fmla="*/ 29029 h 4034972"/>
                  <a:gd name="connsiteX1" fmla="*/ 1030515 w 1030515"/>
                  <a:gd name="connsiteY1" fmla="*/ 0 h 4034972"/>
                  <a:gd name="connsiteX2" fmla="*/ 449944 w 1030515"/>
                  <a:gd name="connsiteY2" fmla="*/ 4034972 h 4034972"/>
                  <a:gd name="connsiteX3" fmla="*/ 29030 w 1030515"/>
                  <a:gd name="connsiteY3" fmla="*/ 1045029 h 4034972"/>
                  <a:gd name="connsiteX4" fmla="*/ 0 w 1030515"/>
                  <a:gd name="connsiteY4" fmla="*/ 29029 h 4034972"/>
                  <a:gd name="connsiteX0" fmla="*/ 0 w 1030515"/>
                  <a:gd name="connsiteY0" fmla="*/ 29029 h 4034972"/>
                  <a:gd name="connsiteX1" fmla="*/ 1030515 w 1030515"/>
                  <a:gd name="connsiteY1" fmla="*/ 0 h 4034972"/>
                  <a:gd name="connsiteX2" fmla="*/ 449944 w 1030515"/>
                  <a:gd name="connsiteY2" fmla="*/ 4034972 h 4034972"/>
                  <a:gd name="connsiteX3" fmla="*/ 0 w 1030515"/>
                  <a:gd name="connsiteY3" fmla="*/ 29029 h 4034972"/>
                  <a:gd name="connsiteX0" fmla="*/ 187783 w 1218298"/>
                  <a:gd name="connsiteY0" fmla="*/ 29029 h 4034972"/>
                  <a:gd name="connsiteX1" fmla="*/ 1218298 w 1218298"/>
                  <a:gd name="connsiteY1" fmla="*/ 0 h 4034972"/>
                  <a:gd name="connsiteX2" fmla="*/ 637727 w 1218298"/>
                  <a:gd name="connsiteY2" fmla="*/ 4034972 h 4034972"/>
                  <a:gd name="connsiteX3" fmla="*/ 187783 w 1218298"/>
                  <a:gd name="connsiteY3" fmla="*/ 29029 h 4034972"/>
                  <a:gd name="connsiteX0" fmla="*/ 187783 w 1218298"/>
                  <a:gd name="connsiteY0" fmla="*/ 29029 h 4036031"/>
                  <a:gd name="connsiteX1" fmla="*/ 1218298 w 1218298"/>
                  <a:gd name="connsiteY1" fmla="*/ 0 h 4036031"/>
                  <a:gd name="connsiteX2" fmla="*/ 637727 w 1218298"/>
                  <a:gd name="connsiteY2" fmla="*/ 4034972 h 4036031"/>
                  <a:gd name="connsiteX3" fmla="*/ 187783 w 1218298"/>
                  <a:gd name="connsiteY3" fmla="*/ 29029 h 4036031"/>
                  <a:gd name="connsiteX0" fmla="*/ 202038 w 1232553"/>
                  <a:gd name="connsiteY0" fmla="*/ 29029 h 4036031"/>
                  <a:gd name="connsiteX1" fmla="*/ 1232553 w 1232553"/>
                  <a:gd name="connsiteY1" fmla="*/ 0 h 4036031"/>
                  <a:gd name="connsiteX2" fmla="*/ 651982 w 1232553"/>
                  <a:gd name="connsiteY2" fmla="*/ 4034972 h 4036031"/>
                  <a:gd name="connsiteX3" fmla="*/ 202038 w 1232553"/>
                  <a:gd name="connsiteY3" fmla="*/ 29029 h 4036031"/>
                  <a:gd name="connsiteX0" fmla="*/ 93001 w 1123516"/>
                  <a:gd name="connsiteY0" fmla="*/ 29029 h 4053792"/>
                  <a:gd name="connsiteX1" fmla="*/ 1123516 w 1123516"/>
                  <a:gd name="connsiteY1" fmla="*/ 0 h 4053792"/>
                  <a:gd name="connsiteX2" fmla="*/ 542945 w 1123516"/>
                  <a:gd name="connsiteY2" fmla="*/ 4034972 h 4053792"/>
                  <a:gd name="connsiteX3" fmla="*/ 151061 w 1123516"/>
                  <a:gd name="connsiteY3" fmla="*/ 1451429 h 4053792"/>
                  <a:gd name="connsiteX4" fmla="*/ 93001 w 1123516"/>
                  <a:gd name="connsiteY4" fmla="*/ 29029 h 4053792"/>
                  <a:gd name="connsiteX0" fmla="*/ 93001 w 1274666"/>
                  <a:gd name="connsiteY0" fmla="*/ 29029 h 4053792"/>
                  <a:gd name="connsiteX1" fmla="*/ 1123516 w 1274666"/>
                  <a:gd name="connsiteY1" fmla="*/ 0 h 4053792"/>
                  <a:gd name="connsiteX2" fmla="*/ 1225117 w 1274666"/>
                  <a:gd name="connsiteY2" fmla="*/ 1349828 h 4053792"/>
                  <a:gd name="connsiteX3" fmla="*/ 542945 w 1274666"/>
                  <a:gd name="connsiteY3" fmla="*/ 4034972 h 4053792"/>
                  <a:gd name="connsiteX4" fmla="*/ 151061 w 1274666"/>
                  <a:gd name="connsiteY4" fmla="*/ 1451429 h 4053792"/>
                  <a:gd name="connsiteX5" fmla="*/ 93001 w 1274666"/>
                  <a:gd name="connsiteY5" fmla="*/ 29029 h 4053792"/>
                  <a:gd name="connsiteX0" fmla="*/ 93001 w 1299828"/>
                  <a:gd name="connsiteY0" fmla="*/ 29029 h 4053792"/>
                  <a:gd name="connsiteX1" fmla="*/ 1123516 w 1299828"/>
                  <a:gd name="connsiteY1" fmla="*/ 0 h 4053792"/>
                  <a:gd name="connsiteX2" fmla="*/ 1225117 w 1299828"/>
                  <a:gd name="connsiteY2" fmla="*/ 1349828 h 4053792"/>
                  <a:gd name="connsiteX3" fmla="*/ 542945 w 1299828"/>
                  <a:gd name="connsiteY3" fmla="*/ 4034972 h 4053792"/>
                  <a:gd name="connsiteX4" fmla="*/ 151061 w 1299828"/>
                  <a:gd name="connsiteY4" fmla="*/ 1451429 h 4053792"/>
                  <a:gd name="connsiteX5" fmla="*/ 93001 w 1299828"/>
                  <a:gd name="connsiteY5" fmla="*/ 29029 h 4053792"/>
                  <a:gd name="connsiteX0" fmla="*/ 93001 w 1299828"/>
                  <a:gd name="connsiteY0" fmla="*/ 65169 h 4089932"/>
                  <a:gd name="connsiteX1" fmla="*/ 1123516 w 1299828"/>
                  <a:gd name="connsiteY1" fmla="*/ 36140 h 4089932"/>
                  <a:gd name="connsiteX2" fmla="*/ 1225117 w 1299828"/>
                  <a:gd name="connsiteY2" fmla="*/ 1385968 h 4089932"/>
                  <a:gd name="connsiteX3" fmla="*/ 542945 w 1299828"/>
                  <a:gd name="connsiteY3" fmla="*/ 4071112 h 4089932"/>
                  <a:gd name="connsiteX4" fmla="*/ 151061 w 1299828"/>
                  <a:gd name="connsiteY4" fmla="*/ 1487569 h 4089932"/>
                  <a:gd name="connsiteX5" fmla="*/ 93001 w 1299828"/>
                  <a:gd name="connsiteY5" fmla="*/ 65169 h 4089932"/>
                  <a:gd name="connsiteX0" fmla="*/ 157507 w 1364334"/>
                  <a:gd name="connsiteY0" fmla="*/ 65169 h 4089932"/>
                  <a:gd name="connsiteX1" fmla="*/ 1188022 w 1364334"/>
                  <a:gd name="connsiteY1" fmla="*/ 36140 h 4089932"/>
                  <a:gd name="connsiteX2" fmla="*/ 1289623 w 1364334"/>
                  <a:gd name="connsiteY2" fmla="*/ 1385968 h 4089932"/>
                  <a:gd name="connsiteX3" fmla="*/ 607451 w 1364334"/>
                  <a:gd name="connsiteY3" fmla="*/ 4071112 h 4089932"/>
                  <a:gd name="connsiteX4" fmla="*/ 215567 w 1364334"/>
                  <a:gd name="connsiteY4" fmla="*/ 1487569 h 4089932"/>
                  <a:gd name="connsiteX5" fmla="*/ 157507 w 1364334"/>
                  <a:gd name="connsiteY5" fmla="*/ 65169 h 4089932"/>
                  <a:gd name="connsiteX0" fmla="*/ 157507 w 1364334"/>
                  <a:gd name="connsiteY0" fmla="*/ 65169 h 4089932"/>
                  <a:gd name="connsiteX1" fmla="*/ 1188022 w 1364334"/>
                  <a:gd name="connsiteY1" fmla="*/ 36140 h 4089932"/>
                  <a:gd name="connsiteX2" fmla="*/ 1289623 w 1364334"/>
                  <a:gd name="connsiteY2" fmla="*/ 1385968 h 4089932"/>
                  <a:gd name="connsiteX3" fmla="*/ 607451 w 1364334"/>
                  <a:gd name="connsiteY3" fmla="*/ 4071112 h 4089932"/>
                  <a:gd name="connsiteX4" fmla="*/ 215567 w 1364334"/>
                  <a:gd name="connsiteY4" fmla="*/ 1487569 h 4089932"/>
                  <a:gd name="connsiteX5" fmla="*/ 157507 w 1364334"/>
                  <a:gd name="connsiteY5" fmla="*/ 65169 h 4089932"/>
                  <a:gd name="connsiteX0" fmla="*/ 157507 w 1364334"/>
                  <a:gd name="connsiteY0" fmla="*/ 80513 h 4105276"/>
                  <a:gd name="connsiteX1" fmla="*/ 1188022 w 1364334"/>
                  <a:gd name="connsiteY1" fmla="*/ 51484 h 4105276"/>
                  <a:gd name="connsiteX2" fmla="*/ 1289623 w 1364334"/>
                  <a:gd name="connsiteY2" fmla="*/ 1401312 h 4105276"/>
                  <a:gd name="connsiteX3" fmla="*/ 607451 w 1364334"/>
                  <a:gd name="connsiteY3" fmla="*/ 4086456 h 4105276"/>
                  <a:gd name="connsiteX4" fmla="*/ 215567 w 1364334"/>
                  <a:gd name="connsiteY4" fmla="*/ 1502913 h 4105276"/>
                  <a:gd name="connsiteX5" fmla="*/ 157507 w 1364334"/>
                  <a:gd name="connsiteY5" fmla="*/ 80513 h 4105276"/>
                  <a:gd name="connsiteX0" fmla="*/ 157507 w 1364334"/>
                  <a:gd name="connsiteY0" fmla="*/ 87749 h 4112512"/>
                  <a:gd name="connsiteX1" fmla="*/ 1188022 w 1364334"/>
                  <a:gd name="connsiteY1" fmla="*/ 58720 h 4112512"/>
                  <a:gd name="connsiteX2" fmla="*/ 1289623 w 1364334"/>
                  <a:gd name="connsiteY2" fmla="*/ 1408548 h 4112512"/>
                  <a:gd name="connsiteX3" fmla="*/ 607451 w 1364334"/>
                  <a:gd name="connsiteY3" fmla="*/ 4093692 h 4112512"/>
                  <a:gd name="connsiteX4" fmla="*/ 215567 w 1364334"/>
                  <a:gd name="connsiteY4" fmla="*/ 1510149 h 4112512"/>
                  <a:gd name="connsiteX5" fmla="*/ 157507 w 1364334"/>
                  <a:gd name="connsiteY5" fmla="*/ 87749 h 4112512"/>
                  <a:gd name="connsiteX0" fmla="*/ 157507 w 1364334"/>
                  <a:gd name="connsiteY0" fmla="*/ 91732 h 4116495"/>
                  <a:gd name="connsiteX1" fmla="*/ 1188022 w 1364334"/>
                  <a:gd name="connsiteY1" fmla="*/ 62703 h 4116495"/>
                  <a:gd name="connsiteX2" fmla="*/ 1289623 w 1364334"/>
                  <a:gd name="connsiteY2" fmla="*/ 1412531 h 4116495"/>
                  <a:gd name="connsiteX3" fmla="*/ 607451 w 1364334"/>
                  <a:gd name="connsiteY3" fmla="*/ 4097675 h 4116495"/>
                  <a:gd name="connsiteX4" fmla="*/ 215567 w 1364334"/>
                  <a:gd name="connsiteY4" fmla="*/ 1514132 h 4116495"/>
                  <a:gd name="connsiteX5" fmla="*/ 157507 w 1364334"/>
                  <a:gd name="connsiteY5" fmla="*/ 91732 h 41164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64334" h="4116495">
                    <a:moveTo>
                      <a:pt x="157507" y="91732"/>
                    </a:moveTo>
                    <a:cubicBezTo>
                      <a:pt x="300987" y="-8431"/>
                      <a:pt x="862886" y="-38746"/>
                      <a:pt x="1188022" y="62703"/>
                    </a:cubicBezTo>
                    <a:cubicBezTo>
                      <a:pt x="1422669" y="152207"/>
                      <a:pt x="1386385" y="740036"/>
                      <a:pt x="1289623" y="1412531"/>
                    </a:cubicBezTo>
                    <a:cubicBezTo>
                      <a:pt x="1018690" y="2476912"/>
                      <a:pt x="745337" y="4080742"/>
                      <a:pt x="607451" y="4097675"/>
                    </a:cubicBezTo>
                    <a:cubicBezTo>
                      <a:pt x="401832" y="4339580"/>
                      <a:pt x="290558" y="2181789"/>
                      <a:pt x="215567" y="1514132"/>
                    </a:cubicBezTo>
                    <a:cubicBezTo>
                      <a:pt x="140576" y="846475"/>
                      <a:pt x="-193255" y="377180"/>
                      <a:pt x="157507" y="91732"/>
                    </a:cubicBezTo>
                    <a:close/>
                  </a:path>
                </a:pathLst>
              </a:custGeom>
              <a:solidFill>
                <a:srgbClr val="FECE86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57F72589-26A7-D292-4B67-9293CAE2A0B7}"/>
                  </a:ext>
                </a:extLst>
              </p:cNvPr>
              <p:cNvSpPr/>
              <p:nvPr/>
            </p:nvSpPr>
            <p:spPr>
              <a:xfrm>
                <a:off x="5029200" y="3128380"/>
                <a:ext cx="1009650" cy="129169"/>
              </a:xfrm>
              <a:custGeom>
                <a:avLst/>
                <a:gdLst>
                  <a:gd name="connsiteX0" fmla="*/ 1009650 w 1009650"/>
                  <a:gd name="connsiteY0" fmla="*/ 76200 h 76200"/>
                  <a:gd name="connsiteX1" fmla="*/ 0 w 1009650"/>
                  <a:gd name="connsiteY1" fmla="*/ 0 h 76200"/>
                  <a:gd name="connsiteX2" fmla="*/ 0 w 1009650"/>
                  <a:gd name="connsiteY2" fmla="*/ 0 h 76200"/>
                  <a:gd name="connsiteX0" fmla="*/ 1009650 w 1009650"/>
                  <a:gd name="connsiteY0" fmla="*/ 117433 h 117433"/>
                  <a:gd name="connsiteX1" fmla="*/ 0 w 1009650"/>
                  <a:gd name="connsiteY1" fmla="*/ 41233 h 117433"/>
                  <a:gd name="connsiteX2" fmla="*/ 0 w 1009650"/>
                  <a:gd name="connsiteY2" fmla="*/ 41233 h 117433"/>
                  <a:gd name="connsiteX0" fmla="*/ 1009650 w 1009650"/>
                  <a:gd name="connsiteY0" fmla="*/ 129169 h 129169"/>
                  <a:gd name="connsiteX1" fmla="*/ 0 w 1009650"/>
                  <a:gd name="connsiteY1" fmla="*/ 52969 h 129169"/>
                  <a:gd name="connsiteX2" fmla="*/ 0 w 1009650"/>
                  <a:gd name="connsiteY2" fmla="*/ 52969 h 129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9650" h="129169">
                    <a:moveTo>
                      <a:pt x="1009650" y="129169"/>
                    </a:moveTo>
                    <a:cubicBezTo>
                      <a:pt x="768350" y="37094"/>
                      <a:pt x="565150" y="-64506"/>
                      <a:pt x="0" y="52969"/>
                    </a:cubicBezTo>
                    <a:lnTo>
                      <a:pt x="0" y="52969"/>
                    </a:lnTo>
                  </a:path>
                </a:pathLst>
              </a:custGeom>
              <a:noFill/>
              <a:ln w="2857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1ACFA1BD-CBD8-11C6-DB03-FF5841C8493A}"/>
                  </a:ext>
                </a:extLst>
              </p:cNvPr>
              <p:cNvSpPr/>
              <p:nvPr/>
            </p:nvSpPr>
            <p:spPr>
              <a:xfrm>
                <a:off x="5576288" y="3659978"/>
                <a:ext cx="462562" cy="95783"/>
              </a:xfrm>
              <a:custGeom>
                <a:avLst/>
                <a:gdLst>
                  <a:gd name="connsiteX0" fmla="*/ 1009650 w 1009650"/>
                  <a:gd name="connsiteY0" fmla="*/ 76200 h 76200"/>
                  <a:gd name="connsiteX1" fmla="*/ 0 w 1009650"/>
                  <a:gd name="connsiteY1" fmla="*/ 0 h 76200"/>
                  <a:gd name="connsiteX2" fmla="*/ 0 w 1009650"/>
                  <a:gd name="connsiteY2" fmla="*/ 0 h 76200"/>
                  <a:gd name="connsiteX0" fmla="*/ 1009650 w 1009650"/>
                  <a:gd name="connsiteY0" fmla="*/ 117433 h 117433"/>
                  <a:gd name="connsiteX1" fmla="*/ 0 w 1009650"/>
                  <a:gd name="connsiteY1" fmla="*/ 41233 h 117433"/>
                  <a:gd name="connsiteX2" fmla="*/ 0 w 1009650"/>
                  <a:gd name="connsiteY2" fmla="*/ 41233 h 117433"/>
                  <a:gd name="connsiteX0" fmla="*/ 1009650 w 1009650"/>
                  <a:gd name="connsiteY0" fmla="*/ 129169 h 129169"/>
                  <a:gd name="connsiteX1" fmla="*/ 0 w 1009650"/>
                  <a:gd name="connsiteY1" fmla="*/ 52969 h 129169"/>
                  <a:gd name="connsiteX2" fmla="*/ 0 w 1009650"/>
                  <a:gd name="connsiteY2" fmla="*/ 52969 h 129169"/>
                  <a:gd name="connsiteX0" fmla="*/ 1009650 w 1009650"/>
                  <a:gd name="connsiteY0" fmla="*/ 129169 h 129169"/>
                  <a:gd name="connsiteX1" fmla="*/ 0 w 1009650"/>
                  <a:gd name="connsiteY1" fmla="*/ 52969 h 129169"/>
                  <a:gd name="connsiteX2" fmla="*/ 62372 w 1009650"/>
                  <a:gd name="connsiteY2" fmla="*/ 52969 h 129169"/>
                  <a:gd name="connsiteX0" fmla="*/ 1009650 w 1009650"/>
                  <a:gd name="connsiteY0" fmla="*/ 117434 h 117434"/>
                  <a:gd name="connsiteX1" fmla="*/ 0 w 1009650"/>
                  <a:gd name="connsiteY1" fmla="*/ 41234 h 117434"/>
                  <a:gd name="connsiteX2" fmla="*/ 62372 w 1009650"/>
                  <a:gd name="connsiteY2" fmla="*/ 41234 h 117434"/>
                  <a:gd name="connsiteX0" fmla="*/ 1009650 w 1009650"/>
                  <a:gd name="connsiteY0" fmla="*/ 117434 h 117434"/>
                  <a:gd name="connsiteX1" fmla="*/ 0 w 1009650"/>
                  <a:gd name="connsiteY1" fmla="*/ 41234 h 117434"/>
                  <a:gd name="connsiteX0" fmla="*/ 1009650 w 1009650"/>
                  <a:gd name="connsiteY0" fmla="*/ 95783 h 95783"/>
                  <a:gd name="connsiteX1" fmla="*/ 0 w 1009650"/>
                  <a:gd name="connsiteY1" fmla="*/ 19583 h 957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9650" h="95783">
                    <a:moveTo>
                      <a:pt x="1009650" y="95783"/>
                    </a:moveTo>
                    <a:cubicBezTo>
                      <a:pt x="903491" y="70383"/>
                      <a:pt x="455999" y="-45504"/>
                      <a:pt x="0" y="19583"/>
                    </a:cubicBezTo>
                  </a:path>
                </a:pathLst>
              </a:custGeom>
              <a:noFill/>
              <a:ln w="2857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7731258C-812C-86AB-7B17-95526218E9B0}"/>
                  </a:ext>
                </a:extLst>
              </p:cNvPr>
              <p:cNvSpPr/>
              <p:nvPr/>
            </p:nvSpPr>
            <p:spPr>
              <a:xfrm rot="20889586">
                <a:off x="5214938" y="3794070"/>
                <a:ext cx="462562" cy="95783"/>
              </a:xfrm>
              <a:custGeom>
                <a:avLst/>
                <a:gdLst>
                  <a:gd name="connsiteX0" fmla="*/ 1009650 w 1009650"/>
                  <a:gd name="connsiteY0" fmla="*/ 76200 h 76200"/>
                  <a:gd name="connsiteX1" fmla="*/ 0 w 1009650"/>
                  <a:gd name="connsiteY1" fmla="*/ 0 h 76200"/>
                  <a:gd name="connsiteX2" fmla="*/ 0 w 1009650"/>
                  <a:gd name="connsiteY2" fmla="*/ 0 h 76200"/>
                  <a:gd name="connsiteX0" fmla="*/ 1009650 w 1009650"/>
                  <a:gd name="connsiteY0" fmla="*/ 117433 h 117433"/>
                  <a:gd name="connsiteX1" fmla="*/ 0 w 1009650"/>
                  <a:gd name="connsiteY1" fmla="*/ 41233 h 117433"/>
                  <a:gd name="connsiteX2" fmla="*/ 0 w 1009650"/>
                  <a:gd name="connsiteY2" fmla="*/ 41233 h 117433"/>
                  <a:gd name="connsiteX0" fmla="*/ 1009650 w 1009650"/>
                  <a:gd name="connsiteY0" fmla="*/ 129169 h 129169"/>
                  <a:gd name="connsiteX1" fmla="*/ 0 w 1009650"/>
                  <a:gd name="connsiteY1" fmla="*/ 52969 h 129169"/>
                  <a:gd name="connsiteX2" fmla="*/ 0 w 1009650"/>
                  <a:gd name="connsiteY2" fmla="*/ 52969 h 129169"/>
                  <a:gd name="connsiteX0" fmla="*/ 1009650 w 1009650"/>
                  <a:gd name="connsiteY0" fmla="*/ 129169 h 129169"/>
                  <a:gd name="connsiteX1" fmla="*/ 0 w 1009650"/>
                  <a:gd name="connsiteY1" fmla="*/ 52969 h 129169"/>
                  <a:gd name="connsiteX2" fmla="*/ 62372 w 1009650"/>
                  <a:gd name="connsiteY2" fmla="*/ 52969 h 129169"/>
                  <a:gd name="connsiteX0" fmla="*/ 1009650 w 1009650"/>
                  <a:gd name="connsiteY0" fmla="*/ 117434 h 117434"/>
                  <a:gd name="connsiteX1" fmla="*/ 0 w 1009650"/>
                  <a:gd name="connsiteY1" fmla="*/ 41234 h 117434"/>
                  <a:gd name="connsiteX2" fmla="*/ 62372 w 1009650"/>
                  <a:gd name="connsiteY2" fmla="*/ 41234 h 117434"/>
                  <a:gd name="connsiteX0" fmla="*/ 1009650 w 1009650"/>
                  <a:gd name="connsiteY0" fmla="*/ 117434 h 117434"/>
                  <a:gd name="connsiteX1" fmla="*/ 0 w 1009650"/>
                  <a:gd name="connsiteY1" fmla="*/ 41234 h 117434"/>
                  <a:gd name="connsiteX0" fmla="*/ 1009650 w 1009650"/>
                  <a:gd name="connsiteY0" fmla="*/ 95783 h 95783"/>
                  <a:gd name="connsiteX1" fmla="*/ 0 w 1009650"/>
                  <a:gd name="connsiteY1" fmla="*/ 19583 h 957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9650" h="95783">
                    <a:moveTo>
                      <a:pt x="1009650" y="95783"/>
                    </a:moveTo>
                    <a:cubicBezTo>
                      <a:pt x="903491" y="70383"/>
                      <a:pt x="455999" y="-45504"/>
                      <a:pt x="0" y="19583"/>
                    </a:cubicBezTo>
                  </a:path>
                </a:pathLst>
              </a:custGeom>
              <a:noFill/>
              <a:ln w="2857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C949B845-EE3F-0EF8-9CCA-6D7E3D2D5091}"/>
                  </a:ext>
                </a:extLst>
              </p:cNvPr>
              <p:cNvSpPr/>
              <p:nvPr/>
            </p:nvSpPr>
            <p:spPr>
              <a:xfrm>
                <a:off x="4754791" y="3562077"/>
                <a:ext cx="397398" cy="48315"/>
              </a:xfrm>
              <a:custGeom>
                <a:avLst/>
                <a:gdLst>
                  <a:gd name="connsiteX0" fmla="*/ 1009650 w 1009650"/>
                  <a:gd name="connsiteY0" fmla="*/ 76200 h 76200"/>
                  <a:gd name="connsiteX1" fmla="*/ 0 w 1009650"/>
                  <a:gd name="connsiteY1" fmla="*/ 0 h 76200"/>
                  <a:gd name="connsiteX2" fmla="*/ 0 w 1009650"/>
                  <a:gd name="connsiteY2" fmla="*/ 0 h 76200"/>
                  <a:gd name="connsiteX0" fmla="*/ 1009650 w 1009650"/>
                  <a:gd name="connsiteY0" fmla="*/ 117433 h 117433"/>
                  <a:gd name="connsiteX1" fmla="*/ 0 w 1009650"/>
                  <a:gd name="connsiteY1" fmla="*/ 41233 h 117433"/>
                  <a:gd name="connsiteX2" fmla="*/ 0 w 1009650"/>
                  <a:gd name="connsiteY2" fmla="*/ 41233 h 117433"/>
                  <a:gd name="connsiteX0" fmla="*/ 1009650 w 1009650"/>
                  <a:gd name="connsiteY0" fmla="*/ 129169 h 129169"/>
                  <a:gd name="connsiteX1" fmla="*/ 0 w 1009650"/>
                  <a:gd name="connsiteY1" fmla="*/ 52969 h 129169"/>
                  <a:gd name="connsiteX2" fmla="*/ 0 w 1009650"/>
                  <a:gd name="connsiteY2" fmla="*/ 52969 h 129169"/>
                  <a:gd name="connsiteX0" fmla="*/ 1009650 w 1009650"/>
                  <a:gd name="connsiteY0" fmla="*/ 129169 h 129169"/>
                  <a:gd name="connsiteX1" fmla="*/ 0 w 1009650"/>
                  <a:gd name="connsiteY1" fmla="*/ 52969 h 129169"/>
                  <a:gd name="connsiteX2" fmla="*/ 62372 w 1009650"/>
                  <a:gd name="connsiteY2" fmla="*/ 52969 h 129169"/>
                  <a:gd name="connsiteX0" fmla="*/ 1009650 w 1009650"/>
                  <a:gd name="connsiteY0" fmla="*/ 117434 h 117434"/>
                  <a:gd name="connsiteX1" fmla="*/ 0 w 1009650"/>
                  <a:gd name="connsiteY1" fmla="*/ 41234 h 117434"/>
                  <a:gd name="connsiteX2" fmla="*/ 62372 w 1009650"/>
                  <a:gd name="connsiteY2" fmla="*/ 41234 h 117434"/>
                  <a:gd name="connsiteX0" fmla="*/ 1009650 w 1009650"/>
                  <a:gd name="connsiteY0" fmla="*/ 117434 h 117434"/>
                  <a:gd name="connsiteX1" fmla="*/ 0 w 1009650"/>
                  <a:gd name="connsiteY1" fmla="*/ 41234 h 117434"/>
                  <a:gd name="connsiteX0" fmla="*/ 1009650 w 1009650"/>
                  <a:gd name="connsiteY0" fmla="*/ 95783 h 95783"/>
                  <a:gd name="connsiteX1" fmla="*/ 0 w 1009650"/>
                  <a:gd name="connsiteY1" fmla="*/ 19583 h 957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9650" h="95783">
                    <a:moveTo>
                      <a:pt x="1009650" y="95783"/>
                    </a:moveTo>
                    <a:cubicBezTo>
                      <a:pt x="903491" y="70383"/>
                      <a:pt x="455999" y="-45504"/>
                      <a:pt x="0" y="19583"/>
                    </a:cubicBezTo>
                  </a:path>
                </a:pathLst>
              </a:custGeom>
              <a:noFill/>
              <a:ln w="2857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57EA5F24-FB59-A59F-F4A3-BFFD1B0AF967}"/>
                  </a:ext>
                </a:extLst>
              </p:cNvPr>
              <p:cNvSpPr/>
              <p:nvPr/>
            </p:nvSpPr>
            <p:spPr>
              <a:xfrm rot="883650" flipH="1">
                <a:off x="4895550" y="4112263"/>
                <a:ext cx="462562" cy="95783"/>
              </a:xfrm>
              <a:custGeom>
                <a:avLst/>
                <a:gdLst>
                  <a:gd name="connsiteX0" fmla="*/ 1009650 w 1009650"/>
                  <a:gd name="connsiteY0" fmla="*/ 76200 h 76200"/>
                  <a:gd name="connsiteX1" fmla="*/ 0 w 1009650"/>
                  <a:gd name="connsiteY1" fmla="*/ 0 h 76200"/>
                  <a:gd name="connsiteX2" fmla="*/ 0 w 1009650"/>
                  <a:gd name="connsiteY2" fmla="*/ 0 h 76200"/>
                  <a:gd name="connsiteX0" fmla="*/ 1009650 w 1009650"/>
                  <a:gd name="connsiteY0" fmla="*/ 117433 h 117433"/>
                  <a:gd name="connsiteX1" fmla="*/ 0 w 1009650"/>
                  <a:gd name="connsiteY1" fmla="*/ 41233 h 117433"/>
                  <a:gd name="connsiteX2" fmla="*/ 0 w 1009650"/>
                  <a:gd name="connsiteY2" fmla="*/ 41233 h 117433"/>
                  <a:gd name="connsiteX0" fmla="*/ 1009650 w 1009650"/>
                  <a:gd name="connsiteY0" fmla="*/ 129169 h 129169"/>
                  <a:gd name="connsiteX1" fmla="*/ 0 w 1009650"/>
                  <a:gd name="connsiteY1" fmla="*/ 52969 h 129169"/>
                  <a:gd name="connsiteX2" fmla="*/ 0 w 1009650"/>
                  <a:gd name="connsiteY2" fmla="*/ 52969 h 129169"/>
                  <a:gd name="connsiteX0" fmla="*/ 1009650 w 1009650"/>
                  <a:gd name="connsiteY0" fmla="*/ 129169 h 129169"/>
                  <a:gd name="connsiteX1" fmla="*/ 0 w 1009650"/>
                  <a:gd name="connsiteY1" fmla="*/ 52969 h 129169"/>
                  <a:gd name="connsiteX2" fmla="*/ 62372 w 1009650"/>
                  <a:gd name="connsiteY2" fmla="*/ 52969 h 129169"/>
                  <a:gd name="connsiteX0" fmla="*/ 1009650 w 1009650"/>
                  <a:gd name="connsiteY0" fmla="*/ 117434 h 117434"/>
                  <a:gd name="connsiteX1" fmla="*/ 0 w 1009650"/>
                  <a:gd name="connsiteY1" fmla="*/ 41234 h 117434"/>
                  <a:gd name="connsiteX2" fmla="*/ 62372 w 1009650"/>
                  <a:gd name="connsiteY2" fmla="*/ 41234 h 117434"/>
                  <a:gd name="connsiteX0" fmla="*/ 1009650 w 1009650"/>
                  <a:gd name="connsiteY0" fmla="*/ 117434 h 117434"/>
                  <a:gd name="connsiteX1" fmla="*/ 0 w 1009650"/>
                  <a:gd name="connsiteY1" fmla="*/ 41234 h 117434"/>
                  <a:gd name="connsiteX0" fmla="*/ 1009650 w 1009650"/>
                  <a:gd name="connsiteY0" fmla="*/ 95783 h 95783"/>
                  <a:gd name="connsiteX1" fmla="*/ 0 w 1009650"/>
                  <a:gd name="connsiteY1" fmla="*/ 19583 h 957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9650" h="95783">
                    <a:moveTo>
                      <a:pt x="1009650" y="95783"/>
                    </a:moveTo>
                    <a:cubicBezTo>
                      <a:pt x="903491" y="70383"/>
                      <a:pt x="455999" y="-45504"/>
                      <a:pt x="0" y="19583"/>
                    </a:cubicBezTo>
                  </a:path>
                </a:pathLst>
              </a:custGeom>
              <a:noFill/>
              <a:ln w="2857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34D6F3F1-D421-EACA-5F23-B7478D2240B9}"/>
                  </a:ext>
                </a:extLst>
              </p:cNvPr>
              <p:cNvSpPr/>
              <p:nvPr/>
            </p:nvSpPr>
            <p:spPr>
              <a:xfrm>
                <a:off x="5543426" y="4427304"/>
                <a:ext cx="368302" cy="93885"/>
              </a:xfrm>
              <a:custGeom>
                <a:avLst/>
                <a:gdLst>
                  <a:gd name="connsiteX0" fmla="*/ 1009650 w 1009650"/>
                  <a:gd name="connsiteY0" fmla="*/ 76200 h 76200"/>
                  <a:gd name="connsiteX1" fmla="*/ 0 w 1009650"/>
                  <a:gd name="connsiteY1" fmla="*/ 0 h 76200"/>
                  <a:gd name="connsiteX2" fmla="*/ 0 w 1009650"/>
                  <a:gd name="connsiteY2" fmla="*/ 0 h 76200"/>
                  <a:gd name="connsiteX0" fmla="*/ 1009650 w 1009650"/>
                  <a:gd name="connsiteY0" fmla="*/ 117433 h 117433"/>
                  <a:gd name="connsiteX1" fmla="*/ 0 w 1009650"/>
                  <a:gd name="connsiteY1" fmla="*/ 41233 h 117433"/>
                  <a:gd name="connsiteX2" fmla="*/ 0 w 1009650"/>
                  <a:gd name="connsiteY2" fmla="*/ 41233 h 117433"/>
                  <a:gd name="connsiteX0" fmla="*/ 1009650 w 1009650"/>
                  <a:gd name="connsiteY0" fmla="*/ 129169 h 129169"/>
                  <a:gd name="connsiteX1" fmla="*/ 0 w 1009650"/>
                  <a:gd name="connsiteY1" fmla="*/ 52969 h 129169"/>
                  <a:gd name="connsiteX2" fmla="*/ 0 w 1009650"/>
                  <a:gd name="connsiteY2" fmla="*/ 52969 h 129169"/>
                  <a:gd name="connsiteX0" fmla="*/ 1009650 w 1009650"/>
                  <a:gd name="connsiteY0" fmla="*/ 129169 h 129169"/>
                  <a:gd name="connsiteX1" fmla="*/ 0 w 1009650"/>
                  <a:gd name="connsiteY1" fmla="*/ 52969 h 129169"/>
                  <a:gd name="connsiteX2" fmla="*/ 62372 w 1009650"/>
                  <a:gd name="connsiteY2" fmla="*/ 52969 h 129169"/>
                  <a:gd name="connsiteX0" fmla="*/ 1009650 w 1009650"/>
                  <a:gd name="connsiteY0" fmla="*/ 117434 h 117434"/>
                  <a:gd name="connsiteX1" fmla="*/ 0 w 1009650"/>
                  <a:gd name="connsiteY1" fmla="*/ 41234 h 117434"/>
                  <a:gd name="connsiteX2" fmla="*/ 62372 w 1009650"/>
                  <a:gd name="connsiteY2" fmla="*/ 41234 h 117434"/>
                  <a:gd name="connsiteX0" fmla="*/ 1009650 w 1009650"/>
                  <a:gd name="connsiteY0" fmla="*/ 117434 h 117434"/>
                  <a:gd name="connsiteX1" fmla="*/ 0 w 1009650"/>
                  <a:gd name="connsiteY1" fmla="*/ 41234 h 117434"/>
                  <a:gd name="connsiteX0" fmla="*/ 1009650 w 1009650"/>
                  <a:gd name="connsiteY0" fmla="*/ 95783 h 95783"/>
                  <a:gd name="connsiteX1" fmla="*/ 0 w 1009650"/>
                  <a:gd name="connsiteY1" fmla="*/ 19583 h 957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9650" h="95783">
                    <a:moveTo>
                      <a:pt x="1009650" y="95783"/>
                    </a:moveTo>
                    <a:cubicBezTo>
                      <a:pt x="903491" y="70383"/>
                      <a:pt x="455999" y="-45504"/>
                      <a:pt x="0" y="19583"/>
                    </a:cubicBezTo>
                  </a:path>
                </a:pathLst>
              </a:custGeom>
              <a:noFill/>
              <a:ln w="2857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E487ED69-A6DB-EF3B-8DAC-175421444BDA}"/>
                  </a:ext>
                </a:extLst>
              </p:cNvPr>
              <p:cNvSpPr/>
              <p:nvPr/>
            </p:nvSpPr>
            <p:spPr>
              <a:xfrm rot="20909515">
                <a:off x="4968038" y="4731937"/>
                <a:ext cx="368302" cy="93885"/>
              </a:xfrm>
              <a:custGeom>
                <a:avLst/>
                <a:gdLst>
                  <a:gd name="connsiteX0" fmla="*/ 1009650 w 1009650"/>
                  <a:gd name="connsiteY0" fmla="*/ 76200 h 76200"/>
                  <a:gd name="connsiteX1" fmla="*/ 0 w 1009650"/>
                  <a:gd name="connsiteY1" fmla="*/ 0 h 76200"/>
                  <a:gd name="connsiteX2" fmla="*/ 0 w 1009650"/>
                  <a:gd name="connsiteY2" fmla="*/ 0 h 76200"/>
                  <a:gd name="connsiteX0" fmla="*/ 1009650 w 1009650"/>
                  <a:gd name="connsiteY0" fmla="*/ 117433 h 117433"/>
                  <a:gd name="connsiteX1" fmla="*/ 0 w 1009650"/>
                  <a:gd name="connsiteY1" fmla="*/ 41233 h 117433"/>
                  <a:gd name="connsiteX2" fmla="*/ 0 w 1009650"/>
                  <a:gd name="connsiteY2" fmla="*/ 41233 h 117433"/>
                  <a:gd name="connsiteX0" fmla="*/ 1009650 w 1009650"/>
                  <a:gd name="connsiteY0" fmla="*/ 129169 h 129169"/>
                  <a:gd name="connsiteX1" fmla="*/ 0 w 1009650"/>
                  <a:gd name="connsiteY1" fmla="*/ 52969 h 129169"/>
                  <a:gd name="connsiteX2" fmla="*/ 0 w 1009650"/>
                  <a:gd name="connsiteY2" fmla="*/ 52969 h 129169"/>
                  <a:gd name="connsiteX0" fmla="*/ 1009650 w 1009650"/>
                  <a:gd name="connsiteY0" fmla="*/ 129169 h 129169"/>
                  <a:gd name="connsiteX1" fmla="*/ 0 w 1009650"/>
                  <a:gd name="connsiteY1" fmla="*/ 52969 h 129169"/>
                  <a:gd name="connsiteX2" fmla="*/ 62372 w 1009650"/>
                  <a:gd name="connsiteY2" fmla="*/ 52969 h 129169"/>
                  <a:gd name="connsiteX0" fmla="*/ 1009650 w 1009650"/>
                  <a:gd name="connsiteY0" fmla="*/ 117434 h 117434"/>
                  <a:gd name="connsiteX1" fmla="*/ 0 w 1009650"/>
                  <a:gd name="connsiteY1" fmla="*/ 41234 h 117434"/>
                  <a:gd name="connsiteX2" fmla="*/ 62372 w 1009650"/>
                  <a:gd name="connsiteY2" fmla="*/ 41234 h 117434"/>
                  <a:gd name="connsiteX0" fmla="*/ 1009650 w 1009650"/>
                  <a:gd name="connsiteY0" fmla="*/ 117434 h 117434"/>
                  <a:gd name="connsiteX1" fmla="*/ 0 w 1009650"/>
                  <a:gd name="connsiteY1" fmla="*/ 41234 h 117434"/>
                  <a:gd name="connsiteX0" fmla="*/ 1009650 w 1009650"/>
                  <a:gd name="connsiteY0" fmla="*/ 95783 h 95783"/>
                  <a:gd name="connsiteX1" fmla="*/ 0 w 1009650"/>
                  <a:gd name="connsiteY1" fmla="*/ 19583 h 957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9650" h="95783">
                    <a:moveTo>
                      <a:pt x="1009650" y="95783"/>
                    </a:moveTo>
                    <a:cubicBezTo>
                      <a:pt x="903491" y="70383"/>
                      <a:pt x="455999" y="-45504"/>
                      <a:pt x="0" y="19583"/>
                    </a:cubicBezTo>
                  </a:path>
                </a:pathLst>
              </a:custGeom>
              <a:noFill/>
              <a:ln w="2857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682543B7-3818-4694-EC42-3926CF30E120}"/>
                  </a:ext>
                </a:extLst>
              </p:cNvPr>
              <p:cNvSpPr/>
              <p:nvPr/>
            </p:nvSpPr>
            <p:spPr>
              <a:xfrm>
                <a:off x="5388804" y="5098713"/>
                <a:ext cx="368302" cy="93885"/>
              </a:xfrm>
              <a:custGeom>
                <a:avLst/>
                <a:gdLst>
                  <a:gd name="connsiteX0" fmla="*/ 1009650 w 1009650"/>
                  <a:gd name="connsiteY0" fmla="*/ 76200 h 76200"/>
                  <a:gd name="connsiteX1" fmla="*/ 0 w 1009650"/>
                  <a:gd name="connsiteY1" fmla="*/ 0 h 76200"/>
                  <a:gd name="connsiteX2" fmla="*/ 0 w 1009650"/>
                  <a:gd name="connsiteY2" fmla="*/ 0 h 76200"/>
                  <a:gd name="connsiteX0" fmla="*/ 1009650 w 1009650"/>
                  <a:gd name="connsiteY0" fmla="*/ 117433 h 117433"/>
                  <a:gd name="connsiteX1" fmla="*/ 0 w 1009650"/>
                  <a:gd name="connsiteY1" fmla="*/ 41233 h 117433"/>
                  <a:gd name="connsiteX2" fmla="*/ 0 w 1009650"/>
                  <a:gd name="connsiteY2" fmla="*/ 41233 h 117433"/>
                  <a:gd name="connsiteX0" fmla="*/ 1009650 w 1009650"/>
                  <a:gd name="connsiteY0" fmla="*/ 129169 h 129169"/>
                  <a:gd name="connsiteX1" fmla="*/ 0 w 1009650"/>
                  <a:gd name="connsiteY1" fmla="*/ 52969 h 129169"/>
                  <a:gd name="connsiteX2" fmla="*/ 0 w 1009650"/>
                  <a:gd name="connsiteY2" fmla="*/ 52969 h 129169"/>
                  <a:gd name="connsiteX0" fmla="*/ 1009650 w 1009650"/>
                  <a:gd name="connsiteY0" fmla="*/ 129169 h 129169"/>
                  <a:gd name="connsiteX1" fmla="*/ 0 w 1009650"/>
                  <a:gd name="connsiteY1" fmla="*/ 52969 h 129169"/>
                  <a:gd name="connsiteX2" fmla="*/ 62372 w 1009650"/>
                  <a:gd name="connsiteY2" fmla="*/ 52969 h 129169"/>
                  <a:gd name="connsiteX0" fmla="*/ 1009650 w 1009650"/>
                  <a:gd name="connsiteY0" fmla="*/ 117434 h 117434"/>
                  <a:gd name="connsiteX1" fmla="*/ 0 w 1009650"/>
                  <a:gd name="connsiteY1" fmla="*/ 41234 h 117434"/>
                  <a:gd name="connsiteX2" fmla="*/ 62372 w 1009650"/>
                  <a:gd name="connsiteY2" fmla="*/ 41234 h 117434"/>
                  <a:gd name="connsiteX0" fmla="*/ 1009650 w 1009650"/>
                  <a:gd name="connsiteY0" fmla="*/ 117434 h 117434"/>
                  <a:gd name="connsiteX1" fmla="*/ 0 w 1009650"/>
                  <a:gd name="connsiteY1" fmla="*/ 41234 h 117434"/>
                  <a:gd name="connsiteX0" fmla="*/ 1009650 w 1009650"/>
                  <a:gd name="connsiteY0" fmla="*/ 95783 h 95783"/>
                  <a:gd name="connsiteX1" fmla="*/ 0 w 1009650"/>
                  <a:gd name="connsiteY1" fmla="*/ 19583 h 957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9650" h="95783">
                    <a:moveTo>
                      <a:pt x="1009650" y="95783"/>
                    </a:moveTo>
                    <a:cubicBezTo>
                      <a:pt x="903491" y="70383"/>
                      <a:pt x="455999" y="-45504"/>
                      <a:pt x="0" y="19583"/>
                    </a:cubicBezTo>
                  </a:path>
                </a:pathLst>
              </a:custGeom>
              <a:noFill/>
              <a:ln w="2857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7FCA7D1D-EA26-4F76-0770-143F0E68DBFC}"/>
                  </a:ext>
                </a:extLst>
              </p:cNvPr>
              <p:cNvSpPr/>
              <p:nvPr/>
            </p:nvSpPr>
            <p:spPr>
              <a:xfrm>
                <a:off x="5017114" y="5362311"/>
                <a:ext cx="368302" cy="93885"/>
              </a:xfrm>
              <a:custGeom>
                <a:avLst/>
                <a:gdLst>
                  <a:gd name="connsiteX0" fmla="*/ 1009650 w 1009650"/>
                  <a:gd name="connsiteY0" fmla="*/ 76200 h 76200"/>
                  <a:gd name="connsiteX1" fmla="*/ 0 w 1009650"/>
                  <a:gd name="connsiteY1" fmla="*/ 0 h 76200"/>
                  <a:gd name="connsiteX2" fmla="*/ 0 w 1009650"/>
                  <a:gd name="connsiteY2" fmla="*/ 0 h 76200"/>
                  <a:gd name="connsiteX0" fmla="*/ 1009650 w 1009650"/>
                  <a:gd name="connsiteY0" fmla="*/ 117433 h 117433"/>
                  <a:gd name="connsiteX1" fmla="*/ 0 w 1009650"/>
                  <a:gd name="connsiteY1" fmla="*/ 41233 h 117433"/>
                  <a:gd name="connsiteX2" fmla="*/ 0 w 1009650"/>
                  <a:gd name="connsiteY2" fmla="*/ 41233 h 117433"/>
                  <a:gd name="connsiteX0" fmla="*/ 1009650 w 1009650"/>
                  <a:gd name="connsiteY0" fmla="*/ 129169 h 129169"/>
                  <a:gd name="connsiteX1" fmla="*/ 0 w 1009650"/>
                  <a:gd name="connsiteY1" fmla="*/ 52969 h 129169"/>
                  <a:gd name="connsiteX2" fmla="*/ 0 w 1009650"/>
                  <a:gd name="connsiteY2" fmla="*/ 52969 h 129169"/>
                  <a:gd name="connsiteX0" fmla="*/ 1009650 w 1009650"/>
                  <a:gd name="connsiteY0" fmla="*/ 129169 h 129169"/>
                  <a:gd name="connsiteX1" fmla="*/ 0 w 1009650"/>
                  <a:gd name="connsiteY1" fmla="*/ 52969 h 129169"/>
                  <a:gd name="connsiteX2" fmla="*/ 62372 w 1009650"/>
                  <a:gd name="connsiteY2" fmla="*/ 52969 h 129169"/>
                  <a:gd name="connsiteX0" fmla="*/ 1009650 w 1009650"/>
                  <a:gd name="connsiteY0" fmla="*/ 117434 h 117434"/>
                  <a:gd name="connsiteX1" fmla="*/ 0 w 1009650"/>
                  <a:gd name="connsiteY1" fmla="*/ 41234 h 117434"/>
                  <a:gd name="connsiteX2" fmla="*/ 62372 w 1009650"/>
                  <a:gd name="connsiteY2" fmla="*/ 41234 h 117434"/>
                  <a:gd name="connsiteX0" fmla="*/ 1009650 w 1009650"/>
                  <a:gd name="connsiteY0" fmla="*/ 117434 h 117434"/>
                  <a:gd name="connsiteX1" fmla="*/ 0 w 1009650"/>
                  <a:gd name="connsiteY1" fmla="*/ 41234 h 117434"/>
                  <a:gd name="connsiteX0" fmla="*/ 1009650 w 1009650"/>
                  <a:gd name="connsiteY0" fmla="*/ 95783 h 95783"/>
                  <a:gd name="connsiteX1" fmla="*/ 0 w 1009650"/>
                  <a:gd name="connsiteY1" fmla="*/ 19583 h 957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9650" h="95783">
                    <a:moveTo>
                      <a:pt x="1009650" y="95783"/>
                    </a:moveTo>
                    <a:cubicBezTo>
                      <a:pt x="903491" y="70383"/>
                      <a:pt x="455999" y="-45504"/>
                      <a:pt x="0" y="19583"/>
                    </a:cubicBezTo>
                  </a:path>
                </a:pathLst>
              </a:custGeom>
              <a:noFill/>
              <a:ln w="2857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C45DF0BA-CB28-7525-EEF7-08C4449FBAB3}"/>
                  </a:ext>
                </a:extLst>
              </p:cNvPr>
              <p:cNvSpPr/>
              <p:nvPr/>
            </p:nvSpPr>
            <p:spPr>
              <a:xfrm rot="21274733">
                <a:off x="5362688" y="5820692"/>
                <a:ext cx="260315" cy="45719"/>
              </a:xfrm>
              <a:custGeom>
                <a:avLst/>
                <a:gdLst>
                  <a:gd name="connsiteX0" fmla="*/ 1009650 w 1009650"/>
                  <a:gd name="connsiteY0" fmla="*/ 76200 h 76200"/>
                  <a:gd name="connsiteX1" fmla="*/ 0 w 1009650"/>
                  <a:gd name="connsiteY1" fmla="*/ 0 h 76200"/>
                  <a:gd name="connsiteX2" fmla="*/ 0 w 1009650"/>
                  <a:gd name="connsiteY2" fmla="*/ 0 h 76200"/>
                  <a:gd name="connsiteX0" fmla="*/ 1009650 w 1009650"/>
                  <a:gd name="connsiteY0" fmla="*/ 117433 h 117433"/>
                  <a:gd name="connsiteX1" fmla="*/ 0 w 1009650"/>
                  <a:gd name="connsiteY1" fmla="*/ 41233 h 117433"/>
                  <a:gd name="connsiteX2" fmla="*/ 0 w 1009650"/>
                  <a:gd name="connsiteY2" fmla="*/ 41233 h 117433"/>
                  <a:gd name="connsiteX0" fmla="*/ 1009650 w 1009650"/>
                  <a:gd name="connsiteY0" fmla="*/ 129169 h 129169"/>
                  <a:gd name="connsiteX1" fmla="*/ 0 w 1009650"/>
                  <a:gd name="connsiteY1" fmla="*/ 52969 h 129169"/>
                  <a:gd name="connsiteX2" fmla="*/ 0 w 1009650"/>
                  <a:gd name="connsiteY2" fmla="*/ 52969 h 129169"/>
                  <a:gd name="connsiteX0" fmla="*/ 1009650 w 1009650"/>
                  <a:gd name="connsiteY0" fmla="*/ 129169 h 129169"/>
                  <a:gd name="connsiteX1" fmla="*/ 0 w 1009650"/>
                  <a:gd name="connsiteY1" fmla="*/ 52969 h 129169"/>
                  <a:gd name="connsiteX2" fmla="*/ 62372 w 1009650"/>
                  <a:gd name="connsiteY2" fmla="*/ 52969 h 129169"/>
                  <a:gd name="connsiteX0" fmla="*/ 1009650 w 1009650"/>
                  <a:gd name="connsiteY0" fmla="*/ 117434 h 117434"/>
                  <a:gd name="connsiteX1" fmla="*/ 0 w 1009650"/>
                  <a:gd name="connsiteY1" fmla="*/ 41234 h 117434"/>
                  <a:gd name="connsiteX2" fmla="*/ 62372 w 1009650"/>
                  <a:gd name="connsiteY2" fmla="*/ 41234 h 117434"/>
                  <a:gd name="connsiteX0" fmla="*/ 1009650 w 1009650"/>
                  <a:gd name="connsiteY0" fmla="*/ 117434 h 117434"/>
                  <a:gd name="connsiteX1" fmla="*/ 0 w 1009650"/>
                  <a:gd name="connsiteY1" fmla="*/ 41234 h 117434"/>
                  <a:gd name="connsiteX0" fmla="*/ 1009650 w 1009650"/>
                  <a:gd name="connsiteY0" fmla="*/ 95783 h 95783"/>
                  <a:gd name="connsiteX1" fmla="*/ 0 w 1009650"/>
                  <a:gd name="connsiteY1" fmla="*/ 19583 h 957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9650" h="95783">
                    <a:moveTo>
                      <a:pt x="1009650" y="95783"/>
                    </a:moveTo>
                    <a:cubicBezTo>
                      <a:pt x="903491" y="70383"/>
                      <a:pt x="455999" y="-45504"/>
                      <a:pt x="0" y="19583"/>
                    </a:cubicBezTo>
                  </a:path>
                </a:pathLst>
              </a:custGeom>
              <a:noFill/>
              <a:ln w="2857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E89A1E4A-0EE2-3DAA-1A30-D7C4163827E9}"/>
                  </a:ext>
                </a:extLst>
              </p:cNvPr>
              <p:cNvSpPr/>
              <p:nvPr/>
            </p:nvSpPr>
            <p:spPr>
              <a:xfrm rot="20858832">
                <a:off x="5101076" y="6131923"/>
                <a:ext cx="213147" cy="45719"/>
              </a:xfrm>
              <a:custGeom>
                <a:avLst/>
                <a:gdLst>
                  <a:gd name="connsiteX0" fmla="*/ 1009650 w 1009650"/>
                  <a:gd name="connsiteY0" fmla="*/ 76200 h 76200"/>
                  <a:gd name="connsiteX1" fmla="*/ 0 w 1009650"/>
                  <a:gd name="connsiteY1" fmla="*/ 0 h 76200"/>
                  <a:gd name="connsiteX2" fmla="*/ 0 w 1009650"/>
                  <a:gd name="connsiteY2" fmla="*/ 0 h 76200"/>
                  <a:gd name="connsiteX0" fmla="*/ 1009650 w 1009650"/>
                  <a:gd name="connsiteY0" fmla="*/ 117433 h 117433"/>
                  <a:gd name="connsiteX1" fmla="*/ 0 w 1009650"/>
                  <a:gd name="connsiteY1" fmla="*/ 41233 h 117433"/>
                  <a:gd name="connsiteX2" fmla="*/ 0 w 1009650"/>
                  <a:gd name="connsiteY2" fmla="*/ 41233 h 117433"/>
                  <a:gd name="connsiteX0" fmla="*/ 1009650 w 1009650"/>
                  <a:gd name="connsiteY0" fmla="*/ 129169 h 129169"/>
                  <a:gd name="connsiteX1" fmla="*/ 0 w 1009650"/>
                  <a:gd name="connsiteY1" fmla="*/ 52969 h 129169"/>
                  <a:gd name="connsiteX2" fmla="*/ 0 w 1009650"/>
                  <a:gd name="connsiteY2" fmla="*/ 52969 h 129169"/>
                  <a:gd name="connsiteX0" fmla="*/ 1009650 w 1009650"/>
                  <a:gd name="connsiteY0" fmla="*/ 129169 h 129169"/>
                  <a:gd name="connsiteX1" fmla="*/ 0 w 1009650"/>
                  <a:gd name="connsiteY1" fmla="*/ 52969 h 129169"/>
                  <a:gd name="connsiteX2" fmla="*/ 62372 w 1009650"/>
                  <a:gd name="connsiteY2" fmla="*/ 52969 h 129169"/>
                  <a:gd name="connsiteX0" fmla="*/ 1009650 w 1009650"/>
                  <a:gd name="connsiteY0" fmla="*/ 117434 h 117434"/>
                  <a:gd name="connsiteX1" fmla="*/ 0 w 1009650"/>
                  <a:gd name="connsiteY1" fmla="*/ 41234 h 117434"/>
                  <a:gd name="connsiteX2" fmla="*/ 62372 w 1009650"/>
                  <a:gd name="connsiteY2" fmla="*/ 41234 h 117434"/>
                  <a:gd name="connsiteX0" fmla="*/ 1009650 w 1009650"/>
                  <a:gd name="connsiteY0" fmla="*/ 117434 h 117434"/>
                  <a:gd name="connsiteX1" fmla="*/ 0 w 1009650"/>
                  <a:gd name="connsiteY1" fmla="*/ 41234 h 117434"/>
                  <a:gd name="connsiteX0" fmla="*/ 1009650 w 1009650"/>
                  <a:gd name="connsiteY0" fmla="*/ 95783 h 95783"/>
                  <a:gd name="connsiteX1" fmla="*/ 0 w 1009650"/>
                  <a:gd name="connsiteY1" fmla="*/ 19583 h 957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9650" h="95783">
                    <a:moveTo>
                      <a:pt x="1009650" y="95783"/>
                    </a:moveTo>
                    <a:cubicBezTo>
                      <a:pt x="903491" y="70383"/>
                      <a:pt x="455999" y="-45504"/>
                      <a:pt x="0" y="19583"/>
                    </a:cubicBezTo>
                  </a:path>
                </a:pathLst>
              </a:custGeom>
              <a:noFill/>
              <a:ln w="2857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C8E8701E-4687-EBA3-4ECA-9E63523D82B4}"/>
                  </a:ext>
                </a:extLst>
              </p:cNvPr>
              <p:cNvSpPr/>
              <p:nvPr/>
            </p:nvSpPr>
            <p:spPr>
              <a:xfrm>
                <a:off x="5249069" y="6437753"/>
                <a:ext cx="213147" cy="45719"/>
              </a:xfrm>
              <a:custGeom>
                <a:avLst/>
                <a:gdLst>
                  <a:gd name="connsiteX0" fmla="*/ 1009650 w 1009650"/>
                  <a:gd name="connsiteY0" fmla="*/ 76200 h 76200"/>
                  <a:gd name="connsiteX1" fmla="*/ 0 w 1009650"/>
                  <a:gd name="connsiteY1" fmla="*/ 0 h 76200"/>
                  <a:gd name="connsiteX2" fmla="*/ 0 w 1009650"/>
                  <a:gd name="connsiteY2" fmla="*/ 0 h 76200"/>
                  <a:gd name="connsiteX0" fmla="*/ 1009650 w 1009650"/>
                  <a:gd name="connsiteY0" fmla="*/ 117433 h 117433"/>
                  <a:gd name="connsiteX1" fmla="*/ 0 w 1009650"/>
                  <a:gd name="connsiteY1" fmla="*/ 41233 h 117433"/>
                  <a:gd name="connsiteX2" fmla="*/ 0 w 1009650"/>
                  <a:gd name="connsiteY2" fmla="*/ 41233 h 117433"/>
                  <a:gd name="connsiteX0" fmla="*/ 1009650 w 1009650"/>
                  <a:gd name="connsiteY0" fmla="*/ 129169 h 129169"/>
                  <a:gd name="connsiteX1" fmla="*/ 0 w 1009650"/>
                  <a:gd name="connsiteY1" fmla="*/ 52969 h 129169"/>
                  <a:gd name="connsiteX2" fmla="*/ 0 w 1009650"/>
                  <a:gd name="connsiteY2" fmla="*/ 52969 h 129169"/>
                  <a:gd name="connsiteX0" fmla="*/ 1009650 w 1009650"/>
                  <a:gd name="connsiteY0" fmla="*/ 129169 h 129169"/>
                  <a:gd name="connsiteX1" fmla="*/ 0 w 1009650"/>
                  <a:gd name="connsiteY1" fmla="*/ 52969 h 129169"/>
                  <a:gd name="connsiteX2" fmla="*/ 62372 w 1009650"/>
                  <a:gd name="connsiteY2" fmla="*/ 52969 h 129169"/>
                  <a:gd name="connsiteX0" fmla="*/ 1009650 w 1009650"/>
                  <a:gd name="connsiteY0" fmla="*/ 117434 h 117434"/>
                  <a:gd name="connsiteX1" fmla="*/ 0 w 1009650"/>
                  <a:gd name="connsiteY1" fmla="*/ 41234 h 117434"/>
                  <a:gd name="connsiteX2" fmla="*/ 62372 w 1009650"/>
                  <a:gd name="connsiteY2" fmla="*/ 41234 h 117434"/>
                  <a:gd name="connsiteX0" fmla="*/ 1009650 w 1009650"/>
                  <a:gd name="connsiteY0" fmla="*/ 117434 h 117434"/>
                  <a:gd name="connsiteX1" fmla="*/ 0 w 1009650"/>
                  <a:gd name="connsiteY1" fmla="*/ 41234 h 117434"/>
                  <a:gd name="connsiteX0" fmla="*/ 1009650 w 1009650"/>
                  <a:gd name="connsiteY0" fmla="*/ 95783 h 95783"/>
                  <a:gd name="connsiteX1" fmla="*/ 0 w 1009650"/>
                  <a:gd name="connsiteY1" fmla="*/ 19583 h 957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09650" h="95783">
                    <a:moveTo>
                      <a:pt x="1009650" y="95783"/>
                    </a:moveTo>
                    <a:cubicBezTo>
                      <a:pt x="903491" y="70383"/>
                      <a:pt x="455999" y="-45504"/>
                      <a:pt x="0" y="19583"/>
                    </a:cubicBezTo>
                  </a:path>
                </a:pathLst>
              </a:custGeom>
              <a:noFill/>
              <a:ln w="28575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603349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>
            <a:extLst>
              <a:ext uri="{FF2B5EF4-FFF2-40B4-BE49-F238E27FC236}">
                <a16:creationId xmlns:a16="http://schemas.microsoft.com/office/drawing/2014/main" id="{9C0C13A3-B88F-7C78-74CC-BAF86A48F759}"/>
              </a:ext>
            </a:extLst>
          </p:cNvPr>
          <p:cNvSpPr/>
          <p:nvPr/>
        </p:nvSpPr>
        <p:spPr>
          <a:xfrm rot="19571292" flipH="1" flipV="1">
            <a:off x="-1343740" y="4197736"/>
            <a:ext cx="598633" cy="205083"/>
          </a:xfrm>
          <a:custGeom>
            <a:avLst/>
            <a:gdLst>
              <a:gd name="connsiteX0" fmla="*/ 0 w 1007285"/>
              <a:gd name="connsiteY0" fmla="*/ 0 h 94954"/>
              <a:gd name="connsiteX1" fmla="*/ 1007285 w 1007285"/>
              <a:gd name="connsiteY1" fmla="*/ 0 h 94954"/>
              <a:gd name="connsiteX2" fmla="*/ 1007285 w 1007285"/>
              <a:gd name="connsiteY2" fmla="*/ 94954 h 94954"/>
              <a:gd name="connsiteX3" fmla="*/ 0 w 1007285"/>
              <a:gd name="connsiteY3" fmla="*/ 94954 h 94954"/>
              <a:gd name="connsiteX4" fmla="*/ 0 w 1007285"/>
              <a:gd name="connsiteY4" fmla="*/ 0 h 94954"/>
              <a:gd name="connsiteX0" fmla="*/ 2819400 w 3826685"/>
              <a:gd name="connsiteY0" fmla="*/ 0 h 869654"/>
              <a:gd name="connsiteX1" fmla="*/ 3826685 w 3826685"/>
              <a:gd name="connsiteY1" fmla="*/ 0 h 869654"/>
              <a:gd name="connsiteX2" fmla="*/ 3826685 w 3826685"/>
              <a:gd name="connsiteY2" fmla="*/ 94954 h 869654"/>
              <a:gd name="connsiteX3" fmla="*/ 0 w 3826685"/>
              <a:gd name="connsiteY3" fmla="*/ 869654 h 869654"/>
              <a:gd name="connsiteX4" fmla="*/ 2819400 w 3826685"/>
              <a:gd name="connsiteY4" fmla="*/ 0 h 869654"/>
              <a:gd name="connsiteX0" fmla="*/ 0 w 3826685"/>
              <a:gd name="connsiteY0" fmla="*/ 869654 h 869654"/>
              <a:gd name="connsiteX1" fmla="*/ 3826685 w 3826685"/>
              <a:gd name="connsiteY1" fmla="*/ 0 h 869654"/>
              <a:gd name="connsiteX2" fmla="*/ 3826685 w 3826685"/>
              <a:gd name="connsiteY2" fmla="*/ 94954 h 869654"/>
              <a:gd name="connsiteX3" fmla="*/ 0 w 3826685"/>
              <a:gd name="connsiteY3" fmla="*/ 869654 h 869654"/>
              <a:gd name="connsiteX0" fmla="*/ 0 w 3826685"/>
              <a:gd name="connsiteY0" fmla="*/ 869654 h 935136"/>
              <a:gd name="connsiteX1" fmla="*/ 3826685 w 3826685"/>
              <a:gd name="connsiteY1" fmla="*/ 0 h 935136"/>
              <a:gd name="connsiteX2" fmla="*/ 3826685 w 3826685"/>
              <a:gd name="connsiteY2" fmla="*/ 94954 h 935136"/>
              <a:gd name="connsiteX3" fmla="*/ 0 w 3826685"/>
              <a:gd name="connsiteY3" fmla="*/ 869654 h 935136"/>
              <a:gd name="connsiteX0" fmla="*/ 0 w 3826685"/>
              <a:gd name="connsiteY0" fmla="*/ 869654 h 935136"/>
              <a:gd name="connsiteX1" fmla="*/ 3826685 w 3826685"/>
              <a:gd name="connsiteY1" fmla="*/ 0 h 935136"/>
              <a:gd name="connsiteX2" fmla="*/ 3826685 w 3826685"/>
              <a:gd name="connsiteY2" fmla="*/ 94954 h 935136"/>
              <a:gd name="connsiteX3" fmla="*/ 0 w 3826685"/>
              <a:gd name="connsiteY3" fmla="*/ 869654 h 935136"/>
              <a:gd name="connsiteX0" fmla="*/ 0 w 3826685"/>
              <a:gd name="connsiteY0" fmla="*/ 968065 h 1033547"/>
              <a:gd name="connsiteX1" fmla="*/ 3826685 w 3826685"/>
              <a:gd name="connsiteY1" fmla="*/ 98411 h 1033547"/>
              <a:gd name="connsiteX2" fmla="*/ 3826685 w 3826685"/>
              <a:gd name="connsiteY2" fmla="*/ 193365 h 1033547"/>
              <a:gd name="connsiteX3" fmla="*/ 0 w 3826685"/>
              <a:gd name="connsiteY3" fmla="*/ 968065 h 1033547"/>
              <a:gd name="connsiteX0" fmla="*/ 0 w 3826685"/>
              <a:gd name="connsiteY0" fmla="*/ 968065 h 1013810"/>
              <a:gd name="connsiteX1" fmla="*/ 3826685 w 3826685"/>
              <a:gd name="connsiteY1" fmla="*/ 98411 h 1013810"/>
              <a:gd name="connsiteX2" fmla="*/ 3826685 w 3826685"/>
              <a:gd name="connsiteY2" fmla="*/ 193365 h 1013810"/>
              <a:gd name="connsiteX3" fmla="*/ 0 w 3826685"/>
              <a:gd name="connsiteY3" fmla="*/ 968065 h 1013810"/>
              <a:gd name="connsiteX0" fmla="*/ 0 w 3826685"/>
              <a:gd name="connsiteY0" fmla="*/ 968065 h 1012429"/>
              <a:gd name="connsiteX1" fmla="*/ 3826685 w 3826685"/>
              <a:gd name="connsiteY1" fmla="*/ 98411 h 1012429"/>
              <a:gd name="connsiteX2" fmla="*/ 3826685 w 3826685"/>
              <a:gd name="connsiteY2" fmla="*/ 193365 h 1012429"/>
              <a:gd name="connsiteX3" fmla="*/ 0 w 3826685"/>
              <a:gd name="connsiteY3" fmla="*/ 968065 h 1012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26685" h="1012429">
                <a:moveTo>
                  <a:pt x="0" y="968065"/>
                </a:moveTo>
                <a:cubicBezTo>
                  <a:pt x="1199362" y="1008380"/>
                  <a:pt x="2779723" y="-373704"/>
                  <a:pt x="3826685" y="98411"/>
                </a:cubicBezTo>
                <a:lnTo>
                  <a:pt x="3826685" y="193365"/>
                </a:lnTo>
                <a:cubicBezTo>
                  <a:pt x="2614623" y="-65927"/>
                  <a:pt x="932662" y="1268632"/>
                  <a:pt x="0" y="968065"/>
                </a:cubicBezTo>
                <a:close/>
              </a:path>
            </a:pathLst>
          </a:custGeom>
          <a:solidFill>
            <a:srgbClr val="64263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1217C58-6927-A8CD-1737-464B374E4742}"/>
              </a:ext>
            </a:extLst>
          </p:cNvPr>
          <p:cNvGrpSpPr/>
          <p:nvPr/>
        </p:nvGrpSpPr>
        <p:grpSpPr>
          <a:xfrm>
            <a:off x="-323850" y="752198"/>
            <a:ext cx="6455945" cy="5970863"/>
            <a:chOff x="4231842" y="2715747"/>
            <a:chExt cx="3924761" cy="3629865"/>
          </a:xfrm>
        </p:grpSpPr>
        <p:sp>
          <p:nvSpPr>
            <p:cNvPr id="30" name="Rectangle 2">
              <a:extLst>
                <a:ext uri="{FF2B5EF4-FFF2-40B4-BE49-F238E27FC236}">
                  <a16:creationId xmlns:a16="http://schemas.microsoft.com/office/drawing/2014/main" id="{8545400A-452E-71A9-C4AD-FC8F03DFFC3B}"/>
                </a:ext>
              </a:extLst>
            </p:cNvPr>
            <p:cNvSpPr/>
            <p:nvPr/>
          </p:nvSpPr>
          <p:spPr>
            <a:xfrm>
              <a:off x="4920707" y="2715747"/>
              <a:ext cx="3235896" cy="3629865"/>
            </a:xfrm>
            <a:custGeom>
              <a:avLst/>
              <a:gdLst>
                <a:gd name="connsiteX0" fmla="*/ 0 w 1465943"/>
                <a:gd name="connsiteY0" fmla="*/ 0 h 2046514"/>
                <a:gd name="connsiteX1" fmla="*/ 1465943 w 1465943"/>
                <a:gd name="connsiteY1" fmla="*/ 0 h 2046514"/>
                <a:gd name="connsiteX2" fmla="*/ 1465943 w 1465943"/>
                <a:gd name="connsiteY2" fmla="*/ 2046514 h 2046514"/>
                <a:gd name="connsiteX3" fmla="*/ 0 w 1465943"/>
                <a:gd name="connsiteY3" fmla="*/ 2046514 h 2046514"/>
                <a:gd name="connsiteX4" fmla="*/ 0 w 1465943"/>
                <a:gd name="connsiteY4" fmla="*/ 0 h 2046514"/>
                <a:gd name="connsiteX0" fmla="*/ 0 w 1465943"/>
                <a:gd name="connsiteY0" fmla="*/ 0 h 3381828"/>
                <a:gd name="connsiteX1" fmla="*/ 1465943 w 1465943"/>
                <a:gd name="connsiteY1" fmla="*/ 0 h 3381828"/>
                <a:gd name="connsiteX2" fmla="*/ 595086 w 1465943"/>
                <a:gd name="connsiteY2" fmla="*/ 3381828 h 3381828"/>
                <a:gd name="connsiteX3" fmla="*/ 0 w 1465943"/>
                <a:gd name="connsiteY3" fmla="*/ 2046514 h 3381828"/>
                <a:gd name="connsiteX4" fmla="*/ 0 w 1465943"/>
                <a:gd name="connsiteY4" fmla="*/ 0 h 3381828"/>
                <a:gd name="connsiteX0" fmla="*/ 1059180 w 2525123"/>
                <a:gd name="connsiteY0" fmla="*/ 0 h 3381828"/>
                <a:gd name="connsiteX1" fmla="*/ 2525123 w 2525123"/>
                <a:gd name="connsiteY1" fmla="*/ 0 h 3381828"/>
                <a:gd name="connsiteX2" fmla="*/ 1654266 w 2525123"/>
                <a:gd name="connsiteY2" fmla="*/ 3381828 h 3381828"/>
                <a:gd name="connsiteX3" fmla="*/ 0 w 2525123"/>
                <a:gd name="connsiteY3" fmla="*/ 2983774 h 3381828"/>
                <a:gd name="connsiteX4" fmla="*/ 1059180 w 2525123"/>
                <a:gd name="connsiteY4" fmla="*/ 0 h 3381828"/>
                <a:gd name="connsiteX0" fmla="*/ 1059180 w 2525123"/>
                <a:gd name="connsiteY0" fmla="*/ 0 h 3381828"/>
                <a:gd name="connsiteX1" fmla="*/ 2525123 w 2525123"/>
                <a:gd name="connsiteY1" fmla="*/ 0 h 3381828"/>
                <a:gd name="connsiteX2" fmla="*/ 1654266 w 2525123"/>
                <a:gd name="connsiteY2" fmla="*/ 3381828 h 3381828"/>
                <a:gd name="connsiteX3" fmla="*/ 0 w 2525123"/>
                <a:gd name="connsiteY3" fmla="*/ 2983774 h 3381828"/>
                <a:gd name="connsiteX4" fmla="*/ 1059180 w 2525123"/>
                <a:gd name="connsiteY4" fmla="*/ 0 h 3381828"/>
                <a:gd name="connsiteX0" fmla="*/ 1059180 w 2525123"/>
                <a:gd name="connsiteY0" fmla="*/ 0 h 3351348"/>
                <a:gd name="connsiteX1" fmla="*/ 2525123 w 2525123"/>
                <a:gd name="connsiteY1" fmla="*/ 0 h 3351348"/>
                <a:gd name="connsiteX2" fmla="*/ 1654266 w 2525123"/>
                <a:gd name="connsiteY2" fmla="*/ 3351348 h 3351348"/>
                <a:gd name="connsiteX3" fmla="*/ 0 w 2525123"/>
                <a:gd name="connsiteY3" fmla="*/ 2983774 h 3351348"/>
                <a:gd name="connsiteX4" fmla="*/ 1059180 w 2525123"/>
                <a:gd name="connsiteY4" fmla="*/ 0 h 3351348"/>
                <a:gd name="connsiteX0" fmla="*/ 1059180 w 2525123"/>
                <a:gd name="connsiteY0" fmla="*/ 0 h 3438785"/>
                <a:gd name="connsiteX1" fmla="*/ 2525123 w 2525123"/>
                <a:gd name="connsiteY1" fmla="*/ 0 h 3438785"/>
                <a:gd name="connsiteX2" fmla="*/ 1654266 w 2525123"/>
                <a:gd name="connsiteY2" fmla="*/ 3351348 h 3438785"/>
                <a:gd name="connsiteX3" fmla="*/ 0 w 2525123"/>
                <a:gd name="connsiteY3" fmla="*/ 2983774 h 3438785"/>
                <a:gd name="connsiteX4" fmla="*/ 1059180 w 2525123"/>
                <a:gd name="connsiteY4" fmla="*/ 0 h 3438785"/>
                <a:gd name="connsiteX0" fmla="*/ 1059255 w 2525198"/>
                <a:gd name="connsiteY0" fmla="*/ 0 h 3631788"/>
                <a:gd name="connsiteX1" fmla="*/ 2525198 w 2525198"/>
                <a:gd name="connsiteY1" fmla="*/ 0 h 3631788"/>
                <a:gd name="connsiteX2" fmla="*/ 1654341 w 2525198"/>
                <a:gd name="connsiteY2" fmla="*/ 3351348 h 3631788"/>
                <a:gd name="connsiteX3" fmla="*/ 992489 w 2525198"/>
                <a:gd name="connsiteY3" fmla="*/ 3389461 h 3631788"/>
                <a:gd name="connsiteX4" fmla="*/ 75 w 2525198"/>
                <a:gd name="connsiteY4" fmla="*/ 2983774 h 3631788"/>
                <a:gd name="connsiteX5" fmla="*/ 1059255 w 2525198"/>
                <a:gd name="connsiteY5" fmla="*/ 0 h 3631788"/>
                <a:gd name="connsiteX0" fmla="*/ 1059255 w 2525198"/>
                <a:gd name="connsiteY0" fmla="*/ 0 h 3448573"/>
                <a:gd name="connsiteX1" fmla="*/ 2525198 w 2525198"/>
                <a:gd name="connsiteY1" fmla="*/ 0 h 3448573"/>
                <a:gd name="connsiteX2" fmla="*/ 1654341 w 2525198"/>
                <a:gd name="connsiteY2" fmla="*/ 3351348 h 3448573"/>
                <a:gd name="connsiteX3" fmla="*/ 992489 w 2525198"/>
                <a:gd name="connsiteY3" fmla="*/ 3389461 h 3448573"/>
                <a:gd name="connsiteX4" fmla="*/ 75 w 2525198"/>
                <a:gd name="connsiteY4" fmla="*/ 2983774 h 3448573"/>
                <a:gd name="connsiteX5" fmla="*/ 1059255 w 2525198"/>
                <a:gd name="connsiteY5" fmla="*/ 0 h 3448573"/>
                <a:gd name="connsiteX0" fmla="*/ 1059255 w 2525198"/>
                <a:gd name="connsiteY0" fmla="*/ 0 h 3448573"/>
                <a:gd name="connsiteX1" fmla="*/ 2525198 w 2525198"/>
                <a:gd name="connsiteY1" fmla="*/ 0 h 3448573"/>
                <a:gd name="connsiteX2" fmla="*/ 2249789 w 2525198"/>
                <a:gd name="connsiteY2" fmla="*/ 3206581 h 3448573"/>
                <a:gd name="connsiteX3" fmla="*/ 1654341 w 2525198"/>
                <a:gd name="connsiteY3" fmla="*/ 3351348 h 3448573"/>
                <a:gd name="connsiteX4" fmla="*/ 992489 w 2525198"/>
                <a:gd name="connsiteY4" fmla="*/ 3389461 h 3448573"/>
                <a:gd name="connsiteX5" fmla="*/ 75 w 2525198"/>
                <a:gd name="connsiteY5" fmla="*/ 2983774 h 3448573"/>
                <a:gd name="connsiteX6" fmla="*/ 1059255 w 2525198"/>
                <a:gd name="connsiteY6" fmla="*/ 0 h 3448573"/>
                <a:gd name="connsiteX0" fmla="*/ 1059255 w 2525198"/>
                <a:gd name="connsiteY0" fmla="*/ 0 h 3448573"/>
                <a:gd name="connsiteX1" fmla="*/ 2525198 w 2525198"/>
                <a:gd name="connsiteY1" fmla="*/ 0 h 3448573"/>
                <a:gd name="connsiteX2" fmla="*/ 2249789 w 2525198"/>
                <a:gd name="connsiteY2" fmla="*/ 3206581 h 3448573"/>
                <a:gd name="connsiteX3" fmla="*/ 1654341 w 2525198"/>
                <a:gd name="connsiteY3" fmla="*/ 3351348 h 3448573"/>
                <a:gd name="connsiteX4" fmla="*/ 992489 w 2525198"/>
                <a:gd name="connsiteY4" fmla="*/ 3389461 h 3448573"/>
                <a:gd name="connsiteX5" fmla="*/ 75 w 2525198"/>
                <a:gd name="connsiteY5" fmla="*/ 2983774 h 3448573"/>
                <a:gd name="connsiteX6" fmla="*/ 1059255 w 2525198"/>
                <a:gd name="connsiteY6" fmla="*/ 0 h 3448573"/>
                <a:gd name="connsiteX0" fmla="*/ 1059255 w 2525198"/>
                <a:gd name="connsiteY0" fmla="*/ 0 h 3448573"/>
                <a:gd name="connsiteX1" fmla="*/ 2525198 w 2525198"/>
                <a:gd name="connsiteY1" fmla="*/ 0 h 3448573"/>
                <a:gd name="connsiteX2" fmla="*/ 2249789 w 2525198"/>
                <a:gd name="connsiteY2" fmla="*/ 3206581 h 3448573"/>
                <a:gd name="connsiteX3" fmla="*/ 1654341 w 2525198"/>
                <a:gd name="connsiteY3" fmla="*/ 3351348 h 3448573"/>
                <a:gd name="connsiteX4" fmla="*/ 992489 w 2525198"/>
                <a:gd name="connsiteY4" fmla="*/ 3389461 h 3448573"/>
                <a:gd name="connsiteX5" fmla="*/ 75 w 2525198"/>
                <a:gd name="connsiteY5" fmla="*/ 2983774 h 3448573"/>
                <a:gd name="connsiteX6" fmla="*/ 1059255 w 2525198"/>
                <a:gd name="connsiteY6" fmla="*/ 0 h 3448573"/>
                <a:gd name="connsiteX0" fmla="*/ 1059180 w 2525123"/>
                <a:gd name="connsiteY0" fmla="*/ 0 h 3448573"/>
                <a:gd name="connsiteX1" fmla="*/ 2525123 w 2525123"/>
                <a:gd name="connsiteY1" fmla="*/ 0 h 3448573"/>
                <a:gd name="connsiteX2" fmla="*/ 2249714 w 2525123"/>
                <a:gd name="connsiteY2" fmla="*/ 3206581 h 3448573"/>
                <a:gd name="connsiteX3" fmla="*/ 1654266 w 2525123"/>
                <a:gd name="connsiteY3" fmla="*/ 3351348 h 3448573"/>
                <a:gd name="connsiteX4" fmla="*/ 992414 w 2525123"/>
                <a:gd name="connsiteY4" fmla="*/ 3389461 h 3448573"/>
                <a:gd name="connsiteX5" fmla="*/ 0 w 2525123"/>
                <a:gd name="connsiteY5" fmla="*/ 2983774 h 3448573"/>
                <a:gd name="connsiteX6" fmla="*/ 1059180 w 2525123"/>
                <a:gd name="connsiteY6" fmla="*/ 0 h 3448573"/>
                <a:gd name="connsiteX0" fmla="*/ 1059180 w 2525123"/>
                <a:gd name="connsiteY0" fmla="*/ 0 h 3448573"/>
                <a:gd name="connsiteX1" fmla="*/ 2525123 w 2525123"/>
                <a:gd name="connsiteY1" fmla="*/ 0 h 3448573"/>
                <a:gd name="connsiteX2" fmla="*/ 2249714 w 2525123"/>
                <a:gd name="connsiteY2" fmla="*/ 3206581 h 3448573"/>
                <a:gd name="connsiteX3" fmla="*/ 1654266 w 2525123"/>
                <a:gd name="connsiteY3" fmla="*/ 3351348 h 3448573"/>
                <a:gd name="connsiteX4" fmla="*/ 992414 w 2525123"/>
                <a:gd name="connsiteY4" fmla="*/ 3389461 h 3448573"/>
                <a:gd name="connsiteX5" fmla="*/ 0 w 2525123"/>
                <a:gd name="connsiteY5" fmla="*/ 2983774 h 3448573"/>
                <a:gd name="connsiteX6" fmla="*/ 1059180 w 2525123"/>
                <a:gd name="connsiteY6" fmla="*/ 0 h 3448573"/>
                <a:gd name="connsiteX0" fmla="*/ 1059180 w 3038751"/>
                <a:gd name="connsiteY0" fmla="*/ 0 h 3448573"/>
                <a:gd name="connsiteX1" fmla="*/ 2525123 w 3038751"/>
                <a:gd name="connsiteY1" fmla="*/ 0 h 3448573"/>
                <a:gd name="connsiteX2" fmla="*/ 3034574 w 3038751"/>
                <a:gd name="connsiteY2" fmla="*/ 2345521 h 3448573"/>
                <a:gd name="connsiteX3" fmla="*/ 2249714 w 3038751"/>
                <a:gd name="connsiteY3" fmla="*/ 3206581 h 3448573"/>
                <a:gd name="connsiteX4" fmla="*/ 1654266 w 3038751"/>
                <a:gd name="connsiteY4" fmla="*/ 3351348 h 3448573"/>
                <a:gd name="connsiteX5" fmla="*/ 992414 w 3038751"/>
                <a:gd name="connsiteY5" fmla="*/ 3389461 h 3448573"/>
                <a:gd name="connsiteX6" fmla="*/ 0 w 3038751"/>
                <a:gd name="connsiteY6" fmla="*/ 2983774 h 3448573"/>
                <a:gd name="connsiteX7" fmla="*/ 1059180 w 3038751"/>
                <a:gd name="connsiteY7" fmla="*/ 0 h 3448573"/>
                <a:gd name="connsiteX0" fmla="*/ 1059180 w 3235896"/>
                <a:gd name="connsiteY0" fmla="*/ 0 h 3448573"/>
                <a:gd name="connsiteX1" fmla="*/ 2525123 w 3235896"/>
                <a:gd name="connsiteY1" fmla="*/ 0 h 3448573"/>
                <a:gd name="connsiteX2" fmla="*/ 3209834 w 3235896"/>
                <a:gd name="connsiteY2" fmla="*/ 1469221 h 3448573"/>
                <a:gd name="connsiteX3" fmla="*/ 3034574 w 3235896"/>
                <a:gd name="connsiteY3" fmla="*/ 2345521 h 3448573"/>
                <a:gd name="connsiteX4" fmla="*/ 2249714 w 3235896"/>
                <a:gd name="connsiteY4" fmla="*/ 3206581 h 3448573"/>
                <a:gd name="connsiteX5" fmla="*/ 1654266 w 3235896"/>
                <a:gd name="connsiteY5" fmla="*/ 3351348 h 3448573"/>
                <a:gd name="connsiteX6" fmla="*/ 992414 w 3235896"/>
                <a:gd name="connsiteY6" fmla="*/ 3389461 h 3448573"/>
                <a:gd name="connsiteX7" fmla="*/ 0 w 3235896"/>
                <a:gd name="connsiteY7" fmla="*/ 2983774 h 3448573"/>
                <a:gd name="connsiteX8" fmla="*/ 1059180 w 3235896"/>
                <a:gd name="connsiteY8" fmla="*/ 0 h 3448573"/>
                <a:gd name="connsiteX0" fmla="*/ 1059180 w 3235896"/>
                <a:gd name="connsiteY0" fmla="*/ 0 h 3448573"/>
                <a:gd name="connsiteX1" fmla="*/ 2182223 w 3235896"/>
                <a:gd name="connsiteY1" fmla="*/ 38100 h 3448573"/>
                <a:gd name="connsiteX2" fmla="*/ 3209834 w 3235896"/>
                <a:gd name="connsiteY2" fmla="*/ 1469221 h 3448573"/>
                <a:gd name="connsiteX3" fmla="*/ 3034574 w 3235896"/>
                <a:gd name="connsiteY3" fmla="*/ 2345521 h 3448573"/>
                <a:gd name="connsiteX4" fmla="*/ 2249714 w 3235896"/>
                <a:gd name="connsiteY4" fmla="*/ 3206581 h 3448573"/>
                <a:gd name="connsiteX5" fmla="*/ 1654266 w 3235896"/>
                <a:gd name="connsiteY5" fmla="*/ 3351348 h 3448573"/>
                <a:gd name="connsiteX6" fmla="*/ 992414 w 3235896"/>
                <a:gd name="connsiteY6" fmla="*/ 3389461 h 3448573"/>
                <a:gd name="connsiteX7" fmla="*/ 0 w 3235896"/>
                <a:gd name="connsiteY7" fmla="*/ 2983774 h 3448573"/>
                <a:gd name="connsiteX8" fmla="*/ 1059180 w 3235896"/>
                <a:gd name="connsiteY8" fmla="*/ 0 h 3448573"/>
                <a:gd name="connsiteX0" fmla="*/ 1059180 w 3235896"/>
                <a:gd name="connsiteY0" fmla="*/ 0 h 3448573"/>
                <a:gd name="connsiteX1" fmla="*/ 2182223 w 3235896"/>
                <a:gd name="connsiteY1" fmla="*/ 38100 h 3448573"/>
                <a:gd name="connsiteX2" fmla="*/ 3209834 w 3235896"/>
                <a:gd name="connsiteY2" fmla="*/ 1469221 h 3448573"/>
                <a:gd name="connsiteX3" fmla="*/ 3034574 w 3235896"/>
                <a:gd name="connsiteY3" fmla="*/ 2345521 h 3448573"/>
                <a:gd name="connsiteX4" fmla="*/ 2249714 w 3235896"/>
                <a:gd name="connsiteY4" fmla="*/ 3206581 h 3448573"/>
                <a:gd name="connsiteX5" fmla="*/ 1654266 w 3235896"/>
                <a:gd name="connsiteY5" fmla="*/ 3351348 h 3448573"/>
                <a:gd name="connsiteX6" fmla="*/ 992414 w 3235896"/>
                <a:gd name="connsiteY6" fmla="*/ 3389461 h 3448573"/>
                <a:gd name="connsiteX7" fmla="*/ 0 w 3235896"/>
                <a:gd name="connsiteY7" fmla="*/ 2983774 h 3448573"/>
                <a:gd name="connsiteX8" fmla="*/ 1059180 w 3235896"/>
                <a:gd name="connsiteY8" fmla="*/ 0 h 3448573"/>
                <a:gd name="connsiteX0" fmla="*/ 1059180 w 3235896"/>
                <a:gd name="connsiteY0" fmla="*/ 0 h 3448573"/>
                <a:gd name="connsiteX1" fmla="*/ 2182223 w 3235896"/>
                <a:gd name="connsiteY1" fmla="*/ 38100 h 3448573"/>
                <a:gd name="connsiteX2" fmla="*/ 3209834 w 3235896"/>
                <a:gd name="connsiteY2" fmla="*/ 1469221 h 3448573"/>
                <a:gd name="connsiteX3" fmla="*/ 3034574 w 3235896"/>
                <a:gd name="connsiteY3" fmla="*/ 2345521 h 3448573"/>
                <a:gd name="connsiteX4" fmla="*/ 2249714 w 3235896"/>
                <a:gd name="connsiteY4" fmla="*/ 3206581 h 3448573"/>
                <a:gd name="connsiteX5" fmla="*/ 1654266 w 3235896"/>
                <a:gd name="connsiteY5" fmla="*/ 3351348 h 3448573"/>
                <a:gd name="connsiteX6" fmla="*/ 992414 w 3235896"/>
                <a:gd name="connsiteY6" fmla="*/ 3389461 h 3448573"/>
                <a:gd name="connsiteX7" fmla="*/ 0 w 3235896"/>
                <a:gd name="connsiteY7" fmla="*/ 2983774 h 3448573"/>
                <a:gd name="connsiteX8" fmla="*/ 1059180 w 3235896"/>
                <a:gd name="connsiteY8" fmla="*/ 0 h 3448573"/>
                <a:gd name="connsiteX0" fmla="*/ 1059180 w 3235896"/>
                <a:gd name="connsiteY0" fmla="*/ 166598 h 3615171"/>
                <a:gd name="connsiteX1" fmla="*/ 1530893 w 3235896"/>
                <a:gd name="connsiteY1" fmla="*/ 59 h 3615171"/>
                <a:gd name="connsiteX2" fmla="*/ 2182223 w 3235896"/>
                <a:gd name="connsiteY2" fmla="*/ 204698 h 3615171"/>
                <a:gd name="connsiteX3" fmla="*/ 3209834 w 3235896"/>
                <a:gd name="connsiteY3" fmla="*/ 1635819 h 3615171"/>
                <a:gd name="connsiteX4" fmla="*/ 3034574 w 3235896"/>
                <a:gd name="connsiteY4" fmla="*/ 2512119 h 3615171"/>
                <a:gd name="connsiteX5" fmla="*/ 2249714 w 3235896"/>
                <a:gd name="connsiteY5" fmla="*/ 3373179 h 3615171"/>
                <a:gd name="connsiteX6" fmla="*/ 1654266 w 3235896"/>
                <a:gd name="connsiteY6" fmla="*/ 3517946 h 3615171"/>
                <a:gd name="connsiteX7" fmla="*/ 992414 w 3235896"/>
                <a:gd name="connsiteY7" fmla="*/ 3556059 h 3615171"/>
                <a:gd name="connsiteX8" fmla="*/ 0 w 3235896"/>
                <a:gd name="connsiteY8" fmla="*/ 3150372 h 3615171"/>
                <a:gd name="connsiteX9" fmla="*/ 1059180 w 3235896"/>
                <a:gd name="connsiteY9" fmla="*/ 166598 h 3615171"/>
                <a:gd name="connsiteX0" fmla="*/ 1059180 w 3235896"/>
                <a:gd name="connsiteY0" fmla="*/ 181292 h 3629865"/>
                <a:gd name="connsiteX1" fmla="*/ 1530893 w 3235896"/>
                <a:gd name="connsiteY1" fmla="*/ 14753 h 3629865"/>
                <a:gd name="connsiteX2" fmla="*/ 2182223 w 3235896"/>
                <a:gd name="connsiteY2" fmla="*/ 219392 h 3629865"/>
                <a:gd name="connsiteX3" fmla="*/ 3209834 w 3235896"/>
                <a:gd name="connsiteY3" fmla="*/ 1650513 h 3629865"/>
                <a:gd name="connsiteX4" fmla="*/ 3034574 w 3235896"/>
                <a:gd name="connsiteY4" fmla="*/ 2526813 h 3629865"/>
                <a:gd name="connsiteX5" fmla="*/ 2249714 w 3235896"/>
                <a:gd name="connsiteY5" fmla="*/ 3387873 h 3629865"/>
                <a:gd name="connsiteX6" fmla="*/ 1654266 w 3235896"/>
                <a:gd name="connsiteY6" fmla="*/ 3532640 h 3629865"/>
                <a:gd name="connsiteX7" fmla="*/ 992414 w 3235896"/>
                <a:gd name="connsiteY7" fmla="*/ 3570753 h 3629865"/>
                <a:gd name="connsiteX8" fmla="*/ 0 w 3235896"/>
                <a:gd name="connsiteY8" fmla="*/ 3165066 h 3629865"/>
                <a:gd name="connsiteX9" fmla="*/ 1059180 w 3235896"/>
                <a:gd name="connsiteY9" fmla="*/ 181292 h 3629865"/>
                <a:gd name="connsiteX0" fmla="*/ 1059180 w 3235896"/>
                <a:gd name="connsiteY0" fmla="*/ 181292 h 3629865"/>
                <a:gd name="connsiteX1" fmla="*/ 1530893 w 3235896"/>
                <a:gd name="connsiteY1" fmla="*/ 14753 h 3629865"/>
                <a:gd name="connsiteX2" fmla="*/ 2131423 w 3235896"/>
                <a:gd name="connsiteY2" fmla="*/ 219392 h 3629865"/>
                <a:gd name="connsiteX3" fmla="*/ 3209834 w 3235896"/>
                <a:gd name="connsiteY3" fmla="*/ 1650513 h 3629865"/>
                <a:gd name="connsiteX4" fmla="*/ 3034574 w 3235896"/>
                <a:gd name="connsiteY4" fmla="*/ 2526813 h 3629865"/>
                <a:gd name="connsiteX5" fmla="*/ 2249714 w 3235896"/>
                <a:gd name="connsiteY5" fmla="*/ 3387873 h 3629865"/>
                <a:gd name="connsiteX6" fmla="*/ 1654266 w 3235896"/>
                <a:gd name="connsiteY6" fmla="*/ 3532640 h 3629865"/>
                <a:gd name="connsiteX7" fmla="*/ 992414 w 3235896"/>
                <a:gd name="connsiteY7" fmla="*/ 3570753 h 3629865"/>
                <a:gd name="connsiteX8" fmla="*/ 0 w 3235896"/>
                <a:gd name="connsiteY8" fmla="*/ 3165066 h 3629865"/>
                <a:gd name="connsiteX9" fmla="*/ 1059180 w 3235896"/>
                <a:gd name="connsiteY9" fmla="*/ 181292 h 3629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35896" h="3629865">
                  <a:moveTo>
                    <a:pt x="1059180" y="181292"/>
                  </a:moveTo>
                  <a:cubicBezTo>
                    <a:pt x="1216418" y="185046"/>
                    <a:pt x="1373655" y="10999"/>
                    <a:pt x="1530893" y="14753"/>
                  </a:cubicBezTo>
                  <a:cubicBezTo>
                    <a:pt x="1786103" y="-56734"/>
                    <a:pt x="1914313" y="151179"/>
                    <a:pt x="2131423" y="219392"/>
                  </a:cubicBezTo>
                  <a:cubicBezTo>
                    <a:pt x="2971195" y="512522"/>
                    <a:pt x="3124925" y="1259593"/>
                    <a:pt x="3209834" y="1650513"/>
                  </a:cubicBezTo>
                  <a:cubicBezTo>
                    <a:pt x="3294743" y="2041433"/>
                    <a:pt x="3155224" y="2260113"/>
                    <a:pt x="3034574" y="2526813"/>
                  </a:cubicBezTo>
                  <a:cubicBezTo>
                    <a:pt x="2913924" y="2793513"/>
                    <a:pt x="2362925" y="3276115"/>
                    <a:pt x="2249714" y="3387873"/>
                  </a:cubicBezTo>
                  <a:cubicBezTo>
                    <a:pt x="2119811" y="3565669"/>
                    <a:pt x="1852749" y="3568204"/>
                    <a:pt x="1654266" y="3532640"/>
                  </a:cubicBezTo>
                  <a:cubicBezTo>
                    <a:pt x="1287055" y="3679720"/>
                    <a:pt x="1268125" y="3632015"/>
                    <a:pt x="992414" y="3570753"/>
                  </a:cubicBezTo>
                  <a:cubicBezTo>
                    <a:pt x="716703" y="3562831"/>
                    <a:pt x="166672" y="3380726"/>
                    <a:pt x="0" y="3165066"/>
                  </a:cubicBezTo>
                  <a:lnTo>
                    <a:pt x="1059180" y="181292"/>
                  </a:lnTo>
                  <a:close/>
                </a:path>
              </a:pathLst>
            </a:custGeom>
            <a:solidFill>
              <a:srgbClr val="C2EB75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2">
              <a:extLst>
                <a:ext uri="{FF2B5EF4-FFF2-40B4-BE49-F238E27FC236}">
                  <a16:creationId xmlns:a16="http://schemas.microsoft.com/office/drawing/2014/main" id="{BA4C672B-7094-7FBD-8D4F-7E342202B4C1}"/>
                </a:ext>
              </a:extLst>
            </p:cNvPr>
            <p:cNvSpPr/>
            <p:nvPr/>
          </p:nvSpPr>
          <p:spPr>
            <a:xfrm rot="9803584">
              <a:off x="4267063" y="2815710"/>
              <a:ext cx="2900928" cy="3487312"/>
            </a:xfrm>
            <a:custGeom>
              <a:avLst/>
              <a:gdLst>
                <a:gd name="connsiteX0" fmla="*/ 0 w 1465943"/>
                <a:gd name="connsiteY0" fmla="*/ 0 h 2046514"/>
                <a:gd name="connsiteX1" fmla="*/ 1465943 w 1465943"/>
                <a:gd name="connsiteY1" fmla="*/ 0 h 2046514"/>
                <a:gd name="connsiteX2" fmla="*/ 1465943 w 1465943"/>
                <a:gd name="connsiteY2" fmla="*/ 2046514 h 2046514"/>
                <a:gd name="connsiteX3" fmla="*/ 0 w 1465943"/>
                <a:gd name="connsiteY3" fmla="*/ 2046514 h 2046514"/>
                <a:gd name="connsiteX4" fmla="*/ 0 w 1465943"/>
                <a:gd name="connsiteY4" fmla="*/ 0 h 2046514"/>
                <a:gd name="connsiteX0" fmla="*/ 0 w 1465943"/>
                <a:gd name="connsiteY0" fmla="*/ 0 h 3381828"/>
                <a:gd name="connsiteX1" fmla="*/ 1465943 w 1465943"/>
                <a:gd name="connsiteY1" fmla="*/ 0 h 3381828"/>
                <a:gd name="connsiteX2" fmla="*/ 595086 w 1465943"/>
                <a:gd name="connsiteY2" fmla="*/ 3381828 h 3381828"/>
                <a:gd name="connsiteX3" fmla="*/ 0 w 1465943"/>
                <a:gd name="connsiteY3" fmla="*/ 2046514 h 3381828"/>
                <a:gd name="connsiteX4" fmla="*/ 0 w 1465943"/>
                <a:gd name="connsiteY4" fmla="*/ 0 h 3381828"/>
                <a:gd name="connsiteX0" fmla="*/ 1059180 w 2525123"/>
                <a:gd name="connsiteY0" fmla="*/ 0 h 3381828"/>
                <a:gd name="connsiteX1" fmla="*/ 2525123 w 2525123"/>
                <a:gd name="connsiteY1" fmla="*/ 0 h 3381828"/>
                <a:gd name="connsiteX2" fmla="*/ 1654266 w 2525123"/>
                <a:gd name="connsiteY2" fmla="*/ 3381828 h 3381828"/>
                <a:gd name="connsiteX3" fmla="*/ 0 w 2525123"/>
                <a:gd name="connsiteY3" fmla="*/ 2983774 h 3381828"/>
                <a:gd name="connsiteX4" fmla="*/ 1059180 w 2525123"/>
                <a:gd name="connsiteY4" fmla="*/ 0 h 3381828"/>
                <a:gd name="connsiteX0" fmla="*/ 1059180 w 2525123"/>
                <a:gd name="connsiteY0" fmla="*/ 0 h 3381828"/>
                <a:gd name="connsiteX1" fmla="*/ 2525123 w 2525123"/>
                <a:gd name="connsiteY1" fmla="*/ 0 h 3381828"/>
                <a:gd name="connsiteX2" fmla="*/ 1654266 w 2525123"/>
                <a:gd name="connsiteY2" fmla="*/ 3381828 h 3381828"/>
                <a:gd name="connsiteX3" fmla="*/ 0 w 2525123"/>
                <a:gd name="connsiteY3" fmla="*/ 2983774 h 3381828"/>
                <a:gd name="connsiteX4" fmla="*/ 1059180 w 2525123"/>
                <a:gd name="connsiteY4" fmla="*/ 0 h 3381828"/>
                <a:gd name="connsiteX0" fmla="*/ 1059180 w 2525123"/>
                <a:gd name="connsiteY0" fmla="*/ 0 h 3351348"/>
                <a:gd name="connsiteX1" fmla="*/ 2525123 w 2525123"/>
                <a:gd name="connsiteY1" fmla="*/ 0 h 3351348"/>
                <a:gd name="connsiteX2" fmla="*/ 1654266 w 2525123"/>
                <a:gd name="connsiteY2" fmla="*/ 3351348 h 3351348"/>
                <a:gd name="connsiteX3" fmla="*/ 0 w 2525123"/>
                <a:gd name="connsiteY3" fmla="*/ 2983774 h 3351348"/>
                <a:gd name="connsiteX4" fmla="*/ 1059180 w 2525123"/>
                <a:gd name="connsiteY4" fmla="*/ 0 h 3351348"/>
                <a:gd name="connsiteX0" fmla="*/ 1059180 w 2525123"/>
                <a:gd name="connsiteY0" fmla="*/ 0 h 3438785"/>
                <a:gd name="connsiteX1" fmla="*/ 2525123 w 2525123"/>
                <a:gd name="connsiteY1" fmla="*/ 0 h 3438785"/>
                <a:gd name="connsiteX2" fmla="*/ 1654266 w 2525123"/>
                <a:gd name="connsiteY2" fmla="*/ 3351348 h 3438785"/>
                <a:gd name="connsiteX3" fmla="*/ 0 w 2525123"/>
                <a:gd name="connsiteY3" fmla="*/ 2983774 h 3438785"/>
                <a:gd name="connsiteX4" fmla="*/ 1059180 w 2525123"/>
                <a:gd name="connsiteY4" fmla="*/ 0 h 3438785"/>
                <a:gd name="connsiteX0" fmla="*/ 1059255 w 2525198"/>
                <a:gd name="connsiteY0" fmla="*/ 0 h 3631788"/>
                <a:gd name="connsiteX1" fmla="*/ 2525198 w 2525198"/>
                <a:gd name="connsiteY1" fmla="*/ 0 h 3631788"/>
                <a:gd name="connsiteX2" fmla="*/ 1654341 w 2525198"/>
                <a:gd name="connsiteY2" fmla="*/ 3351348 h 3631788"/>
                <a:gd name="connsiteX3" fmla="*/ 992489 w 2525198"/>
                <a:gd name="connsiteY3" fmla="*/ 3389461 h 3631788"/>
                <a:gd name="connsiteX4" fmla="*/ 75 w 2525198"/>
                <a:gd name="connsiteY4" fmla="*/ 2983774 h 3631788"/>
                <a:gd name="connsiteX5" fmla="*/ 1059255 w 2525198"/>
                <a:gd name="connsiteY5" fmla="*/ 0 h 3631788"/>
                <a:gd name="connsiteX0" fmla="*/ 1059255 w 2525198"/>
                <a:gd name="connsiteY0" fmla="*/ 0 h 3448573"/>
                <a:gd name="connsiteX1" fmla="*/ 2525198 w 2525198"/>
                <a:gd name="connsiteY1" fmla="*/ 0 h 3448573"/>
                <a:gd name="connsiteX2" fmla="*/ 1654341 w 2525198"/>
                <a:gd name="connsiteY2" fmla="*/ 3351348 h 3448573"/>
                <a:gd name="connsiteX3" fmla="*/ 992489 w 2525198"/>
                <a:gd name="connsiteY3" fmla="*/ 3389461 h 3448573"/>
                <a:gd name="connsiteX4" fmla="*/ 75 w 2525198"/>
                <a:gd name="connsiteY4" fmla="*/ 2983774 h 3448573"/>
                <a:gd name="connsiteX5" fmla="*/ 1059255 w 2525198"/>
                <a:gd name="connsiteY5" fmla="*/ 0 h 3448573"/>
                <a:gd name="connsiteX0" fmla="*/ 1059255 w 2525198"/>
                <a:gd name="connsiteY0" fmla="*/ 0 h 3448573"/>
                <a:gd name="connsiteX1" fmla="*/ 2525198 w 2525198"/>
                <a:gd name="connsiteY1" fmla="*/ 0 h 3448573"/>
                <a:gd name="connsiteX2" fmla="*/ 2249789 w 2525198"/>
                <a:gd name="connsiteY2" fmla="*/ 3206581 h 3448573"/>
                <a:gd name="connsiteX3" fmla="*/ 1654341 w 2525198"/>
                <a:gd name="connsiteY3" fmla="*/ 3351348 h 3448573"/>
                <a:gd name="connsiteX4" fmla="*/ 992489 w 2525198"/>
                <a:gd name="connsiteY4" fmla="*/ 3389461 h 3448573"/>
                <a:gd name="connsiteX5" fmla="*/ 75 w 2525198"/>
                <a:gd name="connsiteY5" fmla="*/ 2983774 h 3448573"/>
                <a:gd name="connsiteX6" fmla="*/ 1059255 w 2525198"/>
                <a:gd name="connsiteY6" fmla="*/ 0 h 3448573"/>
                <a:gd name="connsiteX0" fmla="*/ 1059255 w 2525198"/>
                <a:gd name="connsiteY0" fmla="*/ 0 h 3448573"/>
                <a:gd name="connsiteX1" fmla="*/ 2525198 w 2525198"/>
                <a:gd name="connsiteY1" fmla="*/ 0 h 3448573"/>
                <a:gd name="connsiteX2" fmla="*/ 2249789 w 2525198"/>
                <a:gd name="connsiteY2" fmla="*/ 3206581 h 3448573"/>
                <a:gd name="connsiteX3" fmla="*/ 1654341 w 2525198"/>
                <a:gd name="connsiteY3" fmla="*/ 3351348 h 3448573"/>
                <a:gd name="connsiteX4" fmla="*/ 992489 w 2525198"/>
                <a:gd name="connsiteY4" fmla="*/ 3389461 h 3448573"/>
                <a:gd name="connsiteX5" fmla="*/ 75 w 2525198"/>
                <a:gd name="connsiteY5" fmla="*/ 2983774 h 3448573"/>
                <a:gd name="connsiteX6" fmla="*/ 1059255 w 2525198"/>
                <a:gd name="connsiteY6" fmla="*/ 0 h 3448573"/>
                <a:gd name="connsiteX0" fmla="*/ 1059255 w 2525198"/>
                <a:gd name="connsiteY0" fmla="*/ 0 h 3448573"/>
                <a:gd name="connsiteX1" fmla="*/ 2525198 w 2525198"/>
                <a:gd name="connsiteY1" fmla="*/ 0 h 3448573"/>
                <a:gd name="connsiteX2" fmla="*/ 2249789 w 2525198"/>
                <a:gd name="connsiteY2" fmla="*/ 3206581 h 3448573"/>
                <a:gd name="connsiteX3" fmla="*/ 1654341 w 2525198"/>
                <a:gd name="connsiteY3" fmla="*/ 3351348 h 3448573"/>
                <a:gd name="connsiteX4" fmla="*/ 992489 w 2525198"/>
                <a:gd name="connsiteY4" fmla="*/ 3389461 h 3448573"/>
                <a:gd name="connsiteX5" fmla="*/ 75 w 2525198"/>
                <a:gd name="connsiteY5" fmla="*/ 2983774 h 3448573"/>
                <a:gd name="connsiteX6" fmla="*/ 1059255 w 2525198"/>
                <a:gd name="connsiteY6" fmla="*/ 0 h 3448573"/>
                <a:gd name="connsiteX0" fmla="*/ 1059180 w 2525123"/>
                <a:gd name="connsiteY0" fmla="*/ 0 h 3448573"/>
                <a:gd name="connsiteX1" fmla="*/ 2525123 w 2525123"/>
                <a:gd name="connsiteY1" fmla="*/ 0 h 3448573"/>
                <a:gd name="connsiteX2" fmla="*/ 2249714 w 2525123"/>
                <a:gd name="connsiteY2" fmla="*/ 3206581 h 3448573"/>
                <a:gd name="connsiteX3" fmla="*/ 1654266 w 2525123"/>
                <a:gd name="connsiteY3" fmla="*/ 3351348 h 3448573"/>
                <a:gd name="connsiteX4" fmla="*/ 992414 w 2525123"/>
                <a:gd name="connsiteY4" fmla="*/ 3389461 h 3448573"/>
                <a:gd name="connsiteX5" fmla="*/ 0 w 2525123"/>
                <a:gd name="connsiteY5" fmla="*/ 2983774 h 3448573"/>
                <a:gd name="connsiteX6" fmla="*/ 1059180 w 2525123"/>
                <a:gd name="connsiteY6" fmla="*/ 0 h 3448573"/>
                <a:gd name="connsiteX0" fmla="*/ 1059180 w 2525123"/>
                <a:gd name="connsiteY0" fmla="*/ 0 h 3448573"/>
                <a:gd name="connsiteX1" fmla="*/ 2525123 w 2525123"/>
                <a:gd name="connsiteY1" fmla="*/ 0 h 3448573"/>
                <a:gd name="connsiteX2" fmla="*/ 2249714 w 2525123"/>
                <a:gd name="connsiteY2" fmla="*/ 3206581 h 3448573"/>
                <a:gd name="connsiteX3" fmla="*/ 1654266 w 2525123"/>
                <a:gd name="connsiteY3" fmla="*/ 3351348 h 3448573"/>
                <a:gd name="connsiteX4" fmla="*/ 992414 w 2525123"/>
                <a:gd name="connsiteY4" fmla="*/ 3389461 h 3448573"/>
                <a:gd name="connsiteX5" fmla="*/ 0 w 2525123"/>
                <a:gd name="connsiteY5" fmla="*/ 2983774 h 3448573"/>
                <a:gd name="connsiteX6" fmla="*/ 1059180 w 2525123"/>
                <a:gd name="connsiteY6" fmla="*/ 0 h 3448573"/>
                <a:gd name="connsiteX0" fmla="*/ 1059180 w 3038751"/>
                <a:gd name="connsiteY0" fmla="*/ 0 h 3448573"/>
                <a:gd name="connsiteX1" fmla="*/ 2525123 w 3038751"/>
                <a:gd name="connsiteY1" fmla="*/ 0 h 3448573"/>
                <a:gd name="connsiteX2" fmla="*/ 3034574 w 3038751"/>
                <a:gd name="connsiteY2" fmla="*/ 2345521 h 3448573"/>
                <a:gd name="connsiteX3" fmla="*/ 2249714 w 3038751"/>
                <a:gd name="connsiteY3" fmla="*/ 3206581 h 3448573"/>
                <a:gd name="connsiteX4" fmla="*/ 1654266 w 3038751"/>
                <a:gd name="connsiteY4" fmla="*/ 3351348 h 3448573"/>
                <a:gd name="connsiteX5" fmla="*/ 992414 w 3038751"/>
                <a:gd name="connsiteY5" fmla="*/ 3389461 h 3448573"/>
                <a:gd name="connsiteX6" fmla="*/ 0 w 3038751"/>
                <a:gd name="connsiteY6" fmla="*/ 2983774 h 3448573"/>
                <a:gd name="connsiteX7" fmla="*/ 1059180 w 3038751"/>
                <a:gd name="connsiteY7" fmla="*/ 0 h 3448573"/>
                <a:gd name="connsiteX0" fmla="*/ 1059180 w 3235896"/>
                <a:gd name="connsiteY0" fmla="*/ 0 h 3448573"/>
                <a:gd name="connsiteX1" fmla="*/ 2525123 w 3235896"/>
                <a:gd name="connsiteY1" fmla="*/ 0 h 3448573"/>
                <a:gd name="connsiteX2" fmla="*/ 3209834 w 3235896"/>
                <a:gd name="connsiteY2" fmla="*/ 1469221 h 3448573"/>
                <a:gd name="connsiteX3" fmla="*/ 3034574 w 3235896"/>
                <a:gd name="connsiteY3" fmla="*/ 2345521 h 3448573"/>
                <a:gd name="connsiteX4" fmla="*/ 2249714 w 3235896"/>
                <a:gd name="connsiteY4" fmla="*/ 3206581 h 3448573"/>
                <a:gd name="connsiteX5" fmla="*/ 1654266 w 3235896"/>
                <a:gd name="connsiteY5" fmla="*/ 3351348 h 3448573"/>
                <a:gd name="connsiteX6" fmla="*/ 992414 w 3235896"/>
                <a:gd name="connsiteY6" fmla="*/ 3389461 h 3448573"/>
                <a:gd name="connsiteX7" fmla="*/ 0 w 3235896"/>
                <a:gd name="connsiteY7" fmla="*/ 2983774 h 3448573"/>
                <a:gd name="connsiteX8" fmla="*/ 1059180 w 3235896"/>
                <a:gd name="connsiteY8" fmla="*/ 0 h 3448573"/>
                <a:gd name="connsiteX0" fmla="*/ 1059180 w 3235896"/>
                <a:gd name="connsiteY0" fmla="*/ 0 h 3448573"/>
                <a:gd name="connsiteX1" fmla="*/ 2182223 w 3235896"/>
                <a:gd name="connsiteY1" fmla="*/ 38100 h 3448573"/>
                <a:gd name="connsiteX2" fmla="*/ 3209834 w 3235896"/>
                <a:gd name="connsiteY2" fmla="*/ 1469221 h 3448573"/>
                <a:gd name="connsiteX3" fmla="*/ 3034574 w 3235896"/>
                <a:gd name="connsiteY3" fmla="*/ 2345521 h 3448573"/>
                <a:gd name="connsiteX4" fmla="*/ 2249714 w 3235896"/>
                <a:gd name="connsiteY4" fmla="*/ 3206581 h 3448573"/>
                <a:gd name="connsiteX5" fmla="*/ 1654266 w 3235896"/>
                <a:gd name="connsiteY5" fmla="*/ 3351348 h 3448573"/>
                <a:gd name="connsiteX6" fmla="*/ 992414 w 3235896"/>
                <a:gd name="connsiteY6" fmla="*/ 3389461 h 3448573"/>
                <a:gd name="connsiteX7" fmla="*/ 0 w 3235896"/>
                <a:gd name="connsiteY7" fmla="*/ 2983774 h 3448573"/>
                <a:gd name="connsiteX8" fmla="*/ 1059180 w 3235896"/>
                <a:gd name="connsiteY8" fmla="*/ 0 h 3448573"/>
                <a:gd name="connsiteX0" fmla="*/ 1059180 w 3235896"/>
                <a:gd name="connsiteY0" fmla="*/ 0 h 3448573"/>
                <a:gd name="connsiteX1" fmla="*/ 2182223 w 3235896"/>
                <a:gd name="connsiteY1" fmla="*/ 38100 h 3448573"/>
                <a:gd name="connsiteX2" fmla="*/ 3209834 w 3235896"/>
                <a:gd name="connsiteY2" fmla="*/ 1469221 h 3448573"/>
                <a:gd name="connsiteX3" fmla="*/ 3034574 w 3235896"/>
                <a:gd name="connsiteY3" fmla="*/ 2345521 h 3448573"/>
                <a:gd name="connsiteX4" fmla="*/ 2249714 w 3235896"/>
                <a:gd name="connsiteY4" fmla="*/ 3206581 h 3448573"/>
                <a:gd name="connsiteX5" fmla="*/ 1654266 w 3235896"/>
                <a:gd name="connsiteY5" fmla="*/ 3351348 h 3448573"/>
                <a:gd name="connsiteX6" fmla="*/ 992414 w 3235896"/>
                <a:gd name="connsiteY6" fmla="*/ 3389461 h 3448573"/>
                <a:gd name="connsiteX7" fmla="*/ 0 w 3235896"/>
                <a:gd name="connsiteY7" fmla="*/ 2983774 h 3448573"/>
                <a:gd name="connsiteX8" fmla="*/ 1059180 w 3235896"/>
                <a:gd name="connsiteY8" fmla="*/ 0 h 3448573"/>
                <a:gd name="connsiteX0" fmla="*/ 1059180 w 3235896"/>
                <a:gd name="connsiteY0" fmla="*/ 0 h 3448573"/>
                <a:gd name="connsiteX1" fmla="*/ 2182223 w 3235896"/>
                <a:gd name="connsiteY1" fmla="*/ 38100 h 3448573"/>
                <a:gd name="connsiteX2" fmla="*/ 3209834 w 3235896"/>
                <a:gd name="connsiteY2" fmla="*/ 1469221 h 3448573"/>
                <a:gd name="connsiteX3" fmla="*/ 3034574 w 3235896"/>
                <a:gd name="connsiteY3" fmla="*/ 2345521 h 3448573"/>
                <a:gd name="connsiteX4" fmla="*/ 2249714 w 3235896"/>
                <a:gd name="connsiteY4" fmla="*/ 3206581 h 3448573"/>
                <a:gd name="connsiteX5" fmla="*/ 1654266 w 3235896"/>
                <a:gd name="connsiteY5" fmla="*/ 3351348 h 3448573"/>
                <a:gd name="connsiteX6" fmla="*/ 992414 w 3235896"/>
                <a:gd name="connsiteY6" fmla="*/ 3389461 h 3448573"/>
                <a:gd name="connsiteX7" fmla="*/ 0 w 3235896"/>
                <a:gd name="connsiteY7" fmla="*/ 2983774 h 3448573"/>
                <a:gd name="connsiteX8" fmla="*/ 1059180 w 3235896"/>
                <a:gd name="connsiteY8" fmla="*/ 0 h 3448573"/>
                <a:gd name="connsiteX0" fmla="*/ 1059180 w 3235896"/>
                <a:gd name="connsiteY0" fmla="*/ 166598 h 3615171"/>
                <a:gd name="connsiteX1" fmla="*/ 1530893 w 3235896"/>
                <a:gd name="connsiteY1" fmla="*/ 59 h 3615171"/>
                <a:gd name="connsiteX2" fmla="*/ 2182223 w 3235896"/>
                <a:gd name="connsiteY2" fmla="*/ 204698 h 3615171"/>
                <a:gd name="connsiteX3" fmla="*/ 3209834 w 3235896"/>
                <a:gd name="connsiteY3" fmla="*/ 1635819 h 3615171"/>
                <a:gd name="connsiteX4" fmla="*/ 3034574 w 3235896"/>
                <a:gd name="connsiteY4" fmla="*/ 2512119 h 3615171"/>
                <a:gd name="connsiteX5" fmla="*/ 2249714 w 3235896"/>
                <a:gd name="connsiteY5" fmla="*/ 3373179 h 3615171"/>
                <a:gd name="connsiteX6" fmla="*/ 1654266 w 3235896"/>
                <a:gd name="connsiteY6" fmla="*/ 3517946 h 3615171"/>
                <a:gd name="connsiteX7" fmla="*/ 992414 w 3235896"/>
                <a:gd name="connsiteY7" fmla="*/ 3556059 h 3615171"/>
                <a:gd name="connsiteX8" fmla="*/ 0 w 3235896"/>
                <a:gd name="connsiteY8" fmla="*/ 3150372 h 3615171"/>
                <a:gd name="connsiteX9" fmla="*/ 1059180 w 3235896"/>
                <a:gd name="connsiteY9" fmla="*/ 166598 h 3615171"/>
                <a:gd name="connsiteX0" fmla="*/ 1059180 w 3235896"/>
                <a:gd name="connsiteY0" fmla="*/ 181292 h 3629865"/>
                <a:gd name="connsiteX1" fmla="*/ 1530893 w 3235896"/>
                <a:gd name="connsiteY1" fmla="*/ 14753 h 3629865"/>
                <a:gd name="connsiteX2" fmla="*/ 2182223 w 3235896"/>
                <a:gd name="connsiteY2" fmla="*/ 219392 h 3629865"/>
                <a:gd name="connsiteX3" fmla="*/ 3209834 w 3235896"/>
                <a:gd name="connsiteY3" fmla="*/ 1650513 h 3629865"/>
                <a:gd name="connsiteX4" fmla="*/ 3034574 w 3235896"/>
                <a:gd name="connsiteY4" fmla="*/ 2526813 h 3629865"/>
                <a:gd name="connsiteX5" fmla="*/ 2249714 w 3235896"/>
                <a:gd name="connsiteY5" fmla="*/ 3387873 h 3629865"/>
                <a:gd name="connsiteX6" fmla="*/ 1654266 w 3235896"/>
                <a:gd name="connsiteY6" fmla="*/ 3532640 h 3629865"/>
                <a:gd name="connsiteX7" fmla="*/ 992414 w 3235896"/>
                <a:gd name="connsiteY7" fmla="*/ 3570753 h 3629865"/>
                <a:gd name="connsiteX8" fmla="*/ 0 w 3235896"/>
                <a:gd name="connsiteY8" fmla="*/ 3165066 h 3629865"/>
                <a:gd name="connsiteX9" fmla="*/ 1059180 w 3235896"/>
                <a:gd name="connsiteY9" fmla="*/ 181292 h 3629865"/>
                <a:gd name="connsiteX0" fmla="*/ 1059180 w 3235896"/>
                <a:gd name="connsiteY0" fmla="*/ 181292 h 3629865"/>
                <a:gd name="connsiteX1" fmla="*/ 1530893 w 3235896"/>
                <a:gd name="connsiteY1" fmla="*/ 14753 h 3629865"/>
                <a:gd name="connsiteX2" fmla="*/ 2131423 w 3235896"/>
                <a:gd name="connsiteY2" fmla="*/ 219392 h 3629865"/>
                <a:gd name="connsiteX3" fmla="*/ 3209834 w 3235896"/>
                <a:gd name="connsiteY3" fmla="*/ 1650513 h 3629865"/>
                <a:gd name="connsiteX4" fmla="*/ 3034574 w 3235896"/>
                <a:gd name="connsiteY4" fmla="*/ 2526813 h 3629865"/>
                <a:gd name="connsiteX5" fmla="*/ 2249714 w 3235896"/>
                <a:gd name="connsiteY5" fmla="*/ 3387873 h 3629865"/>
                <a:gd name="connsiteX6" fmla="*/ 1654266 w 3235896"/>
                <a:gd name="connsiteY6" fmla="*/ 3532640 h 3629865"/>
                <a:gd name="connsiteX7" fmla="*/ 992414 w 3235896"/>
                <a:gd name="connsiteY7" fmla="*/ 3570753 h 3629865"/>
                <a:gd name="connsiteX8" fmla="*/ 0 w 3235896"/>
                <a:gd name="connsiteY8" fmla="*/ 3165066 h 3629865"/>
                <a:gd name="connsiteX9" fmla="*/ 1059180 w 3235896"/>
                <a:gd name="connsiteY9" fmla="*/ 181292 h 3629865"/>
                <a:gd name="connsiteX0" fmla="*/ 789640 w 2966356"/>
                <a:gd name="connsiteY0" fmla="*/ 181292 h 3629865"/>
                <a:gd name="connsiteX1" fmla="*/ 1261353 w 2966356"/>
                <a:gd name="connsiteY1" fmla="*/ 14753 h 3629865"/>
                <a:gd name="connsiteX2" fmla="*/ 1861883 w 2966356"/>
                <a:gd name="connsiteY2" fmla="*/ 219392 h 3629865"/>
                <a:gd name="connsiteX3" fmla="*/ 2940294 w 2966356"/>
                <a:gd name="connsiteY3" fmla="*/ 1650513 h 3629865"/>
                <a:gd name="connsiteX4" fmla="*/ 2765034 w 2966356"/>
                <a:gd name="connsiteY4" fmla="*/ 2526813 h 3629865"/>
                <a:gd name="connsiteX5" fmla="*/ 1980174 w 2966356"/>
                <a:gd name="connsiteY5" fmla="*/ 3387873 h 3629865"/>
                <a:gd name="connsiteX6" fmla="*/ 1384726 w 2966356"/>
                <a:gd name="connsiteY6" fmla="*/ 3532640 h 3629865"/>
                <a:gd name="connsiteX7" fmla="*/ 722874 w 2966356"/>
                <a:gd name="connsiteY7" fmla="*/ 3570753 h 3629865"/>
                <a:gd name="connsiteX8" fmla="*/ 0 w 2966356"/>
                <a:gd name="connsiteY8" fmla="*/ 3301117 h 3629865"/>
                <a:gd name="connsiteX9" fmla="*/ 789640 w 2966356"/>
                <a:gd name="connsiteY9" fmla="*/ 181292 h 3629865"/>
                <a:gd name="connsiteX0" fmla="*/ 789640 w 2966356"/>
                <a:gd name="connsiteY0" fmla="*/ 181292 h 3596599"/>
                <a:gd name="connsiteX1" fmla="*/ 1261353 w 2966356"/>
                <a:gd name="connsiteY1" fmla="*/ 14753 h 3596599"/>
                <a:gd name="connsiteX2" fmla="*/ 1861883 w 2966356"/>
                <a:gd name="connsiteY2" fmla="*/ 219392 h 3596599"/>
                <a:gd name="connsiteX3" fmla="*/ 2940294 w 2966356"/>
                <a:gd name="connsiteY3" fmla="*/ 1650513 h 3596599"/>
                <a:gd name="connsiteX4" fmla="*/ 2765034 w 2966356"/>
                <a:gd name="connsiteY4" fmla="*/ 2526813 h 3596599"/>
                <a:gd name="connsiteX5" fmla="*/ 1980174 w 2966356"/>
                <a:gd name="connsiteY5" fmla="*/ 3387873 h 3596599"/>
                <a:gd name="connsiteX6" fmla="*/ 1384726 w 2966356"/>
                <a:gd name="connsiteY6" fmla="*/ 3532640 h 3596599"/>
                <a:gd name="connsiteX7" fmla="*/ 425664 w 2966356"/>
                <a:gd name="connsiteY7" fmla="*/ 3474160 h 3596599"/>
                <a:gd name="connsiteX8" fmla="*/ 0 w 2966356"/>
                <a:gd name="connsiteY8" fmla="*/ 3301117 h 3596599"/>
                <a:gd name="connsiteX9" fmla="*/ 789640 w 2966356"/>
                <a:gd name="connsiteY9" fmla="*/ 181292 h 3596599"/>
                <a:gd name="connsiteX0" fmla="*/ 795412 w 2972128"/>
                <a:gd name="connsiteY0" fmla="*/ 181292 h 3596599"/>
                <a:gd name="connsiteX1" fmla="*/ 1267125 w 2972128"/>
                <a:gd name="connsiteY1" fmla="*/ 14753 h 3596599"/>
                <a:gd name="connsiteX2" fmla="*/ 1867655 w 2972128"/>
                <a:gd name="connsiteY2" fmla="*/ 219392 h 3596599"/>
                <a:gd name="connsiteX3" fmla="*/ 2946066 w 2972128"/>
                <a:gd name="connsiteY3" fmla="*/ 1650513 h 3596599"/>
                <a:gd name="connsiteX4" fmla="*/ 2770806 w 2972128"/>
                <a:gd name="connsiteY4" fmla="*/ 2526813 h 3596599"/>
                <a:gd name="connsiteX5" fmla="*/ 1985946 w 2972128"/>
                <a:gd name="connsiteY5" fmla="*/ 3387873 h 3596599"/>
                <a:gd name="connsiteX6" fmla="*/ 1390498 w 2972128"/>
                <a:gd name="connsiteY6" fmla="*/ 3532640 h 3596599"/>
                <a:gd name="connsiteX7" fmla="*/ 431436 w 2972128"/>
                <a:gd name="connsiteY7" fmla="*/ 3474160 h 3596599"/>
                <a:gd name="connsiteX8" fmla="*/ 5772 w 2972128"/>
                <a:gd name="connsiteY8" fmla="*/ 3301117 h 3596599"/>
                <a:gd name="connsiteX9" fmla="*/ 795412 w 2972128"/>
                <a:gd name="connsiteY9" fmla="*/ 181292 h 3596599"/>
                <a:gd name="connsiteX0" fmla="*/ 795412 w 2959283"/>
                <a:gd name="connsiteY0" fmla="*/ 181292 h 3596599"/>
                <a:gd name="connsiteX1" fmla="*/ 1267125 w 2959283"/>
                <a:gd name="connsiteY1" fmla="*/ 14753 h 3596599"/>
                <a:gd name="connsiteX2" fmla="*/ 1867655 w 2959283"/>
                <a:gd name="connsiteY2" fmla="*/ 219392 h 3596599"/>
                <a:gd name="connsiteX3" fmla="*/ 2946066 w 2959283"/>
                <a:gd name="connsiteY3" fmla="*/ 1650513 h 3596599"/>
                <a:gd name="connsiteX4" fmla="*/ 2563015 w 2959283"/>
                <a:gd name="connsiteY4" fmla="*/ 2663632 h 3596599"/>
                <a:gd name="connsiteX5" fmla="*/ 1985946 w 2959283"/>
                <a:gd name="connsiteY5" fmla="*/ 3387873 h 3596599"/>
                <a:gd name="connsiteX6" fmla="*/ 1390498 w 2959283"/>
                <a:gd name="connsiteY6" fmla="*/ 3532640 h 3596599"/>
                <a:gd name="connsiteX7" fmla="*/ 431436 w 2959283"/>
                <a:gd name="connsiteY7" fmla="*/ 3474160 h 3596599"/>
                <a:gd name="connsiteX8" fmla="*/ 5772 w 2959283"/>
                <a:gd name="connsiteY8" fmla="*/ 3301117 h 3596599"/>
                <a:gd name="connsiteX9" fmla="*/ 795412 w 2959283"/>
                <a:gd name="connsiteY9" fmla="*/ 181292 h 3596599"/>
                <a:gd name="connsiteX0" fmla="*/ 795412 w 2839896"/>
                <a:gd name="connsiteY0" fmla="*/ 181292 h 3596599"/>
                <a:gd name="connsiteX1" fmla="*/ 1267125 w 2839896"/>
                <a:gd name="connsiteY1" fmla="*/ 14753 h 3596599"/>
                <a:gd name="connsiteX2" fmla="*/ 1867655 w 2839896"/>
                <a:gd name="connsiteY2" fmla="*/ 219392 h 3596599"/>
                <a:gd name="connsiteX3" fmla="*/ 2821031 w 2839896"/>
                <a:gd name="connsiteY3" fmla="*/ 1963096 h 3596599"/>
                <a:gd name="connsiteX4" fmla="*/ 2563015 w 2839896"/>
                <a:gd name="connsiteY4" fmla="*/ 2663632 h 3596599"/>
                <a:gd name="connsiteX5" fmla="*/ 1985946 w 2839896"/>
                <a:gd name="connsiteY5" fmla="*/ 3387873 h 3596599"/>
                <a:gd name="connsiteX6" fmla="*/ 1390498 w 2839896"/>
                <a:gd name="connsiteY6" fmla="*/ 3532640 h 3596599"/>
                <a:gd name="connsiteX7" fmla="*/ 431436 w 2839896"/>
                <a:gd name="connsiteY7" fmla="*/ 3474160 h 3596599"/>
                <a:gd name="connsiteX8" fmla="*/ 5772 w 2839896"/>
                <a:gd name="connsiteY8" fmla="*/ 3301117 h 3596599"/>
                <a:gd name="connsiteX9" fmla="*/ 795412 w 2839896"/>
                <a:gd name="connsiteY9" fmla="*/ 181292 h 3596599"/>
                <a:gd name="connsiteX0" fmla="*/ 795412 w 2837539"/>
                <a:gd name="connsiteY0" fmla="*/ 181292 h 3596599"/>
                <a:gd name="connsiteX1" fmla="*/ 1267125 w 2837539"/>
                <a:gd name="connsiteY1" fmla="*/ 14753 h 3596599"/>
                <a:gd name="connsiteX2" fmla="*/ 1867655 w 2837539"/>
                <a:gd name="connsiteY2" fmla="*/ 219392 h 3596599"/>
                <a:gd name="connsiteX3" fmla="*/ 2821031 w 2837539"/>
                <a:gd name="connsiteY3" fmla="*/ 1963096 h 3596599"/>
                <a:gd name="connsiteX4" fmla="*/ 2563015 w 2837539"/>
                <a:gd name="connsiteY4" fmla="*/ 2663632 h 3596599"/>
                <a:gd name="connsiteX5" fmla="*/ 1985946 w 2837539"/>
                <a:gd name="connsiteY5" fmla="*/ 3387873 h 3596599"/>
                <a:gd name="connsiteX6" fmla="*/ 1390498 w 2837539"/>
                <a:gd name="connsiteY6" fmla="*/ 3532640 h 3596599"/>
                <a:gd name="connsiteX7" fmla="*/ 431436 w 2837539"/>
                <a:gd name="connsiteY7" fmla="*/ 3474160 h 3596599"/>
                <a:gd name="connsiteX8" fmla="*/ 5772 w 2837539"/>
                <a:gd name="connsiteY8" fmla="*/ 3301117 h 3596599"/>
                <a:gd name="connsiteX9" fmla="*/ 795412 w 2837539"/>
                <a:gd name="connsiteY9" fmla="*/ 181292 h 3596599"/>
                <a:gd name="connsiteX0" fmla="*/ 795412 w 2821544"/>
                <a:gd name="connsiteY0" fmla="*/ 181292 h 3596599"/>
                <a:gd name="connsiteX1" fmla="*/ 1267125 w 2821544"/>
                <a:gd name="connsiteY1" fmla="*/ 14753 h 3596599"/>
                <a:gd name="connsiteX2" fmla="*/ 1867655 w 2821544"/>
                <a:gd name="connsiteY2" fmla="*/ 219392 h 3596599"/>
                <a:gd name="connsiteX3" fmla="*/ 2821031 w 2821544"/>
                <a:gd name="connsiteY3" fmla="*/ 1963096 h 3596599"/>
                <a:gd name="connsiteX4" fmla="*/ 2563015 w 2821544"/>
                <a:gd name="connsiteY4" fmla="*/ 2663632 h 3596599"/>
                <a:gd name="connsiteX5" fmla="*/ 1985946 w 2821544"/>
                <a:gd name="connsiteY5" fmla="*/ 3387873 h 3596599"/>
                <a:gd name="connsiteX6" fmla="*/ 1390498 w 2821544"/>
                <a:gd name="connsiteY6" fmla="*/ 3532640 h 3596599"/>
                <a:gd name="connsiteX7" fmla="*/ 431436 w 2821544"/>
                <a:gd name="connsiteY7" fmla="*/ 3474160 h 3596599"/>
                <a:gd name="connsiteX8" fmla="*/ 5772 w 2821544"/>
                <a:gd name="connsiteY8" fmla="*/ 3301117 h 3596599"/>
                <a:gd name="connsiteX9" fmla="*/ 795412 w 2821544"/>
                <a:gd name="connsiteY9" fmla="*/ 181292 h 3596599"/>
                <a:gd name="connsiteX0" fmla="*/ 795412 w 2822042"/>
                <a:gd name="connsiteY0" fmla="*/ 181292 h 3596599"/>
                <a:gd name="connsiteX1" fmla="*/ 1267125 w 2822042"/>
                <a:gd name="connsiteY1" fmla="*/ 14753 h 3596599"/>
                <a:gd name="connsiteX2" fmla="*/ 1867655 w 2822042"/>
                <a:gd name="connsiteY2" fmla="*/ 219392 h 3596599"/>
                <a:gd name="connsiteX3" fmla="*/ 2821031 w 2822042"/>
                <a:gd name="connsiteY3" fmla="*/ 1963096 h 3596599"/>
                <a:gd name="connsiteX4" fmla="*/ 2563015 w 2822042"/>
                <a:gd name="connsiteY4" fmla="*/ 2663632 h 3596599"/>
                <a:gd name="connsiteX5" fmla="*/ 1985946 w 2822042"/>
                <a:gd name="connsiteY5" fmla="*/ 3387873 h 3596599"/>
                <a:gd name="connsiteX6" fmla="*/ 1390498 w 2822042"/>
                <a:gd name="connsiteY6" fmla="*/ 3532640 h 3596599"/>
                <a:gd name="connsiteX7" fmla="*/ 431436 w 2822042"/>
                <a:gd name="connsiteY7" fmla="*/ 3474160 h 3596599"/>
                <a:gd name="connsiteX8" fmla="*/ 5772 w 2822042"/>
                <a:gd name="connsiteY8" fmla="*/ 3301117 h 3596599"/>
                <a:gd name="connsiteX9" fmla="*/ 795412 w 2822042"/>
                <a:gd name="connsiteY9" fmla="*/ 181292 h 3596599"/>
                <a:gd name="connsiteX0" fmla="*/ 795412 w 2822042"/>
                <a:gd name="connsiteY0" fmla="*/ 181292 h 3596599"/>
                <a:gd name="connsiteX1" fmla="*/ 1267125 w 2822042"/>
                <a:gd name="connsiteY1" fmla="*/ 14753 h 3596599"/>
                <a:gd name="connsiteX2" fmla="*/ 1867655 w 2822042"/>
                <a:gd name="connsiteY2" fmla="*/ 219392 h 3596599"/>
                <a:gd name="connsiteX3" fmla="*/ 2821031 w 2822042"/>
                <a:gd name="connsiteY3" fmla="*/ 1963096 h 3596599"/>
                <a:gd name="connsiteX4" fmla="*/ 2563015 w 2822042"/>
                <a:gd name="connsiteY4" fmla="*/ 2663632 h 3596599"/>
                <a:gd name="connsiteX5" fmla="*/ 1390498 w 2822042"/>
                <a:gd name="connsiteY5" fmla="*/ 3532640 h 3596599"/>
                <a:gd name="connsiteX6" fmla="*/ 431436 w 2822042"/>
                <a:gd name="connsiteY6" fmla="*/ 3474160 h 3596599"/>
                <a:gd name="connsiteX7" fmla="*/ 5772 w 2822042"/>
                <a:gd name="connsiteY7" fmla="*/ 3301117 h 3596599"/>
                <a:gd name="connsiteX8" fmla="*/ 795412 w 2822042"/>
                <a:gd name="connsiteY8" fmla="*/ 181292 h 3596599"/>
                <a:gd name="connsiteX0" fmla="*/ 795412 w 2822042"/>
                <a:gd name="connsiteY0" fmla="*/ 181292 h 3481553"/>
                <a:gd name="connsiteX1" fmla="*/ 1267125 w 2822042"/>
                <a:gd name="connsiteY1" fmla="*/ 14753 h 3481553"/>
                <a:gd name="connsiteX2" fmla="*/ 1867655 w 2822042"/>
                <a:gd name="connsiteY2" fmla="*/ 219392 h 3481553"/>
                <a:gd name="connsiteX3" fmla="*/ 2821031 w 2822042"/>
                <a:gd name="connsiteY3" fmla="*/ 1963096 h 3481553"/>
                <a:gd name="connsiteX4" fmla="*/ 2563015 w 2822042"/>
                <a:gd name="connsiteY4" fmla="*/ 2663632 h 3481553"/>
                <a:gd name="connsiteX5" fmla="*/ 431436 w 2822042"/>
                <a:gd name="connsiteY5" fmla="*/ 3474160 h 3481553"/>
                <a:gd name="connsiteX6" fmla="*/ 5772 w 2822042"/>
                <a:gd name="connsiteY6" fmla="*/ 3301117 h 3481553"/>
                <a:gd name="connsiteX7" fmla="*/ 795412 w 2822042"/>
                <a:gd name="connsiteY7" fmla="*/ 181292 h 3481553"/>
                <a:gd name="connsiteX0" fmla="*/ 795412 w 2822042"/>
                <a:gd name="connsiteY0" fmla="*/ 181292 h 3481553"/>
                <a:gd name="connsiteX1" fmla="*/ 1267125 w 2822042"/>
                <a:gd name="connsiteY1" fmla="*/ 14753 h 3481553"/>
                <a:gd name="connsiteX2" fmla="*/ 1867655 w 2822042"/>
                <a:gd name="connsiteY2" fmla="*/ 219392 h 3481553"/>
                <a:gd name="connsiteX3" fmla="*/ 2821031 w 2822042"/>
                <a:gd name="connsiteY3" fmla="*/ 1963096 h 3481553"/>
                <a:gd name="connsiteX4" fmla="*/ 2563015 w 2822042"/>
                <a:gd name="connsiteY4" fmla="*/ 2663632 h 3481553"/>
                <a:gd name="connsiteX5" fmla="*/ 431436 w 2822042"/>
                <a:gd name="connsiteY5" fmla="*/ 3474160 h 3481553"/>
                <a:gd name="connsiteX6" fmla="*/ 5772 w 2822042"/>
                <a:gd name="connsiteY6" fmla="*/ 3301117 h 3481553"/>
                <a:gd name="connsiteX7" fmla="*/ 795412 w 2822042"/>
                <a:gd name="connsiteY7" fmla="*/ 181292 h 3481553"/>
                <a:gd name="connsiteX0" fmla="*/ 795412 w 2822042"/>
                <a:gd name="connsiteY0" fmla="*/ 181292 h 3555255"/>
                <a:gd name="connsiteX1" fmla="*/ 1267125 w 2822042"/>
                <a:gd name="connsiteY1" fmla="*/ 14753 h 3555255"/>
                <a:gd name="connsiteX2" fmla="*/ 1867655 w 2822042"/>
                <a:gd name="connsiteY2" fmla="*/ 219392 h 3555255"/>
                <a:gd name="connsiteX3" fmla="*/ 2821031 w 2822042"/>
                <a:gd name="connsiteY3" fmla="*/ 1963096 h 3555255"/>
                <a:gd name="connsiteX4" fmla="*/ 2563015 w 2822042"/>
                <a:gd name="connsiteY4" fmla="*/ 2663632 h 3555255"/>
                <a:gd name="connsiteX5" fmla="*/ 431436 w 2822042"/>
                <a:gd name="connsiteY5" fmla="*/ 3474160 h 3555255"/>
                <a:gd name="connsiteX6" fmla="*/ 5772 w 2822042"/>
                <a:gd name="connsiteY6" fmla="*/ 3301117 h 3555255"/>
                <a:gd name="connsiteX7" fmla="*/ 795412 w 2822042"/>
                <a:gd name="connsiteY7" fmla="*/ 181292 h 3555255"/>
                <a:gd name="connsiteX0" fmla="*/ 795412 w 2882952"/>
                <a:gd name="connsiteY0" fmla="*/ 181292 h 3555255"/>
                <a:gd name="connsiteX1" fmla="*/ 1267125 w 2882952"/>
                <a:gd name="connsiteY1" fmla="*/ 14753 h 3555255"/>
                <a:gd name="connsiteX2" fmla="*/ 1867655 w 2882952"/>
                <a:gd name="connsiteY2" fmla="*/ 219392 h 3555255"/>
                <a:gd name="connsiteX3" fmla="*/ 2797623 w 2882952"/>
                <a:gd name="connsiteY3" fmla="*/ 1438949 h 3555255"/>
                <a:gd name="connsiteX4" fmla="*/ 2821031 w 2882952"/>
                <a:gd name="connsiteY4" fmla="*/ 1963096 h 3555255"/>
                <a:gd name="connsiteX5" fmla="*/ 2563015 w 2882952"/>
                <a:gd name="connsiteY5" fmla="*/ 2663632 h 3555255"/>
                <a:gd name="connsiteX6" fmla="*/ 431436 w 2882952"/>
                <a:gd name="connsiteY6" fmla="*/ 3474160 h 3555255"/>
                <a:gd name="connsiteX7" fmla="*/ 5772 w 2882952"/>
                <a:gd name="connsiteY7" fmla="*/ 3301117 h 3555255"/>
                <a:gd name="connsiteX8" fmla="*/ 795412 w 2882952"/>
                <a:gd name="connsiteY8" fmla="*/ 181292 h 3555255"/>
                <a:gd name="connsiteX0" fmla="*/ 795412 w 2927211"/>
                <a:gd name="connsiteY0" fmla="*/ 181292 h 3555255"/>
                <a:gd name="connsiteX1" fmla="*/ 1267125 w 2927211"/>
                <a:gd name="connsiteY1" fmla="*/ 14753 h 3555255"/>
                <a:gd name="connsiteX2" fmla="*/ 1867655 w 2927211"/>
                <a:gd name="connsiteY2" fmla="*/ 219392 h 3555255"/>
                <a:gd name="connsiteX3" fmla="*/ 2797623 w 2927211"/>
                <a:gd name="connsiteY3" fmla="*/ 1438949 h 3555255"/>
                <a:gd name="connsiteX4" fmla="*/ 2821031 w 2927211"/>
                <a:gd name="connsiteY4" fmla="*/ 1963096 h 3555255"/>
                <a:gd name="connsiteX5" fmla="*/ 2563015 w 2927211"/>
                <a:gd name="connsiteY5" fmla="*/ 2663632 h 3555255"/>
                <a:gd name="connsiteX6" fmla="*/ 431436 w 2927211"/>
                <a:gd name="connsiteY6" fmla="*/ 3474160 h 3555255"/>
                <a:gd name="connsiteX7" fmla="*/ 5772 w 2927211"/>
                <a:gd name="connsiteY7" fmla="*/ 3301117 h 3555255"/>
                <a:gd name="connsiteX8" fmla="*/ 795412 w 2927211"/>
                <a:gd name="connsiteY8" fmla="*/ 181292 h 3555255"/>
                <a:gd name="connsiteX0" fmla="*/ 795412 w 2893847"/>
                <a:gd name="connsiteY0" fmla="*/ 181292 h 3555255"/>
                <a:gd name="connsiteX1" fmla="*/ 1267125 w 2893847"/>
                <a:gd name="connsiteY1" fmla="*/ 14753 h 3555255"/>
                <a:gd name="connsiteX2" fmla="*/ 1867655 w 2893847"/>
                <a:gd name="connsiteY2" fmla="*/ 219392 h 3555255"/>
                <a:gd name="connsiteX3" fmla="*/ 2624377 w 2893847"/>
                <a:gd name="connsiteY3" fmla="*/ 971141 h 3555255"/>
                <a:gd name="connsiteX4" fmla="*/ 2797623 w 2893847"/>
                <a:gd name="connsiteY4" fmla="*/ 1438949 h 3555255"/>
                <a:gd name="connsiteX5" fmla="*/ 2821031 w 2893847"/>
                <a:gd name="connsiteY5" fmla="*/ 1963096 h 3555255"/>
                <a:gd name="connsiteX6" fmla="*/ 2563015 w 2893847"/>
                <a:gd name="connsiteY6" fmla="*/ 2663632 h 3555255"/>
                <a:gd name="connsiteX7" fmla="*/ 431436 w 2893847"/>
                <a:gd name="connsiteY7" fmla="*/ 3474160 h 3555255"/>
                <a:gd name="connsiteX8" fmla="*/ 5772 w 2893847"/>
                <a:gd name="connsiteY8" fmla="*/ 3301117 h 3555255"/>
                <a:gd name="connsiteX9" fmla="*/ 795412 w 2893847"/>
                <a:gd name="connsiteY9" fmla="*/ 181292 h 3555255"/>
                <a:gd name="connsiteX0" fmla="*/ 795412 w 2893847"/>
                <a:gd name="connsiteY0" fmla="*/ 181292 h 3555255"/>
                <a:gd name="connsiteX1" fmla="*/ 1267125 w 2893847"/>
                <a:gd name="connsiteY1" fmla="*/ 14753 h 3555255"/>
                <a:gd name="connsiteX2" fmla="*/ 1867655 w 2893847"/>
                <a:gd name="connsiteY2" fmla="*/ 219392 h 3555255"/>
                <a:gd name="connsiteX3" fmla="*/ 2624377 w 2893847"/>
                <a:gd name="connsiteY3" fmla="*/ 971141 h 3555255"/>
                <a:gd name="connsiteX4" fmla="*/ 2797623 w 2893847"/>
                <a:gd name="connsiteY4" fmla="*/ 1438949 h 3555255"/>
                <a:gd name="connsiteX5" fmla="*/ 2821031 w 2893847"/>
                <a:gd name="connsiteY5" fmla="*/ 1963096 h 3555255"/>
                <a:gd name="connsiteX6" fmla="*/ 2563015 w 2893847"/>
                <a:gd name="connsiteY6" fmla="*/ 2663632 h 3555255"/>
                <a:gd name="connsiteX7" fmla="*/ 431436 w 2893847"/>
                <a:gd name="connsiteY7" fmla="*/ 3474160 h 3555255"/>
                <a:gd name="connsiteX8" fmla="*/ 5772 w 2893847"/>
                <a:gd name="connsiteY8" fmla="*/ 3301117 h 3555255"/>
                <a:gd name="connsiteX9" fmla="*/ 795412 w 2893847"/>
                <a:gd name="connsiteY9" fmla="*/ 181292 h 3555255"/>
                <a:gd name="connsiteX0" fmla="*/ 795412 w 2893847"/>
                <a:gd name="connsiteY0" fmla="*/ 181292 h 3555255"/>
                <a:gd name="connsiteX1" fmla="*/ 1267125 w 2893847"/>
                <a:gd name="connsiteY1" fmla="*/ 14753 h 3555255"/>
                <a:gd name="connsiteX2" fmla="*/ 1867655 w 2893847"/>
                <a:gd name="connsiteY2" fmla="*/ 219392 h 3555255"/>
                <a:gd name="connsiteX3" fmla="*/ 2624377 w 2893847"/>
                <a:gd name="connsiteY3" fmla="*/ 971141 h 3555255"/>
                <a:gd name="connsiteX4" fmla="*/ 2797623 w 2893847"/>
                <a:gd name="connsiteY4" fmla="*/ 1438949 h 3555255"/>
                <a:gd name="connsiteX5" fmla="*/ 2821031 w 2893847"/>
                <a:gd name="connsiteY5" fmla="*/ 1963096 h 3555255"/>
                <a:gd name="connsiteX6" fmla="*/ 2563015 w 2893847"/>
                <a:gd name="connsiteY6" fmla="*/ 2663632 h 3555255"/>
                <a:gd name="connsiteX7" fmla="*/ 431436 w 2893847"/>
                <a:gd name="connsiteY7" fmla="*/ 3474160 h 3555255"/>
                <a:gd name="connsiteX8" fmla="*/ 5772 w 2893847"/>
                <a:gd name="connsiteY8" fmla="*/ 3301117 h 3555255"/>
                <a:gd name="connsiteX9" fmla="*/ 795412 w 2893847"/>
                <a:gd name="connsiteY9" fmla="*/ 181292 h 3555255"/>
                <a:gd name="connsiteX0" fmla="*/ 795412 w 2893847"/>
                <a:gd name="connsiteY0" fmla="*/ 197000 h 3570963"/>
                <a:gd name="connsiteX1" fmla="*/ 1267125 w 2893847"/>
                <a:gd name="connsiteY1" fmla="*/ 30461 h 3570963"/>
                <a:gd name="connsiteX2" fmla="*/ 1798093 w 2893847"/>
                <a:gd name="connsiteY2" fmla="*/ 95078 h 3570963"/>
                <a:gd name="connsiteX3" fmla="*/ 2624377 w 2893847"/>
                <a:gd name="connsiteY3" fmla="*/ 986849 h 3570963"/>
                <a:gd name="connsiteX4" fmla="*/ 2797623 w 2893847"/>
                <a:gd name="connsiteY4" fmla="*/ 1454657 h 3570963"/>
                <a:gd name="connsiteX5" fmla="*/ 2821031 w 2893847"/>
                <a:gd name="connsiteY5" fmla="*/ 1978804 h 3570963"/>
                <a:gd name="connsiteX6" fmla="*/ 2563015 w 2893847"/>
                <a:gd name="connsiteY6" fmla="*/ 2679340 h 3570963"/>
                <a:gd name="connsiteX7" fmla="*/ 431436 w 2893847"/>
                <a:gd name="connsiteY7" fmla="*/ 3489868 h 3570963"/>
                <a:gd name="connsiteX8" fmla="*/ 5772 w 2893847"/>
                <a:gd name="connsiteY8" fmla="*/ 3316825 h 3570963"/>
                <a:gd name="connsiteX9" fmla="*/ 795412 w 2893847"/>
                <a:gd name="connsiteY9" fmla="*/ 197000 h 3570963"/>
                <a:gd name="connsiteX0" fmla="*/ 795412 w 2893847"/>
                <a:gd name="connsiteY0" fmla="*/ 197000 h 3570963"/>
                <a:gd name="connsiteX1" fmla="*/ 1267125 w 2893847"/>
                <a:gd name="connsiteY1" fmla="*/ 30461 h 3570963"/>
                <a:gd name="connsiteX2" fmla="*/ 1798093 w 2893847"/>
                <a:gd name="connsiteY2" fmla="*/ 95078 h 3570963"/>
                <a:gd name="connsiteX3" fmla="*/ 2624377 w 2893847"/>
                <a:gd name="connsiteY3" fmla="*/ 986849 h 3570963"/>
                <a:gd name="connsiteX4" fmla="*/ 2797623 w 2893847"/>
                <a:gd name="connsiteY4" fmla="*/ 1454657 h 3570963"/>
                <a:gd name="connsiteX5" fmla="*/ 2821031 w 2893847"/>
                <a:gd name="connsiteY5" fmla="*/ 1978804 h 3570963"/>
                <a:gd name="connsiteX6" fmla="*/ 2563015 w 2893847"/>
                <a:gd name="connsiteY6" fmla="*/ 2679340 h 3570963"/>
                <a:gd name="connsiteX7" fmla="*/ 431436 w 2893847"/>
                <a:gd name="connsiteY7" fmla="*/ 3489868 h 3570963"/>
                <a:gd name="connsiteX8" fmla="*/ 5772 w 2893847"/>
                <a:gd name="connsiteY8" fmla="*/ 3316825 h 3570963"/>
                <a:gd name="connsiteX9" fmla="*/ 795412 w 2893847"/>
                <a:gd name="connsiteY9" fmla="*/ 197000 h 3570963"/>
                <a:gd name="connsiteX0" fmla="*/ 795412 w 2893847"/>
                <a:gd name="connsiteY0" fmla="*/ 115544 h 3489507"/>
                <a:gd name="connsiteX1" fmla="*/ 1733950 w 2893847"/>
                <a:gd name="connsiteY1" fmla="*/ 223412 h 3489507"/>
                <a:gd name="connsiteX2" fmla="*/ 1798093 w 2893847"/>
                <a:gd name="connsiteY2" fmla="*/ 13622 h 3489507"/>
                <a:gd name="connsiteX3" fmla="*/ 2624377 w 2893847"/>
                <a:gd name="connsiteY3" fmla="*/ 905393 h 3489507"/>
                <a:gd name="connsiteX4" fmla="*/ 2797623 w 2893847"/>
                <a:gd name="connsiteY4" fmla="*/ 1373201 h 3489507"/>
                <a:gd name="connsiteX5" fmla="*/ 2821031 w 2893847"/>
                <a:gd name="connsiteY5" fmla="*/ 1897348 h 3489507"/>
                <a:gd name="connsiteX6" fmla="*/ 2563015 w 2893847"/>
                <a:gd name="connsiteY6" fmla="*/ 2597884 h 3489507"/>
                <a:gd name="connsiteX7" fmla="*/ 431436 w 2893847"/>
                <a:gd name="connsiteY7" fmla="*/ 3408412 h 3489507"/>
                <a:gd name="connsiteX8" fmla="*/ 5772 w 2893847"/>
                <a:gd name="connsiteY8" fmla="*/ 3235369 h 3489507"/>
                <a:gd name="connsiteX9" fmla="*/ 795412 w 2893847"/>
                <a:gd name="connsiteY9" fmla="*/ 115544 h 3489507"/>
                <a:gd name="connsiteX0" fmla="*/ 795412 w 2893847"/>
                <a:gd name="connsiteY0" fmla="*/ 113349 h 3487312"/>
                <a:gd name="connsiteX1" fmla="*/ 1733950 w 2893847"/>
                <a:gd name="connsiteY1" fmla="*/ 221217 h 3487312"/>
                <a:gd name="connsiteX2" fmla="*/ 1798093 w 2893847"/>
                <a:gd name="connsiteY2" fmla="*/ 11427 h 3487312"/>
                <a:gd name="connsiteX3" fmla="*/ 2624377 w 2893847"/>
                <a:gd name="connsiteY3" fmla="*/ 903198 h 3487312"/>
                <a:gd name="connsiteX4" fmla="*/ 2797623 w 2893847"/>
                <a:gd name="connsiteY4" fmla="*/ 1371006 h 3487312"/>
                <a:gd name="connsiteX5" fmla="*/ 2821031 w 2893847"/>
                <a:gd name="connsiteY5" fmla="*/ 1895153 h 3487312"/>
                <a:gd name="connsiteX6" fmla="*/ 2563015 w 2893847"/>
                <a:gd name="connsiteY6" fmla="*/ 2595689 h 3487312"/>
                <a:gd name="connsiteX7" fmla="*/ 431436 w 2893847"/>
                <a:gd name="connsiteY7" fmla="*/ 3406217 h 3487312"/>
                <a:gd name="connsiteX8" fmla="*/ 5772 w 2893847"/>
                <a:gd name="connsiteY8" fmla="*/ 3233174 h 3487312"/>
                <a:gd name="connsiteX9" fmla="*/ 795412 w 2893847"/>
                <a:gd name="connsiteY9" fmla="*/ 113349 h 3487312"/>
                <a:gd name="connsiteX0" fmla="*/ 1857427 w 2893847"/>
                <a:gd name="connsiteY0" fmla="*/ 605027 h 3487312"/>
                <a:gd name="connsiteX1" fmla="*/ 1733950 w 2893847"/>
                <a:gd name="connsiteY1" fmla="*/ 221217 h 3487312"/>
                <a:gd name="connsiteX2" fmla="*/ 1798093 w 2893847"/>
                <a:gd name="connsiteY2" fmla="*/ 11427 h 3487312"/>
                <a:gd name="connsiteX3" fmla="*/ 2624377 w 2893847"/>
                <a:gd name="connsiteY3" fmla="*/ 903198 h 3487312"/>
                <a:gd name="connsiteX4" fmla="*/ 2797623 w 2893847"/>
                <a:gd name="connsiteY4" fmla="*/ 1371006 h 3487312"/>
                <a:gd name="connsiteX5" fmla="*/ 2821031 w 2893847"/>
                <a:gd name="connsiteY5" fmla="*/ 1895153 h 3487312"/>
                <a:gd name="connsiteX6" fmla="*/ 2563015 w 2893847"/>
                <a:gd name="connsiteY6" fmla="*/ 2595689 h 3487312"/>
                <a:gd name="connsiteX7" fmla="*/ 431436 w 2893847"/>
                <a:gd name="connsiteY7" fmla="*/ 3406217 h 3487312"/>
                <a:gd name="connsiteX8" fmla="*/ 5772 w 2893847"/>
                <a:gd name="connsiteY8" fmla="*/ 3233174 h 3487312"/>
                <a:gd name="connsiteX9" fmla="*/ 1857427 w 2893847"/>
                <a:gd name="connsiteY9" fmla="*/ 605027 h 3487312"/>
                <a:gd name="connsiteX0" fmla="*/ 1857427 w 2893847"/>
                <a:gd name="connsiteY0" fmla="*/ 605027 h 3487312"/>
                <a:gd name="connsiteX1" fmla="*/ 1733950 w 2893847"/>
                <a:gd name="connsiteY1" fmla="*/ 221217 h 3487312"/>
                <a:gd name="connsiteX2" fmla="*/ 1798093 w 2893847"/>
                <a:gd name="connsiteY2" fmla="*/ 11427 h 3487312"/>
                <a:gd name="connsiteX3" fmla="*/ 2624377 w 2893847"/>
                <a:gd name="connsiteY3" fmla="*/ 903198 h 3487312"/>
                <a:gd name="connsiteX4" fmla="*/ 2797623 w 2893847"/>
                <a:gd name="connsiteY4" fmla="*/ 1371006 h 3487312"/>
                <a:gd name="connsiteX5" fmla="*/ 2821031 w 2893847"/>
                <a:gd name="connsiteY5" fmla="*/ 1895153 h 3487312"/>
                <a:gd name="connsiteX6" fmla="*/ 2563015 w 2893847"/>
                <a:gd name="connsiteY6" fmla="*/ 2595689 h 3487312"/>
                <a:gd name="connsiteX7" fmla="*/ 431436 w 2893847"/>
                <a:gd name="connsiteY7" fmla="*/ 3406217 h 3487312"/>
                <a:gd name="connsiteX8" fmla="*/ 5772 w 2893847"/>
                <a:gd name="connsiteY8" fmla="*/ 3233174 h 3487312"/>
                <a:gd name="connsiteX9" fmla="*/ 1857427 w 2893847"/>
                <a:gd name="connsiteY9" fmla="*/ 605027 h 3487312"/>
                <a:gd name="connsiteX0" fmla="*/ 1857427 w 2893847"/>
                <a:gd name="connsiteY0" fmla="*/ 605027 h 3487312"/>
                <a:gd name="connsiteX1" fmla="*/ 1733950 w 2893847"/>
                <a:gd name="connsiteY1" fmla="*/ 221217 h 3487312"/>
                <a:gd name="connsiteX2" fmla="*/ 1798093 w 2893847"/>
                <a:gd name="connsiteY2" fmla="*/ 11427 h 3487312"/>
                <a:gd name="connsiteX3" fmla="*/ 2624377 w 2893847"/>
                <a:gd name="connsiteY3" fmla="*/ 903198 h 3487312"/>
                <a:gd name="connsiteX4" fmla="*/ 2797623 w 2893847"/>
                <a:gd name="connsiteY4" fmla="*/ 1371006 h 3487312"/>
                <a:gd name="connsiteX5" fmla="*/ 2821031 w 2893847"/>
                <a:gd name="connsiteY5" fmla="*/ 1895153 h 3487312"/>
                <a:gd name="connsiteX6" fmla="*/ 2563015 w 2893847"/>
                <a:gd name="connsiteY6" fmla="*/ 2595689 h 3487312"/>
                <a:gd name="connsiteX7" fmla="*/ 431436 w 2893847"/>
                <a:gd name="connsiteY7" fmla="*/ 3406217 h 3487312"/>
                <a:gd name="connsiteX8" fmla="*/ 5772 w 2893847"/>
                <a:gd name="connsiteY8" fmla="*/ 3233174 h 3487312"/>
                <a:gd name="connsiteX9" fmla="*/ 1840784 w 2893847"/>
                <a:gd name="connsiteY9" fmla="*/ 926600 h 3487312"/>
                <a:gd name="connsiteX10" fmla="*/ 1857427 w 2893847"/>
                <a:gd name="connsiteY10" fmla="*/ 605027 h 3487312"/>
                <a:gd name="connsiteX0" fmla="*/ 1857427 w 2893847"/>
                <a:gd name="connsiteY0" fmla="*/ 605027 h 3487312"/>
                <a:gd name="connsiteX1" fmla="*/ 1733950 w 2893847"/>
                <a:gd name="connsiteY1" fmla="*/ 221217 h 3487312"/>
                <a:gd name="connsiteX2" fmla="*/ 1798093 w 2893847"/>
                <a:gd name="connsiteY2" fmla="*/ 11427 h 3487312"/>
                <a:gd name="connsiteX3" fmla="*/ 2624377 w 2893847"/>
                <a:gd name="connsiteY3" fmla="*/ 903198 h 3487312"/>
                <a:gd name="connsiteX4" fmla="*/ 2797623 w 2893847"/>
                <a:gd name="connsiteY4" fmla="*/ 1371006 h 3487312"/>
                <a:gd name="connsiteX5" fmla="*/ 2821031 w 2893847"/>
                <a:gd name="connsiteY5" fmla="*/ 1895153 h 3487312"/>
                <a:gd name="connsiteX6" fmla="*/ 2563015 w 2893847"/>
                <a:gd name="connsiteY6" fmla="*/ 2595689 h 3487312"/>
                <a:gd name="connsiteX7" fmla="*/ 431436 w 2893847"/>
                <a:gd name="connsiteY7" fmla="*/ 3406217 h 3487312"/>
                <a:gd name="connsiteX8" fmla="*/ 5772 w 2893847"/>
                <a:gd name="connsiteY8" fmla="*/ 3233174 h 3487312"/>
                <a:gd name="connsiteX9" fmla="*/ 1840784 w 2893847"/>
                <a:gd name="connsiteY9" fmla="*/ 926600 h 3487312"/>
                <a:gd name="connsiteX10" fmla="*/ 1857427 w 2893847"/>
                <a:gd name="connsiteY10" fmla="*/ 605027 h 3487312"/>
                <a:gd name="connsiteX0" fmla="*/ 1857427 w 2893847"/>
                <a:gd name="connsiteY0" fmla="*/ 605027 h 3487312"/>
                <a:gd name="connsiteX1" fmla="*/ 1733950 w 2893847"/>
                <a:gd name="connsiteY1" fmla="*/ 221217 h 3487312"/>
                <a:gd name="connsiteX2" fmla="*/ 1798093 w 2893847"/>
                <a:gd name="connsiteY2" fmla="*/ 11427 h 3487312"/>
                <a:gd name="connsiteX3" fmla="*/ 2624377 w 2893847"/>
                <a:gd name="connsiteY3" fmla="*/ 903198 h 3487312"/>
                <a:gd name="connsiteX4" fmla="*/ 2797623 w 2893847"/>
                <a:gd name="connsiteY4" fmla="*/ 1371006 h 3487312"/>
                <a:gd name="connsiteX5" fmla="*/ 2821031 w 2893847"/>
                <a:gd name="connsiteY5" fmla="*/ 1895153 h 3487312"/>
                <a:gd name="connsiteX6" fmla="*/ 2563015 w 2893847"/>
                <a:gd name="connsiteY6" fmla="*/ 2595689 h 3487312"/>
                <a:gd name="connsiteX7" fmla="*/ 431436 w 2893847"/>
                <a:gd name="connsiteY7" fmla="*/ 3406217 h 3487312"/>
                <a:gd name="connsiteX8" fmla="*/ 5772 w 2893847"/>
                <a:gd name="connsiteY8" fmla="*/ 3233174 h 3487312"/>
                <a:gd name="connsiteX9" fmla="*/ 1829383 w 2893847"/>
                <a:gd name="connsiteY9" fmla="*/ 1551382 h 3487312"/>
                <a:gd name="connsiteX10" fmla="*/ 1840784 w 2893847"/>
                <a:gd name="connsiteY10" fmla="*/ 926600 h 3487312"/>
                <a:gd name="connsiteX11" fmla="*/ 1857427 w 2893847"/>
                <a:gd name="connsiteY11" fmla="*/ 605027 h 3487312"/>
                <a:gd name="connsiteX0" fmla="*/ 1857427 w 2893847"/>
                <a:gd name="connsiteY0" fmla="*/ 605027 h 3487312"/>
                <a:gd name="connsiteX1" fmla="*/ 1733950 w 2893847"/>
                <a:gd name="connsiteY1" fmla="*/ 221217 h 3487312"/>
                <a:gd name="connsiteX2" fmla="*/ 1798093 w 2893847"/>
                <a:gd name="connsiteY2" fmla="*/ 11427 h 3487312"/>
                <a:gd name="connsiteX3" fmla="*/ 2624377 w 2893847"/>
                <a:gd name="connsiteY3" fmla="*/ 903198 h 3487312"/>
                <a:gd name="connsiteX4" fmla="*/ 2797623 w 2893847"/>
                <a:gd name="connsiteY4" fmla="*/ 1371006 h 3487312"/>
                <a:gd name="connsiteX5" fmla="*/ 2821031 w 2893847"/>
                <a:gd name="connsiteY5" fmla="*/ 1895153 h 3487312"/>
                <a:gd name="connsiteX6" fmla="*/ 2563015 w 2893847"/>
                <a:gd name="connsiteY6" fmla="*/ 2595689 h 3487312"/>
                <a:gd name="connsiteX7" fmla="*/ 431436 w 2893847"/>
                <a:gd name="connsiteY7" fmla="*/ 3406217 h 3487312"/>
                <a:gd name="connsiteX8" fmla="*/ 5772 w 2893847"/>
                <a:gd name="connsiteY8" fmla="*/ 3233174 h 3487312"/>
                <a:gd name="connsiteX9" fmla="*/ 1407651 w 2893847"/>
                <a:gd name="connsiteY9" fmla="*/ 1632347 h 3487312"/>
                <a:gd name="connsiteX10" fmla="*/ 1829383 w 2893847"/>
                <a:gd name="connsiteY10" fmla="*/ 1551382 h 3487312"/>
                <a:gd name="connsiteX11" fmla="*/ 1840784 w 2893847"/>
                <a:gd name="connsiteY11" fmla="*/ 926600 h 3487312"/>
                <a:gd name="connsiteX12" fmla="*/ 1857427 w 2893847"/>
                <a:gd name="connsiteY12" fmla="*/ 605027 h 3487312"/>
                <a:gd name="connsiteX0" fmla="*/ 1857427 w 2893847"/>
                <a:gd name="connsiteY0" fmla="*/ 605027 h 3487312"/>
                <a:gd name="connsiteX1" fmla="*/ 1733950 w 2893847"/>
                <a:gd name="connsiteY1" fmla="*/ 221217 h 3487312"/>
                <a:gd name="connsiteX2" fmla="*/ 1798093 w 2893847"/>
                <a:gd name="connsiteY2" fmla="*/ 11427 h 3487312"/>
                <a:gd name="connsiteX3" fmla="*/ 2624377 w 2893847"/>
                <a:gd name="connsiteY3" fmla="*/ 903198 h 3487312"/>
                <a:gd name="connsiteX4" fmla="*/ 2797623 w 2893847"/>
                <a:gd name="connsiteY4" fmla="*/ 1371006 h 3487312"/>
                <a:gd name="connsiteX5" fmla="*/ 2821031 w 2893847"/>
                <a:gd name="connsiteY5" fmla="*/ 1895153 h 3487312"/>
                <a:gd name="connsiteX6" fmla="*/ 2563015 w 2893847"/>
                <a:gd name="connsiteY6" fmla="*/ 2595689 h 3487312"/>
                <a:gd name="connsiteX7" fmla="*/ 431436 w 2893847"/>
                <a:gd name="connsiteY7" fmla="*/ 3406217 h 3487312"/>
                <a:gd name="connsiteX8" fmla="*/ 5772 w 2893847"/>
                <a:gd name="connsiteY8" fmla="*/ 3233174 h 3487312"/>
                <a:gd name="connsiteX9" fmla="*/ 1407651 w 2893847"/>
                <a:gd name="connsiteY9" fmla="*/ 1632347 h 3487312"/>
                <a:gd name="connsiteX10" fmla="*/ 1829383 w 2893847"/>
                <a:gd name="connsiteY10" fmla="*/ 1551382 h 3487312"/>
                <a:gd name="connsiteX11" fmla="*/ 1840784 w 2893847"/>
                <a:gd name="connsiteY11" fmla="*/ 926600 h 3487312"/>
                <a:gd name="connsiteX12" fmla="*/ 1857427 w 2893847"/>
                <a:gd name="connsiteY12" fmla="*/ 605027 h 3487312"/>
                <a:gd name="connsiteX0" fmla="*/ 1857427 w 2893847"/>
                <a:gd name="connsiteY0" fmla="*/ 605027 h 3487312"/>
                <a:gd name="connsiteX1" fmla="*/ 1733950 w 2893847"/>
                <a:gd name="connsiteY1" fmla="*/ 221217 h 3487312"/>
                <a:gd name="connsiteX2" fmla="*/ 1798093 w 2893847"/>
                <a:gd name="connsiteY2" fmla="*/ 11427 h 3487312"/>
                <a:gd name="connsiteX3" fmla="*/ 2624377 w 2893847"/>
                <a:gd name="connsiteY3" fmla="*/ 903198 h 3487312"/>
                <a:gd name="connsiteX4" fmla="*/ 2797623 w 2893847"/>
                <a:gd name="connsiteY4" fmla="*/ 1371006 h 3487312"/>
                <a:gd name="connsiteX5" fmla="*/ 2821031 w 2893847"/>
                <a:gd name="connsiteY5" fmla="*/ 1895153 h 3487312"/>
                <a:gd name="connsiteX6" fmla="*/ 2563015 w 2893847"/>
                <a:gd name="connsiteY6" fmla="*/ 2595689 h 3487312"/>
                <a:gd name="connsiteX7" fmla="*/ 431436 w 2893847"/>
                <a:gd name="connsiteY7" fmla="*/ 3406217 h 3487312"/>
                <a:gd name="connsiteX8" fmla="*/ 5772 w 2893847"/>
                <a:gd name="connsiteY8" fmla="*/ 3233174 h 3487312"/>
                <a:gd name="connsiteX9" fmla="*/ 1407651 w 2893847"/>
                <a:gd name="connsiteY9" fmla="*/ 1632347 h 3487312"/>
                <a:gd name="connsiteX10" fmla="*/ 1829383 w 2893847"/>
                <a:gd name="connsiteY10" fmla="*/ 1551382 h 3487312"/>
                <a:gd name="connsiteX11" fmla="*/ 1840784 w 2893847"/>
                <a:gd name="connsiteY11" fmla="*/ 926600 h 3487312"/>
                <a:gd name="connsiteX12" fmla="*/ 1857427 w 2893847"/>
                <a:gd name="connsiteY12" fmla="*/ 605027 h 3487312"/>
                <a:gd name="connsiteX0" fmla="*/ 1857427 w 2893847"/>
                <a:gd name="connsiteY0" fmla="*/ 605027 h 3487312"/>
                <a:gd name="connsiteX1" fmla="*/ 1733950 w 2893847"/>
                <a:gd name="connsiteY1" fmla="*/ 221217 h 3487312"/>
                <a:gd name="connsiteX2" fmla="*/ 1798093 w 2893847"/>
                <a:gd name="connsiteY2" fmla="*/ 11427 h 3487312"/>
                <a:gd name="connsiteX3" fmla="*/ 2624377 w 2893847"/>
                <a:gd name="connsiteY3" fmla="*/ 903198 h 3487312"/>
                <a:gd name="connsiteX4" fmla="*/ 2797623 w 2893847"/>
                <a:gd name="connsiteY4" fmla="*/ 1371006 h 3487312"/>
                <a:gd name="connsiteX5" fmla="*/ 2821031 w 2893847"/>
                <a:gd name="connsiteY5" fmla="*/ 1895153 h 3487312"/>
                <a:gd name="connsiteX6" fmla="*/ 2563015 w 2893847"/>
                <a:gd name="connsiteY6" fmla="*/ 2595689 h 3487312"/>
                <a:gd name="connsiteX7" fmla="*/ 431436 w 2893847"/>
                <a:gd name="connsiteY7" fmla="*/ 3406217 h 3487312"/>
                <a:gd name="connsiteX8" fmla="*/ 5772 w 2893847"/>
                <a:gd name="connsiteY8" fmla="*/ 3233174 h 3487312"/>
                <a:gd name="connsiteX9" fmla="*/ 1407651 w 2893847"/>
                <a:gd name="connsiteY9" fmla="*/ 1632347 h 3487312"/>
                <a:gd name="connsiteX10" fmla="*/ 1829383 w 2893847"/>
                <a:gd name="connsiteY10" fmla="*/ 1551382 h 3487312"/>
                <a:gd name="connsiteX11" fmla="*/ 1840784 w 2893847"/>
                <a:gd name="connsiteY11" fmla="*/ 926600 h 3487312"/>
                <a:gd name="connsiteX12" fmla="*/ 1857427 w 2893847"/>
                <a:gd name="connsiteY12" fmla="*/ 605027 h 3487312"/>
                <a:gd name="connsiteX0" fmla="*/ 1857427 w 2893847"/>
                <a:gd name="connsiteY0" fmla="*/ 605027 h 3487312"/>
                <a:gd name="connsiteX1" fmla="*/ 1733950 w 2893847"/>
                <a:gd name="connsiteY1" fmla="*/ 221217 h 3487312"/>
                <a:gd name="connsiteX2" fmla="*/ 1798093 w 2893847"/>
                <a:gd name="connsiteY2" fmla="*/ 11427 h 3487312"/>
                <a:gd name="connsiteX3" fmla="*/ 2624377 w 2893847"/>
                <a:gd name="connsiteY3" fmla="*/ 903198 h 3487312"/>
                <a:gd name="connsiteX4" fmla="*/ 2797623 w 2893847"/>
                <a:gd name="connsiteY4" fmla="*/ 1371006 h 3487312"/>
                <a:gd name="connsiteX5" fmla="*/ 2821031 w 2893847"/>
                <a:gd name="connsiteY5" fmla="*/ 1895153 h 3487312"/>
                <a:gd name="connsiteX6" fmla="*/ 2563015 w 2893847"/>
                <a:gd name="connsiteY6" fmla="*/ 2595689 h 3487312"/>
                <a:gd name="connsiteX7" fmla="*/ 431436 w 2893847"/>
                <a:gd name="connsiteY7" fmla="*/ 3406217 h 3487312"/>
                <a:gd name="connsiteX8" fmla="*/ 5772 w 2893847"/>
                <a:gd name="connsiteY8" fmla="*/ 3233174 h 3487312"/>
                <a:gd name="connsiteX9" fmla="*/ 1035242 w 2893847"/>
                <a:gd name="connsiteY9" fmla="*/ 1974524 h 3487312"/>
                <a:gd name="connsiteX10" fmla="*/ 1407651 w 2893847"/>
                <a:gd name="connsiteY10" fmla="*/ 1632347 h 3487312"/>
                <a:gd name="connsiteX11" fmla="*/ 1829383 w 2893847"/>
                <a:gd name="connsiteY11" fmla="*/ 1551382 h 3487312"/>
                <a:gd name="connsiteX12" fmla="*/ 1840784 w 2893847"/>
                <a:gd name="connsiteY12" fmla="*/ 926600 h 3487312"/>
                <a:gd name="connsiteX13" fmla="*/ 1857427 w 2893847"/>
                <a:gd name="connsiteY13" fmla="*/ 605027 h 3487312"/>
                <a:gd name="connsiteX0" fmla="*/ 1857427 w 2893847"/>
                <a:gd name="connsiteY0" fmla="*/ 605027 h 3487312"/>
                <a:gd name="connsiteX1" fmla="*/ 1733950 w 2893847"/>
                <a:gd name="connsiteY1" fmla="*/ 221217 h 3487312"/>
                <a:gd name="connsiteX2" fmla="*/ 1798093 w 2893847"/>
                <a:gd name="connsiteY2" fmla="*/ 11427 h 3487312"/>
                <a:gd name="connsiteX3" fmla="*/ 2624377 w 2893847"/>
                <a:gd name="connsiteY3" fmla="*/ 903198 h 3487312"/>
                <a:gd name="connsiteX4" fmla="*/ 2797623 w 2893847"/>
                <a:gd name="connsiteY4" fmla="*/ 1371006 h 3487312"/>
                <a:gd name="connsiteX5" fmla="*/ 2821031 w 2893847"/>
                <a:gd name="connsiteY5" fmla="*/ 1895153 h 3487312"/>
                <a:gd name="connsiteX6" fmla="*/ 2563015 w 2893847"/>
                <a:gd name="connsiteY6" fmla="*/ 2595689 h 3487312"/>
                <a:gd name="connsiteX7" fmla="*/ 431436 w 2893847"/>
                <a:gd name="connsiteY7" fmla="*/ 3406217 h 3487312"/>
                <a:gd name="connsiteX8" fmla="*/ 5772 w 2893847"/>
                <a:gd name="connsiteY8" fmla="*/ 3233174 h 3487312"/>
                <a:gd name="connsiteX9" fmla="*/ 1035242 w 2893847"/>
                <a:gd name="connsiteY9" fmla="*/ 1974524 h 3487312"/>
                <a:gd name="connsiteX10" fmla="*/ 1407651 w 2893847"/>
                <a:gd name="connsiteY10" fmla="*/ 1632347 h 3487312"/>
                <a:gd name="connsiteX11" fmla="*/ 1829383 w 2893847"/>
                <a:gd name="connsiteY11" fmla="*/ 1551382 h 3487312"/>
                <a:gd name="connsiteX12" fmla="*/ 1840784 w 2893847"/>
                <a:gd name="connsiteY12" fmla="*/ 926600 h 3487312"/>
                <a:gd name="connsiteX13" fmla="*/ 1857427 w 2893847"/>
                <a:gd name="connsiteY13" fmla="*/ 605027 h 3487312"/>
                <a:gd name="connsiteX0" fmla="*/ 1857427 w 2893847"/>
                <a:gd name="connsiteY0" fmla="*/ 605027 h 3487312"/>
                <a:gd name="connsiteX1" fmla="*/ 1733950 w 2893847"/>
                <a:gd name="connsiteY1" fmla="*/ 221217 h 3487312"/>
                <a:gd name="connsiteX2" fmla="*/ 1798093 w 2893847"/>
                <a:gd name="connsiteY2" fmla="*/ 11427 h 3487312"/>
                <a:gd name="connsiteX3" fmla="*/ 2624377 w 2893847"/>
                <a:gd name="connsiteY3" fmla="*/ 903198 h 3487312"/>
                <a:gd name="connsiteX4" fmla="*/ 2797623 w 2893847"/>
                <a:gd name="connsiteY4" fmla="*/ 1371006 h 3487312"/>
                <a:gd name="connsiteX5" fmla="*/ 2821031 w 2893847"/>
                <a:gd name="connsiteY5" fmla="*/ 1895153 h 3487312"/>
                <a:gd name="connsiteX6" fmla="*/ 2563015 w 2893847"/>
                <a:gd name="connsiteY6" fmla="*/ 2595689 h 3487312"/>
                <a:gd name="connsiteX7" fmla="*/ 431436 w 2893847"/>
                <a:gd name="connsiteY7" fmla="*/ 3406217 h 3487312"/>
                <a:gd name="connsiteX8" fmla="*/ 5772 w 2893847"/>
                <a:gd name="connsiteY8" fmla="*/ 3233174 h 3487312"/>
                <a:gd name="connsiteX9" fmla="*/ 719072 w 2893847"/>
                <a:gd name="connsiteY9" fmla="*/ 2341425 h 3487312"/>
                <a:gd name="connsiteX10" fmla="*/ 1035242 w 2893847"/>
                <a:gd name="connsiteY10" fmla="*/ 1974524 h 3487312"/>
                <a:gd name="connsiteX11" fmla="*/ 1407651 w 2893847"/>
                <a:gd name="connsiteY11" fmla="*/ 1632347 h 3487312"/>
                <a:gd name="connsiteX12" fmla="*/ 1829383 w 2893847"/>
                <a:gd name="connsiteY12" fmla="*/ 1551382 h 3487312"/>
                <a:gd name="connsiteX13" fmla="*/ 1840784 w 2893847"/>
                <a:gd name="connsiteY13" fmla="*/ 926600 h 3487312"/>
                <a:gd name="connsiteX14" fmla="*/ 1857427 w 2893847"/>
                <a:gd name="connsiteY14" fmla="*/ 605027 h 3487312"/>
                <a:gd name="connsiteX0" fmla="*/ 1857427 w 2893847"/>
                <a:gd name="connsiteY0" fmla="*/ 605027 h 3487312"/>
                <a:gd name="connsiteX1" fmla="*/ 1733950 w 2893847"/>
                <a:gd name="connsiteY1" fmla="*/ 221217 h 3487312"/>
                <a:gd name="connsiteX2" fmla="*/ 1798093 w 2893847"/>
                <a:gd name="connsiteY2" fmla="*/ 11427 h 3487312"/>
                <a:gd name="connsiteX3" fmla="*/ 2624377 w 2893847"/>
                <a:gd name="connsiteY3" fmla="*/ 903198 h 3487312"/>
                <a:gd name="connsiteX4" fmla="*/ 2797623 w 2893847"/>
                <a:gd name="connsiteY4" fmla="*/ 1371006 h 3487312"/>
                <a:gd name="connsiteX5" fmla="*/ 2821031 w 2893847"/>
                <a:gd name="connsiteY5" fmla="*/ 1895153 h 3487312"/>
                <a:gd name="connsiteX6" fmla="*/ 2563015 w 2893847"/>
                <a:gd name="connsiteY6" fmla="*/ 2595689 h 3487312"/>
                <a:gd name="connsiteX7" fmla="*/ 431436 w 2893847"/>
                <a:gd name="connsiteY7" fmla="*/ 3406217 h 3487312"/>
                <a:gd name="connsiteX8" fmla="*/ 5772 w 2893847"/>
                <a:gd name="connsiteY8" fmla="*/ 3233174 h 3487312"/>
                <a:gd name="connsiteX9" fmla="*/ 719072 w 2893847"/>
                <a:gd name="connsiteY9" fmla="*/ 2341425 h 3487312"/>
                <a:gd name="connsiteX10" fmla="*/ 1035242 w 2893847"/>
                <a:gd name="connsiteY10" fmla="*/ 1974524 h 3487312"/>
                <a:gd name="connsiteX11" fmla="*/ 1407651 w 2893847"/>
                <a:gd name="connsiteY11" fmla="*/ 1632347 h 3487312"/>
                <a:gd name="connsiteX12" fmla="*/ 1829383 w 2893847"/>
                <a:gd name="connsiteY12" fmla="*/ 1551382 h 3487312"/>
                <a:gd name="connsiteX13" fmla="*/ 1840784 w 2893847"/>
                <a:gd name="connsiteY13" fmla="*/ 926600 h 3487312"/>
                <a:gd name="connsiteX14" fmla="*/ 1857427 w 2893847"/>
                <a:gd name="connsiteY14" fmla="*/ 605027 h 3487312"/>
                <a:gd name="connsiteX0" fmla="*/ 1857427 w 2893847"/>
                <a:gd name="connsiteY0" fmla="*/ 605027 h 3487312"/>
                <a:gd name="connsiteX1" fmla="*/ 1733950 w 2893847"/>
                <a:gd name="connsiteY1" fmla="*/ 221217 h 3487312"/>
                <a:gd name="connsiteX2" fmla="*/ 1798093 w 2893847"/>
                <a:gd name="connsiteY2" fmla="*/ 11427 h 3487312"/>
                <a:gd name="connsiteX3" fmla="*/ 2624377 w 2893847"/>
                <a:gd name="connsiteY3" fmla="*/ 903198 h 3487312"/>
                <a:gd name="connsiteX4" fmla="*/ 2797623 w 2893847"/>
                <a:gd name="connsiteY4" fmla="*/ 1371006 h 3487312"/>
                <a:gd name="connsiteX5" fmla="*/ 2821031 w 2893847"/>
                <a:gd name="connsiteY5" fmla="*/ 1895153 h 3487312"/>
                <a:gd name="connsiteX6" fmla="*/ 2563015 w 2893847"/>
                <a:gd name="connsiteY6" fmla="*/ 2595689 h 3487312"/>
                <a:gd name="connsiteX7" fmla="*/ 431436 w 2893847"/>
                <a:gd name="connsiteY7" fmla="*/ 3406217 h 3487312"/>
                <a:gd name="connsiteX8" fmla="*/ 5772 w 2893847"/>
                <a:gd name="connsiteY8" fmla="*/ 3233174 h 3487312"/>
                <a:gd name="connsiteX9" fmla="*/ 305668 w 2893847"/>
                <a:gd name="connsiteY9" fmla="*/ 2607762 h 3487312"/>
                <a:gd name="connsiteX10" fmla="*/ 719072 w 2893847"/>
                <a:gd name="connsiteY10" fmla="*/ 2341425 h 3487312"/>
                <a:gd name="connsiteX11" fmla="*/ 1035242 w 2893847"/>
                <a:gd name="connsiteY11" fmla="*/ 1974524 h 3487312"/>
                <a:gd name="connsiteX12" fmla="*/ 1407651 w 2893847"/>
                <a:gd name="connsiteY12" fmla="*/ 1632347 h 3487312"/>
                <a:gd name="connsiteX13" fmla="*/ 1829383 w 2893847"/>
                <a:gd name="connsiteY13" fmla="*/ 1551382 h 3487312"/>
                <a:gd name="connsiteX14" fmla="*/ 1840784 w 2893847"/>
                <a:gd name="connsiteY14" fmla="*/ 926600 h 3487312"/>
                <a:gd name="connsiteX15" fmla="*/ 1857427 w 2893847"/>
                <a:gd name="connsiteY15" fmla="*/ 605027 h 3487312"/>
                <a:gd name="connsiteX0" fmla="*/ 1857427 w 2893847"/>
                <a:gd name="connsiteY0" fmla="*/ 605027 h 3487312"/>
                <a:gd name="connsiteX1" fmla="*/ 1733950 w 2893847"/>
                <a:gd name="connsiteY1" fmla="*/ 221217 h 3487312"/>
                <a:gd name="connsiteX2" fmla="*/ 1798093 w 2893847"/>
                <a:gd name="connsiteY2" fmla="*/ 11427 h 3487312"/>
                <a:gd name="connsiteX3" fmla="*/ 2624377 w 2893847"/>
                <a:gd name="connsiteY3" fmla="*/ 903198 h 3487312"/>
                <a:gd name="connsiteX4" fmla="*/ 2797623 w 2893847"/>
                <a:gd name="connsiteY4" fmla="*/ 1371006 h 3487312"/>
                <a:gd name="connsiteX5" fmla="*/ 2821031 w 2893847"/>
                <a:gd name="connsiteY5" fmla="*/ 1895153 h 3487312"/>
                <a:gd name="connsiteX6" fmla="*/ 2563015 w 2893847"/>
                <a:gd name="connsiteY6" fmla="*/ 2595689 h 3487312"/>
                <a:gd name="connsiteX7" fmla="*/ 431436 w 2893847"/>
                <a:gd name="connsiteY7" fmla="*/ 3406217 h 3487312"/>
                <a:gd name="connsiteX8" fmla="*/ 5772 w 2893847"/>
                <a:gd name="connsiteY8" fmla="*/ 3233174 h 3487312"/>
                <a:gd name="connsiteX9" fmla="*/ 305668 w 2893847"/>
                <a:gd name="connsiteY9" fmla="*/ 2607762 h 3487312"/>
                <a:gd name="connsiteX10" fmla="*/ 719072 w 2893847"/>
                <a:gd name="connsiteY10" fmla="*/ 2341425 h 3487312"/>
                <a:gd name="connsiteX11" fmla="*/ 1035242 w 2893847"/>
                <a:gd name="connsiteY11" fmla="*/ 1974524 h 3487312"/>
                <a:gd name="connsiteX12" fmla="*/ 1407651 w 2893847"/>
                <a:gd name="connsiteY12" fmla="*/ 1632347 h 3487312"/>
                <a:gd name="connsiteX13" fmla="*/ 1829383 w 2893847"/>
                <a:gd name="connsiteY13" fmla="*/ 1551382 h 3487312"/>
                <a:gd name="connsiteX14" fmla="*/ 1840784 w 2893847"/>
                <a:gd name="connsiteY14" fmla="*/ 926600 h 3487312"/>
                <a:gd name="connsiteX15" fmla="*/ 1857427 w 2893847"/>
                <a:gd name="connsiteY15" fmla="*/ 605027 h 3487312"/>
                <a:gd name="connsiteX0" fmla="*/ 1864508 w 2900928"/>
                <a:gd name="connsiteY0" fmla="*/ 605027 h 3487312"/>
                <a:gd name="connsiteX1" fmla="*/ 1741031 w 2900928"/>
                <a:gd name="connsiteY1" fmla="*/ 221217 h 3487312"/>
                <a:gd name="connsiteX2" fmla="*/ 1805174 w 2900928"/>
                <a:gd name="connsiteY2" fmla="*/ 11427 h 3487312"/>
                <a:gd name="connsiteX3" fmla="*/ 2631458 w 2900928"/>
                <a:gd name="connsiteY3" fmla="*/ 903198 h 3487312"/>
                <a:gd name="connsiteX4" fmla="*/ 2804704 w 2900928"/>
                <a:gd name="connsiteY4" fmla="*/ 1371006 h 3487312"/>
                <a:gd name="connsiteX5" fmla="*/ 2828112 w 2900928"/>
                <a:gd name="connsiteY5" fmla="*/ 1895153 h 3487312"/>
                <a:gd name="connsiteX6" fmla="*/ 2570096 w 2900928"/>
                <a:gd name="connsiteY6" fmla="*/ 2595689 h 3487312"/>
                <a:gd name="connsiteX7" fmla="*/ 438517 w 2900928"/>
                <a:gd name="connsiteY7" fmla="*/ 3406217 h 3487312"/>
                <a:gd name="connsiteX8" fmla="*/ 12853 w 2900928"/>
                <a:gd name="connsiteY8" fmla="*/ 3233174 h 3487312"/>
                <a:gd name="connsiteX9" fmla="*/ 312749 w 2900928"/>
                <a:gd name="connsiteY9" fmla="*/ 2607762 h 3487312"/>
                <a:gd name="connsiteX10" fmla="*/ 726153 w 2900928"/>
                <a:gd name="connsiteY10" fmla="*/ 2341425 h 3487312"/>
                <a:gd name="connsiteX11" fmla="*/ 1042323 w 2900928"/>
                <a:gd name="connsiteY11" fmla="*/ 1974524 h 3487312"/>
                <a:gd name="connsiteX12" fmla="*/ 1414732 w 2900928"/>
                <a:gd name="connsiteY12" fmla="*/ 1632347 h 3487312"/>
                <a:gd name="connsiteX13" fmla="*/ 1836464 w 2900928"/>
                <a:gd name="connsiteY13" fmla="*/ 1551382 h 3487312"/>
                <a:gd name="connsiteX14" fmla="*/ 1847865 w 2900928"/>
                <a:gd name="connsiteY14" fmla="*/ 926600 h 3487312"/>
                <a:gd name="connsiteX15" fmla="*/ 1864508 w 2900928"/>
                <a:gd name="connsiteY15" fmla="*/ 605027 h 3487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900928" h="3487312">
                  <a:moveTo>
                    <a:pt x="1864508" y="605027"/>
                  </a:moveTo>
                  <a:cubicBezTo>
                    <a:pt x="2021746" y="608781"/>
                    <a:pt x="1609031" y="479444"/>
                    <a:pt x="1741031" y="221217"/>
                  </a:cubicBezTo>
                  <a:cubicBezTo>
                    <a:pt x="1797802" y="201871"/>
                    <a:pt x="1588064" y="-56786"/>
                    <a:pt x="1805174" y="11427"/>
                  </a:cubicBezTo>
                  <a:cubicBezTo>
                    <a:pt x="2003093" y="102751"/>
                    <a:pt x="2688353" y="389405"/>
                    <a:pt x="2631458" y="903198"/>
                  </a:cubicBezTo>
                  <a:cubicBezTo>
                    <a:pt x="2992579" y="1295160"/>
                    <a:pt x="2758370" y="1221516"/>
                    <a:pt x="2804704" y="1371006"/>
                  </a:cubicBezTo>
                  <a:cubicBezTo>
                    <a:pt x="2851038" y="1520496"/>
                    <a:pt x="2982169" y="1692192"/>
                    <a:pt x="2828112" y="1895153"/>
                  </a:cubicBezTo>
                  <a:cubicBezTo>
                    <a:pt x="2839872" y="2184740"/>
                    <a:pt x="2748779" y="2560992"/>
                    <a:pt x="2570096" y="2595689"/>
                  </a:cubicBezTo>
                  <a:cubicBezTo>
                    <a:pt x="2051921" y="3622843"/>
                    <a:pt x="918402" y="3546578"/>
                    <a:pt x="438517" y="3406217"/>
                  </a:cubicBezTo>
                  <a:cubicBezTo>
                    <a:pt x="162806" y="3398295"/>
                    <a:pt x="-29163" y="3482014"/>
                    <a:pt x="12853" y="3233174"/>
                  </a:cubicBezTo>
                  <a:cubicBezTo>
                    <a:pt x="2268" y="3123072"/>
                    <a:pt x="-73111" y="2851700"/>
                    <a:pt x="312749" y="2607762"/>
                  </a:cubicBezTo>
                  <a:cubicBezTo>
                    <a:pt x="356048" y="2205996"/>
                    <a:pt x="614934" y="2469939"/>
                    <a:pt x="726153" y="2341425"/>
                  </a:cubicBezTo>
                  <a:cubicBezTo>
                    <a:pt x="873262" y="1893753"/>
                    <a:pt x="929012" y="2087835"/>
                    <a:pt x="1042323" y="1974524"/>
                  </a:cubicBezTo>
                  <a:cubicBezTo>
                    <a:pt x="1075095" y="1608052"/>
                    <a:pt x="1287008" y="1709553"/>
                    <a:pt x="1414732" y="1632347"/>
                  </a:cubicBezTo>
                  <a:cubicBezTo>
                    <a:pt x="1648720" y="1426607"/>
                    <a:pt x="1766987" y="1615479"/>
                    <a:pt x="1836464" y="1551382"/>
                  </a:cubicBezTo>
                  <a:cubicBezTo>
                    <a:pt x="1883906" y="1401197"/>
                    <a:pt x="1922746" y="1159738"/>
                    <a:pt x="1847865" y="926600"/>
                  </a:cubicBezTo>
                  <a:cubicBezTo>
                    <a:pt x="1757716" y="767013"/>
                    <a:pt x="1858960" y="712218"/>
                    <a:pt x="1864508" y="605027"/>
                  </a:cubicBezTo>
                  <a:close/>
                </a:path>
              </a:pathLst>
            </a:custGeom>
            <a:solidFill>
              <a:srgbClr val="A9D743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7">
              <a:extLst>
                <a:ext uri="{FF2B5EF4-FFF2-40B4-BE49-F238E27FC236}">
                  <a16:creationId xmlns:a16="http://schemas.microsoft.com/office/drawing/2014/main" id="{AD98EF43-E486-BC96-DEAF-BCCB01455449}"/>
                </a:ext>
              </a:extLst>
            </p:cNvPr>
            <p:cNvSpPr/>
            <p:nvPr/>
          </p:nvSpPr>
          <p:spPr>
            <a:xfrm rot="7640377" flipV="1">
              <a:off x="4489941" y="5013036"/>
              <a:ext cx="598633" cy="205083"/>
            </a:xfrm>
            <a:custGeom>
              <a:avLst/>
              <a:gdLst>
                <a:gd name="connsiteX0" fmla="*/ 0 w 1007285"/>
                <a:gd name="connsiteY0" fmla="*/ 0 h 94954"/>
                <a:gd name="connsiteX1" fmla="*/ 1007285 w 1007285"/>
                <a:gd name="connsiteY1" fmla="*/ 0 h 94954"/>
                <a:gd name="connsiteX2" fmla="*/ 1007285 w 1007285"/>
                <a:gd name="connsiteY2" fmla="*/ 94954 h 94954"/>
                <a:gd name="connsiteX3" fmla="*/ 0 w 1007285"/>
                <a:gd name="connsiteY3" fmla="*/ 94954 h 94954"/>
                <a:gd name="connsiteX4" fmla="*/ 0 w 1007285"/>
                <a:gd name="connsiteY4" fmla="*/ 0 h 94954"/>
                <a:gd name="connsiteX0" fmla="*/ 2819400 w 3826685"/>
                <a:gd name="connsiteY0" fmla="*/ 0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4" fmla="*/ 2819400 w 3826685"/>
                <a:gd name="connsiteY4" fmla="*/ 0 h 869654"/>
                <a:gd name="connsiteX0" fmla="*/ 0 w 3826685"/>
                <a:gd name="connsiteY0" fmla="*/ 869654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968065 h 1033547"/>
                <a:gd name="connsiteX1" fmla="*/ 3826685 w 3826685"/>
                <a:gd name="connsiteY1" fmla="*/ 98411 h 1033547"/>
                <a:gd name="connsiteX2" fmla="*/ 3826685 w 3826685"/>
                <a:gd name="connsiteY2" fmla="*/ 193365 h 1033547"/>
                <a:gd name="connsiteX3" fmla="*/ 0 w 3826685"/>
                <a:gd name="connsiteY3" fmla="*/ 968065 h 1033547"/>
                <a:gd name="connsiteX0" fmla="*/ 0 w 3826685"/>
                <a:gd name="connsiteY0" fmla="*/ 968065 h 1013810"/>
                <a:gd name="connsiteX1" fmla="*/ 3826685 w 3826685"/>
                <a:gd name="connsiteY1" fmla="*/ 98411 h 1013810"/>
                <a:gd name="connsiteX2" fmla="*/ 3826685 w 3826685"/>
                <a:gd name="connsiteY2" fmla="*/ 193365 h 1013810"/>
                <a:gd name="connsiteX3" fmla="*/ 0 w 3826685"/>
                <a:gd name="connsiteY3" fmla="*/ 968065 h 1013810"/>
                <a:gd name="connsiteX0" fmla="*/ 0 w 3826685"/>
                <a:gd name="connsiteY0" fmla="*/ 968065 h 1012429"/>
                <a:gd name="connsiteX1" fmla="*/ 3826685 w 3826685"/>
                <a:gd name="connsiteY1" fmla="*/ 98411 h 1012429"/>
                <a:gd name="connsiteX2" fmla="*/ 3826685 w 3826685"/>
                <a:gd name="connsiteY2" fmla="*/ 193365 h 1012429"/>
                <a:gd name="connsiteX3" fmla="*/ 0 w 3826685"/>
                <a:gd name="connsiteY3" fmla="*/ 968065 h 1012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26685" h="1012429">
                  <a:moveTo>
                    <a:pt x="0" y="968065"/>
                  </a:moveTo>
                  <a:cubicBezTo>
                    <a:pt x="1199362" y="1008380"/>
                    <a:pt x="2779723" y="-373704"/>
                    <a:pt x="3826685" y="98411"/>
                  </a:cubicBezTo>
                  <a:lnTo>
                    <a:pt x="3826685" y="193365"/>
                  </a:lnTo>
                  <a:cubicBezTo>
                    <a:pt x="2614623" y="-65927"/>
                    <a:pt x="932662" y="1268632"/>
                    <a:pt x="0" y="968065"/>
                  </a:cubicBezTo>
                  <a:close/>
                </a:path>
              </a:pathLst>
            </a:cu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7">
              <a:extLst>
                <a:ext uri="{FF2B5EF4-FFF2-40B4-BE49-F238E27FC236}">
                  <a16:creationId xmlns:a16="http://schemas.microsoft.com/office/drawing/2014/main" id="{774F4CB4-9CAC-F521-B6A5-879C774AF524}"/>
                </a:ext>
              </a:extLst>
            </p:cNvPr>
            <p:cNvSpPr/>
            <p:nvPr/>
          </p:nvSpPr>
          <p:spPr>
            <a:xfrm rot="8507340">
              <a:off x="4231842" y="4417844"/>
              <a:ext cx="1265148" cy="508507"/>
            </a:xfrm>
            <a:custGeom>
              <a:avLst/>
              <a:gdLst>
                <a:gd name="connsiteX0" fmla="*/ 0 w 1007285"/>
                <a:gd name="connsiteY0" fmla="*/ 0 h 94954"/>
                <a:gd name="connsiteX1" fmla="*/ 1007285 w 1007285"/>
                <a:gd name="connsiteY1" fmla="*/ 0 h 94954"/>
                <a:gd name="connsiteX2" fmla="*/ 1007285 w 1007285"/>
                <a:gd name="connsiteY2" fmla="*/ 94954 h 94954"/>
                <a:gd name="connsiteX3" fmla="*/ 0 w 1007285"/>
                <a:gd name="connsiteY3" fmla="*/ 94954 h 94954"/>
                <a:gd name="connsiteX4" fmla="*/ 0 w 1007285"/>
                <a:gd name="connsiteY4" fmla="*/ 0 h 94954"/>
                <a:gd name="connsiteX0" fmla="*/ 2819400 w 3826685"/>
                <a:gd name="connsiteY0" fmla="*/ 0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4" fmla="*/ 2819400 w 3826685"/>
                <a:gd name="connsiteY4" fmla="*/ 0 h 869654"/>
                <a:gd name="connsiteX0" fmla="*/ 0 w 3826685"/>
                <a:gd name="connsiteY0" fmla="*/ 869654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968065 h 1033547"/>
                <a:gd name="connsiteX1" fmla="*/ 3826685 w 3826685"/>
                <a:gd name="connsiteY1" fmla="*/ 98411 h 1033547"/>
                <a:gd name="connsiteX2" fmla="*/ 3826685 w 3826685"/>
                <a:gd name="connsiteY2" fmla="*/ 193365 h 1033547"/>
                <a:gd name="connsiteX3" fmla="*/ 0 w 3826685"/>
                <a:gd name="connsiteY3" fmla="*/ 968065 h 1033547"/>
                <a:gd name="connsiteX0" fmla="*/ 0 w 3826685"/>
                <a:gd name="connsiteY0" fmla="*/ 968065 h 1013810"/>
                <a:gd name="connsiteX1" fmla="*/ 3826685 w 3826685"/>
                <a:gd name="connsiteY1" fmla="*/ 98411 h 1013810"/>
                <a:gd name="connsiteX2" fmla="*/ 3826685 w 3826685"/>
                <a:gd name="connsiteY2" fmla="*/ 193365 h 1013810"/>
                <a:gd name="connsiteX3" fmla="*/ 0 w 3826685"/>
                <a:gd name="connsiteY3" fmla="*/ 968065 h 1013810"/>
                <a:gd name="connsiteX0" fmla="*/ 0 w 3826685"/>
                <a:gd name="connsiteY0" fmla="*/ 968065 h 1012429"/>
                <a:gd name="connsiteX1" fmla="*/ 3826685 w 3826685"/>
                <a:gd name="connsiteY1" fmla="*/ 98411 h 1012429"/>
                <a:gd name="connsiteX2" fmla="*/ 3826685 w 3826685"/>
                <a:gd name="connsiteY2" fmla="*/ 193365 h 1012429"/>
                <a:gd name="connsiteX3" fmla="*/ 0 w 3826685"/>
                <a:gd name="connsiteY3" fmla="*/ 968065 h 1012429"/>
                <a:gd name="connsiteX0" fmla="*/ 2 w 8087297"/>
                <a:gd name="connsiteY0" fmla="*/ -1 h 1456523"/>
                <a:gd name="connsiteX1" fmla="*/ 8087297 w 8087297"/>
                <a:gd name="connsiteY1" fmla="*/ 1361569 h 1456523"/>
                <a:gd name="connsiteX2" fmla="*/ 8087297 w 8087297"/>
                <a:gd name="connsiteY2" fmla="*/ 1456523 h 1456523"/>
                <a:gd name="connsiteX3" fmla="*/ 2 w 8087297"/>
                <a:gd name="connsiteY3" fmla="*/ -1 h 1456523"/>
                <a:gd name="connsiteX0" fmla="*/ 2 w 8087297"/>
                <a:gd name="connsiteY0" fmla="*/ -1 h 1456523"/>
                <a:gd name="connsiteX1" fmla="*/ 8087297 w 8087297"/>
                <a:gd name="connsiteY1" fmla="*/ 1361569 h 1456523"/>
                <a:gd name="connsiteX2" fmla="*/ 8087297 w 8087297"/>
                <a:gd name="connsiteY2" fmla="*/ 1456523 h 1456523"/>
                <a:gd name="connsiteX3" fmla="*/ 2 w 8087297"/>
                <a:gd name="connsiteY3" fmla="*/ -1 h 1456523"/>
                <a:gd name="connsiteX0" fmla="*/ 2 w 8087297"/>
                <a:gd name="connsiteY0" fmla="*/ -1 h 2510336"/>
                <a:gd name="connsiteX1" fmla="*/ 8087297 w 8087297"/>
                <a:gd name="connsiteY1" fmla="*/ 1361569 h 2510336"/>
                <a:gd name="connsiteX2" fmla="*/ 8087297 w 8087297"/>
                <a:gd name="connsiteY2" fmla="*/ 1456523 h 2510336"/>
                <a:gd name="connsiteX3" fmla="*/ 2 w 8087297"/>
                <a:gd name="connsiteY3" fmla="*/ -1 h 2510336"/>
                <a:gd name="connsiteX0" fmla="*/ 2 w 8087297"/>
                <a:gd name="connsiteY0" fmla="*/ -1 h 2510336"/>
                <a:gd name="connsiteX1" fmla="*/ 8087297 w 8087297"/>
                <a:gd name="connsiteY1" fmla="*/ 1361569 h 2510336"/>
                <a:gd name="connsiteX2" fmla="*/ 8087297 w 8087297"/>
                <a:gd name="connsiteY2" fmla="*/ 1456523 h 2510336"/>
                <a:gd name="connsiteX3" fmla="*/ 2 w 8087297"/>
                <a:gd name="connsiteY3" fmla="*/ -1 h 2510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87297" h="2510336">
                  <a:moveTo>
                    <a:pt x="2" y="-1"/>
                  </a:moveTo>
                  <a:cubicBezTo>
                    <a:pt x="1199364" y="40314"/>
                    <a:pt x="3518726" y="4014738"/>
                    <a:pt x="8087297" y="1361569"/>
                  </a:cubicBezTo>
                  <a:lnTo>
                    <a:pt x="8087297" y="1456523"/>
                  </a:lnTo>
                  <a:cubicBezTo>
                    <a:pt x="3547367" y="4360511"/>
                    <a:pt x="1133196" y="382585"/>
                    <a:pt x="2" y="-1"/>
                  </a:cubicBezTo>
                  <a:close/>
                </a:path>
              </a:pathLst>
            </a:cu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7">
              <a:extLst>
                <a:ext uri="{FF2B5EF4-FFF2-40B4-BE49-F238E27FC236}">
                  <a16:creationId xmlns:a16="http://schemas.microsoft.com/office/drawing/2014/main" id="{5BC7367D-7285-C421-6C06-462AD31E4C5F}"/>
                </a:ext>
              </a:extLst>
            </p:cNvPr>
            <p:cNvSpPr/>
            <p:nvPr/>
          </p:nvSpPr>
          <p:spPr>
            <a:xfrm rot="9520937">
              <a:off x="4296046" y="3840296"/>
              <a:ext cx="1483805" cy="408297"/>
            </a:xfrm>
            <a:custGeom>
              <a:avLst/>
              <a:gdLst>
                <a:gd name="connsiteX0" fmla="*/ 0 w 1007285"/>
                <a:gd name="connsiteY0" fmla="*/ 0 h 94954"/>
                <a:gd name="connsiteX1" fmla="*/ 1007285 w 1007285"/>
                <a:gd name="connsiteY1" fmla="*/ 0 h 94954"/>
                <a:gd name="connsiteX2" fmla="*/ 1007285 w 1007285"/>
                <a:gd name="connsiteY2" fmla="*/ 94954 h 94954"/>
                <a:gd name="connsiteX3" fmla="*/ 0 w 1007285"/>
                <a:gd name="connsiteY3" fmla="*/ 94954 h 94954"/>
                <a:gd name="connsiteX4" fmla="*/ 0 w 1007285"/>
                <a:gd name="connsiteY4" fmla="*/ 0 h 94954"/>
                <a:gd name="connsiteX0" fmla="*/ 2819400 w 3826685"/>
                <a:gd name="connsiteY0" fmla="*/ 0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4" fmla="*/ 2819400 w 3826685"/>
                <a:gd name="connsiteY4" fmla="*/ 0 h 869654"/>
                <a:gd name="connsiteX0" fmla="*/ 0 w 3826685"/>
                <a:gd name="connsiteY0" fmla="*/ 869654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968065 h 1033547"/>
                <a:gd name="connsiteX1" fmla="*/ 3826685 w 3826685"/>
                <a:gd name="connsiteY1" fmla="*/ 98411 h 1033547"/>
                <a:gd name="connsiteX2" fmla="*/ 3826685 w 3826685"/>
                <a:gd name="connsiteY2" fmla="*/ 193365 h 1033547"/>
                <a:gd name="connsiteX3" fmla="*/ 0 w 3826685"/>
                <a:gd name="connsiteY3" fmla="*/ 968065 h 1033547"/>
                <a:gd name="connsiteX0" fmla="*/ 0 w 3826685"/>
                <a:gd name="connsiteY0" fmla="*/ 968065 h 1013810"/>
                <a:gd name="connsiteX1" fmla="*/ 3826685 w 3826685"/>
                <a:gd name="connsiteY1" fmla="*/ 98411 h 1013810"/>
                <a:gd name="connsiteX2" fmla="*/ 3826685 w 3826685"/>
                <a:gd name="connsiteY2" fmla="*/ 193365 h 1013810"/>
                <a:gd name="connsiteX3" fmla="*/ 0 w 3826685"/>
                <a:gd name="connsiteY3" fmla="*/ 968065 h 1013810"/>
                <a:gd name="connsiteX0" fmla="*/ 0 w 3826685"/>
                <a:gd name="connsiteY0" fmla="*/ 968065 h 1012429"/>
                <a:gd name="connsiteX1" fmla="*/ 3826685 w 3826685"/>
                <a:gd name="connsiteY1" fmla="*/ 98411 h 1012429"/>
                <a:gd name="connsiteX2" fmla="*/ 3826685 w 3826685"/>
                <a:gd name="connsiteY2" fmla="*/ 193365 h 1012429"/>
                <a:gd name="connsiteX3" fmla="*/ 0 w 3826685"/>
                <a:gd name="connsiteY3" fmla="*/ 968065 h 1012429"/>
                <a:gd name="connsiteX0" fmla="*/ 2 w 8087297"/>
                <a:gd name="connsiteY0" fmla="*/ -1 h 1456523"/>
                <a:gd name="connsiteX1" fmla="*/ 8087297 w 8087297"/>
                <a:gd name="connsiteY1" fmla="*/ 1361569 h 1456523"/>
                <a:gd name="connsiteX2" fmla="*/ 8087297 w 8087297"/>
                <a:gd name="connsiteY2" fmla="*/ 1456523 h 1456523"/>
                <a:gd name="connsiteX3" fmla="*/ 2 w 8087297"/>
                <a:gd name="connsiteY3" fmla="*/ -1 h 1456523"/>
                <a:gd name="connsiteX0" fmla="*/ 2 w 8087297"/>
                <a:gd name="connsiteY0" fmla="*/ -1 h 1456523"/>
                <a:gd name="connsiteX1" fmla="*/ 8087297 w 8087297"/>
                <a:gd name="connsiteY1" fmla="*/ 1361569 h 1456523"/>
                <a:gd name="connsiteX2" fmla="*/ 8087297 w 8087297"/>
                <a:gd name="connsiteY2" fmla="*/ 1456523 h 1456523"/>
                <a:gd name="connsiteX3" fmla="*/ 2 w 8087297"/>
                <a:gd name="connsiteY3" fmla="*/ -1 h 1456523"/>
                <a:gd name="connsiteX0" fmla="*/ 2 w 8087297"/>
                <a:gd name="connsiteY0" fmla="*/ -1 h 2510336"/>
                <a:gd name="connsiteX1" fmla="*/ 8087297 w 8087297"/>
                <a:gd name="connsiteY1" fmla="*/ 1361569 h 2510336"/>
                <a:gd name="connsiteX2" fmla="*/ 8087297 w 8087297"/>
                <a:gd name="connsiteY2" fmla="*/ 1456523 h 2510336"/>
                <a:gd name="connsiteX3" fmla="*/ 2 w 8087297"/>
                <a:gd name="connsiteY3" fmla="*/ -1 h 2510336"/>
                <a:gd name="connsiteX0" fmla="*/ 2 w 8087297"/>
                <a:gd name="connsiteY0" fmla="*/ -1 h 2510336"/>
                <a:gd name="connsiteX1" fmla="*/ 8087297 w 8087297"/>
                <a:gd name="connsiteY1" fmla="*/ 1361569 h 2510336"/>
                <a:gd name="connsiteX2" fmla="*/ 8087297 w 8087297"/>
                <a:gd name="connsiteY2" fmla="*/ 1456523 h 2510336"/>
                <a:gd name="connsiteX3" fmla="*/ 2 w 8087297"/>
                <a:gd name="connsiteY3" fmla="*/ -1 h 2510336"/>
                <a:gd name="connsiteX0" fmla="*/ 3 w 9125802"/>
                <a:gd name="connsiteY0" fmla="*/ 1 h 2380171"/>
                <a:gd name="connsiteX1" fmla="*/ 9125802 w 9125802"/>
                <a:gd name="connsiteY1" fmla="*/ 1203442 h 2380171"/>
                <a:gd name="connsiteX2" fmla="*/ 9125802 w 9125802"/>
                <a:gd name="connsiteY2" fmla="*/ 1298396 h 2380171"/>
                <a:gd name="connsiteX3" fmla="*/ 3 w 9125802"/>
                <a:gd name="connsiteY3" fmla="*/ 1 h 2380171"/>
                <a:gd name="connsiteX0" fmla="*/ 3 w 9125802"/>
                <a:gd name="connsiteY0" fmla="*/ 1 h 2141048"/>
                <a:gd name="connsiteX1" fmla="*/ 9125802 w 9125802"/>
                <a:gd name="connsiteY1" fmla="*/ 1203442 h 2141048"/>
                <a:gd name="connsiteX2" fmla="*/ 9125802 w 9125802"/>
                <a:gd name="connsiteY2" fmla="*/ 1298396 h 2141048"/>
                <a:gd name="connsiteX3" fmla="*/ 3 w 9125802"/>
                <a:gd name="connsiteY3" fmla="*/ 1 h 2141048"/>
                <a:gd name="connsiteX0" fmla="*/ 3 w 9125802"/>
                <a:gd name="connsiteY0" fmla="*/ 1 h 1915486"/>
                <a:gd name="connsiteX1" fmla="*/ 9125802 w 9125802"/>
                <a:gd name="connsiteY1" fmla="*/ 1203442 h 1915486"/>
                <a:gd name="connsiteX2" fmla="*/ 9125802 w 9125802"/>
                <a:gd name="connsiteY2" fmla="*/ 1298396 h 1915486"/>
                <a:gd name="connsiteX3" fmla="*/ 3 w 9125802"/>
                <a:gd name="connsiteY3" fmla="*/ 1 h 1915486"/>
                <a:gd name="connsiteX0" fmla="*/ 3 w 9125802"/>
                <a:gd name="connsiteY0" fmla="*/ 1 h 1903796"/>
                <a:gd name="connsiteX1" fmla="*/ 9125802 w 9125802"/>
                <a:gd name="connsiteY1" fmla="*/ 1203442 h 1903796"/>
                <a:gd name="connsiteX2" fmla="*/ 9125802 w 9125802"/>
                <a:gd name="connsiteY2" fmla="*/ 1298396 h 1903796"/>
                <a:gd name="connsiteX3" fmla="*/ 3 w 9125802"/>
                <a:gd name="connsiteY3" fmla="*/ 1 h 1903796"/>
                <a:gd name="connsiteX0" fmla="*/ 3 w 9125802"/>
                <a:gd name="connsiteY0" fmla="*/ 1 h 1908594"/>
                <a:gd name="connsiteX1" fmla="*/ 9125802 w 9125802"/>
                <a:gd name="connsiteY1" fmla="*/ 1203442 h 1908594"/>
                <a:gd name="connsiteX2" fmla="*/ 9125802 w 9125802"/>
                <a:gd name="connsiteY2" fmla="*/ 1298396 h 1908594"/>
                <a:gd name="connsiteX3" fmla="*/ 3 w 9125802"/>
                <a:gd name="connsiteY3" fmla="*/ 1 h 1908594"/>
                <a:gd name="connsiteX0" fmla="*/ 1 w 9485034"/>
                <a:gd name="connsiteY0" fmla="*/ -2 h 2000964"/>
                <a:gd name="connsiteX1" fmla="*/ 9485034 w 9485034"/>
                <a:gd name="connsiteY1" fmla="*/ 1311703 h 2000964"/>
                <a:gd name="connsiteX2" fmla="*/ 9485034 w 9485034"/>
                <a:gd name="connsiteY2" fmla="*/ 1406657 h 2000964"/>
                <a:gd name="connsiteX3" fmla="*/ 1 w 9485034"/>
                <a:gd name="connsiteY3" fmla="*/ -2 h 2000964"/>
                <a:gd name="connsiteX0" fmla="*/ 1 w 9485034"/>
                <a:gd name="connsiteY0" fmla="*/ 8455 h 2009421"/>
                <a:gd name="connsiteX1" fmla="*/ 9485034 w 9485034"/>
                <a:gd name="connsiteY1" fmla="*/ 1320160 h 2009421"/>
                <a:gd name="connsiteX2" fmla="*/ 9485034 w 9485034"/>
                <a:gd name="connsiteY2" fmla="*/ 1415114 h 2009421"/>
                <a:gd name="connsiteX3" fmla="*/ 1 w 9485034"/>
                <a:gd name="connsiteY3" fmla="*/ 8455 h 2009421"/>
                <a:gd name="connsiteX0" fmla="*/ 1 w 9485034"/>
                <a:gd name="connsiteY0" fmla="*/ 8455 h 1988731"/>
                <a:gd name="connsiteX1" fmla="*/ 9485034 w 9485034"/>
                <a:gd name="connsiteY1" fmla="*/ 1320160 h 1988731"/>
                <a:gd name="connsiteX2" fmla="*/ 9485034 w 9485034"/>
                <a:gd name="connsiteY2" fmla="*/ 1415114 h 1988731"/>
                <a:gd name="connsiteX3" fmla="*/ 1 w 9485034"/>
                <a:gd name="connsiteY3" fmla="*/ 8455 h 1988731"/>
                <a:gd name="connsiteX0" fmla="*/ 1 w 9485034"/>
                <a:gd name="connsiteY0" fmla="*/ 3163 h 1983439"/>
                <a:gd name="connsiteX1" fmla="*/ 9485034 w 9485034"/>
                <a:gd name="connsiteY1" fmla="*/ 1314868 h 1983439"/>
                <a:gd name="connsiteX2" fmla="*/ 9485034 w 9485034"/>
                <a:gd name="connsiteY2" fmla="*/ 1409822 h 1983439"/>
                <a:gd name="connsiteX3" fmla="*/ 1 w 9485034"/>
                <a:gd name="connsiteY3" fmla="*/ 3163 h 1983439"/>
                <a:gd name="connsiteX0" fmla="*/ 1 w 9485034"/>
                <a:gd name="connsiteY0" fmla="*/ 5612 h 1976394"/>
                <a:gd name="connsiteX1" fmla="*/ 9485034 w 9485034"/>
                <a:gd name="connsiteY1" fmla="*/ 1317317 h 1976394"/>
                <a:gd name="connsiteX2" fmla="*/ 9485034 w 9485034"/>
                <a:gd name="connsiteY2" fmla="*/ 1412271 h 1976394"/>
                <a:gd name="connsiteX3" fmla="*/ 1 w 9485034"/>
                <a:gd name="connsiteY3" fmla="*/ 5612 h 1976394"/>
                <a:gd name="connsiteX0" fmla="*/ 1 w 9485034"/>
                <a:gd name="connsiteY0" fmla="*/ 11585 h 1973318"/>
                <a:gd name="connsiteX1" fmla="*/ 9485034 w 9485034"/>
                <a:gd name="connsiteY1" fmla="*/ 1323290 h 1973318"/>
                <a:gd name="connsiteX2" fmla="*/ 9485034 w 9485034"/>
                <a:gd name="connsiteY2" fmla="*/ 1418244 h 1973318"/>
                <a:gd name="connsiteX3" fmla="*/ 1 w 9485034"/>
                <a:gd name="connsiteY3" fmla="*/ 11585 h 1973318"/>
                <a:gd name="connsiteX0" fmla="*/ 1 w 9485034"/>
                <a:gd name="connsiteY0" fmla="*/ 11585 h 2015630"/>
                <a:gd name="connsiteX1" fmla="*/ 9485034 w 9485034"/>
                <a:gd name="connsiteY1" fmla="*/ 1323290 h 2015630"/>
                <a:gd name="connsiteX2" fmla="*/ 9485034 w 9485034"/>
                <a:gd name="connsiteY2" fmla="*/ 1418244 h 2015630"/>
                <a:gd name="connsiteX3" fmla="*/ 1 w 9485034"/>
                <a:gd name="connsiteY3" fmla="*/ 11585 h 2015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485034" h="2015630">
                  <a:moveTo>
                    <a:pt x="1" y="11585"/>
                  </a:moveTo>
                  <a:cubicBezTo>
                    <a:pt x="2496561" y="-230154"/>
                    <a:pt x="6289760" y="3414472"/>
                    <a:pt x="9485034" y="1323290"/>
                  </a:cubicBezTo>
                  <a:lnTo>
                    <a:pt x="9485034" y="1418244"/>
                  </a:lnTo>
                  <a:cubicBezTo>
                    <a:pt x="5800073" y="3233879"/>
                    <a:pt x="2934439" y="364962"/>
                    <a:pt x="1" y="11585"/>
                  </a:cubicBezTo>
                  <a:close/>
                </a:path>
              </a:pathLst>
            </a:cu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7">
              <a:extLst>
                <a:ext uri="{FF2B5EF4-FFF2-40B4-BE49-F238E27FC236}">
                  <a16:creationId xmlns:a16="http://schemas.microsoft.com/office/drawing/2014/main" id="{3F9B8C55-A31C-FDEF-41EC-94C0FC573BCB}"/>
                </a:ext>
              </a:extLst>
            </p:cNvPr>
            <p:cNvSpPr/>
            <p:nvPr/>
          </p:nvSpPr>
          <p:spPr>
            <a:xfrm rot="8437667">
              <a:off x="4801942" y="3585353"/>
              <a:ext cx="955861" cy="277937"/>
            </a:xfrm>
            <a:custGeom>
              <a:avLst/>
              <a:gdLst>
                <a:gd name="connsiteX0" fmla="*/ 0 w 1007285"/>
                <a:gd name="connsiteY0" fmla="*/ 0 h 94954"/>
                <a:gd name="connsiteX1" fmla="*/ 1007285 w 1007285"/>
                <a:gd name="connsiteY1" fmla="*/ 0 h 94954"/>
                <a:gd name="connsiteX2" fmla="*/ 1007285 w 1007285"/>
                <a:gd name="connsiteY2" fmla="*/ 94954 h 94954"/>
                <a:gd name="connsiteX3" fmla="*/ 0 w 1007285"/>
                <a:gd name="connsiteY3" fmla="*/ 94954 h 94954"/>
                <a:gd name="connsiteX4" fmla="*/ 0 w 1007285"/>
                <a:gd name="connsiteY4" fmla="*/ 0 h 94954"/>
                <a:gd name="connsiteX0" fmla="*/ 2819400 w 3826685"/>
                <a:gd name="connsiteY0" fmla="*/ 0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4" fmla="*/ 2819400 w 3826685"/>
                <a:gd name="connsiteY4" fmla="*/ 0 h 869654"/>
                <a:gd name="connsiteX0" fmla="*/ 0 w 3826685"/>
                <a:gd name="connsiteY0" fmla="*/ 869654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968065 h 1033547"/>
                <a:gd name="connsiteX1" fmla="*/ 3826685 w 3826685"/>
                <a:gd name="connsiteY1" fmla="*/ 98411 h 1033547"/>
                <a:gd name="connsiteX2" fmla="*/ 3826685 w 3826685"/>
                <a:gd name="connsiteY2" fmla="*/ 193365 h 1033547"/>
                <a:gd name="connsiteX3" fmla="*/ 0 w 3826685"/>
                <a:gd name="connsiteY3" fmla="*/ 968065 h 1033547"/>
                <a:gd name="connsiteX0" fmla="*/ 0 w 3826685"/>
                <a:gd name="connsiteY0" fmla="*/ 968065 h 1013810"/>
                <a:gd name="connsiteX1" fmla="*/ 3826685 w 3826685"/>
                <a:gd name="connsiteY1" fmla="*/ 98411 h 1013810"/>
                <a:gd name="connsiteX2" fmla="*/ 3826685 w 3826685"/>
                <a:gd name="connsiteY2" fmla="*/ 193365 h 1013810"/>
                <a:gd name="connsiteX3" fmla="*/ 0 w 3826685"/>
                <a:gd name="connsiteY3" fmla="*/ 968065 h 1013810"/>
                <a:gd name="connsiteX0" fmla="*/ 0 w 3826685"/>
                <a:gd name="connsiteY0" fmla="*/ 968065 h 1012429"/>
                <a:gd name="connsiteX1" fmla="*/ 3826685 w 3826685"/>
                <a:gd name="connsiteY1" fmla="*/ 98411 h 1012429"/>
                <a:gd name="connsiteX2" fmla="*/ 3826685 w 3826685"/>
                <a:gd name="connsiteY2" fmla="*/ 193365 h 1012429"/>
                <a:gd name="connsiteX3" fmla="*/ 0 w 3826685"/>
                <a:gd name="connsiteY3" fmla="*/ 968065 h 1012429"/>
                <a:gd name="connsiteX0" fmla="*/ 2 w 8087297"/>
                <a:gd name="connsiteY0" fmla="*/ -1 h 1456523"/>
                <a:gd name="connsiteX1" fmla="*/ 8087297 w 8087297"/>
                <a:gd name="connsiteY1" fmla="*/ 1361569 h 1456523"/>
                <a:gd name="connsiteX2" fmla="*/ 8087297 w 8087297"/>
                <a:gd name="connsiteY2" fmla="*/ 1456523 h 1456523"/>
                <a:gd name="connsiteX3" fmla="*/ 2 w 8087297"/>
                <a:gd name="connsiteY3" fmla="*/ -1 h 1456523"/>
                <a:gd name="connsiteX0" fmla="*/ 2 w 8087297"/>
                <a:gd name="connsiteY0" fmla="*/ -1 h 1456523"/>
                <a:gd name="connsiteX1" fmla="*/ 8087297 w 8087297"/>
                <a:gd name="connsiteY1" fmla="*/ 1361569 h 1456523"/>
                <a:gd name="connsiteX2" fmla="*/ 8087297 w 8087297"/>
                <a:gd name="connsiteY2" fmla="*/ 1456523 h 1456523"/>
                <a:gd name="connsiteX3" fmla="*/ 2 w 8087297"/>
                <a:gd name="connsiteY3" fmla="*/ -1 h 1456523"/>
                <a:gd name="connsiteX0" fmla="*/ 2 w 8087297"/>
                <a:gd name="connsiteY0" fmla="*/ -1 h 2510336"/>
                <a:gd name="connsiteX1" fmla="*/ 8087297 w 8087297"/>
                <a:gd name="connsiteY1" fmla="*/ 1361569 h 2510336"/>
                <a:gd name="connsiteX2" fmla="*/ 8087297 w 8087297"/>
                <a:gd name="connsiteY2" fmla="*/ 1456523 h 2510336"/>
                <a:gd name="connsiteX3" fmla="*/ 2 w 8087297"/>
                <a:gd name="connsiteY3" fmla="*/ -1 h 2510336"/>
                <a:gd name="connsiteX0" fmla="*/ 2 w 8087297"/>
                <a:gd name="connsiteY0" fmla="*/ -1 h 2510336"/>
                <a:gd name="connsiteX1" fmla="*/ 8087297 w 8087297"/>
                <a:gd name="connsiteY1" fmla="*/ 1361569 h 2510336"/>
                <a:gd name="connsiteX2" fmla="*/ 8087297 w 8087297"/>
                <a:gd name="connsiteY2" fmla="*/ 1456523 h 2510336"/>
                <a:gd name="connsiteX3" fmla="*/ 2 w 8087297"/>
                <a:gd name="connsiteY3" fmla="*/ -1 h 2510336"/>
                <a:gd name="connsiteX0" fmla="*/ 3 w 9125802"/>
                <a:gd name="connsiteY0" fmla="*/ 1 h 2380171"/>
                <a:gd name="connsiteX1" fmla="*/ 9125802 w 9125802"/>
                <a:gd name="connsiteY1" fmla="*/ 1203442 h 2380171"/>
                <a:gd name="connsiteX2" fmla="*/ 9125802 w 9125802"/>
                <a:gd name="connsiteY2" fmla="*/ 1298396 h 2380171"/>
                <a:gd name="connsiteX3" fmla="*/ 3 w 9125802"/>
                <a:gd name="connsiteY3" fmla="*/ 1 h 2380171"/>
                <a:gd name="connsiteX0" fmla="*/ 3 w 9125802"/>
                <a:gd name="connsiteY0" fmla="*/ 1 h 2141048"/>
                <a:gd name="connsiteX1" fmla="*/ 9125802 w 9125802"/>
                <a:gd name="connsiteY1" fmla="*/ 1203442 h 2141048"/>
                <a:gd name="connsiteX2" fmla="*/ 9125802 w 9125802"/>
                <a:gd name="connsiteY2" fmla="*/ 1298396 h 2141048"/>
                <a:gd name="connsiteX3" fmla="*/ 3 w 9125802"/>
                <a:gd name="connsiteY3" fmla="*/ 1 h 2141048"/>
                <a:gd name="connsiteX0" fmla="*/ 3 w 9125802"/>
                <a:gd name="connsiteY0" fmla="*/ 1 h 1915486"/>
                <a:gd name="connsiteX1" fmla="*/ 9125802 w 9125802"/>
                <a:gd name="connsiteY1" fmla="*/ 1203442 h 1915486"/>
                <a:gd name="connsiteX2" fmla="*/ 9125802 w 9125802"/>
                <a:gd name="connsiteY2" fmla="*/ 1298396 h 1915486"/>
                <a:gd name="connsiteX3" fmla="*/ 3 w 9125802"/>
                <a:gd name="connsiteY3" fmla="*/ 1 h 1915486"/>
                <a:gd name="connsiteX0" fmla="*/ 3 w 9125802"/>
                <a:gd name="connsiteY0" fmla="*/ 1 h 1903796"/>
                <a:gd name="connsiteX1" fmla="*/ 9125802 w 9125802"/>
                <a:gd name="connsiteY1" fmla="*/ 1203442 h 1903796"/>
                <a:gd name="connsiteX2" fmla="*/ 9125802 w 9125802"/>
                <a:gd name="connsiteY2" fmla="*/ 1298396 h 1903796"/>
                <a:gd name="connsiteX3" fmla="*/ 3 w 9125802"/>
                <a:gd name="connsiteY3" fmla="*/ 1 h 1903796"/>
                <a:gd name="connsiteX0" fmla="*/ 3 w 9125802"/>
                <a:gd name="connsiteY0" fmla="*/ 1 h 1908594"/>
                <a:gd name="connsiteX1" fmla="*/ 9125802 w 9125802"/>
                <a:gd name="connsiteY1" fmla="*/ 1203442 h 1908594"/>
                <a:gd name="connsiteX2" fmla="*/ 9125802 w 9125802"/>
                <a:gd name="connsiteY2" fmla="*/ 1298396 h 1908594"/>
                <a:gd name="connsiteX3" fmla="*/ 3 w 9125802"/>
                <a:gd name="connsiteY3" fmla="*/ 1 h 1908594"/>
                <a:gd name="connsiteX0" fmla="*/ 1 w 9485034"/>
                <a:gd name="connsiteY0" fmla="*/ -2 h 2000964"/>
                <a:gd name="connsiteX1" fmla="*/ 9485034 w 9485034"/>
                <a:gd name="connsiteY1" fmla="*/ 1311703 h 2000964"/>
                <a:gd name="connsiteX2" fmla="*/ 9485034 w 9485034"/>
                <a:gd name="connsiteY2" fmla="*/ 1406657 h 2000964"/>
                <a:gd name="connsiteX3" fmla="*/ 1 w 9485034"/>
                <a:gd name="connsiteY3" fmla="*/ -2 h 2000964"/>
                <a:gd name="connsiteX0" fmla="*/ 1 w 9485034"/>
                <a:gd name="connsiteY0" fmla="*/ 8455 h 2009421"/>
                <a:gd name="connsiteX1" fmla="*/ 9485034 w 9485034"/>
                <a:gd name="connsiteY1" fmla="*/ 1320160 h 2009421"/>
                <a:gd name="connsiteX2" fmla="*/ 9485034 w 9485034"/>
                <a:gd name="connsiteY2" fmla="*/ 1415114 h 2009421"/>
                <a:gd name="connsiteX3" fmla="*/ 1 w 9485034"/>
                <a:gd name="connsiteY3" fmla="*/ 8455 h 2009421"/>
                <a:gd name="connsiteX0" fmla="*/ 1 w 9485034"/>
                <a:gd name="connsiteY0" fmla="*/ 8455 h 1988731"/>
                <a:gd name="connsiteX1" fmla="*/ 9485034 w 9485034"/>
                <a:gd name="connsiteY1" fmla="*/ 1320160 h 1988731"/>
                <a:gd name="connsiteX2" fmla="*/ 9485034 w 9485034"/>
                <a:gd name="connsiteY2" fmla="*/ 1415114 h 1988731"/>
                <a:gd name="connsiteX3" fmla="*/ 1 w 9485034"/>
                <a:gd name="connsiteY3" fmla="*/ 8455 h 1988731"/>
                <a:gd name="connsiteX0" fmla="*/ 1 w 9485034"/>
                <a:gd name="connsiteY0" fmla="*/ 3163 h 1983439"/>
                <a:gd name="connsiteX1" fmla="*/ 9485034 w 9485034"/>
                <a:gd name="connsiteY1" fmla="*/ 1314868 h 1983439"/>
                <a:gd name="connsiteX2" fmla="*/ 9485034 w 9485034"/>
                <a:gd name="connsiteY2" fmla="*/ 1409822 h 1983439"/>
                <a:gd name="connsiteX3" fmla="*/ 1 w 9485034"/>
                <a:gd name="connsiteY3" fmla="*/ 3163 h 1983439"/>
                <a:gd name="connsiteX0" fmla="*/ 1 w 9485034"/>
                <a:gd name="connsiteY0" fmla="*/ 5612 h 1976394"/>
                <a:gd name="connsiteX1" fmla="*/ 9485034 w 9485034"/>
                <a:gd name="connsiteY1" fmla="*/ 1317317 h 1976394"/>
                <a:gd name="connsiteX2" fmla="*/ 9485034 w 9485034"/>
                <a:gd name="connsiteY2" fmla="*/ 1412271 h 1976394"/>
                <a:gd name="connsiteX3" fmla="*/ 1 w 9485034"/>
                <a:gd name="connsiteY3" fmla="*/ 5612 h 1976394"/>
                <a:gd name="connsiteX0" fmla="*/ 1 w 9485034"/>
                <a:gd name="connsiteY0" fmla="*/ 11585 h 1973318"/>
                <a:gd name="connsiteX1" fmla="*/ 9485034 w 9485034"/>
                <a:gd name="connsiteY1" fmla="*/ 1323290 h 1973318"/>
                <a:gd name="connsiteX2" fmla="*/ 9485034 w 9485034"/>
                <a:gd name="connsiteY2" fmla="*/ 1418244 h 1973318"/>
                <a:gd name="connsiteX3" fmla="*/ 1 w 9485034"/>
                <a:gd name="connsiteY3" fmla="*/ 11585 h 1973318"/>
                <a:gd name="connsiteX0" fmla="*/ 1 w 9485034"/>
                <a:gd name="connsiteY0" fmla="*/ 11585 h 2015630"/>
                <a:gd name="connsiteX1" fmla="*/ 9485034 w 9485034"/>
                <a:gd name="connsiteY1" fmla="*/ 1323290 h 2015630"/>
                <a:gd name="connsiteX2" fmla="*/ 9485034 w 9485034"/>
                <a:gd name="connsiteY2" fmla="*/ 1418244 h 2015630"/>
                <a:gd name="connsiteX3" fmla="*/ 1 w 9485034"/>
                <a:gd name="connsiteY3" fmla="*/ 11585 h 2015630"/>
                <a:gd name="connsiteX0" fmla="*/ 1 w 9485034"/>
                <a:gd name="connsiteY0" fmla="*/ 11718 h 2015763"/>
                <a:gd name="connsiteX1" fmla="*/ 5685576 w 9485034"/>
                <a:gd name="connsiteY1" fmla="*/ 1280543 h 2015763"/>
                <a:gd name="connsiteX2" fmla="*/ 9485034 w 9485034"/>
                <a:gd name="connsiteY2" fmla="*/ 1418377 h 2015763"/>
                <a:gd name="connsiteX3" fmla="*/ 1 w 9485034"/>
                <a:gd name="connsiteY3" fmla="*/ 11718 h 2015763"/>
                <a:gd name="connsiteX0" fmla="*/ 1 w 5866791"/>
                <a:gd name="connsiteY0" fmla="*/ 11718 h 2094375"/>
                <a:gd name="connsiteX1" fmla="*/ 5685576 w 5866791"/>
                <a:gd name="connsiteY1" fmla="*/ 1280543 h 2094375"/>
                <a:gd name="connsiteX2" fmla="*/ 5866794 w 5866791"/>
                <a:gd name="connsiteY2" fmla="*/ 1509665 h 2094375"/>
                <a:gd name="connsiteX3" fmla="*/ 1 w 5866791"/>
                <a:gd name="connsiteY3" fmla="*/ 11718 h 2094375"/>
                <a:gd name="connsiteX0" fmla="*/ 1 w 5866791"/>
                <a:gd name="connsiteY0" fmla="*/ 19607 h 2102264"/>
                <a:gd name="connsiteX1" fmla="*/ 5685576 w 5866791"/>
                <a:gd name="connsiteY1" fmla="*/ 1288432 h 2102264"/>
                <a:gd name="connsiteX2" fmla="*/ 5866794 w 5866791"/>
                <a:gd name="connsiteY2" fmla="*/ 1517554 h 2102264"/>
                <a:gd name="connsiteX3" fmla="*/ 1 w 5866791"/>
                <a:gd name="connsiteY3" fmla="*/ 19607 h 2102264"/>
                <a:gd name="connsiteX0" fmla="*/ 1 w 5909850"/>
                <a:gd name="connsiteY0" fmla="*/ 19607 h 2003624"/>
                <a:gd name="connsiteX1" fmla="*/ 5685576 w 5909850"/>
                <a:gd name="connsiteY1" fmla="*/ 1288432 h 2003624"/>
                <a:gd name="connsiteX2" fmla="*/ 5909849 w 5909850"/>
                <a:gd name="connsiteY2" fmla="*/ 1402910 h 2003624"/>
                <a:gd name="connsiteX3" fmla="*/ 1 w 5909850"/>
                <a:gd name="connsiteY3" fmla="*/ 19607 h 2003624"/>
                <a:gd name="connsiteX0" fmla="*/ 1 w 5909850"/>
                <a:gd name="connsiteY0" fmla="*/ 19607 h 1588775"/>
                <a:gd name="connsiteX1" fmla="*/ 5685576 w 5909850"/>
                <a:gd name="connsiteY1" fmla="*/ 1288432 h 1588775"/>
                <a:gd name="connsiteX2" fmla="*/ 5909849 w 5909850"/>
                <a:gd name="connsiteY2" fmla="*/ 1402910 h 1588775"/>
                <a:gd name="connsiteX3" fmla="*/ 1 w 5909850"/>
                <a:gd name="connsiteY3" fmla="*/ 19607 h 1588775"/>
                <a:gd name="connsiteX0" fmla="*/ 1 w 5909850"/>
                <a:gd name="connsiteY0" fmla="*/ 18136 h 1587304"/>
                <a:gd name="connsiteX1" fmla="*/ 5685576 w 5909850"/>
                <a:gd name="connsiteY1" fmla="*/ 1286961 h 1587304"/>
                <a:gd name="connsiteX2" fmla="*/ 5909849 w 5909850"/>
                <a:gd name="connsiteY2" fmla="*/ 1401439 h 1587304"/>
                <a:gd name="connsiteX3" fmla="*/ 1 w 5909850"/>
                <a:gd name="connsiteY3" fmla="*/ 18136 h 1587304"/>
                <a:gd name="connsiteX0" fmla="*/ 1 w 6110219"/>
                <a:gd name="connsiteY0" fmla="*/ 20131 h 1372085"/>
                <a:gd name="connsiteX1" fmla="*/ 5885945 w 6110219"/>
                <a:gd name="connsiteY1" fmla="*/ 1050968 h 1372085"/>
                <a:gd name="connsiteX2" fmla="*/ 6110218 w 6110219"/>
                <a:gd name="connsiteY2" fmla="*/ 1165446 h 1372085"/>
                <a:gd name="connsiteX3" fmla="*/ 1 w 6110219"/>
                <a:gd name="connsiteY3" fmla="*/ 20131 h 13720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10219" h="1372085">
                  <a:moveTo>
                    <a:pt x="1" y="20131"/>
                  </a:moveTo>
                  <a:cubicBezTo>
                    <a:pt x="2496561" y="-221608"/>
                    <a:pt x="1482213" y="1808601"/>
                    <a:pt x="5885945" y="1050968"/>
                  </a:cubicBezTo>
                  <a:lnTo>
                    <a:pt x="6110218" y="1165446"/>
                  </a:lnTo>
                  <a:cubicBezTo>
                    <a:pt x="1526165" y="1924684"/>
                    <a:pt x="2934439" y="373508"/>
                    <a:pt x="1" y="20131"/>
                  </a:cubicBezTo>
                  <a:close/>
                </a:path>
              </a:pathLst>
            </a:cu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7">
              <a:extLst>
                <a:ext uri="{FF2B5EF4-FFF2-40B4-BE49-F238E27FC236}">
                  <a16:creationId xmlns:a16="http://schemas.microsoft.com/office/drawing/2014/main" id="{FF580104-65F3-BCBE-6819-531740BF192F}"/>
                </a:ext>
              </a:extLst>
            </p:cNvPr>
            <p:cNvSpPr/>
            <p:nvPr/>
          </p:nvSpPr>
          <p:spPr>
            <a:xfrm rot="9520937">
              <a:off x="4561389" y="3118903"/>
              <a:ext cx="1728932" cy="418684"/>
            </a:xfrm>
            <a:custGeom>
              <a:avLst/>
              <a:gdLst>
                <a:gd name="connsiteX0" fmla="*/ 0 w 1007285"/>
                <a:gd name="connsiteY0" fmla="*/ 0 h 94954"/>
                <a:gd name="connsiteX1" fmla="*/ 1007285 w 1007285"/>
                <a:gd name="connsiteY1" fmla="*/ 0 h 94954"/>
                <a:gd name="connsiteX2" fmla="*/ 1007285 w 1007285"/>
                <a:gd name="connsiteY2" fmla="*/ 94954 h 94954"/>
                <a:gd name="connsiteX3" fmla="*/ 0 w 1007285"/>
                <a:gd name="connsiteY3" fmla="*/ 94954 h 94954"/>
                <a:gd name="connsiteX4" fmla="*/ 0 w 1007285"/>
                <a:gd name="connsiteY4" fmla="*/ 0 h 94954"/>
                <a:gd name="connsiteX0" fmla="*/ 2819400 w 3826685"/>
                <a:gd name="connsiteY0" fmla="*/ 0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4" fmla="*/ 2819400 w 3826685"/>
                <a:gd name="connsiteY4" fmla="*/ 0 h 869654"/>
                <a:gd name="connsiteX0" fmla="*/ 0 w 3826685"/>
                <a:gd name="connsiteY0" fmla="*/ 869654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968065 h 1033547"/>
                <a:gd name="connsiteX1" fmla="*/ 3826685 w 3826685"/>
                <a:gd name="connsiteY1" fmla="*/ 98411 h 1033547"/>
                <a:gd name="connsiteX2" fmla="*/ 3826685 w 3826685"/>
                <a:gd name="connsiteY2" fmla="*/ 193365 h 1033547"/>
                <a:gd name="connsiteX3" fmla="*/ 0 w 3826685"/>
                <a:gd name="connsiteY3" fmla="*/ 968065 h 1033547"/>
                <a:gd name="connsiteX0" fmla="*/ 0 w 3826685"/>
                <a:gd name="connsiteY0" fmla="*/ 968065 h 1013810"/>
                <a:gd name="connsiteX1" fmla="*/ 3826685 w 3826685"/>
                <a:gd name="connsiteY1" fmla="*/ 98411 h 1013810"/>
                <a:gd name="connsiteX2" fmla="*/ 3826685 w 3826685"/>
                <a:gd name="connsiteY2" fmla="*/ 193365 h 1013810"/>
                <a:gd name="connsiteX3" fmla="*/ 0 w 3826685"/>
                <a:gd name="connsiteY3" fmla="*/ 968065 h 1013810"/>
                <a:gd name="connsiteX0" fmla="*/ 0 w 3826685"/>
                <a:gd name="connsiteY0" fmla="*/ 968065 h 1012429"/>
                <a:gd name="connsiteX1" fmla="*/ 3826685 w 3826685"/>
                <a:gd name="connsiteY1" fmla="*/ 98411 h 1012429"/>
                <a:gd name="connsiteX2" fmla="*/ 3826685 w 3826685"/>
                <a:gd name="connsiteY2" fmla="*/ 193365 h 1012429"/>
                <a:gd name="connsiteX3" fmla="*/ 0 w 3826685"/>
                <a:gd name="connsiteY3" fmla="*/ 968065 h 1012429"/>
                <a:gd name="connsiteX0" fmla="*/ 2 w 8087297"/>
                <a:gd name="connsiteY0" fmla="*/ -1 h 1456523"/>
                <a:gd name="connsiteX1" fmla="*/ 8087297 w 8087297"/>
                <a:gd name="connsiteY1" fmla="*/ 1361569 h 1456523"/>
                <a:gd name="connsiteX2" fmla="*/ 8087297 w 8087297"/>
                <a:gd name="connsiteY2" fmla="*/ 1456523 h 1456523"/>
                <a:gd name="connsiteX3" fmla="*/ 2 w 8087297"/>
                <a:gd name="connsiteY3" fmla="*/ -1 h 1456523"/>
                <a:gd name="connsiteX0" fmla="*/ 2 w 8087297"/>
                <a:gd name="connsiteY0" fmla="*/ -1 h 1456523"/>
                <a:gd name="connsiteX1" fmla="*/ 8087297 w 8087297"/>
                <a:gd name="connsiteY1" fmla="*/ 1361569 h 1456523"/>
                <a:gd name="connsiteX2" fmla="*/ 8087297 w 8087297"/>
                <a:gd name="connsiteY2" fmla="*/ 1456523 h 1456523"/>
                <a:gd name="connsiteX3" fmla="*/ 2 w 8087297"/>
                <a:gd name="connsiteY3" fmla="*/ -1 h 1456523"/>
                <a:gd name="connsiteX0" fmla="*/ 2 w 8087297"/>
                <a:gd name="connsiteY0" fmla="*/ -1 h 2510336"/>
                <a:gd name="connsiteX1" fmla="*/ 8087297 w 8087297"/>
                <a:gd name="connsiteY1" fmla="*/ 1361569 h 2510336"/>
                <a:gd name="connsiteX2" fmla="*/ 8087297 w 8087297"/>
                <a:gd name="connsiteY2" fmla="*/ 1456523 h 2510336"/>
                <a:gd name="connsiteX3" fmla="*/ 2 w 8087297"/>
                <a:gd name="connsiteY3" fmla="*/ -1 h 2510336"/>
                <a:gd name="connsiteX0" fmla="*/ 2 w 8087297"/>
                <a:gd name="connsiteY0" fmla="*/ -1 h 2510336"/>
                <a:gd name="connsiteX1" fmla="*/ 8087297 w 8087297"/>
                <a:gd name="connsiteY1" fmla="*/ 1361569 h 2510336"/>
                <a:gd name="connsiteX2" fmla="*/ 8087297 w 8087297"/>
                <a:gd name="connsiteY2" fmla="*/ 1456523 h 2510336"/>
                <a:gd name="connsiteX3" fmla="*/ 2 w 8087297"/>
                <a:gd name="connsiteY3" fmla="*/ -1 h 2510336"/>
                <a:gd name="connsiteX0" fmla="*/ 3 w 9125802"/>
                <a:gd name="connsiteY0" fmla="*/ 1 h 2380171"/>
                <a:gd name="connsiteX1" fmla="*/ 9125802 w 9125802"/>
                <a:gd name="connsiteY1" fmla="*/ 1203442 h 2380171"/>
                <a:gd name="connsiteX2" fmla="*/ 9125802 w 9125802"/>
                <a:gd name="connsiteY2" fmla="*/ 1298396 h 2380171"/>
                <a:gd name="connsiteX3" fmla="*/ 3 w 9125802"/>
                <a:gd name="connsiteY3" fmla="*/ 1 h 2380171"/>
                <a:gd name="connsiteX0" fmla="*/ 3 w 9125802"/>
                <a:gd name="connsiteY0" fmla="*/ 1 h 2141048"/>
                <a:gd name="connsiteX1" fmla="*/ 9125802 w 9125802"/>
                <a:gd name="connsiteY1" fmla="*/ 1203442 h 2141048"/>
                <a:gd name="connsiteX2" fmla="*/ 9125802 w 9125802"/>
                <a:gd name="connsiteY2" fmla="*/ 1298396 h 2141048"/>
                <a:gd name="connsiteX3" fmla="*/ 3 w 9125802"/>
                <a:gd name="connsiteY3" fmla="*/ 1 h 2141048"/>
                <a:gd name="connsiteX0" fmla="*/ 3 w 9125802"/>
                <a:gd name="connsiteY0" fmla="*/ 1 h 1915486"/>
                <a:gd name="connsiteX1" fmla="*/ 9125802 w 9125802"/>
                <a:gd name="connsiteY1" fmla="*/ 1203442 h 1915486"/>
                <a:gd name="connsiteX2" fmla="*/ 9125802 w 9125802"/>
                <a:gd name="connsiteY2" fmla="*/ 1298396 h 1915486"/>
                <a:gd name="connsiteX3" fmla="*/ 3 w 9125802"/>
                <a:gd name="connsiteY3" fmla="*/ 1 h 1915486"/>
                <a:gd name="connsiteX0" fmla="*/ 3 w 9125802"/>
                <a:gd name="connsiteY0" fmla="*/ 1 h 1903796"/>
                <a:gd name="connsiteX1" fmla="*/ 9125802 w 9125802"/>
                <a:gd name="connsiteY1" fmla="*/ 1203442 h 1903796"/>
                <a:gd name="connsiteX2" fmla="*/ 9125802 w 9125802"/>
                <a:gd name="connsiteY2" fmla="*/ 1298396 h 1903796"/>
                <a:gd name="connsiteX3" fmla="*/ 3 w 9125802"/>
                <a:gd name="connsiteY3" fmla="*/ 1 h 1903796"/>
                <a:gd name="connsiteX0" fmla="*/ 3 w 9125802"/>
                <a:gd name="connsiteY0" fmla="*/ 1 h 1908594"/>
                <a:gd name="connsiteX1" fmla="*/ 9125802 w 9125802"/>
                <a:gd name="connsiteY1" fmla="*/ 1203442 h 1908594"/>
                <a:gd name="connsiteX2" fmla="*/ 9125802 w 9125802"/>
                <a:gd name="connsiteY2" fmla="*/ 1298396 h 1908594"/>
                <a:gd name="connsiteX3" fmla="*/ 3 w 9125802"/>
                <a:gd name="connsiteY3" fmla="*/ 1 h 1908594"/>
                <a:gd name="connsiteX0" fmla="*/ 1 w 9485034"/>
                <a:gd name="connsiteY0" fmla="*/ -2 h 2000964"/>
                <a:gd name="connsiteX1" fmla="*/ 9485034 w 9485034"/>
                <a:gd name="connsiteY1" fmla="*/ 1311703 h 2000964"/>
                <a:gd name="connsiteX2" fmla="*/ 9485034 w 9485034"/>
                <a:gd name="connsiteY2" fmla="*/ 1406657 h 2000964"/>
                <a:gd name="connsiteX3" fmla="*/ 1 w 9485034"/>
                <a:gd name="connsiteY3" fmla="*/ -2 h 2000964"/>
                <a:gd name="connsiteX0" fmla="*/ 1 w 9485034"/>
                <a:gd name="connsiteY0" fmla="*/ 8455 h 2009421"/>
                <a:gd name="connsiteX1" fmla="*/ 9485034 w 9485034"/>
                <a:gd name="connsiteY1" fmla="*/ 1320160 h 2009421"/>
                <a:gd name="connsiteX2" fmla="*/ 9485034 w 9485034"/>
                <a:gd name="connsiteY2" fmla="*/ 1415114 h 2009421"/>
                <a:gd name="connsiteX3" fmla="*/ 1 w 9485034"/>
                <a:gd name="connsiteY3" fmla="*/ 8455 h 2009421"/>
                <a:gd name="connsiteX0" fmla="*/ 1 w 9485034"/>
                <a:gd name="connsiteY0" fmla="*/ 8455 h 1988731"/>
                <a:gd name="connsiteX1" fmla="*/ 9485034 w 9485034"/>
                <a:gd name="connsiteY1" fmla="*/ 1320160 h 1988731"/>
                <a:gd name="connsiteX2" fmla="*/ 9485034 w 9485034"/>
                <a:gd name="connsiteY2" fmla="*/ 1415114 h 1988731"/>
                <a:gd name="connsiteX3" fmla="*/ 1 w 9485034"/>
                <a:gd name="connsiteY3" fmla="*/ 8455 h 1988731"/>
                <a:gd name="connsiteX0" fmla="*/ 1 w 9485034"/>
                <a:gd name="connsiteY0" fmla="*/ 3163 h 1983439"/>
                <a:gd name="connsiteX1" fmla="*/ 9485034 w 9485034"/>
                <a:gd name="connsiteY1" fmla="*/ 1314868 h 1983439"/>
                <a:gd name="connsiteX2" fmla="*/ 9485034 w 9485034"/>
                <a:gd name="connsiteY2" fmla="*/ 1409822 h 1983439"/>
                <a:gd name="connsiteX3" fmla="*/ 1 w 9485034"/>
                <a:gd name="connsiteY3" fmla="*/ 3163 h 1983439"/>
                <a:gd name="connsiteX0" fmla="*/ 1 w 9485034"/>
                <a:gd name="connsiteY0" fmla="*/ 5612 h 1976394"/>
                <a:gd name="connsiteX1" fmla="*/ 9485034 w 9485034"/>
                <a:gd name="connsiteY1" fmla="*/ 1317317 h 1976394"/>
                <a:gd name="connsiteX2" fmla="*/ 9485034 w 9485034"/>
                <a:gd name="connsiteY2" fmla="*/ 1412271 h 1976394"/>
                <a:gd name="connsiteX3" fmla="*/ 1 w 9485034"/>
                <a:gd name="connsiteY3" fmla="*/ 5612 h 1976394"/>
                <a:gd name="connsiteX0" fmla="*/ 1 w 9485034"/>
                <a:gd name="connsiteY0" fmla="*/ 11585 h 1973318"/>
                <a:gd name="connsiteX1" fmla="*/ 9485034 w 9485034"/>
                <a:gd name="connsiteY1" fmla="*/ 1323290 h 1973318"/>
                <a:gd name="connsiteX2" fmla="*/ 9485034 w 9485034"/>
                <a:gd name="connsiteY2" fmla="*/ 1418244 h 1973318"/>
                <a:gd name="connsiteX3" fmla="*/ 1 w 9485034"/>
                <a:gd name="connsiteY3" fmla="*/ 11585 h 1973318"/>
                <a:gd name="connsiteX0" fmla="*/ 1 w 9485034"/>
                <a:gd name="connsiteY0" fmla="*/ 11585 h 2015630"/>
                <a:gd name="connsiteX1" fmla="*/ 9485034 w 9485034"/>
                <a:gd name="connsiteY1" fmla="*/ 1323290 h 2015630"/>
                <a:gd name="connsiteX2" fmla="*/ 9485034 w 9485034"/>
                <a:gd name="connsiteY2" fmla="*/ 1418244 h 2015630"/>
                <a:gd name="connsiteX3" fmla="*/ 1 w 9485034"/>
                <a:gd name="connsiteY3" fmla="*/ 11585 h 2015630"/>
                <a:gd name="connsiteX0" fmla="*/ 3 w 11023429"/>
                <a:gd name="connsiteY0" fmla="*/ 11404 h 2066907"/>
                <a:gd name="connsiteX1" fmla="*/ 11023429 w 11023429"/>
                <a:gd name="connsiteY1" fmla="*/ 1382935 h 2066907"/>
                <a:gd name="connsiteX2" fmla="*/ 11023429 w 11023429"/>
                <a:gd name="connsiteY2" fmla="*/ 1477889 h 2066907"/>
                <a:gd name="connsiteX3" fmla="*/ 3 w 11023429"/>
                <a:gd name="connsiteY3" fmla="*/ 11404 h 2066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023429" h="2066907">
                  <a:moveTo>
                    <a:pt x="3" y="11404"/>
                  </a:moveTo>
                  <a:cubicBezTo>
                    <a:pt x="2496563" y="-230335"/>
                    <a:pt x="7828155" y="3474117"/>
                    <a:pt x="11023429" y="1382935"/>
                  </a:cubicBezTo>
                  <a:lnTo>
                    <a:pt x="11023429" y="1477889"/>
                  </a:lnTo>
                  <a:cubicBezTo>
                    <a:pt x="7338468" y="3293524"/>
                    <a:pt x="2934441" y="364781"/>
                    <a:pt x="3" y="11404"/>
                  </a:cubicBezTo>
                  <a:close/>
                </a:path>
              </a:pathLst>
            </a:cu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7">
              <a:extLst>
                <a:ext uri="{FF2B5EF4-FFF2-40B4-BE49-F238E27FC236}">
                  <a16:creationId xmlns:a16="http://schemas.microsoft.com/office/drawing/2014/main" id="{2B539D8F-65C7-AC1F-2E57-A7477082482F}"/>
                </a:ext>
              </a:extLst>
            </p:cNvPr>
            <p:cNvSpPr/>
            <p:nvPr/>
          </p:nvSpPr>
          <p:spPr>
            <a:xfrm rot="8437667">
              <a:off x="5824717" y="3041625"/>
              <a:ext cx="495427" cy="122074"/>
            </a:xfrm>
            <a:custGeom>
              <a:avLst/>
              <a:gdLst>
                <a:gd name="connsiteX0" fmla="*/ 0 w 1007285"/>
                <a:gd name="connsiteY0" fmla="*/ 0 h 94954"/>
                <a:gd name="connsiteX1" fmla="*/ 1007285 w 1007285"/>
                <a:gd name="connsiteY1" fmla="*/ 0 h 94954"/>
                <a:gd name="connsiteX2" fmla="*/ 1007285 w 1007285"/>
                <a:gd name="connsiteY2" fmla="*/ 94954 h 94954"/>
                <a:gd name="connsiteX3" fmla="*/ 0 w 1007285"/>
                <a:gd name="connsiteY3" fmla="*/ 94954 h 94954"/>
                <a:gd name="connsiteX4" fmla="*/ 0 w 1007285"/>
                <a:gd name="connsiteY4" fmla="*/ 0 h 94954"/>
                <a:gd name="connsiteX0" fmla="*/ 2819400 w 3826685"/>
                <a:gd name="connsiteY0" fmla="*/ 0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4" fmla="*/ 2819400 w 3826685"/>
                <a:gd name="connsiteY4" fmla="*/ 0 h 869654"/>
                <a:gd name="connsiteX0" fmla="*/ 0 w 3826685"/>
                <a:gd name="connsiteY0" fmla="*/ 869654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968065 h 1033547"/>
                <a:gd name="connsiteX1" fmla="*/ 3826685 w 3826685"/>
                <a:gd name="connsiteY1" fmla="*/ 98411 h 1033547"/>
                <a:gd name="connsiteX2" fmla="*/ 3826685 w 3826685"/>
                <a:gd name="connsiteY2" fmla="*/ 193365 h 1033547"/>
                <a:gd name="connsiteX3" fmla="*/ 0 w 3826685"/>
                <a:gd name="connsiteY3" fmla="*/ 968065 h 1033547"/>
                <a:gd name="connsiteX0" fmla="*/ 0 w 3826685"/>
                <a:gd name="connsiteY0" fmla="*/ 968065 h 1013810"/>
                <a:gd name="connsiteX1" fmla="*/ 3826685 w 3826685"/>
                <a:gd name="connsiteY1" fmla="*/ 98411 h 1013810"/>
                <a:gd name="connsiteX2" fmla="*/ 3826685 w 3826685"/>
                <a:gd name="connsiteY2" fmla="*/ 193365 h 1013810"/>
                <a:gd name="connsiteX3" fmla="*/ 0 w 3826685"/>
                <a:gd name="connsiteY3" fmla="*/ 968065 h 1013810"/>
                <a:gd name="connsiteX0" fmla="*/ 0 w 3826685"/>
                <a:gd name="connsiteY0" fmla="*/ 968065 h 1012429"/>
                <a:gd name="connsiteX1" fmla="*/ 3826685 w 3826685"/>
                <a:gd name="connsiteY1" fmla="*/ 98411 h 1012429"/>
                <a:gd name="connsiteX2" fmla="*/ 3826685 w 3826685"/>
                <a:gd name="connsiteY2" fmla="*/ 193365 h 1012429"/>
                <a:gd name="connsiteX3" fmla="*/ 0 w 3826685"/>
                <a:gd name="connsiteY3" fmla="*/ 968065 h 1012429"/>
                <a:gd name="connsiteX0" fmla="*/ 2 w 8087297"/>
                <a:gd name="connsiteY0" fmla="*/ -1 h 1456523"/>
                <a:gd name="connsiteX1" fmla="*/ 8087297 w 8087297"/>
                <a:gd name="connsiteY1" fmla="*/ 1361569 h 1456523"/>
                <a:gd name="connsiteX2" fmla="*/ 8087297 w 8087297"/>
                <a:gd name="connsiteY2" fmla="*/ 1456523 h 1456523"/>
                <a:gd name="connsiteX3" fmla="*/ 2 w 8087297"/>
                <a:gd name="connsiteY3" fmla="*/ -1 h 1456523"/>
                <a:gd name="connsiteX0" fmla="*/ 2 w 8087297"/>
                <a:gd name="connsiteY0" fmla="*/ -1 h 1456523"/>
                <a:gd name="connsiteX1" fmla="*/ 8087297 w 8087297"/>
                <a:gd name="connsiteY1" fmla="*/ 1361569 h 1456523"/>
                <a:gd name="connsiteX2" fmla="*/ 8087297 w 8087297"/>
                <a:gd name="connsiteY2" fmla="*/ 1456523 h 1456523"/>
                <a:gd name="connsiteX3" fmla="*/ 2 w 8087297"/>
                <a:gd name="connsiteY3" fmla="*/ -1 h 1456523"/>
                <a:gd name="connsiteX0" fmla="*/ 2 w 8087297"/>
                <a:gd name="connsiteY0" fmla="*/ -1 h 2510336"/>
                <a:gd name="connsiteX1" fmla="*/ 8087297 w 8087297"/>
                <a:gd name="connsiteY1" fmla="*/ 1361569 h 2510336"/>
                <a:gd name="connsiteX2" fmla="*/ 8087297 w 8087297"/>
                <a:gd name="connsiteY2" fmla="*/ 1456523 h 2510336"/>
                <a:gd name="connsiteX3" fmla="*/ 2 w 8087297"/>
                <a:gd name="connsiteY3" fmla="*/ -1 h 2510336"/>
                <a:gd name="connsiteX0" fmla="*/ 2 w 8087297"/>
                <a:gd name="connsiteY0" fmla="*/ -1 h 2510336"/>
                <a:gd name="connsiteX1" fmla="*/ 8087297 w 8087297"/>
                <a:gd name="connsiteY1" fmla="*/ 1361569 h 2510336"/>
                <a:gd name="connsiteX2" fmla="*/ 8087297 w 8087297"/>
                <a:gd name="connsiteY2" fmla="*/ 1456523 h 2510336"/>
                <a:gd name="connsiteX3" fmla="*/ 2 w 8087297"/>
                <a:gd name="connsiteY3" fmla="*/ -1 h 2510336"/>
                <a:gd name="connsiteX0" fmla="*/ 3 w 9125802"/>
                <a:gd name="connsiteY0" fmla="*/ 1 h 2380171"/>
                <a:gd name="connsiteX1" fmla="*/ 9125802 w 9125802"/>
                <a:gd name="connsiteY1" fmla="*/ 1203442 h 2380171"/>
                <a:gd name="connsiteX2" fmla="*/ 9125802 w 9125802"/>
                <a:gd name="connsiteY2" fmla="*/ 1298396 h 2380171"/>
                <a:gd name="connsiteX3" fmla="*/ 3 w 9125802"/>
                <a:gd name="connsiteY3" fmla="*/ 1 h 2380171"/>
                <a:gd name="connsiteX0" fmla="*/ 3 w 9125802"/>
                <a:gd name="connsiteY0" fmla="*/ 1 h 2141048"/>
                <a:gd name="connsiteX1" fmla="*/ 9125802 w 9125802"/>
                <a:gd name="connsiteY1" fmla="*/ 1203442 h 2141048"/>
                <a:gd name="connsiteX2" fmla="*/ 9125802 w 9125802"/>
                <a:gd name="connsiteY2" fmla="*/ 1298396 h 2141048"/>
                <a:gd name="connsiteX3" fmla="*/ 3 w 9125802"/>
                <a:gd name="connsiteY3" fmla="*/ 1 h 2141048"/>
                <a:gd name="connsiteX0" fmla="*/ 3 w 9125802"/>
                <a:gd name="connsiteY0" fmla="*/ 1 h 1915486"/>
                <a:gd name="connsiteX1" fmla="*/ 9125802 w 9125802"/>
                <a:gd name="connsiteY1" fmla="*/ 1203442 h 1915486"/>
                <a:gd name="connsiteX2" fmla="*/ 9125802 w 9125802"/>
                <a:gd name="connsiteY2" fmla="*/ 1298396 h 1915486"/>
                <a:gd name="connsiteX3" fmla="*/ 3 w 9125802"/>
                <a:gd name="connsiteY3" fmla="*/ 1 h 1915486"/>
                <a:gd name="connsiteX0" fmla="*/ 3 w 9125802"/>
                <a:gd name="connsiteY0" fmla="*/ 1 h 1903796"/>
                <a:gd name="connsiteX1" fmla="*/ 9125802 w 9125802"/>
                <a:gd name="connsiteY1" fmla="*/ 1203442 h 1903796"/>
                <a:gd name="connsiteX2" fmla="*/ 9125802 w 9125802"/>
                <a:gd name="connsiteY2" fmla="*/ 1298396 h 1903796"/>
                <a:gd name="connsiteX3" fmla="*/ 3 w 9125802"/>
                <a:gd name="connsiteY3" fmla="*/ 1 h 1903796"/>
                <a:gd name="connsiteX0" fmla="*/ 3 w 9125802"/>
                <a:gd name="connsiteY0" fmla="*/ 1 h 1908594"/>
                <a:gd name="connsiteX1" fmla="*/ 9125802 w 9125802"/>
                <a:gd name="connsiteY1" fmla="*/ 1203442 h 1908594"/>
                <a:gd name="connsiteX2" fmla="*/ 9125802 w 9125802"/>
                <a:gd name="connsiteY2" fmla="*/ 1298396 h 1908594"/>
                <a:gd name="connsiteX3" fmla="*/ 3 w 9125802"/>
                <a:gd name="connsiteY3" fmla="*/ 1 h 1908594"/>
                <a:gd name="connsiteX0" fmla="*/ 1 w 9485034"/>
                <a:gd name="connsiteY0" fmla="*/ -2 h 2000964"/>
                <a:gd name="connsiteX1" fmla="*/ 9485034 w 9485034"/>
                <a:gd name="connsiteY1" fmla="*/ 1311703 h 2000964"/>
                <a:gd name="connsiteX2" fmla="*/ 9485034 w 9485034"/>
                <a:gd name="connsiteY2" fmla="*/ 1406657 h 2000964"/>
                <a:gd name="connsiteX3" fmla="*/ 1 w 9485034"/>
                <a:gd name="connsiteY3" fmla="*/ -2 h 2000964"/>
                <a:gd name="connsiteX0" fmla="*/ 1 w 9485034"/>
                <a:gd name="connsiteY0" fmla="*/ 8455 h 2009421"/>
                <a:gd name="connsiteX1" fmla="*/ 9485034 w 9485034"/>
                <a:gd name="connsiteY1" fmla="*/ 1320160 h 2009421"/>
                <a:gd name="connsiteX2" fmla="*/ 9485034 w 9485034"/>
                <a:gd name="connsiteY2" fmla="*/ 1415114 h 2009421"/>
                <a:gd name="connsiteX3" fmla="*/ 1 w 9485034"/>
                <a:gd name="connsiteY3" fmla="*/ 8455 h 2009421"/>
                <a:gd name="connsiteX0" fmla="*/ 1 w 9485034"/>
                <a:gd name="connsiteY0" fmla="*/ 8455 h 1988731"/>
                <a:gd name="connsiteX1" fmla="*/ 9485034 w 9485034"/>
                <a:gd name="connsiteY1" fmla="*/ 1320160 h 1988731"/>
                <a:gd name="connsiteX2" fmla="*/ 9485034 w 9485034"/>
                <a:gd name="connsiteY2" fmla="*/ 1415114 h 1988731"/>
                <a:gd name="connsiteX3" fmla="*/ 1 w 9485034"/>
                <a:gd name="connsiteY3" fmla="*/ 8455 h 1988731"/>
                <a:gd name="connsiteX0" fmla="*/ 1 w 9485034"/>
                <a:gd name="connsiteY0" fmla="*/ 3163 h 1983439"/>
                <a:gd name="connsiteX1" fmla="*/ 9485034 w 9485034"/>
                <a:gd name="connsiteY1" fmla="*/ 1314868 h 1983439"/>
                <a:gd name="connsiteX2" fmla="*/ 9485034 w 9485034"/>
                <a:gd name="connsiteY2" fmla="*/ 1409822 h 1983439"/>
                <a:gd name="connsiteX3" fmla="*/ 1 w 9485034"/>
                <a:gd name="connsiteY3" fmla="*/ 3163 h 1983439"/>
                <a:gd name="connsiteX0" fmla="*/ 1 w 9485034"/>
                <a:gd name="connsiteY0" fmla="*/ 5612 h 1976394"/>
                <a:gd name="connsiteX1" fmla="*/ 9485034 w 9485034"/>
                <a:gd name="connsiteY1" fmla="*/ 1317317 h 1976394"/>
                <a:gd name="connsiteX2" fmla="*/ 9485034 w 9485034"/>
                <a:gd name="connsiteY2" fmla="*/ 1412271 h 1976394"/>
                <a:gd name="connsiteX3" fmla="*/ 1 w 9485034"/>
                <a:gd name="connsiteY3" fmla="*/ 5612 h 1976394"/>
                <a:gd name="connsiteX0" fmla="*/ 1 w 9485034"/>
                <a:gd name="connsiteY0" fmla="*/ 11585 h 1973318"/>
                <a:gd name="connsiteX1" fmla="*/ 9485034 w 9485034"/>
                <a:gd name="connsiteY1" fmla="*/ 1323290 h 1973318"/>
                <a:gd name="connsiteX2" fmla="*/ 9485034 w 9485034"/>
                <a:gd name="connsiteY2" fmla="*/ 1418244 h 1973318"/>
                <a:gd name="connsiteX3" fmla="*/ 1 w 9485034"/>
                <a:gd name="connsiteY3" fmla="*/ 11585 h 1973318"/>
                <a:gd name="connsiteX0" fmla="*/ 1 w 9485034"/>
                <a:gd name="connsiteY0" fmla="*/ 11585 h 2015630"/>
                <a:gd name="connsiteX1" fmla="*/ 9485034 w 9485034"/>
                <a:gd name="connsiteY1" fmla="*/ 1323290 h 2015630"/>
                <a:gd name="connsiteX2" fmla="*/ 9485034 w 9485034"/>
                <a:gd name="connsiteY2" fmla="*/ 1418244 h 2015630"/>
                <a:gd name="connsiteX3" fmla="*/ 1 w 9485034"/>
                <a:gd name="connsiteY3" fmla="*/ 11585 h 2015630"/>
                <a:gd name="connsiteX0" fmla="*/ 1 w 9485034"/>
                <a:gd name="connsiteY0" fmla="*/ 11718 h 2015763"/>
                <a:gd name="connsiteX1" fmla="*/ 5685576 w 9485034"/>
                <a:gd name="connsiteY1" fmla="*/ 1280543 h 2015763"/>
                <a:gd name="connsiteX2" fmla="*/ 9485034 w 9485034"/>
                <a:gd name="connsiteY2" fmla="*/ 1418377 h 2015763"/>
                <a:gd name="connsiteX3" fmla="*/ 1 w 9485034"/>
                <a:gd name="connsiteY3" fmla="*/ 11718 h 2015763"/>
                <a:gd name="connsiteX0" fmla="*/ 1 w 5866791"/>
                <a:gd name="connsiteY0" fmla="*/ 11718 h 2094375"/>
                <a:gd name="connsiteX1" fmla="*/ 5685576 w 5866791"/>
                <a:gd name="connsiteY1" fmla="*/ 1280543 h 2094375"/>
                <a:gd name="connsiteX2" fmla="*/ 5866794 w 5866791"/>
                <a:gd name="connsiteY2" fmla="*/ 1509665 h 2094375"/>
                <a:gd name="connsiteX3" fmla="*/ 1 w 5866791"/>
                <a:gd name="connsiteY3" fmla="*/ 11718 h 2094375"/>
                <a:gd name="connsiteX0" fmla="*/ 1 w 5866791"/>
                <a:gd name="connsiteY0" fmla="*/ 19607 h 2102264"/>
                <a:gd name="connsiteX1" fmla="*/ 5685576 w 5866791"/>
                <a:gd name="connsiteY1" fmla="*/ 1288432 h 2102264"/>
                <a:gd name="connsiteX2" fmla="*/ 5866794 w 5866791"/>
                <a:gd name="connsiteY2" fmla="*/ 1517554 h 2102264"/>
                <a:gd name="connsiteX3" fmla="*/ 1 w 5866791"/>
                <a:gd name="connsiteY3" fmla="*/ 19607 h 2102264"/>
                <a:gd name="connsiteX0" fmla="*/ 1 w 5909850"/>
                <a:gd name="connsiteY0" fmla="*/ 19607 h 2003624"/>
                <a:gd name="connsiteX1" fmla="*/ 5685576 w 5909850"/>
                <a:gd name="connsiteY1" fmla="*/ 1288432 h 2003624"/>
                <a:gd name="connsiteX2" fmla="*/ 5909849 w 5909850"/>
                <a:gd name="connsiteY2" fmla="*/ 1402910 h 2003624"/>
                <a:gd name="connsiteX3" fmla="*/ 1 w 5909850"/>
                <a:gd name="connsiteY3" fmla="*/ 19607 h 2003624"/>
                <a:gd name="connsiteX0" fmla="*/ 1 w 5909850"/>
                <a:gd name="connsiteY0" fmla="*/ 19607 h 1588775"/>
                <a:gd name="connsiteX1" fmla="*/ 5685576 w 5909850"/>
                <a:gd name="connsiteY1" fmla="*/ 1288432 h 1588775"/>
                <a:gd name="connsiteX2" fmla="*/ 5909849 w 5909850"/>
                <a:gd name="connsiteY2" fmla="*/ 1402910 h 1588775"/>
                <a:gd name="connsiteX3" fmla="*/ 1 w 5909850"/>
                <a:gd name="connsiteY3" fmla="*/ 19607 h 1588775"/>
                <a:gd name="connsiteX0" fmla="*/ 1 w 5909850"/>
                <a:gd name="connsiteY0" fmla="*/ 18136 h 1587304"/>
                <a:gd name="connsiteX1" fmla="*/ 5685576 w 5909850"/>
                <a:gd name="connsiteY1" fmla="*/ 1286961 h 1587304"/>
                <a:gd name="connsiteX2" fmla="*/ 5909849 w 5909850"/>
                <a:gd name="connsiteY2" fmla="*/ 1401439 h 1587304"/>
                <a:gd name="connsiteX3" fmla="*/ 1 w 5909850"/>
                <a:gd name="connsiteY3" fmla="*/ 18136 h 1587304"/>
                <a:gd name="connsiteX0" fmla="*/ 1 w 6110219"/>
                <a:gd name="connsiteY0" fmla="*/ 20131 h 1372085"/>
                <a:gd name="connsiteX1" fmla="*/ 5885945 w 6110219"/>
                <a:gd name="connsiteY1" fmla="*/ 1050968 h 1372085"/>
                <a:gd name="connsiteX2" fmla="*/ 6110218 w 6110219"/>
                <a:gd name="connsiteY2" fmla="*/ 1165446 h 1372085"/>
                <a:gd name="connsiteX3" fmla="*/ 1 w 6110219"/>
                <a:gd name="connsiteY3" fmla="*/ 20131 h 1372085"/>
                <a:gd name="connsiteX0" fmla="*/ 0 w 3166954"/>
                <a:gd name="connsiteY0" fmla="*/ 29599 h 789133"/>
                <a:gd name="connsiteX1" fmla="*/ 2942680 w 3166954"/>
                <a:gd name="connsiteY1" fmla="*/ 371193 h 789133"/>
                <a:gd name="connsiteX2" fmla="*/ 3166953 w 3166954"/>
                <a:gd name="connsiteY2" fmla="*/ 485671 h 789133"/>
                <a:gd name="connsiteX3" fmla="*/ 0 w 3166954"/>
                <a:gd name="connsiteY3" fmla="*/ 29599 h 789133"/>
                <a:gd name="connsiteX0" fmla="*/ 0 w 3166954"/>
                <a:gd name="connsiteY0" fmla="*/ 29599 h 605800"/>
                <a:gd name="connsiteX1" fmla="*/ 2942680 w 3166954"/>
                <a:gd name="connsiteY1" fmla="*/ 371193 h 605800"/>
                <a:gd name="connsiteX2" fmla="*/ 3166953 w 3166954"/>
                <a:gd name="connsiteY2" fmla="*/ 485671 h 605800"/>
                <a:gd name="connsiteX3" fmla="*/ 0 w 3166954"/>
                <a:gd name="connsiteY3" fmla="*/ 29599 h 605800"/>
                <a:gd name="connsiteX0" fmla="*/ 0 w 3166954"/>
                <a:gd name="connsiteY0" fmla="*/ 38618 h 602641"/>
                <a:gd name="connsiteX1" fmla="*/ 2942680 w 3166954"/>
                <a:gd name="connsiteY1" fmla="*/ 380212 h 602641"/>
                <a:gd name="connsiteX2" fmla="*/ 3166953 w 3166954"/>
                <a:gd name="connsiteY2" fmla="*/ 494690 h 602641"/>
                <a:gd name="connsiteX3" fmla="*/ 0 w 3166954"/>
                <a:gd name="connsiteY3" fmla="*/ 38618 h 602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66954" h="602641">
                  <a:moveTo>
                    <a:pt x="0" y="38618"/>
                  </a:moveTo>
                  <a:cubicBezTo>
                    <a:pt x="2496560" y="-203121"/>
                    <a:pt x="1854012" y="785335"/>
                    <a:pt x="2942680" y="380212"/>
                  </a:cubicBezTo>
                  <a:lnTo>
                    <a:pt x="3166953" y="494690"/>
                  </a:lnTo>
                  <a:cubicBezTo>
                    <a:pt x="1452610" y="801664"/>
                    <a:pt x="2934438" y="391995"/>
                    <a:pt x="0" y="38618"/>
                  </a:cubicBezTo>
                  <a:close/>
                </a:path>
              </a:pathLst>
            </a:cu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7">
              <a:extLst>
                <a:ext uri="{FF2B5EF4-FFF2-40B4-BE49-F238E27FC236}">
                  <a16:creationId xmlns:a16="http://schemas.microsoft.com/office/drawing/2014/main" id="{4C0FD46C-4121-6A22-5E6F-072288D38FDC}"/>
                </a:ext>
              </a:extLst>
            </p:cNvPr>
            <p:cNvSpPr/>
            <p:nvPr/>
          </p:nvSpPr>
          <p:spPr>
            <a:xfrm rot="1149574">
              <a:off x="5822338" y="5878136"/>
              <a:ext cx="1013504" cy="180173"/>
            </a:xfrm>
            <a:custGeom>
              <a:avLst/>
              <a:gdLst>
                <a:gd name="connsiteX0" fmla="*/ 0 w 1007285"/>
                <a:gd name="connsiteY0" fmla="*/ 0 h 94954"/>
                <a:gd name="connsiteX1" fmla="*/ 1007285 w 1007285"/>
                <a:gd name="connsiteY1" fmla="*/ 0 h 94954"/>
                <a:gd name="connsiteX2" fmla="*/ 1007285 w 1007285"/>
                <a:gd name="connsiteY2" fmla="*/ 94954 h 94954"/>
                <a:gd name="connsiteX3" fmla="*/ 0 w 1007285"/>
                <a:gd name="connsiteY3" fmla="*/ 94954 h 94954"/>
                <a:gd name="connsiteX4" fmla="*/ 0 w 1007285"/>
                <a:gd name="connsiteY4" fmla="*/ 0 h 94954"/>
                <a:gd name="connsiteX0" fmla="*/ 2819400 w 3826685"/>
                <a:gd name="connsiteY0" fmla="*/ 0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4" fmla="*/ 2819400 w 3826685"/>
                <a:gd name="connsiteY4" fmla="*/ 0 h 869654"/>
                <a:gd name="connsiteX0" fmla="*/ 0 w 3826685"/>
                <a:gd name="connsiteY0" fmla="*/ 869654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968065 h 1033547"/>
                <a:gd name="connsiteX1" fmla="*/ 3826685 w 3826685"/>
                <a:gd name="connsiteY1" fmla="*/ 98411 h 1033547"/>
                <a:gd name="connsiteX2" fmla="*/ 3826685 w 3826685"/>
                <a:gd name="connsiteY2" fmla="*/ 193365 h 1033547"/>
                <a:gd name="connsiteX3" fmla="*/ 0 w 3826685"/>
                <a:gd name="connsiteY3" fmla="*/ 968065 h 1033547"/>
                <a:gd name="connsiteX0" fmla="*/ 0 w 3826685"/>
                <a:gd name="connsiteY0" fmla="*/ 968065 h 1013810"/>
                <a:gd name="connsiteX1" fmla="*/ 3826685 w 3826685"/>
                <a:gd name="connsiteY1" fmla="*/ 98411 h 1013810"/>
                <a:gd name="connsiteX2" fmla="*/ 3826685 w 3826685"/>
                <a:gd name="connsiteY2" fmla="*/ 193365 h 1013810"/>
                <a:gd name="connsiteX3" fmla="*/ 0 w 3826685"/>
                <a:gd name="connsiteY3" fmla="*/ 968065 h 1013810"/>
                <a:gd name="connsiteX0" fmla="*/ 0 w 3826685"/>
                <a:gd name="connsiteY0" fmla="*/ 968065 h 1012429"/>
                <a:gd name="connsiteX1" fmla="*/ 3826685 w 3826685"/>
                <a:gd name="connsiteY1" fmla="*/ 98411 h 1012429"/>
                <a:gd name="connsiteX2" fmla="*/ 3826685 w 3826685"/>
                <a:gd name="connsiteY2" fmla="*/ 193365 h 1012429"/>
                <a:gd name="connsiteX3" fmla="*/ 0 w 3826685"/>
                <a:gd name="connsiteY3" fmla="*/ 968065 h 1012429"/>
                <a:gd name="connsiteX0" fmla="*/ 2 w 8087297"/>
                <a:gd name="connsiteY0" fmla="*/ -1 h 1456523"/>
                <a:gd name="connsiteX1" fmla="*/ 8087297 w 8087297"/>
                <a:gd name="connsiteY1" fmla="*/ 1361569 h 1456523"/>
                <a:gd name="connsiteX2" fmla="*/ 8087297 w 8087297"/>
                <a:gd name="connsiteY2" fmla="*/ 1456523 h 1456523"/>
                <a:gd name="connsiteX3" fmla="*/ 2 w 8087297"/>
                <a:gd name="connsiteY3" fmla="*/ -1 h 1456523"/>
                <a:gd name="connsiteX0" fmla="*/ 2 w 8087297"/>
                <a:gd name="connsiteY0" fmla="*/ -1 h 1456523"/>
                <a:gd name="connsiteX1" fmla="*/ 8087297 w 8087297"/>
                <a:gd name="connsiteY1" fmla="*/ 1361569 h 1456523"/>
                <a:gd name="connsiteX2" fmla="*/ 8087297 w 8087297"/>
                <a:gd name="connsiteY2" fmla="*/ 1456523 h 1456523"/>
                <a:gd name="connsiteX3" fmla="*/ 2 w 8087297"/>
                <a:gd name="connsiteY3" fmla="*/ -1 h 1456523"/>
                <a:gd name="connsiteX0" fmla="*/ 2 w 8087297"/>
                <a:gd name="connsiteY0" fmla="*/ -1 h 2510336"/>
                <a:gd name="connsiteX1" fmla="*/ 8087297 w 8087297"/>
                <a:gd name="connsiteY1" fmla="*/ 1361569 h 2510336"/>
                <a:gd name="connsiteX2" fmla="*/ 8087297 w 8087297"/>
                <a:gd name="connsiteY2" fmla="*/ 1456523 h 2510336"/>
                <a:gd name="connsiteX3" fmla="*/ 2 w 8087297"/>
                <a:gd name="connsiteY3" fmla="*/ -1 h 2510336"/>
                <a:gd name="connsiteX0" fmla="*/ 2 w 8087297"/>
                <a:gd name="connsiteY0" fmla="*/ -1 h 2510336"/>
                <a:gd name="connsiteX1" fmla="*/ 8087297 w 8087297"/>
                <a:gd name="connsiteY1" fmla="*/ 1361569 h 2510336"/>
                <a:gd name="connsiteX2" fmla="*/ 8087297 w 8087297"/>
                <a:gd name="connsiteY2" fmla="*/ 1456523 h 2510336"/>
                <a:gd name="connsiteX3" fmla="*/ 2 w 8087297"/>
                <a:gd name="connsiteY3" fmla="*/ -1 h 2510336"/>
                <a:gd name="connsiteX0" fmla="*/ -2 w 9409711"/>
                <a:gd name="connsiteY0" fmla="*/ -1 h 1549216"/>
                <a:gd name="connsiteX1" fmla="*/ 9409711 w 9409711"/>
                <a:gd name="connsiteY1" fmla="*/ 139136 h 1549216"/>
                <a:gd name="connsiteX2" fmla="*/ 9409711 w 9409711"/>
                <a:gd name="connsiteY2" fmla="*/ 234090 h 1549216"/>
                <a:gd name="connsiteX3" fmla="*/ -2 w 9409711"/>
                <a:gd name="connsiteY3" fmla="*/ -1 h 1549216"/>
                <a:gd name="connsiteX0" fmla="*/ -2 w 9409711"/>
                <a:gd name="connsiteY0" fmla="*/ -1 h 1291853"/>
                <a:gd name="connsiteX1" fmla="*/ 9409711 w 9409711"/>
                <a:gd name="connsiteY1" fmla="*/ 139136 h 1291853"/>
                <a:gd name="connsiteX2" fmla="*/ 9409711 w 9409711"/>
                <a:gd name="connsiteY2" fmla="*/ 234090 h 1291853"/>
                <a:gd name="connsiteX3" fmla="*/ -2 w 9409711"/>
                <a:gd name="connsiteY3" fmla="*/ -1 h 1291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409711" h="1291853">
                  <a:moveTo>
                    <a:pt x="-2" y="-1"/>
                  </a:moveTo>
                  <a:cubicBezTo>
                    <a:pt x="1199360" y="40314"/>
                    <a:pt x="4841140" y="2792305"/>
                    <a:pt x="9409711" y="139136"/>
                  </a:cubicBezTo>
                  <a:lnTo>
                    <a:pt x="9409711" y="234090"/>
                  </a:lnTo>
                  <a:cubicBezTo>
                    <a:pt x="5814447" y="2074839"/>
                    <a:pt x="1133192" y="382585"/>
                    <a:pt x="-2" y="-1"/>
                  </a:cubicBezTo>
                  <a:close/>
                </a:path>
              </a:pathLst>
            </a:cu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7">
              <a:extLst>
                <a:ext uri="{FF2B5EF4-FFF2-40B4-BE49-F238E27FC236}">
                  <a16:creationId xmlns:a16="http://schemas.microsoft.com/office/drawing/2014/main" id="{CA5A6F0E-C956-A8E8-9DA7-41565686C0CE}"/>
                </a:ext>
              </a:extLst>
            </p:cNvPr>
            <p:cNvSpPr/>
            <p:nvPr/>
          </p:nvSpPr>
          <p:spPr>
            <a:xfrm rot="1149574">
              <a:off x="5449683" y="5243838"/>
              <a:ext cx="1675614" cy="319483"/>
            </a:xfrm>
            <a:custGeom>
              <a:avLst/>
              <a:gdLst>
                <a:gd name="connsiteX0" fmla="*/ 0 w 1007285"/>
                <a:gd name="connsiteY0" fmla="*/ 0 h 94954"/>
                <a:gd name="connsiteX1" fmla="*/ 1007285 w 1007285"/>
                <a:gd name="connsiteY1" fmla="*/ 0 h 94954"/>
                <a:gd name="connsiteX2" fmla="*/ 1007285 w 1007285"/>
                <a:gd name="connsiteY2" fmla="*/ 94954 h 94954"/>
                <a:gd name="connsiteX3" fmla="*/ 0 w 1007285"/>
                <a:gd name="connsiteY3" fmla="*/ 94954 h 94954"/>
                <a:gd name="connsiteX4" fmla="*/ 0 w 1007285"/>
                <a:gd name="connsiteY4" fmla="*/ 0 h 94954"/>
                <a:gd name="connsiteX0" fmla="*/ 2819400 w 3826685"/>
                <a:gd name="connsiteY0" fmla="*/ 0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4" fmla="*/ 2819400 w 3826685"/>
                <a:gd name="connsiteY4" fmla="*/ 0 h 869654"/>
                <a:gd name="connsiteX0" fmla="*/ 0 w 3826685"/>
                <a:gd name="connsiteY0" fmla="*/ 869654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968065 h 1033547"/>
                <a:gd name="connsiteX1" fmla="*/ 3826685 w 3826685"/>
                <a:gd name="connsiteY1" fmla="*/ 98411 h 1033547"/>
                <a:gd name="connsiteX2" fmla="*/ 3826685 w 3826685"/>
                <a:gd name="connsiteY2" fmla="*/ 193365 h 1033547"/>
                <a:gd name="connsiteX3" fmla="*/ 0 w 3826685"/>
                <a:gd name="connsiteY3" fmla="*/ 968065 h 1033547"/>
                <a:gd name="connsiteX0" fmla="*/ 0 w 3826685"/>
                <a:gd name="connsiteY0" fmla="*/ 968065 h 1013810"/>
                <a:gd name="connsiteX1" fmla="*/ 3826685 w 3826685"/>
                <a:gd name="connsiteY1" fmla="*/ 98411 h 1013810"/>
                <a:gd name="connsiteX2" fmla="*/ 3826685 w 3826685"/>
                <a:gd name="connsiteY2" fmla="*/ 193365 h 1013810"/>
                <a:gd name="connsiteX3" fmla="*/ 0 w 3826685"/>
                <a:gd name="connsiteY3" fmla="*/ 968065 h 1013810"/>
                <a:gd name="connsiteX0" fmla="*/ 0 w 3826685"/>
                <a:gd name="connsiteY0" fmla="*/ 968065 h 1012429"/>
                <a:gd name="connsiteX1" fmla="*/ 3826685 w 3826685"/>
                <a:gd name="connsiteY1" fmla="*/ 98411 h 1012429"/>
                <a:gd name="connsiteX2" fmla="*/ 3826685 w 3826685"/>
                <a:gd name="connsiteY2" fmla="*/ 193365 h 1012429"/>
                <a:gd name="connsiteX3" fmla="*/ 0 w 3826685"/>
                <a:gd name="connsiteY3" fmla="*/ 968065 h 1012429"/>
                <a:gd name="connsiteX0" fmla="*/ 2 w 8087297"/>
                <a:gd name="connsiteY0" fmla="*/ -1 h 1456523"/>
                <a:gd name="connsiteX1" fmla="*/ 8087297 w 8087297"/>
                <a:gd name="connsiteY1" fmla="*/ 1361569 h 1456523"/>
                <a:gd name="connsiteX2" fmla="*/ 8087297 w 8087297"/>
                <a:gd name="connsiteY2" fmla="*/ 1456523 h 1456523"/>
                <a:gd name="connsiteX3" fmla="*/ 2 w 8087297"/>
                <a:gd name="connsiteY3" fmla="*/ -1 h 1456523"/>
                <a:gd name="connsiteX0" fmla="*/ 2 w 8087297"/>
                <a:gd name="connsiteY0" fmla="*/ -1 h 1456523"/>
                <a:gd name="connsiteX1" fmla="*/ 8087297 w 8087297"/>
                <a:gd name="connsiteY1" fmla="*/ 1361569 h 1456523"/>
                <a:gd name="connsiteX2" fmla="*/ 8087297 w 8087297"/>
                <a:gd name="connsiteY2" fmla="*/ 1456523 h 1456523"/>
                <a:gd name="connsiteX3" fmla="*/ 2 w 8087297"/>
                <a:gd name="connsiteY3" fmla="*/ -1 h 1456523"/>
                <a:gd name="connsiteX0" fmla="*/ 2 w 8087297"/>
                <a:gd name="connsiteY0" fmla="*/ -1 h 2510336"/>
                <a:gd name="connsiteX1" fmla="*/ 8087297 w 8087297"/>
                <a:gd name="connsiteY1" fmla="*/ 1361569 h 2510336"/>
                <a:gd name="connsiteX2" fmla="*/ 8087297 w 8087297"/>
                <a:gd name="connsiteY2" fmla="*/ 1456523 h 2510336"/>
                <a:gd name="connsiteX3" fmla="*/ 2 w 8087297"/>
                <a:gd name="connsiteY3" fmla="*/ -1 h 2510336"/>
                <a:gd name="connsiteX0" fmla="*/ 2 w 8087297"/>
                <a:gd name="connsiteY0" fmla="*/ -1 h 2510336"/>
                <a:gd name="connsiteX1" fmla="*/ 8087297 w 8087297"/>
                <a:gd name="connsiteY1" fmla="*/ 1361569 h 2510336"/>
                <a:gd name="connsiteX2" fmla="*/ 8087297 w 8087297"/>
                <a:gd name="connsiteY2" fmla="*/ 1456523 h 2510336"/>
                <a:gd name="connsiteX3" fmla="*/ 2 w 8087297"/>
                <a:gd name="connsiteY3" fmla="*/ -1 h 2510336"/>
                <a:gd name="connsiteX0" fmla="*/ -2 w 9409711"/>
                <a:gd name="connsiteY0" fmla="*/ -1 h 1549216"/>
                <a:gd name="connsiteX1" fmla="*/ 9409711 w 9409711"/>
                <a:gd name="connsiteY1" fmla="*/ 139136 h 1549216"/>
                <a:gd name="connsiteX2" fmla="*/ 9409711 w 9409711"/>
                <a:gd name="connsiteY2" fmla="*/ 234090 h 1549216"/>
                <a:gd name="connsiteX3" fmla="*/ -2 w 9409711"/>
                <a:gd name="connsiteY3" fmla="*/ -1 h 1549216"/>
                <a:gd name="connsiteX0" fmla="*/ -2 w 9409711"/>
                <a:gd name="connsiteY0" fmla="*/ -1 h 1291853"/>
                <a:gd name="connsiteX1" fmla="*/ 9409711 w 9409711"/>
                <a:gd name="connsiteY1" fmla="*/ 139136 h 1291853"/>
                <a:gd name="connsiteX2" fmla="*/ 9409711 w 9409711"/>
                <a:gd name="connsiteY2" fmla="*/ 234090 h 1291853"/>
                <a:gd name="connsiteX3" fmla="*/ -2 w 9409711"/>
                <a:gd name="connsiteY3" fmla="*/ -1 h 129185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640512 w 15640512"/>
                <a:gd name="connsiteY2" fmla="*/ 2263965 h 2970323"/>
                <a:gd name="connsiteX3" fmla="*/ 1 w 15640512"/>
                <a:gd name="connsiteY3" fmla="*/ 2 h 297032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640512 w 15640512"/>
                <a:gd name="connsiteY2" fmla="*/ 2263965 h 2970323"/>
                <a:gd name="connsiteX3" fmla="*/ 1 w 15640512"/>
                <a:gd name="connsiteY3" fmla="*/ 2 h 297032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640512 w 15640512"/>
                <a:gd name="connsiteY2" fmla="*/ 2263965 h 2970323"/>
                <a:gd name="connsiteX3" fmla="*/ 1 w 15640512"/>
                <a:gd name="connsiteY3" fmla="*/ 2 h 297032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511313 w 15640512"/>
                <a:gd name="connsiteY2" fmla="*/ 2913171 h 2970323"/>
                <a:gd name="connsiteX3" fmla="*/ 1 w 15640512"/>
                <a:gd name="connsiteY3" fmla="*/ 2 h 2970323"/>
                <a:gd name="connsiteX0" fmla="*/ 1 w 15640512"/>
                <a:gd name="connsiteY0" fmla="*/ 2 h 2913170"/>
                <a:gd name="connsiteX1" fmla="*/ 15640512 w 15640512"/>
                <a:gd name="connsiteY1" fmla="*/ 2169011 h 2913170"/>
                <a:gd name="connsiteX2" fmla="*/ 15511313 w 15640512"/>
                <a:gd name="connsiteY2" fmla="*/ 2913171 h 2913170"/>
                <a:gd name="connsiteX3" fmla="*/ 1 w 15640512"/>
                <a:gd name="connsiteY3" fmla="*/ 2 h 2913170"/>
                <a:gd name="connsiteX0" fmla="*/ 1 w 15863856"/>
                <a:gd name="connsiteY0" fmla="*/ 2 h 2240173"/>
                <a:gd name="connsiteX1" fmla="*/ 15640512 w 15863856"/>
                <a:gd name="connsiteY1" fmla="*/ 2169011 h 2240173"/>
                <a:gd name="connsiteX2" fmla="*/ 15863857 w 15863856"/>
                <a:gd name="connsiteY2" fmla="*/ 2240175 h 2240173"/>
                <a:gd name="connsiteX3" fmla="*/ 1 w 15863856"/>
                <a:gd name="connsiteY3" fmla="*/ 2 h 2240173"/>
                <a:gd name="connsiteX0" fmla="*/ 1 w 15640512"/>
                <a:gd name="connsiteY0" fmla="*/ 2 h 2847284"/>
                <a:gd name="connsiteX1" fmla="*/ 15640512 w 15640512"/>
                <a:gd name="connsiteY1" fmla="*/ 2169011 h 2847284"/>
                <a:gd name="connsiteX2" fmla="*/ 15622090 w 15640512"/>
                <a:gd name="connsiteY2" fmla="*/ 2847284 h 2847284"/>
                <a:gd name="connsiteX3" fmla="*/ 1 w 15640512"/>
                <a:gd name="connsiteY3" fmla="*/ 2 h 2847284"/>
                <a:gd name="connsiteX0" fmla="*/ 1 w 16401521"/>
                <a:gd name="connsiteY0" fmla="*/ 2 h 2203505"/>
                <a:gd name="connsiteX1" fmla="*/ 15640512 w 16401521"/>
                <a:gd name="connsiteY1" fmla="*/ 2169011 h 2203505"/>
                <a:gd name="connsiteX2" fmla="*/ 16401525 w 16401521"/>
                <a:gd name="connsiteY2" fmla="*/ 1770549 h 2203505"/>
                <a:gd name="connsiteX3" fmla="*/ 1 w 16401521"/>
                <a:gd name="connsiteY3" fmla="*/ 2 h 2203505"/>
                <a:gd name="connsiteX0" fmla="*/ 1 w 16401521"/>
                <a:gd name="connsiteY0" fmla="*/ 2 h 2686194"/>
                <a:gd name="connsiteX1" fmla="*/ 15438743 w 16401521"/>
                <a:gd name="connsiteY1" fmla="*/ 2656945 h 2686194"/>
                <a:gd name="connsiteX2" fmla="*/ 16401525 w 16401521"/>
                <a:gd name="connsiteY2" fmla="*/ 1770549 h 2686194"/>
                <a:gd name="connsiteX3" fmla="*/ 1 w 16401521"/>
                <a:gd name="connsiteY3" fmla="*/ 2 h 2686194"/>
                <a:gd name="connsiteX0" fmla="*/ 1 w 15749519"/>
                <a:gd name="connsiteY0" fmla="*/ 2 h 2686194"/>
                <a:gd name="connsiteX1" fmla="*/ 15438743 w 15749519"/>
                <a:gd name="connsiteY1" fmla="*/ 2656945 h 2686194"/>
                <a:gd name="connsiteX2" fmla="*/ 15749519 w 15749519"/>
                <a:gd name="connsiteY2" fmla="*/ 2090097 h 2686194"/>
                <a:gd name="connsiteX3" fmla="*/ 1 w 15749519"/>
                <a:gd name="connsiteY3" fmla="*/ 2 h 2686194"/>
                <a:gd name="connsiteX0" fmla="*/ 1 w 15749519"/>
                <a:gd name="connsiteY0" fmla="*/ 2 h 2397448"/>
                <a:gd name="connsiteX1" fmla="*/ 15447941 w 15749519"/>
                <a:gd name="connsiteY1" fmla="*/ 2365274 h 2397448"/>
                <a:gd name="connsiteX2" fmla="*/ 15749519 w 15749519"/>
                <a:gd name="connsiteY2" fmla="*/ 2090097 h 2397448"/>
                <a:gd name="connsiteX3" fmla="*/ 1 w 15749519"/>
                <a:gd name="connsiteY3" fmla="*/ 2 h 2397448"/>
                <a:gd name="connsiteX0" fmla="*/ 1 w 15749519"/>
                <a:gd name="connsiteY0" fmla="*/ 2 h 2397448"/>
                <a:gd name="connsiteX1" fmla="*/ 15447941 w 15749519"/>
                <a:gd name="connsiteY1" fmla="*/ 2365274 h 2397448"/>
                <a:gd name="connsiteX2" fmla="*/ 15749519 w 15749519"/>
                <a:gd name="connsiteY2" fmla="*/ 2090097 h 2397448"/>
                <a:gd name="connsiteX3" fmla="*/ 1 w 15749519"/>
                <a:gd name="connsiteY3" fmla="*/ 2 h 2397448"/>
                <a:gd name="connsiteX0" fmla="*/ 1 w 15749519"/>
                <a:gd name="connsiteY0" fmla="*/ 2 h 2450887"/>
                <a:gd name="connsiteX1" fmla="*/ 15447941 w 15749519"/>
                <a:gd name="connsiteY1" fmla="*/ 2365274 h 2450887"/>
                <a:gd name="connsiteX2" fmla="*/ 15749519 w 15749519"/>
                <a:gd name="connsiteY2" fmla="*/ 2090097 h 2450887"/>
                <a:gd name="connsiteX3" fmla="*/ 1 w 15749519"/>
                <a:gd name="connsiteY3" fmla="*/ 2 h 2450887"/>
                <a:gd name="connsiteX0" fmla="*/ 1 w 15749519"/>
                <a:gd name="connsiteY0" fmla="*/ 2 h 2450887"/>
                <a:gd name="connsiteX1" fmla="*/ 15447941 w 15749519"/>
                <a:gd name="connsiteY1" fmla="*/ 2365274 h 2450887"/>
                <a:gd name="connsiteX2" fmla="*/ 15749519 w 15749519"/>
                <a:gd name="connsiteY2" fmla="*/ 2090097 h 2450887"/>
                <a:gd name="connsiteX3" fmla="*/ 1 w 15749519"/>
                <a:gd name="connsiteY3" fmla="*/ 2 h 2450887"/>
                <a:gd name="connsiteX0" fmla="*/ 1 w 15553425"/>
                <a:gd name="connsiteY0" fmla="*/ 2 h 2450887"/>
                <a:gd name="connsiteX1" fmla="*/ 15447941 w 15553425"/>
                <a:gd name="connsiteY1" fmla="*/ 2365274 h 2450887"/>
                <a:gd name="connsiteX2" fmla="*/ 15553420 w 15553425"/>
                <a:gd name="connsiteY2" fmla="*/ 2070415 h 2450887"/>
                <a:gd name="connsiteX3" fmla="*/ 1 w 15553425"/>
                <a:gd name="connsiteY3" fmla="*/ 2 h 2450887"/>
                <a:gd name="connsiteX0" fmla="*/ 1 w 15553416"/>
                <a:gd name="connsiteY0" fmla="*/ 2 h 2450887"/>
                <a:gd name="connsiteX1" fmla="*/ 15447941 w 15553416"/>
                <a:gd name="connsiteY1" fmla="*/ 2365274 h 2450887"/>
                <a:gd name="connsiteX2" fmla="*/ 15553420 w 15553416"/>
                <a:gd name="connsiteY2" fmla="*/ 2070415 h 2450887"/>
                <a:gd name="connsiteX3" fmla="*/ 1 w 15553416"/>
                <a:gd name="connsiteY3" fmla="*/ 2 h 2450887"/>
                <a:gd name="connsiteX0" fmla="*/ 1 w 15556963"/>
                <a:gd name="connsiteY0" fmla="*/ 2 h 2290715"/>
                <a:gd name="connsiteX1" fmla="*/ 15556958 w 15556963"/>
                <a:gd name="connsiteY1" fmla="*/ 2191422 h 2290715"/>
                <a:gd name="connsiteX2" fmla="*/ 15553420 w 15556963"/>
                <a:gd name="connsiteY2" fmla="*/ 2070415 h 2290715"/>
                <a:gd name="connsiteX3" fmla="*/ 1 w 15556963"/>
                <a:gd name="connsiteY3" fmla="*/ 2 h 2290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56963" h="2290715">
                  <a:moveTo>
                    <a:pt x="1" y="2"/>
                  </a:moveTo>
                  <a:cubicBezTo>
                    <a:pt x="2168124" y="1985522"/>
                    <a:pt x="12013491" y="2545140"/>
                    <a:pt x="15556958" y="2191422"/>
                  </a:cubicBezTo>
                  <a:lnTo>
                    <a:pt x="15553420" y="2070415"/>
                  </a:lnTo>
                  <a:cubicBezTo>
                    <a:pt x="14987935" y="1406372"/>
                    <a:pt x="6493868" y="3246020"/>
                    <a:pt x="1" y="2"/>
                  </a:cubicBezTo>
                  <a:close/>
                </a:path>
              </a:pathLst>
            </a:cu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7">
              <a:extLst>
                <a:ext uri="{FF2B5EF4-FFF2-40B4-BE49-F238E27FC236}">
                  <a16:creationId xmlns:a16="http://schemas.microsoft.com/office/drawing/2014/main" id="{9A9B9499-E2BE-813C-1EA9-F197787BBC2F}"/>
                </a:ext>
              </a:extLst>
            </p:cNvPr>
            <p:cNvSpPr/>
            <p:nvPr/>
          </p:nvSpPr>
          <p:spPr>
            <a:xfrm rot="14378728" flipH="1">
              <a:off x="6062943" y="4829870"/>
              <a:ext cx="1407696" cy="333702"/>
            </a:xfrm>
            <a:custGeom>
              <a:avLst/>
              <a:gdLst>
                <a:gd name="connsiteX0" fmla="*/ 0 w 1007285"/>
                <a:gd name="connsiteY0" fmla="*/ 0 h 94954"/>
                <a:gd name="connsiteX1" fmla="*/ 1007285 w 1007285"/>
                <a:gd name="connsiteY1" fmla="*/ 0 h 94954"/>
                <a:gd name="connsiteX2" fmla="*/ 1007285 w 1007285"/>
                <a:gd name="connsiteY2" fmla="*/ 94954 h 94954"/>
                <a:gd name="connsiteX3" fmla="*/ 0 w 1007285"/>
                <a:gd name="connsiteY3" fmla="*/ 94954 h 94954"/>
                <a:gd name="connsiteX4" fmla="*/ 0 w 1007285"/>
                <a:gd name="connsiteY4" fmla="*/ 0 h 94954"/>
                <a:gd name="connsiteX0" fmla="*/ 2819400 w 3826685"/>
                <a:gd name="connsiteY0" fmla="*/ 0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4" fmla="*/ 2819400 w 3826685"/>
                <a:gd name="connsiteY4" fmla="*/ 0 h 869654"/>
                <a:gd name="connsiteX0" fmla="*/ 0 w 3826685"/>
                <a:gd name="connsiteY0" fmla="*/ 869654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968065 h 1033547"/>
                <a:gd name="connsiteX1" fmla="*/ 3826685 w 3826685"/>
                <a:gd name="connsiteY1" fmla="*/ 98411 h 1033547"/>
                <a:gd name="connsiteX2" fmla="*/ 3826685 w 3826685"/>
                <a:gd name="connsiteY2" fmla="*/ 193365 h 1033547"/>
                <a:gd name="connsiteX3" fmla="*/ 0 w 3826685"/>
                <a:gd name="connsiteY3" fmla="*/ 968065 h 1033547"/>
                <a:gd name="connsiteX0" fmla="*/ 0 w 3826685"/>
                <a:gd name="connsiteY0" fmla="*/ 968065 h 1013810"/>
                <a:gd name="connsiteX1" fmla="*/ 3826685 w 3826685"/>
                <a:gd name="connsiteY1" fmla="*/ 98411 h 1013810"/>
                <a:gd name="connsiteX2" fmla="*/ 3826685 w 3826685"/>
                <a:gd name="connsiteY2" fmla="*/ 193365 h 1013810"/>
                <a:gd name="connsiteX3" fmla="*/ 0 w 3826685"/>
                <a:gd name="connsiteY3" fmla="*/ 968065 h 1013810"/>
                <a:gd name="connsiteX0" fmla="*/ 0 w 3826685"/>
                <a:gd name="connsiteY0" fmla="*/ 968065 h 1012429"/>
                <a:gd name="connsiteX1" fmla="*/ 3826685 w 3826685"/>
                <a:gd name="connsiteY1" fmla="*/ 98411 h 1012429"/>
                <a:gd name="connsiteX2" fmla="*/ 3826685 w 3826685"/>
                <a:gd name="connsiteY2" fmla="*/ 193365 h 1012429"/>
                <a:gd name="connsiteX3" fmla="*/ 0 w 3826685"/>
                <a:gd name="connsiteY3" fmla="*/ 968065 h 1012429"/>
                <a:gd name="connsiteX0" fmla="*/ 2 w 8087297"/>
                <a:gd name="connsiteY0" fmla="*/ -1 h 1456523"/>
                <a:gd name="connsiteX1" fmla="*/ 8087297 w 8087297"/>
                <a:gd name="connsiteY1" fmla="*/ 1361569 h 1456523"/>
                <a:gd name="connsiteX2" fmla="*/ 8087297 w 8087297"/>
                <a:gd name="connsiteY2" fmla="*/ 1456523 h 1456523"/>
                <a:gd name="connsiteX3" fmla="*/ 2 w 8087297"/>
                <a:gd name="connsiteY3" fmla="*/ -1 h 1456523"/>
                <a:gd name="connsiteX0" fmla="*/ 2 w 8087297"/>
                <a:gd name="connsiteY0" fmla="*/ -1 h 1456523"/>
                <a:gd name="connsiteX1" fmla="*/ 8087297 w 8087297"/>
                <a:gd name="connsiteY1" fmla="*/ 1361569 h 1456523"/>
                <a:gd name="connsiteX2" fmla="*/ 8087297 w 8087297"/>
                <a:gd name="connsiteY2" fmla="*/ 1456523 h 1456523"/>
                <a:gd name="connsiteX3" fmla="*/ 2 w 8087297"/>
                <a:gd name="connsiteY3" fmla="*/ -1 h 1456523"/>
                <a:gd name="connsiteX0" fmla="*/ 2 w 8087297"/>
                <a:gd name="connsiteY0" fmla="*/ -1 h 2510336"/>
                <a:gd name="connsiteX1" fmla="*/ 8087297 w 8087297"/>
                <a:gd name="connsiteY1" fmla="*/ 1361569 h 2510336"/>
                <a:gd name="connsiteX2" fmla="*/ 8087297 w 8087297"/>
                <a:gd name="connsiteY2" fmla="*/ 1456523 h 2510336"/>
                <a:gd name="connsiteX3" fmla="*/ 2 w 8087297"/>
                <a:gd name="connsiteY3" fmla="*/ -1 h 2510336"/>
                <a:gd name="connsiteX0" fmla="*/ 2 w 8087297"/>
                <a:gd name="connsiteY0" fmla="*/ -1 h 2510336"/>
                <a:gd name="connsiteX1" fmla="*/ 8087297 w 8087297"/>
                <a:gd name="connsiteY1" fmla="*/ 1361569 h 2510336"/>
                <a:gd name="connsiteX2" fmla="*/ 8087297 w 8087297"/>
                <a:gd name="connsiteY2" fmla="*/ 1456523 h 2510336"/>
                <a:gd name="connsiteX3" fmla="*/ 2 w 8087297"/>
                <a:gd name="connsiteY3" fmla="*/ -1 h 2510336"/>
                <a:gd name="connsiteX0" fmla="*/ -2 w 9409711"/>
                <a:gd name="connsiteY0" fmla="*/ -1 h 1549216"/>
                <a:gd name="connsiteX1" fmla="*/ 9409711 w 9409711"/>
                <a:gd name="connsiteY1" fmla="*/ 139136 h 1549216"/>
                <a:gd name="connsiteX2" fmla="*/ 9409711 w 9409711"/>
                <a:gd name="connsiteY2" fmla="*/ 234090 h 1549216"/>
                <a:gd name="connsiteX3" fmla="*/ -2 w 9409711"/>
                <a:gd name="connsiteY3" fmla="*/ -1 h 1549216"/>
                <a:gd name="connsiteX0" fmla="*/ -2 w 9409711"/>
                <a:gd name="connsiteY0" fmla="*/ -1 h 1291853"/>
                <a:gd name="connsiteX1" fmla="*/ 9409711 w 9409711"/>
                <a:gd name="connsiteY1" fmla="*/ 139136 h 1291853"/>
                <a:gd name="connsiteX2" fmla="*/ 9409711 w 9409711"/>
                <a:gd name="connsiteY2" fmla="*/ 234090 h 1291853"/>
                <a:gd name="connsiteX3" fmla="*/ -2 w 9409711"/>
                <a:gd name="connsiteY3" fmla="*/ -1 h 129185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640512 w 15640512"/>
                <a:gd name="connsiteY2" fmla="*/ 2263965 h 2970323"/>
                <a:gd name="connsiteX3" fmla="*/ 1 w 15640512"/>
                <a:gd name="connsiteY3" fmla="*/ 2 h 297032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640512 w 15640512"/>
                <a:gd name="connsiteY2" fmla="*/ 2263965 h 2970323"/>
                <a:gd name="connsiteX3" fmla="*/ 1 w 15640512"/>
                <a:gd name="connsiteY3" fmla="*/ 2 h 297032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640512 w 15640512"/>
                <a:gd name="connsiteY2" fmla="*/ 2263965 h 2970323"/>
                <a:gd name="connsiteX3" fmla="*/ 1 w 15640512"/>
                <a:gd name="connsiteY3" fmla="*/ 2 h 297032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511313 w 15640512"/>
                <a:gd name="connsiteY2" fmla="*/ 2913171 h 2970323"/>
                <a:gd name="connsiteX3" fmla="*/ 1 w 15640512"/>
                <a:gd name="connsiteY3" fmla="*/ 2 h 2970323"/>
                <a:gd name="connsiteX0" fmla="*/ 1 w 15640512"/>
                <a:gd name="connsiteY0" fmla="*/ 2 h 2913170"/>
                <a:gd name="connsiteX1" fmla="*/ 15640512 w 15640512"/>
                <a:gd name="connsiteY1" fmla="*/ 2169011 h 2913170"/>
                <a:gd name="connsiteX2" fmla="*/ 15511313 w 15640512"/>
                <a:gd name="connsiteY2" fmla="*/ 2913171 h 2913170"/>
                <a:gd name="connsiteX3" fmla="*/ 1 w 15640512"/>
                <a:gd name="connsiteY3" fmla="*/ 2 h 2913170"/>
                <a:gd name="connsiteX0" fmla="*/ 1 w 15863856"/>
                <a:gd name="connsiteY0" fmla="*/ 2 h 2240173"/>
                <a:gd name="connsiteX1" fmla="*/ 15640512 w 15863856"/>
                <a:gd name="connsiteY1" fmla="*/ 2169011 h 2240173"/>
                <a:gd name="connsiteX2" fmla="*/ 15863857 w 15863856"/>
                <a:gd name="connsiteY2" fmla="*/ 2240175 h 2240173"/>
                <a:gd name="connsiteX3" fmla="*/ 1 w 15863856"/>
                <a:gd name="connsiteY3" fmla="*/ 2 h 2240173"/>
                <a:gd name="connsiteX0" fmla="*/ 1 w 15640512"/>
                <a:gd name="connsiteY0" fmla="*/ 2 h 2847284"/>
                <a:gd name="connsiteX1" fmla="*/ 15640512 w 15640512"/>
                <a:gd name="connsiteY1" fmla="*/ 2169011 h 2847284"/>
                <a:gd name="connsiteX2" fmla="*/ 15622090 w 15640512"/>
                <a:gd name="connsiteY2" fmla="*/ 2847284 h 2847284"/>
                <a:gd name="connsiteX3" fmla="*/ 1 w 15640512"/>
                <a:gd name="connsiteY3" fmla="*/ 2 h 2847284"/>
                <a:gd name="connsiteX0" fmla="*/ 1 w 16401521"/>
                <a:gd name="connsiteY0" fmla="*/ 2 h 2203505"/>
                <a:gd name="connsiteX1" fmla="*/ 15640512 w 16401521"/>
                <a:gd name="connsiteY1" fmla="*/ 2169011 h 2203505"/>
                <a:gd name="connsiteX2" fmla="*/ 16401525 w 16401521"/>
                <a:gd name="connsiteY2" fmla="*/ 1770549 h 2203505"/>
                <a:gd name="connsiteX3" fmla="*/ 1 w 16401521"/>
                <a:gd name="connsiteY3" fmla="*/ 2 h 2203505"/>
                <a:gd name="connsiteX0" fmla="*/ 1 w 16401521"/>
                <a:gd name="connsiteY0" fmla="*/ 2 h 2686194"/>
                <a:gd name="connsiteX1" fmla="*/ 15438743 w 16401521"/>
                <a:gd name="connsiteY1" fmla="*/ 2656945 h 2686194"/>
                <a:gd name="connsiteX2" fmla="*/ 16401525 w 16401521"/>
                <a:gd name="connsiteY2" fmla="*/ 1770549 h 2686194"/>
                <a:gd name="connsiteX3" fmla="*/ 1 w 16401521"/>
                <a:gd name="connsiteY3" fmla="*/ 2 h 2686194"/>
                <a:gd name="connsiteX0" fmla="*/ 1 w 15749519"/>
                <a:gd name="connsiteY0" fmla="*/ 2 h 2686194"/>
                <a:gd name="connsiteX1" fmla="*/ 15438743 w 15749519"/>
                <a:gd name="connsiteY1" fmla="*/ 2656945 h 2686194"/>
                <a:gd name="connsiteX2" fmla="*/ 15749519 w 15749519"/>
                <a:gd name="connsiteY2" fmla="*/ 2090097 h 2686194"/>
                <a:gd name="connsiteX3" fmla="*/ 1 w 15749519"/>
                <a:gd name="connsiteY3" fmla="*/ 2 h 2686194"/>
                <a:gd name="connsiteX0" fmla="*/ 1 w 15749519"/>
                <a:gd name="connsiteY0" fmla="*/ 2 h 2397448"/>
                <a:gd name="connsiteX1" fmla="*/ 15447941 w 15749519"/>
                <a:gd name="connsiteY1" fmla="*/ 2365274 h 2397448"/>
                <a:gd name="connsiteX2" fmla="*/ 15749519 w 15749519"/>
                <a:gd name="connsiteY2" fmla="*/ 2090097 h 2397448"/>
                <a:gd name="connsiteX3" fmla="*/ 1 w 15749519"/>
                <a:gd name="connsiteY3" fmla="*/ 2 h 2397448"/>
                <a:gd name="connsiteX0" fmla="*/ 1 w 15749519"/>
                <a:gd name="connsiteY0" fmla="*/ 2 h 2397448"/>
                <a:gd name="connsiteX1" fmla="*/ 15447941 w 15749519"/>
                <a:gd name="connsiteY1" fmla="*/ 2365274 h 2397448"/>
                <a:gd name="connsiteX2" fmla="*/ 15749519 w 15749519"/>
                <a:gd name="connsiteY2" fmla="*/ 2090097 h 2397448"/>
                <a:gd name="connsiteX3" fmla="*/ 1 w 15749519"/>
                <a:gd name="connsiteY3" fmla="*/ 2 h 2397448"/>
                <a:gd name="connsiteX0" fmla="*/ 1 w 15749519"/>
                <a:gd name="connsiteY0" fmla="*/ 2 h 2450887"/>
                <a:gd name="connsiteX1" fmla="*/ 15447941 w 15749519"/>
                <a:gd name="connsiteY1" fmla="*/ 2365274 h 2450887"/>
                <a:gd name="connsiteX2" fmla="*/ 15749519 w 15749519"/>
                <a:gd name="connsiteY2" fmla="*/ 2090097 h 2450887"/>
                <a:gd name="connsiteX3" fmla="*/ 1 w 15749519"/>
                <a:gd name="connsiteY3" fmla="*/ 2 h 2450887"/>
                <a:gd name="connsiteX0" fmla="*/ 1 w 15749519"/>
                <a:gd name="connsiteY0" fmla="*/ 2 h 2450887"/>
                <a:gd name="connsiteX1" fmla="*/ 15447941 w 15749519"/>
                <a:gd name="connsiteY1" fmla="*/ 2365274 h 2450887"/>
                <a:gd name="connsiteX2" fmla="*/ 15749519 w 15749519"/>
                <a:gd name="connsiteY2" fmla="*/ 2090097 h 2450887"/>
                <a:gd name="connsiteX3" fmla="*/ 1 w 15749519"/>
                <a:gd name="connsiteY3" fmla="*/ 2 h 2450887"/>
                <a:gd name="connsiteX0" fmla="*/ 1 w 15553425"/>
                <a:gd name="connsiteY0" fmla="*/ 2 h 2450887"/>
                <a:gd name="connsiteX1" fmla="*/ 15447941 w 15553425"/>
                <a:gd name="connsiteY1" fmla="*/ 2365274 h 2450887"/>
                <a:gd name="connsiteX2" fmla="*/ 15553420 w 15553425"/>
                <a:gd name="connsiteY2" fmla="*/ 2070415 h 2450887"/>
                <a:gd name="connsiteX3" fmla="*/ 1 w 15553425"/>
                <a:gd name="connsiteY3" fmla="*/ 2 h 2450887"/>
                <a:gd name="connsiteX0" fmla="*/ 1 w 15553416"/>
                <a:gd name="connsiteY0" fmla="*/ 2 h 2450887"/>
                <a:gd name="connsiteX1" fmla="*/ 15447941 w 15553416"/>
                <a:gd name="connsiteY1" fmla="*/ 2365274 h 2450887"/>
                <a:gd name="connsiteX2" fmla="*/ 15553420 w 15553416"/>
                <a:gd name="connsiteY2" fmla="*/ 2070415 h 2450887"/>
                <a:gd name="connsiteX3" fmla="*/ 1 w 15553416"/>
                <a:gd name="connsiteY3" fmla="*/ 2 h 2450887"/>
                <a:gd name="connsiteX0" fmla="*/ 1 w 15556963"/>
                <a:gd name="connsiteY0" fmla="*/ 2 h 2290715"/>
                <a:gd name="connsiteX1" fmla="*/ 15556958 w 15556963"/>
                <a:gd name="connsiteY1" fmla="*/ 2191422 h 2290715"/>
                <a:gd name="connsiteX2" fmla="*/ 15553420 w 15556963"/>
                <a:gd name="connsiteY2" fmla="*/ 2070415 h 2290715"/>
                <a:gd name="connsiteX3" fmla="*/ 1 w 15556963"/>
                <a:gd name="connsiteY3" fmla="*/ 2 h 2290715"/>
                <a:gd name="connsiteX0" fmla="*/ 1 w 15556963"/>
                <a:gd name="connsiteY0" fmla="*/ 2 h 2251347"/>
                <a:gd name="connsiteX1" fmla="*/ 15556958 w 15556963"/>
                <a:gd name="connsiteY1" fmla="*/ 2191422 h 2251347"/>
                <a:gd name="connsiteX2" fmla="*/ 15553420 w 15556963"/>
                <a:gd name="connsiteY2" fmla="*/ 2070415 h 2251347"/>
                <a:gd name="connsiteX3" fmla="*/ 1 w 15556963"/>
                <a:gd name="connsiteY3" fmla="*/ 2 h 2251347"/>
                <a:gd name="connsiteX0" fmla="*/ 1 w 15556963"/>
                <a:gd name="connsiteY0" fmla="*/ 2 h 2270539"/>
                <a:gd name="connsiteX1" fmla="*/ 15556958 w 15556963"/>
                <a:gd name="connsiteY1" fmla="*/ 2191422 h 2270539"/>
                <a:gd name="connsiteX2" fmla="*/ 15553420 w 15556963"/>
                <a:gd name="connsiteY2" fmla="*/ 2070415 h 2270539"/>
                <a:gd name="connsiteX3" fmla="*/ 1 w 15556963"/>
                <a:gd name="connsiteY3" fmla="*/ 2 h 2270539"/>
                <a:gd name="connsiteX0" fmla="*/ 1 w 15556963"/>
                <a:gd name="connsiteY0" fmla="*/ 2 h 2329199"/>
                <a:gd name="connsiteX1" fmla="*/ 15556958 w 15556963"/>
                <a:gd name="connsiteY1" fmla="*/ 2191422 h 2329199"/>
                <a:gd name="connsiteX2" fmla="*/ 15553420 w 15556963"/>
                <a:gd name="connsiteY2" fmla="*/ 2070415 h 2329199"/>
                <a:gd name="connsiteX3" fmla="*/ 1 w 15556963"/>
                <a:gd name="connsiteY3" fmla="*/ 2 h 2329199"/>
                <a:gd name="connsiteX0" fmla="*/ 1 w 15556963"/>
                <a:gd name="connsiteY0" fmla="*/ 2 h 2329199"/>
                <a:gd name="connsiteX1" fmla="*/ 15556958 w 15556963"/>
                <a:gd name="connsiteY1" fmla="*/ 2191422 h 2329199"/>
                <a:gd name="connsiteX2" fmla="*/ 15553420 w 15556963"/>
                <a:gd name="connsiteY2" fmla="*/ 2070415 h 2329199"/>
                <a:gd name="connsiteX3" fmla="*/ 1 w 15556963"/>
                <a:gd name="connsiteY3" fmla="*/ 2 h 2329199"/>
                <a:gd name="connsiteX0" fmla="*/ -1 w 16618687"/>
                <a:gd name="connsiteY0" fmla="*/ -4 h 2896943"/>
                <a:gd name="connsiteX1" fmla="*/ 16618682 w 16618687"/>
                <a:gd name="connsiteY1" fmla="*/ 2818227 h 2896943"/>
                <a:gd name="connsiteX2" fmla="*/ 16615144 w 16618687"/>
                <a:gd name="connsiteY2" fmla="*/ 2697220 h 2896943"/>
                <a:gd name="connsiteX3" fmla="*/ -1 w 16618687"/>
                <a:gd name="connsiteY3" fmla="*/ -4 h 2896943"/>
                <a:gd name="connsiteX0" fmla="*/ -1 w 16618687"/>
                <a:gd name="connsiteY0" fmla="*/ -4 h 3139113"/>
                <a:gd name="connsiteX1" fmla="*/ 16618682 w 16618687"/>
                <a:gd name="connsiteY1" fmla="*/ 2818227 h 3139113"/>
                <a:gd name="connsiteX2" fmla="*/ 16615144 w 16618687"/>
                <a:gd name="connsiteY2" fmla="*/ 2697220 h 3139113"/>
                <a:gd name="connsiteX3" fmla="*/ -1 w 16618687"/>
                <a:gd name="connsiteY3" fmla="*/ -4 h 3139113"/>
                <a:gd name="connsiteX0" fmla="*/ -1 w 16618687"/>
                <a:gd name="connsiteY0" fmla="*/ -4 h 3139113"/>
                <a:gd name="connsiteX1" fmla="*/ 16618682 w 16618687"/>
                <a:gd name="connsiteY1" fmla="*/ 2818227 h 3139113"/>
                <a:gd name="connsiteX2" fmla="*/ 16615144 w 16618687"/>
                <a:gd name="connsiteY2" fmla="*/ 2697220 h 3139113"/>
                <a:gd name="connsiteX3" fmla="*/ -1 w 16618687"/>
                <a:gd name="connsiteY3" fmla="*/ -4 h 3139113"/>
                <a:gd name="connsiteX0" fmla="*/ -1 w 16618687"/>
                <a:gd name="connsiteY0" fmla="*/ -4 h 3070251"/>
                <a:gd name="connsiteX1" fmla="*/ 16618682 w 16618687"/>
                <a:gd name="connsiteY1" fmla="*/ 2818227 h 3070251"/>
                <a:gd name="connsiteX2" fmla="*/ 16615144 w 16618687"/>
                <a:gd name="connsiteY2" fmla="*/ 2697220 h 3070251"/>
                <a:gd name="connsiteX3" fmla="*/ -1 w 16618687"/>
                <a:gd name="connsiteY3" fmla="*/ -4 h 3070251"/>
                <a:gd name="connsiteX0" fmla="*/ -1 w 16618687"/>
                <a:gd name="connsiteY0" fmla="*/ -4 h 3031731"/>
                <a:gd name="connsiteX1" fmla="*/ 16618682 w 16618687"/>
                <a:gd name="connsiteY1" fmla="*/ 2818227 h 3031731"/>
                <a:gd name="connsiteX2" fmla="*/ 16615144 w 16618687"/>
                <a:gd name="connsiteY2" fmla="*/ 2697220 h 3031731"/>
                <a:gd name="connsiteX3" fmla="*/ -1 w 16618687"/>
                <a:gd name="connsiteY3" fmla="*/ -4 h 3031731"/>
                <a:gd name="connsiteX0" fmla="*/ -1 w 16618687"/>
                <a:gd name="connsiteY0" fmla="*/ -4 h 3042416"/>
                <a:gd name="connsiteX1" fmla="*/ 16618682 w 16618687"/>
                <a:gd name="connsiteY1" fmla="*/ 2818227 h 3042416"/>
                <a:gd name="connsiteX2" fmla="*/ 16615144 w 16618687"/>
                <a:gd name="connsiteY2" fmla="*/ 2697220 h 3042416"/>
                <a:gd name="connsiteX3" fmla="*/ -1 w 16618687"/>
                <a:gd name="connsiteY3" fmla="*/ -4 h 3042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618687" h="3042416">
                  <a:moveTo>
                    <a:pt x="-1" y="-4"/>
                  </a:moveTo>
                  <a:cubicBezTo>
                    <a:pt x="1369049" y="1189587"/>
                    <a:pt x="11745160" y="3823804"/>
                    <a:pt x="16618682" y="2818227"/>
                  </a:cubicBezTo>
                  <a:lnTo>
                    <a:pt x="16615144" y="2697220"/>
                  </a:lnTo>
                  <a:cubicBezTo>
                    <a:pt x="12506599" y="3031771"/>
                    <a:pt x="7221605" y="2916874"/>
                    <a:pt x="-1" y="-4"/>
                  </a:cubicBezTo>
                  <a:close/>
                </a:path>
              </a:pathLst>
            </a:cu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7">
              <a:extLst>
                <a:ext uri="{FF2B5EF4-FFF2-40B4-BE49-F238E27FC236}">
                  <a16:creationId xmlns:a16="http://schemas.microsoft.com/office/drawing/2014/main" id="{CF14A5DE-DED3-9FB1-C260-ECF46EA6CAF8}"/>
                </a:ext>
              </a:extLst>
            </p:cNvPr>
            <p:cNvSpPr/>
            <p:nvPr/>
          </p:nvSpPr>
          <p:spPr>
            <a:xfrm rot="13943816" flipH="1">
              <a:off x="6348391" y="4217090"/>
              <a:ext cx="1188245" cy="281680"/>
            </a:xfrm>
            <a:custGeom>
              <a:avLst/>
              <a:gdLst>
                <a:gd name="connsiteX0" fmla="*/ 0 w 1007285"/>
                <a:gd name="connsiteY0" fmla="*/ 0 h 94954"/>
                <a:gd name="connsiteX1" fmla="*/ 1007285 w 1007285"/>
                <a:gd name="connsiteY1" fmla="*/ 0 h 94954"/>
                <a:gd name="connsiteX2" fmla="*/ 1007285 w 1007285"/>
                <a:gd name="connsiteY2" fmla="*/ 94954 h 94954"/>
                <a:gd name="connsiteX3" fmla="*/ 0 w 1007285"/>
                <a:gd name="connsiteY3" fmla="*/ 94954 h 94954"/>
                <a:gd name="connsiteX4" fmla="*/ 0 w 1007285"/>
                <a:gd name="connsiteY4" fmla="*/ 0 h 94954"/>
                <a:gd name="connsiteX0" fmla="*/ 2819400 w 3826685"/>
                <a:gd name="connsiteY0" fmla="*/ 0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4" fmla="*/ 2819400 w 3826685"/>
                <a:gd name="connsiteY4" fmla="*/ 0 h 869654"/>
                <a:gd name="connsiteX0" fmla="*/ 0 w 3826685"/>
                <a:gd name="connsiteY0" fmla="*/ 869654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968065 h 1033547"/>
                <a:gd name="connsiteX1" fmla="*/ 3826685 w 3826685"/>
                <a:gd name="connsiteY1" fmla="*/ 98411 h 1033547"/>
                <a:gd name="connsiteX2" fmla="*/ 3826685 w 3826685"/>
                <a:gd name="connsiteY2" fmla="*/ 193365 h 1033547"/>
                <a:gd name="connsiteX3" fmla="*/ 0 w 3826685"/>
                <a:gd name="connsiteY3" fmla="*/ 968065 h 1033547"/>
                <a:gd name="connsiteX0" fmla="*/ 0 w 3826685"/>
                <a:gd name="connsiteY0" fmla="*/ 968065 h 1013810"/>
                <a:gd name="connsiteX1" fmla="*/ 3826685 w 3826685"/>
                <a:gd name="connsiteY1" fmla="*/ 98411 h 1013810"/>
                <a:gd name="connsiteX2" fmla="*/ 3826685 w 3826685"/>
                <a:gd name="connsiteY2" fmla="*/ 193365 h 1013810"/>
                <a:gd name="connsiteX3" fmla="*/ 0 w 3826685"/>
                <a:gd name="connsiteY3" fmla="*/ 968065 h 1013810"/>
                <a:gd name="connsiteX0" fmla="*/ 0 w 3826685"/>
                <a:gd name="connsiteY0" fmla="*/ 968065 h 1012429"/>
                <a:gd name="connsiteX1" fmla="*/ 3826685 w 3826685"/>
                <a:gd name="connsiteY1" fmla="*/ 98411 h 1012429"/>
                <a:gd name="connsiteX2" fmla="*/ 3826685 w 3826685"/>
                <a:gd name="connsiteY2" fmla="*/ 193365 h 1012429"/>
                <a:gd name="connsiteX3" fmla="*/ 0 w 3826685"/>
                <a:gd name="connsiteY3" fmla="*/ 968065 h 1012429"/>
                <a:gd name="connsiteX0" fmla="*/ 2 w 8087297"/>
                <a:gd name="connsiteY0" fmla="*/ -1 h 1456523"/>
                <a:gd name="connsiteX1" fmla="*/ 8087297 w 8087297"/>
                <a:gd name="connsiteY1" fmla="*/ 1361569 h 1456523"/>
                <a:gd name="connsiteX2" fmla="*/ 8087297 w 8087297"/>
                <a:gd name="connsiteY2" fmla="*/ 1456523 h 1456523"/>
                <a:gd name="connsiteX3" fmla="*/ 2 w 8087297"/>
                <a:gd name="connsiteY3" fmla="*/ -1 h 1456523"/>
                <a:gd name="connsiteX0" fmla="*/ 2 w 8087297"/>
                <a:gd name="connsiteY0" fmla="*/ -1 h 1456523"/>
                <a:gd name="connsiteX1" fmla="*/ 8087297 w 8087297"/>
                <a:gd name="connsiteY1" fmla="*/ 1361569 h 1456523"/>
                <a:gd name="connsiteX2" fmla="*/ 8087297 w 8087297"/>
                <a:gd name="connsiteY2" fmla="*/ 1456523 h 1456523"/>
                <a:gd name="connsiteX3" fmla="*/ 2 w 8087297"/>
                <a:gd name="connsiteY3" fmla="*/ -1 h 1456523"/>
                <a:gd name="connsiteX0" fmla="*/ 2 w 8087297"/>
                <a:gd name="connsiteY0" fmla="*/ -1 h 2510336"/>
                <a:gd name="connsiteX1" fmla="*/ 8087297 w 8087297"/>
                <a:gd name="connsiteY1" fmla="*/ 1361569 h 2510336"/>
                <a:gd name="connsiteX2" fmla="*/ 8087297 w 8087297"/>
                <a:gd name="connsiteY2" fmla="*/ 1456523 h 2510336"/>
                <a:gd name="connsiteX3" fmla="*/ 2 w 8087297"/>
                <a:gd name="connsiteY3" fmla="*/ -1 h 2510336"/>
                <a:gd name="connsiteX0" fmla="*/ 2 w 8087297"/>
                <a:gd name="connsiteY0" fmla="*/ -1 h 2510336"/>
                <a:gd name="connsiteX1" fmla="*/ 8087297 w 8087297"/>
                <a:gd name="connsiteY1" fmla="*/ 1361569 h 2510336"/>
                <a:gd name="connsiteX2" fmla="*/ 8087297 w 8087297"/>
                <a:gd name="connsiteY2" fmla="*/ 1456523 h 2510336"/>
                <a:gd name="connsiteX3" fmla="*/ 2 w 8087297"/>
                <a:gd name="connsiteY3" fmla="*/ -1 h 2510336"/>
                <a:gd name="connsiteX0" fmla="*/ -2 w 9409711"/>
                <a:gd name="connsiteY0" fmla="*/ -1 h 1549216"/>
                <a:gd name="connsiteX1" fmla="*/ 9409711 w 9409711"/>
                <a:gd name="connsiteY1" fmla="*/ 139136 h 1549216"/>
                <a:gd name="connsiteX2" fmla="*/ 9409711 w 9409711"/>
                <a:gd name="connsiteY2" fmla="*/ 234090 h 1549216"/>
                <a:gd name="connsiteX3" fmla="*/ -2 w 9409711"/>
                <a:gd name="connsiteY3" fmla="*/ -1 h 1549216"/>
                <a:gd name="connsiteX0" fmla="*/ -2 w 9409711"/>
                <a:gd name="connsiteY0" fmla="*/ -1 h 1291853"/>
                <a:gd name="connsiteX1" fmla="*/ 9409711 w 9409711"/>
                <a:gd name="connsiteY1" fmla="*/ 139136 h 1291853"/>
                <a:gd name="connsiteX2" fmla="*/ 9409711 w 9409711"/>
                <a:gd name="connsiteY2" fmla="*/ 234090 h 1291853"/>
                <a:gd name="connsiteX3" fmla="*/ -2 w 9409711"/>
                <a:gd name="connsiteY3" fmla="*/ -1 h 129185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640512 w 15640512"/>
                <a:gd name="connsiteY2" fmla="*/ 2263965 h 2970323"/>
                <a:gd name="connsiteX3" fmla="*/ 1 w 15640512"/>
                <a:gd name="connsiteY3" fmla="*/ 2 h 297032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640512 w 15640512"/>
                <a:gd name="connsiteY2" fmla="*/ 2263965 h 2970323"/>
                <a:gd name="connsiteX3" fmla="*/ 1 w 15640512"/>
                <a:gd name="connsiteY3" fmla="*/ 2 h 297032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640512 w 15640512"/>
                <a:gd name="connsiteY2" fmla="*/ 2263965 h 2970323"/>
                <a:gd name="connsiteX3" fmla="*/ 1 w 15640512"/>
                <a:gd name="connsiteY3" fmla="*/ 2 h 297032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511313 w 15640512"/>
                <a:gd name="connsiteY2" fmla="*/ 2913171 h 2970323"/>
                <a:gd name="connsiteX3" fmla="*/ 1 w 15640512"/>
                <a:gd name="connsiteY3" fmla="*/ 2 h 2970323"/>
                <a:gd name="connsiteX0" fmla="*/ 1 w 15640512"/>
                <a:gd name="connsiteY0" fmla="*/ 2 h 2913170"/>
                <a:gd name="connsiteX1" fmla="*/ 15640512 w 15640512"/>
                <a:gd name="connsiteY1" fmla="*/ 2169011 h 2913170"/>
                <a:gd name="connsiteX2" fmla="*/ 15511313 w 15640512"/>
                <a:gd name="connsiteY2" fmla="*/ 2913171 h 2913170"/>
                <a:gd name="connsiteX3" fmla="*/ 1 w 15640512"/>
                <a:gd name="connsiteY3" fmla="*/ 2 h 2913170"/>
                <a:gd name="connsiteX0" fmla="*/ 1 w 15863856"/>
                <a:gd name="connsiteY0" fmla="*/ 2 h 2240173"/>
                <a:gd name="connsiteX1" fmla="*/ 15640512 w 15863856"/>
                <a:gd name="connsiteY1" fmla="*/ 2169011 h 2240173"/>
                <a:gd name="connsiteX2" fmla="*/ 15863857 w 15863856"/>
                <a:gd name="connsiteY2" fmla="*/ 2240175 h 2240173"/>
                <a:gd name="connsiteX3" fmla="*/ 1 w 15863856"/>
                <a:gd name="connsiteY3" fmla="*/ 2 h 2240173"/>
                <a:gd name="connsiteX0" fmla="*/ 1 w 15640512"/>
                <a:gd name="connsiteY0" fmla="*/ 2 h 2847284"/>
                <a:gd name="connsiteX1" fmla="*/ 15640512 w 15640512"/>
                <a:gd name="connsiteY1" fmla="*/ 2169011 h 2847284"/>
                <a:gd name="connsiteX2" fmla="*/ 15622090 w 15640512"/>
                <a:gd name="connsiteY2" fmla="*/ 2847284 h 2847284"/>
                <a:gd name="connsiteX3" fmla="*/ 1 w 15640512"/>
                <a:gd name="connsiteY3" fmla="*/ 2 h 2847284"/>
                <a:gd name="connsiteX0" fmla="*/ 1 w 16401521"/>
                <a:gd name="connsiteY0" fmla="*/ 2 h 2203505"/>
                <a:gd name="connsiteX1" fmla="*/ 15640512 w 16401521"/>
                <a:gd name="connsiteY1" fmla="*/ 2169011 h 2203505"/>
                <a:gd name="connsiteX2" fmla="*/ 16401525 w 16401521"/>
                <a:gd name="connsiteY2" fmla="*/ 1770549 h 2203505"/>
                <a:gd name="connsiteX3" fmla="*/ 1 w 16401521"/>
                <a:gd name="connsiteY3" fmla="*/ 2 h 2203505"/>
                <a:gd name="connsiteX0" fmla="*/ 1 w 16401521"/>
                <a:gd name="connsiteY0" fmla="*/ 2 h 2686194"/>
                <a:gd name="connsiteX1" fmla="*/ 15438743 w 16401521"/>
                <a:gd name="connsiteY1" fmla="*/ 2656945 h 2686194"/>
                <a:gd name="connsiteX2" fmla="*/ 16401525 w 16401521"/>
                <a:gd name="connsiteY2" fmla="*/ 1770549 h 2686194"/>
                <a:gd name="connsiteX3" fmla="*/ 1 w 16401521"/>
                <a:gd name="connsiteY3" fmla="*/ 2 h 2686194"/>
                <a:gd name="connsiteX0" fmla="*/ 1 w 15749519"/>
                <a:gd name="connsiteY0" fmla="*/ 2 h 2686194"/>
                <a:gd name="connsiteX1" fmla="*/ 15438743 w 15749519"/>
                <a:gd name="connsiteY1" fmla="*/ 2656945 h 2686194"/>
                <a:gd name="connsiteX2" fmla="*/ 15749519 w 15749519"/>
                <a:gd name="connsiteY2" fmla="*/ 2090097 h 2686194"/>
                <a:gd name="connsiteX3" fmla="*/ 1 w 15749519"/>
                <a:gd name="connsiteY3" fmla="*/ 2 h 2686194"/>
                <a:gd name="connsiteX0" fmla="*/ 1 w 15749519"/>
                <a:gd name="connsiteY0" fmla="*/ 2 h 2397448"/>
                <a:gd name="connsiteX1" fmla="*/ 15447941 w 15749519"/>
                <a:gd name="connsiteY1" fmla="*/ 2365274 h 2397448"/>
                <a:gd name="connsiteX2" fmla="*/ 15749519 w 15749519"/>
                <a:gd name="connsiteY2" fmla="*/ 2090097 h 2397448"/>
                <a:gd name="connsiteX3" fmla="*/ 1 w 15749519"/>
                <a:gd name="connsiteY3" fmla="*/ 2 h 2397448"/>
                <a:gd name="connsiteX0" fmla="*/ 1 w 15749519"/>
                <a:gd name="connsiteY0" fmla="*/ 2 h 2397448"/>
                <a:gd name="connsiteX1" fmla="*/ 15447941 w 15749519"/>
                <a:gd name="connsiteY1" fmla="*/ 2365274 h 2397448"/>
                <a:gd name="connsiteX2" fmla="*/ 15749519 w 15749519"/>
                <a:gd name="connsiteY2" fmla="*/ 2090097 h 2397448"/>
                <a:gd name="connsiteX3" fmla="*/ 1 w 15749519"/>
                <a:gd name="connsiteY3" fmla="*/ 2 h 2397448"/>
                <a:gd name="connsiteX0" fmla="*/ 1 w 15749519"/>
                <a:gd name="connsiteY0" fmla="*/ 2 h 2450887"/>
                <a:gd name="connsiteX1" fmla="*/ 15447941 w 15749519"/>
                <a:gd name="connsiteY1" fmla="*/ 2365274 h 2450887"/>
                <a:gd name="connsiteX2" fmla="*/ 15749519 w 15749519"/>
                <a:gd name="connsiteY2" fmla="*/ 2090097 h 2450887"/>
                <a:gd name="connsiteX3" fmla="*/ 1 w 15749519"/>
                <a:gd name="connsiteY3" fmla="*/ 2 h 2450887"/>
                <a:gd name="connsiteX0" fmla="*/ 1 w 15749519"/>
                <a:gd name="connsiteY0" fmla="*/ 2 h 2450887"/>
                <a:gd name="connsiteX1" fmla="*/ 15447941 w 15749519"/>
                <a:gd name="connsiteY1" fmla="*/ 2365274 h 2450887"/>
                <a:gd name="connsiteX2" fmla="*/ 15749519 w 15749519"/>
                <a:gd name="connsiteY2" fmla="*/ 2090097 h 2450887"/>
                <a:gd name="connsiteX3" fmla="*/ 1 w 15749519"/>
                <a:gd name="connsiteY3" fmla="*/ 2 h 2450887"/>
                <a:gd name="connsiteX0" fmla="*/ 1 w 15553425"/>
                <a:gd name="connsiteY0" fmla="*/ 2 h 2450887"/>
                <a:gd name="connsiteX1" fmla="*/ 15447941 w 15553425"/>
                <a:gd name="connsiteY1" fmla="*/ 2365274 h 2450887"/>
                <a:gd name="connsiteX2" fmla="*/ 15553420 w 15553425"/>
                <a:gd name="connsiteY2" fmla="*/ 2070415 h 2450887"/>
                <a:gd name="connsiteX3" fmla="*/ 1 w 15553425"/>
                <a:gd name="connsiteY3" fmla="*/ 2 h 2450887"/>
                <a:gd name="connsiteX0" fmla="*/ 1 w 15553416"/>
                <a:gd name="connsiteY0" fmla="*/ 2 h 2450887"/>
                <a:gd name="connsiteX1" fmla="*/ 15447941 w 15553416"/>
                <a:gd name="connsiteY1" fmla="*/ 2365274 h 2450887"/>
                <a:gd name="connsiteX2" fmla="*/ 15553420 w 15553416"/>
                <a:gd name="connsiteY2" fmla="*/ 2070415 h 2450887"/>
                <a:gd name="connsiteX3" fmla="*/ 1 w 15553416"/>
                <a:gd name="connsiteY3" fmla="*/ 2 h 2450887"/>
                <a:gd name="connsiteX0" fmla="*/ 1 w 15556963"/>
                <a:gd name="connsiteY0" fmla="*/ 2 h 2290715"/>
                <a:gd name="connsiteX1" fmla="*/ 15556958 w 15556963"/>
                <a:gd name="connsiteY1" fmla="*/ 2191422 h 2290715"/>
                <a:gd name="connsiteX2" fmla="*/ 15553420 w 15556963"/>
                <a:gd name="connsiteY2" fmla="*/ 2070415 h 2290715"/>
                <a:gd name="connsiteX3" fmla="*/ 1 w 15556963"/>
                <a:gd name="connsiteY3" fmla="*/ 2 h 2290715"/>
                <a:gd name="connsiteX0" fmla="*/ 1 w 15556963"/>
                <a:gd name="connsiteY0" fmla="*/ 2 h 2251347"/>
                <a:gd name="connsiteX1" fmla="*/ 15556958 w 15556963"/>
                <a:gd name="connsiteY1" fmla="*/ 2191422 h 2251347"/>
                <a:gd name="connsiteX2" fmla="*/ 15553420 w 15556963"/>
                <a:gd name="connsiteY2" fmla="*/ 2070415 h 2251347"/>
                <a:gd name="connsiteX3" fmla="*/ 1 w 15556963"/>
                <a:gd name="connsiteY3" fmla="*/ 2 h 2251347"/>
                <a:gd name="connsiteX0" fmla="*/ 1 w 15556963"/>
                <a:gd name="connsiteY0" fmla="*/ 2 h 2270539"/>
                <a:gd name="connsiteX1" fmla="*/ 15556958 w 15556963"/>
                <a:gd name="connsiteY1" fmla="*/ 2191422 h 2270539"/>
                <a:gd name="connsiteX2" fmla="*/ 15553420 w 15556963"/>
                <a:gd name="connsiteY2" fmla="*/ 2070415 h 2270539"/>
                <a:gd name="connsiteX3" fmla="*/ 1 w 15556963"/>
                <a:gd name="connsiteY3" fmla="*/ 2 h 2270539"/>
                <a:gd name="connsiteX0" fmla="*/ 1 w 15556963"/>
                <a:gd name="connsiteY0" fmla="*/ 2 h 2329199"/>
                <a:gd name="connsiteX1" fmla="*/ 15556958 w 15556963"/>
                <a:gd name="connsiteY1" fmla="*/ 2191422 h 2329199"/>
                <a:gd name="connsiteX2" fmla="*/ 15553420 w 15556963"/>
                <a:gd name="connsiteY2" fmla="*/ 2070415 h 2329199"/>
                <a:gd name="connsiteX3" fmla="*/ 1 w 15556963"/>
                <a:gd name="connsiteY3" fmla="*/ 2 h 2329199"/>
                <a:gd name="connsiteX0" fmla="*/ 1 w 15556963"/>
                <a:gd name="connsiteY0" fmla="*/ 2 h 2329199"/>
                <a:gd name="connsiteX1" fmla="*/ 15556958 w 15556963"/>
                <a:gd name="connsiteY1" fmla="*/ 2191422 h 2329199"/>
                <a:gd name="connsiteX2" fmla="*/ 15553420 w 15556963"/>
                <a:gd name="connsiteY2" fmla="*/ 2070415 h 2329199"/>
                <a:gd name="connsiteX3" fmla="*/ 1 w 15556963"/>
                <a:gd name="connsiteY3" fmla="*/ 2 h 2329199"/>
                <a:gd name="connsiteX0" fmla="*/ -1 w 16618687"/>
                <a:gd name="connsiteY0" fmla="*/ -4 h 2896943"/>
                <a:gd name="connsiteX1" fmla="*/ 16618682 w 16618687"/>
                <a:gd name="connsiteY1" fmla="*/ 2818227 h 2896943"/>
                <a:gd name="connsiteX2" fmla="*/ 16615144 w 16618687"/>
                <a:gd name="connsiteY2" fmla="*/ 2697220 h 2896943"/>
                <a:gd name="connsiteX3" fmla="*/ -1 w 16618687"/>
                <a:gd name="connsiteY3" fmla="*/ -4 h 2896943"/>
                <a:gd name="connsiteX0" fmla="*/ -1 w 16618687"/>
                <a:gd name="connsiteY0" fmla="*/ -4 h 3139113"/>
                <a:gd name="connsiteX1" fmla="*/ 16618682 w 16618687"/>
                <a:gd name="connsiteY1" fmla="*/ 2818227 h 3139113"/>
                <a:gd name="connsiteX2" fmla="*/ 16615144 w 16618687"/>
                <a:gd name="connsiteY2" fmla="*/ 2697220 h 3139113"/>
                <a:gd name="connsiteX3" fmla="*/ -1 w 16618687"/>
                <a:gd name="connsiteY3" fmla="*/ -4 h 3139113"/>
                <a:gd name="connsiteX0" fmla="*/ -1 w 16618687"/>
                <a:gd name="connsiteY0" fmla="*/ -4 h 3139113"/>
                <a:gd name="connsiteX1" fmla="*/ 16618682 w 16618687"/>
                <a:gd name="connsiteY1" fmla="*/ 2818227 h 3139113"/>
                <a:gd name="connsiteX2" fmla="*/ 16615144 w 16618687"/>
                <a:gd name="connsiteY2" fmla="*/ 2697220 h 3139113"/>
                <a:gd name="connsiteX3" fmla="*/ -1 w 16618687"/>
                <a:gd name="connsiteY3" fmla="*/ -4 h 3139113"/>
                <a:gd name="connsiteX0" fmla="*/ -1 w 16618687"/>
                <a:gd name="connsiteY0" fmla="*/ -4 h 3070251"/>
                <a:gd name="connsiteX1" fmla="*/ 16618682 w 16618687"/>
                <a:gd name="connsiteY1" fmla="*/ 2818227 h 3070251"/>
                <a:gd name="connsiteX2" fmla="*/ 16615144 w 16618687"/>
                <a:gd name="connsiteY2" fmla="*/ 2697220 h 3070251"/>
                <a:gd name="connsiteX3" fmla="*/ -1 w 16618687"/>
                <a:gd name="connsiteY3" fmla="*/ -4 h 3070251"/>
                <a:gd name="connsiteX0" fmla="*/ -1 w 16618687"/>
                <a:gd name="connsiteY0" fmla="*/ -4 h 3031731"/>
                <a:gd name="connsiteX1" fmla="*/ 16618682 w 16618687"/>
                <a:gd name="connsiteY1" fmla="*/ 2818227 h 3031731"/>
                <a:gd name="connsiteX2" fmla="*/ 16615144 w 16618687"/>
                <a:gd name="connsiteY2" fmla="*/ 2697220 h 3031731"/>
                <a:gd name="connsiteX3" fmla="*/ -1 w 16618687"/>
                <a:gd name="connsiteY3" fmla="*/ -4 h 3031731"/>
                <a:gd name="connsiteX0" fmla="*/ -1 w 16618687"/>
                <a:gd name="connsiteY0" fmla="*/ -4 h 3042416"/>
                <a:gd name="connsiteX1" fmla="*/ 16618682 w 16618687"/>
                <a:gd name="connsiteY1" fmla="*/ 2818227 h 3042416"/>
                <a:gd name="connsiteX2" fmla="*/ 16615144 w 16618687"/>
                <a:gd name="connsiteY2" fmla="*/ 2697220 h 3042416"/>
                <a:gd name="connsiteX3" fmla="*/ -1 w 16618687"/>
                <a:gd name="connsiteY3" fmla="*/ -4 h 3042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618687" h="3042416">
                  <a:moveTo>
                    <a:pt x="-1" y="-4"/>
                  </a:moveTo>
                  <a:cubicBezTo>
                    <a:pt x="1369049" y="1189587"/>
                    <a:pt x="11745160" y="3823804"/>
                    <a:pt x="16618682" y="2818227"/>
                  </a:cubicBezTo>
                  <a:lnTo>
                    <a:pt x="16615144" y="2697220"/>
                  </a:lnTo>
                  <a:cubicBezTo>
                    <a:pt x="12506599" y="3031771"/>
                    <a:pt x="7221605" y="2916874"/>
                    <a:pt x="-1" y="-4"/>
                  </a:cubicBezTo>
                  <a:close/>
                </a:path>
              </a:pathLst>
            </a:cu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7">
              <a:extLst>
                <a:ext uri="{FF2B5EF4-FFF2-40B4-BE49-F238E27FC236}">
                  <a16:creationId xmlns:a16="http://schemas.microsoft.com/office/drawing/2014/main" id="{05CDF0BC-12F4-ACEA-3262-B9E6319B3BFC}"/>
                </a:ext>
              </a:extLst>
            </p:cNvPr>
            <p:cNvSpPr/>
            <p:nvPr/>
          </p:nvSpPr>
          <p:spPr>
            <a:xfrm rot="17507248" flipH="1">
              <a:off x="6724064" y="3265220"/>
              <a:ext cx="533764" cy="420454"/>
            </a:xfrm>
            <a:custGeom>
              <a:avLst/>
              <a:gdLst>
                <a:gd name="connsiteX0" fmla="*/ 0 w 1007285"/>
                <a:gd name="connsiteY0" fmla="*/ 0 h 94954"/>
                <a:gd name="connsiteX1" fmla="*/ 1007285 w 1007285"/>
                <a:gd name="connsiteY1" fmla="*/ 0 h 94954"/>
                <a:gd name="connsiteX2" fmla="*/ 1007285 w 1007285"/>
                <a:gd name="connsiteY2" fmla="*/ 94954 h 94954"/>
                <a:gd name="connsiteX3" fmla="*/ 0 w 1007285"/>
                <a:gd name="connsiteY3" fmla="*/ 94954 h 94954"/>
                <a:gd name="connsiteX4" fmla="*/ 0 w 1007285"/>
                <a:gd name="connsiteY4" fmla="*/ 0 h 94954"/>
                <a:gd name="connsiteX0" fmla="*/ 2819400 w 3826685"/>
                <a:gd name="connsiteY0" fmla="*/ 0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4" fmla="*/ 2819400 w 3826685"/>
                <a:gd name="connsiteY4" fmla="*/ 0 h 869654"/>
                <a:gd name="connsiteX0" fmla="*/ 0 w 3826685"/>
                <a:gd name="connsiteY0" fmla="*/ 869654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968065 h 1033547"/>
                <a:gd name="connsiteX1" fmla="*/ 3826685 w 3826685"/>
                <a:gd name="connsiteY1" fmla="*/ 98411 h 1033547"/>
                <a:gd name="connsiteX2" fmla="*/ 3826685 w 3826685"/>
                <a:gd name="connsiteY2" fmla="*/ 193365 h 1033547"/>
                <a:gd name="connsiteX3" fmla="*/ 0 w 3826685"/>
                <a:gd name="connsiteY3" fmla="*/ 968065 h 1033547"/>
                <a:gd name="connsiteX0" fmla="*/ 0 w 3826685"/>
                <a:gd name="connsiteY0" fmla="*/ 968065 h 1013810"/>
                <a:gd name="connsiteX1" fmla="*/ 3826685 w 3826685"/>
                <a:gd name="connsiteY1" fmla="*/ 98411 h 1013810"/>
                <a:gd name="connsiteX2" fmla="*/ 3826685 w 3826685"/>
                <a:gd name="connsiteY2" fmla="*/ 193365 h 1013810"/>
                <a:gd name="connsiteX3" fmla="*/ 0 w 3826685"/>
                <a:gd name="connsiteY3" fmla="*/ 968065 h 1013810"/>
                <a:gd name="connsiteX0" fmla="*/ 0 w 3826685"/>
                <a:gd name="connsiteY0" fmla="*/ 968065 h 1012429"/>
                <a:gd name="connsiteX1" fmla="*/ 3826685 w 3826685"/>
                <a:gd name="connsiteY1" fmla="*/ 98411 h 1012429"/>
                <a:gd name="connsiteX2" fmla="*/ 3826685 w 3826685"/>
                <a:gd name="connsiteY2" fmla="*/ 193365 h 1012429"/>
                <a:gd name="connsiteX3" fmla="*/ 0 w 3826685"/>
                <a:gd name="connsiteY3" fmla="*/ 968065 h 1012429"/>
                <a:gd name="connsiteX0" fmla="*/ 2 w 8087297"/>
                <a:gd name="connsiteY0" fmla="*/ -1 h 1456523"/>
                <a:gd name="connsiteX1" fmla="*/ 8087297 w 8087297"/>
                <a:gd name="connsiteY1" fmla="*/ 1361569 h 1456523"/>
                <a:gd name="connsiteX2" fmla="*/ 8087297 w 8087297"/>
                <a:gd name="connsiteY2" fmla="*/ 1456523 h 1456523"/>
                <a:gd name="connsiteX3" fmla="*/ 2 w 8087297"/>
                <a:gd name="connsiteY3" fmla="*/ -1 h 1456523"/>
                <a:gd name="connsiteX0" fmla="*/ 2 w 8087297"/>
                <a:gd name="connsiteY0" fmla="*/ -1 h 1456523"/>
                <a:gd name="connsiteX1" fmla="*/ 8087297 w 8087297"/>
                <a:gd name="connsiteY1" fmla="*/ 1361569 h 1456523"/>
                <a:gd name="connsiteX2" fmla="*/ 8087297 w 8087297"/>
                <a:gd name="connsiteY2" fmla="*/ 1456523 h 1456523"/>
                <a:gd name="connsiteX3" fmla="*/ 2 w 8087297"/>
                <a:gd name="connsiteY3" fmla="*/ -1 h 1456523"/>
                <a:gd name="connsiteX0" fmla="*/ 2 w 8087297"/>
                <a:gd name="connsiteY0" fmla="*/ -1 h 2510336"/>
                <a:gd name="connsiteX1" fmla="*/ 8087297 w 8087297"/>
                <a:gd name="connsiteY1" fmla="*/ 1361569 h 2510336"/>
                <a:gd name="connsiteX2" fmla="*/ 8087297 w 8087297"/>
                <a:gd name="connsiteY2" fmla="*/ 1456523 h 2510336"/>
                <a:gd name="connsiteX3" fmla="*/ 2 w 8087297"/>
                <a:gd name="connsiteY3" fmla="*/ -1 h 2510336"/>
                <a:gd name="connsiteX0" fmla="*/ 2 w 8087297"/>
                <a:gd name="connsiteY0" fmla="*/ -1 h 2510336"/>
                <a:gd name="connsiteX1" fmla="*/ 8087297 w 8087297"/>
                <a:gd name="connsiteY1" fmla="*/ 1361569 h 2510336"/>
                <a:gd name="connsiteX2" fmla="*/ 8087297 w 8087297"/>
                <a:gd name="connsiteY2" fmla="*/ 1456523 h 2510336"/>
                <a:gd name="connsiteX3" fmla="*/ 2 w 8087297"/>
                <a:gd name="connsiteY3" fmla="*/ -1 h 2510336"/>
                <a:gd name="connsiteX0" fmla="*/ -2 w 9409711"/>
                <a:gd name="connsiteY0" fmla="*/ -1 h 1549216"/>
                <a:gd name="connsiteX1" fmla="*/ 9409711 w 9409711"/>
                <a:gd name="connsiteY1" fmla="*/ 139136 h 1549216"/>
                <a:gd name="connsiteX2" fmla="*/ 9409711 w 9409711"/>
                <a:gd name="connsiteY2" fmla="*/ 234090 h 1549216"/>
                <a:gd name="connsiteX3" fmla="*/ -2 w 9409711"/>
                <a:gd name="connsiteY3" fmla="*/ -1 h 1549216"/>
                <a:gd name="connsiteX0" fmla="*/ -2 w 9409711"/>
                <a:gd name="connsiteY0" fmla="*/ -1 h 1291853"/>
                <a:gd name="connsiteX1" fmla="*/ 9409711 w 9409711"/>
                <a:gd name="connsiteY1" fmla="*/ 139136 h 1291853"/>
                <a:gd name="connsiteX2" fmla="*/ 9409711 w 9409711"/>
                <a:gd name="connsiteY2" fmla="*/ 234090 h 1291853"/>
                <a:gd name="connsiteX3" fmla="*/ -2 w 9409711"/>
                <a:gd name="connsiteY3" fmla="*/ -1 h 129185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640512 w 15640512"/>
                <a:gd name="connsiteY2" fmla="*/ 2263965 h 2970323"/>
                <a:gd name="connsiteX3" fmla="*/ 1 w 15640512"/>
                <a:gd name="connsiteY3" fmla="*/ 2 h 297032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640512 w 15640512"/>
                <a:gd name="connsiteY2" fmla="*/ 2263965 h 2970323"/>
                <a:gd name="connsiteX3" fmla="*/ 1 w 15640512"/>
                <a:gd name="connsiteY3" fmla="*/ 2 h 297032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640512 w 15640512"/>
                <a:gd name="connsiteY2" fmla="*/ 2263965 h 2970323"/>
                <a:gd name="connsiteX3" fmla="*/ 1 w 15640512"/>
                <a:gd name="connsiteY3" fmla="*/ 2 h 297032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511313 w 15640512"/>
                <a:gd name="connsiteY2" fmla="*/ 2913171 h 2970323"/>
                <a:gd name="connsiteX3" fmla="*/ 1 w 15640512"/>
                <a:gd name="connsiteY3" fmla="*/ 2 h 2970323"/>
                <a:gd name="connsiteX0" fmla="*/ 1 w 15640512"/>
                <a:gd name="connsiteY0" fmla="*/ 2 h 2913170"/>
                <a:gd name="connsiteX1" fmla="*/ 15640512 w 15640512"/>
                <a:gd name="connsiteY1" fmla="*/ 2169011 h 2913170"/>
                <a:gd name="connsiteX2" fmla="*/ 15511313 w 15640512"/>
                <a:gd name="connsiteY2" fmla="*/ 2913171 h 2913170"/>
                <a:gd name="connsiteX3" fmla="*/ 1 w 15640512"/>
                <a:gd name="connsiteY3" fmla="*/ 2 h 2913170"/>
                <a:gd name="connsiteX0" fmla="*/ 1 w 15863856"/>
                <a:gd name="connsiteY0" fmla="*/ 2 h 2240173"/>
                <a:gd name="connsiteX1" fmla="*/ 15640512 w 15863856"/>
                <a:gd name="connsiteY1" fmla="*/ 2169011 h 2240173"/>
                <a:gd name="connsiteX2" fmla="*/ 15863857 w 15863856"/>
                <a:gd name="connsiteY2" fmla="*/ 2240175 h 2240173"/>
                <a:gd name="connsiteX3" fmla="*/ 1 w 15863856"/>
                <a:gd name="connsiteY3" fmla="*/ 2 h 2240173"/>
                <a:gd name="connsiteX0" fmla="*/ 1 w 15640512"/>
                <a:gd name="connsiteY0" fmla="*/ 2 h 2847284"/>
                <a:gd name="connsiteX1" fmla="*/ 15640512 w 15640512"/>
                <a:gd name="connsiteY1" fmla="*/ 2169011 h 2847284"/>
                <a:gd name="connsiteX2" fmla="*/ 15622090 w 15640512"/>
                <a:gd name="connsiteY2" fmla="*/ 2847284 h 2847284"/>
                <a:gd name="connsiteX3" fmla="*/ 1 w 15640512"/>
                <a:gd name="connsiteY3" fmla="*/ 2 h 2847284"/>
                <a:gd name="connsiteX0" fmla="*/ 1 w 16401521"/>
                <a:gd name="connsiteY0" fmla="*/ 2 h 2203505"/>
                <a:gd name="connsiteX1" fmla="*/ 15640512 w 16401521"/>
                <a:gd name="connsiteY1" fmla="*/ 2169011 h 2203505"/>
                <a:gd name="connsiteX2" fmla="*/ 16401525 w 16401521"/>
                <a:gd name="connsiteY2" fmla="*/ 1770549 h 2203505"/>
                <a:gd name="connsiteX3" fmla="*/ 1 w 16401521"/>
                <a:gd name="connsiteY3" fmla="*/ 2 h 2203505"/>
                <a:gd name="connsiteX0" fmla="*/ 1 w 16401521"/>
                <a:gd name="connsiteY0" fmla="*/ 2 h 2686194"/>
                <a:gd name="connsiteX1" fmla="*/ 15438743 w 16401521"/>
                <a:gd name="connsiteY1" fmla="*/ 2656945 h 2686194"/>
                <a:gd name="connsiteX2" fmla="*/ 16401525 w 16401521"/>
                <a:gd name="connsiteY2" fmla="*/ 1770549 h 2686194"/>
                <a:gd name="connsiteX3" fmla="*/ 1 w 16401521"/>
                <a:gd name="connsiteY3" fmla="*/ 2 h 2686194"/>
                <a:gd name="connsiteX0" fmla="*/ 1 w 15749519"/>
                <a:gd name="connsiteY0" fmla="*/ 2 h 2686194"/>
                <a:gd name="connsiteX1" fmla="*/ 15438743 w 15749519"/>
                <a:gd name="connsiteY1" fmla="*/ 2656945 h 2686194"/>
                <a:gd name="connsiteX2" fmla="*/ 15749519 w 15749519"/>
                <a:gd name="connsiteY2" fmla="*/ 2090097 h 2686194"/>
                <a:gd name="connsiteX3" fmla="*/ 1 w 15749519"/>
                <a:gd name="connsiteY3" fmla="*/ 2 h 2686194"/>
                <a:gd name="connsiteX0" fmla="*/ 1 w 15749519"/>
                <a:gd name="connsiteY0" fmla="*/ 2 h 2397448"/>
                <a:gd name="connsiteX1" fmla="*/ 15447941 w 15749519"/>
                <a:gd name="connsiteY1" fmla="*/ 2365274 h 2397448"/>
                <a:gd name="connsiteX2" fmla="*/ 15749519 w 15749519"/>
                <a:gd name="connsiteY2" fmla="*/ 2090097 h 2397448"/>
                <a:gd name="connsiteX3" fmla="*/ 1 w 15749519"/>
                <a:gd name="connsiteY3" fmla="*/ 2 h 2397448"/>
                <a:gd name="connsiteX0" fmla="*/ 1 w 15749519"/>
                <a:gd name="connsiteY0" fmla="*/ 2 h 2397448"/>
                <a:gd name="connsiteX1" fmla="*/ 15447941 w 15749519"/>
                <a:gd name="connsiteY1" fmla="*/ 2365274 h 2397448"/>
                <a:gd name="connsiteX2" fmla="*/ 15749519 w 15749519"/>
                <a:gd name="connsiteY2" fmla="*/ 2090097 h 2397448"/>
                <a:gd name="connsiteX3" fmla="*/ 1 w 15749519"/>
                <a:gd name="connsiteY3" fmla="*/ 2 h 2397448"/>
                <a:gd name="connsiteX0" fmla="*/ 1 w 15749519"/>
                <a:gd name="connsiteY0" fmla="*/ 2 h 2450887"/>
                <a:gd name="connsiteX1" fmla="*/ 15447941 w 15749519"/>
                <a:gd name="connsiteY1" fmla="*/ 2365274 h 2450887"/>
                <a:gd name="connsiteX2" fmla="*/ 15749519 w 15749519"/>
                <a:gd name="connsiteY2" fmla="*/ 2090097 h 2450887"/>
                <a:gd name="connsiteX3" fmla="*/ 1 w 15749519"/>
                <a:gd name="connsiteY3" fmla="*/ 2 h 2450887"/>
                <a:gd name="connsiteX0" fmla="*/ 1 w 15749519"/>
                <a:gd name="connsiteY0" fmla="*/ 2 h 2450887"/>
                <a:gd name="connsiteX1" fmla="*/ 15447941 w 15749519"/>
                <a:gd name="connsiteY1" fmla="*/ 2365274 h 2450887"/>
                <a:gd name="connsiteX2" fmla="*/ 15749519 w 15749519"/>
                <a:gd name="connsiteY2" fmla="*/ 2090097 h 2450887"/>
                <a:gd name="connsiteX3" fmla="*/ 1 w 15749519"/>
                <a:gd name="connsiteY3" fmla="*/ 2 h 2450887"/>
                <a:gd name="connsiteX0" fmla="*/ 1 w 15553425"/>
                <a:gd name="connsiteY0" fmla="*/ 2 h 2450887"/>
                <a:gd name="connsiteX1" fmla="*/ 15447941 w 15553425"/>
                <a:gd name="connsiteY1" fmla="*/ 2365274 h 2450887"/>
                <a:gd name="connsiteX2" fmla="*/ 15553420 w 15553425"/>
                <a:gd name="connsiteY2" fmla="*/ 2070415 h 2450887"/>
                <a:gd name="connsiteX3" fmla="*/ 1 w 15553425"/>
                <a:gd name="connsiteY3" fmla="*/ 2 h 2450887"/>
                <a:gd name="connsiteX0" fmla="*/ 1 w 15553416"/>
                <a:gd name="connsiteY0" fmla="*/ 2 h 2450887"/>
                <a:gd name="connsiteX1" fmla="*/ 15447941 w 15553416"/>
                <a:gd name="connsiteY1" fmla="*/ 2365274 h 2450887"/>
                <a:gd name="connsiteX2" fmla="*/ 15553420 w 15553416"/>
                <a:gd name="connsiteY2" fmla="*/ 2070415 h 2450887"/>
                <a:gd name="connsiteX3" fmla="*/ 1 w 15553416"/>
                <a:gd name="connsiteY3" fmla="*/ 2 h 2450887"/>
                <a:gd name="connsiteX0" fmla="*/ 1 w 15556963"/>
                <a:gd name="connsiteY0" fmla="*/ 2 h 2290715"/>
                <a:gd name="connsiteX1" fmla="*/ 15556958 w 15556963"/>
                <a:gd name="connsiteY1" fmla="*/ 2191422 h 2290715"/>
                <a:gd name="connsiteX2" fmla="*/ 15553420 w 15556963"/>
                <a:gd name="connsiteY2" fmla="*/ 2070415 h 2290715"/>
                <a:gd name="connsiteX3" fmla="*/ 1 w 15556963"/>
                <a:gd name="connsiteY3" fmla="*/ 2 h 2290715"/>
                <a:gd name="connsiteX0" fmla="*/ 1 w 15556963"/>
                <a:gd name="connsiteY0" fmla="*/ 2 h 2251347"/>
                <a:gd name="connsiteX1" fmla="*/ 15556958 w 15556963"/>
                <a:gd name="connsiteY1" fmla="*/ 2191422 h 2251347"/>
                <a:gd name="connsiteX2" fmla="*/ 15553420 w 15556963"/>
                <a:gd name="connsiteY2" fmla="*/ 2070415 h 2251347"/>
                <a:gd name="connsiteX3" fmla="*/ 1 w 15556963"/>
                <a:gd name="connsiteY3" fmla="*/ 2 h 2251347"/>
                <a:gd name="connsiteX0" fmla="*/ 1 w 15556963"/>
                <a:gd name="connsiteY0" fmla="*/ 2 h 2270539"/>
                <a:gd name="connsiteX1" fmla="*/ 15556958 w 15556963"/>
                <a:gd name="connsiteY1" fmla="*/ 2191422 h 2270539"/>
                <a:gd name="connsiteX2" fmla="*/ 15553420 w 15556963"/>
                <a:gd name="connsiteY2" fmla="*/ 2070415 h 2270539"/>
                <a:gd name="connsiteX3" fmla="*/ 1 w 15556963"/>
                <a:gd name="connsiteY3" fmla="*/ 2 h 2270539"/>
                <a:gd name="connsiteX0" fmla="*/ 1 w 15556963"/>
                <a:gd name="connsiteY0" fmla="*/ 2 h 2329199"/>
                <a:gd name="connsiteX1" fmla="*/ 15556958 w 15556963"/>
                <a:gd name="connsiteY1" fmla="*/ 2191422 h 2329199"/>
                <a:gd name="connsiteX2" fmla="*/ 15553420 w 15556963"/>
                <a:gd name="connsiteY2" fmla="*/ 2070415 h 2329199"/>
                <a:gd name="connsiteX3" fmla="*/ 1 w 15556963"/>
                <a:gd name="connsiteY3" fmla="*/ 2 h 2329199"/>
                <a:gd name="connsiteX0" fmla="*/ 1 w 15556963"/>
                <a:gd name="connsiteY0" fmla="*/ 2 h 2329199"/>
                <a:gd name="connsiteX1" fmla="*/ 15556958 w 15556963"/>
                <a:gd name="connsiteY1" fmla="*/ 2191422 h 2329199"/>
                <a:gd name="connsiteX2" fmla="*/ 15553420 w 15556963"/>
                <a:gd name="connsiteY2" fmla="*/ 2070415 h 2329199"/>
                <a:gd name="connsiteX3" fmla="*/ 1 w 15556963"/>
                <a:gd name="connsiteY3" fmla="*/ 2 h 2329199"/>
                <a:gd name="connsiteX0" fmla="*/ -1 w 16618687"/>
                <a:gd name="connsiteY0" fmla="*/ -4 h 2896943"/>
                <a:gd name="connsiteX1" fmla="*/ 16618682 w 16618687"/>
                <a:gd name="connsiteY1" fmla="*/ 2818227 h 2896943"/>
                <a:gd name="connsiteX2" fmla="*/ 16615144 w 16618687"/>
                <a:gd name="connsiteY2" fmla="*/ 2697220 h 2896943"/>
                <a:gd name="connsiteX3" fmla="*/ -1 w 16618687"/>
                <a:gd name="connsiteY3" fmla="*/ -4 h 2896943"/>
                <a:gd name="connsiteX0" fmla="*/ -1 w 16618687"/>
                <a:gd name="connsiteY0" fmla="*/ -4 h 3139113"/>
                <a:gd name="connsiteX1" fmla="*/ 16618682 w 16618687"/>
                <a:gd name="connsiteY1" fmla="*/ 2818227 h 3139113"/>
                <a:gd name="connsiteX2" fmla="*/ 16615144 w 16618687"/>
                <a:gd name="connsiteY2" fmla="*/ 2697220 h 3139113"/>
                <a:gd name="connsiteX3" fmla="*/ -1 w 16618687"/>
                <a:gd name="connsiteY3" fmla="*/ -4 h 3139113"/>
                <a:gd name="connsiteX0" fmla="*/ -1 w 16618687"/>
                <a:gd name="connsiteY0" fmla="*/ -4 h 3139113"/>
                <a:gd name="connsiteX1" fmla="*/ 16618682 w 16618687"/>
                <a:gd name="connsiteY1" fmla="*/ 2818227 h 3139113"/>
                <a:gd name="connsiteX2" fmla="*/ 16615144 w 16618687"/>
                <a:gd name="connsiteY2" fmla="*/ 2697220 h 3139113"/>
                <a:gd name="connsiteX3" fmla="*/ -1 w 16618687"/>
                <a:gd name="connsiteY3" fmla="*/ -4 h 3139113"/>
                <a:gd name="connsiteX0" fmla="*/ -1 w 16618687"/>
                <a:gd name="connsiteY0" fmla="*/ -4 h 3070251"/>
                <a:gd name="connsiteX1" fmla="*/ 16618682 w 16618687"/>
                <a:gd name="connsiteY1" fmla="*/ 2818227 h 3070251"/>
                <a:gd name="connsiteX2" fmla="*/ 16615144 w 16618687"/>
                <a:gd name="connsiteY2" fmla="*/ 2697220 h 3070251"/>
                <a:gd name="connsiteX3" fmla="*/ -1 w 16618687"/>
                <a:gd name="connsiteY3" fmla="*/ -4 h 3070251"/>
                <a:gd name="connsiteX0" fmla="*/ -1 w 16618687"/>
                <a:gd name="connsiteY0" fmla="*/ -4 h 3031731"/>
                <a:gd name="connsiteX1" fmla="*/ 16618682 w 16618687"/>
                <a:gd name="connsiteY1" fmla="*/ 2818227 h 3031731"/>
                <a:gd name="connsiteX2" fmla="*/ 16615144 w 16618687"/>
                <a:gd name="connsiteY2" fmla="*/ 2697220 h 3031731"/>
                <a:gd name="connsiteX3" fmla="*/ -1 w 16618687"/>
                <a:gd name="connsiteY3" fmla="*/ -4 h 3031731"/>
                <a:gd name="connsiteX0" fmla="*/ -1 w 16618687"/>
                <a:gd name="connsiteY0" fmla="*/ -4 h 3042416"/>
                <a:gd name="connsiteX1" fmla="*/ 16618682 w 16618687"/>
                <a:gd name="connsiteY1" fmla="*/ 2818227 h 3042416"/>
                <a:gd name="connsiteX2" fmla="*/ 16615144 w 16618687"/>
                <a:gd name="connsiteY2" fmla="*/ 2697220 h 3042416"/>
                <a:gd name="connsiteX3" fmla="*/ -1 w 16618687"/>
                <a:gd name="connsiteY3" fmla="*/ -4 h 3042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618687" h="3042416">
                  <a:moveTo>
                    <a:pt x="-1" y="-4"/>
                  </a:moveTo>
                  <a:cubicBezTo>
                    <a:pt x="1369049" y="1189587"/>
                    <a:pt x="11745160" y="3823804"/>
                    <a:pt x="16618682" y="2818227"/>
                  </a:cubicBezTo>
                  <a:lnTo>
                    <a:pt x="16615144" y="2697220"/>
                  </a:lnTo>
                  <a:cubicBezTo>
                    <a:pt x="12506599" y="3031771"/>
                    <a:pt x="7221605" y="2916874"/>
                    <a:pt x="-1" y="-4"/>
                  </a:cubicBezTo>
                  <a:close/>
                </a:path>
              </a:pathLst>
            </a:cu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7">
              <a:extLst>
                <a:ext uri="{FF2B5EF4-FFF2-40B4-BE49-F238E27FC236}">
                  <a16:creationId xmlns:a16="http://schemas.microsoft.com/office/drawing/2014/main" id="{52824177-92FC-179E-4863-31FADFB92DCA}"/>
                </a:ext>
              </a:extLst>
            </p:cNvPr>
            <p:cNvSpPr/>
            <p:nvPr/>
          </p:nvSpPr>
          <p:spPr>
            <a:xfrm rot="17507248" flipH="1">
              <a:off x="6985424" y="3737728"/>
              <a:ext cx="916682" cy="314774"/>
            </a:xfrm>
            <a:custGeom>
              <a:avLst/>
              <a:gdLst>
                <a:gd name="connsiteX0" fmla="*/ 0 w 1007285"/>
                <a:gd name="connsiteY0" fmla="*/ 0 h 94954"/>
                <a:gd name="connsiteX1" fmla="*/ 1007285 w 1007285"/>
                <a:gd name="connsiteY1" fmla="*/ 0 h 94954"/>
                <a:gd name="connsiteX2" fmla="*/ 1007285 w 1007285"/>
                <a:gd name="connsiteY2" fmla="*/ 94954 h 94954"/>
                <a:gd name="connsiteX3" fmla="*/ 0 w 1007285"/>
                <a:gd name="connsiteY3" fmla="*/ 94954 h 94954"/>
                <a:gd name="connsiteX4" fmla="*/ 0 w 1007285"/>
                <a:gd name="connsiteY4" fmla="*/ 0 h 94954"/>
                <a:gd name="connsiteX0" fmla="*/ 2819400 w 3826685"/>
                <a:gd name="connsiteY0" fmla="*/ 0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4" fmla="*/ 2819400 w 3826685"/>
                <a:gd name="connsiteY4" fmla="*/ 0 h 869654"/>
                <a:gd name="connsiteX0" fmla="*/ 0 w 3826685"/>
                <a:gd name="connsiteY0" fmla="*/ 869654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968065 h 1033547"/>
                <a:gd name="connsiteX1" fmla="*/ 3826685 w 3826685"/>
                <a:gd name="connsiteY1" fmla="*/ 98411 h 1033547"/>
                <a:gd name="connsiteX2" fmla="*/ 3826685 w 3826685"/>
                <a:gd name="connsiteY2" fmla="*/ 193365 h 1033547"/>
                <a:gd name="connsiteX3" fmla="*/ 0 w 3826685"/>
                <a:gd name="connsiteY3" fmla="*/ 968065 h 1033547"/>
                <a:gd name="connsiteX0" fmla="*/ 0 w 3826685"/>
                <a:gd name="connsiteY0" fmla="*/ 968065 h 1013810"/>
                <a:gd name="connsiteX1" fmla="*/ 3826685 w 3826685"/>
                <a:gd name="connsiteY1" fmla="*/ 98411 h 1013810"/>
                <a:gd name="connsiteX2" fmla="*/ 3826685 w 3826685"/>
                <a:gd name="connsiteY2" fmla="*/ 193365 h 1013810"/>
                <a:gd name="connsiteX3" fmla="*/ 0 w 3826685"/>
                <a:gd name="connsiteY3" fmla="*/ 968065 h 1013810"/>
                <a:gd name="connsiteX0" fmla="*/ 0 w 3826685"/>
                <a:gd name="connsiteY0" fmla="*/ 968065 h 1012429"/>
                <a:gd name="connsiteX1" fmla="*/ 3826685 w 3826685"/>
                <a:gd name="connsiteY1" fmla="*/ 98411 h 1012429"/>
                <a:gd name="connsiteX2" fmla="*/ 3826685 w 3826685"/>
                <a:gd name="connsiteY2" fmla="*/ 193365 h 1012429"/>
                <a:gd name="connsiteX3" fmla="*/ 0 w 3826685"/>
                <a:gd name="connsiteY3" fmla="*/ 968065 h 1012429"/>
                <a:gd name="connsiteX0" fmla="*/ 2 w 8087297"/>
                <a:gd name="connsiteY0" fmla="*/ -1 h 1456523"/>
                <a:gd name="connsiteX1" fmla="*/ 8087297 w 8087297"/>
                <a:gd name="connsiteY1" fmla="*/ 1361569 h 1456523"/>
                <a:gd name="connsiteX2" fmla="*/ 8087297 w 8087297"/>
                <a:gd name="connsiteY2" fmla="*/ 1456523 h 1456523"/>
                <a:gd name="connsiteX3" fmla="*/ 2 w 8087297"/>
                <a:gd name="connsiteY3" fmla="*/ -1 h 1456523"/>
                <a:gd name="connsiteX0" fmla="*/ 2 w 8087297"/>
                <a:gd name="connsiteY0" fmla="*/ -1 h 1456523"/>
                <a:gd name="connsiteX1" fmla="*/ 8087297 w 8087297"/>
                <a:gd name="connsiteY1" fmla="*/ 1361569 h 1456523"/>
                <a:gd name="connsiteX2" fmla="*/ 8087297 w 8087297"/>
                <a:gd name="connsiteY2" fmla="*/ 1456523 h 1456523"/>
                <a:gd name="connsiteX3" fmla="*/ 2 w 8087297"/>
                <a:gd name="connsiteY3" fmla="*/ -1 h 1456523"/>
                <a:gd name="connsiteX0" fmla="*/ 2 w 8087297"/>
                <a:gd name="connsiteY0" fmla="*/ -1 h 2510336"/>
                <a:gd name="connsiteX1" fmla="*/ 8087297 w 8087297"/>
                <a:gd name="connsiteY1" fmla="*/ 1361569 h 2510336"/>
                <a:gd name="connsiteX2" fmla="*/ 8087297 w 8087297"/>
                <a:gd name="connsiteY2" fmla="*/ 1456523 h 2510336"/>
                <a:gd name="connsiteX3" fmla="*/ 2 w 8087297"/>
                <a:gd name="connsiteY3" fmla="*/ -1 h 2510336"/>
                <a:gd name="connsiteX0" fmla="*/ 2 w 8087297"/>
                <a:gd name="connsiteY0" fmla="*/ -1 h 2510336"/>
                <a:gd name="connsiteX1" fmla="*/ 8087297 w 8087297"/>
                <a:gd name="connsiteY1" fmla="*/ 1361569 h 2510336"/>
                <a:gd name="connsiteX2" fmla="*/ 8087297 w 8087297"/>
                <a:gd name="connsiteY2" fmla="*/ 1456523 h 2510336"/>
                <a:gd name="connsiteX3" fmla="*/ 2 w 8087297"/>
                <a:gd name="connsiteY3" fmla="*/ -1 h 2510336"/>
                <a:gd name="connsiteX0" fmla="*/ -2 w 9409711"/>
                <a:gd name="connsiteY0" fmla="*/ -1 h 1549216"/>
                <a:gd name="connsiteX1" fmla="*/ 9409711 w 9409711"/>
                <a:gd name="connsiteY1" fmla="*/ 139136 h 1549216"/>
                <a:gd name="connsiteX2" fmla="*/ 9409711 w 9409711"/>
                <a:gd name="connsiteY2" fmla="*/ 234090 h 1549216"/>
                <a:gd name="connsiteX3" fmla="*/ -2 w 9409711"/>
                <a:gd name="connsiteY3" fmla="*/ -1 h 1549216"/>
                <a:gd name="connsiteX0" fmla="*/ -2 w 9409711"/>
                <a:gd name="connsiteY0" fmla="*/ -1 h 1291853"/>
                <a:gd name="connsiteX1" fmla="*/ 9409711 w 9409711"/>
                <a:gd name="connsiteY1" fmla="*/ 139136 h 1291853"/>
                <a:gd name="connsiteX2" fmla="*/ 9409711 w 9409711"/>
                <a:gd name="connsiteY2" fmla="*/ 234090 h 1291853"/>
                <a:gd name="connsiteX3" fmla="*/ -2 w 9409711"/>
                <a:gd name="connsiteY3" fmla="*/ -1 h 129185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640512 w 15640512"/>
                <a:gd name="connsiteY2" fmla="*/ 2263965 h 2970323"/>
                <a:gd name="connsiteX3" fmla="*/ 1 w 15640512"/>
                <a:gd name="connsiteY3" fmla="*/ 2 h 297032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640512 w 15640512"/>
                <a:gd name="connsiteY2" fmla="*/ 2263965 h 2970323"/>
                <a:gd name="connsiteX3" fmla="*/ 1 w 15640512"/>
                <a:gd name="connsiteY3" fmla="*/ 2 h 297032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640512 w 15640512"/>
                <a:gd name="connsiteY2" fmla="*/ 2263965 h 2970323"/>
                <a:gd name="connsiteX3" fmla="*/ 1 w 15640512"/>
                <a:gd name="connsiteY3" fmla="*/ 2 h 297032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511313 w 15640512"/>
                <a:gd name="connsiteY2" fmla="*/ 2913171 h 2970323"/>
                <a:gd name="connsiteX3" fmla="*/ 1 w 15640512"/>
                <a:gd name="connsiteY3" fmla="*/ 2 h 2970323"/>
                <a:gd name="connsiteX0" fmla="*/ 1 w 15640512"/>
                <a:gd name="connsiteY0" fmla="*/ 2 h 2913170"/>
                <a:gd name="connsiteX1" fmla="*/ 15640512 w 15640512"/>
                <a:gd name="connsiteY1" fmla="*/ 2169011 h 2913170"/>
                <a:gd name="connsiteX2" fmla="*/ 15511313 w 15640512"/>
                <a:gd name="connsiteY2" fmla="*/ 2913171 h 2913170"/>
                <a:gd name="connsiteX3" fmla="*/ 1 w 15640512"/>
                <a:gd name="connsiteY3" fmla="*/ 2 h 2913170"/>
                <a:gd name="connsiteX0" fmla="*/ 1 w 15863856"/>
                <a:gd name="connsiteY0" fmla="*/ 2 h 2240173"/>
                <a:gd name="connsiteX1" fmla="*/ 15640512 w 15863856"/>
                <a:gd name="connsiteY1" fmla="*/ 2169011 h 2240173"/>
                <a:gd name="connsiteX2" fmla="*/ 15863857 w 15863856"/>
                <a:gd name="connsiteY2" fmla="*/ 2240175 h 2240173"/>
                <a:gd name="connsiteX3" fmla="*/ 1 w 15863856"/>
                <a:gd name="connsiteY3" fmla="*/ 2 h 2240173"/>
                <a:gd name="connsiteX0" fmla="*/ 1 w 15640512"/>
                <a:gd name="connsiteY0" fmla="*/ 2 h 2847284"/>
                <a:gd name="connsiteX1" fmla="*/ 15640512 w 15640512"/>
                <a:gd name="connsiteY1" fmla="*/ 2169011 h 2847284"/>
                <a:gd name="connsiteX2" fmla="*/ 15622090 w 15640512"/>
                <a:gd name="connsiteY2" fmla="*/ 2847284 h 2847284"/>
                <a:gd name="connsiteX3" fmla="*/ 1 w 15640512"/>
                <a:gd name="connsiteY3" fmla="*/ 2 h 2847284"/>
                <a:gd name="connsiteX0" fmla="*/ 1 w 16401521"/>
                <a:gd name="connsiteY0" fmla="*/ 2 h 2203505"/>
                <a:gd name="connsiteX1" fmla="*/ 15640512 w 16401521"/>
                <a:gd name="connsiteY1" fmla="*/ 2169011 h 2203505"/>
                <a:gd name="connsiteX2" fmla="*/ 16401525 w 16401521"/>
                <a:gd name="connsiteY2" fmla="*/ 1770549 h 2203505"/>
                <a:gd name="connsiteX3" fmla="*/ 1 w 16401521"/>
                <a:gd name="connsiteY3" fmla="*/ 2 h 2203505"/>
                <a:gd name="connsiteX0" fmla="*/ 1 w 16401521"/>
                <a:gd name="connsiteY0" fmla="*/ 2 h 2686194"/>
                <a:gd name="connsiteX1" fmla="*/ 15438743 w 16401521"/>
                <a:gd name="connsiteY1" fmla="*/ 2656945 h 2686194"/>
                <a:gd name="connsiteX2" fmla="*/ 16401525 w 16401521"/>
                <a:gd name="connsiteY2" fmla="*/ 1770549 h 2686194"/>
                <a:gd name="connsiteX3" fmla="*/ 1 w 16401521"/>
                <a:gd name="connsiteY3" fmla="*/ 2 h 2686194"/>
                <a:gd name="connsiteX0" fmla="*/ 1 w 15749519"/>
                <a:gd name="connsiteY0" fmla="*/ 2 h 2686194"/>
                <a:gd name="connsiteX1" fmla="*/ 15438743 w 15749519"/>
                <a:gd name="connsiteY1" fmla="*/ 2656945 h 2686194"/>
                <a:gd name="connsiteX2" fmla="*/ 15749519 w 15749519"/>
                <a:gd name="connsiteY2" fmla="*/ 2090097 h 2686194"/>
                <a:gd name="connsiteX3" fmla="*/ 1 w 15749519"/>
                <a:gd name="connsiteY3" fmla="*/ 2 h 2686194"/>
                <a:gd name="connsiteX0" fmla="*/ 1 w 15749519"/>
                <a:gd name="connsiteY0" fmla="*/ 2 h 2397448"/>
                <a:gd name="connsiteX1" fmla="*/ 15447941 w 15749519"/>
                <a:gd name="connsiteY1" fmla="*/ 2365274 h 2397448"/>
                <a:gd name="connsiteX2" fmla="*/ 15749519 w 15749519"/>
                <a:gd name="connsiteY2" fmla="*/ 2090097 h 2397448"/>
                <a:gd name="connsiteX3" fmla="*/ 1 w 15749519"/>
                <a:gd name="connsiteY3" fmla="*/ 2 h 2397448"/>
                <a:gd name="connsiteX0" fmla="*/ 1 w 15749519"/>
                <a:gd name="connsiteY0" fmla="*/ 2 h 2397448"/>
                <a:gd name="connsiteX1" fmla="*/ 15447941 w 15749519"/>
                <a:gd name="connsiteY1" fmla="*/ 2365274 h 2397448"/>
                <a:gd name="connsiteX2" fmla="*/ 15749519 w 15749519"/>
                <a:gd name="connsiteY2" fmla="*/ 2090097 h 2397448"/>
                <a:gd name="connsiteX3" fmla="*/ 1 w 15749519"/>
                <a:gd name="connsiteY3" fmla="*/ 2 h 2397448"/>
                <a:gd name="connsiteX0" fmla="*/ 1 w 15749519"/>
                <a:gd name="connsiteY0" fmla="*/ 2 h 2450887"/>
                <a:gd name="connsiteX1" fmla="*/ 15447941 w 15749519"/>
                <a:gd name="connsiteY1" fmla="*/ 2365274 h 2450887"/>
                <a:gd name="connsiteX2" fmla="*/ 15749519 w 15749519"/>
                <a:gd name="connsiteY2" fmla="*/ 2090097 h 2450887"/>
                <a:gd name="connsiteX3" fmla="*/ 1 w 15749519"/>
                <a:gd name="connsiteY3" fmla="*/ 2 h 2450887"/>
                <a:gd name="connsiteX0" fmla="*/ 1 w 15749519"/>
                <a:gd name="connsiteY0" fmla="*/ 2 h 2450887"/>
                <a:gd name="connsiteX1" fmla="*/ 15447941 w 15749519"/>
                <a:gd name="connsiteY1" fmla="*/ 2365274 h 2450887"/>
                <a:gd name="connsiteX2" fmla="*/ 15749519 w 15749519"/>
                <a:gd name="connsiteY2" fmla="*/ 2090097 h 2450887"/>
                <a:gd name="connsiteX3" fmla="*/ 1 w 15749519"/>
                <a:gd name="connsiteY3" fmla="*/ 2 h 2450887"/>
                <a:gd name="connsiteX0" fmla="*/ 1 w 15553425"/>
                <a:gd name="connsiteY0" fmla="*/ 2 h 2450887"/>
                <a:gd name="connsiteX1" fmla="*/ 15447941 w 15553425"/>
                <a:gd name="connsiteY1" fmla="*/ 2365274 h 2450887"/>
                <a:gd name="connsiteX2" fmla="*/ 15553420 w 15553425"/>
                <a:gd name="connsiteY2" fmla="*/ 2070415 h 2450887"/>
                <a:gd name="connsiteX3" fmla="*/ 1 w 15553425"/>
                <a:gd name="connsiteY3" fmla="*/ 2 h 2450887"/>
                <a:gd name="connsiteX0" fmla="*/ 1 w 15553416"/>
                <a:gd name="connsiteY0" fmla="*/ 2 h 2450887"/>
                <a:gd name="connsiteX1" fmla="*/ 15447941 w 15553416"/>
                <a:gd name="connsiteY1" fmla="*/ 2365274 h 2450887"/>
                <a:gd name="connsiteX2" fmla="*/ 15553420 w 15553416"/>
                <a:gd name="connsiteY2" fmla="*/ 2070415 h 2450887"/>
                <a:gd name="connsiteX3" fmla="*/ 1 w 15553416"/>
                <a:gd name="connsiteY3" fmla="*/ 2 h 2450887"/>
                <a:gd name="connsiteX0" fmla="*/ 1 w 15556963"/>
                <a:gd name="connsiteY0" fmla="*/ 2 h 2290715"/>
                <a:gd name="connsiteX1" fmla="*/ 15556958 w 15556963"/>
                <a:gd name="connsiteY1" fmla="*/ 2191422 h 2290715"/>
                <a:gd name="connsiteX2" fmla="*/ 15553420 w 15556963"/>
                <a:gd name="connsiteY2" fmla="*/ 2070415 h 2290715"/>
                <a:gd name="connsiteX3" fmla="*/ 1 w 15556963"/>
                <a:gd name="connsiteY3" fmla="*/ 2 h 2290715"/>
                <a:gd name="connsiteX0" fmla="*/ 1 w 15556963"/>
                <a:gd name="connsiteY0" fmla="*/ 2 h 2251347"/>
                <a:gd name="connsiteX1" fmla="*/ 15556958 w 15556963"/>
                <a:gd name="connsiteY1" fmla="*/ 2191422 h 2251347"/>
                <a:gd name="connsiteX2" fmla="*/ 15553420 w 15556963"/>
                <a:gd name="connsiteY2" fmla="*/ 2070415 h 2251347"/>
                <a:gd name="connsiteX3" fmla="*/ 1 w 15556963"/>
                <a:gd name="connsiteY3" fmla="*/ 2 h 2251347"/>
                <a:gd name="connsiteX0" fmla="*/ 1 w 15556963"/>
                <a:gd name="connsiteY0" fmla="*/ 2 h 2270539"/>
                <a:gd name="connsiteX1" fmla="*/ 15556958 w 15556963"/>
                <a:gd name="connsiteY1" fmla="*/ 2191422 h 2270539"/>
                <a:gd name="connsiteX2" fmla="*/ 15553420 w 15556963"/>
                <a:gd name="connsiteY2" fmla="*/ 2070415 h 2270539"/>
                <a:gd name="connsiteX3" fmla="*/ 1 w 15556963"/>
                <a:gd name="connsiteY3" fmla="*/ 2 h 2270539"/>
                <a:gd name="connsiteX0" fmla="*/ 1 w 15556963"/>
                <a:gd name="connsiteY0" fmla="*/ 2 h 2329199"/>
                <a:gd name="connsiteX1" fmla="*/ 15556958 w 15556963"/>
                <a:gd name="connsiteY1" fmla="*/ 2191422 h 2329199"/>
                <a:gd name="connsiteX2" fmla="*/ 15553420 w 15556963"/>
                <a:gd name="connsiteY2" fmla="*/ 2070415 h 2329199"/>
                <a:gd name="connsiteX3" fmla="*/ 1 w 15556963"/>
                <a:gd name="connsiteY3" fmla="*/ 2 h 2329199"/>
                <a:gd name="connsiteX0" fmla="*/ 1 w 15556963"/>
                <a:gd name="connsiteY0" fmla="*/ 2 h 2329199"/>
                <a:gd name="connsiteX1" fmla="*/ 15556958 w 15556963"/>
                <a:gd name="connsiteY1" fmla="*/ 2191422 h 2329199"/>
                <a:gd name="connsiteX2" fmla="*/ 15553420 w 15556963"/>
                <a:gd name="connsiteY2" fmla="*/ 2070415 h 2329199"/>
                <a:gd name="connsiteX3" fmla="*/ 1 w 15556963"/>
                <a:gd name="connsiteY3" fmla="*/ 2 h 2329199"/>
                <a:gd name="connsiteX0" fmla="*/ -1 w 16618687"/>
                <a:gd name="connsiteY0" fmla="*/ -4 h 2896943"/>
                <a:gd name="connsiteX1" fmla="*/ 16618682 w 16618687"/>
                <a:gd name="connsiteY1" fmla="*/ 2818227 h 2896943"/>
                <a:gd name="connsiteX2" fmla="*/ 16615144 w 16618687"/>
                <a:gd name="connsiteY2" fmla="*/ 2697220 h 2896943"/>
                <a:gd name="connsiteX3" fmla="*/ -1 w 16618687"/>
                <a:gd name="connsiteY3" fmla="*/ -4 h 2896943"/>
                <a:gd name="connsiteX0" fmla="*/ -1 w 16618687"/>
                <a:gd name="connsiteY0" fmla="*/ -4 h 3139113"/>
                <a:gd name="connsiteX1" fmla="*/ 16618682 w 16618687"/>
                <a:gd name="connsiteY1" fmla="*/ 2818227 h 3139113"/>
                <a:gd name="connsiteX2" fmla="*/ 16615144 w 16618687"/>
                <a:gd name="connsiteY2" fmla="*/ 2697220 h 3139113"/>
                <a:gd name="connsiteX3" fmla="*/ -1 w 16618687"/>
                <a:gd name="connsiteY3" fmla="*/ -4 h 3139113"/>
                <a:gd name="connsiteX0" fmla="*/ -1 w 16618687"/>
                <a:gd name="connsiteY0" fmla="*/ -4 h 3139113"/>
                <a:gd name="connsiteX1" fmla="*/ 16618682 w 16618687"/>
                <a:gd name="connsiteY1" fmla="*/ 2818227 h 3139113"/>
                <a:gd name="connsiteX2" fmla="*/ 16615144 w 16618687"/>
                <a:gd name="connsiteY2" fmla="*/ 2697220 h 3139113"/>
                <a:gd name="connsiteX3" fmla="*/ -1 w 16618687"/>
                <a:gd name="connsiteY3" fmla="*/ -4 h 3139113"/>
                <a:gd name="connsiteX0" fmla="*/ -1 w 16618687"/>
                <a:gd name="connsiteY0" fmla="*/ -4 h 3070251"/>
                <a:gd name="connsiteX1" fmla="*/ 16618682 w 16618687"/>
                <a:gd name="connsiteY1" fmla="*/ 2818227 h 3070251"/>
                <a:gd name="connsiteX2" fmla="*/ 16615144 w 16618687"/>
                <a:gd name="connsiteY2" fmla="*/ 2697220 h 3070251"/>
                <a:gd name="connsiteX3" fmla="*/ -1 w 16618687"/>
                <a:gd name="connsiteY3" fmla="*/ -4 h 3070251"/>
                <a:gd name="connsiteX0" fmla="*/ -1 w 16618687"/>
                <a:gd name="connsiteY0" fmla="*/ -4 h 3031731"/>
                <a:gd name="connsiteX1" fmla="*/ 16618682 w 16618687"/>
                <a:gd name="connsiteY1" fmla="*/ 2818227 h 3031731"/>
                <a:gd name="connsiteX2" fmla="*/ 16615144 w 16618687"/>
                <a:gd name="connsiteY2" fmla="*/ 2697220 h 3031731"/>
                <a:gd name="connsiteX3" fmla="*/ -1 w 16618687"/>
                <a:gd name="connsiteY3" fmla="*/ -4 h 3031731"/>
                <a:gd name="connsiteX0" fmla="*/ -1 w 16618687"/>
                <a:gd name="connsiteY0" fmla="*/ -4 h 3042416"/>
                <a:gd name="connsiteX1" fmla="*/ 16618682 w 16618687"/>
                <a:gd name="connsiteY1" fmla="*/ 2818227 h 3042416"/>
                <a:gd name="connsiteX2" fmla="*/ 16615144 w 16618687"/>
                <a:gd name="connsiteY2" fmla="*/ 2697220 h 3042416"/>
                <a:gd name="connsiteX3" fmla="*/ -1 w 16618687"/>
                <a:gd name="connsiteY3" fmla="*/ -4 h 3042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618687" h="3042416">
                  <a:moveTo>
                    <a:pt x="-1" y="-4"/>
                  </a:moveTo>
                  <a:cubicBezTo>
                    <a:pt x="1369049" y="1189587"/>
                    <a:pt x="11745160" y="3823804"/>
                    <a:pt x="16618682" y="2818227"/>
                  </a:cubicBezTo>
                  <a:lnTo>
                    <a:pt x="16615144" y="2697220"/>
                  </a:lnTo>
                  <a:cubicBezTo>
                    <a:pt x="12506599" y="3031771"/>
                    <a:pt x="7221605" y="2916874"/>
                    <a:pt x="-1" y="-4"/>
                  </a:cubicBezTo>
                  <a:close/>
                </a:path>
              </a:pathLst>
            </a:cu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7">
              <a:extLst>
                <a:ext uri="{FF2B5EF4-FFF2-40B4-BE49-F238E27FC236}">
                  <a16:creationId xmlns:a16="http://schemas.microsoft.com/office/drawing/2014/main" id="{7F1936DA-CBAB-E7DC-CADE-BFBD138AB62F}"/>
                </a:ext>
              </a:extLst>
            </p:cNvPr>
            <p:cNvSpPr/>
            <p:nvPr/>
          </p:nvSpPr>
          <p:spPr>
            <a:xfrm rot="19215089" flipH="1">
              <a:off x="7270632" y="4514812"/>
              <a:ext cx="706321" cy="249349"/>
            </a:xfrm>
            <a:custGeom>
              <a:avLst/>
              <a:gdLst>
                <a:gd name="connsiteX0" fmla="*/ 0 w 1007285"/>
                <a:gd name="connsiteY0" fmla="*/ 0 h 94954"/>
                <a:gd name="connsiteX1" fmla="*/ 1007285 w 1007285"/>
                <a:gd name="connsiteY1" fmla="*/ 0 h 94954"/>
                <a:gd name="connsiteX2" fmla="*/ 1007285 w 1007285"/>
                <a:gd name="connsiteY2" fmla="*/ 94954 h 94954"/>
                <a:gd name="connsiteX3" fmla="*/ 0 w 1007285"/>
                <a:gd name="connsiteY3" fmla="*/ 94954 h 94954"/>
                <a:gd name="connsiteX4" fmla="*/ 0 w 1007285"/>
                <a:gd name="connsiteY4" fmla="*/ 0 h 94954"/>
                <a:gd name="connsiteX0" fmla="*/ 2819400 w 3826685"/>
                <a:gd name="connsiteY0" fmla="*/ 0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4" fmla="*/ 2819400 w 3826685"/>
                <a:gd name="connsiteY4" fmla="*/ 0 h 869654"/>
                <a:gd name="connsiteX0" fmla="*/ 0 w 3826685"/>
                <a:gd name="connsiteY0" fmla="*/ 869654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968065 h 1033547"/>
                <a:gd name="connsiteX1" fmla="*/ 3826685 w 3826685"/>
                <a:gd name="connsiteY1" fmla="*/ 98411 h 1033547"/>
                <a:gd name="connsiteX2" fmla="*/ 3826685 w 3826685"/>
                <a:gd name="connsiteY2" fmla="*/ 193365 h 1033547"/>
                <a:gd name="connsiteX3" fmla="*/ 0 w 3826685"/>
                <a:gd name="connsiteY3" fmla="*/ 968065 h 1033547"/>
                <a:gd name="connsiteX0" fmla="*/ 0 w 3826685"/>
                <a:gd name="connsiteY0" fmla="*/ 968065 h 1013810"/>
                <a:gd name="connsiteX1" fmla="*/ 3826685 w 3826685"/>
                <a:gd name="connsiteY1" fmla="*/ 98411 h 1013810"/>
                <a:gd name="connsiteX2" fmla="*/ 3826685 w 3826685"/>
                <a:gd name="connsiteY2" fmla="*/ 193365 h 1013810"/>
                <a:gd name="connsiteX3" fmla="*/ 0 w 3826685"/>
                <a:gd name="connsiteY3" fmla="*/ 968065 h 1013810"/>
                <a:gd name="connsiteX0" fmla="*/ 0 w 3826685"/>
                <a:gd name="connsiteY0" fmla="*/ 968065 h 1012429"/>
                <a:gd name="connsiteX1" fmla="*/ 3826685 w 3826685"/>
                <a:gd name="connsiteY1" fmla="*/ 98411 h 1012429"/>
                <a:gd name="connsiteX2" fmla="*/ 3826685 w 3826685"/>
                <a:gd name="connsiteY2" fmla="*/ 193365 h 1012429"/>
                <a:gd name="connsiteX3" fmla="*/ 0 w 3826685"/>
                <a:gd name="connsiteY3" fmla="*/ 968065 h 1012429"/>
                <a:gd name="connsiteX0" fmla="*/ 2 w 8087297"/>
                <a:gd name="connsiteY0" fmla="*/ -1 h 1456523"/>
                <a:gd name="connsiteX1" fmla="*/ 8087297 w 8087297"/>
                <a:gd name="connsiteY1" fmla="*/ 1361569 h 1456523"/>
                <a:gd name="connsiteX2" fmla="*/ 8087297 w 8087297"/>
                <a:gd name="connsiteY2" fmla="*/ 1456523 h 1456523"/>
                <a:gd name="connsiteX3" fmla="*/ 2 w 8087297"/>
                <a:gd name="connsiteY3" fmla="*/ -1 h 1456523"/>
                <a:gd name="connsiteX0" fmla="*/ 2 w 8087297"/>
                <a:gd name="connsiteY0" fmla="*/ -1 h 1456523"/>
                <a:gd name="connsiteX1" fmla="*/ 8087297 w 8087297"/>
                <a:gd name="connsiteY1" fmla="*/ 1361569 h 1456523"/>
                <a:gd name="connsiteX2" fmla="*/ 8087297 w 8087297"/>
                <a:gd name="connsiteY2" fmla="*/ 1456523 h 1456523"/>
                <a:gd name="connsiteX3" fmla="*/ 2 w 8087297"/>
                <a:gd name="connsiteY3" fmla="*/ -1 h 1456523"/>
                <a:gd name="connsiteX0" fmla="*/ 2 w 8087297"/>
                <a:gd name="connsiteY0" fmla="*/ -1 h 2510336"/>
                <a:gd name="connsiteX1" fmla="*/ 8087297 w 8087297"/>
                <a:gd name="connsiteY1" fmla="*/ 1361569 h 2510336"/>
                <a:gd name="connsiteX2" fmla="*/ 8087297 w 8087297"/>
                <a:gd name="connsiteY2" fmla="*/ 1456523 h 2510336"/>
                <a:gd name="connsiteX3" fmla="*/ 2 w 8087297"/>
                <a:gd name="connsiteY3" fmla="*/ -1 h 2510336"/>
                <a:gd name="connsiteX0" fmla="*/ 2 w 8087297"/>
                <a:gd name="connsiteY0" fmla="*/ -1 h 2510336"/>
                <a:gd name="connsiteX1" fmla="*/ 8087297 w 8087297"/>
                <a:gd name="connsiteY1" fmla="*/ 1361569 h 2510336"/>
                <a:gd name="connsiteX2" fmla="*/ 8087297 w 8087297"/>
                <a:gd name="connsiteY2" fmla="*/ 1456523 h 2510336"/>
                <a:gd name="connsiteX3" fmla="*/ 2 w 8087297"/>
                <a:gd name="connsiteY3" fmla="*/ -1 h 2510336"/>
                <a:gd name="connsiteX0" fmla="*/ -2 w 9409711"/>
                <a:gd name="connsiteY0" fmla="*/ -1 h 1549216"/>
                <a:gd name="connsiteX1" fmla="*/ 9409711 w 9409711"/>
                <a:gd name="connsiteY1" fmla="*/ 139136 h 1549216"/>
                <a:gd name="connsiteX2" fmla="*/ 9409711 w 9409711"/>
                <a:gd name="connsiteY2" fmla="*/ 234090 h 1549216"/>
                <a:gd name="connsiteX3" fmla="*/ -2 w 9409711"/>
                <a:gd name="connsiteY3" fmla="*/ -1 h 1549216"/>
                <a:gd name="connsiteX0" fmla="*/ -2 w 9409711"/>
                <a:gd name="connsiteY0" fmla="*/ -1 h 1291853"/>
                <a:gd name="connsiteX1" fmla="*/ 9409711 w 9409711"/>
                <a:gd name="connsiteY1" fmla="*/ 139136 h 1291853"/>
                <a:gd name="connsiteX2" fmla="*/ 9409711 w 9409711"/>
                <a:gd name="connsiteY2" fmla="*/ 234090 h 1291853"/>
                <a:gd name="connsiteX3" fmla="*/ -2 w 9409711"/>
                <a:gd name="connsiteY3" fmla="*/ -1 h 129185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640512 w 15640512"/>
                <a:gd name="connsiteY2" fmla="*/ 2263965 h 2970323"/>
                <a:gd name="connsiteX3" fmla="*/ 1 w 15640512"/>
                <a:gd name="connsiteY3" fmla="*/ 2 h 297032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640512 w 15640512"/>
                <a:gd name="connsiteY2" fmla="*/ 2263965 h 2970323"/>
                <a:gd name="connsiteX3" fmla="*/ 1 w 15640512"/>
                <a:gd name="connsiteY3" fmla="*/ 2 h 297032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640512 w 15640512"/>
                <a:gd name="connsiteY2" fmla="*/ 2263965 h 2970323"/>
                <a:gd name="connsiteX3" fmla="*/ 1 w 15640512"/>
                <a:gd name="connsiteY3" fmla="*/ 2 h 297032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511313 w 15640512"/>
                <a:gd name="connsiteY2" fmla="*/ 2913171 h 2970323"/>
                <a:gd name="connsiteX3" fmla="*/ 1 w 15640512"/>
                <a:gd name="connsiteY3" fmla="*/ 2 h 2970323"/>
                <a:gd name="connsiteX0" fmla="*/ 1 w 15640512"/>
                <a:gd name="connsiteY0" fmla="*/ 2 h 2913170"/>
                <a:gd name="connsiteX1" fmla="*/ 15640512 w 15640512"/>
                <a:gd name="connsiteY1" fmla="*/ 2169011 h 2913170"/>
                <a:gd name="connsiteX2" fmla="*/ 15511313 w 15640512"/>
                <a:gd name="connsiteY2" fmla="*/ 2913171 h 2913170"/>
                <a:gd name="connsiteX3" fmla="*/ 1 w 15640512"/>
                <a:gd name="connsiteY3" fmla="*/ 2 h 2913170"/>
                <a:gd name="connsiteX0" fmla="*/ 1 w 15863856"/>
                <a:gd name="connsiteY0" fmla="*/ 2 h 2240173"/>
                <a:gd name="connsiteX1" fmla="*/ 15640512 w 15863856"/>
                <a:gd name="connsiteY1" fmla="*/ 2169011 h 2240173"/>
                <a:gd name="connsiteX2" fmla="*/ 15863857 w 15863856"/>
                <a:gd name="connsiteY2" fmla="*/ 2240175 h 2240173"/>
                <a:gd name="connsiteX3" fmla="*/ 1 w 15863856"/>
                <a:gd name="connsiteY3" fmla="*/ 2 h 2240173"/>
                <a:gd name="connsiteX0" fmla="*/ 1 w 15640512"/>
                <a:gd name="connsiteY0" fmla="*/ 2 h 2847284"/>
                <a:gd name="connsiteX1" fmla="*/ 15640512 w 15640512"/>
                <a:gd name="connsiteY1" fmla="*/ 2169011 h 2847284"/>
                <a:gd name="connsiteX2" fmla="*/ 15622090 w 15640512"/>
                <a:gd name="connsiteY2" fmla="*/ 2847284 h 2847284"/>
                <a:gd name="connsiteX3" fmla="*/ 1 w 15640512"/>
                <a:gd name="connsiteY3" fmla="*/ 2 h 2847284"/>
                <a:gd name="connsiteX0" fmla="*/ 1 w 16401521"/>
                <a:gd name="connsiteY0" fmla="*/ 2 h 2203505"/>
                <a:gd name="connsiteX1" fmla="*/ 15640512 w 16401521"/>
                <a:gd name="connsiteY1" fmla="*/ 2169011 h 2203505"/>
                <a:gd name="connsiteX2" fmla="*/ 16401525 w 16401521"/>
                <a:gd name="connsiteY2" fmla="*/ 1770549 h 2203505"/>
                <a:gd name="connsiteX3" fmla="*/ 1 w 16401521"/>
                <a:gd name="connsiteY3" fmla="*/ 2 h 2203505"/>
                <a:gd name="connsiteX0" fmla="*/ 1 w 16401521"/>
                <a:gd name="connsiteY0" fmla="*/ 2 h 2686194"/>
                <a:gd name="connsiteX1" fmla="*/ 15438743 w 16401521"/>
                <a:gd name="connsiteY1" fmla="*/ 2656945 h 2686194"/>
                <a:gd name="connsiteX2" fmla="*/ 16401525 w 16401521"/>
                <a:gd name="connsiteY2" fmla="*/ 1770549 h 2686194"/>
                <a:gd name="connsiteX3" fmla="*/ 1 w 16401521"/>
                <a:gd name="connsiteY3" fmla="*/ 2 h 2686194"/>
                <a:gd name="connsiteX0" fmla="*/ 1 w 15749519"/>
                <a:gd name="connsiteY0" fmla="*/ 2 h 2686194"/>
                <a:gd name="connsiteX1" fmla="*/ 15438743 w 15749519"/>
                <a:gd name="connsiteY1" fmla="*/ 2656945 h 2686194"/>
                <a:gd name="connsiteX2" fmla="*/ 15749519 w 15749519"/>
                <a:gd name="connsiteY2" fmla="*/ 2090097 h 2686194"/>
                <a:gd name="connsiteX3" fmla="*/ 1 w 15749519"/>
                <a:gd name="connsiteY3" fmla="*/ 2 h 2686194"/>
                <a:gd name="connsiteX0" fmla="*/ 1 w 15749519"/>
                <a:gd name="connsiteY0" fmla="*/ 2 h 2397448"/>
                <a:gd name="connsiteX1" fmla="*/ 15447941 w 15749519"/>
                <a:gd name="connsiteY1" fmla="*/ 2365274 h 2397448"/>
                <a:gd name="connsiteX2" fmla="*/ 15749519 w 15749519"/>
                <a:gd name="connsiteY2" fmla="*/ 2090097 h 2397448"/>
                <a:gd name="connsiteX3" fmla="*/ 1 w 15749519"/>
                <a:gd name="connsiteY3" fmla="*/ 2 h 2397448"/>
                <a:gd name="connsiteX0" fmla="*/ 1 w 15749519"/>
                <a:gd name="connsiteY0" fmla="*/ 2 h 2397448"/>
                <a:gd name="connsiteX1" fmla="*/ 15447941 w 15749519"/>
                <a:gd name="connsiteY1" fmla="*/ 2365274 h 2397448"/>
                <a:gd name="connsiteX2" fmla="*/ 15749519 w 15749519"/>
                <a:gd name="connsiteY2" fmla="*/ 2090097 h 2397448"/>
                <a:gd name="connsiteX3" fmla="*/ 1 w 15749519"/>
                <a:gd name="connsiteY3" fmla="*/ 2 h 2397448"/>
                <a:gd name="connsiteX0" fmla="*/ 1 w 15749519"/>
                <a:gd name="connsiteY0" fmla="*/ 2 h 2450887"/>
                <a:gd name="connsiteX1" fmla="*/ 15447941 w 15749519"/>
                <a:gd name="connsiteY1" fmla="*/ 2365274 h 2450887"/>
                <a:gd name="connsiteX2" fmla="*/ 15749519 w 15749519"/>
                <a:gd name="connsiteY2" fmla="*/ 2090097 h 2450887"/>
                <a:gd name="connsiteX3" fmla="*/ 1 w 15749519"/>
                <a:gd name="connsiteY3" fmla="*/ 2 h 2450887"/>
                <a:gd name="connsiteX0" fmla="*/ 1 w 15749519"/>
                <a:gd name="connsiteY0" fmla="*/ 2 h 2450887"/>
                <a:gd name="connsiteX1" fmla="*/ 15447941 w 15749519"/>
                <a:gd name="connsiteY1" fmla="*/ 2365274 h 2450887"/>
                <a:gd name="connsiteX2" fmla="*/ 15749519 w 15749519"/>
                <a:gd name="connsiteY2" fmla="*/ 2090097 h 2450887"/>
                <a:gd name="connsiteX3" fmla="*/ 1 w 15749519"/>
                <a:gd name="connsiteY3" fmla="*/ 2 h 2450887"/>
                <a:gd name="connsiteX0" fmla="*/ 1 w 15553425"/>
                <a:gd name="connsiteY0" fmla="*/ 2 h 2450887"/>
                <a:gd name="connsiteX1" fmla="*/ 15447941 w 15553425"/>
                <a:gd name="connsiteY1" fmla="*/ 2365274 h 2450887"/>
                <a:gd name="connsiteX2" fmla="*/ 15553420 w 15553425"/>
                <a:gd name="connsiteY2" fmla="*/ 2070415 h 2450887"/>
                <a:gd name="connsiteX3" fmla="*/ 1 w 15553425"/>
                <a:gd name="connsiteY3" fmla="*/ 2 h 2450887"/>
                <a:gd name="connsiteX0" fmla="*/ 1 w 15553416"/>
                <a:gd name="connsiteY0" fmla="*/ 2 h 2450887"/>
                <a:gd name="connsiteX1" fmla="*/ 15447941 w 15553416"/>
                <a:gd name="connsiteY1" fmla="*/ 2365274 h 2450887"/>
                <a:gd name="connsiteX2" fmla="*/ 15553420 w 15553416"/>
                <a:gd name="connsiteY2" fmla="*/ 2070415 h 2450887"/>
                <a:gd name="connsiteX3" fmla="*/ 1 w 15553416"/>
                <a:gd name="connsiteY3" fmla="*/ 2 h 2450887"/>
                <a:gd name="connsiteX0" fmla="*/ 1 w 15556963"/>
                <a:gd name="connsiteY0" fmla="*/ 2 h 2290715"/>
                <a:gd name="connsiteX1" fmla="*/ 15556958 w 15556963"/>
                <a:gd name="connsiteY1" fmla="*/ 2191422 h 2290715"/>
                <a:gd name="connsiteX2" fmla="*/ 15553420 w 15556963"/>
                <a:gd name="connsiteY2" fmla="*/ 2070415 h 2290715"/>
                <a:gd name="connsiteX3" fmla="*/ 1 w 15556963"/>
                <a:gd name="connsiteY3" fmla="*/ 2 h 2290715"/>
                <a:gd name="connsiteX0" fmla="*/ 1 w 15556963"/>
                <a:gd name="connsiteY0" fmla="*/ 2 h 2251347"/>
                <a:gd name="connsiteX1" fmla="*/ 15556958 w 15556963"/>
                <a:gd name="connsiteY1" fmla="*/ 2191422 h 2251347"/>
                <a:gd name="connsiteX2" fmla="*/ 15553420 w 15556963"/>
                <a:gd name="connsiteY2" fmla="*/ 2070415 h 2251347"/>
                <a:gd name="connsiteX3" fmla="*/ 1 w 15556963"/>
                <a:gd name="connsiteY3" fmla="*/ 2 h 2251347"/>
                <a:gd name="connsiteX0" fmla="*/ 1 w 15556963"/>
                <a:gd name="connsiteY0" fmla="*/ 2 h 2270539"/>
                <a:gd name="connsiteX1" fmla="*/ 15556958 w 15556963"/>
                <a:gd name="connsiteY1" fmla="*/ 2191422 h 2270539"/>
                <a:gd name="connsiteX2" fmla="*/ 15553420 w 15556963"/>
                <a:gd name="connsiteY2" fmla="*/ 2070415 h 2270539"/>
                <a:gd name="connsiteX3" fmla="*/ 1 w 15556963"/>
                <a:gd name="connsiteY3" fmla="*/ 2 h 2270539"/>
                <a:gd name="connsiteX0" fmla="*/ 1 w 15556963"/>
                <a:gd name="connsiteY0" fmla="*/ 2 h 2329199"/>
                <a:gd name="connsiteX1" fmla="*/ 15556958 w 15556963"/>
                <a:gd name="connsiteY1" fmla="*/ 2191422 h 2329199"/>
                <a:gd name="connsiteX2" fmla="*/ 15553420 w 15556963"/>
                <a:gd name="connsiteY2" fmla="*/ 2070415 h 2329199"/>
                <a:gd name="connsiteX3" fmla="*/ 1 w 15556963"/>
                <a:gd name="connsiteY3" fmla="*/ 2 h 2329199"/>
                <a:gd name="connsiteX0" fmla="*/ 1 w 15556963"/>
                <a:gd name="connsiteY0" fmla="*/ 2 h 2329199"/>
                <a:gd name="connsiteX1" fmla="*/ 15556958 w 15556963"/>
                <a:gd name="connsiteY1" fmla="*/ 2191422 h 2329199"/>
                <a:gd name="connsiteX2" fmla="*/ 15553420 w 15556963"/>
                <a:gd name="connsiteY2" fmla="*/ 2070415 h 2329199"/>
                <a:gd name="connsiteX3" fmla="*/ 1 w 15556963"/>
                <a:gd name="connsiteY3" fmla="*/ 2 h 2329199"/>
                <a:gd name="connsiteX0" fmla="*/ -1 w 16618687"/>
                <a:gd name="connsiteY0" fmla="*/ -4 h 2896943"/>
                <a:gd name="connsiteX1" fmla="*/ 16618682 w 16618687"/>
                <a:gd name="connsiteY1" fmla="*/ 2818227 h 2896943"/>
                <a:gd name="connsiteX2" fmla="*/ 16615144 w 16618687"/>
                <a:gd name="connsiteY2" fmla="*/ 2697220 h 2896943"/>
                <a:gd name="connsiteX3" fmla="*/ -1 w 16618687"/>
                <a:gd name="connsiteY3" fmla="*/ -4 h 2896943"/>
                <a:gd name="connsiteX0" fmla="*/ -1 w 16618687"/>
                <a:gd name="connsiteY0" fmla="*/ -4 h 3139113"/>
                <a:gd name="connsiteX1" fmla="*/ 16618682 w 16618687"/>
                <a:gd name="connsiteY1" fmla="*/ 2818227 h 3139113"/>
                <a:gd name="connsiteX2" fmla="*/ 16615144 w 16618687"/>
                <a:gd name="connsiteY2" fmla="*/ 2697220 h 3139113"/>
                <a:gd name="connsiteX3" fmla="*/ -1 w 16618687"/>
                <a:gd name="connsiteY3" fmla="*/ -4 h 3139113"/>
                <a:gd name="connsiteX0" fmla="*/ -1 w 16618687"/>
                <a:gd name="connsiteY0" fmla="*/ -4 h 3139113"/>
                <a:gd name="connsiteX1" fmla="*/ 16618682 w 16618687"/>
                <a:gd name="connsiteY1" fmla="*/ 2818227 h 3139113"/>
                <a:gd name="connsiteX2" fmla="*/ 16615144 w 16618687"/>
                <a:gd name="connsiteY2" fmla="*/ 2697220 h 3139113"/>
                <a:gd name="connsiteX3" fmla="*/ -1 w 16618687"/>
                <a:gd name="connsiteY3" fmla="*/ -4 h 3139113"/>
                <a:gd name="connsiteX0" fmla="*/ -1 w 16618687"/>
                <a:gd name="connsiteY0" fmla="*/ -4 h 3070251"/>
                <a:gd name="connsiteX1" fmla="*/ 16618682 w 16618687"/>
                <a:gd name="connsiteY1" fmla="*/ 2818227 h 3070251"/>
                <a:gd name="connsiteX2" fmla="*/ 16615144 w 16618687"/>
                <a:gd name="connsiteY2" fmla="*/ 2697220 h 3070251"/>
                <a:gd name="connsiteX3" fmla="*/ -1 w 16618687"/>
                <a:gd name="connsiteY3" fmla="*/ -4 h 3070251"/>
                <a:gd name="connsiteX0" fmla="*/ -1 w 16618687"/>
                <a:gd name="connsiteY0" fmla="*/ -4 h 3031731"/>
                <a:gd name="connsiteX1" fmla="*/ 16618682 w 16618687"/>
                <a:gd name="connsiteY1" fmla="*/ 2818227 h 3031731"/>
                <a:gd name="connsiteX2" fmla="*/ 16615144 w 16618687"/>
                <a:gd name="connsiteY2" fmla="*/ 2697220 h 3031731"/>
                <a:gd name="connsiteX3" fmla="*/ -1 w 16618687"/>
                <a:gd name="connsiteY3" fmla="*/ -4 h 3031731"/>
                <a:gd name="connsiteX0" fmla="*/ -1 w 16618687"/>
                <a:gd name="connsiteY0" fmla="*/ -4 h 3042416"/>
                <a:gd name="connsiteX1" fmla="*/ 16618682 w 16618687"/>
                <a:gd name="connsiteY1" fmla="*/ 2818227 h 3042416"/>
                <a:gd name="connsiteX2" fmla="*/ 16615144 w 16618687"/>
                <a:gd name="connsiteY2" fmla="*/ 2697220 h 3042416"/>
                <a:gd name="connsiteX3" fmla="*/ -1 w 16618687"/>
                <a:gd name="connsiteY3" fmla="*/ -4 h 3042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618687" h="3042416">
                  <a:moveTo>
                    <a:pt x="-1" y="-4"/>
                  </a:moveTo>
                  <a:cubicBezTo>
                    <a:pt x="1369049" y="1189587"/>
                    <a:pt x="11745160" y="3823804"/>
                    <a:pt x="16618682" y="2818227"/>
                  </a:cubicBezTo>
                  <a:lnTo>
                    <a:pt x="16615144" y="2697220"/>
                  </a:lnTo>
                  <a:cubicBezTo>
                    <a:pt x="12506599" y="3031771"/>
                    <a:pt x="7221605" y="2916874"/>
                    <a:pt x="-1" y="-4"/>
                  </a:cubicBezTo>
                  <a:close/>
                </a:path>
              </a:pathLst>
            </a:cu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7">
              <a:extLst>
                <a:ext uri="{FF2B5EF4-FFF2-40B4-BE49-F238E27FC236}">
                  <a16:creationId xmlns:a16="http://schemas.microsoft.com/office/drawing/2014/main" id="{3F877722-BC6F-A2D0-A96F-FA8A5DE1477D}"/>
                </a:ext>
              </a:extLst>
            </p:cNvPr>
            <p:cNvSpPr/>
            <p:nvPr/>
          </p:nvSpPr>
          <p:spPr>
            <a:xfrm rot="19567831" flipH="1">
              <a:off x="7167912" y="5023533"/>
              <a:ext cx="936826" cy="330723"/>
            </a:xfrm>
            <a:custGeom>
              <a:avLst/>
              <a:gdLst>
                <a:gd name="connsiteX0" fmla="*/ 0 w 1007285"/>
                <a:gd name="connsiteY0" fmla="*/ 0 h 94954"/>
                <a:gd name="connsiteX1" fmla="*/ 1007285 w 1007285"/>
                <a:gd name="connsiteY1" fmla="*/ 0 h 94954"/>
                <a:gd name="connsiteX2" fmla="*/ 1007285 w 1007285"/>
                <a:gd name="connsiteY2" fmla="*/ 94954 h 94954"/>
                <a:gd name="connsiteX3" fmla="*/ 0 w 1007285"/>
                <a:gd name="connsiteY3" fmla="*/ 94954 h 94954"/>
                <a:gd name="connsiteX4" fmla="*/ 0 w 1007285"/>
                <a:gd name="connsiteY4" fmla="*/ 0 h 94954"/>
                <a:gd name="connsiteX0" fmla="*/ 2819400 w 3826685"/>
                <a:gd name="connsiteY0" fmla="*/ 0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4" fmla="*/ 2819400 w 3826685"/>
                <a:gd name="connsiteY4" fmla="*/ 0 h 869654"/>
                <a:gd name="connsiteX0" fmla="*/ 0 w 3826685"/>
                <a:gd name="connsiteY0" fmla="*/ 869654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968065 h 1033547"/>
                <a:gd name="connsiteX1" fmla="*/ 3826685 w 3826685"/>
                <a:gd name="connsiteY1" fmla="*/ 98411 h 1033547"/>
                <a:gd name="connsiteX2" fmla="*/ 3826685 w 3826685"/>
                <a:gd name="connsiteY2" fmla="*/ 193365 h 1033547"/>
                <a:gd name="connsiteX3" fmla="*/ 0 w 3826685"/>
                <a:gd name="connsiteY3" fmla="*/ 968065 h 1033547"/>
                <a:gd name="connsiteX0" fmla="*/ 0 w 3826685"/>
                <a:gd name="connsiteY0" fmla="*/ 968065 h 1013810"/>
                <a:gd name="connsiteX1" fmla="*/ 3826685 w 3826685"/>
                <a:gd name="connsiteY1" fmla="*/ 98411 h 1013810"/>
                <a:gd name="connsiteX2" fmla="*/ 3826685 w 3826685"/>
                <a:gd name="connsiteY2" fmla="*/ 193365 h 1013810"/>
                <a:gd name="connsiteX3" fmla="*/ 0 w 3826685"/>
                <a:gd name="connsiteY3" fmla="*/ 968065 h 1013810"/>
                <a:gd name="connsiteX0" fmla="*/ 0 w 3826685"/>
                <a:gd name="connsiteY0" fmla="*/ 968065 h 1012429"/>
                <a:gd name="connsiteX1" fmla="*/ 3826685 w 3826685"/>
                <a:gd name="connsiteY1" fmla="*/ 98411 h 1012429"/>
                <a:gd name="connsiteX2" fmla="*/ 3826685 w 3826685"/>
                <a:gd name="connsiteY2" fmla="*/ 193365 h 1012429"/>
                <a:gd name="connsiteX3" fmla="*/ 0 w 3826685"/>
                <a:gd name="connsiteY3" fmla="*/ 968065 h 1012429"/>
                <a:gd name="connsiteX0" fmla="*/ 2 w 8087297"/>
                <a:gd name="connsiteY0" fmla="*/ -1 h 1456523"/>
                <a:gd name="connsiteX1" fmla="*/ 8087297 w 8087297"/>
                <a:gd name="connsiteY1" fmla="*/ 1361569 h 1456523"/>
                <a:gd name="connsiteX2" fmla="*/ 8087297 w 8087297"/>
                <a:gd name="connsiteY2" fmla="*/ 1456523 h 1456523"/>
                <a:gd name="connsiteX3" fmla="*/ 2 w 8087297"/>
                <a:gd name="connsiteY3" fmla="*/ -1 h 1456523"/>
                <a:gd name="connsiteX0" fmla="*/ 2 w 8087297"/>
                <a:gd name="connsiteY0" fmla="*/ -1 h 1456523"/>
                <a:gd name="connsiteX1" fmla="*/ 8087297 w 8087297"/>
                <a:gd name="connsiteY1" fmla="*/ 1361569 h 1456523"/>
                <a:gd name="connsiteX2" fmla="*/ 8087297 w 8087297"/>
                <a:gd name="connsiteY2" fmla="*/ 1456523 h 1456523"/>
                <a:gd name="connsiteX3" fmla="*/ 2 w 8087297"/>
                <a:gd name="connsiteY3" fmla="*/ -1 h 1456523"/>
                <a:gd name="connsiteX0" fmla="*/ 2 w 8087297"/>
                <a:gd name="connsiteY0" fmla="*/ -1 h 2510336"/>
                <a:gd name="connsiteX1" fmla="*/ 8087297 w 8087297"/>
                <a:gd name="connsiteY1" fmla="*/ 1361569 h 2510336"/>
                <a:gd name="connsiteX2" fmla="*/ 8087297 w 8087297"/>
                <a:gd name="connsiteY2" fmla="*/ 1456523 h 2510336"/>
                <a:gd name="connsiteX3" fmla="*/ 2 w 8087297"/>
                <a:gd name="connsiteY3" fmla="*/ -1 h 2510336"/>
                <a:gd name="connsiteX0" fmla="*/ 2 w 8087297"/>
                <a:gd name="connsiteY0" fmla="*/ -1 h 2510336"/>
                <a:gd name="connsiteX1" fmla="*/ 8087297 w 8087297"/>
                <a:gd name="connsiteY1" fmla="*/ 1361569 h 2510336"/>
                <a:gd name="connsiteX2" fmla="*/ 8087297 w 8087297"/>
                <a:gd name="connsiteY2" fmla="*/ 1456523 h 2510336"/>
                <a:gd name="connsiteX3" fmla="*/ 2 w 8087297"/>
                <a:gd name="connsiteY3" fmla="*/ -1 h 2510336"/>
                <a:gd name="connsiteX0" fmla="*/ -2 w 9409711"/>
                <a:gd name="connsiteY0" fmla="*/ -1 h 1549216"/>
                <a:gd name="connsiteX1" fmla="*/ 9409711 w 9409711"/>
                <a:gd name="connsiteY1" fmla="*/ 139136 h 1549216"/>
                <a:gd name="connsiteX2" fmla="*/ 9409711 w 9409711"/>
                <a:gd name="connsiteY2" fmla="*/ 234090 h 1549216"/>
                <a:gd name="connsiteX3" fmla="*/ -2 w 9409711"/>
                <a:gd name="connsiteY3" fmla="*/ -1 h 1549216"/>
                <a:gd name="connsiteX0" fmla="*/ -2 w 9409711"/>
                <a:gd name="connsiteY0" fmla="*/ -1 h 1291853"/>
                <a:gd name="connsiteX1" fmla="*/ 9409711 w 9409711"/>
                <a:gd name="connsiteY1" fmla="*/ 139136 h 1291853"/>
                <a:gd name="connsiteX2" fmla="*/ 9409711 w 9409711"/>
                <a:gd name="connsiteY2" fmla="*/ 234090 h 1291853"/>
                <a:gd name="connsiteX3" fmla="*/ -2 w 9409711"/>
                <a:gd name="connsiteY3" fmla="*/ -1 h 129185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640512 w 15640512"/>
                <a:gd name="connsiteY2" fmla="*/ 2263965 h 2970323"/>
                <a:gd name="connsiteX3" fmla="*/ 1 w 15640512"/>
                <a:gd name="connsiteY3" fmla="*/ 2 h 297032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640512 w 15640512"/>
                <a:gd name="connsiteY2" fmla="*/ 2263965 h 2970323"/>
                <a:gd name="connsiteX3" fmla="*/ 1 w 15640512"/>
                <a:gd name="connsiteY3" fmla="*/ 2 h 297032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640512 w 15640512"/>
                <a:gd name="connsiteY2" fmla="*/ 2263965 h 2970323"/>
                <a:gd name="connsiteX3" fmla="*/ 1 w 15640512"/>
                <a:gd name="connsiteY3" fmla="*/ 2 h 297032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511313 w 15640512"/>
                <a:gd name="connsiteY2" fmla="*/ 2913171 h 2970323"/>
                <a:gd name="connsiteX3" fmla="*/ 1 w 15640512"/>
                <a:gd name="connsiteY3" fmla="*/ 2 h 2970323"/>
                <a:gd name="connsiteX0" fmla="*/ 1 w 15640512"/>
                <a:gd name="connsiteY0" fmla="*/ 2 h 2913170"/>
                <a:gd name="connsiteX1" fmla="*/ 15640512 w 15640512"/>
                <a:gd name="connsiteY1" fmla="*/ 2169011 h 2913170"/>
                <a:gd name="connsiteX2" fmla="*/ 15511313 w 15640512"/>
                <a:gd name="connsiteY2" fmla="*/ 2913171 h 2913170"/>
                <a:gd name="connsiteX3" fmla="*/ 1 w 15640512"/>
                <a:gd name="connsiteY3" fmla="*/ 2 h 2913170"/>
                <a:gd name="connsiteX0" fmla="*/ 1 w 15863856"/>
                <a:gd name="connsiteY0" fmla="*/ 2 h 2240173"/>
                <a:gd name="connsiteX1" fmla="*/ 15640512 w 15863856"/>
                <a:gd name="connsiteY1" fmla="*/ 2169011 h 2240173"/>
                <a:gd name="connsiteX2" fmla="*/ 15863857 w 15863856"/>
                <a:gd name="connsiteY2" fmla="*/ 2240175 h 2240173"/>
                <a:gd name="connsiteX3" fmla="*/ 1 w 15863856"/>
                <a:gd name="connsiteY3" fmla="*/ 2 h 2240173"/>
                <a:gd name="connsiteX0" fmla="*/ 1 w 15640512"/>
                <a:gd name="connsiteY0" fmla="*/ 2 h 2847284"/>
                <a:gd name="connsiteX1" fmla="*/ 15640512 w 15640512"/>
                <a:gd name="connsiteY1" fmla="*/ 2169011 h 2847284"/>
                <a:gd name="connsiteX2" fmla="*/ 15622090 w 15640512"/>
                <a:gd name="connsiteY2" fmla="*/ 2847284 h 2847284"/>
                <a:gd name="connsiteX3" fmla="*/ 1 w 15640512"/>
                <a:gd name="connsiteY3" fmla="*/ 2 h 2847284"/>
                <a:gd name="connsiteX0" fmla="*/ 1 w 16401521"/>
                <a:gd name="connsiteY0" fmla="*/ 2 h 2203505"/>
                <a:gd name="connsiteX1" fmla="*/ 15640512 w 16401521"/>
                <a:gd name="connsiteY1" fmla="*/ 2169011 h 2203505"/>
                <a:gd name="connsiteX2" fmla="*/ 16401525 w 16401521"/>
                <a:gd name="connsiteY2" fmla="*/ 1770549 h 2203505"/>
                <a:gd name="connsiteX3" fmla="*/ 1 w 16401521"/>
                <a:gd name="connsiteY3" fmla="*/ 2 h 2203505"/>
                <a:gd name="connsiteX0" fmla="*/ 1 w 16401521"/>
                <a:gd name="connsiteY0" fmla="*/ 2 h 2686194"/>
                <a:gd name="connsiteX1" fmla="*/ 15438743 w 16401521"/>
                <a:gd name="connsiteY1" fmla="*/ 2656945 h 2686194"/>
                <a:gd name="connsiteX2" fmla="*/ 16401525 w 16401521"/>
                <a:gd name="connsiteY2" fmla="*/ 1770549 h 2686194"/>
                <a:gd name="connsiteX3" fmla="*/ 1 w 16401521"/>
                <a:gd name="connsiteY3" fmla="*/ 2 h 2686194"/>
                <a:gd name="connsiteX0" fmla="*/ 1 w 15749519"/>
                <a:gd name="connsiteY0" fmla="*/ 2 h 2686194"/>
                <a:gd name="connsiteX1" fmla="*/ 15438743 w 15749519"/>
                <a:gd name="connsiteY1" fmla="*/ 2656945 h 2686194"/>
                <a:gd name="connsiteX2" fmla="*/ 15749519 w 15749519"/>
                <a:gd name="connsiteY2" fmla="*/ 2090097 h 2686194"/>
                <a:gd name="connsiteX3" fmla="*/ 1 w 15749519"/>
                <a:gd name="connsiteY3" fmla="*/ 2 h 2686194"/>
                <a:gd name="connsiteX0" fmla="*/ 1 w 15749519"/>
                <a:gd name="connsiteY0" fmla="*/ 2 h 2397448"/>
                <a:gd name="connsiteX1" fmla="*/ 15447941 w 15749519"/>
                <a:gd name="connsiteY1" fmla="*/ 2365274 h 2397448"/>
                <a:gd name="connsiteX2" fmla="*/ 15749519 w 15749519"/>
                <a:gd name="connsiteY2" fmla="*/ 2090097 h 2397448"/>
                <a:gd name="connsiteX3" fmla="*/ 1 w 15749519"/>
                <a:gd name="connsiteY3" fmla="*/ 2 h 2397448"/>
                <a:gd name="connsiteX0" fmla="*/ 1 w 15749519"/>
                <a:gd name="connsiteY0" fmla="*/ 2 h 2397448"/>
                <a:gd name="connsiteX1" fmla="*/ 15447941 w 15749519"/>
                <a:gd name="connsiteY1" fmla="*/ 2365274 h 2397448"/>
                <a:gd name="connsiteX2" fmla="*/ 15749519 w 15749519"/>
                <a:gd name="connsiteY2" fmla="*/ 2090097 h 2397448"/>
                <a:gd name="connsiteX3" fmla="*/ 1 w 15749519"/>
                <a:gd name="connsiteY3" fmla="*/ 2 h 2397448"/>
                <a:gd name="connsiteX0" fmla="*/ 1 w 15749519"/>
                <a:gd name="connsiteY0" fmla="*/ 2 h 2450887"/>
                <a:gd name="connsiteX1" fmla="*/ 15447941 w 15749519"/>
                <a:gd name="connsiteY1" fmla="*/ 2365274 h 2450887"/>
                <a:gd name="connsiteX2" fmla="*/ 15749519 w 15749519"/>
                <a:gd name="connsiteY2" fmla="*/ 2090097 h 2450887"/>
                <a:gd name="connsiteX3" fmla="*/ 1 w 15749519"/>
                <a:gd name="connsiteY3" fmla="*/ 2 h 2450887"/>
                <a:gd name="connsiteX0" fmla="*/ 1 w 15749519"/>
                <a:gd name="connsiteY0" fmla="*/ 2 h 2450887"/>
                <a:gd name="connsiteX1" fmla="*/ 15447941 w 15749519"/>
                <a:gd name="connsiteY1" fmla="*/ 2365274 h 2450887"/>
                <a:gd name="connsiteX2" fmla="*/ 15749519 w 15749519"/>
                <a:gd name="connsiteY2" fmla="*/ 2090097 h 2450887"/>
                <a:gd name="connsiteX3" fmla="*/ 1 w 15749519"/>
                <a:gd name="connsiteY3" fmla="*/ 2 h 2450887"/>
                <a:gd name="connsiteX0" fmla="*/ 1 w 15553425"/>
                <a:gd name="connsiteY0" fmla="*/ 2 h 2450887"/>
                <a:gd name="connsiteX1" fmla="*/ 15447941 w 15553425"/>
                <a:gd name="connsiteY1" fmla="*/ 2365274 h 2450887"/>
                <a:gd name="connsiteX2" fmla="*/ 15553420 w 15553425"/>
                <a:gd name="connsiteY2" fmla="*/ 2070415 h 2450887"/>
                <a:gd name="connsiteX3" fmla="*/ 1 w 15553425"/>
                <a:gd name="connsiteY3" fmla="*/ 2 h 2450887"/>
                <a:gd name="connsiteX0" fmla="*/ 1 w 15553416"/>
                <a:gd name="connsiteY0" fmla="*/ 2 h 2450887"/>
                <a:gd name="connsiteX1" fmla="*/ 15447941 w 15553416"/>
                <a:gd name="connsiteY1" fmla="*/ 2365274 h 2450887"/>
                <a:gd name="connsiteX2" fmla="*/ 15553420 w 15553416"/>
                <a:gd name="connsiteY2" fmla="*/ 2070415 h 2450887"/>
                <a:gd name="connsiteX3" fmla="*/ 1 w 15553416"/>
                <a:gd name="connsiteY3" fmla="*/ 2 h 2450887"/>
                <a:gd name="connsiteX0" fmla="*/ 1 w 15556963"/>
                <a:gd name="connsiteY0" fmla="*/ 2 h 2290715"/>
                <a:gd name="connsiteX1" fmla="*/ 15556958 w 15556963"/>
                <a:gd name="connsiteY1" fmla="*/ 2191422 h 2290715"/>
                <a:gd name="connsiteX2" fmla="*/ 15553420 w 15556963"/>
                <a:gd name="connsiteY2" fmla="*/ 2070415 h 2290715"/>
                <a:gd name="connsiteX3" fmla="*/ 1 w 15556963"/>
                <a:gd name="connsiteY3" fmla="*/ 2 h 2290715"/>
                <a:gd name="connsiteX0" fmla="*/ 1 w 15556963"/>
                <a:gd name="connsiteY0" fmla="*/ 2 h 2251347"/>
                <a:gd name="connsiteX1" fmla="*/ 15556958 w 15556963"/>
                <a:gd name="connsiteY1" fmla="*/ 2191422 h 2251347"/>
                <a:gd name="connsiteX2" fmla="*/ 15553420 w 15556963"/>
                <a:gd name="connsiteY2" fmla="*/ 2070415 h 2251347"/>
                <a:gd name="connsiteX3" fmla="*/ 1 w 15556963"/>
                <a:gd name="connsiteY3" fmla="*/ 2 h 2251347"/>
                <a:gd name="connsiteX0" fmla="*/ 1 w 15556963"/>
                <a:gd name="connsiteY0" fmla="*/ 2 h 2270539"/>
                <a:gd name="connsiteX1" fmla="*/ 15556958 w 15556963"/>
                <a:gd name="connsiteY1" fmla="*/ 2191422 h 2270539"/>
                <a:gd name="connsiteX2" fmla="*/ 15553420 w 15556963"/>
                <a:gd name="connsiteY2" fmla="*/ 2070415 h 2270539"/>
                <a:gd name="connsiteX3" fmla="*/ 1 w 15556963"/>
                <a:gd name="connsiteY3" fmla="*/ 2 h 2270539"/>
                <a:gd name="connsiteX0" fmla="*/ 1 w 15556963"/>
                <a:gd name="connsiteY0" fmla="*/ 2 h 2329199"/>
                <a:gd name="connsiteX1" fmla="*/ 15556958 w 15556963"/>
                <a:gd name="connsiteY1" fmla="*/ 2191422 h 2329199"/>
                <a:gd name="connsiteX2" fmla="*/ 15553420 w 15556963"/>
                <a:gd name="connsiteY2" fmla="*/ 2070415 h 2329199"/>
                <a:gd name="connsiteX3" fmla="*/ 1 w 15556963"/>
                <a:gd name="connsiteY3" fmla="*/ 2 h 2329199"/>
                <a:gd name="connsiteX0" fmla="*/ 1 w 15556963"/>
                <a:gd name="connsiteY0" fmla="*/ 2 h 2329199"/>
                <a:gd name="connsiteX1" fmla="*/ 15556958 w 15556963"/>
                <a:gd name="connsiteY1" fmla="*/ 2191422 h 2329199"/>
                <a:gd name="connsiteX2" fmla="*/ 15553420 w 15556963"/>
                <a:gd name="connsiteY2" fmla="*/ 2070415 h 2329199"/>
                <a:gd name="connsiteX3" fmla="*/ 1 w 15556963"/>
                <a:gd name="connsiteY3" fmla="*/ 2 h 2329199"/>
                <a:gd name="connsiteX0" fmla="*/ -1 w 16618687"/>
                <a:gd name="connsiteY0" fmla="*/ -4 h 2896943"/>
                <a:gd name="connsiteX1" fmla="*/ 16618682 w 16618687"/>
                <a:gd name="connsiteY1" fmla="*/ 2818227 h 2896943"/>
                <a:gd name="connsiteX2" fmla="*/ 16615144 w 16618687"/>
                <a:gd name="connsiteY2" fmla="*/ 2697220 h 2896943"/>
                <a:gd name="connsiteX3" fmla="*/ -1 w 16618687"/>
                <a:gd name="connsiteY3" fmla="*/ -4 h 2896943"/>
                <a:gd name="connsiteX0" fmla="*/ -1 w 16618687"/>
                <a:gd name="connsiteY0" fmla="*/ -4 h 3139113"/>
                <a:gd name="connsiteX1" fmla="*/ 16618682 w 16618687"/>
                <a:gd name="connsiteY1" fmla="*/ 2818227 h 3139113"/>
                <a:gd name="connsiteX2" fmla="*/ 16615144 w 16618687"/>
                <a:gd name="connsiteY2" fmla="*/ 2697220 h 3139113"/>
                <a:gd name="connsiteX3" fmla="*/ -1 w 16618687"/>
                <a:gd name="connsiteY3" fmla="*/ -4 h 3139113"/>
                <a:gd name="connsiteX0" fmla="*/ -1 w 16618687"/>
                <a:gd name="connsiteY0" fmla="*/ -4 h 3139113"/>
                <a:gd name="connsiteX1" fmla="*/ 16618682 w 16618687"/>
                <a:gd name="connsiteY1" fmla="*/ 2818227 h 3139113"/>
                <a:gd name="connsiteX2" fmla="*/ 16615144 w 16618687"/>
                <a:gd name="connsiteY2" fmla="*/ 2697220 h 3139113"/>
                <a:gd name="connsiteX3" fmla="*/ -1 w 16618687"/>
                <a:gd name="connsiteY3" fmla="*/ -4 h 3139113"/>
                <a:gd name="connsiteX0" fmla="*/ -1 w 16618687"/>
                <a:gd name="connsiteY0" fmla="*/ -4 h 3070251"/>
                <a:gd name="connsiteX1" fmla="*/ 16618682 w 16618687"/>
                <a:gd name="connsiteY1" fmla="*/ 2818227 h 3070251"/>
                <a:gd name="connsiteX2" fmla="*/ 16615144 w 16618687"/>
                <a:gd name="connsiteY2" fmla="*/ 2697220 h 3070251"/>
                <a:gd name="connsiteX3" fmla="*/ -1 w 16618687"/>
                <a:gd name="connsiteY3" fmla="*/ -4 h 3070251"/>
                <a:gd name="connsiteX0" fmla="*/ -1 w 16618687"/>
                <a:gd name="connsiteY0" fmla="*/ -4 h 3031731"/>
                <a:gd name="connsiteX1" fmla="*/ 16618682 w 16618687"/>
                <a:gd name="connsiteY1" fmla="*/ 2818227 h 3031731"/>
                <a:gd name="connsiteX2" fmla="*/ 16615144 w 16618687"/>
                <a:gd name="connsiteY2" fmla="*/ 2697220 h 3031731"/>
                <a:gd name="connsiteX3" fmla="*/ -1 w 16618687"/>
                <a:gd name="connsiteY3" fmla="*/ -4 h 3031731"/>
                <a:gd name="connsiteX0" fmla="*/ -1 w 16618687"/>
                <a:gd name="connsiteY0" fmla="*/ -4 h 3042416"/>
                <a:gd name="connsiteX1" fmla="*/ 16618682 w 16618687"/>
                <a:gd name="connsiteY1" fmla="*/ 2818227 h 3042416"/>
                <a:gd name="connsiteX2" fmla="*/ 16615144 w 16618687"/>
                <a:gd name="connsiteY2" fmla="*/ 2697220 h 3042416"/>
                <a:gd name="connsiteX3" fmla="*/ -1 w 16618687"/>
                <a:gd name="connsiteY3" fmla="*/ -4 h 3042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618687" h="3042416">
                  <a:moveTo>
                    <a:pt x="-1" y="-4"/>
                  </a:moveTo>
                  <a:cubicBezTo>
                    <a:pt x="1369049" y="1189587"/>
                    <a:pt x="11745160" y="3823804"/>
                    <a:pt x="16618682" y="2818227"/>
                  </a:cubicBezTo>
                  <a:lnTo>
                    <a:pt x="16615144" y="2697220"/>
                  </a:lnTo>
                  <a:cubicBezTo>
                    <a:pt x="12506599" y="3031771"/>
                    <a:pt x="7221605" y="2916874"/>
                    <a:pt x="-1" y="-4"/>
                  </a:cubicBezTo>
                  <a:close/>
                </a:path>
              </a:pathLst>
            </a:cu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7">
              <a:extLst>
                <a:ext uri="{FF2B5EF4-FFF2-40B4-BE49-F238E27FC236}">
                  <a16:creationId xmlns:a16="http://schemas.microsoft.com/office/drawing/2014/main" id="{5F644491-AD44-6BCB-04AC-3831E357217A}"/>
                </a:ext>
              </a:extLst>
            </p:cNvPr>
            <p:cNvSpPr/>
            <p:nvPr/>
          </p:nvSpPr>
          <p:spPr>
            <a:xfrm rot="20256888" flipH="1">
              <a:off x="6988791" y="5457025"/>
              <a:ext cx="936826" cy="330723"/>
            </a:xfrm>
            <a:custGeom>
              <a:avLst/>
              <a:gdLst>
                <a:gd name="connsiteX0" fmla="*/ 0 w 1007285"/>
                <a:gd name="connsiteY0" fmla="*/ 0 h 94954"/>
                <a:gd name="connsiteX1" fmla="*/ 1007285 w 1007285"/>
                <a:gd name="connsiteY1" fmla="*/ 0 h 94954"/>
                <a:gd name="connsiteX2" fmla="*/ 1007285 w 1007285"/>
                <a:gd name="connsiteY2" fmla="*/ 94954 h 94954"/>
                <a:gd name="connsiteX3" fmla="*/ 0 w 1007285"/>
                <a:gd name="connsiteY3" fmla="*/ 94954 h 94954"/>
                <a:gd name="connsiteX4" fmla="*/ 0 w 1007285"/>
                <a:gd name="connsiteY4" fmla="*/ 0 h 94954"/>
                <a:gd name="connsiteX0" fmla="*/ 2819400 w 3826685"/>
                <a:gd name="connsiteY0" fmla="*/ 0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4" fmla="*/ 2819400 w 3826685"/>
                <a:gd name="connsiteY4" fmla="*/ 0 h 869654"/>
                <a:gd name="connsiteX0" fmla="*/ 0 w 3826685"/>
                <a:gd name="connsiteY0" fmla="*/ 869654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968065 h 1033547"/>
                <a:gd name="connsiteX1" fmla="*/ 3826685 w 3826685"/>
                <a:gd name="connsiteY1" fmla="*/ 98411 h 1033547"/>
                <a:gd name="connsiteX2" fmla="*/ 3826685 w 3826685"/>
                <a:gd name="connsiteY2" fmla="*/ 193365 h 1033547"/>
                <a:gd name="connsiteX3" fmla="*/ 0 w 3826685"/>
                <a:gd name="connsiteY3" fmla="*/ 968065 h 1033547"/>
                <a:gd name="connsiteX0" fmla="*/ 0 w 3826685"/>
                <a:gd name="connsiteY0" fmla="*/ 968065 h 1013810"/>
                <a:gd name="connsiteX1" fmla="*/ 3826685 w 3826685"/>
                <a:gd name="connsiteY1" fmla="*/ 98411 h 1013810"/>
                <a:gd name="connsiteX2" fmla="*/ 3826685 w 3826685"/>
                <a:gd name="connsiteY2" fmla="*/ 193365 h 1013810"/>
                <a:gd name="connsiteX3" fmla="*/ 0 w 3826685"/>
                <a:gd name="connsiteY3" fmla="*/ 968065 h 1013810"/>
                <a:gd name="connsiteX0" fmla="*/ 0 w 3826685"/>
                <a:gd name="connsiteY0" fmla="*/ 968065 h 1012429"/>
                <a:gd name="connsiteX1" fmla="*/ 3826685 w 3826685"/>
                <a:gd name="connsiteY1" fmla="*/ 98411 h 1012429"/>
                <a:gd name="connsiteX2" fmla="*/ 3826685 w 3826685"/>
                <a:gd name="connsiteY2" fmla="*/ 193365 h 1012429"/>
                <a:gd name="connsiteX3" fmla="*/ 0 w 3826685"/>
                <a:gd name="connsiteY3" fmla="*/ 968065 h 1012429"/>
                <a:gd name="connsiteX0" fmla="*/ 2 w 8087297"/>
                <a:gd name="connsiteY0" fmla="*/ -1 h 1456523"/>
                <a:gd name="connsiteX1" fmla="*/ 8087297 w 8087297"/>
                <a:gd name="connsiteY1" fmla="*/ 1361569 h 1456523"/>
                <a:gd name="connsiteX2" fmla="*/ 8087297 w 8087297"/>
                <a:gd name="connsiteY2" fmla="*/ 1456523 h 1456523"/>
                <a:gd name="connsiteX3" fmla="*/ 2 w 8087297"/>
                <a:gd name="connsiteY3" fmla="*/ -1 h 1456523"/>
                <a:gd name="connsiteX0" fmla="*/ 2 w 8087297"/>
                <a:gd name="connsiteY0" fmla="*/ -1 h 1456523"/>
                <a:gd name="connsiteX1" fmla="*/ 8087297 w 8087297"/>
                <a:gd name="connsiteY1" fmla="*/ 1361569 h 1456523"/>
                <a:gd name="connsiteX2" fmla="*/ 8087297 w 8087297"/>
                <a:gd name="connsiteY2" fmla="*/ 1456523 h 1456523"/>
                <a:gd name="connsiteX3" fmla="*/ 2 w 8087297"/>
                <a:gd name="connsiteY3" fmla="*/ -1 h 1456523"/>
                <a:gd name="connsiteX0" fmla="*/ 2 w 8087297"/>
                <a:gd name="connsiteY0" fmla="*/ -1 h 2510336"/>
                <a:gd name="connsiteX1" fmla="*/ 8087297 w 8087297"/>
                <a:gd name="connsiteY1" fmla="*/ 1361569 h 2510336"/>
                <a:gd name="connsiteX2" fmla="*/ 8087297 w 8087297"/>
                <a:gd name="connsiteY2" fmla="*/ 1456523 h 2510336"/>
                <a:gd name="connsiteX3" fmla="*/ 2 w 8087297"/>
                <a:gd name="connsiteY3" fmla="*/ -1 h 2510336"/>
                <a:gd name="connsiteX0" fmla="*/ 2 w 8087297"/>
                <a:gd name="connsiteY0" fmla="*/ -1 h 2510336"/>
                <a:gd name="connsiteX1" fmla="*/ 8087297 w 8087297"/>
                <a:gd name="connsiteY1" fmla="*/ 1361569 h 2510336"/>
                <a:gd name="connsiteX2" fmla="*/ 8087297 w 8087297"/>
                <a:gd name="connsiteY2" fmla="*/ 1456523 h 2510336"/>
                <a:gd name="connsiteX3" fmla="*/ 2 w 8087297"/>
                <a:gd name="connsiteY3" fmla="*/ -1 h 2510336"/>
                <a:gd name="connsiteX0" fmla="*/ -2 w 9409711"/>
                <a:gd name="connsiteY0" fmla="*/ -1 h 1549216"/>
                <a:gd name="connsiteX1" fmla="*/ 9409711 w 9409711"/>
                <a:gd name="connsiteY1" fmla="*/ 139136 h 1549216"/>
                <a:gd name="connsiteX2" fmla="*/ 9409711 w 9409711"/>
                <a:gd name="connsiteY2" fmla="*/ 234090 h 1549216"/>
                <a:gd name="connsiteX3" fmla="*/ -2 w 9409711"/>
                <a:gd name="connsiteY3" fmla="*/ -1 h 1549216"/>
                <a:gd name="connsiteX0" fmla="*/ -2 w 9409711"/>
                <a:gd name="connsiteY0" fmla="*/ -1 h 1291853"/>
                <a:gd name="connsiteX1" fmla="*/ 9409711 w 9409711"/>
                <a:gd name="connsiteY1" fmla="*/ 139136 h 1291853"/>
                <a:gd name="connsiteX2" fmla="*/ 9409711 w 9409711"/>
                <a:gd name="connsiteY2" fmla="*/ 234090 h 1291853"/>
                <a:gd name="connsiteX3" fmla="*/ -2 w 9409711"/>
                <a:gd name="connsiteY3" fmla="*/ -1 h 129185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640512 w 15640512"/>
                <a:gd name="connsiteY2" fmla="*/ 2263965 h 2970323"/>
                <a:gd name="connsiteX3" fmla="*/ 1 w 15640512"/>
                <a:gd name="connsiteY3" fmla="*/ 2 h 297032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640512 w 15640512"/>
                <a:gd name="connsiteY2" fmla="*/ 2263965 h 2970323"/>
                <a:gd name="connsiteX3" fmla="*/ 1 w 15640512"/>
                <a:gd name="connsiteY3" fmla="*/ 2 h 297032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640512 w 15640512"/>
                <a:gd name="connsiteY2" fmla="*/ 2263965 h 2970323"/>
                <a:gd name="connsiteX3" fmla="*/ 1 w 15640512"/>
                <a:gd name="connsiteY3" fmla="*/ 2 h 297032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511313 w 15640512"/>
                <a:gd name="connsiteY2" fmla="*/ 2913171 h 2970323"/>
                <a:gd name="connsiteX3" fmla="*/ 1 w 15640512"/>
                <a:gd name="connsiteY3" fmla="*/ 2 h 2970323"/>
                <a:gd name="connsiteX0" fmla="*/ 1 w 15640512"/>
                <a:gd name="connsiteY0" fmla="*/ 2 h 2913170"/>
                <a:gd name="connsiteX1" fmla="*/ 15640512 w 15640512"/>
                <a:gd name="connsiteY1" fmla="*/ 2169011 h 2913170"/>
                <a:gd name="connsiteX2" fmla="*/ 15511313 w 15640512"/>
                <a:gd name="connsiteY2" fmla="*/ 2913171 h 2913170"/>
                <a:gd name="connsiteX3" fmla="*/ 1 w 15640512"/>
                <a:gd name="connsiteY3" fmla="*/ 2 h 2913170"/>
                <a:gd name="connsiteX0" fmla="*/ 1 w 15863856"/>
                <a:gd name="connsiteY0" fmla="*/ 2 h 2240173"/>
                <a:gd name="connsiteX1" fmla="*/ 15640512 w 15863856"/>
                <a:gd name="connsiteY1" fmla="*/ 2169011 h 2240173"/>
                <a:gd name="connsiteX2" fmla="*/ 15863857 w 15863856"/>
                <a:gd name="connsiteY2" fmla="*/ 2240175 h 2240173"/>
                <a:gd name="connsiteX3" fmla="*/ 1 w 15863856"/>
                <a:gd name="connsiteY3" fmla="*/ 2 h 2240173"/>
                <a:gd name="connsiteX0" fmla="*/ 1 w 15640512"/>
                <a:gd name="connsiteY0" fmla="*/ 2 h 2847284"/>
                <a:gd name="connsiteX1" fmla="*/ 15640512 w 15640512"/>
                <a:gd name="connsiteY1" fmla="*/ 2169011 h 2847284"/>
                <a:gd name="connsiteX2" fmla="*/ 15622090 w 15640512"/>
                <a:gd name="connsiteY2" fmla="*/ 2847284 h 2847284"/>
                <a:gd name="connsiteX3" fmla="*/ 1 w 15640512"/>
                <a:gd name="connsiteY3" fmla="*/ 2 h 2847284"/>
                <a:gd name="connsiteX0" fmla="*/ 1 w 16401521"/>
                <a:gd name="connsiteY0" fmla="*/ 2 h 2203505"/>
                <a:gd name="connsiteX1" fmla="*/ 15640512 w 16401521"/>
                <a:gd name="connsiteY1" fmla="*/ 2169011 h 2203505"/>
                <a:gd name="connsiteX2" fmla="*/ 16401525 w 16401521"/>
                <a:gd name="connsiteY2" fmla="*/ 1770549 h 2203505"/>
                <a:gd name="connsiteX3" fmla="*/ 1 w 16401521"/>
                <a:gd name="connsiteY3" fmla="*/ 2 h 2203505"/>
                <a:gd name="connsiteX0" fmla="*/ 1 w 16401521"/>
                <a:gd name="connsiteY0" fmla="*/ 2 h 2686194"/>
                <a:gd name="connsiteX1" fmla="*/ 15438743 w 16401521"/>
                <a:gd name="connsiteY1" fmla="*/ 2656945 h 2686194"/>
                <a:gd name="connsiteX2" fmla="*/ 16401525 w 16401521"/>
                <a:gd name="connsiteY2" fmla="*/ 1770549 h 2686194"/>
                <a:gd name="connsiteX3" fmla="*/ 1 w 16401521"/>
                <a:gd name="connsiteY3" fmla="*/ 2 h 2686194"/>
                <a:gd name="connsiteX0" fmla="*/ 1 w 15749519"/>
                <a:gd name="connsiteY0" fmla="*/ 2 h 2686194"/>
                <a:gd name="connsiteX1" fmla="*/ 15438743 w 15749519"/>
                <a:gd name="connsiteY1" fmla="*/ 2656945 h 2686194"/>
                <a:gd name="connsiteX2" fmla="*/ 15749519 w 15749519"/>
                <a:gd name="connsiteY2" fmla="*/ 2090097 h 2686194"/>
                <a:gd name="connsiteX3" fmla="*/ 1 w 15749519"/>
                <a:gd name="connsiteY3" fmla="*/ 2 h 2686194"/>
                <a:gd name="connsiteX0" fmla="*/ 1 w 15749519"/>
                <a:gd name="connsiteY0" fmla="*/ 2 h 2397448"/>
                <a:gd name="connsiteX1" fmla="*/ 15447941 w 15749519"/>
                <a:gd name="connsiteY1" fmla="*/ 2365274 h 2397448"/>
                <a:gd name="connsiteX2" fmla="*/ 15749519 w 15749519"/>
                <a:gd name="connsiteY2" fmla="*/ 2090097 h 2397448"/>
                <a:gd name="connsiteX3" fmla="*/ 1 w 15749519"/>
                <a:gd name="connsiteY3" fmla="*/ 2 h 2397448"/>
                <a:gd name="connsiteX0" fmla="*/ 1 w 15749519"/>
                <a:gd name="connsiteY0" fmla="*/ 2 h 2397448"/>
                <a:gd name="connsiteX1" fmla="*/ 15447941 w 15749519"/>
                <a:gd name="connsiteY1" fmla="*/ 2365274 h 2397448"/>
                <a:gd name="connsiteX2" fmla="*/ 15749519 w 15749519"/>
                <a:gd name="connsiteY2" fmla="*/ 2090097 h 2397448"/>
                <a:gd name="connsiteX3" fmla="*/ 1 w 15749519"/>
                <a:gd name="connsiteY3" fmla="*/ 2 h 2397448"/>
                <a:gd name="connsiteX0" fmla="*/ 1 w 15749519"/>
                <a:gd name="connsiteY0" fmla="*/ 2 h 2450887"/>
                <a:gd name="connsiteX1" fmla="*/ 15447941 w 15749519"/>
                <a:gd name="connsiteY1" fmla="*/ 2365274 h 2450887"/>
                <a:gd name="connsiteX2" fmla="*/ 15749519 w 15749519"/>
                <a:gd name="connsiteY2" fmla="*/ 2090097 h 2450887"/>
                <a:gd name="connsiteX3" fmla="*/ 1 w 15749519"/>
                <a:gd name="connsiteY3" fmla="*/ 2 h 2450887"/>
                <a:gd name="connsiteX0" fmla="*/ 1 w 15749519"/>
                <a:gd name="connsiteY0" fmla="*/ 2 h 2450887"/>
                <a:gd name="connsiteX1" fmla="*/ 15447941 w 15749519"/>
                <a:gd name="connsiteY1" fmla="*/ 2365274 h 2450887"/>
                <a:gd name="connsiteX2" fmla="*/ 15749519 w 15749519"/>
                <a:gd name="connsiteY2" fmla="*/ 2090097 h 2450887"/>
                <a:gd name="connsiteX3" fmla="*/ 1 w 15749519"/>
                <a:gd name="connsiteY3" fmla="*/ 2 h 2450887"/>
                <a:gd name="connsiteX0" fmla="*/ 1 w 15553425"/>
                <a:gd name="connsiteY0" fmla="*/ 2 h 2450887"/>
                <a:gd name="connsiteX1" fmla="*/ 15447941 w 15553425"/>
                <a:gd name="connsiteY1" fmla="*/ 2365274 h 2450887"/>
                <a:gd name="connsiteX2" fmla="*/ 15553420 w 15553425"/>
                <a:gd name="connsiteY2" fmla="*/ 2070415 h 2450887"/>
                <a:gd name="connsiteX3" fmla="*/ 1 w 15553425"/>
                <a:gd name="connsiteY3" fmla="*/ 2 h 2450887"/>
                <a:gd name="connsiteX0" fmla="*/ 1 w 15553416"/>
                <a:gd name="connsiteY0" fmla="*/ 2 h 2450887"/>
                <a:gd name="connsiteX1" fmla="*/ 15447941 w 15553416"/>
                <a:gd name="connsiteY1" fmla="*/ 2365274 h 2450887"/>
                <a:gd name="connsiteX2" fmla="*/ 15553420 w 15553416"/>
                <a:gd name="connsiteY2" fmla="*/ 2070415 h 2450887"/>
                <a:gd name="connsiteX3" fmla="*/ 1 w 15553416"/>
                <a:gd name="connsiteY3" fmla="*/ 2 h 2450887"/>
                <a:gd name="connsiteX0" fmla="*/ 1 w 15556963"/>
                <a:gd name="connsiteY0" fmla="*/ 2 h 2290715"/>
                <a:gd name="connsiteX1" fmla="*/ 15556958 w 15556963"/>
                <a:gd name="connsiteY1" fmla="*/ 2191422 h 2290715"/>
                <a:gd name="connsiteX2" fmla="*/ 15553420 w 15556963"/>
                <a:gd name="connsiteY2" fmla="*/ 2070415 h 2290715"/>
                <a:gd name="connsiteX3" fmla="*/ 1 w 15556963"/>
                <a:gd name="connsiteY3" fmla="*/ 2 h 2290715"/>
                <a:gd name="connsiteX0" fmla="*/ 1 w 15556963"/>
                <a:gd name="connsiteY0" fmla="*/ 2 h 2251347"/>
                <a:gd name="connsiteX1" fmla="*/ 15556958 w 15556963"/>
                <a:gd name="connsiteY1" fmla="*/ 2191422 h 2251347"/>
                <a:gd name="connsiteX2" fmla="*/ 15553420 w 15556963"/>
                <a:gd name="connsiteY2" fmla="*/ 2070415 h 2251347"/>
                <a:gd name="connsiteX3" fmla="*/ 1 w 15556963"/>
                <a:gd name="connsiteY3" fmla="*/ 2 h 2251347"/>
                <a:gd name="connsiteX0" fmla="*/ 1 w 15556963"/>
                <a:gd name="connsiteY0" fmla="*/ 2 h 2270539"/>
                <a:gd name="connsiteX1" fmla="*/ 15556958 w 15556963"/>
                <a:gd name="connsiteY1" fmla="*/ 2191422 h 2270539"/>
                <a:gd name="connsiteX2" fmla="*/ 15553420 w 15556963"/>
                <a:gd name="connsiteY2" fmla="*/ 2070415 h 2270539"/>
                <a:gd name="connsiteX3" fmla="*/ 1 w 15556963"/>
                <a:gd name="connsiteY3" fmla="*/ 2 h 2270539"/>
                <a:gd name="connsiteX0" fmla="*/ 1 w 15556963"/>
                <a:gd name="connsiteY0" fmla="*/ 2 h 2329199"/>
                <a:gd name="connsiteX1" fmla="*/ 15556958 w 15556963"/>
                <a:gd name="connsiteY1" fmla="*/ 2191422 h 2329199"/>
                <a:gd name="connsiteX2" fmla="*/ 15553420 w 15556963"/>
                <a:gd name="connsiteY2" fmla="*/ 2070415 h 2329199"/>
                <a:gd name="connsiteX3" fmla="*/ 1 w 15556963"/>
                <a:gd name="connsiteY3" fmla="*/ 2 h 2329199"/>
                <a:gd name="connsiteX0" fmla="*/ 1 w 15556963"/>
                <a:gd name="connsiteY0" fmla="*/ 2 h 2329199"/>
                <a:gd name="connsiteX1" fmla="*/ 15556958 w 15556963"/>
                <a:gd name="connsiteY1" fmla="*/ 2191422 h 2329199"/>
                <a:gd name="connsiteX2" fmla="*/ 15553420 w 15556963"/>
                <a:gd name="connsiteY2" fmla="*/ 2070415 h 2329199"/>
                <a:gd name="connsiteX3" fmla="*/ 1 w 15556963"/>
                <a:gd name="connsiteY3" fmla="*/ 2 h 2329199"/>
                <a:gd name="connsiteX0" fmla="*/ -1 w 16618687"/>
                <a:gd name="connsiteY0" fmla="*/ -4 h 2896943"/>
                <a:gd name="connsiteX1" fmla="*/ 16618682 w 16618687"/>
                <a:gd name="connsiteY1" fmla="*/ 2818227 h 2896943"/>
                <a:gd name="connsiteX2" fmla="*/ 16615144 w 16618687"/>
                <a:gd name="connsiteY2" fmla="*/ 2697220 h 2896943"/>
                <a:gd name="connsiteX3" fmla="*/ -1 w 16618687"/>
                <a:gd name="connsiteY3" fmla="*/ -4 h 2896943"/>
                <a:gd name="connsiteX0" fmla="*/ -1 w 16618687"/>
                <a:gd name="connsiteY0" fmla="*/ -4 h 3139113"/>
                <a:gd name="connsiteX1" fmla="*/ 16618682 w 16618687"/>
                <a:gd name="connsiteY1" fmla="*/ 2818227 h 3139113"/>
                <a:gd name="connsiteX2" fmla="*/ 16615144 w 16618687"/>
                <a:gd name="connsiteY2" fmla="*/ 2697220 h 3139113"/>
                <a:gd name="connsiteX3" fmla="*/ -1 w 16618687"/>
                <a:gd name="connsiteY3" fmla="*/ -4 h 3139113"/>
                <a:gd name="connsiteX0" fmla="*/ -1 w 16618687"/>
                <a:gd name="connsiteY0" fmla="*/ -4 h 3139113"/>
                <a:gd name="connsiteX1" fmla="*/ 16618682 w 16618687"/>
                <a:gd name="connsiteY1" fmla="*/ 2818227 h 3139113"/>
                <a:gd name="connsiteX2" fmla="*/ 16615144 w 16618687"/>
                <a:gd name="connsiteY2" fmla="*/ 2697220 h 3139113"/>
                <a:gd name="connsiteX3" fmla="*/ -1 w 16618687"/>
                <a:gd name="connsiteY3" fmla="*/ -4 h 3139113"/>
                <a:gd name="connsiteX0" fmla="*/ -1 w 16618687"/>
                <a:gd name="connsiteY0" fmla="*/ -4 h 3070251"/>
                <a:gd name="connsiteX1" fmla="*/ 16618682 w 16618687"/>
                <a:gd name="connsiteY1" fmla="*/ 2818227 h 3070251"/>
                <a:gd name="connsiteX2" fmla="*/ 16615144 w 16618687"/>
                <a:gd name="connsiteY2" fmla="*/ 2697220 h 3070251"/>
                <a:gd name="connsiteX3" fmla="*/ -1 w 16618687"/>
                <a:gd name="connsiteY3" fmla="*/ -4 h 3070251"/>
                <a:gd name="connsiteX0" fmla="*/ -1 w 16618687"/>
                <a:gd name="connsiteY0" fmla="*/ -4 h 3031731"/>
                <a:gd name="connsiteX1" fmla="*/ 16618682 w 16618687"/>
                <a:gd name="connsiteY1" fmla="*/ 2818227 h 3031731"/>
                <a:gd name="connsiteX2" fmla="*/ 16615144 w 16618687"/>
                <a:gd name="connsiteY2" fmla="*/ 2697220 h 3031731"/>
                <a:gd name="connsiteX3" fmla="*/ -1 w 16618687"/>
                <a:gd name="connsiteY3" fmla="*/ -4 h 3031731"/>
                <a:gd name="connsiteX0" fmla="*/ -1 w 16618687"/>
                <a:gd name="connsiteY0" fmla="*/ -4 h 3042416"/>
                <a:gd name="connsiteX1" fmla="*/ 16618682 w 16618687"/>
                <a:gd name="connsiteY1" fmla="*/ 2818227 h 3042416"/>
                <a:gd name="connsiteX2" fmla="*/ 16615144 w 16618687"/>
                <a:gd name="connsiteY2" fmla="*/ 2697220 h 3042416"/>
                <a:gd name="connsiteX3" fmla="*/ -1 w 16618687"/>
                <a:gd name="connsiteY3" fmla="*/ -4 h 3042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618687" h="3042416">
                  <a:moveTo>
                    <a:pt x="-1" y="-4"/>
                  </a:moveTo>
                  <a:cubicBezTo>
                    <a:pt x="1369049" y="1189587"/>
                    <a:pt x="11745160" y="3823804"/>
                    <a:pt x="16618682" y="2818227"/>
                  </a:cubicBezTo>
                  <a:lnTo>
                    <a:pt x="16615144" y="2697220"/>
                  </a:lnTo>
                  <a:cubicBezTo>
                    <a:pt x="12506599" y="3031771"/>
                    <a:pt x="7221605" y="2916874"/>
                    <a:pt x="-1" y="-4"/>
                  </a:cubicBezTo>
                  <a:close/>
                </a:path>
              </a:pathLst>
            </a:cu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53EAE00-7329-7B2D-1570-5F40E5AAF8EC}"/>
                </a:ext>
              </a:extLst>
            </p:cNvPr>
            <p:cNvSpPr/>
            <p:nvPr/>
          </p:nvSpPr>
          <p:spPr>
            <a:xfrm>
              <a:off x="6593610" y="3453200"/>
              <a:ext cx="913792" cy="2807531"/>
            </a:xfrm>
            <a:custGeom>
              <a:avLst/>
              <a:gdLst>
                <a:gd name="connsiteX0" fmla="*/ 229937 w 913792"/>
                <a:gd name="connsiteY0" fmla="*/ 0 h 2807531"/>
                <a:gd name="connsiteX1" fmla="*/ 271557 w 913792"/>
                <a:gd name="connsiteY1" fmla="*/ 2779421 h 2807531"/>
                <a:gd name="connsiteX2" fmla="*/ 241109 w 913792"/>
                <a:gd name="connsiteY2" fmla="*/ 2806876 h 2807531"/>
                <a:gd name="connsiteX3" fmla="*/ 161588 w 913792"/>
                <a:gd name="connsiteY3" fmla="*/ 2807531 h 2807531"/>
                <a:gd name="connsiteX4" fmla="*/ 3082 w 913792"/>
                <a:gd name="connsiteY4" fmla="*/ 2790145 h 2807531"/>
                <a:gd name="connsiteX5" fmla="*/ 0 w 913792"/>
                <a:gd name="connsiteY5" fmla="*/ 2791348 h 2807531"/>
                <a:gd name="connsiteX6" fmla="*/ 75077 w 913792"/>
                <a:gd name="connsiteY6" fmla="*/ 2720085 h 2807531"/>
                <a:gd name="connsiteX7" fmla="*/ 229937 w 913792"/>
                <a:gd name="connsiteY7" fmla="*/ 0 h 2807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13792" h="2807531">
                  <a:moveTo>
                    <a:pt x="229937" y="0"/>
                  </a:moveTo>
                  <a:cubicBezTo>
                    <a:pt x="804496" y="424692"/>
                    <a:pt x="1407801" y="1693455"/>
                    <a:pt x="271557" y="2779421"/>
                  </a:cubicBezTo>
                  <a:lnTo>
                    <a:pt x="241109" y="2806876"/>
                  </a:lnTo>
                  <a:lnTo>
                    <a:pt x="161588" y="2807531"/>
                  </a:lnTo>
                  <a:cubicBezTo>
                    <a:pt x="106610" y="2805546"/>
                    <a:pt x="52703" y="2799036"/>
                    <a:pt x="3082" y="2790145"/>
                  </a:cubicBezTo>
                  <a:lnTo>
                    <a:pt x="0" y="2791348"/>
                  </a:lnTo>
                  <a:lnTo>
                    <a:pt x="75077" y="2720085"/>
                  </a:lnTo>
                  <a:cubicBezTo>
                    <a:pt x="663525" y="2140055"/>
                    <a:pt x="1173003" y="1316031"/>
                    <a:pt x="229937" y="0"/>
                  </a:cubicBezTo>
                  <a:close/>
                </a:path>
              </a:pathLst>
            </a:custGeom>
            <a:solidFill>
              <a:srgbClr val="E1F5AF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2A91BE74-393D-D2AE-6377-BCCFB381C3A0}"/>
              </a:ext>
            </a:extLst>
          </p:cNvPr>
          <p:cNvGrpSpPr/>
          <p:nvPr/>
        </p:nvGrpSpPr>
        <p:grpSpPr>
          <a:xfrm>
            <a:off x="3257550" y="466448"/>
            <a:ext cx="6455945" cy="5970863"/>
            <a:chOff x="4231842" y="2715747"/>
            <a:chExt cx="3924761" cy="3629865"/>
          </a:xfrm>
          <a:solidFill>
            <a:schemeClr val="bg1"/>
          </a:solidFill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32434E3D-C652-3AEA-6FE3-56827BEC0072}"/>
                </a:ext>
              </a:extLst>
            </p:cNvPr>
            <p:cNvSpPr/>
            <p:nvPr/>
          </p:nvSpPr>
          <p:spPr>
            <a:xfrm>
              <a:off x="4920707" y="2715747"/>
              <a:ext cx="3235896" cy="3629865"/>
            </a:xfrm>
            <a:custGeom>
              <a:avLst/>
              <a:gdLst>
                <a:gd name="connsiteX0" fmla="*/ 0 w 1465943"/>
                <a:gd name="connsiteY0" fmla="*/ 0 h 2046514"/>
                <a:gd name="connsiteX1" fmla="*/ 1465943 w 1465943"/>
                <a:gd name="connsiteY1" fmla="*/ 0 h 2046514"/>
                <a:gd name="connsiteX2" fmla="*/ 1465943 w 1465943"/>
                <a:gd name="connsiteY2" fmla="*/ 2046514 h 2046514"/>
                <a:gd name="connsiteX3" fmla="*/ 0 w 1465943"/>
                <a:gd name="connsiteY3" fmla="*/ 2046514 h 2046514"/>
                <a:gd name="connsiteX4" fmla="*/ 0 w 1465943"/>
                <a:gd name="connsiteY4" fmla="*/ 0 h 2046514"/>
                <a:gd name="connsiteX0" fmla="*/ 0 w 1465943"/>
                <a:gd name="connsiteY0" fmla="*/ 0 h 3381828"/>
                <a:gd name="connsiteX1" fmla="*/ 1465943 w 1465943"/>
                <a:gd name="connsiteY1" fmla="*/ 0 h 3381828"/>
                <a:gd name="connsiteX2" fmla="*/ 595086 w 1465943"/>
                <a:gd name="connsiteY2" fmla="*/ 3381828 h 3381828"/>
                <a:gd name="connsiteX3" fmla="*/ 0 w 1465943"/>
                <a:gd name="connsiteY3" fmla="*/ 2046514 h 3381828"/>
                <a:gd name="connsiteX4" fmla="*/ 0 w 1465943"/>
                <a:gd name="connsiteY4" fmla="*/ 0 h 3381828"/>
                <a:gd name="connsiteX0" fmla="*/ 1059180 w 2525123"/>
                <a:gd name="connsiteY0" fmla="*/ 0 h 3381828"/>
                <a:gd name="connsiteX1" fmla="*/ 2525123 w 2525123"/>
                <a:gd name="connsiteY1" fmla="*/ 0 h 3381828"/>
                <a:gd name="connsiteX2" fmla="*/ 1654266 w 2525123"/>
                <a:gd name="connsiteY2" fmla="*/ 3381828 h 3381828"/>
                <a:gd name="connsiteX3" fmla="*/ 0 w 2525123"/>
                <a:gd name="connsiteY3" fmla="*/ 2983774 h 3381828"/>
                <a:gd name="connsiteX4" fmla="*/ 1059180 w 2525123"/>
                <a:gd name="connsiteY4" fmla="*/ 0 h 3381828"/>
                <a:gd name="connsiteX0" fmla="*/ 1059180 w 2525123"/>
                <a:gd name="connsiteY0" fmla="*/ 0 h 3381828"/>
                <a:gd name="connsiteX1" fmla="*/ 2525123 w 2525123"/>
                <a:gd name="connsiteY1" fmla="*/ 0 h 3381828"/>
                <a:gd name="connsiteX2" fmla="*/ 1654266 w 2525123"/>
                <a:gd name="connsiteY2" fmla="*/ 3381828 h 3381828"/>
                <a:gd name="connsiteX3" fmla="*/ 0 w 2525123"/>
                <a:gd name="connsiteY3" fmla="*/ 2983774 h 3381828"/>
                <a:gd name="connsiteX4" fmla="*/ 1059180 w 2525123"/>
                <a:gd name="connsiteY4" fmla="*/ 0 h 3381828"/>
                <a:gd name="connsiteX0" fmla="*/ 1059180 w 2525123"/>
                <a:gd name="connsiteY0" fmla="*/ 0 h 3351348"/>
                <a:gd name="connsiteX1" fmla="*/ 2525123 w 2525123"/>
                <a:gd name="connsiteY1" fmla="*/ 0 h 3351348"/>
                <a:gd name="connsiteX2" fmla="*/ 1654266 w 2525123"/>
                <a:gd name="connsiteY2" fmla="*/ 3351348 h 3351348"/>
                <a:gd name="connsiteX3" fmla="*/ 0 w 2525123"/>
                <a:gd name="connsiteY3" fmla="*/ 2983774 h 3351348"/>
                <a:gd name="connsiteX4" fmla="*/ 1059180 w 2525123"/>
                <a:gd name="connsiteY4" fmla="*/ 0 h 3351348"/>
                <a:gd name="connsiteX0" fmla="*/ 1059180 w 2525123"/>
                <a:gd name="connsiteY0" fmla="*/ 0 h 3438785"/>
                <a:gd name="connsiteX1" fmla="*/ 2525123 w 2525123"/>
                <a:gd name="connsiteY1" fmla="*/ 0 h 3438785"/>
                <a:gd name="connsiteX2" fmla="*/ 1654266 w 2525123"/>
                <a:gd name="connsiteY2" fmla="*/ 3351348 h 3438785"/>
                <a:gd name="connsiteX3" fmla="*/ 0 w 2525123"/>
                <a:gd name="connsiteY3" fmla="*/ 2983774 h 3438785"/>
                <a:gd name="connsiteX4" fmla="*/ 1059180 w 2525123"/>
                <a:gd name="connsiteY4" fmla="*/ 0 h 3438785"/>
                <a:gd name="connsiteX0" fmla="*/ 1059255 w 2525198"/>
                <a:gd name="connsiteY0" fmla="*/ 0 h 3631788"/>
                <a:gd name="connsiteX1" fmla="*/ 2525198 w 2525198"/>
                <a:gd name="connsiteY1" fmla="*/ 0 h 3631788"/>
                <a:gd name="connsiteX2" fmla="*/ 1654341 w 2525198"/>
                <a:gd name="connsiteY2" fmla="*/ 3351348 h 3631788"/>
                <a:gd name="connsiteX3" fmla="*/ 992489 w 2525198"/>
                <a:gd name="connsiteY3" fmla="*/ 3389461 h 3631788"/>
                <a:gd name="connsiteX4" fmla="*/ 75 w 2525198"/>
                <a:gd name="connsiteY4" fmla="*/ 2983774 h 3631788"/>
                <a:gd name="connsiteX5" fmla="*/ 1059255 w 2525198"/>
                <a:gd name="connsiteY5" fmla="*/ 0 h 3631788"/>
                <a:gd name="connsiteX0" fmla="*/ 1059255 w 2525198"/>
                <a:gd name="connsiteY0" fmla="*/ 0 h 3448573"/>
                <a:gd name="connsiteX1" fmla="*/ 2525198 w 2525198"/>
                <a:gd name="connsiteY1" fmla="*/ 0 h 3448573"/>
                <a:gd name="connsiteX2" fmla="*/ 1654341 w 2525198"/>
                <a:gd name="connsiteY2" fmla="*/ 3351348 h 3448573"/>
                <a:gd name="connsiteX3" fmla="*/ 992489 w 2525198"/>
                <a:gd name="connsiteY3" fmla="*/ 3389461 h 3448573"/>
                <a:gd name="connsiteX4" fmla="*/ 75 w 2525198"/>
                <a:gd name="connsiteY4" fmla="*/ 2983774 h 3448573"/>
                <a:gd name="connsiteX5" fmla="*/ 1059255 w 2525198"/>
                <a:gd name="connsiteY5" fmla="*/ 0 h 3448573"/>
                <a:gd name="connsiteX0" fmla="*/ 1059255 w 2525198"/>
                <a:gd name="connsiteY0" fmla="*/ 0 h 3448573"/>
                <a:gd name="connsiteX1" fmla="*/ 2525198 w 2525198"/>
                <a:gd name="connsiteY1" fmla="*/ 0 h 3448573"/>
                <a:gd name="connsiteX2" fmla="*/ 2249789 w 2525198"/>
                <a:gd name="connsiteY2" fmla="*/ 3206581 h 3448573"/>
                <a:gd name="connsiteX3" fmla="*/ 1654341 w 2525198"/>
                <a:gd name="connsiteY3" fmla="*/ 3351348 h 3448573"/>
                <a:gd name="connsiteX4" fmla="*/ 992489 w 2525198"/>
                <a:gd name="connsiteY4" fmla="*/ 3389461 h 3448573"/>
                <a:gd name="connsiteX5" fmla="*/ 75 w 2525198"/>
                <a:gd name="connsiteY5" fmla="*/ 2983774 h 3448573"/>
                <a:gd name="connsiteX6" fmla="*/ 1059255 w 2525198"/>
                <a:gd name="connsiteY6" fmla="*/ 0 h 3448573"/>
                <a:gd name="connsiteX0" fmla="*/ 1059255 w 2525198"/>
                <a:gd name="connsiteY0" fmla="*/ 0 h 3448573"/>
                <a:gd name="connsiteX1" fmla="*/ 2525198 w 2525198"/>
                <a:gd name="connsiteY1" fmla="*/ 0 h 3448573"/>
                <a:gd name="connsiteX2" fmla="*/ 2249789 w 2525198"/>
                <a:gd name="connsiteY2" fmla="*/ 3206581 h 3448573"/>
                <a:gd name="connsiteX3" fmla="*/ 1654341 w 2525198"/>
                <a:gd name="connsiteY3" fmla="*/ 3351348 h 3448573"/>
                <a:gd name="connsiteX4" fmla="*/ 992489 w 2525198"/>
                <a:gd name="connsiteY4" fmla="*/ 3389461 h 3448573"/>
                <a:gd name="connsiteX5" fmla="*/ 75 w 2525198"/>
                <a:gd name="connsiteY5" fmla="*/ 2983774 h 3448573"/>
                <a:gd name="connsiteX6" fmla="*/ 1059255 w 2525198"/>
                <a:gd name="connsiteY6" fmla="*/ 0 h 3448573"/>
                <a:gd name="connsiteX0" fmla="*/ 1059255 w 2525198"/>
                <a:gd name="connsiteY0" fmla="*/ 0 h 3448573"/>
                <a:gd name="connsiteX1" fmla="*/ 2525198 w 2525198"/>
                <a:gd name="connsiteY1" fmla="*/ 0 h 3448573"/>
                <a:gd name="connsiteX2" fmla="*/ 2249789 w 2525198"/>
                <a:gd name="connsiteY2" fmla="*/ 3206581 h 3448573"/>
                <a:gd name="connsiteX3" fmla="*/ 1654341 w 2525198"/>
                <a:gd name="connsiteY3" fmla="*/ 3351348 h 3448573"/>
                <a:gd name="connsiteX4" fmla="*/ 992489 w 2525198"/>
                <a:gd name="connsiteY4" fmla="*/ 3389461 h 3448573"/>
                <a:gd name="connsiteX5" fmla="*/ 75 w 2525198"/>
                <a:gd name="connsiteY5" fmla="*/ 2983774 h 3448573"/>
                <a:gd name="connsiteX6" fmla="*/ 1059255 w 2525198"/>
                <a:gd name="connsiteY6" fmla="*/ 0 h 3448573"/>
                <a:gd name="connsiteX0" fmla="*/ 1059180 w 2525123"/>
                <a:gd name="connsiteY0" fmla="*/ 0 h 3448573"/>
                <a:gd name="connsiteX1" fmla="*/ 2525123 w 2525123"/>
                <a:gd name="connsiteY1" fmla="*/ 0 h 3448573"/>
                <a:gd name="connsiteX2" fmla="*/ 2249714 w 2525123"/>
                <a:gd name="connsiteY2" fmla="*/ 3206581 h 3448573"/>
                <a:gd name="connsiteX3" fmla="*/ 1654266 w 2525123"/>
                <a:gd name="connsiteY3" fmla="*/ 3351348 h 3448573"/>
                <a:gd name="connsiteX4" fmla="*/ 992414 w 2525123"/>
                <a:gd name="connsiteY4" fmla="*/ 3389461 h 3448573"/>
                <a:gd name="connsiteX5" fmla="*/ 0 w 2525123"/>
                <a:gd name="connsiteY5" fmla="*/ 2983774 h 3448573"/>
                <a:gd name="connsiteX6" fmla="*/ 1059180 w 2525123"/>
                <a:gd name="connsiteY6" fmla="*/ 0 h 3448573"/>
                <a:gd name="connsiteX0" fmla="*/ 1059180 w 2525123"/>
                <a:gd name="connsiteY0" fmla="*/ 0 h 3448573"/>
                <a:gd name="connsiteX1" fmla="*/ 2525123 w 2525123"/>
                <a:gd name="connsiteY1" fmla="*/ 0 h 3448573"/>
                <a:gd name="connsiteX2" fmla="*/ 2249714 w 2525123"/>
                <a:gd name="connsiteY2" fmla="*/ 3206581 h 3448573"/>
                <a:gd name="connsiteX3" fmla="*/ 1654266 w 2525123"/>
                <a:gd name="connsiteY3" fmla="*/ 3351348 h 3448573"/>
                <a:gd name="connsiteX4" fmla="*/ 992414 w 2525123"/>
                <a:gd name="connsiteY4" fmla="*/ 3389461 h 3448573"/>
                <a:gd name="connsiteX5" fmla="*/ 0 w 2525123"/>
                <a:gd name="connsiteY5" fmla="*/ 2983774 h 3448573"/>
                <a:gd name="connsiteX6" fmla="*/ 1059180 w 2525123"/>
                <a:gd name="connsiteY6" fmla="*/ 0 h 3448573"/>
                <a:gd name="connsiteX0" fmla="*/ 1059180 w 3038751"/>
                <a:gd name="connsiteY0" fmla="*/ 0 h 3448573"/>
                <a:gd name="connsiteX1" fmla="*/ 2525123 w 3038751"/>
                <a:gd name="connsiteY1" fmla="*/ 0 h 3448573"/>
                <a:gd name="connsiteX2" fmla="*/ 3034574 w 3038751"/>
                <a:gd name="connsiteY2" fmla="*/ 2345521 h 3448573"/>
                <a:gd name="connsiteX3" fmla="*/ 2249714 w 3038751"/>
                <a:gd name="connsiteY3" fmla="*/ 3206581 h 3448573"/>
                <a:gd name="connsiteX4" fmla="*/ 1654266 w 3038751"/>
                <a:gd name="connsiteY4" fmla="*/ 3351348 h 3448573"/>
                <a:gd name="connsiteX5" fmla="*/ 992414 w 3038751"/>
                <a:gd name="connsiteY5" fmla="*/ 3389461 h 3448573"/>
                <a:gd name="connsiteX6" fmla="*/ 0 w 3038751"/>
                <a:gd name="connsiteY6" fmla="*/ 2983774 h 3448573"/>
                <a:gd name="connsiteX7" fmla="*/ 1059180 w 3038751"/>
                <a:gd name="connsiteY7" fmla="*/ 0 h 3448573"/>
                <a:gd name="connsiteX0" fmla="*/ 1059180 w 3235896"/>
                <a:gd name="connsiteY0" fmla="*/ 0 h 3448573"/>
                <a:gd name="connsiteX1" fmla="*/ 2525123 w 3235896"/>
                <a:gd name="connsiteY1" fmla="*/ 0 h 3448573"/>
                <a:gd name="connsiteX2" fmla="*/ 3209834 w 3235896"/>
                <a:gd name="connsiteY2" fmla="*/ 1469221 h 3448573"/>
                <a:gd name="connsiteX3" fmla="*/ 3034574 w 3235896"/>
                <a:gd name="connsiteY3" fmla="*/ 2345521 h 3448573"/>
                <a:gd name="connsiteX4" fmla="*/ 2249714 w 3235896"/>
                <a:gd name="connsiteY4" fmla="*/ 3206581 h 3448573"/>
                <a:gd name="connsiteX5" fmla="*/ 1654266 w 3235896"/>
                <a:gd name="connsiteY5" fmla="*/ 3351348 h 3448573"/>
                <a:gd name="connsiteX6" fmla="*/ 992414 w 3235896"/>
                <a:gd name="connsiteY6" fmla="*/ 3389461 h 3448573"/>
                <a:gd name="connsiteX7" fmla="*/ 0 w 3235896"/>
                <a:gd name="connsiteY7" fmla="*/ 2983774 h 3448573"/>
                <a:gd name="connsiteX8" fmla="*/ 1059180 w 3235896"/>
                <a:gd name="connsiteY8" fmla="*/ 0 h 3448573"/>
                <a:gd name="connsiteX0" fmla="*/ 1059180 w 3235896"/>
                <a:gd name="connsiteY0" fmla="*/ 0 h 3448573"/>
                <a:gd name="connsiteX1" fmla="*/ 2182223 w 3235896"/>
                <a:gd name="connsiteY1" fmla="*/ 38100 h 3448573"/>
                <a:gd name="connsiteX2" fmla="*/ 3209834 w 3235896"/>
                <a:gd name="connsiteY2" fmla="*/ 1469221 h 3448573"/>
                <a:gd name="connsiteX3" fmla="*/ 3034574 w 3235896"/>
                <a:gd name="connsiteY3" fmla="*/ 2345521 h 3448573"/>
                <a:gd name="connsiteX4" fmla="*/ 2249714 w 3235896"/>
                <a:gd name="connsiteY4" fmla="*/ 3206581 h 3448573"/>
                <a:gd name="connsiteX5" fmla="*/ 1654266 w 3235896"/>
                <a:gd name="connsiteY5" fmla="*/ 3351348 h 3448573"/>
                <a:gd name="connsiteX6" fmla="*/ 992414 w 3235896"/>
                <a:gd name="connsiteY6" fmla="*/ 3389461 h 3448573"/>
                <a:gd name="connsiteX7" fmla="*/ 0 w 3235896"/>
                <a:gd name="connsiteY7" fmla="*/ 2983774 h 3448573"/>
                <a:gd name="connsiteX8" fmla="*/ 1059180 w 3235896"/>
                <a:gd name="connsiteY8" fmla="*/ 0 h 3448573"/>
                <a:gd name="connsiteX0" fmla="*/ 1059180 w 3235896"/>
                <a:gd name="connsiteY0" fmla="*/ 0 h 3448573"/>
                <a:gd name="connsiteX1" fmla="*/ 2182223 w 3235896"/>
                <a:gd name="connsiteY1" fmla="*/ 38100 h 3448573"/>
                <a:gd name="connsiteX2" fmla="*/ 3209834 w 3235896"/>
                <a:gd name="connsiteY2" fmla="*/ 1469221 h 3448573"/>
                <a:gd name="connsiteX3" fmla="*/ 3034574 w 3235896"/>
                <a:gd name="connsiteY3" fmla="*/ 2345521 h 3448573"/>
                <a:gd name="connsiteX4" fmla="*/ 2249714 w 3235896"/>
                <a:gd name="connsiteY4" fmla="*/ 3206581 h 3448573"/>
                <a:gd name="connsiteX5" fmla="*/ 1654266 w 3235896"/>
                <a:gd name="connsiteY5" fmla="*/ 3351348 h 3448573"/>
                <a:gd name="connsiteX6" fmla="*/ 992414 w 3235896"/>
                <a:gd name="connsiteY6" fmla="*/ 3389461 h 3448573"/>
                <a:gd name="connsiteX7" fmla="*/ 0 w 3235896"/>
                <a:gd name="connsiteY7" fmla="*/ 2983774 h 3448573"/>
                <a:gd name="connsiteX8" fmla="*/ 1059180 w 3235896"/>
                <a:gd name="connsiteY8" fmla="*/ 0 h 3448573"/>
                <a:gd name="connsiteX0" fmla="*/ 1059180 w 3235896"/>
                <a:gd name="connsiteY0" fmla="*/ 0 h 3448573"/>
                <a:gd name="connsiteX1" fmla="*/ 2182223 w 3235896"/>
                <a:gd name="connsiteY1" fmla="*/ 38100 h 3448573"/>
                <a:gd name="connsiteX2" fmla="*/ 3209834 w 3235896"/>
                <a:gd name="connsiteY2" fmla="*/ 1469221 h 3448573"/>
                <a:gd name="connsiteX3" fmla="*/ 3034574 w 3235896"/>
                <a:gd name="connsiteY3" fmla="*/ 2345521 h 3448573"/>
                <a:gd name="connsiteX4" fmla="*/ 2249714 w 3235896"/>
                <a:gd name="connsiteY4" fmla="*/ 3206581 h 3448573"/>
                <a:gd name="connsiteX5" fmla="*/ 1654266 w 3235896"/>
                <a:gd name="connsiteY5" fmla="*/ 3351348 h 3448573"/>
                <a:gd name="connsiteX6" fmla="*/ 992414 w 3235896"/>
                <a:gd name="connsiteY6" fmla="*/ 3389461 h 3448573"/>
                <a:gd name="connsiteX7" fmla="*/ 0 w 3235896"/>
                <a:gd name="connsiteY7" fmla="*/ 2983774 h 3448573"/>
                <a:gd name="connsiteX8" fmla="*/ 1059180 w 3235896"/>
                <a:gd name="connsiteY8" fmla="*/ 0 h 3448573"/>
                <a:gd name="connsiteX0" fmla="*/ 1059180 w 3235896"/>
                <a:gd name="connsiteY0" fmla="*/ 166598 h 3615171"/>
                <a:gd name="connsiteX1" fmla="*/ 1530893 w 3235896"/>
                <a:gd name="connsiteY1" fmla="*/ 59 h 3615171"/>
                <a:gd name="connsiteX2" fmla="*/ 2182223 w 3235896"/>
                <a:gd name="connsiteY2" fmla="*/ 204698 h 3615171"/>
                <a:gd name="connsiteX3" fmla="*/ 3209834 w 3235896"/>
                <a:gd name="connsiteY3" fmla="*/ 1635819 h 3615171"/>
                <a:gd name="connsiteX4" fmla="*/ 3034574 w 3235896"/>
                <a:gd name="connsiteY4" fmla="*/ 2512119 h 3615171"/>
                <a:gd name="connsiteX5" fmla="*/ 2249714 w 3235896"/>
                <a:gd name="connsiteY5" fmla="*/ 3373179 h 3615171"/>
                <a:gd name="connsiteX6" fmla="*/ 1654266 w 3235896"/>
                <a:gd name="connsiteY6" fmla="*/ 3517946 h 3615171"/>
                <a:gd name="connsiteX7" fmla="*/ 992414 w 3235896"/>
                <a:gd name="connsiteY7" fmla="*/ 3556059 h 3615171"/>
                <a:gd name="connsiteX8" fmla="*/ 0 w 3235896"/>
                <a:gd name="connsiteY8" fmla="*/ 3150372 h 3615171"/>
                <a:gd name="connsiteX9" fmla="*/ 1059180 w 3235896"/>
                <a:gd name="connsiteY9" fmla="*/ 166598 h 3615171"/>
                <a:gd name="connsiteX0" fmla="*/ 1059180 w 3235896"/>
                <a:gd name="connsiteY0" fmla="*/ 181292 h 3629865"/>
                <a:gd name="connsiteX1" fmla="*/ 1530893 w 3235896"/>
                <a:gd name="connsiteY1" fmla="*/ 14753 h 3629865"/>
                <a:gd name="connsiteX2" fmla="*/ 2182223 w 3235896"/>
                <a:gd name="connsiteY2" fmla="*/ 219392 h 3629865"/>
                <a:gd name="connsiteX3" fmla="*/ 3209834 w 3235896"/>
                <a:gd name="connsiteY3" fmla="*/ 1650513 h 3629865"/>
                <a:gd name="connsiteX4" fmla="*/ 3034574 w 3235896"/>
                <a:gd name="connsiteY4" fmla="*/ 2526813 h 3629865"/>
                <a:gd name="connsiteX5" fmla="*/ 2249714 w 3235896"/>
                <a:gd name="connsiteY5" fmla="*/ 3387873 h 3629865"/>
                <a:gd name="connsiteX6" fmla="*/ 1654266 w 3235896"/>
                <a:gd name="connsiteY6" fmla="*/ 3532640 h 3629865"/>
                <a:gd name="connsiteX7" fmla="*/ 992414 w 3235896"/>
                <a:gd name="connsiteY7" fmla="*/ 3570753 h 3629865"/>
                <a:gd name="connsiteX8" fmla="*/ 0 w 3235896"/>
                <a:gd name="connsiteY8" fmla="*/ 3165066 h 3629865"/>
                <a:gd name="connsiteX9" fmla="*/ 1059180 w 3235896"/>
                <a:gd name="connsiteY9" fmla="*/ 181292 h 3629865"/>
                <a:gd name="connsiteX0" fmla="*/ 1059180 w 3235896"/>
                <a:gd name="connsiteY0" fmla="*/ 181292 h 3629865"/>
                <a:gd name="connsiteX1" fmla="*/ 1530893 w 3235896"/>
                <a:gd name="connsiteY1" fmla="*/ 14753 h 3629865"/>
                <a:gd name="connsiteX2" fmla="*/ 2131423 w 3235896"/>
                <a:gd name="connsiteY2" fmla="*/ 219392 h 3629865"/>
                <a:gd name="connsiteX3" fmla="*/ 3209834 w 3235896"/>
                <a:gd name="connsiteY3" fmla="*/ 1650513 h 3629865"/>
                <a:gd name="connsiteX4" fmla="*/ 3034574 w 3235896"/>
                <a:gd name="connsiteY4" fmla="*/ 2526813 h 3629865"/>
                <a:gd name="connsiteX5" fmla="*/ 2249714 w 3235896"/>
                <a:gd name="connsiteY5" fmla="*/ 3387873 h 3629865"/>
                <a:gd name="connsiteX6" fmla="*/ 1654266 w 3235896"/>
                <a:gd name="connsiteY6" fmla="*/ 3532640 h 3629865"/>
                <a:gd name="connsiteX7" fmla="*/ 992414 w 3235896"/>
                <a:gd name="connsiteY7" fmla="*/ 3570753 h 3629865"/>
                <a:gd name="connsiteX8" fmla="*/ 0 w 3235896"/>
                <a:gd name="connsiteY8" fmla="*/ 3165066 h 3629865"/>
                <a:gd name="connsiteX9" fmla="*/ 1059180 w 3235896"/>
                <a:gd name="connsiteY9" fmla="*/ 181292 h 3629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35896" h="3629865">
                  <a:moveTo>
                    <a:pt x="1059180" y="181292"/>
                  </a:moveTo>
                  <a:cubicBezTo>
                    <a:pt x="1216418" y="185046"/>
                    <a:pt x="1373655" y="10999"/>
                    <a:pt x="1530893" y="14753"/>
                  </a:cubicBezTo>
                  <a:cubicBezTo>
                    <a:pt x="1786103" y="-56734"/>
                    <a:pt x="1914313" y="151179"/>
                    <a:pt x="2131423" y="219392"/>
                  </a:cubicBezTo>
                  <a:cubicBezTo>
                    <a:pt x="2971195" y="512522"/>
                    <a:pt x="3124925" y="1259593"/>
                    <a:pt x="3209834" y="1650513"/>
                  </a:cubicBezTo>
                  <a:cubicBezTo>
                    <a:pt x="3294743" y="2041433"/>
                    <a:pt x="3155224" y="2260113"/>
                    <a:pt x="3034574" y="2526813"/>
                  </a:cubicBezTo>
                  <a:cubicBezTo>
                    <a:pt x="2913924" y="2793513"/>
                    <a:pt x="2362925" y="3276115"/>
                    <a:pt x="2249714" y="3387873"/>
                  </a:cubicBezTo>
                  <a:cubicBezTo>
                    <a:pt x="2119811" y="3565669"/>
                    <a:pt x="1852749" y="3568204"/>
                    <a:pt x="1654266" y="3532640"/>
                  </a:cubicBezTo>
                  <a:cubicBezTo>
                    <a:pt x="1287055" y="3679720"/>
                    <a:pt x="1268125" y="3632015"/>
                    <a:pt x="992414" y="3570753"/>
                  </a:cubicBezTo>
                  <a:cubicBezTo>
                    <a:pt x="716703" y="3562831"/>
                    <a:pt x="166672" y="3380726"/>
                    <a:pt x="0" y="3165066"/>
                  </a:cubicBezTo>
                  <a:lnTo>
                    <a:pt x="1059180" y="181292"/>
                  </a:lnTo>
                  <a:close/>
                </a:path>
              </a:pathLst>
            </a:cu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2">
              <a:extLst>
                <a:ext uri="{FF2B5EF4-FFF2-40B4-BE49-F238E27FC236}">
                  <a16:creationId xmlns:a16="http://schemas.microsoft.com/office/drawing/2014/main" id="{6B4BEECE-C15C-5FB4-FDEC-B4AB7CA7D958}"/>
                </a:ext>
              </a:extLst>
            </p:cNvPr>
            <p:cNvSpPr/>
            <p:nvPr/>
          </p:nvSpPr>
          <p:spPr>
            <a:xfrm rot="9803584">
              <a:off x="4267063" y="2815710"/>
              <a:ext cx="2900928" cy="3487312"/>
            </a:xfrm>
            <a:custGeom>
              <a:avLst/>
              <a:gdLst>
                <a:gd name="connsiteX0" fmla="*/ 0 w 1465943"/>
                <a:gd name="connsiteY0" fmla="*/ 0 h 2046514"/>
                <a:gd name="connsiteX1" fmla="*/ 1465943 w 1465943"/>
                <a:gd name="connsiteY1" fmla="*/ 0 h 2046514"/>
                <a:gd name="connsiteX2" fmla="*/ 1465943 w 1465943"/>
                <a:gd name="connsiteY2" fmla="*/ 2046514 h 2046514"/>
                <a:gd name="connsiteX3" fmla="*/ 0 w 1465943"/>
                <a:gd name="connsiteY3" fmla="*/ 2046514 h 2046514"/>
                <a:gd name="connsiteX4" fmla="*/ 0 w 1465943"/>
                <a:gd name="connsiteY4" fmla="*/ 0 h 2046514"/>
                <a:gd name="connsiteX0" fmla="*/ 0 w 1465943"/>
                <a:gd name="connsiteY0" fmla="*/ 0 h 3381828"/>
                <a:gd name="connsiteX1" fmla="*/ 1465943 w 1465943"/>
                <a:gd name="connsiteY1" fmla="*/ 0 h 3381828"/>
                <a:gd name="connsiteX2" fmla="*/ 595086 w 1465943"/>
                <a:gd name="connsiteY2" fmla="*/ 3381828 h 3381828"/>
                <a:gd name="connsiteX3" fmla="*/ 0 w 1465943"/>
                <a:gd name="connsiteY3" fmla="*/ 2046514 h 3381828"/>
                <a:gd name="connsiteX4" fmla="*/ 0 w 1465943"/>
                <a:gd name="connsiteY4" fmla="*/ 0 h 3381828"/>
                <a:gd name="connsiteX0" fmla="*/ 1059180 w 2525123"/>
                <a:gd name="connsiteY0" fmla="*/ 0 h 3381828"/>
                <a:gd name="connsiteX1" fmla="*/ 2525123 w 2525123"/>
                <a:gd name="connsiteY1" fmla="*/ 0 h 3381828"/>
                <a:gd name="connsiteX2" fmla="*/ 1654266 w 2525123"/>
                <a:gd name="connsiteY2" fmla="*/ 3381828 h 3381828"/>
                <a:gd name="connsiteX3" fmla="*/ 0 w 2525123"/>
                <a:gd name="connsiteY3" fmla="*/ 2983774 h 3381828"/>
                <a:gd name="connsiteX4" fmla="*/ 1059180 w 2525123"/>
                <a:gd name="connsiteY4" fmla="*/ 0 h 3381828"/>
                <a:gd name="connsiteX0" fmla="*/ 1059180 w 2525123"/>
                <a:gd name="connsiteY0" fmla="*/ 0 h 3381828"/>
                <a:gd name="connsiteX1" fmla="*/ 2525123 w 2525123"/>
                <a:gd name="connsiteY1" fmla="*/ 0 h 3381828"/>
                <a:gd name="connsiteX2" fmla="*/ 1654266 w 2525123"/>
                <a:gd name="connsiteY2" fmla="*/ 3381828 h 3381828"/>
                <a:gd name="connsiteX3" fmla="*/ 0 w 2525123"/>
                <a:gd name="connsiteY3" fmla="*/ 2983774 h 3381828"/>
                <a:gd name="connsiteX4" fmla="*/ 1059180 w 2525123"/>
                <a:gd name="connsiteY4" fmla="*/ 0 h 3381828"/>
                <a:gd name="connsiteX0" fmla="*/ 1059180 w 2525123"/>
                <a:gd name="connsiteY0" fmla="*/ 0 h 3351348"/>
                <a:gd name="connsiteX1" fmla="*/ 2525123 w 2525123"/>
                <a:gd name="connsiteY1" fmla="*/ 0 h 3351348"/>
                <a:gd name="connsiteX2" fmla="*/ 1654266 w 2525123"/>
                <a:gd name="connsiteY2" fmla="*/ 3351348 h 3351348"/>
                <a:gd name="connsiteX3" fmla="*/ 0 w 2525123"/>
                <a:gd name="connsiteY3" fmla="*/ 2983774 h 3351348"/>
                <a:gd name="connsiteX4" fmla="*/ 1059180 w 2525123"/>
                <a:gd name="connsiteY4" fmla="*/ 0 h 3351348"/>
                <a:gd name="connsiteX0" fmla="*/ 1059180 w 2525123"/>
                <a:gd name="connsiteY0" fmla="*/ 0 h 3438785"/>
                <a:gd name="connsiteX1" fmla="*/ 2525123 w 2525123"/>
                <a:gd name="connsiteY1" fmla="*/ 0 h 3438785"/>
                <a:gd name="connsiteX2" fmla="*/ 1654266 w 2525123"/>
                <a:gd name="connsiteY2" fmla="*/ 3351348 h 3438785"/>
                <a:gd name="connsiteX3" fmla="*/ 0 w 2525123"/>
                <a:gd name="connsiteY3" fmla="*/ 2983774 h 3438785"/>
                <a:gd name="connsiteX4" fmla="*/ 1059180 w 2525123"/>
                <a:gd name="connsiteY4" fmla="*/ 0 h 3438785"/>
                <a:gd name="connsiteX0" fmla="*/ 1059255 w 2525198"/>
                <a:gd name="connsiteY0" fmla="*/ 0 h 3631788"/>
                <a:gd name="connsiteX1" fmla="*/ 2525198 w 2525198"/>
                <a:gd name="connsiteY1" fmla="*/ 0 h 3631788"/>
                <a:gd name="connsiteX2" fmla="*/ 1654341 w 2525198"/>
                <a:gd name="connsiteY2" fmla="*/ 3351348 h 3631788"/>
                <a:gd name="connsiteX3" fmla="*/ 992489 w 2525198"/>
                <a:gd name="connsiteY3" fmla="*/ 3389461 h 3631788"/>
                <a:gd name="connsiteX4" fmla="*/ 75 w 2525198"/>
                <a:gd name="connsiteY4" fmla="*/ 2983774 h 3631788"/>
                <a:gd name="connsiteX5" fmla="*/ 1059255 w 2525198"/>
                <a:gd name="connsiteY5" fmla="*/ 0 h 3631788"/>
                <a:gd name="connsiteX0" fmla="*/ 1059255 w 2525198"/>
                <a:gd name="connsiteY0" fmla="*/ 0 h 3448573"/>
                <a:gd name="connsiteX1" fmla="*/ 2525198 w 2525198"/>
                <a:gd name="connsiteY1" fmla="*/ 0 h 3448573"/>
                <a:gd name="connsiteX2" fmla="*/ 1654341 w 2525198"/>
                <a:gd name="connsiteY2" fmla="*/ 3351348 h 3448573"/>
                <a:gd name="connsiteX3" fmla="*/ 992489 w 2525198"/>
                <a:gd name="connsiteY3" fmla="*/ 3389461 h 3448573"/>
                <a:gd name="connsiteX4" fmla="*/ 75 w 2525198"/>
                <a:gd name="connsiteY4" fmla="*/ 2983774 h 3448573"/>
                <a:gd name="connsiteX5" fmla="*/ 1059255 w 2525198"/>
                <a:gd name="connsiteY5" fmla="*/ 0 h 3448573"/>
                <a:gd name="connsiteX0" fmla="*/ 1059255 w 2525198"/>
                <a:gd name="connsiteY0" fmla="*/ 0 h 3448573"/>
                <a:gd name="connsiteX1" fmla="*/ 2525198 w 2525198"/>
                <a:gd name="connsiteY1" fmla="*/ 0 h 3448573"/>
                <a:gd name="connsiteX2" fmla="*/ 2249789 w 2525198"/>
                <a:gd name="connsiteY2" fmla="*/ 3206581 h 3448573"/>
                <a:gd name="connsiteX3" fmla="*/ 1654341 w 2525198"/>
                <a:gd name="connsiteY3" fmla="*/ 3351348 h 3448573"/>
                <a:gd name="connsiteX4" fmla="*/ 992489 w 2525198"/>
                <a:gd name="connsiteY4" fmla="*/ 3389461 h 3448573"/>
                <a:gd name="connsiteX5" fmla="*/ 75 w 2525198"/>
                <a:gd name="connsiteY5" fmla="*/ 2983774 h 3448573"/>
                <a:gd name="connsiteX6" fmla="*/ 1059255 w 2525198"/>
                <a:gd name="connsiteY6" fmla="*/ 0 h 3448573"/>
                <a:gd name="connsiteX0" fmla="*/ 1059255 w 2525198"/>
                <a:gd name="connsiteY0" fmla="*/ 0 h 3448573"/>
                <a:gd name="connsiteX1" fmla="*/ 2525198 w 2525198"/>
                <a:gd name="connsiteY1" fmla="*/ 0 h 3448573"/>
                <a:gd name="connsiteX2" fmla="*/ 2249789 w 2525198"/>
                <a:gd name="connsiteY2" fmla="*/ 3206581 h 3448573"/>
                <a:gd name="connsiteX3" fmla="*/ 1654341 w 2525198"/>
                <a:gd name="connsiteY3" fmla="*/ 3351348 h 3448573"/>
                <a:gd name="connsiteX4" fmla="*/ 992489 w 2525198"/>
                <a:gd name="connsiteY4" fmla="*/ 3389461 h 3448573"/>
                <a:gd name="connsiteX5" fmla="*/ 75 w 2525198"/>
                <a:gd name="connsiteY5" fmla="*/ 2983774 h 3448573"/>
                <a:gd name="connsiteX6" fmla="*/ 1059255 w 2525198"/>
                <a:gd name="connsiteY6" fmla="*/ 0 h 3448573"/>
                <a:gd name="connsiteX0" fmla="*/ 1059255 w 2525198"/>
                <a:gd name="connsiteY0" fmla="*/ 0 h 3448573"/>
                <a:gd name="connsiteX1" fmla="*/ 2525198 w 2525198"/>
                <a:gd name="connsiteY1" fmla="*/ 0 h 3448573"/>
                <a:gd name="connsiteX2" fmla="*/ 2249789 w 2525198"/>
                <a:gd name="connsiteY2" fmla="*/ 3206581 h 3448573"/>
                <a:gd name="connsiteX3" fmla="*/ 1654341 w 2525198"/>
                <a:gd name="connsiteY3" fmla="*/ 3351348 h 3448573"/>
                <a:gd name="connsiteX4" fmla="*/ 992489 w 2525198"/>
                <a:gd name="connsiteY4" fmla="*/ 3389461 h 3448573"/>
                <a:gd name="connsiteX5" fmla="*/ 75 w 2525198"/>
                <a:gd name="connsiteY5" fmla="*/ 2983774 h 3448573"/>
                <a:gd name="connsiteX6" fmla="*/ 1059255 w 2525198"/>
                <a:gd name="connsiteY6" fmla="*/ 0 h 3448573"/>
                <a:gd name="connsiteX0" fmla="*/ 1059180 w 2525123"/>
                <a:gd name="connsiteY0" fmla="*/ 0 h 3448573"/>
                <a:gd name="connsiteX1" fmla="*/ 2525123 w 2525123"/>
                <a:gd name="connsiteY1" fmla="*/ 0 h 3448573"/>
                <a:gd name="connsiteX2" fmla="*/ 2249714 w 2525123"/>
                <a:gd name="connsiteY2" fmla="*/ 3206581 h 3448573"/>
                <a:gd name="connsiteX3" fmla="*/ 1654266 w 2525123"/>
                <a:gd name="connsiteY3" fmla="*/ 3351348 h 3448573"/>
                <a:gd name="connsiteX4" fmla="*/ 992414 w 2525123"/>
                <a:gd name="connsiteY4" fmla="*/ 3389461 h 3448573"/>
                <a:gd name="connsiteX5" fmla="*/ 0 w 2525123"/>
                <a:gd name="connsiteY5" fmla="*/ 2983774 h 3448573"/>
                <a:gd name="connsiteX6" fmla="*/ 1059180 w 2525123"/>
                <a:gd name="connsiteY6" fmla="*/ 0 h 3448573"/>
                <a:gd name="connsiteX0" fmla="*/ 1059180 w 2525123"/>
                <a:gd name="connsiteY0" fmla="*/ 0 h 3448573"/>
                <a:gd name="connsiteX1" fmla="*/ 2525123 w 2525123"/>
                <a:gd name="connsiteY1" fmla="*/ 0 h 3448573"/>
                <a:gd name="connsiteX2" fmla="*/ 2249714 w 2525123"/>
                <a:gd name="connsiteY2" fmla="*/ 3206581 h 3448573"/>
                <a:gd name="connsiteX3" fmla="*/ 1654266 w 2525123"/>
                <a:gd name="connsiteY3" fmla="*/ 3351348 h 3448573"/>
                <a:gd name="connsiteX4" fmla="*/ 992414 w 2525123"/>
                <a:gd name="connsiteY4" fmla="*/ 3389461 h 3448573"/>
                <a:gd name="connsiteX5" fmla="*/ 0 w 2525123"/>
                <a:gd name="connsiteY5" fmla="*/ 2983774 h 3448573"/>
                <a:gd name="connsiteX6" fmla="*/ 1059180 w 2525123"/>
                <a:gd name="connsiteY6" fmla="*/ 0 h 3448573"/>
                <a:gd name="connsiteX0" fmla="*/ 1059180 w 3038751"/>
                <a:gd name="connsiteY0" fmla="*/ 0 h 3448573"/>
                <a:gd name="connsiteX1" fmla="*/ 2525123 w 3038751"/>
                <a:gd name="connsiteY1" fmla="*/ 0 h 3448573"/>
                <a:gd name="connsiteX2" fmla="*/ 3034574 w 3038751"/>
                <a:gd name="connsiteY2" fmla="*/ 2345521 h 3448573"/>
                <a:gd name="connsiteX3" fmla="*/ 2249714 w 3038751"/>
                <a:gd name="connsiteY3" fmla="*/ 3206581 h 3448573"/>
                <a:gd name="connsiteX4" fmla="*/ 1654266 w 3038751"/>
                <a:gd name="connsiteY4" fmla="*/ 3351348 h 3448573"/>
                <a:gd name="connsiteX5" fmla="*/ 992414 w 3038751"/>
                <a:gd name="connsiteY5" fmla="*/ 3389461 h 3448573"/>
                <a:gd name="connsiteX6" fmla="*/ 0 w 3038751"/>
                <a:gd name="connsiteY6" fmla="*/ 2983774 h 3448573"/>
                <a:gd name="connsiteX7" fmla="*/ 1059180 w 3038751"/>
                <a:gd name="connsiteY7" fmla="*/ 0 h 3448573"/>
                <a:gd name="connsiteX0" fmla="*/ 1059180 w 3235896"/>
                <a:gd name="connsiteY0" fmla="*/ 0 h 3448573"/>
                <a:gd name="connsiteX1" fmla="*/ 2525123 w 3235896"/>
                <a:gd name="connsiteY1" fmla="*/ 0 h 3448573"/>
                <a:gd name="connsiteX2" fmla="*/ 3209834 w 3235896"/>
                <a:gd name="connsiteY2" fmla="*/ 1469221 h 3448573"/>
                <a:gd name="connsiteX3" fmla="*/ 3034574 w 3235896"/>
                <a:gd name="connsiteY3" fmla="*/ 2345521 h 3448573"/>
                <a:gd name="connsiteX4" fmla="*/ 2249714 w 3235896"/>
                <a:gd name="connsiteY4" fmla="*/ 3206581 h 3448573"/>
                <a:gd name="connsiteX5" fmla="*/ 1654266 w 3235896"/>
                <a:gd name="connsiteY5" fmla="*/ 3351348 h 3448573"/>
                <a:gd name="connsiteX6" fmla="*/ 992414 w 3235896"/>
                <a:gd name="connsiteY6" fmla="*/ 3389461 h 3448573"/>
                <a:gd name="connsiteX7" fmla="*/ 0 w 3235896"/>
                <a:gd name="connsiteY7" fmla="*/ 2983774 h 3448573"/>
                <a:gd name="connsiteX8" fmla="*/ 1059180 w 3235896"/>
                <a:gd name="connsiteY8" fmla="*/ 0 h 3448573"/>
                <a:gd name="connsiteX0" fmla="*/ 1059180 w 3235896"/>
                <a:gd name="connsiteY0" fmla="*/ 0 h 3448573"/>
                <a:gd name="connsiteX1" fmla="*/ 2182223 w 3235896"/>
                <a:gd name="connsiteY1" fmla="*/ 38100 h 3448573"/>
                <a:gd name="connsiteX2" fmla="*/ 3209834 w 3235896"/>
                <a:gd name="connsiteY2" fmla="*/ 1469221 h 3448573"/>
                <a:gd name="connsiteX3" fmla="*/ 3034574 w 3235896"/>
                <a:gd name="connsiteY3" fmla="*/ 2345521 h 3448573"/>
                <a:gd name="connsiteX4" fmla="*/ 2249714 w 3235896"/>
                <a:gd name="connsiteY4" fmla="*/ 3206581 h 3448573"/>
                <a:gd name="connsiteX5" fmla="*/ 1654266 w 3235896"/>
                <a:gd name="connsiteY5" fmla="*/ 3351348 h 3448573"/>
                <a:gd name="connsiteX6" fmla="*/ 992414 w 3235896"/>
                <a:gd name="connsiteY6" fmla="*/ 3389461 h 3448573"/>
                <a:gd name="connsiteX7" fmla="*/ 0 w 3235896"/>
                <a:gd name="connsiteY7" fmla="*/ 2983774 h 3448573"/>
                <a:gd name="connsiteX8" fmla="*/ 1059180 w 3235896"/>
                <a:gd name="connsiteY8" fmla="*/ 0 h 3448573"/>
                <a:gd name="connsiteX0" fmla="*/ 1059180 w 3235896"/>
                <a:gd name="connsiteY0" fmla="*/ 0 h 3448573"/>
                <a:gd name="connsiteX1" fmla="*/ 2182223 w 3235896"/>
                <a:gd name="connsiteY1" fmla="*/ 38100 h 3448573"/>
                <a:gd name="connsiteX2" fmla="*/ 3209834 w 3235896"/>
                <a:gd name="connsiteY2" fmla="*/ 1469221 h 3448573"/>
                <a:gd name="connsiteX3" fmla="*/ 3034574 w 3235896"/>
                <a:gd name="connsiteY3" fmla="*/ 2345521 h 3448573"/>
                <a:gd name="connsiteX4" fmla="*/ 2249714 w 3235896"/>
                <a:gd name="connsiteY4" fmla="*/ 3206581 h 3448573"/>
                <a:gd name="connsiteX5" fmla="*/ 1654266 w 3235896"/>
                <a:gd name="connsiteY5" fmla="*/ 3351348 h 3448573"/>
                <a:gd name="connsiteX6" fmla="*/ 992414 w 3235896"/>
                <a:gd name="connsiteY6" fmla="*/ 3389461 h 3448573"/>
                <a:gd name="connsiteX7" fmla="*/ 0 w 3235896"/>
                <a:gd name="connsiteY7" fmla="*/ 2983774 h 3448573"/>
                <a:gd name="connsiteX8" fmla="*/ 1059180 w 3235896"/>
                <a:gd name="connsiteY8" fmla="*/ 0 h 3448573"/>
                <a:gd name="connsiteX0" fmla="*/ 1059180 w 3235896"/>
                <a:gd name="connsiteY0" fmla="*/ 0 h 3448573"/>
                <a:gd name="connsiteX1" fmla="*/ 2182223 w 3235896"/>
                <a:gd name="connsiteY1" fmla="*/ 38100 h 3448573"/>
                <a:gd name="connsiteX2" fmla="*/ 3209834 w 3235896"/>
                <a:gd name="connsiteY2" fmla="*/ 1469221 h 3448573"/>
                <a:gd name="connsiteX3" fmla="*/ 3034574 w 3235896"/>
                <a:gd name="connsiteY3" fmla="*/ 2345521 h 3448573"/>
                <a:gd name="connsiteX4" fmla="*/ 2249714 w 3235896"/>
                <a:gd name="connsiteY4" fmla="*/ 3206581 h 3448573"/>
                <a:gd name="connsiteX5" fmla="*/ 1654266 w 3235896"/>
                <a:gd name="connsiteY5" fmla="*/ 3351348 h 3448573"/>
                <a:gd name="connsiteX6" fmla="*/ 992414 w 3235896"/>
                <a:gd name="connsiteY6" fmla="*/ 3389461 h 3448573"/>
                <a:gd name="connsiteX7" fmla="*/ 0 w 3235896"/>
                <a:gd name="connsiteY7" fmla="*/ 2983774 h 3448573"/>
                <a:gd name="connsiteX8" fmla="*/ 1059180 w 3235896"/>
                <a:gd name="connsiteY8" fmla="*/ 0 h 3448573"/>
                <a:gd name="connsiteX0" fmla="*/ 1059180 w 3235896"/>
                <a:gd name="connsiteY0" fmla="*/ 166598 h 3615171"/>
                <a:gd name="connsiteX1" fmla="*/ 1530893 w 3235896"/>
                <a:gd name="connsiteY1" fmla="*/ 59 h 3615171"/>
                <a:gd name="connsiteX2" fmla="*/ 2182223 w 3235896"/>
                <a:gd name="connsiteY2" fmla="*/ 204698 h 3615171"/>
                <a:gd name="connsiteX3" fmla="*/ 3209834 w 3235896"/>
                <a:gd name="connsiteY3" fmla="*/ 1635819 h 3615171"/>
                <a:gd name="connsiteX4" fmla="*/ 3034574 w 3235896"/>
                <a:gd name="connsiteY4" fmla="*/ 2512119 h 3615171"/>
                <a:gd name="connsiteX5" fmla="*/ 2249714 w 3235896"/>
                <a:gd name="connsiteY5" fmla="*/ 3373179 h 3615171"/>
                <a:gd name="connsiteX6" fmla="*/ 1654266 w 3235896"/>
                <a:gd name="connsiteY6" fmla="*/ 3517946 h 3615171"/>
                <a:gd name="connsiteX7" fmla="*/ 992414 w 3235896"/>
                <a:gd name="connsiteY7" fmla="*/ 3556059 h 3615171"/>
                <a:gd name="connsiteX8" fmla="*/ 0 w 3235896"/>
                <a:gd name="connsiteY8" fmla="*/ 3150372 h 3615171"/>
                <a:gd name="connsiteX9" fmla="*/ 1059180 w 3235896"/>
                <a:gd name="connsiteY9" fmla="*/ 166598 h 3615171"/>
                <a:gd name="connsiteX0" fmla="*/ 1059180 w 3235896"/>
                <a:gd name="connsiteY0" fmla="*/ 181292 h 3629865"/>
                <a:gd name="connsiteX1" fmla="*/ 1530893 w 3235896"/>
                <a:gd name="connsiteY1" fmla="*/ 14753 h 3629865"/>
                <a:gd name="connsiteX2" fmla="*/ 2182223 w 3235896"/>
                <a:gd name="connsiteY2" fmla="*/ 219392 h 3629865"/>
                <a:gd name="connsiteX3" fmla="*/ 3209834 w 3235896"/>
                <a:gd name="connsiteY3" fmla="*/ 1650513 h 3629865"/>
                <a:gd name="connsiteX4" fmla="*/ 3034574 w 3235896"/>
                <a:gd name="connsiteY4" fmla="*/ 2526813 h 3629865"/>
                <a:gd name="connsiteX5" fmla="*/ 2249714 w 3235896"/>
                <a:gd name="connsiteY5" fmla="*/ 3387873 h 3629865"/>
                <a:gd name="connsiteX6" fmla="*/ 1654266 w 3235896"/>
                <a:gd name="connsiteY6" fmla="*/ 3532640 h 3629865"/>
                <a:gd name="connsiteX7" fmla="*/ 992414 w 3235896"/>
                <a:gd name="connsiteY7" fmla="*/ 3570753 h 3629865"/>
                <a:gd name="connsiteX8" fmla="*/ 0 w 3235896"/>
                <a:gd name="connsiteY8" fmla="*/ 3165066 h 3629865"/>
                <a:gd name="connsiteX9" fmla="*/ 1059180 w 3235896"/>
                <a:gd name="connsiteY9" fmla="*/ 181292 h 3629865"/>
                <a:gd name="connsiteX0" fmla="*/ 1059180 w 3235896"/>
                <a:gd name="connsiteY0" fmla="*/ 181292 h 3629865"/>
                <a:gd name="connsiteX1" fmla="*/ 1530893 w 3235896"/>
                <a:gd name="connsiteY1" fmla="*/ 14753 h 3629865"/>
                <a:gd name="connsiteX2" fmla="*/ 2131423 w 3235896"/>
                <a:gd name="connsiteY2" fmla="*/ 219392 h 3629865"/>
                <a:gd name="connsiteX3" fmla="*/ 3209834 w 3235896"/>
                <a:gd name="connsiteY3" fmla="*/ 1650513 h 3629865"/>
                <a:gd name="connsiteX4" fmla="*/ 3034574 w 3235896"/>
                <a:gd name="connsiteY4" fmla="*/ 2526813 h 3629865"/>
                <a:gd name="connsiteX5" fmla="*/ 2249714 w 3235896"/>
                <a:gd name="connsiteY5" fmla="*/ 3387873 h 3629865"/>
                <a:gd name="connsiteX6" fmla="*/ 1654266 w 3235896"/>
                <a:gd name="connsiteY6" fmla="*/ 3532640 h 3629865"/>
                <a:gd name="connsiteX7" fmla="*/ 992414 w 3235896"/>
                <a:gd name="connsiteY7" fmla="*/ 3570753 h 3629865"/>
                <a:gd name="connsiteX8" fmla="*/ 0 w 3235896"/>
                <a:gd name="connsiteY8" fmla="*/ 3165066 h 3629865"/>
                <a:gd name="connsiteX9" fmla="*/ 1059180 w 3235896"/>
                <a:gd name="connsiteY9" fmla="*/ 181292 h 3629865"/>
                <a:gd name="connsiteX0" fmla="*/ 789640 w 2966356"/>
                <a:gd name="connsiteY0" fmla="*/ 181292 h 3629865"/>
                <a:gd name="connsiteX1" fmla="*/ 1261353 w 2966356"/>
                <a:gd name="connsiteY1" fmla="*/ 14753 h 3629865"/>
                <a:gd name="connsiteX2" fmla="*/ 1861883 w 2966356"/>
                <a:gd name="connsiteY2" fmla="*/ 219392 h 3629865"/>
                <a:gd name="connsiteX3" fmla="*/ 2940294 w 2966356"/>
                <a:gd name="connsiteY3" fmla="*/ 1650513 h 3629865"/>
                <a:gd name="connsiteX4" fmla="*/ 2765034 w 2966356"/>
                <a:gd name="connsiteY4" fmla="*/ 2526813 h 3629865"/>
                <a:gd name="connsiteX5" fmla="*/ 1980174 w 2966356"/>
                <a:gd name="connsiteY5" fmla="*/ 3387873 h 3629865"/>
                <a:gd name="connsiteX6" fmla="*/ 1384726 w 2966356"/>
                <a:gd name="connsiteY6" fmla="*/ 3532640 h 3629865"/>
                <a:gd name="connsiteX7" fmla="*/ 722874 w 2966356"/>
                <a:gd name="connsiteY7" fmla="*/ 3570753 h 3629865"/>
                <a:gd name="connsiteX8" fmla="*/ 0 w 2966356"/>
                <a:gd name="connsiteY8" fmla="*/ 3301117 h 3629865"/>
                <a:gd name="connsiteX9" fmla="*/ 789640 w 2966356"/>
                <a:gd name="connsiteY9" fmla="*/ 181292 h 3629865"/>
                <a:gd name="connsiteX0" fmla="*/ 789640 w 2966356"/>
                <a:gd name="connsiteY0" fmla="*/ 181292 h 3596599"/>
                <a:gd name="connsiteX1" fmla="*/ 1261353 w 2966356"/>
                <a:gd name="connsiteY1" fmla="*/ 14753 h 3596599"/>
                <a:gd name="connsiteX2" fmla="*/ 1861883 w 2966356"/>
                <a:gd name="connsiteY2" fmla="*/ 219392 h 3596599"/>
                <a:gd name="connsiteX3" fmla="*/ 2940294 w 2966356"/>
                <a:gd name="connsiteY3" fmla="*/ 1650513 h 3596599"/>
                <a:gd name="connsiteX4" fmla="*/ 2765034 w 2966356"/>
                <a:gd name="connsiteY4" fmla="*/ 2526813 h 3596599"/>
                <a:gd name="connsiteX5" fmla="*/ 1980174 w 2966356"/>
                <a:gd name="connsiteY5" fmla="*/ 3387873 h 3596599"/>
                <a:gd name="connsiteX6" fmla="*/ 1384726 w 2966356"/>
                <a:gd name="connsiteY6" fmla="*/ 3532640 h 3596599"/>
                <a:gd name="connsiteX7" fmla="*/ 425664 w 2966356"/>
                <a:gd name="connsiteY7" fmla="*/ 3474160 h 3596599"/>
                <a:gd name="connsiteX8" fmla="*/ 0 w 2966356"/>
                <a:gd name="connsiteY8" fmla="*/ 3301117 h 3596599"/>
                <a:gd name="connsiteX9" fmla="*/ 789640 w 2966356"/>
                <a:gd name="connsiteY9" fmla="*/ 181292 h 3596599"/>
                <a:gd name="connsiteX0" fmla="*/ 795412 w 2972128"/>
                <a:gd name="connsiteY0" fmla="*/ 181292 h 3596599"/>
                <a:gd name="connsiteX1" fmla="*/ 1267125 w 2972128"/>
                <a:gd name="connsiteY1" fmla="*/ 14753 h 3596599"/>
                <a:gd name="connsiteX2" fmla="*/ 1867655 w 2972128"/>
                <a:gd name="connsiteY2" fmla="*/ 219392 h 3596599"/>
                <a:gd name="connsiteX3" fmla="*/ 2946066 w 2972128"/>
                <a:gd name="connsiteY3" fmla="*/ 1650513 h 3596599"/>
                <a:gd name="connsiteX4" fmla="*/ 2770806 w 2972128"/>
                <a:gd name="connsiteY4" fmla="*/ 2526813 h 3596599"/>
                <a:gd name="connsiteX5" fmla="*/ 1985946 w 2972128"/>
                <a:gd name="connsiteY5" fmla="*/ 3387873 h 3596599"/>
                <a:gd name="connsiteX6" fmla="*/ 1390498 w 2972128"/>
                <a:gd name="connsiteY6" fmla="*/ 3532640 h 3596599"/>
                <a:gd name="connsiteX7" fmla="*/ 431436 w 2972128"/>
                <a:gd name="connsiteY7" fmla="*/ 3474160 h 3596599"/>
                <a:gd name="connsiteX8" fmla="*/ 5772 w 2972128"/>
                <a:gd name="connsiteY8" fmla="*/ 3301117 h 3596599"/>
                <a:gd name="connsiteX9" fmla="*/ 795412 w 2972128"/>
                <a:gd name="connsiteY9" fmla="*/ 181292 h 3596599"/>
                <a:gd name="connsiteX0" fmla="*/ 795412 w 2959283"/>
                <a:gd name="connsiteY0" fmla="*/ 181292 h 3596599"/>
                <a:gd name="connsiteX1" fmla="*/ 1267125 w 2959283"/>
                <a:gd name="connsiteY1" fmla="*/ 14753 h 3596599"/>
                <a:gd name="connsiteX2" fmla="*/ 1867655 w 2959283"/>
                <a:gd name="connsiteY2" fmla="*/ 219392 h 3596599"/>
                <a:gd name="connsiteX3" fmla="*/ 2946066 w 2959283"/>
                <a:gd name="connsiteY3" fmla="*/ 1650513 h 3596599"/>
                <a:gd name="connsiteX4" fmla="*/ 2563015 w 2959283"/>
                <a:gd name="connsiteY4" fmla="*/ 2663632 h 3596599"/>
                <a:gd name="connsiteX5" fmla="*/ 1985946 w 2959283"/>
                <a:gd name="connsiteY5" fmla="*/ 3387873 h 3596599"/>
                <a:gd name="connsiteX6" fmla="*/ 1390498 w 2959283"/>
                <a:gd name="connsiteY6" fmla="*/ 3532640 h 3596599"/>
                <a:gd name="connsiteX7" fmla="*/ 431436 w 2959283"/>
                <a:gd name="connsiteY7" fmla="*/ 3474160 h 3596599"/>
                <a:gd name="connsiteX8" fmla="*/ 5772 w 2959283"/>
                <a:gd name="connsiteY8" fmla="*/ 3301117 h 3596599"/>
                <a:gd name="connsiteX9" fmla="*/ 795412 w 2959283"/>
                <a:gd name="connsiteY9" fmla="*/ 181292 h 3596599"/>
                <a:gd name="connsiteX0" fmla="*/ 795412 w 2839896"/>
                <a:gd name="connsiteY0" fmla="*/ 181292 h 3596599"/>
                <a:gd name="connsiteX1" fmla="*/ 1267125 w 2839896"/>
                <a:gd name="connsiteY1" fmla="*/ 14753 h 3596599"/>
                <a:gd name="connsiteX2" fmla="*/ 1867655 w 2839896"/>
                <a:gd name="connsiteY2" fmla="*/ 219392 h 3596599"/>
                <a:gd name="connsiteX3" fmla="*/ 2821031 w 2839896"/>
                <a:gd name="connsiteY3" fmla="*/ 1963096 h 3596599"/>
                <a:gd name="connsiteX4" fmla="*/ 2563015 w 2839896"/>
                <a:gd name="connsiteY4" fmla="*/ 2663632 h 3596599"/>
                <a:gd name="connsiteX5" fmla="*/ 1985946 w 2839896"/>
                <a:gd name="connsiteY5" fmla="*/ 3387873 h 3596599"/>
                <a:gd name="connsiteX6" fmla="*/ 1390498 w 2839896"/>
                <a:gd name="connsiteY6" fmla="*/ 3532640 h 3596599"/>
                <a:gd name="connsiteX7" fmla="*/ 431436 w 2839896"/>
                <a:gd name="connsiteY7" fmla="*/ 3474160 h 3596599"/>
                <a:gd name="connsiteX8" fmla="*/ 5772 w 2839896"/>
                <a:gd name="connsiteY8" fmla="*/ 3301117 h 3596599"/>
                <a:gd name="connsiteX9" fmla="*/ 795412 w 2839896"/>
                <a:gd name="connsiteY9" fmla="*/ 181292 h 3596599"/>
                <a:gd name="connsiteX0" fmla="*/ 795412 w 2837539"/>
                <a:gd name="connsiteY0" fmla="*/ 181292 h 3596599"/>
                <a:gd name="connsiteX1" fmla="*/ 1267125 w 2837539"/>
                <a:gd name="connsiteY1" fmla="*/ 14753 h 3596599"/>
                <a:gd name="connsiteX2" fmla="*/ 1867655 w 2837539"/>
                <a:gd name="connsiteY2" fmla="*/ 219392 h 3596599"/>
                <a:gd name="connsiteX3" fmla="*/ 2821031 w 2837539"/>
                <a:gd name="connsiteY3" fmla="*/ 1963096 h 3596599"/>
                <a:gd name="connsiteX4" fmla="*/ 2563015 w 2837539"/>
                <a:gd name="connsiteY4" fmla="*/ 2663632 h 3596599"/>
                <a:gd name="connsiteX5" fmla="*/ 1985946 w 2837539"/>
                <a:gd name="connsiteY5" fmla="*/ 3387873 h 3596599"/>
                <a:gd name="connsiteX6" fmla="*/ 1390498 w 2837539"/>
                <a:gd name="connsiteY6" fmla="*/ 3532640 h 3596599"/>
                <a:gd name="connsiteX7" fmla="*/ 431436 w 2837539"/>
                <a:gd name="connsiteY7" fmla="*/ 3474160 h 3596599"/>
                <a:gd name="connsiteX8" fmla="*/ 5772 w 2837539"/>
                <a:gd name="connsiteY8" fmla="*/ 3301117 h 3596599"/>
                <a:gd name="connsiteX9" fmla="*/ 795412 w 2837539"/>
                <a:gd name="connsiteY9" fmla="*/ 181292 h 3596599"/>
                <a:gd name="connsiteX0" fmla="*/ 795412 w 2821544"/>
                <a:gd name="connsiteY0" fmla="*/ 181292 h 3596599"/>
                <a:gd name="connsiteX1" fmla="*/ 1267125 w 2821544"/>
                <a:gd name="connsiteY1" fmla="*/ 14753 h 3596599"/>
                <a:gd name="connsiteX2" fmla="*/ 1867655 w 2821544"/>
                <a:gd name="connsiteY2" fmla="*/ 219392 h 3596599"/>
                <a:gd name="connsiteX3" fmla="*/ 2821031 w 2821544"/>
                <a:gd name="connsiteY3" fmla="*/ 1963096 h 3596599"/>
                <a:gd name="connsiteX4" fmla="*/ 2563015 w 2821544"/>
                <a:gd name="connsiteY4" fmla="*/ 2663632 h 3596599"/>
                <a:gd name="connsiteX5" fmla="*/ 1985946 w 2821544"/>
                <a:gd name="connsiteY5" fmla="*/ 3387873 h 3596599"/>
                <a:gd name="connsiteX6" fmla="*/ 1390498 w 2821544"/>
                <a:gd name="connsiteY6" fmla="*/ 3532640 h 3596599"/>
                <a:gd name="connsiteX7" fmla="*/ 431436 w 2821544"/>
                <a:gd name="connsiteY7" fmla="*/ 3474160 h 3596599"/>
                <a:gd name="connsiteX8" fmla="*/ 5772 w 2821544"/>
                <a:gd name="connsiteY8" fmla="*/ 3301117 h 3596599"/>
                <a:gd name="connsiteX9" fmla="*/ 795412 w 2821544"/>
                <a:gd name="connsiteY9" fmla="*/ 181292 h 3596599"/>
                <a:gd name="connsiteX0" fmla="*/ 795412 w 2822042"/>
                <a:gd name="connsiteY0" fmla="*/ 181292 h 3596599"/>
                <a:gd name="connsiteX1" fmla="*/ 1267125 w 2822042"/>
                <a:gd name="connsiteY1" fmla="*/ 14753 h 3596599"/>
                <a:gd name="connsiteX2" fmla="*/ 1867655 w 2822042"/>
                <a:gd name="connsiteY2" fmla="*/ 219392 h 3596599"/>
                <a:gd name="connsiteX3" fmla="*/ 2821031 w 2822042"/>
                <a:gd name="connsiteY3" fmla="*/ 1963096 h 3596599"/>
                <a:gd name="connsiteX4" fmla="*/ 2563015 w 2822042"/>
                <a:gd name="connsiteY4" fmla="*/ 2663632 h 3596599"/>
                <a:gd name="connsiteX5" fmla="*/ 1985946 w 2822042"/>
                <a:gd name="connsiteY5" fmla="*/ 3387873 h 3596599"/>
                <a:gd name="connsiteX6" fmla="*/ 1390498 w 2822042"/>
                <a:gd name="connsiteY6" fmla="*/ 3532640 h 3596599"/>
                <a:gd name="connsiteX7" fmla="*/ 431436 w 2822042"/>
                <a:gd name="connsiteY7" fmla="*/ 3474160 h 3596599"/>
                <a:gd name="connsiteX8" fmla="*/ 5772 w 2822042"/>
                <a:gd name="connsiteY8" fmla="*/ 3301117 h 3596599"/>
                <a:gd name="connsiteX9" fmla="*/ 795412 w 2822042"/>
                <a:gd name="connsiteY9" fmla="*/ 181292 h 3596599"/>
                <a:gd name="connsiteX0" fmla="*/ 795412 w 2822042"/>
                <a:gd name="connsiteY0" fmla="*/ 181292 h 3596599"/>
                <a:gd name="connsiteX1" fmla="*/ 1267125 w 2822042"/>
                <a:gd name="connsiteY1" fmla="*/ 14753 h 3596599"/>
                <a:gd name="connsiteX2" fmla="*/ 1867655 w 2822042"/>
                <a:gd name="connsiteY2" fmla="*/ 219392 h 3596599"/>
                <a:gd name="connsiteX3" fmla="*/ 2821031 w 2822042"/>
                <a:gd name="connsiteY3" fmla="*/ 1963096 h 3596599"/>
                <a:gd name="connsiteX4" fmla="*/ 2563015 w 2822042"/>
                <a:gd name="connsiteY4" fmla="*/ 2663632 h 3596599"/>
                <a:gd name="connsiteX5" fmla="*/ 1390498 w 2822042"/>
                <a:gd name="connsiteY5" fmla="*/ 3532640 h 3596599"/>
                <a:gd name="connsiteX6" fmla="*/ 431436 w 2822042"/>
                <a:gd name="connsiteY6" fmla="*/ 3474160 h 3596599"/>
                <a:gd name="connsiteX7" fmla="*/ 5772 w 2822042"/>
                <a:gd name="connsiteY7" fmla="*/ 3301117 h 3596599"/>
                <a:gd name="connsiteX8" fmla="*/ 795412 w 2822042"/>
                <a:gd name="connsiteY8" fmla="*/ 181292 h 3596599"/>
                <a:gd name="connsiteX0" fmla="*/ 795412 w 2822042"/>
                <a:gd name="connsiteY0" fmla="*/ 181292 h 3481553"/>
                <a:gd name="connsiteX1" fmla="*/ 1267125 w 2822042"/>
                <a:gd name="connsiteY1" fmla="*/ 14753 h 3481553"/>
                <a:gd name="connsiteX2" fmla="*/ 1867655 w 2822042"/>
                <a:gd name="connsiteY2" fmla="*/ 219392 h 3481553"/>
                <a:gd name="connsiteX3" fmla="*/ 2821031 w 2822042"/>
                <a:gd name="connsiteY3" fmla="*/ 1963096 h 3481553"/>
                <a:gd name="connsiteX4" fmla="*/ 2563015 w 2822042"/>
                <a:gd name="connsiteY4" fmla="*/ 2663632 h 3481553"/>
                <a:gd name="connsiteX5" fmla="*/ 431436 w 2822042"/>
                <a:gd name="connsiteY5" fmla="*/ 3474160 h 3481553"/>
                <a:gd name="connsiteX6" fmla="*/ 5772 w 2822042"/>
                <a:gd name="connsiteY6" fmla="*/ 3301117 h 3481553"/>
                <a:gd name="connsiteX7" fmla="*/ 795412 w 2822042"/>
                <a:gd name="connsiteY7" fmla="*/ 181292 h 3481553"/>
                <a:gd name="connsiteX0" fmla="*/ 795412 w 2822042"/>
                <a:gd name="connsiteY0" fmla="*/ 181292 h 3481553"/>
                <a:gd name="connsiteX1" fmla="*/ 1267125 w 2822042"/>
                <a:gd name="connsiteY1" fmla="*/ 14753 h 3481553"/>
                <a:gd name="connsiteX2" fmla="*/ 1867655 w 2822042"/>
                <a:gd name="connsiteY2" fmla="*/ 219392 h 3481553"/>
                <a:gd name="connsiteX3" fmla="*/ 2821031 w 2822042"/>
                <a:gd name="connsiteY3" fmla="*/ 1963096 h 3481553"/>
                <a:gd name="connsiteX4" fmla="*/ 2563015 w 2822042"/>
                <a:gd name="connsiteY4" fmla="*/ 2663632 h 3481553"/>
                <a:gd name="connsiteX5" fmla="*/ 431436 w 2822042"/>
                <a:gd name="connsiteY5" fmla="*/ 3474160 h 3481553"/>
                <a:gd name="connsiteX6" fmla="*/ 5772 w 2822042"/>
                <a:gd name="connsiteY6" fmla="*/ 3301117 h 3481553"/>
                <a:gd name="connsiteX7" fmla="*/ 795412 w 2822042"/>
                <a:gd name="connsiteY7" fmla="*/ 181292 h 3481553"/>
                <a:gd name="connsiteX0" fmla="*/ 795412 w 2822042"/>
                <a:gd name="connsiteY0" fmla="*/ 181292 h 3555255"/>
                <a:gd name="connsiteX1" fmla="*/ 1267125 w 2822042"/>
                <a:gd name="connsiteY1" fmla="*/ 14753 h 3555255"/>
                <a:gd name="connsiteX2" fmla="*/ 1867655 w 2822042"/>
                <a:gd name="connsiteY2" fmla="*/ 219392 h 3555255"/>
                <a:gd name="connsiteX3" fmla="*/ 2821031 w 2822042"/>
                <a:gd name="connsiteY3" fmla="*/ 1963096 h 3555255"/>
                <a:gd name="connsiteX4" fmla="*/ 2563015 w 2822042"/>
                <a:gd name="connsiteY4" fmla="*/ 2663632 h 3555255"/>
                <a:gd name="connsiteX5" fmla="*/ 431436 w 2822042"/>
                <a:gd name="connsiteY5" fmla="*/ 3474160 h 3555255"/>
                <a:gd name="connsiteX6" fmla="*/ 5772 w 2822042"/>
                <a:gd name="connsiteY6" fmla="*/ 3301117 h 3555255"/>
                <a:gd name="connsiteX7" fmla="*/ 795412 w 2822042"/>
                <a:gd name="connsiteY7" fmla="*/ 181292 h 3555255"/>
                <a:gd name="connsiteX0" fmla="*/ 795412 w 2882952"/>
                <a:gd name="connsiteY0" fmla="*/ 181292 h 3555255"/>
                <a:gd name="connsiteX1" fmla="*/ 1267125 w 2882952"/>
                <a:gd name="connsiteY1" fmla="*/ 14753 h 3555255"/>
                <a:gd name="connsiteX2" fmla="*/ 1867655 w 2882952"/>
                <a:gd name="connsiteY2" fmla="*/ 219392 h 3555255"/>
                <a:gd name="connsiteX3" fmla="*/ 2797623 w 2882952"/>
                <a:gd name="connsiteY3" fmla="*/ 1438949 h 3555255"/>
                <a:gd name="connsiteX4" fmla="*/ 2821031 w 2882952"/>
                <a:gd name="connsiteY4" fmla="*/ 1963096 h 3555255"/>
                <a:gd name="connsiteX5" fmla="*/ 2563015 w 2882952"/>
                <a:gd name="connsiteY5" fmla="*/ 2663632 h 3555255"/>
                <a:gd name="connsiteX6" fmla="*/ 431436 w 2882952"/>
                <a:gd name="connsiteY6" fmla="*/ 3474160 h 3555255"/>
                <a:gd name="connsiteX7" fmla="*/ 5772 w 2882952"/>
                <a:gd name="connsiteY7" fmla="*/ 3301117 h 3555255"/>
                <a:gd name="connsiteX8" fmla="*/ 795412 w 2882952"/>
                <a:gd name="connsiteY8" fmla="*/ 181292 h 3555255"/>
                <a:gd name="connsiteX0" fmla="*/ 795412 w 2927211"/>
                <a:gd name="connsiteY0" fmla="*/ 181292 h 3555255"/>
                <a:gd name="connsiteX1" fmla="*/ 1267125 w 2927211"/>
                <a:gd name="connsiteY1" fmla="*/ 14753 h 3555255"/>
                <a:gd name="connsiteX2" fmla="*/ 1867655 w 2927211"/>
                <a:gd name="connsiteY2" fmla="*/ 219392 h 3555255"/>
                <a:gd name="connsiteX3" fmla="*/ 2797623 w 2927211"/>
                <a:gd name="connsiteY3" fmla="*/ 1438949 h 3555255"/>
                <a:gd name="connsiteX4" fmla="*/ 2821031 w 2927211"/>
                <a:gd name="connsiteY4" fmla="*/ 1963096 h 3555255"/>
                <a:gd name="connsiteX5" fmla="*/ 2563015 w 2927211"/>
                <a:gd name="connsiteY5" fmla="*/ 2663632 h 3555255"/>
                <a:gd name="connsiteX6" fmla="*/ 431436 w 2927211"/>
                <a:gd name="connsiteY6" fmla="*/ 3474160 h 3555255"/>
                <a:gd name="connsiteX7" fmla="*/ 5772 w 2927211"/>
                <a:gd name="connsiteY7" fmla="*/ 3301117 h 3555255"/>
                <a:gd name="connsiteX8" fmla="*/ 795412 w 2927211"/>
                <a:gd name="connsiteY8" fmla="*/ 181292 h 3555255"/>
                <a:gd name="connsiteX0" fmla="*/ 795412 w 2893847"/>
                <a:gd name="connsiteY0" fmla="*/ 181292 h 3555255"/>
                <a:gd name="connsiteX1" fmla="*/ 1267125 w 2893847"/>
                <a:gd name="connsiteY1" fmla="*/ 14753 h 3555255"/>
                <a:gd name="connsiteX2" fmla="*/ 1867655 w 2893847"/>
                <a:gd name="connsiteY2" fmla="*/ 219392 h 3555255"/>
                <a:gd name="connsiteX3" fmla="*/ 2624377 w 2893847"/>
                <a:gd name="connsiteY3" fmla="*/ 971141 h 3555255"/>
                <a:gd name="connsiteX4" fmla="*/ 2797623 w 2893847"/>
                <a:gd name="connsiteY4" fmla="*/ 1438949 h 3555255"/>
                <a:gd name="connsiteX5" fmla="*/ 2821031 w 2893847"/>
                <a:gd name="connsiteY5" fmla="*/ 1963096 h 3555255"/>
                <a:gd name="connsiteX6" fmla="*/ 2563015 w 2893847"/>
                <a:gd name="connsiteY6" fmla="*/ 2663632 h 3555255"/>
                <a:gd name="connsiteX7" fmla="*/ 431436 w 2893847"/>
                <a:gd name="connsiteY7" fmla="*/ 3474160 h 3555255"/>
                <a:gd name="connsiteX8" fmla="*/ 5772 w 2893847"/>
                <a:gd name="connsiteY8" fmla="*/ 3301117 h 3555255"/>
                <a:gd name="connsiteX9" fmla="*/ 795412 w 2893847"/>
                <a:gd name="connsiteY9" fmla="*/ 181292 h 3555255"/>
                <a:gd name="connsiteX0" fmla="*/ 795412 w 2893847"/>
                <a:gd name="connsiteY0" fmla="*/ 181292 h 3555255"/>
                <a:gd name="connsiteX1" fmla="*/ 1267125 w 2893847"/>
                <a:gd name="connsiteY1" fmla="*/ 14753 h 3555255"/>
                <a:gd name="connsiteX2" fmla="*/ 1867655 w 2893847"/>
                <a:gd name="connsiteY2" fmla="*/ 219392 h 3555255"/>
                <a:gd name="connsiteX3" fmla="*/ 2624377 w 2893847"/>
                <a:gd name="connsiteY3" fmla="*/ 971141 h 3555255"/>
                <a:gd name="connsiteX4" fmla="*/ 2797623 w 2893847"/>
                <a:gd name="connsiteY4" fmla="*/ 1438949 h 3555255"/>
                <a:gd name="connsiteX5" fmla="*/ 2821031 w 2893847"/>
                <a:gd name="connsiteY5" fmla="*/ 1963096 h 3555255"/>
                <a:gd name="connsiteX6" fmla="*/ 2563015 w 2893847"/>
                <a:gd name="connsiteY6" fmla="*/ 2663632 h 3555255"/>
                <a:gd name="connsiteX7" fmla="*/ 431436 w 2893847"/>
                <a:gd name="connsiteY7" fmla="*/ 3474160 h 3555255"/>
                <a:gd name="connsiteX8" fmla="*/ 5772 w 2893847"/>
                <a:gd name="connsiteY8" fmla="*/ 3301117 h 3555255"/>
                <a:gd name="connsiteX9" fmla="*/ 795412 w 2893847"/>
                <a:gd name="connsiteY9" fmla="*/ 181292 h 3555255"/>
                <a:gd name="connsiteX0" fmla="*/ 795412 w 2893847"/>
                <a:gd name="connsiteY0" fmla="*/ 181292 h 3555255"/>
                <a:gd name="connsiteX1" fmla="*/ 1267125 w 2893847"/>
                <a:gd name="connsiteY1" fmla="*/ 14753 h 3555255"/>
                <a:gd name="connsiteX2" fmla="*/ 1867655 w 2893847"/>
                <a:gd name="connsiteY2" fmla="*/ 219392 h 3555255"/>
                <a:gd name="connsiteX3" fmla="*/ 2624377 w 2893847"/>
                <a:gd name="connsiteY3" fmla="*/ 971141 h 3555255"/>
                <a:gd name="connsiteX4" fmla="*/ 2797623 w 2893847"/>
                <a:gd name="connsiteY4" fmla="*/ 1438949 h 3555255"/>
                <a:gd name="connsiteX5" fmla="*/ 2821031 w 2893847"/>
                <a:gd name="connsiteY5" fmla="*/ 1963096 h 3555255"/>
                <a:gd name="connsiteX6" fmla="*/ 2563015 w 2893847"/>
                <a:gd name="connsiteY6" fmla="*/ 2663632 h 3555255"/>
                <a:gd name="connsiteX7" fmla="*/ 431436 w 2893847"/>
                <a:gd name="connsiteY7" fmla="*/ 3474160 h 3555255"/>
                <a:gd name="connsiteX8" fmla="*/ 5772 w 2893847"/>
                <a:gd name="connsiteY8" fmla="*/ 3301117 h 3555255"/>
                <a:gd name="connsiteX9" fmla="*/ 795412 w 2893847"/>
                <a:gd name="connsiteY9" fmla="*/ 181292 h 3555255"/>
                <a:gd name="connsiteX0" fmla="*/ 795412 w 2893847"/>
                <a:gd name="connsiteY0" fmla="*/ 197000 h 3570963"/>
                <a:gd name="connsiteX1" fmla="*/ 1267125 w 2893847"/>
                <a:gd name="connsiteY1" fmla="*/ 30461 h 3570963"/>
                <a:gd name="connsiteX2" fmla="*/ 1798093 w 2893847"/>
                <a:gd name="connsiteY2" fmla="*/ 95078 h 3570963"/>
                <a:gd name="connsiteX3" fmla="*/ 2624377 w 2893847"/>
                <a:gd name="connsiteY3" fmla="*/ 986849 h 3570963"/>
                <a:gd name="connsiteX4" fmla="*/ 2797623 w 2893847"/>
                <a:gd name="connsiteY4" fmla="*/ 1454657 h 3570963"/>
                <a:gd name="connsiteX5" fmla="*/ 2821031 w 2893847"/>
                <a:gd name="connsiteY5" fmla="*/ 1978804 h 3570963"/>
                <a:gd name="connsiteX6" fmla="*/ 2563015 w 2893847"/>
                <a:gd name="connsiteY6" fmla="*/ 2679340 h 3570963"/>
                <a:gd name="connsiteX7" fmla="*/ 431436 w 2893847"/>
                <a:gd name="connsiteY7" fmla="*/ 3489868 h 3570963"/>
                <a:gd name="connsiteX8" fmla="*/ 5772 w 2893847"/>
                <a:gd name="connsiteY8" fmla="*/ 3316825 h 3570963"/>
                <a:gd name="connsiteX9" fmla="*/ 795412 w 2893847"/>
                <a:gd name="connsiteY9" fmla="*/ 197000 h 3570963"/>
                <a:gd name="connsiteX0" fmla="*/ 795412 w 2893847"/>
                <a:gd name="connsiteY0" fmla="*/ 197000 h 3570963"/>
                <a:gd name="connsiteX1" fmla="*/ 1267125 w 2893847"/>
                <a:gd name="connsiteY1" fmla="*/ 30461 h 3570963"/>
                <a:gd name="connsiteX2" fmla="*/ 1798093 w 2893847"/>
                <a:gd name="connsiteY2" fmla="*/ 95078 h 3570963"/>
                <a:gd name="connsiteX3" fmla="*/ 2624377 w 2893847"/>
                <a:gd name="connsiteY3" fmla="*/ 986849 h 3570963"/>
                <a:gd name="connsiteX4" fmla="*/ 2797623 w 2893847"/>
                <a:gd name="connsiteY4" fmla="*/ 1454657 h 3570963"/>
                <a:gd name="connsiteX5" fmla="*/ 2821031 w 2893847"/>
                <a:gd name="connsiteY5" fmla="*/ 1978804 h 3570963"/>
                <a:gd name="connsiteX6" fmla="*/ 2563015 w 2893847"/>
                <a:gd name="connsiteY6" fmla="*/ 2679340 h 3570963"/>
                <a:gd name="connsiteX7" fmla="*/ 431436 w 2893847"/>
                <a:gd name="connsiteY7" fmla="*/ 3489868 h 3570963"/>
                <a:gd name="connsiteX8" fmla="*/ 5772 w 2893847"/>
                <a:gd name="connsiteY8" fmla="*/ 3316825 h 3570963"/>
                <a:gd name="connsiteX9" fmla="*/ 795412 w 2893847"/>
                <a:gd name="connsiteY9" fmla="*/ 197000 h 3570963"/>
                <a:gd name="connsiteX0" fmla="*/ 795412 w 2893847"/>
                <a:gd name="connsiteY0" fmla="*/ 115544 h 3489507"/>
                <a:gd name="connsiteX1" fmla="*/ 1733950 w 2893847"/>
                <a:gd name="connsiteY1" fmla="*/ 223412 h 3489507"/>
                <a:gd name="connsiteX2" fmla="*/ 1798093 w 2893847"/>
                <a:gd name="connsiteY2" fmla="*/ 13622 h 3489507"/>
                <a:gd name="connsiteX3" fmla="*/ 2624377 w 2893847"/>
                <a:gd name="connsiteY3" fmla="*/ 905393 h 3489507"/>
                <a:gd name="connsiteX4" fmla="*/ 2797623 w 2893847"/>
                <a:gd name="connsiteY4" fmla="*/ 1373201 h 3489507"/>
                <a:gd name="connsiteX5" fmla="*/ 2821031 w 2893847"/>
                <a:gd name="connsiteY5" fmla="*/ 1897348 h 3489507"/>
                <a:gd name="connsiteX6" fmla="*/ 2563015 w 2893847"/>
                <a:gd name="connsiteY6" fmla="*/ 2597884 h 3489507"/>
                <a:gd name="connsiteX7" fmla="*/ 431436 w 2893847"/>
                <a:gd name="connsiteY7" fmla="*/ 3408412 h 3489507"/>
                <a:gd name="connsiteX8" fmla="*/ 5772 w 2893847"/>
                <a:gd name="connsiteY8" fmla="*/ 3235369 h 3489507"/>
                <a:gd name="connsiteX9" fmla="*/ 795412 w 2893847"/>
                <a:gd name="connsiteY9" fmla="*/ 115544 h 3489507"/>
                <a:gd name="connsiteX0" fmla="*/ 795412 w 2893847"/>
                <a:gd name="connsiteY0" fmla="*/ 113349 h 3487312"/>
                <a:gd name="connsiteX1" fmla="*/ 1733950 w 2893847"/>
                <a:gd name="connsiteY1" fmla="*/ 221217 h 3487312"/>
                <a:gd name="connsiteX2" fmla="*/ 1798093 w 2893847"/>
                <a:gd name="connsiteY2" fmla="*/ 11427 h 3487312"/>
                <a:gd name="connsiteX3" fmla="*/ 2624377 w 2893847"/>
                <a:gd name="connsiteY3" fmla="*/ 903198 h 3487312"/>
                <a:gd name="connsiteX4" fmla="*/ 2797623 w 2893847"/>
                <a:gd name="connsiteY4" fmla="*/ 1371006 h 3487312"/>
                <a:gd name="connsiteX5" fmla="*/ 2821031 w 2893847"/>
                <a:gd name="connsiteY5" fmla="*/ 1895153 h 3487312"/>
                <a:gd name="connsiteX6" fmla="*/ 2563015 w 2893847"/>
                <a:gd name="connsiteY6" fmla="*/ 2595689 h 3487312"/>
                <a:gd name="connsiteX7" fmla="*/ 431436 w 2893847"/>
                <a:gd name="connsiteY7" fmla="*/ 3406217 h 3487312"/>
                <a:gd name="connsiteX8" fmla="*/ 5772 w 2893847"/>
                <a:gd name="connsiteY8" fmla="*/ 3233174 h 3487312"/>
                <a:gd name="connsiteX9" fmla="*/ 795412 w 2893847"/>
                <a:gd name="connsiteY9" fmla="*/ 113349 h 3487312"/>
                <a:gd name="connsiteX0" fmla="*/ 1857427 w 2893847"/>
                <a:gd name="connsiteY0" fmla="*/ 605027 h 3487312"/>
                <a:gd name="connsiteX1" fmla="*/ 1733950 w 2893847"/>
                <a:gd name="connsiteY1" fmla="*/ 221217 h 3487312"/>
                <a:gd name="connsiteX2" fmla="*/ 1798093 w 2893847"/>
                <a:gd name="connsiteY2" fmla="*/ 11427 h 3487312"/>
                <a:gd name="connsiteX3" fmla="*/ 2624377 w 2893847"/>
                <a:gd name="connsiteY3" fmla="*/ 903198 h 3487312"/>
                <a:gd name="connsiteX4" fmla="*/ 2797623 w 2893847"/>
                <a:gd name="connsiteY4" fmla="*/ 1371006 h 3487312"/>
                <a:gd name="connsiteX5" fmla="*/ 2821031 w 2893847"/>
                <a:gd name="connsiteY5" fmla="*/ 1895153 h 3487312"/>
                <a:gd name="connsiteX6" fmla="*/ 2563015 w 2893847"/>
                <a:gd name="connsiteY6" fmla="*/ 2595689 h 3487312"/>
                <a:gd name="connsiteX7" fmla="*/ 431436 w 2893847"/>
                <a:gd name="connsiteY7" fmla="*/ 3406217 h 3487312"/>
                <a:gd name="connsiteX8" fmla="*/ 5772 w 2893847"/>
                <a:gd name="connsiteY8" fmla="*/ 3233174 h 3487312"/>
                <a:gd name="connsiteX9" fmla="*/ 1857427 w 2893847"/>
                <a:gd name="connsiteY9" fmla="*/ 605027 h 3487312"/>
                <a:gd name="connsiteX0" fmla="*/ 1857427 w 2893847"/>
                <a:gd name="connsiteY0" fmla="*/ 605027 h 3487312"/>
                <a:gd name="connsiteX1" fmla="*/ 1733950 w 2893847"/>
                <a:gd name="connsiteY1" fmla="*/ 221217 h 3487312"/>
                <a:gd name="connsiteX2" fmla="*/ 1798093 w 2893847"/>
                <a:gd name="connsiteY2" fmla="*/ 11427 h 3487312"/>
                <a:gd name="connsiteX3" fmla="*/ 2624377 w 2893847"/>
                <a:gd name="connsiteY3" fmla="*/ 903198 h 3487312"/>
                <a:gd name="connsiteX4" fmla="*/ 2797623 w 2893847"/>
                <a:gd name="connsiteY4" fmla="*/ 1371006 h 3487312"/>
                <a:gd name="connsiteX5" fmla="*/ 2821031 w 2893847"/>
                <a:gd name="connsiteY5" fmla="*/ 1895153 h 3487312"/>
                <a:gd name="connsiteX6" fmla="*/ 2563015 w 2893847"/>
                <a:gd name="connsiteY6" fmla="*/ 2595689 h 3487312"/>
                <a:gd name="connsiteX7" fmla="*/ 431436 w 2893847"/>
                <a:gd name="connsiteY7" fmla="*/ 3406217 h 3487312"/>
                <a:gd name="connsiteX8" fmla="*/ 5772 w 2893847"/>
                <a:gd name="connsiteY8" fmla="*/ 3233174 h 3487312"/>
                <a:gd name="connsiteX9" fmla="*/ 1857427 w 2893847"/>
                <a:gd name="connsiteY9" fmla="*/ 605027 h 3487312"/>
                <a:gd name="connsiteX0" fmla="*/ 1857427 w 2893847"/>
                <a:gd name="connsiteY0" fmla="*/ 605027 h 3487312"/>
                <a:gd name="connsiteX1" fmla="*/ 1733950 w 2893847"/>
                <a:gd name="connsiteY1" fmla="*/ 221217 h 3487312"/>
                <a:gd name="connsiteX2" fmla="*/ 1798093 w 2893847"/>
                <a:gd name="connsiteY2" fmla="*/ 11427 h 3487312"/>
                <a:gd name="connsiteX3" fmla="*/ 2624377 w 2893847"/>
                <a:gd name="connsiteY3" fmla="*/ 903198 h 3487312"/>
                <a:gd name="connsiteX4" fmla="*/ 2797623 w 2893847"/>
                <a:gd name="connsiteY4" fmla="*/ 1371006 h 3487312"/>
                <a:gd name="connsiteX5" fmla="*/ 2821031 w 2893847"/>
                <a:gd name="connsiteY5" fmla="*/ 1895153 h 3487312"/>
                <a:gd name="connsiteX6" fmla="*/ 2563015 w 2893847"/>
                <a:gd name="connsiteY6" fmla="*/ 2595689 h 3487312"/>
                <a:gd name="connsiteX7" fmla="*/ 431436 w 2893847"/>
                <a:gd name="connsiteY7" fmla="*/ 3406217 h 3487312"/>
                <a:gd name="connsiteX8" fmla="*/ 5772 w 2893847"/>
                <a:gd name="connsiteY8" fmla="*/ 3233174 h 3487312"/>
                <a:gd name="connsiteX9" fmla="*/ 1840784 w 2893847"/>
                <a:gd name="connsiteY9" fmla="*/ 926600 h 3487312"/>
                <a:gd name="connsiteX10" fmla="*/ 1857427 w 2893847"/>
                <a:gd name="connsiteY10" fmla="*/ 605027 h 3487312"/>
                <a:gd name="connsiteX0" fmla="*/ 1857427 w 2893847"/>
                <a:gd name="connsiteY0" fmla="*/ 605027 h 3487312"/>
                <a:gd name="connsiteX1" fmla="*/ 1733950 w 2893847"/>
                <a:gd name="connsiteY1" fmla="*/ 221217 h 3487312"/>
                <a:gd name="connsiteX2" fmla="*/ 1798093 w 2893847"/>
                <a:gd name="connsiteY2" fmla="*/ 11427 h 3487312"/>
                <a:gd name="connsiteX3" fmla="*/ 2624377 w 2893847"/>
                <a:gd name="connsiteY3" fmla="*/ 903198 h 3487312"/>
                <a:gd name="connsiteX4" fmla="*/ 2797623 w 2893847"/>
                <a:gd name="connsiteY4" fmla="*/ 1371006 h 3487312"/>
                <a:gd name="connsiteX5" fmla="*/ 2821031 w 2893847"/>
                <a:gd name="connsiteY5" fmla="*/ 1895153 h 3487312"/>
                <a:gd name="connsiteX6" fmla="*/ 2563015 w 2893847"/>
                <a:gd name="connsiteY6" fmla="*/ 2595689 h 3487312"/>
                <a:gd name="connsiteX7" fmla="*/ 431436 w 2893847"/>
                <a:gd name="connsiteY7" fmla="*/ 3406217 h 3487312"/>
                <a:gd name="connsiteX8" fmla="*/ 5772 w 2893847"/>
                <a:gd name="connsiteY8" fmla="*/ 3233174 h 3487312"/>
                <a:gd name="connsiteX9" fmla="*/ 1840784 w 2893847"/>
                <a:gd name="connsiteY9" fmla="*/ 926600 h 3487312"/>
                <a:gd name="connsiteX10" fmla="*/ 1857427 w 2893847"/>
                <a:gd name="connsiteY10" fmla="*/ 605027 h 3487312"/>
                <a:gd name="connsiteX0" fmla="*/ 1857427 w 2893847"/>
                <a:gd name="connsiteY0" fmla="*/ 605027 h 3487312"/>
                <a:gd name="connsiteX1" fmla="*/ 1733950 w 2893847"/>
                <a:gd name="connsiteY1" fmla="*/ 221217 h 3487312"/>
                <a:gd name="connsiteX2" fmla="*/ 1798093 w 2893847"/>
                <a:gd name="connsiteY2" fmla="*/ 11427 h 3487312"/>
                <a:gd name="connsiteX3" fmla="*/ 2624377 w 2893847"/>
                <a:gd name="connsiteY3" fmla="*/ 903198 h 3487312"/>
                <a:gd name="connsiteX4" fmla="*/ 2797623 w 2893847"/>
                <a:gd name="connsiteY4" fmla="*/ 1371006 h 3487312"/>
                <a:gd name="connsiteX5" fmla="*/ 2821031 w 2893847"/>
                <a:gd name="connsiteY5" fmla="*/ 1895153 h 3487312"/>
                <a:gd name="connsiteX6" fmla="*/ 2563015 w 2893847"/>
                <a:gd name="connsiteY6" fmla="*/ 2595689 h 3487312"/>
                <a:gd name="connsiteX7" fmla="*/ 431436 w 2893847"/>
                <a:gd name="connsiteY7" fmla="*/ 3406217 h 3487312"/>
                <a:gd name="connsiteX8" fmla="*/ 5772 w 2893847"/>
                <a:gd name="connsiteY8" fmla="*/ 3233174 h 3487312"/>
                <a:gd name="connsiteX9" fmla="*/ 1829383 w 2893847"/>
                <a:gd name="connsiteY9" fmla="*/ 1551382 h 3487312"/>
                <a:gd name="connsiteX10" fmla="*/ 1840784 w 2893847"/>
                <a:gd name="connsiteY10" fmla="*/ 926600 h 3487312"/>
                <a:gd name="connsiteX11" fmla="*/ 1857427 w 2893847"/>
                <a:gd name="connsiteY11" fmla="*/ 605027 h 3487312"/>
                <a:gd name="connsiteX0" fmla="*/ 1857427 w 2893847"/>
                <a:gd name="connsiteY0" fmla="*/ 605027 h 3487312"/>
                <a:gd name="connsiteX1" fmla="*/ 1733950 w 2893847"/>
                <a:gd name="connsiteY1" fmla="*/ 221217 h 3487312"/>
                <a:gd name="connsiteX2" fmla="*/ 1798093 w 2893847"/>
                <a:gd name="connsiteY2" fmla="*/ 11427 h 3487312"/>
                <a:gd name="connsiteX3" fmla="*/ 2624377 w 2893847"/>
                <a:gd name="connsiteY3" fmla="*/ 903198 h 3487312"/>
                <a:gd name="connsiteX4" fmla="*/ 2797623 w 2893847"/>
                <a:gd name="connsiteY4" fmla="*/ 1371006 h 3487312"/>
                <a:gd name="connsiteX5" fmla="*/ 2821031 w 2893847"/>
                <a:gd name="connsiteY5" fmla="*/ 1895153 h 3487312"/>
                <a:gd name="connsiteX6" fmla="*/ 2563015 w 2893847"/>
                <a:gd name="connsiteY6" fmla="*/ 2595689 h 3487312"/>
                <a:gd name="connsiteX7" fmla="*/ 431436 w 2893847"/>
                <a:gd name="connsiteY7" fmla="*/ 3406217 h 3487312"/>
                <a:gd name="connsiteX8" fmla="*/ 5772 w 2893847"/>
                <a:gd name="connsiteY8" fmla="*/ 3233174 h 3487312"/>
                <a:gd name="connsiteX9" fmla="*/ 1407651 w 2893847"/>
                <a:gd name="connsiteY9" fmla="*/ 1632347 h 3487312"/>
                <a:gd name="connsiteX10" fmla="*/ 1829383 w 2893847"/>
                <a:gd name="connsiteY10" fmla="*/ 1551382 h 3487312"/>
                <a:gd name="connsiteX11" fmla="*/ 1840784 w 2893847"/>
                <a:gd name="connsiteY11" fmla="*/ 926600 h 3487312"/>
                <a:gd name="connsiteX12" fmla="*/ 1857427 w 2893847"/>
                <a:gd name="connsiteY12" fmla="*/ 605027 h 3487312"/>
                <a:gd name="connsiteX0" fmla="*/ 1857427 w 2893847"/>
                <a:gd name="connsiteY0" fmla="*/ 605027 h 3487312"/>
                <a:gd name="connsiteX1" fmla="*/ 1733950 w 2893847"/>
                <a:gd name="connsiteY1" fmla="*/ 221217 h 3487312"/>
                <a:gd name="connsiteX2" fmla="*/ 1798093 w 2893847"/>
                <a:gd name="connsiteY2" fmla="*/ 11427 h 3487312"/>
                <a:gd name="connsiteX3" fmla="*/ 2624377 w 2893847"/>
                <a:gd name="connsiteY3" fmla="*/ 903198 h 3487312"/>
                <a:gd name="connsiteX4" fmla="*/ 2797623 w 2893847"/>
                <a:gd name="connsiteY4" fmla="*/ 1371006 h 3487312"/>
                <a:gd name="connsiteX5" fmla="*/ 2821031 w 2893847"/>
                <a:gd name="connsiteY5" fmla="*/ 1895153 h 3487312"/>
                <a:gd name="connsiteX6" fmla="*/ 2563015 w 2893847"/>
                <a:gd name="connsiteY6" fmla="*/ 2595689 h 3487312"/>
                <a:gd name="connsiteX7" fmla="*/ 431436 w 2893847"/>
                <a:gd name="connsiteY7" fmla="*/ 3406217 h 3487312"/>
                <a:gd name="connsiteX8" fmla="*/ 5772 w 2893847"/>
                <a:gd name="connsiteY8" fmla="*/ 3233174 h 3487312"/>
                <a:gd name="connsiteX9" fmla="*/ 1407651 w 2893847"/>
                <a:gd name="connsiteY9" fmla="*/ 1632347 h 3487312"/>
                <a:gd name="connsiteX10" fmla="*/ 1829383 w 2893847"/>
                <a:gd name="connsiteY10" fmla="*/ 1551382 h 3487312"/>
                <a:gd name="connsiteX11" fmla="*/ 1840784 w 2893847"/>
                <a:gd name="connsiteY11" fmla="*/ 926600 h 3487312"/>
                <a:gd name="connsiteX12" fmla="*/ 1857427 w 2893847"/>
                <a:gd name="connsiteY12" fmla="*/ 605027 h 3487312"/>
                <a:gd name="connsiteX0" fmla="*/ 1857427 w 2893847"/>
                <a:gd name="connsiteY0" fmla="*/ 605027 h 3487312"/>
                <a:gd name="connsiteX1" fmla="*/ 1733950 w 2893847"/>
                <a:gd name="connsiteY1" fmla="*/ 221217 h 3487312"/>
                <a:gd name="connsiteX2" fmla="*/ 1798093 w 2893847"/>
                <a:gd name="connsiteY2" fmla="*/ 11427 h 3487312"/>
                <a:gd name="connsiteX3" fmla="*/ 2624377 w 2893847"/>
                <a:gd name="connsiteY3" fmla="*/ 903198 h 3487312"/>
                <a:gd name="connsiteX4" fmla="*/ 2797623 w 2893847"/>
                <a:gd name="connsiteY4" fmla="*/ 1371006 h 3487312"/>
                <a:gd name="connsiteX5" fmla="*/ 2821031 w 2893847"/>
                <a:gd name="connsiteY5" fmla="*/ 1895153 h 3487312"/>
                <a:gd name="connsiteX6" fmla="*/ 2563015 w 2893847"/>
                <a:gd name="connsiteY6" fmla="*/ 2595689 h 3487312"/>
                <a:gd name="connsiteX7" fmla="*/ 431436 w 2893847"/>
                <a:gd name="connsiteY7" fmla="*/ 3406217 h 3487312"/>
                <a:gd name="connsiteX8" fmla="*/ 5772 w 2893847"/>
                <a:gd name="connsiteY8" fmla="*/ 3233174 h 3487312"/>
                <a:gd name="connsiteX9" fmla="*/ 1407651 w 2893847"/>
                <a:gd name="connsiteY9" fmla="*/ 1632347 h 3487312"/>
                <a:gd name="connsiteX10" fmla="*/ 1829383 w 2893847"/>
                <a:gd name="connsiteY10" fmla="*/ 1551382 h 3487312"/>
                <a:gd name="connsiteX11" fmla="*/ 1840784 w 2893847"/>
                <a:gd name="connsiteY11" fmla="*/ 926600 h 3487312"/>
                <a:gd name="connsiteX12" fmla="*/ 1857427 w 2893847"/>
                <a:gd name="connsiteY12" fmla="*/ 605027 h 3487312"/>
                <a:gd name="connsiteX0" fmla="*/ 1857427 w 2893847"/>
                <a:gd name="connsiteY0" fmla="*/ 605027 h 3487312"/>
                <a:gd name="connsiteX1" fmla="*/ 1733950 w 2893847"/>
                <a:gd name="connsiteY1" fmla="*/ 221217 h 3487312"/>
                <a:gd name="connsiteX2" fmla="*/ 1798093 w 2893847"/>
                <a:gd name="connsiteY2" fmla="*/ 11427 h 3487312"/>
                <a:gd name="connsiteX3" fmla="*/ 2624377 w 2893847"/>
                <a:gd name="connsiteY3" fmla="*/ 903198 h 3487312"/>
                <a:gd name="connsiteX4" fmla="*/ 2797623 w 2893847"/>
                <a:gd name="connsiteY4" fmla="*/ 1371006 h 3487312"/>
                <a:gd name="connsiteX5" fmla="*/ 2821031 w 2893847"/>
                <a:gd name="connsiteY5" fmla="*/ 1895153 h 3487312"/>
                <a:gd name="connsiteX6" fmla="*/ 2563015 w 2893847"/>
                <a:gd name="connsiteY6" fmla="*/ 2595689 h 3487312"/>
                <a:gd name="connsiteX7" fmla="*/ 431436 w 2893847"/>
                <a:gd name="connsiteY7" fmla="*/ 3406217 h 3487312"/>
                <a:gd name="connsiteX8" fmla="*/ 5772 w 2893847"/>
                <a:gd name="connsiteY8" fmla="*/ 3233174 h 3487312"/>
                <a:gd name="connsiteX9" fmla="*/ 1407651 w 2893847"/>
                <a:gd name="connsiteY9" fmla="*/ 1632347 h 3487312"/>
                <a:gd name="connsiteX10" fmla="*/ 1829383 w 2893847"/>
                <a:gd name="connsiteY10" fmla="*/ 1551382 h 3487312"/>
                <a:gd name="connsiteX11" fmla="*/ 1840784 w 2893847"/>
                <a:gd name="connsiteY11" fmla="*/ 926600 h 3487312"/>
                <a:gd name="connsiteX12" fmla="*/ 1857427 w 2893847"/>
                <a:gd name="connsiteY12" fmla="*/ 605027 h 3487312"/>
                <a:gd name="connsiteX0" fmla="*/ 1857427 w 2893847"/>
                <a:gd name="connsiteY0" fmla="*/ 605027 h 3487312"/>
                <a:gd name="connsiteX1" fmla="*/ 1733950 w 2893847"/>
                <a:gd name="connsiteY1" fmla="*/ 221217 h 3487312"/>
                <a:gd name="connsiteX2" fmla="*/ 1798093 w 2893847"/>
                <a:gd name="connsiteY2" fmla="*/ 11427 h 3487312"/>
                <a:gd name="connsiteX3" fmla="*/ 2624377 w 2893847"/>
                <a:gd name="connsiteY3" fmla="*/ 903198 h 3487312"/>
                <a:gd name="connsiteX4" fmla="*/ 2797623 w 2893847"/>
                <a:gd name="connsiteY4" fmla="*/ 1371006 h 3487312"/>
                <a:gd name="connsiteX5" fmla="*/ 2821031 w 2893847"/>
                <a:gd name="connsiteY5" fmla="*/ 1895153 h 3487312"/>
                <a:gd name="connsiteX6" fmla="*/ 2563015 w 2893847"/>
                <a:gd name="connsiteY6" fmla="*/ 2595689 h 3487312"/>
                <a:gd name="connsiteX7" fmla="*/ 431436 w 2893847"/>
                <a:gd name="connsiteY7" fmla="*/ 3406217 h 3487312"/>
                <a:gd name="connsiteX8" fmla="*/ 5772 w 2893847"/>
                <a:gd name="connsiteY8" fmla="*/ 3233174 h 3487312"/>
                <a:gd name="connsiteX9" fmla="*/ 1035242 w 2893847"/>
                <a:gd name="connsiteY9" fmla="*/ 1974524 h 3487312"/>
                <a:gd name="connsiteX10" fmla="*/ 1407651 w 2893847"/>
                <a:gd name="connsiteY10" fmla="*/ 1632347 h 3487312"/>
                <a:gd name="connsiteX11" fmla="*/ 1829383 w 2893847"/>
                <a:gd name="connsiteY11" fmla="*/ 1551382 h 3487312"/>
                <a:gd name="connsiteX12" fmla="*/ 1840784 w 2893847"/>
                <a:gd name="connsiteY12" fmla="*/ 926600 h 3487312"/>
                <a:gd name="connsiteX13" fmla="*/ 1857427 w 2893847"/>
                <a:gd name="connsiteY13" fmla="*/ 605027 h 3487312"/>
                <a:gd name="connsiteX0" fmla="*/ 1857427 w 2893847"/>
                <a:gd name="connsiteY0" fmla="*/ 605027 h 3487312"/>
                <a:gd name="connsiteX1" fmla="*/ 1733950 w 2893847"/>
                <a:gd name="connsiteY1" fmla="*/ 221217 h 3487312"/>
                <a:gd name="connsiteX2" fmla="*/ 1798093 w 2893847"/>
                <a:gd name="connsiteY2" fmla="*/ 11427 h 3487312"/>
                <a:gd name="connsiteX3" fmla="*/ 2624377 w 2893847"/>
                <a:gd name="connsiteY3" fmla="*/ 903198 h 3487312"/>
                <a:gd name="connsiteX4" fmla="*/ 2797623 w 2893847"/>
                <a:gd name="connsiteY4" fmla="*/ 1371006 h 3487312"/>
                <a:gd name="connsiteX5" fmla="*/ 2821031 w 2893847"/>
                <a:gd name="connsiteY5" fmla="*/ 1895153 h 3487312"/>
                <a:gd name="connsiteX6" fmla="*/ 2563015 w 2893847"/>
                <a:gd name="connsiteY6" fmla="*/ 2595689 h 3487312"/>
                <a:gd name="connsiteX7" fmla="*/ 431436 w 2893847"/>
                <a:gd name="connsiteY7" fmla="*/ 3406217 h 3487312"/>
                <a:gd name="connsiteX8" fmla="*/ 5772 w 2893847"/>
                <a:gd name="connsiteY8" fmla="*/ 3233174 h 3487312"/>
                <a:gd name="connsiteX9" fmla="*/ 1035242 w 2893847"/>
                <a:gd name="connsiteY9" fmla="*/ 1974524 h 3487312"/>
                <a:gd name="connsiteX10" fmla="*/ 1407651 w 2893847"/>
                <a:gd name="connsiteY10" fmla="*/ 1632347 h 3487312"/>
                <a:gd name="connsiteX11" fmla="*/ 1829383 w 2893847"/>
                <a:gd name="connsiteY11" fmla="*/ 1551382 h 3487312"/>
                <a:gd name="connsiteX12" fmla="*/ 1840784 w 2893847"/>
                <a:gd name="connsiteY12" fmla="*/ 926600 h 3487312"/>
                <a:gd name="connsiteX13" fmla="*/ 1857427 w 2893847"/>
                <a:gd name="connsiteY13" fmla="*/ 605027 h 3487312"/>
                <a:gd name="connsiteX0" fmla="*/ 1857427 w 2893847"/>
                <a:gd name="connsiteY0" fmla="*/ 605027 h 3487312"/>
                <a:gd name="connsiteX1" fmla="*/ 1733950 w 2893847"/>
                <a:gd name="connsiteY1" fmla="*/ 221217 h 3487312"/>
                <a:gd name="connsiteX2" fmla="*/ 1798093 w 2893847"/>
                <a:gd name="connsiteY2" fmla="*/ 11427 h 3487312"/>
                <a:gd name="connsiteX3" fmla="*/ 2624377 w 2893847"/>
                <a:gd name="connsiteY3" fmla="*/ 903198 h 3487312"/>
                <a:gd name="connsiteX4" fmla="*/ 2797623 w 2893847"/>
                <a:gd name="connsiteY4" fmla="*/ 1371006 h 3487312"/>
                <a:gd name="connsiteX5" fmla="*/ 2821031 w 2893847"/>
                <a:gd name="connsiteY5" fmla="*/ 1895153 h 3487312"/>
                <a:gd name="connsiteX6" fmla="*/ 2563015 w 2893847"/>
                <a:gd name="connsiteY6" fmla="*/ 2595689 h 3487312"/>
                <a:gd name="connsiteX7" fmla="*/ 431436 w 2893847"/>
                <a:gd name="connsiteY7" fmla="*/ 3406217 h 3487312"/>
                <a:gd name="connsiteX8" fmla="*/ 5772 w 2893847"/>
                <a:gd name="connsiteY8" fmla="*/ 3233174 h 3487312"/>
                <a:gd name="connsiteX9" fmla="*/ 719072 w 2893847"/>
                <a:gd name="connsiteY9" fmla="*/ 2341425 h 3487312"/>
                <a:gd name="connsiteX10" fmla="*/ 1035242 w 2893847"/>
                <a:gd name="connsiteY10" fmla="*/ 1974524 h 3487312"/>
                <a:gd name="connsiteX11" fmla="*/ 1407651 w 2893847"/>
                <a:gd name="connsiteY11" fmla="*/ 1632347 h 3487312"/>
                <a:gd name="connsiteX12" fmla="*/ 1829383 w 2893847"/>
                <a:gd name="connsiteY12" fmla="*/ 1551382 h 3487312"/>
                <a:gd name="connsiteX13" fmla="*/ 1840784 w 2893847"/>
                <a:gd name="connsiteY13" fmla="*/ 926600 h 3487312"/>
                <a:gd name="connsiteX14" fmla="*/ 1857427 w 2893847"/>
                <a:gd name="connsiteY14" fmla="*/ 605027 h 3487312"/>
                <a:gd name="connsiteX0" fmla="*/ 1857427 w 2893847"/>
                <a:gd name="connsiteY0" fmla="*/ 605027 h 3487312"/>
                <a:gd name="connsiteX1" fmla="*/ 1733950 w 2893847"/>
                <a:gd name="connsiteY1" fmla="*/ 221217 h 3487312"/>
                <a:gd name="connsiteX2" fmla="*/ 1798093 w 2893847"/>
                <a:gd name="connsiteY2" fmla="*/ 11427 h 3487312"/>
                <a:gd name="connsiteX3" fmla="*/ 2624377 w 2893847"/>
                <a:gd name="connsiteY3" fmla="*/ 903198 h 3487312"/>
                <a:gd name="connsiteX4" fmla="*/ 2797623 w 2893847"/>
                <a:gd name="connsiteY4" fmla="*/ 1371006 h 3487312"/>
                <a:gd name="connsiteX5" fmla="*/ 2821031 w 2893847"/>
                <a:gd name="connsiteY5" fmla="*/ 1895153 h 3487312"/>
                <a:gd name="connsiteX6" fmla="*/ 2563015 w 2893847"/>
                <a:gd name="connsiteY6" fmla="*/ 2595689 h 3487312"/>
                <a:gd name="connsiteX7" fmla="*/ 431436 w 2893847"/>
                <a:gd name="connsiteY7" fmla="*/ 3406217 h 3487312"/>
                <a:gd name="connsiteX8" fmla="*/ 5772 w 2893847"/>
                <a:gd name="connsiteY8" fmla="*/ 3233174 h 3487312"/>
                <a:gd name="connsiteX9" fmla="*/ 719072 w 2893847"/>
                <a:gd name="connsiteY9" fmla="*/ 2341425 h 3487312"/>
                <a:gd name="connsiteX10" fmla="*/ 1035242 w 2893847"/>
                <a:gd name="connsiteY10" fmla="*/ 1974524 h 3487312"/>
                <a:gd name="connsiteX11" fmla="*/ 1407651 w 2893847"/>
                <a:gd name="connsiteY11" fmla="*/ 1632347 h 3487312"/>
                <a:gd name="connsiteX12" fmla="*/ 1829383 w 2893847"/>
                <a:gd name="connsiteY12" fmla="*/ 1551382 h 3487312"/>
                <a:gd name="connsiteX13" fmla="*/ 1840784 w 2893847"/>
                <a:gd name="connsiteY13" fmla="*/ 926600 h 3487312"/>
                <a:gd name="connsiteX14" fmla="*/ 1857427 w 2893847"/>
                <a:gd name="connsiteY14" fmla="*/ 605027 h 3487312"/>
                <a:gd name="connsiteX0" fmla="*/ 1857427 w 2893847"/>
                <a:gd name="connsiteY0" fmla="*/ 605027 h 3487312"/>
                <a:gd name="connsiteX1" fmla="*/ 1733950 w 2893847"/>
                <a:gd name="connsiteY1" fmla="*/ 221217 h 3487312"/>
                <a:gd name="connsiteX2" fmla="*/ 1798093 w 2893847"/>
                <a:gd name="connsiteY2" fmla="*/ 11427 h 3487312"/>
                <a:gd name="connsiteX3" fmla="*/ 2624377 w 2893847"/>
                <a:gd name="connsiteY3" fmla="*/ 903198 h 3487312"/>
                <a:gd name="connsiteX4" fmla="*/ 2797623 w 2893847"/>
                <a:gd name="connsiteY4" fmla="*/ 1371006 h 3487312"/>
                <a:gd name="connsiteX5" fmla="*/ 2821031 w 2893847"/>
                <a:gd name="connsiteY5" fmla="*/ 1895153 h 3487312"/>
                <a:gd name="connsiteX6" fmla="*/ 2563015 w 2893847"/>
                <a:gd name="connsiteY6" fmla="*/ 2595689 h 3487312"/>
                <a:gd name="connsiteX7" fmla="*/ 431436 w 2893847"/>
                <a:gd name="connsiteY7" fmla="*/ 3406217 h 3487312"/>
                <a:gd name="connsiteX8" fmla="*/ 5772 w 2893847"/>
                <a:gd name="connsiteY8" fmla="*/ 3233174 h 3487312"/>
                <a:gd name="connsiteX9" fmla="*/ 305668 w 2893847"/>
                <a:gd name="connsiteY9" fmla="*/ 2607762 h 3487312"/>
                <a:gd name="connsiteX10" fmla="*/ 719072 w 2893847"/>
                <a:gd name="connsiteY10" fmla="*/ 2341425 h 3487312"/>
                <a:gd name="connsiteX11" fmla="*/ 1035242 w 2893847"/>
                <a:gd name="connsiteY11" fmla="*/ 1974524 h 3487312"/>
                <a:gd name="connsiteX12" fmla="*/ 1407651 w 2893847"/>
                <a:gd name="connsiteY12" fmla="*/ 1632347 h 3487312"/>
                <a:gd name="connsiteX13" fmla="*/ 1829383 w 2893847"/>
                <a:gd name="connsiteY13" fmla="*/ 1551382 h 3487312"/>
                <a:gd name="connsiteX14" fmla="*/ 1840784 w 2893847"/>
                <a:gd name="connsiteY14" fmla="*/ 926600 h 3487312"/>
                <a:gd name="connsiteX15" fmla="*/ 1857427 w 2893847"/>
                <a:gd name="connsiteY15" fmla="*/ 605027 h 3487312"/>
                <a:gd name="connsiteX0" fmla="*/ 1857427 w 2893847"/>
                <a:gd name="connsiteY0" fmla="*/ 605027 h 3487312"/>
                <a:gd name="connsiteX1" fmla="*/ 1733950 w 2893847"/>
                <a:gd name="connsiteY1" fmla="*/ 221217 h 3487312"/>
                <a:gd name="connsiteX2" fmla="*/ 1798093 w 2893847"/>
                <a:gd name="connsiteY2" fmla="*/ 11427 h 3487312"/>
                <a:gd name="connsiteX3" fmla="*/ 2624377 w 2893847"/>
                <a:gd name="connsiteY3" fmla="*/ 903198 h 3487312"/>
                <a:gd name="connsiteX4" fmla="*/ 2797623 w 2893847"/>
                <a:gd name="connsiteY4" fmla="*/ 1371006 h 3487312"/>
                <a:gd name="connsiteX5" fmla="*/ 2821031 w 2893847"/>
                <a:gd name="connsiteY5" fmla="*/ 1895153 h 3487312"/>
                <a:gd name="connsiteX6" fmla="*/ 2563015 w 2893847"/>
                <a:gd name="connsiteY6" fmla="*/ 2595689 h 3487312"/>
                <a:gd name="connsiteX7" fmla="*/ 431436 w 2893847"/>
                <a:gd name="connsiteY7" fmla="*/ 3406217 h 3487312"/>
                <a:gd name="connsiteX8" fmla="*/ 5772 w 2893847"/>
                <a:gd name="connsiteY8" fmla="*/ 3233174 h 3487312"/>
                <a:gd name="connsiteX9" fmla="*/ 305668 w 2893847"/>
                <a:gd name="connsiteY9" fmla="*/ 2607762 h 3487312"/>
                <a:gd name="connsiteX10" fmla="*/ 719072 w 2893847"/>
                <a:gd name="connsiteY10" fmla="*/ 2341425 h 3487312"/>
                <a:gd name="connsiteX11" fmla="*/ 1035242 w 2893847"/>
                <a:gd name="connsiteY11" fmla="*/ 1974524 h 3487312"/>
                <a:gd name="connsiteX12" fmla="*/ 1407651 w 2893847"/>
                <a:gd name="connsiteY12" fmla="*/ 1632347 h 3487312"/>
                <a:gd name="connsiteX13" fmla="*/ 1829383 w 2893847"/>
                <a:gd name="connsiteY13" fmla="*/ 1551382 h 3487312"/>
                <a:gd name="connsiteX14" fmla="*/ 1840784 w 2893847"/>
                <a:gd name="connsiteY14" fmla="*/ 926600 h 3487312"/>
                <a:gd name="connsiteX15" fmla="*/ 1857427 w 2893847"/>
                <a:gd name="connsiteY15" fmla="*/ 605027 h 3487312"/>
                <a:gd name="connsiteX0" fmla="*/ 1864508 w 2900928"/>
                <a:gd name="connsiteY0" fmla="*/ 605027 h 3487312"/>
                <a:gd name="connsiteX1" fmla="*/ 1741031 w 2900928"/>
                <a:gd name="connsiteY1" fmla="*/ 221217 h 3487312"/>
                <a:gd name="connsiteX2" fmla="*/ 1805174 w 2900928"/>
                <a:gd name="connsiteY2" fmla="*/ 11427 h 3487312"/>
                <a:gd name="connsiteX3" fmla="*/ 2631458 w 2900928"/>
                <a:gd name="connsiteY3" fmla="*/ 903198 h 3487312"/>
                <a:gd name="connsiteX4" fmla="*/ 2804704 w 2900928"/>
                <a:gd name="connsiteY4" fmla="*/ 1371006 h 3487312"/>
                <a:gd name="connsiteX5" fmla="*/ 2828112 w 2900928"/>
                <a:gd name="connsiteY5" fmla="*/ 1895153 h 3487312"/>
                <a:gd name="connsiteX6" fmla="*/ 2570096 w 2900928"/>
                <a:gd name="connsiteY6" fmla="*/ 2595689 h 3487312"/>
                <a:gd name="connsiteX7" fmla="*/ 438517 w 2900928"/>
                <a:gd name="connsiteY7" fmla="*/ 3406217 h 3487312"/>
                <a:gd name="connsiteX8" fmla="*/ 12853 w 2900928"/>
                <a:gd name="connsiteY8" fmla="*/ 3233174 h 3487312"/>
                <a:gd name="connsiteX9" fmla="*/ 312749 w 2900928"/>
                <a:gd name="connsiteY9" fmla="*/ 2607762 h 3487312"/>
                <a:gd name="connsiteX10" fmla="*/ 726153 w 2900928"/>
                <a:gd name="connsiteY10" fmla="*/ 2341425 h 3487312"/>
                <a:gd name="connsiteX11" fmla="*/ 1042323 w 2900928"/>
                <a:gd name="connsiteY11" fmla="*/ 1974524 h 3487312"/>
                <a:gd name="connsiteX12" fmla="*/ 1414732 w 2900928"/>
                <a:gd name="connsiteY12" fmla="*/ 1632347 h 3487312"/>
                <a:gd name="connsiteX13" fmla="*/ 1836464 w 2900928"/>
                <a:gd name="connsiteY13" fmla="*/ 1551382 h 3487312"/>
                <a:gd name="connsiteX14" fmla="*/ 1847865 w 2900928"/>
                <a:gd name="connsiteY14" fmla="*/ 926600 h 3487312"/>
                <a:gd name="connsiteX15" fmla="*/ 1864508 w 2900928"/>
                <a:gd name="connsiteY15" fmla="*/ 605027 h 3487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900928" h="3487312">
                  <a:moveTo>
                    <a:pt x="1864508" y="605027"/>
                  </a:moveTo>
                  <a:cubicBezTo>
                    <a:pt x="2021746" y="608781"/>
                    <a:pt x="1609031" y="479444"/>
                    <a:pt x="1741031" y="221217"/>
                  </a:cubicBezTo>
                  <a:cubicBezTo>
                    <a:pt x="1797802" y="201871"/>
                    <a:pt x="1588064" y="-56786"/>
                    <a:pt x="1805174" y="11427"/>
                  </a:cubicBezTo>
                  <a:cubicBezTo>
                    <a:pt x="2003093" y="102751"/>
                    <a:pt x="2688353" y="389405"/>
                    <a:pt x="2631458" y="903198"/>
                  </a:cubicBezTo>
                  <a:cubicBezTo>
                    <a:pt x="2992579" y="1295160"/>
                    <a:pt x="2758370" y="1221516"/>
                    <a:pt x="2804704" y="1371006"/>
                  </a:cubicBezTo>
                  <a:cubicBezTo>
                    <a:pt x="2851038" y="1520496"/>
                    <a:pt x="2982169" y="1692192"/>
                    <a:pt x="2828112" y="1895153"/>
                  </a:cubicBezTo>
                  <a:cubicBezTo>
                    <a:pt x="2839872" y="2184740"/>
                    <a:pt x="2748779" y="2560992"/>
                    <a:pt x="2570096" y="2595689"/>
                  </a:cubicBezTo>
                  <a:cubicBezTo>
                    <a:pt x="2051921" y="3622843"/>
                    <a:pt x="918402" y="3546578"/>
                    <a:pt x="438517" y="3406217"/>
                  </a:cubicBezTo>
                  <a:cubicBezTo>
                    <a:pt x="162806" y="3398295"/>
                    <a:pt x="-29163" y="3482014"/>
                    <a:pt x="12853" y="3233174"/>
                  </a:cubicBezTo>
                  <a:cubicBezTo>
                    <a:pt x="2268" y="3123072"/>
                    <a:pt x="-73111" y="2851700"/>
                    <a:pt x="312749" y="2607762"/>
                  </a:cubicBezTo>
                  <a:cubicBezTo>
                    <a:pt x="356048" y="2205996"/>
                    <a:pt x="614934" y="2469939"/>
                    <a:pt x="726153" y="2341425"/>
                  </a:cubicBezTo>
                  <a:cubicBezTo>
                    <a:pt x="873262" y="1893753"/>
                    <a:pt x="929012" y="2087835"/>
                    <a:pt x="1042323" y="1974524"/>
                  </a:cubicBezTo>
                  <a:cubicBezTo>
                    <a:pt x="1075095" y="1608052"/>
                    <a:pt x="1287008" y="1709553"/>
                    <a:pt x="1414732" y="1632347"/>
                  </a:cubicBezTo>
                  <a:cubicBezTo>
                    <a:pt x="1648720" y="1426607"/>
                    <a:pt x="1766987" y="1615479"/>
                    <a:pt x="1836464" y="1551382"/>
                  </a:cubicBezTo>
                  <a:cubicBezTo>
                    <a:pt x="1883906" y="1401197"/>
                    <a:pt x="1922746" y="1159738"/>
                    <a:pt x="1847865" y="926600"/>
                  </a:cubicBezTo>
                  <a:cubicBezTo>
                    <a:pt x="1757716" y="767013"/>
                    <a:pt x="1858960" y="712218"/>
                    <a:pt x="1864508" y="605027"/>
                  </a:cubicBezTo>
                  <a:close/>
                </a:path>
              </a:pathLst>
            </a:cu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7">
              <a:extLst>
                <a:ext uri="{FF2B5EF4-FFF2-40B4-BE49-F238E27FC236}">
                  <a16:creationId xmlns:a16="http://schemas.microsoft.com/office/drawing/2014/main" id="{D5B6103A-DC97-D23A-E226-77F665AF008A}"/>
                </a:ext>
              </a:extLst>
            </p:cNvPr>
            <p:cNvSpPr/>
            <p:nvPr/>
          </p:nvSpPr>
          <p:spPr>
            <a:xfrm rot="7640377" flipV="1">
              <a:off x="4489941" y="5013036"/>
              <a:ext cx="598633" cy="205083"/>
            </a:xfrm>
            <a:custGeom>
              <a:avLst/>
              <a:gdLst>
                <a:gd name="connsiteX0" fmla="*/ 0 w 1007285"/>
                <a:gd name="connsiteY0" fmla="*/ 0 h 94954"/>
                <a:gd name="connsiteX1" fmla="*/ 1007285 w 1007285"/>
                <a:gd name="connsiteY1" fmla="*/ 0 h 94954"/>
                <a:gd name="connsiteX2" fmla="*/ 1007285 w 1007285"/>
                <a:gd name="connsiteY2" fmla="*/ 94954 h 94954"/>
                <a:gd name="connsiteX3" fmla="*/ 0 w 1007285"/>
                <a:gd name="connsiteY3" fmla="*/ 94954 h 94954"/>
                <a:gd name="connsiteX4" fmla="*/ 0 w 1007285"/>
                <a:gd name="connsiteY4" fmla="*/ 0 h 94954"/>
                <a:gd name="connsiteX0" fmla="*/ 2819400 w 3826685"/>
                <a:gd name="connsiteY0" fmla="*/ 0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4" fmla="*/ 2819400 w 3826685"/>
                <a:gd name="connsiteY4" fmla="*/ 0 h 869654"/>
                <a:gd name="connsiteX0" fmla="*/ 0 w 3826685"/>
                <a:gd name="connsiteY0" fmla="*/ 869654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968065 h 1033547"/>
                <a:gd name="connsiteX1" fmla="*/ 3826685 w 3826685"/>
                <a:gd name="connsiteY1" fmla="*/ 98411 h 1033547"/>
                <a:gd name="connsiteX2" fmla="*/ 3826685 w 3826685"/>
                <a:gd name="connsiteY2" fmla="*/ 193365 h 1033547"/>
                <a:gd name="connsiteX3" fmla="*/ 0 w 3826685"/>
                <a:gd name="connsiteY3" fmla="*/ 968065 h 1033547"/>
                <a:gd name="connsiteX0" fmla="*/ 0 w 3826685"/>
                <a:gd name="connsiteY0" fmla="*/ 968065 h 1013810"/>
                <a:gd name="connsiteX1" fmla="*/ 3826685 w 3826685"/>
                <a:gd name="connsiteY1" fmla="*/ 98411 h 1013810"/>
                <a:gd name="connsiteX2" fmla="*/ 3826685 w 3826685"/>
                <a:gd name="connsiteY2" fmla="*/ 193365 h 1013810"/>
                <a:gd name="connsiteX3" fmla="*/ 0 w 3826685"/>
                <a:gd name="connsiteY3" fmla="*/ 968065 h 1013810"/>
                <a:gd name="connsiteX0" fmla="*/ 0 w 3826685"/>
                <a:gd name="connsiteY0" fmla="*/ 968065 h 1012429"/>
                <a:gd name="connsiteX1" fmla="*/ 3826685 w 3826685"/>
                <a:gd name="connsiteY1" fmla="*/ 98411 h 1012429"/>
                <a:gd name="connsiteX2" fmla="*/ 3826685 w 3826685"/>
                <a:gd name="connsiteY2" fmla="*/ 193365 h 1012429"/>
                <a:gd name="connsiteX3" fmla="*/ 0 w 3826685"/>
                <a:gd name="connsiteY3" fmla="*/ 968065 h 1012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26685" h="1012429">
                  <a:moveTo>
                    <a:pt x="0" y="968065"/>
                  </a:moveTo>
                  <a:cubicBezTo>
                    <a:pt x="1199362" y="1008380"/>
                    <a:pt x="2779723" y="-373704"/>
                    <a:pt x="3826685" y="98411"/>
                  </a:cubicBezTo>
                  <a:lnTo>
                    <a:pt x="3826685" y="193365"/>
                  </a:lnTo>
                  <a:cubicBezTo>
                    <a:pt x="2614623" y="-65927"/>
                    <a:pt x="932662" y="1268632"/>
                    <a:pt x="0" y="968065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5CC6F01C-577F-E4D2-3164-972BF17F06CC}"/>
                </a:ext>
              </a:extLst>
            </p:cNvPr>
            <p:cNvSpPr/>
            <p:nvPr/>
          </p:nvSpPr>
          <p:spPr>
            <a:xfrm rot="8507340">
              <a:off x="4231842" y="4417844"/>
              <a:ext cx="1265148" cy="508507"/>
            </a:xfrm>
            <a:custGeom>
              <a:avLst/>
              <a:gdLst>
                <a:gd name="connsiteX0" fmla="*/ 0 w 1007285"/>
                <a:gd name="connsiteY0" fmla="*/ 0 h 94954"/>
                <a:gd name="connsiteX1" fmla="*/ 1007285 w 1007285"/>
                <a:gd name="connsiteY1" fmla="*/ 0 h 94954"/>
                <a:gd name="connsiteX2" fmla="*/ 1007285 w 1007285"/>
                <a:gd name="connsiteY2" fmla="*/ 94954 h 94954"/>
                <a:gd name="connsiteX3" fmla="*/ 0 w 1007285"/>
                <a:gd name="connsiteY3" fmla="*/ 94954 h 94954"/>
                <a:gd name="connsiteX4" fmla="*/ 0 w 1007285"/>
                <a:gd name="connsiteY4" fmla="*/ 0 h 94954"/>
                <a:gd name="connsiteX0" fmla="*/ 2819400 w 3826685"/>
                <a:gd name="connsiteY0" fmla="*/ 0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4" fmla="*/ 2819400 w 3826685"/>
                <a:gd name="connsiteY4" fmla="*/ 0 h 869654"/>
                <a:gd name="connsiteX0" fmla="*/ 0 w 3826685"/>
                <a:gd name="connsiteY0" fmla="*/ 869654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968065 h 1033547"/>
                <a:gd name="connsiteX1" fmla="*/ 3826685 w 3826685"/>
                <a:gd name="connsiteY1" fmla="*/ 98411 h 1033547"/>
                <a:gd name="connsiteX2" fmla="*/ 3826685 w 3826685"/>
                <a:gd name="connsiteY2" fmla="*/ 193365 h 1033547"/>
                <a:gd name="connsiteX3" fmla="*/ 0 w 3826685"/>
                <a:gd name="connsiteY3" fmla="*/ 968065 h 1033547"/>
                <a:gd name="connsiteX0" fmla="*/ 0 w 3826685"/>
                <a:gd name="connsiteY0" fmla="*/ 968065 h 1013810"/>
                <a:gd name="connsiteX1" fmla="*/ 3826685 w 3826685"/>
                <a:gd name="connsiteY1" fmla="*/ 98411 h 1013810"/>
                <a:gd name="connsiteX2" fmla="*/ 3826685 w 3826685"/>
                <a:gd name="connsiteY2" fmla="*/ 193365 h 1013810"/>
                <a:gd name="connsiteX3" fmla="*/ 0 w 3826685"/>
                <a:gd name="connsiteY3" fmla="*/ 968065 h 1013810"/>
                <a:gd name="connsiteX0" fmla="*/ 0 w 3826685"/>
                <a:gd name="connsiteY0" fmla="*/ 968065 h 1012429"/>
                <a:gd name="connsiteX1" fmla="*/ 3826685 w 3826685"/>
                <a:gd name="connsiteY1" fmla="*/ 98411 h 1012429"/>
                <a:gd name="connsiteX2" fmla="*/ 3826685 w 3826685"/>
                <a:gd name="connsiteY2" fmla="*/ 193365 h 1012429"/>
                <a:gd name="connsiteX3" fmla="*/ 0 w 3826685"/>
                <a:gd name="connsiteY3" fmla="*/ 968065 h 1012429"/>
                <a:gd name="connsiteX0" fmla="*/ 2 w 8087297"/>
                <a:gd name="connsiteY0" fmla="*/ -1 h 1456523"/>
                <a:gd name="connsiteX1" fmla="*/ 8087297 w 8087297"/>
                <a:gd name="connsiteY1" fmla="*/ 1361569 h 1456523"/>
                <a:gd name="connsiteX2" fmla="*/ 8087297 w 8087297"/>
                <a:gd name="connsiteY2" fmla="*/ 1456523 h 1456523"/>
                <a:gd name="connsiteX3" fmla="*/ 2 w 8087297"/>
                <a:gd name="connsiteY3" fmla="*/ -1 h 1456523"/>
                <a:gd name="connsiteX0" fmla="*/ 2 w 8087297"/>
                <a:gd name="connsiteY0" fmla="*/ -1 h 1456523"/>
                <a:gd name="connsiteX1" fmla="*/ 8087297 w 8087297"/>
                <a:gd name="connsiteY1" fmla="*/ 1361569 h 1456523"/>
                <a:gd name="connsiteX2" fmla="*/ 8087297 w 8087297"/>
                <a:gd name="connsiteY2" fmla="*/ 1456523 h 1456523"/>
                <a:gd name="connsiteX3" fmla="*/ 2 w 8087297"/>
                <a:gd name="connsiteY3" fmla="*/ -1 h 1456523"/>
                <a:gd name="connsiteX0" fmla="*/ 2 w 8087297"/>
                <a:gd name="connsiteY0" fmla="*/ -1 h 2510336"/>
                <a:gd name="connsiteX1" fmla="*/ 8087297 w 8087297"/>
                <a:gd name="connsiteY1" fmla="*/ 1361569 h 2510336"/>
                <a:gd name="connsiteX2" fmla="*/ 8087297 w 8087297"/>
                <a:gd name="connsiteY2" fmla="*/ 1456523 h 2510336"/>
                <a:gd name="connsiteX3" fmla="*/ 2 w 8087297"/>
                <a:gd name="connsiteY3" fmla="*/ -1 h 2510336"/>
                <a:gd name="connsiteX0" fmla="*/ 2 w 8087297"/>
                <a:gd name="connsiteY0" fmla="*/ -1 h 2510336"/>
                <a:gd name="connsiteX1" fmla="*/ 8087297 w 8087297"/>
                <a:gd name="connsiteY1" fmla="*/ 1361569 h 2510336"/>
                <a:gd name="connsiteX2" fmla="*/ 8087297 w 8087297"/>
                <a:gd name="connsiteY2" fmla="*/ 1456523 h 2510336"/>
                <a:gd name="connsiteX3" fmla="*/ 2 w 8087297"/>
                <a:gd name="connsiteY3" fmla="*/ -1 h 2510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87297" h="2510336">
                  <a:moveTo>
                    <a:pt x="2" y="-1"/>
                  </a:moveTo>
                  <a:cubicBezTo>
                    <a:pt x="1199364" y="40314"/>
                    <a:pt x="3518726" y="4014738"/>
                    <a:pt x="8087297" y="1361569"/>
                  </a:cubicBezTo>
                  <a:lnTo>
                    <a:pt x="8087297" y="1456523"/>
                  </a:lnTo>
                  <a:cubicBezTo>
                    <a:pt x="3547367" y="4360511"/>
                    <a:pt x="1133196" y="382585"/>
                    <a:pt x="2" y="-1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07D6964-8983-075E-B821-C9D8547ADDA8}"/>
                </a:ext>
              </a:extLst>
            </p:cNvPr>
            <p:cNvSpPr/>
            <p:nvPr/>
          </p:nvSpPr>
          <p:spPr>
            <a:xfrm rot="9520937">
              <a:off x="4296046" y="3840296"/>
              <a:ext cx="1483805" cy="408297"/>
            </a:xfrm>
            <a:custGeom>
              <a:avLst/>
              <a:gdLst>
                <a:gd name="connsiteX0" fmla="*/ 0 w 1007285"/>
                <a:gd name="connsiteY0" fmla="*/ 0 h 94954"/>
                <a:gd name="connsiteX1" fmla="*/ 1007285 w 1007285"/>
                <a:gd name="connsiteY1" fmla="*/ 0 h 94954"/>
                <a:gd name="connsiteX2" fmla="*/ 1007285 w 1007285"/>
                <a:gd name="connsiteY2" fmla="*/ 94954 h 94954"/>
                <a:gd name="connsiteX3" fmla="*/ 0 w 1007285"/>
                <a:gd name="connsiteY3" fmla="*/ 94954 h 94954"/>
                <a:gd name="connsiteX4" fmla="*/ 0 w 1007285"/>
                <a:gd name="connsiteY4" fmla="*/ 0 h 94954"/>
                <a:gd name="connsiteX0" fmla="*/ 2819400 w 3826685"/>
                <a:gd name="connsiteY0" fmla="*/ 0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4" fmla="*/ 2819400 w 3826685"/>
                <a:gd name="connsiteY4" fmla="*/ 0 h 869654"/>
                <a:gd name="connsiteX0" fmla="*/ 0 w 3826685"/>
                <a:gd name="connsiteY0" fmla="*/ 869654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968065 h 1033547"/>
                <a:gd name="connsiteX1" fmla="*/ 3826685 w 3826685"/>
                <a:gd name="connsiteY1" fmla="*/ 98411 h 1033547"/>
                <a:gd name="connsiteX2" fmla="*/ 3826685 w 3826685"/>
                <a:gd name="connsiteY2" fmla="*/ 193365 h 1033547"/>
                <a:gd name="connsiteX3" fmla="*/ 0 w 3826685"/>
                <a:gd name="connsiteY3" fmla="*/ 968065 h 1033547"/>
                <a:gd name="connsiteX0" fmla="*/ 0 w 3826685"/>
                <a:gd name="connsiteY0" fmla="*/ 968065 h 1013810"/>
                <a:gd name="connsiteX1" fmla="*/ 3826685 w 3826685"/>
                <a:gd name="connsiteY1" fmla="*/ 98411 h 1013810"/>
                <a:gd name="connsiteX2" fmla="*/ 3826685 w 3826685"/>
                <a:gd name="connsiteY2" fmla="*/ 193365 h 1013810"/>
                <a:gd name="connsiteX3" fmla="*/ 0 w 3826685"/>
                <a:gd name="connsiteY3" fmla="*/ 968065 h 1013810"/>
                <a:gd name="connsiteX0" fmla="*/ 0 w 3826685"/>
                <a:gd name="connsiteY0" fmla="*/ 968065 h 1012429"/>
                <a:gd name="connsiteX1" fmla="*/ 3826685 w 3826685"/>
                <a:gd name="connsiteY1" fmla="*/ 98411 h 1012429"/>
                <a:gd name="connsiteX2" fmla="*/ 3826685 w 3826685"/>
                <a:gd name="connsiteY2" fmla="*/ 193365 h 1012429"/>
                <a:gd name="connsiteX3" fmla="*/ 0 w 3826685"/>
                <a:gd name="connsiteY3" fmla="*/ 968065 h 1012429"/>
                <a:gd name="connsiteX0" fmla="*/ 2 w 8087297"/>
                <a:gd name="connsiteY0" fmla="*/ -1 h 1456523"/>
                <a:gd name="connsiteX1" fmla="*/ 8087297 w 8087297"/>
                <a:gd name="connsiteY1" fmla="*/ 1361569 h 1456523"/>
                <a:gd name="connsiteX2" fmla="*/ 8087297 w 8087297"/>
                <a:gd name="connsiteY2" fmla="*/ 1456523 h 1456523"/>
                <a:gd name="connsiteX3" fmla="*/ 2 w 8087297"/>
                <a:gd name="connsiteY3" fmla="*/ -1 h 1456523"/>
                <a:gd name="connsiteX0" fmla="*/ 2 w 8087297"/>
                <a:gd name="connsiteY0" fmla="*/ -1 h 1456523"/>
                <a:gd name="connsiteX1" fmla="*/ 8087297 w 8087297"/>
                <a:gd name="connsiteY1" fmla="*/ 1361569 h 1456523"/>
                <a:gd name="connsiteX2" fmla="*/ 8087297 w 8087297"/>
                <a:gd name="connsiteY2" fmla="*/ 1456523 h 1456523"/>
                <a:gd name="connsiteX3" fmla="*/ 2 w 8087297"/>
                <a:gd name="connsiteY3" fmla="*/ -1 h 1456523"/>
                <a:gd name="connsiteX0" fmla="*/ 2 w 8087297"/>
                <a:gd name="connsiteY0" fmla="*/ -1 h 2510336"/>
                <a:gd name="connsiteX1" fmla="*/ 8087297 w 8087297"/>
                <a:gd name="connsiteY1" fmla="*/ 1361569 h 2510336"/>
                <a:gd name="connsiteX2" fmla="*/ 8087297 w 8087297"/>
                <a:gd name="connsiteY2" fmla="*/ 1456523 h 2510336"/>
                <a:gd name="connsiteX3" fmla="*/ 2 w 8087297"/>
                <a:gd name="connsiteY3" fmla="*/ -1 h 2510336"/>
                <a:gd name="connsiteX0" fmla="*/ 2 w 8087297"/>
                <a:gd name="connsiteY0" fmla="*/ -1 h 2510336"/>
                <a:gd name="connsiteX1" fmla="*/ 8087297 w 8087297"/>
                <a:gd name="connsiteY1" fmla="*/ 1361569 h 2510336"/>
                <a:gd name="connsiteX2" fmla="*/ 8087297 w 8087297"/>
                <a:gd name="connsiteY2" fmla="*/ 1456523 h 2510336"/>
                <a:gd name="connsiteX3" fmla="*/ 2 w 8087297"/>
                <a:gd name="connsiteY3" fmla="*/ -1 h 2510336"/>
                <a:gd name="connsiteX0" fmla="*/ 3 w 9125802"/>
                <a:gd name="connsiteY0" fmla="*/ 1 h 2380171"/>
                <a:gd name="connsiteX1" fmla="*/ 9125802 w 9125802"/>
                <a:gd name="connsiteY1" fmla="*/ 1203442 h 2380171"/>
                <a:gd name="connsiteX2" fmla="*/ 9125802 w 9125802"/>
                <a:gd name="connsiteY2" fmla="*/ 1298396 h 2380171"/>
                <a:gd name="connsiteX3" fmla="*/ 3 w 9125802"/>
                <a:gd name="connsiteY3" fmla="*/ 1 h 2380171"/>
                <a:gd name="connsiteX0" fmla="*/ 3 w 9125802"/>
                <a:gd name="connsiteY0" fmla="*/ 1 h 2141048"/>
                <a:gd name="connsiteX1" fmla="*/ 9125802 w 9125802"/>
                <a:gd name="connsiteY1" fmla="*/ 1203442 h 2141048"/>
                <a:gd name="connsiteX2" fmla="*/ 9125802 w 9125802"/>
                <a:gd name="connsiteY2" fmla="*/ 1298396 h 2141048"/>
                <a:gd name="connsiteX3" fmla="*/ 3 w 9125802"/>
                <a:gd name="connsiteY3" fmla="*/ 1 h 2141048"/>
                <a:gd name="connsiteX0" fmla="*/ 3 w 9125802"/>
                <a:gd name="connsiteY0" fmla="*/ 1 h 1915486"/>
                <a:gd name="connsiteX1" fmla="*/ 9125802 w 9125802"/>
                <a:gd name="connsiteY1" fmla="*/ 1203442 h 1915486"/>
                <a:gd name="connsiteX2" fmla="*/ 9125802 w 9125802"/>
                <a:gd name="connsiteY2" fmla="*/ 1298396 h 1915486"/>
                <a:gd name="connsiteX3" fmla="*/ 3 w 9125802"/>
                <a:gd name="connsiteY3" fmla="*/ 1 h 1915486"/>
                <a:gd name="connsiteX0" fmla="*/ 3 w 9125802"/>
                <a:gd name="connsiteY0" fmla="*/ 1 h 1903796"/>
                <a:gd name="connsiteX1" fmla="*/ 9125802 w 9125802"/>
                <a:gd name="connsiteY1" fmla="*/ 1203442 h 1903796"/>
                <a:gd name="connsiteX2" fmla="*/ 9125802 w 9125802"/>
                <a:gd name="connsiteY2" fmla="*/ 1298396 h 1903796"/>
                <a:gd name="connsiteX3" fmla="*/ 3 w 9125802"/>
                <a:gd name="connsiteY3" fmla="*/ 1 h 1903796"/>
                <a:gd name="connsiteX0" fmla="*/ 3 w 9125802"/>
                <a:gd name="connsiteY0" fmla="*/ 1 h 1908594"/>
                <a:gd name="connsiteX1" fmla="*/ 9125802 w 9125802"/>
                <a:gd name="connsiteY1" fmla="*/ 1203442 h 1908594"/>
                <a:gd name="connsiteX2" fmla="*/ 9125802 w 9125802"/>
                <a:gd name="connsiteY2" fmla="*/ 1298396 h 1908594"/>
                <a:gd name="connsiteX3" fmla="*/ 3 w 9125802"/>
                <a:gd name="connsiteY3" fmla="*/ 1 h 1908594"/>
                <a:gd name="connsiteX0" fmla="*/ 1 w 9485034"/>
                <a:gd name="connsiteY0" fmla="*/ -2 h 2000964"/>
                <a:gd name="connsiteX1" fmla="*/ 9485034 w 9485034"/>
                <a:gd name="connsiteY1" fmla="*/ 1311703 h 2000964"/>
                <a:gd name="connsiteX2" fmla="*/ 9485034 w 9485034"/>
                <a:gd name="connsiteY2" fmla="*/ 1406657 h 2000964"/>
                <a:gd name="connsiteX3" fmla="*/ 1 w 9485034"/>
                <a:gd name="connsiteY3" fmla="*/ -2 h 2000964"/>
                <a:gd name="connsiteX0" fmla="*/ 1 w 9485034"/>
                <a:gd name="connsiteY0" fmla="*/ 8455 h 2009421"/>
                <a:gd name="connsiteX1" fmla="*/ 9485034 w 9485034"/>
                <a:gd name="connsiteY1" fmla="*/ 1320160 h 2009421"/>
                <a:gd name="connsiteX2" fmla="*/ 9485034 w 9485034"/>
                <a:gd name="connsiteY2" fmla="*/ 1415114 h 2009421"/>
                <a:gd name="connsiteX3" fmla="*/ 1 w 9485034"/>
                <a:gd name="connsiteY3" fmla="*/ 8455 h 2009421"/>
                <a:gd name="connsiteX0" fmla="*/ 1 w 9485034"/>
                <a:gd name="connsiteY0" fmla="*/ 8455 h 1988731"/>
                <a:gd name="connsiteX1" fmla="*/ 9485034 w 9485034"/>
                <a:gd name="connsiteY1" fmla="*/ 1320160 h 1988731"/>
                <a:gd name="connsiteX2" fmla="*/ 9485034 w 9485034"/>
                <a:gd name="connsiteY2" fmla="*/ 1415114 h 1988731"/>
                <a:gd name="connsiteX3" fmla="*/ 1 w 9485034"/>
                <a:gd name="connsiteY3" fmla="*/ 8455 h 1988731"/>
                <a:gd name="connsiteX0" fmla="*/ 1 w 9485034"/>
                <a:gd name="connsiteY0" fmla="*/ 3163 h 1983439"/>
                <a:gd name="connsiteX1" fmla="*/ 9485034 w 9485034"/>
                <a:gd name="connsiteY1" fmla="*/ 1314868 h 1983439"/>
                <a:gd name="connsiteX2" fmla="*/ 9485034 w 9485034"/>
                <a:gd name="connsiteY2" fmla="*/ 1409822 h 1983439"/>
                <a:gd name="connsiteX3" fmla="*/ 1 w 9485034"/>
                <a:gd name="connsiteY3" fmla="*/ 3163 h 1983439"/>
                <a:gd name="connsiteX0" fmla="*/ 1 w 9485034"/>
                <a:gd name="connsiteY0" fmla="*/ 5612 h 1976394"/>
                <a:gd name="connsiteX1" fmla="*/ 9485034 w 9485034"/>
                <a:gd name="connsiteY1" fmla="*/ 1317317 h 1976394"/>
                <a:gd name="connsiteX2" fmla="*/ 9485034 w 9485034"/>
                <a:gd name="connsiteY2" fmla="*/ 1412271 h 1976394"/>
                <a:gd name="connsiteX3" fmla="*/ 1 w 9485034"/>
                <a:gd name="connsiteY3" fmla="*/ 5612 h 1976394"/>
                <a:gd name="connsiteX0" fmla="*/ 1 w 9485034"/>
                <a:gd name="connsiteY0" fmla="*/ 11585 h 1973318"/>
                <a:gd name="connsiteX1" fmla="*/ 9485034 w 9485034"/>
                <a:gd name="connsiteY1" fmla="*/ 1323290 h 1973318"/>
                <a:gd name="connsiteX2" fmla="*/ 9485034 w 9485034"/>
                <a:gd name="connsiteY2" fmla="*/ 1418244 h 1973318"/>
                <a:gd name="connsiteX3" fmla="*/ 1 w 9485034"/>
                <a:gd name="connsiteY3" fmla="*/ 11585 h 1973318"/>
                <a:gd name="connsiteX0" fmla="*/ 1 w 9485034"/>
                <a:gd name="connsiteY0" fmla="*/ 11585 h 2015630"/>
                <a:gd name="connsiteX1" fmla="*/ 9485034 w 9485034"/>
                <a:gd name="connsiteY1" fmla="*/ 1323290 h 2015630"/>
                <a:gd name="connsiteX2" fmla="*/ 9485034 w 9485034"/>
                <a:gd name="connsiteY2" fmla="*/ 1418244 h 2015630"/>
                <a:gd name="connsiteX3" fmla="*/ 1 w 9485034"/>
                <a:gd name="connsiteY3" fmla="*/ 11585 h 2015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485034" h="2015630">
                  <a:moveTo>
                    <a:pt x="1" y="11585"/>
                  </a:moveTo>
                  <a:cubicBezTo>
                    <a:pt x="2496561" y="-230154"/>
                    <a:pt x="6289760" y="3414472"/>
                    <a:pt x="9485034" y="1323290"/>
                  </a:cubicBezTo>
                  <a:lnTo>
                    <a:pt x="9485034" y="1418244"/>
                  </a:lnTo>
                  <a:cubicBezTo>
                    <a:pt x="5800073" y="3233879"/>
                    <a:pt x="2934439" y="364962"/>
                    <a:pt x="1" y="11585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7">
              <a:extLst>
                <a:ext uri="{FF2B5EF4-FFF2-40B4-BE49-F238E27FC236}">
                  <a16:creationId xmlns:a16="http://schemas.microsoft.com/office/drawing/2014/main" id="{735EB127-462A-BB04-D8D5-1E2ACF9625AB}"/>
                </a:ext>
              </a:extLst>
            </p:cNvPr>
            <p:cNvSpPr/>
            <p:nvPr/>
          </p:nvSpPr>
          <p:spPr>
            <a:xfrm rot="8437667">
              <a:off x="4801942" y="3585353"/>
              <a:ext cx="955861" cy="277937"/>
            </a:xfrm>
            <a:custGeom>
              <a:avLst/>
              <a:gdLst>
                <a:gd name="connsiteX0" fmla="*/ 0 w 1007285"/>
                <a:gd name="connsiteY0" fmla="*/ 0 h 94954"/>
                <a:gd name="connsiteX1" fmla="*/ 1007285 w 1007285"/>
                <a:gd name="connsiteY1" fmla="*/ 0 h 94954"/>
                <a:gd name="connsiteX2" fmla="*/ 1007285 w 1007285"/>
                <a:gd name="connsiteY2" fmla="*/ 94954 h 94954"/>
                <a:gd name="connsiteX3" fmla="*/ 0 w 1007285"/>
                <a:gd name="connsiteY3" fmla="*/ 94954 h 94954"/>
                <a:gd name="connsiteX4" fmla="*/ 0 w 1007285"/>
                <a:gd name="connsiteY4" fmla="*/ 0 h 94954"/>
                <a:gd name="connsiteX0" fmla="*/ 2819400 w 3826685"/>
                <a:gd name="connsiteY0" fmla="*/ 0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4" fmla="*/ 2819400 w 3826685"/>
                <a:gd name="connsiteY4" fmla="*/ 0 h 869654"/>
                <a:gd name="connsiteX0" fmla="*/ 0 w 3826685"/>
                <a:gd name="connsiteY0" fmla="*/ 869654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968065 h 1033547"/>
                <a:gd name="connsiteX1" fmla="*/ 3826685 w 3826685"/>
                <a:gd name="connsiteY1" fmla="*/ 98411 h 1033547"/>
                <a:gd name="connsiteX2" fmla="*/ 3826685 w 3826685"/>
                <a:gd name="connsiteY2" fmla="*/ 193365 h 1033547"/>
                <a:gd name="connsiteX3" fmla="*/ 0 w 3826685"/>
                <a:gd name="connsiteY3" fmla="*/ 968065 h 1033547"/>
                <a:gd name="connsiteX0" fmla="*/ 0 w 3826685"/>
                <a:gd name="connsiteY0" fmla="*/ 968065 h 1013810"/>
                <a:gd name="connsiteX1" fmla="*/ 3826685 w 3826685"/>
                <a:gd name="connsiteY1" fmla="*/ 98411 h 1013810"/>
                <a:gd name="connsiteX2" fmla="*/ 3826685 w 3826685"/>
                <a:gd name="connsiteY2" fmla="*/ 193365 h 1013810"/>
                <a:gd name="connsiteX3" fmla="*/ 0 w 3826685"/>
                <a:gd name="connsiteY3" fmla="*/ 968065 h 1013810"/>
                <a:gd name="connsiteX0" fmla="*/ 0 w 3826685"/>
                <a:gd name="connsiteY0" fmla="*/ 968065 h 1012429"/>
                <a:gd name="connsiteX1" fmla="*/ 3826685 w 3826685"/>
                <a:gd name="connsiteY1" fmla="*/ 98411 h 1012429"/>
                <a:gd name="connsiteX2" fmla="*/ 3826685 w 3826685"/>
                <a:gd name="connsiteY2" fmla="*/ 193365 h 1012429"/>
                <a:gd name="connsiteX3" fmla="*/ 0 w 3826685"/>
                <a:gd name="connsiteY3" fmla="*/ 968065 h 1012429"/>
                <a:gd name="connsiteX0" fmla="*/ 2 w 8087297"/>
                <a:gd name="connsiteY0" fmla="*/ -1 h 1456523"/>
                <a:gd name="connsiteX1" fmla="*/ 8087297 w 8087297"/>
                <a:gd name="connsiteY1" fmla="*/ 1361569 h 1456523"/>
                <a:gd name="connsiteX2" fmla="*/ 8087297 w 8087297"/>
                <a:gd name="connsiteY2" fmla="*/ 1456523 h 1456523"/>
                <a:gd name="connsiteX3" fmla="*/ 2 w 8087297"/>
                <a:gd name="connsiteY3" fmla="*/ -1 h 1456523"/>
                <a:gd name="connsiteX0" fmla="*/ 2 w 8087297"/>
                <a:gd name="connsiteY0" fmla="*/ -1 h 1456523"/>
                <a:gd name="connsiteX1" fmla="*/ 8087297 w 8087297"/>
                <a:gd name="connsiteY1" fmla="*/ 1361569 h 1456523"/>
                <a:gd name="connsiteX2" fmla="*/ 8087297 w 8087297"/>
                <a:gd name="connsiteY2" fmla="*/ 1456523 h 1456523"/>
                <a:gd name="connsiteX3" fmla="*/ 2 w 8087297"/>
                <a:gd name="connsiteY3" fmla="*/ -1 h 1456523"/>
                <a:gd name="connsiteX0" fmla="*/ 2 w 8087297"/>
                <a:gd name="connsiteY0" fmla="*/ -1 h 2510336"/>
                <a:gd name="connsiteX1" fmla="*/ 8087297 w 8087297"/>
                <a:gd name="connsiteY1" fmla="*/ 1361569 h 2510336"/>
                <a:gd name="connsiteX2" fmla="*/ 8087297 w 8087297"/>
                <a:gd name="connsiteY2" fmla="*/ 1456523 h 2510336"/>
                <a:gd name="connsiteX3" fmla="*/ 2 w 8087297"/>
                <a:gd name="connsiteY3" fmla="*/ -1 h 2510336"/>
                <a:gd name="connsiteX0" fmla="*/ 2 w 8087297"/>
                <a:gd name="connsiteY0" fmla="*/ -1 h 2510336"/>
                <a:gd name="connsiteX1" fmla="*/ 8087297 w 8087297"/>
                <a:gd name="connsiteY1" fmla="*/ 1361569 h 2510336"/>
                <a:gd name="connsiteX2" fmla="*/ 8087297 w 8087297"/>
                <a:gd name="connsiteY2" fmla="*/ 1456523 h 2510336"/>
                <a:gd name="connsiteX3" fmla="*/ 2 w 8087297"/>
                <a:gd name="connsiteY3" fmla="*/ -1 h 2510336"/>
                <a:gd name="connsiteX0" fmla="*/ 3 w 9125802"/>
                <a:gd name="connsiteY0" fmla="*/ 1 h 2380171"/>
                <a:gd name="connsiteX1" fmla="*/ 9125802 w 9125802"/>
                <a:gd name="connsiteY1" fmla="*/ 1203442 h 2380171"/>
                <a:gd name="connsiteX2" fmla="*/ 9125802 w 9125802"/>
                <a:gd name="connsiteY2" fmla="*/ 1298396 h 2380171"/>
                <a:gd name="connsiteX3" fmla="*/ 3 w 9125802"/>
                <a:gd name="connsiteY3" fmla="*/ 1 h 2380171"/>
                <a:gd name="connsiteX0" fmla="*/ 3 w 9125802"/>
                <a:gd name="connsiteY0" fmla="*/ 1 h 2141048"/>
                <a:gd name="connsiteX1" fmla="*/ 9125802 w 9125802"/>
                <a:gd name="connsiteY1" fmla="*/ 1203442 h 2141048"/>
                <a:gd name="connsiteX2" fmla="*/ 9125802 w 9125802"/>
                <a:gd name="connsiteY2" fmla="*/ 1298396 h 2141048"/>
                <a:gd name="connsiteX3" fmla="*/ 3 w 9125802"/>
                <a:gd name="connsiteY3" fmla="*/ 1 h 2141048"/>
                <a:gd name="connsiteX0" fmla="*/ 3 w 9125802"/>
                <a:gd name="connsiteY0" fmla="*/ 1 h 1915486"/>
                <a:gd name="connsiteX1" fmla="*/ 9125802 w 9125802"/>
                <a:gd name="connsiteY1" fmla="*/ 1203442 h 1915486"/>
                <a:gd name="connsiteX2" fmla="*/ 9125802 w 9125802"/>
                <a:gd name="connsiteY2" fmla="*/ 1298396 h 1915486"/>
                <a:gd name="connsiteX3" fmla="*/ 3 w 9125802"/>
                <a:gd name="connsiteY3" fmla="*/ 1 h 1915486"/>
                <a:gd name="connsiteX0" fmla="*/ 3 w 9125802"/>
                <a:gd name="connsiteY0" fmla="*/ 1 h 1903796"/>
                <a:gd name="connsiteX1" fmla="*/ 9125802 w 9125802"/>
                <a:gd name="connsiteY1" fmla="*/ 1203442 h 1903796"/>
                <a:gd name="connsiteX2" fmla="*/ 9125802 w 9125802"/>
                <a:gd name="connsiteY2" fmla="*/ 1298396 h 1903796"/>
                <a:gd name="connsiteX3" fmla="*/ 3 w 9125802"/>
                <a:gd name="connsiteY3" fmla="*/ 1 h 1903796"/>
                <a:gd name="connsiteX0" fmla="*/ 3 w 9125802"/>
                <a:gd name="connsiteY0" fmla="*/ 1 h 1908594"/>
                <a:gd name="connsiteX1" fmla="*/ 9125802 w 9125802"/>
                <a:gd name="connsiteY1" fmla="*/ 1203442 h 1908594"/>
                <a:gd name="connsiteX2" fmla="*/ 9125802 w 9125802"/>
                <a:gd name="connsiteY2" fmla="*/ 1298396 h 1908594"/>
                <a:gd name="connsiteX3" fmla="*/ 3 w 9125802"/>
                <a:gd name="connsiteY3" fmla="*/ 1 h 1908594"/>
                <a:gd name="connsiteX0" fmla="*/ 1 w 9485034"/>
                <a:gd name="connsiteY0" fmla="*/ -2 h 2000964"/>
                <a:gd name="connsiteX1" fmla="*/ 9485034 w 9485034"/>
                <a:gd name="connsiteY1" fmla="*/ 1311703 h 2000964"/>
                <a:gd name="connsiteX2" fmla="*/ 9485034 w 9485034"/>
                <a:gd name="connsiteY2" fmla="*/ 1406657 h 2000964"/>
                <a:gd name="connsiteX3" fmla="*/ 1 w 9485034"/>
                <a:gd name="connsiteY3" fmla="*/ -2 h 2000964"/>
                <a:gd name="connsiteX0" fmla="*/ 1 w 9485034"/>
                <a:gd name="connsiteY0" fmla="*/ 8455 h 2009421"/>
                <a:gd name="connsiteX1" fmla="*/ 9485034 w 9485034"/>
                <a:gd name="connsiteY1" fmla="*/ 1320160 h 2009421"/>
                <a:gd name="connsiteX2" fmla="*/ 9485034 w 9485034"/>
                <a:gd name="connsiteY2" fmla="*/ 1415114 h 2009421"/>
                <a:gd name="connsiteX3" fmla="*/ 1 w 9485034"/>
                <a:gd name="connsiteY3" fmla="*/ 8455 h 2009421"/>
                <a:gd name="connsiteX0" fmla="*/ 1 w 9485034"/>
                <a:gd name="connsiteY0" fmla="*/ 8455 h 1988731"/>
                <a:gd name="connsiteX1" fmla="*/ 9485034 w 9485034"/>
                <a:gd name="connsiteY1" fmla="*/ 1320160 h 1988731"/>
                <a:gd name="connsiteX2" fmla="*/ 9485034 w 9485034"/>
                <a:gd name="connsiteY2" fmla="*/ 1415114 h 1988731"/>
                <a:gd name="connsiteX3" fmla="*/ 1 w 9485034"/>
                <a:gd name="connsiteY3" fmla="*/ 8455 h 1988731"/>
                <a:gd name="connsiteX0" fmla="*/ 1 w 9485034"/>
                <a:gd name="connsiteY0" fmla="*/ 3163 h 1983439"/>
                <a:gd name="connsiteX1" fmla="*/ 9485034 w 9485034"/>
                <a:gd name="connsiteY1" fmla="*/ 1314868 h 1983439"/>
                <a:gd name="connsiteX2" fmla="*/ 9485034 w 9485034"/>
                <a:gd name="connsiteY2" fmla="*/ 1409822 h 1983439"/>
                <a:gd name="connsiteX3" fmla="*/ 1 w 9485034"/>
                <a:gd name="connsiteY3" fmla="*/ 3163 h 1983439"/>
                <a:gd name="connsiteX0" fmla="*/ 1 w 9485034"/>
                <a:gd name="connsiteY0" fmla="*/ 5612 h 1976394"/>
                <a:gd name="connsiteX1" fmla="*/ 9485034 w 9485034"/>
                <a:gd name="connsiteY1" fmla="*/ 1317317 h 1976394"/>
                <a:gd name="connsiteX2" fmla="*/ 9485034 w 9485034"/>
                <a:gd name="connsiteY2" fmla="*/ 1412271 h 1976394"/>
                <a:gd name="connsiteX3" fmla="*/ 1 w 9485034"/>
                <a:gd name="connsiteY3" fmla="*/ 5612 h 1976394"/>
                <a:gd name="connsiteX0" fmla="*/ 1 w 9485034"/>
                <a:gd name="connsiteY0" fmla="*/ 11585 h 1973318"/>
                <a:gd name="connsiteX1" fmla="*/ 9485034 w 9485034"/>
                <a:gd name="connsiteY1" fmla="*/ 1323290 h 1973318"/>
                <a:gd name="connsiteX2" fmla="*/ 9485034 w 9485034"/>
                <a:gd name="connsiteY2" fmla="*/ 1418244 h 1973318"/>
                <a:gd name="connsiteX3" fmla="*/ 1 w 9485034"/>
                <a:gd name="connsiteY3" fmla="*/ 11585 h 1973318"/>
                <a:gd name="connsiteX0" fmla="*/ 1 w 9485034"/>
                <a:gd name="connsiteY0" fmla="*/ 11585 h 2015630"/>
                <a:gd name="connsiteX1" fmla="*/ 9485034 w 9485034"/>
                <a:gd name="connsiteY1" fmla="*/ 1323290 h 2015630"/>
                <a:gd name="connsiteX2" fmla="*/ 9485034 w 9485034"/>
                <a:gd name="connsiteY2" fmla="*/ 1418244 h 2015630"/>
                <a:gd name="connsiteX3" fmla="*/ 1 w 9485034"/>
                <a:gd name="connsiteY3" fmla="*/ 11585 h 2015630"/>
                <a:gd name="connsiteX0" fmla="*/ 1 w 9485034"/>
                <a:gd name="connsiteY0" fmla="*/ 11718 h 2015763"/>
                <a:gd name="connsiteX1" fmla="*/ 5685576 w 9485034"/>
                <a:gd name="connsiteY1" fmla="*/ 1280543 h 2015763"/>
                <a:gd name="connsiteX2" fmla="*/ 9485034 w 9485034"/>
                <a:gd name="connsiteY2" fmla="*/ 1418377 h 2015763"/>
                <a:gd name="connsiteX3" fmla="*/ 1 w 9485034"/>
                <a:gd name="connsiteY3" fmla="*/ 11718 h 2015763"/>
                <a:gd name="connsiteX0" fmla="*/ 1 w 5866791"/>
                <a:gd name="connsiteY0" fmla="*/ 11718 h 2094375"/>
                <a:gd name="connsiteX1" fmla="*/ 5685576 w 5866791"/>
                <a:gd name="connsiteY1" fmla="*/ 1280543 h 2094375"/>
                <a:gd name="connsiteX2" fmla="*/ 5866794 w 5866791"/>
                <a:gd name="connsiteY2" fmla="*/ 1509665 h 2094375"/>
                <a:gd name="connsiteX3" fmla="*/ 1 w 5866791"/>
                <a:gd name="connsiteY3" fmla="*/ 11718 h 2094375"/>
                <a:gd name="connsiteX0" fmla="*/ 1 w 5866791"/>
                <a:gd name="connsiteY0" fmla="*/ 19607 h 2102264"/>
                <a:gd name="connsiteX1" fmla="*/ 5685576 w 5866791"/>
                <a:gd name="connsiteY1" fmla="*/ 1288432 h 2102264"/>
                <a:gd name="connsiteX2" fmla="*/ 5866794 w 5866791"/>
                <a:gd name="connsiteY2" fmla="*/ 1517554 h 2102264"/>
                <a:gd name="connsiteX3" fmla="*/ 1 w 5866791"/>
                <a:gd name="connsiteY3" fmla="*/ 19607 h 2102264"/>
                <a:gd name="connsiteX0" fmla="*/ 1 w 5909850"/>
                <a:gd name="connsiteY0" fmla="*/ 19607 h 2003624"/>
                <a:gd name="connsiteX1" fmla="*/ 5685576 w 5909850"/>
                <a:gd name="connsiteY1" fmla="*/ 1288432 h 2003624"/>
                <a:gd name="connsiteX2" fmla="*/ 5909849 w 5909850"/>
                <a:gd name="connsiteY2" fmla="*/ 1402910 h 2003624"/>
                <a:gd name="connsiteX3" fmla="*/ 1 w 5909850"/>
                <a:gd name="connsiteY3" fmla="*/ 19607 h 2003624"/>
                <a:gd name="connsiteX0" fmla="*/ 1 w 5909850"/>
                <a:gd name="connsiteY0" fmla="*/ 19607 h 1588775"/>
                <a:gd name="connsiteX1" fmla="*/ 5685576 w 5909850"/>
                <a:gd name="connsiteY1" fmla="*/ 1288432 h 1588775"/>
                <a:gd name="connsiteX2" fmla="*/ 5909849 w 5909850"/>
                <a:gd name="connsiteY2" fmla="*/ 1402910 h 1588775"/>
                <a:gd name="connsiteX3" fmla="*/ 1 w 5909850"/>
                <a:gd name="connsiteY3" fmla="*/ 19607 h 1588775"/>
                <a:gd name="connsiteX0" fmla="*/ 1 w 5909850"/>
                <a:gd name="connsiteY0" fmla="*/ 18136 h 1587304"/>
                <a:gd name="connsiteX1" fmla="*/ 5685576 w 5909850"/>
                <a:gd name="connsiteY1" fmla="*/ 1286961 h 1587304"/>
                <a:gd name="connsiteX2" fmla="*/ 5909849 w 5909850"/>
                <a:gd name="connsiteY2" fmla="*/ 1401439 h 1587304"/>
                <a:gd name="connsiteX3" fmla="*/ 1 w 5909850"/>
                <a:gd name="connsiteY3" fmla="*/ 18136 h 1587304"/>
                <a:gd name="connsiteX0" fmla="*/ 1 w 6110219"/>
                <a:gd name="connsiteY0" fmla="*/ 20131 h 1372085"/>
                <a:gd name="connsiteX1" fmla="*/ 5885945 w 6110219"/>
                <a:gd name="connsiteY1" fmla="*/ 1050968 h 1372085"/>
                <a:gd name="connsiteX2" fmla="*/ 6110218 w 6110219"/>
                <a:gd name="connsiteY2" fmla="*/ 1165446 h 1372085"/>
                <a:gd name="connsiteX3" fmla="*/ 1 w 6110219"/>
                <a:gd name="connsiteY3" fmla="*/ 20131 h 13720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10219" h="1372085">
                  <a:moveTo>
                    <a:pt x="1" y="20131"/>
                  </a:moveTo>
                  <a:cubicBezTo>
                    <a:pt x="2496561" y="-221608"/>
                    <a:pt x="1482213" y="1808601"/>
                    <a:pt x="5885945" y="1050968"/>
                  </a:cubicBezTo>
                  <a:lnTo>
                    <a:pt x="6110218" y="1165446"/>
                  </a:lnTo>
                  <a:cubicBezTo>
                    <a:pt x="1526165" y="1924684"/>
                    <a:pt x="2934439" y="373508"/>
                    <a:pt x="1" y="20131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7">
              <a:extLst>
                <a:ext uri="{FF2B5EF4-FFF2-40B4-BE49-F238E27FC236}">
                  <a16:creationId xmlns:a16="http://schemas.microsoft.com/office/drawing/2014/main" id="{CCD4BF62-29F6-881A-16E0-960758C3AF43}"/>
                </a:ext>
              </a:extLst>
            </p:cNvPr>
            <p:cNvSpPr/>
            <p:nvPr/>
          </p:nvSpPr>
          <p:spPr>
            <a:xfrm rot="9520937">
              <a:off x="4561389" y="3118903"/>
              <a:ext cx="1728932" cy="418684"/>
            </a:xfrm>
            <a:custGeom>
              <a:avLst/>
              <a:gdLst>
                <a:gd name="connsiteX0" fmla="*/ 0 w 1007285"/>
                <a:gd name="connsiteY0" fmla="*/ 0 h 94954"/>
                <a:gd name="connsiteX1" fmla="*/ 1007285 w 1007285"/>
                <a:gd name="connsiteY1" fmla="*/ 0 h 94954"/>
                <a:gd name="connsiteX2" fmla="*/ 1007285 w 1007285"/>
                <a:gd name="connsiteY2" fmla="*/ 94954 h 94954"/>
                <a:gd name="connsiteX3" fmla="*/ 0 w 1007285"/>
                <a:gd name="connsiteY3" fmla="*/ 94954 h 94954"/>
                <a:gd name="connsiteX4" fmla="*/ 0 w 1007285"/>
                <a:gd name="connsiteY4" fmla="*/ 0 h 94954"/>
                <a:gd name="connsiteX0" fmla="*/ 2819400 w 3826685"/>
                <a:gd name="connsiteY0" fmla="*/ 0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4" fmla="*/ 2819400 w 3826685"/>
                <a:gd name="connsiteY4" fmla="*/ 0 h 869654"/>
                <a:gd name="connsiteX0" fmla="*/ 0 w 3826685"/>
                <a:gd name="connsiteY0" fmla="*/ 869654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968065 h 1033547"/>
                <a:gd name="connsiteX1" fmla="*/ 3826685 w 3826685"/>
                <a:gd name="connsiteY1" fmla="*/ 98411 h 1033547"/>
                <a:gd name="connsiteX2" fmla="*/ 3826685 w 3826685"/>
                <a:gd name="connsiteY2" fmla="*/ 193365 h 1033547"/>
                <a:gd name="connsiteX3" fmla="*/ 0 w 3826685"/>
                <a:gd name="connsiteY3" fmla="*/ 968065 h 1033547"/>
                <a:gd name="connsiteX0" fmla="*/ 0 w 3826685"/>
                <a:gd name="connsiteY0" fmla="*/ 968065 h 1013810"/>
                <a:gd name="connsiteX1" fmla="*/ 3826685 w 3826685"/>
                <a:gd name="connsiteY1" fmla="*/ 98411 h 1013810"/>
                <a:gd name="connsiteX2" fmla="*/ 3826685 w 3826685"/>
                <a:gd name="connsiteY2" fmla="*/ 193365 h 1013810"/>
                <a:gd name="connsiteX3" fmla="*/ 0 w 3826685"/>
                <a:gd name="connsiteY3" fmla="*/ 968065 h 1013810"/>
                <a:gd name="connsiteX0" fmla="*/ 0 w 3826685"/>
                <a:gd name="connsiteY0" fmla="*/ 968065 h 1012429"/>
                <a:gd name="connsiteX1" fmla="*/ 3826685 w 3826685"/>
                <a:gd name="connsiteY1" fmla="*/ 98411 h 1012429"/>
                <a:gd name="connsiteX2" fmla="*/ 3826685 w 3826685"/>
                <a:gd name="connsiteY2" fmla="*/ 193365 h 1012429"/>
                <a:gd name="connsiteX3" fmla="*/ 0 w 3826685"/>
                <a:gd name="connsiteY3" fmla="*/ 968065 h 1012429"/>
                <a:gd name="connsiteX0" fmla="*/ 2 w 8087297"/>
                <a:gd name="connsiteY0" fmla="*/ -1 h 1456523"/>
                <a:gd name="connsiteX1" fmla="*/ 8087297 w 8087297"/>
                <a:gd name="connsiteY1" fmla="*/ 1361569 h 1456523"/>
                <a:gd name="connsiteX2" fmla="*/ 8087297 w 8087297"/>
                <a:gd name="connsiteY2" fmla="*/ 1456523 h 1456523"/>
                <a:gd name="connsiteX3" fmla="*/ 2 w 8087297"/>
                <a:gd name="connsiteY3" fmla="*/ -1 h 1456523"/>
                <a:gd name="connsiteX0" fmla="*/ 2 w 8087297"/>
                <a:gd name="connsiteY0" fmla="*/ -1 h 1456523"/>
                <a:gd name="connsiteX1" fmla="*/ 8087297 w 8087297"/>
                <a:gd name="connsiteY1" fmla="*/ 1361569 h 1456523"/>
                <a:gd name="connsiteX2" fmla="*/ 8087297 w 8087297"/>
                <a:gd name="connsiteY2" fmla="*/ 1456523 h 1456523"/>
                <a:gd name="connsiteX3" fmla="*/ 2 w 8087297"/>
                <a:gd name="connsiteY3" fmla="*/ -1 h 1456523"/>
                <a:gd name="connsiteX0" fmla="*/ 2 w 8087297"/>
                <a:gd name="connsiteY0" fmla="*/ -1 h 2510336"/>
                <a:gd name="connsiteX1" fmla="*/ 8087297 w 8087297"/>
                <a:gd name="connsiteY1" fmla="*/ 1361569 h 2510336"/>
                <a:gd name="connsiteX2" fmla="*/ 8087297 w 8087297"/>
                <a:gd name="connsiteY2" fmla="*/ 1456523 h 2510336"/>
                <a:gd name="connsiteX3" fmla="*/ 2 w 8087297"/>
                <a:gd name="connsiteY3" fmla="*/ -1 h 2510336"/>
                <a:gd name="connsiteX0" fmla="*/ 2 w 8087297"/>
                <a:gd name="connsiteY0" fmla="*/ -1 h 2510336"/>
                <a:gd name="connsiteX1" fmla="*/ 8087297 w 8087297"/>
                <a:gd name="connsiteY1" fmla="*/ 1361569 h 2510336"/>
                <a:gd name="connsiteX2" fmla="*/ 8087297 w 8087297"/>
                <a:gd name="connsiteY2" fmla="*/ 1456523 h 2510336"/>
                <a:gd name="connsiteX3" fmla="*/ 2 w 8087297"/>
                <a:gd name="connsiteY3" fmla="*/ -1 h 2510336"/>
                <a:gd name="connsiteX0" fmla="*/ 3 w 9125802"/>
                <a:gd name="connsiteY0" fmla="*/ 1 h 2380171"/>
                <a:gd name="connsiteX1" fmla="*/ 9125802 w 9125802"/>
                <a:gd name="connsiteY1" fmla="*/ 1203442 h 2380171"/>
                <a:gd name="connsiteX2" fmla="*/ 9125802 w 9125802"/>
                <a:gd name="connsiteY2" fmla="*/ 1298396 h 2380171"/>
                <a:gd name="connsiteX3" fmla="*/ 3 w 9125802"/>
                <a:gd name="connsiteY3" fmla="*/ 1 h 2380171"/>
                <a:gd name="connsiteX0" fmla="*/ 3 w 9125802"/>
                <a:gd name="connsiteY0" fmla="*/ 1 h 2141048"/>
                <a:gd name="connsiteX1" fmla="*/ 9125802 w 9125802"/>
                <a:gd name="connsiteY1" fmla="*/ 1203442 h 2141048"/>
                <a:gd name="connsiteX2" fmla="*/ 9125802 w 9125802"/>
                <a:gd name="connsiteY2" fmla="*/ 1298396 h 2141048"/>
                <a:gd name="connsiteX3" fmla="*/ 3 w 9125802"/>
                <a:gd name="connsiteY3" fmla="*/ 1 h 2141048"/>
                <a:gd name="connsiteX0" fmla="*/ 3 w 9125802"/>
                <a:gd name="connsiteY0" fmla="*/ 1 h 1915486"/>
                <a:gd name="connsiteX1" fmla="*/ 9125802 w 9125802"/>
                <a:gd name="connsiteY1" fmla="*/ 1203442 h 1915486"/>
                <a:gd name="connsiteX2" fmla="*/ 9125802 w 9125802"/>
                <a:gd name="connsiteY2" fmla="*/ 1298396 h 1915486"/>
                <a:gd name="connsiteX3" fmla="*/ 3 w 9125802"/>
                <a:gd name="connsiteY3" fmla="*/ 1 h 1915486"/>
                <a:gd name="connsiteX0" fmla="*/ 3 w 9125802"/>
                <a:gd name="connsiteY0" fmla="*/ 1 h 1903796"/>
                <a:gd name="connsiteX1" fmla="*/ 9125802 w 9125802"/>
                <a:gd name="connsiteY1" fmla="*/ 1203442 h 1903796"/>
                <a:gd name="connsiteX2" fmla="*/ 9125802 w 9125802"/>
                <a:gd name="connsiteY2" fmla="*/ 1298396 h 1903796"/>
                <a:gd name="connsiteX3" fmla="*/ 3 w 9125802"/>
                <a:gd name="connsiteY3" fmla="*/ 1 h 1903796"/>
                <a:gd name="connsiteX0" fmla="*/ 3 w 9125802"/>
                <a:gd name="connsiteY0" fmla="*/ 1 h 1908594"/>
                <a:gd name="connsiteX1" fmla="*/ 9125802 w 9125802"/>
                <a:gd name="connsiteY1" fmla="*/ 1203442 h 1908594"/>
                <a:gd name="connsiteX2" fmla="*/ 9125802 w 9125802"/>
                <a:gd name="connsiteY2" fmla="*/ 1298396 h 1908594"/>
                <a:gd name="connsiteX3" fmla="*/ 3 w 9125802"/>
                <a:gd name="connsiteY3" fmla="*/ 1 h 1908594"/>
                <a:gd name="connsiteX0" fmla="*/ 1 w 9485034"/>
                <a:gd name="connsiteY0" fmla="*/ -2 h 2000964"/>
                <a:gd name="connsiteX1" fmla="*/ 9485034 w 9485034"/>
                <a:gd name="connsiteY1" fmla="*/ 1311703 h 2000964"/>
                <a:gd name="connsiteX2" fmla="*/ 9485034 w 9485034"/>
                <a:gd name="connsiteY2" fmla="*/ 1406657 h 2000964"/>
                <a:gd name="connsiteX3" fmla="*/ 1 w 9485034"/>
                <a:gd name="connsiteY3" fmla="*/ -2 h 2000964"/>
                <a:gd name="connsiteX0" fmla="*/ 1 w 9485034"/>
                <a:gd name="connsiteY0" fmla="*/ 8455 h 2009421"/>
                <a:gd name="connsiteX1" fmla="*/ 9485034 w 9485034"/>
                <a:gd name="connsiteY1" fmla="*/ 1320160 h 2009421"/>
                <a:gd name="connsiteX2" fmla="*/ 9485034 w 9485034"/>
                <a:gd name="connsiteY2" fmla="*/ 1415114 h 2009421"/>
                <a:gd name="connsiteX3" fmla="*/ 1 w 9485034"/>
                <a:gd name="connsiteY3" fmla="*/ 8455 h 2009421"/>
                <a:gd name="connsiteX0" fmla="*/ 1 w 9485034"/>
                <a:gd name="connsiteY0" fmla="*/ 8455 h 1988731"/>
                <a:gd name="connsiteX1" fmla="*/ 9485034 w 9485034"/>
                <a:gd name="connsiteY1" fmla="*/ 1320160 h 1988731"/>
                <a:gd name="connsiteX2" fmla="*/ 9485034 w 9485034"/>
                <a:gd name="connsiteY2" fmla="*/ 1415114 h 1988731"/>
                <a:gd name="connsiteX3" fmla="*/ 1 w 9485034"/>
                <a:gd name="connsiteY3" fmla="*/ 8455 h 1988731"/>
                <a:gd name="connsiteX0" fmla="*/ 1 w 9485034"/>
                <a:gd name="connsiteY0" fmla="*/ 3163 h 1983439"/>
                <a:gd name="connsiteX1" fmla="*/ 9485034 w 9485034"/>
                <a:gd name="connsiteY1" fmla="*/ 1314868 h 1983439"/>
                <a:gd name="connsiteX2" fmla="*/ 9485034 w 9485034"/>
                <a:gd name="connsiteY2" fmla="*/ 1409822 h 1983439"/>
                <a:gd name="connsiteX3" fmla="*/ 1 w 9485034"/>
                <a:gd name="connsiteY3" fmla="*/ 3163 h 1983439"/>
                <a:gd name="connsiteX0" fmla="*/ 1 w 9485034"/>
                <a:gd name="connsiteY0" fmla="*/ 5612 h 1976394"/>
                <a:gd name="connsiteX1" fmla="*/ 9485034 w 9485034"/>
                <a:gd name="connsiteY1" fmla="*/ 1317317 h 1976394"/>
                <a:gd name="connsiteX2" fmla="*/ 9485034 w 9485034"/>
                <a:gd name="connsiteY2" fmla="*/ 1412271 h 1976394"/>
                <a:gd name="connsiteX3" fmla="*/ 1 w 9485034"/>
                <a:gd name="connsiteY3" fmla="*/ 5612 h 1976394"/>
                <a:gd name="connsiteX0" fmla="*/ 1 w 9485034"/>
                <a:gd name="connsiteY0" fmla="*/ 11585 h 1973318"/>
                <a:gd name="connsiteX1" fmla="*/ 9485034 w 9485034"/>
                <a:gd name="connsiteY1" fmla="*/ 1323290 h 1973318"/>
                <a:gd name="connsiteX2" fmla="*/ 9485034 w 9485034"/>
                <a:gd name="connsiteY2" fmla="*/ 1418244 h 1973318"/>
                <a:gd name="connsiteX3" fmla="*/ 1 w 9485034"/>
                <a:gd name="connsiteY3" fmla="*/ 11585 h 1973318"/>
                <a:gd name="connsiteX0" fmla="*/ 1 w 9485034"/>
                <a:gd name="connsiteY0" fmla="*/ 11585 h 2015630"/>
                <a:gd name="connsiteX1" fmla="*/ 9485034 w 9485034"/>
                <a:gd name="connsiteY1" fmla="*/ 1323290 h 2015630"/>
                <a:gd name="connsiteX2" fmla="*/ 9485034 w 9485034"/>
                <a:gd name="connsiteY2" fmla="*/ 1418244 h 2015630"/>
                <a:gd name="connsiteX3" fmla="*/ 1 w 9485034"/>
                <a:gd name="connsiteY3" fmla="*/ 11585 h 2015630"/>
                <a:gd name="connsiteX0" fmla="*/ 3 w 11023429"/>
                <a:gd name="connsiteY0" fmla="*/ 11404 h 2066907"/>
                <a:gd name="connsiteX1" fmla="*/ 11023429 w 11023429"/>
                <a:gd name="connsiteY1" fmla="*/ 1382935 h 2066907"/>
                <a:gd name="connsiteX2" fmla="*/ 11023429 w 11023429"/>
                <a:gd name="connsiteY2" fmla="*/ 1477889 h 2066907"/>
                <a:gd name="connsiteX3" fmla="*/ 3 w 11023429"/>
                <a:gd name="connsiteY3" fmla="*/ 11404 h 2066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023429" h="2066907">
                  <a:moveTo>
                    <a:pt x="3" y="11404"/>
                  </a:moveTo>
                  <a:cubicBezTo>
                    <a:pt x="2496563" y="-230335"/>
                    <a:pt x="7828155" y="3474117"/>
                    <a:pt x="11023429" y="1382935"/>
                  </a:cubicBezTo>
                  <a:lnTo>
                    <a:pt x="11023429" y="1477889"/>
                  </a:lnTo>
                  <a:cubicBezTo>
                    <a:pt x="7338468" y="3293524"/>
                    <a:pt x="2934441" y="364781"/>
                    <a:pt x="3" y="11404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7">
              <a:extLst>
                <a:ext uri="{FF2B5EF4-FFF2-40B4-BE49-F238E27FC236}">
                  <a16:creationId xmlns:a16="http://schemas.microsoft.com/office/drawing/2014/main" id="{586236AC-1324-DE99-BFAC-811FA2BC76DB}"/>
                </a:ext>
              </a:extLst>
            </p:cNvPr>
            <p:cNvSpPr/>
            <p:nvPr/>
          </p:nvSpPr>
          <p:spPr>
            <a:xfrm rot="8437667">
              <a:off x="5824717" y="3041625"/>
              <a:ext cx="495427" cy="122074"/>
            </a:xfrm>
            <a:custGeom>
              <a:avLst/>
              <a:gdLst>
                <a:gd name="connsiteX0" fmla="*/ 0 w 1007285"/>
                <a:gd name="connsiteY0" fmla="*/ 0 h 94954"/>
                <a:gd name="connsiteX1" fmla="*/ 1007285 w 1007285"/>
                <a:gd name="connsiteY1" fmla="*/ 0 h 94954"/>
                <a:gd name="connsiteX2" fmla="*/ 1007285 w 1007285"/>
                <a:gd name="connsiteY2" fmla="*/ 94954 h 94954"/>
                <a:gd name="connsiteX3" fmla="*/ 0 w 1007285"/>
                <a:gd name="connsiteY3" fmla="*/ 94954 h 94954"/>
                <a:gd name="connsiteX4" fmla="*/ 0 w 1007285"/>
                <a:gd name="connsiteY4" fmla="*/ 0 h 94954"/>
                <a:gd name="connsiteX0" fmla="*/ 2819400 w 3826685"/>
                <a:gd name="connsiteY0" fmla="*/ 0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4" fmla="*/ 2819400 w 3826685"/>
                <a:gd name="connsiteY4" fmla="*/ 0 h 869654"/>
                <a:gd name="connsiteX0" fmla="*/ 0 w 3826685"/>
                <a:gd name="connsiteY0" fmla="*/ 869654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968065 h 1033547"/>
                <a:gd name="connsiteX1" fmla="*/ 3826685 w 3826685"/>
                <a:gd name="connsiteY1" fmla="*/ 98411 h 1033547"/>
                <a:gd name="connsiteX2" fmla="*/ 3826685 w 3826685"/>
                <a:gd name="connsiteY2" fmla="*/ 193365 h 1033547"/>
                <a:gd name="connsiteX3" fmla="*/ 0 w 3826685"/>
                <a:gd name="connsiteY3" fmla="*/ 968065 h 1033547"/>
                <a:gd name="connsiteX0" fmla="*/ 0 w 3826685"/>
                <a:gd name="connsiteY0" fmla="*/ 968065 h 1013810"/>
                <a:gd name="connsiteX1" fmla="*/ 3826685 w 3826685"/>
                <a:gd name="connsiteY1" fmla="*/ 98411 h 1013810"/>
                <a:gd name="connsiteX2" fmla="*/ 3826685 w 3826685"/>
                <a:gd name="connsiteY2" fmla="*/ 193365 h 1013810"/>
                <a:gd name="connsiteX3" fmla="*/ 0 w 3826685"/>
                <a:gd name="connsiteY3" fmla="*/ 968065 h 1013810"/>
                <a:gd name="connsiteX0" fmla="*/ 0 w 3826685"/>
                <a:gd name="connsiteY0" fmla="*/ 968065 h 1012429"/>
                <a:gd name="connsiteX1" fmla="*/ 3826685 w 3826685"/>
                <a:gd name="connsiteY1" fmla="*/ 98411 h 1012429"/>
                <a:gd name="connsiteX2" fmla="*/ 3826685 w 3826685"/>
                <a:gd name="connsiteY2" fmla="*/ 193365 h 1012429"/>
                <a:gd name="connsiteX3" fmla="*/ 0 w 3826685"/>
                <a:gd name="connsiteY3" fmla="*/ 968065 h 1012429"/>
                <a:gd name="connsiteX0" fmla="*/ 2 w 8087297"/>
                <a:gd name="connsiteY0" fmla="*/ -1 h 1456523"/>
                <a:gd name="connsiteX1" fmla="*/ 8087297 w 8087297"/>
                <a:gd name="connsiteY1" fmla="*/ 1361569 h 1456523"/>
                <a:gd name="connsiteX2" fmla="*/ 8087297 w 8087297"/>
                <a:gd name="connsiteY2" fmla="*/ 1456523 h 1456523"/>
                <a:gd name="connsiteX3" fmla="*/ 2 w 8087297"/>
                <a:gd name="connsiteY3" fmla="*/ -1 h 1456523"/>
                <a:gd name="connsiteX0" fmla="*/ 2 w 8087297"/>
                <a:gd name="connsiteY0" fmla="*/ -1 h 1456523"/>
                <a:gd name="connsiteX1" fmla="*/ 8087297 w 8087297"/>
                <a:gd name="connsiteY1" fmla="*/ 1361569 h 1456523"/>
                <a:gd name="connsiteX2" fmla="*/ 8087297 w 8087297"/>
                <a:gd name="connsiteY2" fmla="*/ 1456523 h 1456523"/>
                <a:gd name="connsiteX3" fmla="*/ 2 w 8087297"/>
                <a:gd name="connsiteY3" fmla="*/ -1 h 1456523"/>
                <a:gd name="connsiteX0" fmla="*/ 2 w 8087297"/>
                <a:gd name="connsiteY0" fmla="*/ -1 h 2510336"/>
                <a:gd name="connsiteX1" fmla="*/ 8087297 w 8087297"/>
                <a:gd name="connsiteY1" fmla="*/ 1361569 h 2510336"/>
                <a:gd name="connsiteX2" fmla="*/ 8087297 w 8087297"/>
                <a:gd name="connsiteY2" fmla="*/ 1456523 h 2510336"/>
                <a:gd name="connsiteX3" fmla="*/ 2 w 8087297"/>
                <a:gd name="connsiteY3" fmla="*/ -1 h 2510336"/>
                <a:gd name="connsiteX0" fmla="*/ 2 w 8087297"/>
                <a:gd name="connsiteY0" fmla="*/ -1 h 2510336"/>
                <a:gd name="connsiteX1" fmla="*/ 8087297 w 8087297"/>
                <a:gd name="connsiteY1" fmla="*/ 1361569 h 2510336"/>
                <a:gd name="connsiteX2" fmla="*/ 8087297 w 8087297"/>
                <a:gd name="connsiteY2" fmla="*/ 1456523 h 2510336"/>
                <a:gd name="connsiteX3" fmla="*/ 2 w 8087297"/>
                <a:gd name="connsiteY3" fmla="*/ -1 h 2510336"/>
                <a:gd name="connsiteX0" fmla="*/ 3 w 9125802"/>
                <a:gd name="connsiteY0" fmla="*/ 1 h 2380171"/>
                <a:gd name="connsiteX1" fmla="*/ 9125802 w 9125802"/>
                <a:gd name="connsiteY1" fmla="*/ 1203442 h 2380171"/>
                <a:gd name="connsiteX2" fmla="*/ 9125802 w 9125802"/>
                <a:gd name="connsiteY2" fmla="*/ 1298396 h 2380171"/>
                <a:gd name="connsiteX3" fmla="*/ 3 w 9125802"/>
                <a:gd name="connsiteY3" fmla="*/ 1 h 2380171"/>
                <a:gd name="connsiteX0" fmla="*/ 3 w 9125802"/>
                <a:gd name="connsiteY0" fmla="*/ 1 h 2141048"/>
                <a:gd name="connsiteX1" fmla="*/ 9125802 w 9125802"/>
                <a:gd name="connsiteY1" fmla="*/ 1203442 h 2141048"/>
                <a:gd name="connsiteX2" fmla="*/ 9125802 w 9125802"/>
                <a:gd name="connsiteY2" fmla="*/ 1298396 h 2141048"/>
                <a:gd name="connsiteX3" fmla="*/ 3 w 9125802"/>
                <a:gd name="connsiteY3" fmla="*/ 1 h 2141048"/>
                <a:gd name="connsiteX0" fmla="*/ 3 w 9125802"/>
                <a:gd name="connsiteY0" fmla="*/ 1 h 1915486"/>
                <a:gd name="connsiteX1" fmla="*/ 9125802 w 9125802"/>
                <a:gd name="connsiteY1" fmla="*/ 1203442 h 1915486"/>
                <a:gd name="connsiteX2" fmla="*/ 9125802 w 9125802"/>
                <a:gd name="connsiteY2" fmla="*/ 1298396 h 1915486"/>
                <a:gd name="connsiteX3" fmla="*/ 3 w 9125802"/>
                <a:gd name="connsiteY3" fmla="*/ 1 h 1915486"/>
                <a:gd name="connsiteX0" fmla="*/ 3 w 9125802"/>
                <a:gd name="connsiteY0" fmla="*/ 1 h 1903796"/>
                <a:gd name="connsiteX1" fmla="*/ 9125802 w 9125802"/>
                <a:gd name="connsiteY1" fmla="*/ 1203442 h 1903796"/>
                <a:gd name="connsiteX2" fmla="*/ 9125802 w 9125802"/>
                <a:gd name="connsiteY2" fmla="*/ 1298396 h 1903796"/>
                <a:gd name="connsiteX3" fmla="*/ 3 w 9125802"/>
                <a:gd name="connsiteY3" fmla="*/ 1 h 1903796"/>
                <a:gd name="connsiteX0" fmla="*/ 3 w 9125802"/>
                <a:gd name="connsiteY0" fmla="*/ 1 h 1908594"/>
                <a:gd name="connsiteX1" fmla="*/ 9125802 w 9125802"/>
                <a:gd name="connsiteY1" fmla="*/ 1203442 h 1908594"/>
                <a:gd name="connsiteX2" fmla="*/ 9125802 w 9125802"/>
                <a:gd name="connsiteY2" fmla="*/ 1298396 h 1908594"/>
                <a:gd name="connsiteX3" fmla="*/ 3 w 9125802"/>
                <a:gd name="connsiteY3" fmla="*/ 1 h 1908594"/>
                <a:gd name="connsiteX0" fmla="*/ 1 w 9485034"/>
                <a:gd name="connsiteY0" fmla="*/ -2 h 2000964"/>
                <a:gd name="connsiteX1" fmla="*/ 9485034 w 9485034"/>
                <a:gd name="connsiteY1" fmla="*/ 1311703 h 2000964"/>
                <a:gd name="connsiteX2" fmla="*/ 9485034 w 9485034"/>
                <a:gd name="connsiteY2" fmla="*/ 1406657 h 2000964"/>
                <a:gd name="connsiteX3" fmla="*/ 1 w 9485034"/>
                <a:gd name="connsiteY3" fmla="*/ -2 h 2000964"/>
                <a:gd name="connsiteX0" fmla="*/ 1 w 9485034"/>
                <a:gd name="connsiteY0" fmla="*/ 8455 h 2009421"/>
                <a:gd name="connsiteX1" fmla="*/ 9485034 w 9485034"/>
                <a:gd name="connsiteY1" fmla="*/ 1320160 h 2009421"/>
                <a:gd name="connsiteX2" fmla="*/ 9485034 w 9485034"/>
                <a:gd name="connsiteY2" fmla="*/ 1415114 h 2009421"/>
                <a:gd name="connsiteX3" fmla="*/ 1 w 9485034"/>
                <a:gd name="connsiteY3" fmla="*/ 8455 h 2009421"/>
                <a:gd name="connsiteX0" fmla="*/ 1 w 9485034"/>
                <a:gd name="connsiteY0" fmla="*/ 8455 h 1988731"/>
                <a:gd name="connsiteX1" fmla="*/ 9485034 w 9485034"/>
                <a:gd name="connsiteY1" fmla="*/ 1320160 h 1988731"/>
                <a:gd name="connsiteX2" fmla="*/ 9485034 w 9485034"/>
                <a:gd name="connsiteY2" fmla="*/ 1415114 h 1988731"/>
                <a:gd name="connsiteX3" fmla="*/ 1 w 9485034"/>
                <a:gd name="connsiteY3" fmla="*/ 8455 h 1988731"/>
                <a:gd name="connsiteX0" fmla="*/ 1 w 9485034"/>
                <a:gd name="connsiteY0" fmla="*/ 3163 h 1983439"/>
                <a:gd name="connsiteX1" fmla="*/ 9485034 w 9485034"/>
                <a:gd name="connsiteY1" fmla="*/ 1314868 h 1983439"/>
                <a:gd name="connsiteX2" fmla="*/ 9485034 w 9485034"/>
                <a:gd name="connsiteY2" fmla="*/ 1409822 h 1983439"/>
                <a:gd name="connsiteX3" fmla="*/ 1 w 9485034"/>
                <a:gd name="connsiteY3" fmla="*/ 3163 h 1983439"/>
                <a:gd name="connsiteX0" fmla="*/ 1 w 9485034"/>
                <a:gd name="connsiteY0" fmla="*/ 5612 h 1976394"/>
                <a:gd name="connsiteX1" fmla="*/ 9485034 w 9485034"/>
                <a:gd name="connsiteY1" fmla="*/ 1317317 h 1976394"/>
                <a:gd name="connsiteX2" fmla="*/ 9485034 w 9485034"/>
                <a:gd name="connsiteY2" fmla="*/ 1412271 h 1976394"/>
                <a:gd name="connsiteX3" fmla="*/ 1 w 9485034"/>
                <a:gd name="connsiteY3" fmla="*/ 5612 h 1976394"/>
                <a:gd name="connsiteX0" fmla="*/ 1 w 9485034"/>
                <a:gd name="connsiteY0" fmla="*/ 11585 h 1973318"/>
                <a:gd name="connsiteX1" fmla="*/ 9485034 w 9485034"/>
                <a:gd name="connsiteY1" fmla="*/ 1323290 h 1973318"/>
                <a:gd name="connsiteX2" fmla="*/ 9485034 w 9485034"/>
                <a:gd name="connsiteY2" fmla="*/ 1418244 h 1973318"/>
                <a:gd name="connsiteX3" fmla="*/ 1 w 9485034"/>
                <a:gd name="connsiteY3" fmla="*/ 11585 h 1973318"/>
                <a:gd name="connsiteX0" fmla="*/ 1 w 9485034"/>
                <a:gd name="connsiteY0" fmla="*/ 11585 h 2015630"/>
                <a:gd name="connsiteX1" fmla="*/ 9485034 w 9485034"/>
                <a:gd name="connsiteY1" fmla="*/ 1323290 h 2015630"/>
                <a:gd name="connsiteX2" fmla="*/ 9485034 w 9485034"/>
                <a:gd name="connsiteY2" fmla="*/ 1418244 h 2015630"/>
                <a:gd name="connsiteX3" fmla="*/ 1 w 9485034"/>
                <a:gd name="connsiteY3" fmla="*/ 11585 h 2015630"/>
                <a:gd name="connsiteX0" fmla="*/ 1 w 9485034"/>
                <a:gd name="connsiteY0" fmla="*/ 11718 h 2015763"/>
                <a:gd name="connsiteX1" fmla="*/ 5685576 w 9485034"/>
                <a:gd name="connsiteY1" fmla="*/ 1280543 h 2015763"/>
                <a:gd name="connsiteX2" fmla="*/ 9485034 w 9485034"/>
                <a:gd name="connsiteY2" fmla="*/ 1418377 h 2015763"/>
                <a:gd name="connsiteX3" fmla="*/ 1 w 9485034"/>
                <a:gd name="connsiteY3" fmla="*/ 11718 h 2015763"/>
                <a:gd name="connsiteX0" fmla="*/ 1 w 5866791"/>
                <a:gd name="connsiteY0" fmla="*/ 11718 h 2094375"/>
                <a:gd name="connsiteX1" fmla="*/ 5685576 w 5866791"/>
                <a:gd name="connsiteY1" fmla="*/ 1280543 h 2094375"/>
                <a:gd name="connsiteX2" fmla="*/ 5866794 w 5866791"/>
                <a:gd name="connsiteY2" fmla="*/ 1509665 h 2094375"/>
                <a:gd name="connsiteX3" fmla="*/ 1 w 5866791"/>
                <a:gd name="connsiteY3" fmla="*/ 11718 h 2094375"/>
                <a:gd name="connsiteX0" fmla="*/ 1 w 5866791"/>
                <a:gd name="connsiteY0" fmla="*/ 19607 h 2102264"/>
                <a:gd name="connsiteX1" fmla="*/ 5685576 w 5866791"/>
                <a:gd name="connsiteY1" fmla="*/ 1288432 h 2102264"/>
                <a:gd name="connsiteX2" fmla="*/ 5866794 w 5866791"/>
                <a:gd name="connsiteY2" fmla="*/ 1517554 h 2102264"/>
                <a:gd name="connsiteX3" fmla="*/ 1 w 5866791"/>
                <a:gd name="connsiteY3" fmla="*/ 19607 h 2102264"/>
                <a:gd name="connsiteX0" fmla="*/ 1 w 5909850"/>
                <a:gd name="connsiteY0" fmla="*/ 19607 h 2003624"/>
                <a:gd name="connsiteX1" fmla="*/ 5685576 w 5909850"/>
                <a:gd name="connsiteY1" fmla="*/ 1288432 h 2003624"/>
                <a:gd name="connsiteX2" fmla="*/ 5909849 w 5909850"/>
                <a:gd name="connsiteY2" fmla="*/ 1402910 h 2003624"/>
                <a:gd name="connsiteX3" fmla="*/ 1 w 5909850"/>
                <a:gd name="connsiteY3" fmla="*/ 19607 h 2003624"/>
                <a:gd name="connsiteX0" fmla="*/ 1 w 5909850"/>
                <a:gd name="connsiteY0" fmla="*/ 19607 h 1588775"/>
                <a:gd name="connsiteX1" fmla="*/ 5685576 w 5909850"/>
                <a:gd name="connsiteY1" fmla="*/ 1288432 h 1588775"/>
                <a:gd name="connsiteX2" fmla="*/ 5909849 w 5909850"/>
                <a:gd name="connsiteY2" fmla="*/ 1402910 h 1588775"/>
                <a:gd name="connsiteX3" fmla="*/ 1 w 5909850"/>
                <a:gd name="connsiteY3" fmla="*/ 19607 h 1588775"/>
                <a:gd name="connsiteX0" fmla="*/ 1 w 5909850"/>
                <a:gd name="connsiteY0" fmla="*/ 18136 h 1587304"/>
                <a:gd name="connsiteX1" fmla="*/ 5685576 w 5909850"/>
                <a:gd name="connsiteY1" fmla="*/ 1286961 h 1587304"/>
                <a:gd name="connsiteX2" fmla="*/ 5909849 w 5909850"/>
                <a:gd name="connsiteY2" fmla="*/ 1401439 h 1587304"/>
                <a:gd name="connsiteX3" fmla="*/ 1 w 5909850"/>
                <a:gd name="connsiteY3" fmla="*/ 18136 h 1587304"/>
                <a:gd name="connsiteX0" fmla="*/ 1 w 6110219"/>
                <a:gd name="connsiteY0" fmla="*/ 20131 h 1372085"/>
                <a:gd name="connsiteX1" fmla="*/ 5885945 w 6110219"/>
                <a:gd name="connsiteY1" fmla="*/ 1050968 h 1372085"/>
                <a:gd name="connsiteX2" fmla="*/ 6110218 w 6110219"/>
                <a:gd name="connsiteY2" fmla="*/ 1165446 h 1372085"/>
                <a:gd name="connsiteX3" fmla="*/ 1 w 6110219"/>
                <a:gd name="connsiteY3" fmla="*/ 20131 h 1372085"/>
                <a:gd name="connsiteX0" fmla="*/ 0 w 3166954"/>
                <a:gd name="connsiteY0" fmla="*/ 29599 h 789133"/>
                <a:gd name="connsiteX1" fmla="*/ 2942680 w 3166954"/>
                <a:gd name="connsiteY1" fmla="*/ 371193 h 789133"/>
                <a:gd name="connsiteX2" fmla="*/ 3166953 w 3166954"/>
                <a:gd name="connsiteY2" fmla="*/ 485671 h 789133"/>
                <a:gd name="connsiteX3" fmla="*/ 0 w 3166954"/>
                <a:gd name="connsiteY3" fmla="*/ 29599 h 789133"/>
                <a:gd name="connsiteX0" fmla="*/ 0 w 3166954"/>
                <a:gd name="connsiteY0" fmla="*/ 29599 h 605800"/>
                <a:gd name="connsiteX1" fmla="*/ 2942680 w 3166954"/>
                <a:gd name="connsiteY1" fmla="*/ 371193 h 605800"/>
                <a:gd name="connsiteX2" fmla="*/ 3166953 w 3166954"/>
                <a:gd name="connsiteY2" fmla="*/ 485671 h 605800"/>
                <a:gd name="connsiteX3" fmla="*/ 0 w 3166954"/>
                <a:gd name="connsiteY3" fmla="*/ 29599 h 605800"/>
                <a:gd name="connsiteX0" fmla="*/ 0 w 3166954"/>
                <a:gd name="connsiteY0" fmla="*/ 38618 h 602641"/>
                <a:gd name="connsiteX1" fmla="*/ 2942680 w 3166954"/>
                <a:gd name="connsiteY1" fmla="*/ 380212 h 602641"/>
                <a:gd name="connsiteX2" fmla="*/ 3166953 w 3166954"/>
                <a:gd name="connsiteY2" fmla="*/ 494690 h 602641"/>
                <a:gd name="connsiteX3" fmla="*/ 0 w 3166954"/>
                <a:gd name="connsiteY3" fmla="*/ 38618 h 602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66954" h="602641">
                  <a:moveTo>
                    <a:pt x="0" y="38618"/>
                  </a:moveTo>
                  <a:cubicBezTo>
                    <a:pt x="2496560" y="-203121"/>
                    <a:pt x="1854012" y="785335"/>
                    <a:pt x="2942680" y="380212"/>
                  </a:cubicBezTo>
                  <a:lnTo>
                    <a:pt x="3166953" y="494690"/>
                  </a:lnTo>
                  <a:cubicBezTo>
                    <a:pt x="1452610" y="801664"/>
                    <a:pt x="2934438" y="391995"/>
                    <a:pt x="0" y="38618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7">
              <a:extLst>
                <a:ext uri="{FF2B5EF4-FFF2-40B4-BE49-F238E27FC236}">
                  <a16:creationId xmlns:a16="http://schemas.microsoft.com/office/drawing/2014/main" id="{5D30EFE7-2C30-581E-3784-2F1350C8D9E3}"/>
                </a:ext>
              </a:extLst>
            </p:cNvPr>
            <p:cNvSpPr/>
            <p:nvPr/>
          </p:nvSpPr>
          <p:spPr>
            <a:xfrm rot="1149574">
              <a:off x="5822338" y="5878136"/>
              <a:ext cx="1013504" cy="180173"/>
            </a:xfrm>
            <a:custGeom>
              <a:avLst/>
              <a:gdLst>
                <a:gd name="connsiteX0" fmla="*/ 0 w 1007285"/>
                <a:gd name="connsiteY0" fmla="*/ 0 h 94954"/>
                <a:gd name="connsiteX1" fmla="*/ 1007285 w 1007285"/>
                <a:gd name="connsiteY1" fmla="*/ 0 h 94954"/>
                <a:gd name="connsiteX2" fmla="*/ 1007285 w 1007285"/>
                <a:gd name="connsiteY2" fmla="*/ 94954 h 94954"/>
                <a:gd name="connsiteX3" fmla="*/ 0 w 1007285"/>
                <a:gd name="connsiteY3" fmla="*/ 94954 h 94954"/>
                <a:gd name="connsiteX4" fmla="*/ 0 w 1007285"/>
                <a:gd name="connsiteY4" fmla="*/ 0 h 94954"/>
                <a:gd name="connsiteX0" fmla="*/ 2819400 w 3826685"/>
                <a:gd name="connsiteY0" fmla="*/ 0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4" fmla="*/ 2819400 w 3826685"/>
                <a:gd name="connsiteY4" fmla="*/ 0 h 869654"/>
                <a:gd name="connsiteX0" fmla="*/ 0 w 3826685"/>
                <a:gd name="connsiteY0" fmla="*/ 869654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968065 h 1033547"/>
                <a:gd name="connsiteX1" fmla="*/ 3826685 w 3826685"/>
                <a:gd name="connsiteY1" fmla="*/ 98411 h 1033547"/>
                <a:gd name="connsiteX2" fmla="*/ 3826685 w 3826685"/>
                <a:gd name="connsiteY2" fmla="*/ 193365 h 1033547"/>
                <a:gd name="connsiteX3" fmla="*/ 0 w 3826685"/>
                <a:gd name="connsiteY3" fmla="*/ 968065 h 1033547"/>
                <a:gd name="connsiteX0" fmla="*/ 0 w 3826685"/>
                <a:gd name="connsiteY0" fmla="*/ 968065 h 1013810"/>
                <a:gd name="connsiteX1" fmla="*/ 3826685 w 3826685"/>
                <a:gd name="connsiteY1" fmla="*/ 98411 h 1013810"/>
                <a:gd name="connsiteX2" fmla="*/ 3826685 w 3826685"/>
                <a:gd name="connsiteY2" fmla="*/ 193365 h 1013810"/>
                <a:gd name="connsiteX3" fmla="*/ 0 w 3826685"/>
                <a:gd name="connsiteY3" fmla="*/ 968065 h 1013810"/>
                <a:gd name="connsiteX0" fmla="*/ 0 w 3826685"/>
                <a:gd name="connsiteY0" fmla="*/ 968065 h 1012429"/>
                <a:gd name="connsiteX1" fmla="*/ 3826685 w 3826685"/>
                <a:gd name="connsiteY1" fmla="*/ 98411 h 1012429"/>
                <a:gd name="connsiteX2" fmla="*/ 3826685 w 3826685"/>
                <a:gd name="connsiteY2" fmla="*/ 193365 h 1012429"/>
                <a:gd name="connsiteX3" fmla="*/ 0 w 3826685"/>
                <a:gd name="connsiteY3" fmla="*/ 968065 h 1012429"/>
                <a:gd name="connsiteX0" fmla="*/ 2 w 8087297"/>
                <a:gd name="connsiteY0" fmla="*/ -1 h 1456523"/>
                <a:gd name="connsiteX1" fmla="*/ 8087297 w 8087297"/>
                <a:gd name="connsiteY1" fmla="*/ 1361569 h 1456523"/>
                <a:gd name="connsiteX2" fmla="*/ 8087297 w 8087297"/>
                <a:gd name="connsiteY2" fmla="*/ 1456523 h 1456523"/>
                <a:gd name="connsiteX3" fmla="*/ 2 w 8087297"/>
                <a:gd name="connsiteY3" fmla="*/ -1 h 1456523"/>
                <a:gd name="connsiteX0" fmla="*/ 2 w 8087297"/>
                <a:gd name="connsiteY0" fmla="*/ -1 h 1456523"/>
                <a:gd name="connsiteX1" fmla="*/ 8087297 w 8087297"/>
                <a:gd name="connsiteY1" fmla="*/ 1361569 h 1456523"/>
                <a:gd name="connsiteX2" fmla="*/ 8087297 w 8087297"/>
                <a:gd name="connsiteY2" fmla="*/ 1456523 h 1456523"/>
                <a:gd name="connsiteX3" fmla="*/ 2 w 8087297"/>
                <a:gd name="connsiteY3" fmla="*/ -1 h 1456523"/>
                <a:gd name="connsiteX0" fmla="*/ 2 w 8087297"/>
                <a:gd name="connsiteY0" fmla="*/ -1 h 2510336"/>
                <a:gd name="connsiteX1" fmla="*/ 8087297 w 8087297"/>
                <a:gd name="connsiteY1" fmla="*/ 1361569 h 2510336"/>
                <a:gd name="connsiteX2" fmla="*/ 8087297 w 8087297"/>
                <a:gd name="connsiteY2" fmla="*/ 1456523 h 2510336"/>
                <a:gd name="connsiteX3" fmla="*/ 2 w 8087297"/>
                <a:gd name="connsiteY3" fmla="*/ -1 h 2510336"/>
                <a:gd name="connsiteX0" fmla="*/ 2 w 8087297"/>
                <a:gd name="connsiteY0" fmla="*/ -1 h 2510336"/>
                <a:gd name="connsiteX1" fmla="*/ 8087297 w 8087297"/>
                <a:gd name="connsiteY1" fmla="*/ 1361569 h 2510336"/>
                <a:gd name="connsiteX2" fmla="*/ 8087297 w 8087297"/>
                <a:gd name="connsiteY2" fmla="*/ 1456523 h 2510336"/>
                <a:gd name="connsiteX3" fmla="*/ 2 w 8087297"/>
                <a:gd name="connsiteY3" fmla="*/ -1 h 2510336"/>
                <a:gd name="connsiteX0" fmla="*/ -2 w 9409711"/>
                <a:gd name="connsiteY0" fmla="*/ -1 h 1549216"/>
                <a:gd name="connsiteX1" fmla="*/ 9409711 w 9409711"/>
                <a:gd name="connsiteY1" fmla="*/ 139136 h 1549216"/>
                <a:gd name="connsiteX2" fmla="*/ 9409711 w 9409711"/>
                <a:gd name="connsiteY2" fmla="*/ 234090 h 1549216"/>
                <a:gd name="connsiteX3" fmla="*/ -2 w 9409711"/>
                <a:gd name="connsiteY3" fmla="*/ -1 h 1549216"/>
                <a:gd name="connsiteX0" fmla="*/ -2 w 9409711"/>
                <a:gd name="connsiteY0" fmla="*/ -1 h 1291853"/>
                <a:gd name="connsiteX1" fmla="*/ 9409711 w 9409711"/>
                <a:gd name="connsiteY1" fmla="*/ 139136 h 1291853"/>
                <a:gd name="connsiteX2" fmla="*/ 9409711 w 9409711"/>
                <a:gd name="connsiteY2" fmla="*/ 234090 h 1291853"/>
                <a:gd name="connsiteX3" fmla="*/ -2 w 9409711"/>
                <a:gd name="connsiteY3" fmla="*/ -1 h 1291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409711" h="1291853">
                  <a:moveTo>
                    <a:pt x="-2" y="-1"/>
                  </a:moveTo>
                  <a:cubicBezTo>
                    <a:pt x="1199360" y="40314"/>
                    <a:pt x="4841140" y="2792305"/>
                    <a:pt x="9409711" y="139136"/>
                  </a:cubicBezTo>
                  <a:lnTo>
                    <a:pt x="9409711" y="234090"/>
                  </a:lnTo>
                  <a:cubicBezTo>
                    <a:pt x="5814447" y="2074839"/>
                    <a:pt x="1133192" y="382585"/>
                    <a:pt x="-2" y="-1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7">
              <a:extLst>
                <a:ext uri="{FF2B5EF4-FFF2-40B4-BE49-F238E27FC236}">
                  <a16:creationId xmlns:a16="http://schemas.microsoft.com/office/drawing/2014/main" id="{D13FF048-4A28-D846-D1B9-8B78F9E73BC6}"/>
                </a:ext>
              </a:extLst>
            </p:cNvPr>
            <p:cNvSpPr/>
            <p:nvPr/>
          </p:nvSpPr>
          <p:spPr>
            <a:xfrm rot="1149574">
              <a:off x="5449683" y="5243838"/>
              <a:ext cx="1675614" cy="319483"/>
            </a:xfrm>
            <a:custGeom>
              <a:avLst/>
              <a:gdLst>
                <a:gd name="connsiteX0" fmla="*/ 0 w 1007285"/>
                <a:gd name="connsiteY0" fmla="*/ 0 h 94954"/>
                <a:gd name="connsiteX1" fmla="*/ 1007285 w 1007285"/>
                <a:gd name="connsiteY1" fmla="*/ 0 h 94954"/>
                <a:gd name="connsiteX2" fmla="*/ 1007285 w 1007285"/>
                <a:gd name="connsiteY2" fmla="*/ 94954 h 94954"/>
                <a:gd name="connsiteX3" fmla="*/ 0 w 1007285"/>
                <a:gd name="connsiteY3" fmla="*/ 94954 h 94954"/>
                <a:gd name="connsiteX4" fmla="*/ 0 w 1007285"/>
                <a:gd name="connsiteY4" fmla="*/ 0 h 94954"/>
                <a:gd name="connsiteX0" fmla="*/ 2819400 w 3826685"/>
                <a:gd name="connsiteY0" fmla="*/ 0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4" fmla="*/ 2819400 w 3826685"/>
                <a:gd name="connsiteY4" fmla="*/ 0 h 869654"/>
                <a:gd name="connsiteX0" fmla="*/ 0 w 3826685"/>
                <a:gd name="connsiteY0" fmla="*/ 869654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968065 h 1033547"/>
                <a:gd name="connsiteX1" fmla="*/ 3826685 w 3826685"/>
                <a:gd name="connsiteY1" fmla="*/ 98411 h 1033547"/>
                <a:gd name="connsiteX2" fmla="*/ 3826685 w 3826685"/>
                <a:gd name="connsiteY2" fmla="*/ 193365 h 1033547"/>
                <a:gd name="connsiteX3" fmla="*/ 0 w 3826685"/>
                <a:gd name="connsiteY3" fmla="*/ 968065 h 1033547"/>
                <a:gd name="connsiteX0" fmla="*/ 0 w 3826685"/>
                <a:gd name="connsiteY0" fmla="*/ 968065 h 1013810"/>
                <a:gd name="connsiteX1" fmla="*/ 3826685 w 3826685"/>
                <a:gd name="connsiteY1" fmla="*/ 98411 h 1013810"/>
                <a:gd name="connsiteX2" fmla="*/ 3826685 w 3826685"/>
                <a:gd name="connsiteY2" fmla="*/ 193365 h 1013810"/>
                <a:gd name="connsiteX3" fmla="*/ 0 w 3826685"/>
                <a:gd name="connsiteY3" fmla="*/ 968065 h 1013810"/>
                <a:gd name="connsiteX0" fmla="*/ 0 w 3826685"/>
                <a:gd name="connsiteY0" fmla="*/ 968065 h 1012429"/>
                <a:gd name="connsiteX1" fmla="*/ 3826685 w 3826685"/>
                <a:gd name="connsiteY1" fmla="*/ 98411 h 1012429"/>
                <a:gd name="connsiteX2" fmla="*/ 3826685 w 3826685"/>
                <a:gd name="connsiteY2" fmla="*/ 193365 h 1012429"/>
                <a:gd name="connsiteX3" fmla="*/ 0 w 3826685"/>
                <a:gd name="connsiteY3" fmla="*/ 968065 h 1012429"/>
                <a:gd name="connsiteX0" fmla="*/ 2 w 8087297"/>
                <a:gd name="connsiteY0" fmla="*/ -1 h 1456523"/>
                <a:gd name="connsiteX1" fmla="*/ 8087297 w 8087297"/>
                <a:gd name="connsiteY1" fmla="*/ 1361569 h 1456523"/>
                <a:gd name="connsiteX2" fmla="*/ 8087297 w 8087297"/>
                <a:gd name="connsiteY2" fmla="*/ 1456523 h 1456523"/>
                <a:gd name="connsiteX3" fmla="*/ 2 w 8087297"/>
                <a:gd name="connsiteY3" fmla="*/ -1 h 1456523"/>
                <a:gd name="connsiteX0" fmla="*/ 2 w 8087297"/>
                <a:gd name="connsiteY0" fmla="*/ -1 h 1456523"/>
                <a:gd name="connsiteX1" fmla="*/ 8087297 w 8087297"/>
                <a:gd name="connsiteY1" fmla="*/ 1361569 h 1456523"/>
                <a:gd name="connsiteX2" fmla="*/ 8087297 w 8087297"/>
                <a:gd name="connsiteY2" fmla="*/ 1456523 h 1456523"/>
                <a:gd name="connsiteX3" fmla="*/ 2 w 8087297"/>
                <a:gd name="connsiteY3" fmla="*/ -1 h 1456523"/>
                <a:gd name="connsiteX0" fmla="*/ 2 w 8087297"/>
                <a:gd name="connsiteY0" fmla="*/ -1 h 2510336"/>
                <a:gd name="connsiteX1" fmla="*/ 8087297 w 8087297"/>
                <a:gd name="connsiteY1" fmla="*/ 1361569 h 2510336"/>
                <a:gd name="connsiteX2" fmla="*/ 8087297 w 8087297"/>
                <a:gd name="connsiteY2" fmla="*/ 1456523 h 2510336"/>
                <a:gd name="connsiteX3" fmla="*/ 2 w 8087297"/>
                <a:gd name="connsiteY3" fmla="*/ -1 h 2510336"/>
                <a:gd name="connsiteX0" fmla="*/ 2 w 8087297"/>
                <a:gd name="connsiteY0" fmla="*/ -1 h 2510336"/>
                <a:gd name="connsiteX1" fmla="*/ 8087297 w 8087297"/>
                <a:gd name="connsiteY1" fmla="*/ 1361569 h 2510336"/>
                <a:gd name="connsiteX2" fmla="*/ 8087297 w 8087297"/>
                <a:gd name="connsiteY2" fmla="*/ 1456523 h 2510336"/>
                <a:gd name="connsiteX3" fmla="*/ 2 w 8087297"/>
                <a:gd name="connsiteY3" fmla="*/ -1 h 2510336"/>
                <a:gd name="connsiteX0" fmla="*/ -2 w 9409711"/>
                <a:gd name="connsiteY0" fmla="*/ -1 h 1549216"/>
                <a:gd name="connsiteX1" fmla="*/ 9409711 w 9409711"/>
                <a:gd name="connsiteY1" fmla="*/ 139136 h 1549216"/>
                <a:gd name="connsiteX2" fmla="*/ 9409711 w 9409711"/>
                <a:gd name="connsiteY2" fmla="*/ 234090 h 1549216"/>
                <a:gd name="connsiteX3" fmla="*/ -2 w 9409711"/>
                <a:gd name="connsiteY3" fmla="*/ -1 h 1549216"/>
                <a:gd name="connsiteX0" fmla="*/ -2 w 9409711"/>
                <a:gd name="connsiteY0" fmla="*/ -1 h 1291853"/>
                <a:gd name="connsiteX1" fmla="*/ 9409711 w 9409711"/>
                <a:gd name="connsiteY1" fmla="*/ 139136 h 1291853"/>
                <a:gd name="connsiteX2" fmla="*/ 9409711 w 9409711"/>
                <a:gd name="connsiteY2" fmla="*/ 234090 h 1291853"/>
                <a:gd name="connsiteX3" fmla="*/ -2 w 9409711"/>
                <a:gd name="connsiteY3" fmla="*/ -1 h 129185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640512 w 15640512"/>
                <a:gd name="connsiteY2" fmla="*/ 2263965 h 2970323"/>
                <a:gd name="connsiteX3" fmla="*/ 1 w 15640512"/>
                <a:gd name="connsiteY3" fmla="*/ 2 h 297032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640512 w 15640512"/>
                <a:gd name="connsiteY2" fmla="*/ 2263965 h 2970323"/>
                <a:gd name="connsiteX3" fmla="*/ 1 w 15640512"/>
                <a:gd name="connsiteY3" fmla="*/ 2 h 297032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640512 w 15640512"/>
                <a:gd name="connsiteY2" fmla="*/ 2263965 h 2970323"/>
                <a:gd name="connsiteX3" fmla="*/ 1 w 15640512"/>
                <a:gd name="connsiteY3" fmla="*/ 2 h 297032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511313 w 15640512"/>
                <a:gd name="connsiteY2" fmla="*/ 2913171 h 2970323"/>
                <a:gd name="connsiteX3" fmla="*/ 1 w 15640512"/>
                <a:gd name="connsiteY3" fmla="*/ 2 h 2970323"/>
                <a:gd name="connsiteX0" fmla="*/ 1 w 15640512"/>
                <a:gd name="connsiteY0" fmla="*/ 2 h 2913170"/>
                <a:gd name="connsiteX1" fmla="*/ 15640512 w 15640512"/>
                <a:gd name="connsiteY1" fmla="*/ 2169011 h 2913170"/>
                <a:gd name="connsiteX2" fmla="*/ 15511313 w 15640512"/>
                <a:gd name="connsiteY2" fmla="*/ 2913171 h 2913170"/>
                <a:gd name="connsiteX3" fmla="*/ 1 w 15640512"/>
                <a:gd name="connsiteY3" fmla="*/ 2 h 2913170"/>
                <a:gd name="connsiteX0" fmla="*/ 1 w 15863856"/>
                <a:gd name="connsiteY0" fmla="*/ 2 h 2240173"/>
                <a:gd name="connsiteX1" fmla="*/ 15640512 w 15863856"/>
                <a:gd name="connsiteY1" fmla="*/ 2169011 h 2240173"/>
                <a:gd name="connsiteX2" fmla="*/ 15863857 w 15863856"/>
                <a:gd name="connsiteY2" fmla="*/ 2240175 h 2240173"/>
                <a:gd name="connsiteX3" fmla="*/ 1 w 15863856"/>
                <a:gd name="connsiteY3" fmla="*/ 2 h 2240173"/>
                <a:gd name="connsiteX0" fmla="*/ 1 w 15640512"/>
                <a:gd name="connsiteY0" fmla="*/ 2 h 2847284"/>
                <a:gd name="connsiteX1" fmla="*/ 15640512 w 15640512"/>
                <a:gd name="connsiteY1" fmla="*/ 2169011 h 2847284"/>
                <a:gd name="connsiteX2" fmla="*/ 15622090 w 15640512"/>
                <a:gd name="connsiteY2" fmla="*/ 2847284 h 2847284"/>
                <a:gd name="connsiteX3" fmla="*/ 1 w 15640512"/>
                <a:gd name="connsiteY3" fmla="*/ 2 h 2847284"/>
                <a:gd name="connsiteX0" fmla="*/ 1 w 16401521"/>
                <a:gd name="connsiteY0" fmla="*/ 2 h 2203505"/>
                <a:gd name="connsiteX1" fmla="*/ 15640512 w 16401521"/>
                <a:gd name="connsiteY1" fmla="*/ 2169011 h 2203505"/>
                <a:gd name="connsiteX2" fmla="*/ 16401525 w 16401521"/>
                <a:gd name="connsiteY2" fmla="*/ 1770549 h 2203505"/>
                <a:gd name="connsiteX3" fmla="*/ 1 w 16401521"/>
                <a:gd name="connsiteY3" fmla="*/ 2 h 2203505"/>
                <a:gd name="connsiteX0" fmla="*/ 1 w 16401521"/>
                <a:gd name="connsiteY0" fmla="*/ 2 h 2686194"/>
                <a:gd name="connsiteX1" fmla="*/ 15438743 w 16401521"/>
                <a:gd name="connsiteY1" fmla="*/ 2656945 h 2686194"/>
                <a:gd name="connsiteX2" fmla="*/ 16401525 w 16401521"/>
                <a:gd name="connsiteY2" fmla="*/ 1770549 h 2686194"/>
                <a:gd name="connsiteX3" fmla="*/ 1 w 16401521"/>
                <a:gd name="connsiteY3" fmla="*/ 2 h 2686194"/>
                <a:gd name="connsiteX0" fmla="*/ 1 w 15749519"/>
                <a:gd name="connsiteY0" fmla="*/ 2 h 2686194"/>
                <a:gd name="connsiteX1" fmla="*/ 15438743 w 15749519"/>
                <a:gd name="connsiteY1" fmla="*/ 2656945 h 2686194"/>
                <a:gd name="connsiteX2" fmla="*/ 15749519 w 15749519"/>
                <a:gd name="connsiteY2" fmla="*/ 2090097 h 2686194"/>
                <a:gd name="connsiteX3" fmla="*/ 1 w 15749519"/>
                <a:gd name="connsiteY3" fmla="*/ 2 h 2686194"/>
                <a:gd name="connsiteX0" fmla="*/ 1 w 15749519"/>
                <a:gd name="connsiteY0" fmla="*/ 2 h 2397448"/>
                <a:gd name="connsiteX1" fmla="*/ 15447941 w 15749519"/>
                <a:gd name="connsiteY1" fmla="*/ 2365274 h 2397448"/>
                <a:gd name="connsiteX2" fmla="*/ 15749519 w 15749519"/>
                <a:gd name="connsiteY2" fmla="*/ 2090097 h 2397448"/>
                <a:gd name="connsiteX3" fmla="*/ 1 w 15749519"/>
                <a:gd name="connsiteY3" fmla="*/ 2 h 2397448"/>
                <a:gd name="connsiteX0" fmla="*/ 1 w 15749519"/>
                <a:gd name="connsiteY0" fmla="*/ 2 h 2397448"/>
                <a:gd name="connsiteX1" fmla="*/ 15447941 w 15749519"/>
                <a:gd name="connsiteY1" fmla="*/ 2365274 h 2397448"/>
                <a:gd name="connsiteX2" fmla="*/ 15749519 w 15749519"/>
                <a:gd name="connsiteY2" fmla="*/ 2090097 h 2397448"/>
                <a:gd name="connsiteX3" fmla="*/ 1 w 15749519"/>
                <a:gd name="connsiteY3" fmla="*/ 2 h 2397448"/>
                <a:gd name="connsiteX0" fmla="*/ 1 w 15749519"/>
                <a:gd name="connsiteY0" fmla="*/ 2 h 2450887"/>
                <a:gd name="connsiteX1" fmla="*/ 15447941 w 15749519"/>
                <a:gd name="connsiteY1" fmla="*/ 2365274 h 2450887"/>
                <a:gd name="connsiteX2" fmla="*/ 15749519 w 15749519"/>
                <a:gd name="connsiteY2" fmla="*/ 2090097 h 2450887"/>
                <a:gd name="connsiteX3" fmla="*/ 1 w 15749519"/>
                <a:gd name="connsiteY3" fmla="*/ 2 h 2450887"/>
                <a:gd name="connsiteX0" fmla="*/ 1 w 15749519"/>
                <a:gd name="connsiteY0" fmla="*/ 2 h 2450887"/>
                <a:gd name="connsiteX1" fmla="*/ 15447941 w 15749519"/>
                <a:gd name="connsiteY1" fmla="*/ 2365274 h 2450887"/>
                <a:gd name="connsiteX2" fmla="*/ 15749519 w 15749519"/>
                <a:gd name="connsiteY2" fmla="*/ 2090097 h 2450887"/>
                <a:gd name="connsiteX3" fmla="*/ 1 w 15749519"/>
                <a:gd name="connsiteY3" fmla="*/ 2 h 2450887"/>
                <a:gd name="connsiteX0" fmla="*/ 1 w 15553425"/>
                <a:gd name="connsiteY0" fmla="*/ 2 h 2450887"/>
                <a:gd name="connsiteX1" fmla="*/ 15447941 w 15553425"/>
                <a:gd name="connsiteY1" fmla="*/ 2365274 h 2450887"/>
                <a:gd name="connsiteX2" fmla="*/ 15553420 w 15553425"/>
                <a:gd name="connsiteY2" fmla="*/ 2070415 h 2450887"/>
                <a:gd name="connsiteX3" fmla="*/ 1 w 15553425"/>
                <a:gd name="connsiteY3" fmla="*/ 2 h 2450887"/>
                <a:gd name="connsiteX0" fmla="*/ 1 w 15553416"/>
                <a:gd name="connsiteY0" fmla="*/ 2 h 2450887"/>
                <a:gd name="connsiteX1" fmla="*/ 15447941 w 15553416"/>
                <a:gd name="connsiteY1" fmla="*/ 2365274 h 2450887"/>
                <a:gd name="connsiteX2" fmla="*/ 15553420 w 15553416"/>
                <a:gd name="connsiteY2" fmla="*/ 2070415 h 2450887"/>
                <a:gd name="connsiteX3" fmla="*/ 1 w 15553416"/>
                <a:gd name="connsiteY3" fmla="*/ 2 h 2450887"/>
                <a:gd name="connsiteX0" fmla="*/ 1 w 15556963"/>
                <a:gd name="connsiteY0" fmla="*/ 2 h 2290715"/>
                <a:gd name="connsiteX1" fmla="*/ 15556958 w 15556963"/>
                <a:gd name="connsiteY1" fmla="*/ 2191422 h 2290715"/>
                <a:gd name="connsiteX2" fmla="*/ 15553420 w 15556963"/>
                <a:gd name="connsiteY2" fmla="*/ 2070415 h 2290715"/>
                <a:gd name="connsiteX3" fmla="*/ 1 w 15556963"/>
                <a:gd name="connsiteY3" fmla="*/ 2 h 2290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56963" h="2290715">
                  <a:moveTo>
                    <a:pt x="1" y="2"/>
                  </a:moveTo>
                  <a:cubicBezTo>
                    <a:pt x="2168124" y="1985522"/>
                    <a:pt x="12013491" y="2545140"/>
                    <a:pt x="15556958" y="2191422"/>
                  </a:cubicBezTo>
                  <a:lnTo>
                    <a:pt x="15553420" y="2070415"/>
                  </a:lnTo>
                  <a:cubicBezTo>
                    <a:pt x="14987935" y="1406372"/>
                    <a:pt x="6493868" y="3246020"/>
                    <a:pt x="1" y="2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7">
              <a:extLst>
                <a:ext uri="{FF2B5EF4-FFF2-40B4-BE49-F238E27FC236}">
                  <a16:creationId xmlns:a16="http://schemas.microsoft.com/office/drawing/2014/main" id="{93AD784A-E34B-CA3D-E5CB-D76E7DD30B30}"/>
                </a:ext>
              </a:extLst>
            </p:cNvPr>
            <p:cNvSpPr/>
            <p:nvPr/>
          </p:nvSpPr>
          <p:spPr>
            <a:xfrm rot="14378728" flipH="1">
              <a:off x="6062943" y="4829870"/>
              <a:ext cx="1407696" cy="333702"/>
            </a:xfrm>
            <a:custGeom>
              <a:avLst/>
              <a:gdLst>
                <a:gd name="connsiteX0" fmla="*/ 0 w 1007285"/>
                <a:gd name="connsiteY0" fmla="*/ 0 h 94954"/>
                <a:gd name="connsiteX1" fmla="*/ 1007285 w 1007285"/>
                <a:gd name="connsiteY1" fmla="*/ 0 h 94954"/>
                <a:gd name="connsiteX2" fmla="*/ 1007285 w 1007285"/>
                <a:gd name="connsiteY2" fmla="*/ 94954 h 94954"/>
                <a:gd name="connsiteX3" fmla="*/ 0 w 1007285"/>
                <a:gd name="connsiteY3" fmla="*/ 94954 h 94954"/>
                <a:gd name="connsiteX4" fmla="*/ 0 w 1007285"/>
                <a:gd name="connsiteY4" fmla="*/ 0 h 94954"/>
                <a:gd name="connsiteX0" fmla="*/ 2819400 w 3826685"/>
                <a:gd name="connsiteY0" fmla="*/ 0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4" fmla="*/ 2819400 w 3826685"/>
                <a:gd name="connsiteY4" fmla="*/ 0 h 869654"/>
                <a:gd name="connsiteX0" fmla="*/ 0 w 3826685"/>
                <a:gd name="connsiteY0" fmla="*/ 869654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968065 h 1033547"/>
                <a:gd name="connsiteX1" fmla="*/ 3826685 w 3826685"/>
                <a:gd name="connsiteY1" fmla="*/ 98411 h 1033547"/>
                <a:gd name="connsiteX2" fmla="*/ 3826685 w 3826685"/>
                <a:gd name="connsiteY2" fmla="*/ 193365 h 1033547"/>
                <a:gd name="connsiteX3" fmla="*/ 0 w 3826685"/>
                <a:gd name="connsiteY3" fmla="*/ 968065 h 1033547"/>
                <a:gd name="connsiteX0" fmla="*/ 0 w 3826685"/>
                <a:gd name="connsiteY0" fmla="*/ 968065 h 1013810"/>
                <a:gd name="connsiteX1" fmla="*/ 3826685 w 3826685"/>
                <a:gd name="connsiteY1" fmla="*/ 98411 h 1013810"/>
                <a:gd name="connsiteX2" fmla="*/ 3826685 w 3826685"/>
                <a:gd name="connsiteY2" fmla="*/ 193365 h 1013810"/>
                <a:gd name="connsiteX3" fmla="*/ 0 w 3826685"/>
                <a:gd name="connsiteY3" fmla="*/ 968065 h 1013810"/>
                <a:gd name="connsiteX0" fmla="*/ 0 w 3826685"/>
                <a:gd name="connsiteY0" fmla="*/ 968065 h 1012429"/>
                <a:gd name="connsiteX1" fmla="*/ 3826685 w 3826685"/>
                <a:gd name="connsiteY1" fmla="*/ 98411 h 1012429"/>
                <a:gd name="connsiteX2" fmla="*/ 3826685 w 3826685"/>
                <a:gd name="connsiteY2" fmla="*/ 193365 h 1012429"/>
                <a:gd name="connsiteX3" fmla="*/ 0 w 3826685"/>
                <a:gd name="connsiteY3" fmla="*/ 968065 h 1012429"/>
                <a:gd name="connsiteX0" fmla="*/ 2 w 8087297"/>
                <a:gd name="connsiteY0" fmla="*/ -1 h 1456523"/>
                <a:gd name="connsiteX1" fmla="*/ 8087297 w 8087297"/>
                <a:gd name="connsiteY1" fmla="*/ 1361569 h 1456523"/>
                <a:gd name="connsiteX2" fmla="*/ 8087297 w 8087297"/>
                <a:gd name="connsiteY2" fmla="*/ 1456523 h 1456523"/>
                <a:gd name="connsiteX3" fmla="*/ 2 w 8087297"/>
                <a:gd name="connsiteY3" fmla="*/ -1 h 1456523"/>
                <a:gd name="connsiteX0" fmla="*/ 2 w 8087297"/>
                <a:gd name="connsiteY0" fmla="*/ -1 h 1456523"/>
                <a:gd name="connsiteX1" fmla="*/ 8087297 w 8087297"/>
                <a:gd name="connsiteY1" fmla="*/ 1361569 h 1456523"/>
                <a:gd name="connsiteX2" fmla="*/ 8087297 w 8087297"/>
                <a:gd name="connsiteY2" fmla="*/ 1456523 h 1456523"/>
                <a:gd name="connsiteX3" fmla="*/ 2 w 8087297"/>
                <a:gd name="connsiteY3" fmla="*/ -1 h 1456523"/>
                <a:gd name="connsiteX0" fmla="*/ 2 w 8087297"/>
                <a:gd name="connsiteY0" fmla="*/ -1 h 2510336"/>
                <a:gd name="connsiteX1" fmla="*/ 8087297 w 8087297"/>
                <a:gd name="connsiteY1" fmla="*/ 1361569 h 2510336"/>
                <a:gd name="connsiteX2" fmla="*/ 8087297 w 8087297"/>
                <a:gd name="connsiteY2" fmla="*/ 1456523 h 2510336"/>
                <a:gd name="connsiteX3" fmla="*/ 2 w 8087297"/>
                <a:gd name="connsiteY3" fmla="*/ -1 h 2510336"/>
                <a:gd name="connsiteX0" fmla="*/ 2 w 8087297"/>
                <a:gd name="connsiteY0" fmla="*/ -1 h 2510336"/>
                <a:gd name="connsiteX1" fmla="*/ 8087297 w 8087297"/>
                <a:gd name="connsiteY1" fmla="*/ 1361569 h 2510336"/>
                <a:gd name="connsiteX2" fmla="*/ 8087297 w 8087297"/>
                <a:gd name="connsiteY2" fmla="*/ 1456523 h 2510336"/>
                <a:gd name="connsiteX3" fmla="*/ 2 w 8087297"/>
                <a:gd name="connsiteY3" fmla="*/ -1 h 2510336"/>
                <a:gd name="connsiteX0" fmla="*/ -2 w 9409711"/>
                <a:gd name="connsiteY0" fmla="*/ -1 h 1549216"/>
                <a:gd name="connsiteX1" fmla="*/ 9409711 w 9409711"/>
                <a:gd name="connsiteY1" fmla="*/ 139136 h 1549216"/>
                <a:gd name="connsiteX2" fmla="*/ 9409711 w 9409711"/>
                <a:gd name="connsiteY2" fmla="*/ 234090 h 1549216"/>
                <a:gd name="connsiteX3" fmla="*/ -2 w 9409711"/>
                <a:gd name="connsiteY3" fmla="*/ -1 h 1549216"/>
                <a:gd name="connsiteX0" fmla="*/ -2 w 9409711"/>
                <a:gd name="connsiteY0" fmla="*/ -1 h 1291853"/>
                <a:gd name="connsiteX1" fmla="*/ 9409711 w 9409711"/>
                <a:gd name="connsiteY1" fmla="*/ 139136 h 1291853"/>
                <a:gd name="connsiteX2" fmla="*/ 9409711 w 9409711"/>
                <a:gd name="connsiteY2" fmla="*/ 234090 h 1291853"/>
                <a:gd name="connsiteX3" fmla="*/ -2 w 9409711"/>
                <a:gd name="connsiteY3" fmla="*/ -1 h 129185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640512 w 15640512"/>
                <a:gd name="connsiteY2" fmla="*/ 2263965 h 2970323"/>
                <a:gd name="connsiteX3" fmla="*/ 1 w 15640512"/>
                <a:gd name="connsiteY3" fmla="*/ 2 h 297032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640512 w 15640512"/>
                <a:gd name="connsiteY2" fmla="*/ 2263965 h 2970323"/>
                <a:gd name="connsiteX3" fmla="*/ 1 w 15640512"/>
                <a:gd name="connsiteY3" fmla="*/ 2 h 297032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640512 w 15640512"/>
                <a:gd name="connsiteY2" fmla="*/ 2263965 h 2970323"/>
                <a:gd name="connsiteX3" fmla="*/ 1 w 15640512"/>
                <a:gd name="connsiteY3" fmla="*/ 2 h 297032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511313 w 15640512"/>
                <a:gd name="connsiteY2" fmla="*/ 2913171 h 2970323"/>
                <a:gd name="connsiteX3" fmla="*/ 1 w 15640512"/>
                <a:gd name="connsiteY3" fmla="*/ 2 h 2970323"/>
                <a:gd name="connsiteX0" fmla="*/ 1 w 15640512"/>
                <a:gd name="connsiteY0" fmla="*/ 2 h 2913170"/>
                <a:gd name="connsiteX1" fmla="*/ 15640512 w 15640512"/>
                <a:gd name="connsiteY1" fmla="*/ 2169011 h 2913170"/>
                <a:gd name="connsiteX2" fmla="*/ 15511313 w 15640512"/>
                <a:gd name="connsiteY2" fmla="*/ 2913171 h 2913170"/>
                <a:gd name="connsiteX3" fmla="*/ 1 w 15640512"/>
                <a:gd name="connsiteY3" fmla="*/ 2 h 2913170"/>
                <a:gd name="connsiteX0" fmla="*/ 1 w 15863856"/>
                <a:gd name="connsiteY0" fmla="*/ 2 h 2240173"/>
                <a:gd name="connsiteX1" fmla="*/ 15640512 w 15863856"/>
                <a:gd name="connsiteY1" fmla="*/ 2169011 h 2240173"/>
                <a:gd name="connsiteX2" fmla="*/ 15863857 w 15863856"/>
                <a:gd name="connsiteY2" fmla="*/ 2240175 h 2240173"/>
                <a:gd name="connsiteX3" fmla="*/ 1 w 15863856"/>
                <a:gd name="connsiteY3" fmla="*/ 2 h 2240173"/>
                <a:gd name="connsiteX0" fmla="*/ 1 w 15640512"/>
                <a:gd name="connsiteY0" fmla="*/ 2 h 2847284"/>
                <a:gd name="connsiteX1" fmla="*/ 15640512 w 15640512"/>
                <a:gd name="connsiteY1" fmla="*/ 2169011 h 2847284"/>
                <a:gd name="connsiteX2" fmla="*/ 15622090 w 15640512"/>
                <a:gd name="connsiteY2" fmla="*/ 2847284 h 2847284"/>
                <a:gd name="connsiteX3" fmla="*/ 1 w 15640512"/>
                <a:gd name="connsiteY3" fmla="*/ 2 h 2847284"/>
                <a:gd name="connsiteX0" fmla="*/ 1 w 16401521"/>
                <a:gd name="connsiteY0" fmla="*/ 2 h 2203505"/>
                <a:gd name="connsiteX1" fmla="*/ 15640512 w 16401521"/>
                <a:gd name="connsiteY1" fmla="*/ 2169011 h 2203505"/>
                <a:gd name="connsiteX2" fmla="*/ 16401525 w 16401521"/>
                <a:gd name="connsiteY2" fmla="*/ 1770549 h 2203505"/>
                <a:gd name="connsiteX3" fmla="*/ 1 w 16401521"/>
                <a:gd name="connsiteY3" fmla="*/ 2 h 2203505"/>
                <a:gd name="connsiteX0" fmla="*/ 1 w 16401521"/>
                <a:gd name="connsiteY0" fmla="*/ 2 h 2686194"/>
                <a:gd name="connsiteX1" fmla="*/ 15438743 w 16401521"/>
                <a:gd name="connsiteY1" fmla="*/ 2656945 h 2686194"/>
                <a:gd name="connsiteX2" fmla="*/ 16401525 w 16401521"/>
                <a:gd name="connsiteY2" fmla="*/ 1770549 h 2686194"/>
                <a:gd name="connsiteX3" fmla="*/ 1 w 16401521"/>
                <a:gd name="connsiteY3" fmla="*/ 2 h 2686194"/>
                <a:gd name="connsiteX0" fmla="*/ 1 w 15749519"/>
                <a:gd name="connsiteY0" fmla="*/ 2 h 2686194"/>
                <a:gd name="connsiteX1" fmla="*/ 15438743 w 15749519"/>
                <a:gd name="connsiteY1" fmla="*/ 2656945 h 2686194"/>
                <a:gd name="connsiteX2" fmla="*/ 15749519 w 15749519"/>
                <a:gd name="connsiteY2" fmla="*/ 2090097 h 2686194"/>
                <a:gd name="connsiteX3" fmla="*/ 1 w 15749519"/>
                <a:gd name="connsiteY3" fmla="*/ 2 h 2686194"/>
                <a:gd name="connsiteX0" fmla="*/ 1 w 15749519"/>
                <a:gd name="connsiteY0" fmla="*/ 2 h 2397448"/>
                <a:gd name="connsiteX1" fmla="*/ 15447941 w 15749519"/>
                <a:gd name="connsiteY1" fmla="*/ 2365274 h 2397448"/>
                <a:gd name="connsiteX2" fmla="*/ 15749519 w 15749519"/>
                <a:gd name="connsiteY2" fmla="*/ 2090097 h 2397448"/>
                <a:gd name="connsiteX3" fmla="*/ 1 w 15749519"/>
                <a:gd name="connsiteY3" fmla="*/ 2 h 2397448"/>
                <a:gd name="connsiteX0" fmla="*/ 1 w 15749519"/>
                <a:gd name="connsiteY0" fmla="*/ 2 h 2397448"/>
                <a:gd name="connsiteX1" fmla="*/ 15447941 w 15749519"/>
                <a:gd name="connsiteY1" fmla="*/ 2365274 h 2397448"/>
                <a:gd name="connsiteX2" fmla="*/ 15749519 w 15749519"/>
                <a:gd name="connsiteY2" fmla="*/ 2090097 h 2397448"/>
                <a:gd name="connsiteX3" fmla="*/ 1 w 15749519"/>
                <a:gd name="connsiteY3" fmla="*/ 2 h 2397448"/>
                <a:gd name="connsiteX0" fmla="*/ 1 w 15749519"/>
                <a:gd name="connsiteY0" fmla="*/ 2 h 2450887"/>
                <a:gd name="connsiteX1" fmla="*/ 15447941 w 15749519"/>
                <a:gd name="connsiteY1" fmla="*/ 2365274 h 2450887"/>
                <a:gd name="connsiteX2" fmla="*/ 15749519 w 15749519"/>
                <a:gd name="connsiteY2" fmla="*/ 2090097 h 2450887"/>
                <a:gd name="connsiteX3" fmla="*/ 1 w 15749519"/>
                <a:gd name="connsiteY3" fmla="*/ 2 h 2450887"/>
                <a:gd name="connsiteX0" fmla="*/ 1 w 15749519"/>
                <a:gd name="connsiteY0" fmla="*/ 2 h 2450887"/>
                <a:gd name="connsiteX1" fmla="*/ 15447941 w 15749519"/>
                <a:gd name="connsiteY1" fmla="*/ 2365274 h 2450887"/>
                <a:gd name="connsiteX2" fmla="*/ 15749519 w 15749519"/>
                <a:gd name="connsiteY2" fmla="*/ 2090097 h 2450887"/>
                <a:gd name="connsiteX3" fmla="*/ 1 w 15749519"/>
                <a:gd name="connsiteY3" fmla="*/ 2 h 2450887"/>
                <a:gd name="connsiteX0" fmla="*/ 1 w 15553425"/>
                <a:gd name="connsiteY0" fmla="*/ 2 h 2450887"/>
                <a:gd name="connsiteX1" fmla="*/ 15447941 w 15553425"/>
                <a:gd name="connsiteY1" fmla="*/ 2365274 h 2450887"/>
                <a:gd name="connsiteX2" fmla="*/ 15553420 w 15553425"/>
                <a:gd name="connsiteY2" fmla="*/ 2070415 h 2450887"/>
                <a:gd name="connsiteX3" fmla="*/ 1 w 15553425"/>
                <a:gd name="connsiteY3" fmla="*/ 2 h 2450887"/>
                <a:gd name="connsiteX0" fmla="*/ 1 w 15553416"/>
                <a:gd name="connsiteY0" fmla="*/ 2 h 2450887"/>
                <a:gd name="connsiteX1" fmla="*/ 15447941 w 15553416"/>
                <a:gd name="connsiteY1" fmla="*/ 2365274 h 2450887"/>
                <a:gd name="connsiteX2" fmla="*/ 15553420 w 15553416"/>
                <a:gd name="connsiteY2" fmla="*/ 2070415 h 2450887"/>
                <a:gd name="connsiteX3" fmla="*/ 1 w 15553416"/>
                <a:gd name="connsiteY3" fmla="*/ 2 h 2450887"/>
                <a:gd name="connsiteX0" fmla="*/ 1 w 15556963"/>
                <a:gd name="connsiteY0" fmla="*/ 2 h 2290715"/>
                <a:gd name="connsiteX1" fmla="*/ 15556958 w 15556963"/>
                <a:gd name="connsiteY1" fmla="*/ 2191422 h 2290715"/>
                <a:gd name="connsiteX2" fmla="*/ 15553420 w 15556963"/>
                <a:gd name="connsiteY2" fmla="*/ 2070415 h 2290715"/>
                <a:gd name="connsiteX3" fmla="*/ 1 w 15556963"/>
                <a:gd name="connsiteY3" fmla="*/ 2 h 2290715"/>
                <a:gd name="connsiteX0" fmla="*/ 1 w 15556963"/>
                <a:gd name="connsiteY0" fmla="*/ 2 h 2251347"/>
                <a:gd name="connsiteX1" fmla="*/ 15556958 w 15556963"/>
                <a:gd name="connsiteY1" fmla="*/ 2191422 h 2251347"/>
                <a:gd name="connsiteX2" fmla="*/ 15553420 w 15556963"/>
                <a:gd name="connsiteY2" fmla="*/ 2070415 h 2251347"/>
                <a:gd name="connsiteX3" fmla="*/ 1 w 15556963"/>
                <a:gd name="connsiteY3" fmla="*/ 2 h 2251347"/>
                <a:gd name="connsiteX0" fmla="*/ 1 w 15556963"/>
                <a:gd name="connsiteY0" fmla="*/ 2 h 2270539"/>
                <a:gd name="connsiteX1" fmla="*/ 15556958 w 15556963"/>
                <a:gd name="connsiteY1" fmla="*/ 2191422 h 2270539"/>
                <a:gd name="connsiteX2" fmla="*/ 15553420 w 15556963"/>
                <a:gd name="connsiteY2" fmla="*/ 2070415 h 2270539"/>
                <a:gd name="connsiteX3" fmla="*/ 1 w 15556963"/>
                <a:gd name="connsiteY3" fmla="*/ 2 h 2270539"/>
                <a:gd name="connsiteX0" fmla="*/ 1 w 15556963"/>
                <a:gd name="connsiteY0" fmla="*/ 2 h 2329199"/>
                <a:gd name="connsiteX1" fmla="*/ 15556958 w 15556963"/>
                <a:gd name="connsiteY1" fmla="*/ 2191422 h 2329199"/>
                <a:gd name="connsiteX2" fmla="*/ 15553420 w 15556963"/>
                <a:gd name="connsiteY2" fmla="*/ 2070415 h 2329199"/>
                <a:gd name="connsiteX3" fmla="*/ 1 w 15556963"/>
                <a:gd name="connsiteY3" fmla="*/ 2 h 2329199"/>
                <a:gd name="connsiteX0" fmla="*/ 1 w 15556963"/>
                <a:gd name="connsiteY0" fmla="*/ 2 h 2329199"/>
                <a:gd name="connsiteX1" fmla="*/ 15556958 w 15556963"/>
                <a:gd name="connsiteY1" fmla="*/ 2191422 h 2329199"/>
                <a:gd name="connsiteX2" fmla="*/ 15553420 w 15556963"/>
                <a:gd name="connsiteY2" fmla="*/ 2070415 h 2329199"/>
                <a:gd name="connsiteX3" fmla="*/ 1 w 15556963"/>
                <a:gd name="connsiteY3" fmla="*/ 2 h 2329199"/>
                <a:gd name="connsiteX0" fmla="*/ -1 w 16618687"/>
                <a:gd name="connsiteY0" fmla="*/ -4 h 2896943"/>
                <a:gd name="connsiteX1" fmla="*/ 16618682 w 16618687"/>
                <a:gd name="connsiteY1" fmla="*/ 2818227 h 2896943"/>
                <a:gd name="connsiteX2" fmla="*/ 16615144 w 16618687"/>
                <a:gd name="connsiteY2" fmla="*/ 2697220 h 2896943"/>
                <a:gd name="connsiteX3" fmla="*/ -1 w 16618687"/>
                <a:gd name="connsiteY3" fmla="*/ -4 h 2896943"/>
                <a:gd name="connsiteX0" fmla="*/ -1 w 16618687"/>
                <a:gd name="connsiteY0" fmla="*/ -4 h 3139113"/>
                <a:gd name="connsiteX1" fmla="*/ 16618682 w 16618687"/>
                <a:gd name="connsiteY1" fmla="*/ 2818227 h 3139113"/>
                <a:gd name="connsiteX2" fmla="*/ 16615144 w 16618687"/>
                <a:gd name="connsiteY2" fmla="*/ 2697220 h 3139113"/>
                <a:gd name="connsiteX3" fmla="*/ -1 w 16618687"/>
                <a:gd name="connsiteY3" fmla="*/ -4 h 3139113"/>
                <a:gd name="connsiteX0" fmla="*/ -1 w 16618687"/>
                <a:gd name="connsiteY0" fmla="*/ -4 h 3139113"/>
                <a:gd name="connsiteX1" fmla="*/ 16618682 w 16618687"/>
                <a:gd name="connsiteY1" fmla="*/ 2818227 h 3139113"/>
                <a:gd name="connsiteX2" fmla="*/ 16615144 w 16618687"/>
                <a:gd name="connsiteY2" fmla="*/ 2697220 h 3139113"/>
                <a:gd name="connsiteX3" fmla="*/ -1 w 16618687"/>
                <a:gd name="connsiteY3" fmla="*/ -4 h 3139113"/>
                <a:gd name="connsiteX0" fmla="*/ -1 w 16618687"/>
                <a:gd name="connsiteY0" fmla="*/ -4 h 3070251"/>
                <a:gd name="connsiteX1" fmla="*/ 16618682 w 16618687"/>
                <a:gd name="connsiteY1" fmla="*/ 2818227 h 3070251"/>
                <a:gd name="connsiteX2" fmla="*/ 16615144 w 16618687"/>
                <a:gd name="connsiteY2" fmla="*/ 2697220 h 3070251"/>
                <a:gd name="connsiteX3" fmla="*/ -1 w 16618687"/>
                <a:gd name="connsiteY3" fmla="*/ -4 h 3070251"/>
                <a:gd name="connsiteX0" fmla="*/ -1 w 16618687"/>
                <a:gd name="connsiteY0" fmla="*/ -4 h 3031731"/>
                <a:gd name="connsiteX1" fmla="*/ 16618682 w 16618687"/>
                <a:gd name="connsiteY1" fmla="*/ 2818227 h 3031731"/>
                <a:gd name="connsiteX2" fmla="*/ 16615144 w 16618687"/>
                <a:gd name="connsiteY2" fmla="*/ 2697220 h 3031731"/>
                <a:gd name="connsiteX3" fmla="*/ -1 w 16618687"/>
                <a:gd name="connsiteY3" fmla="*/ -4 h 3031731"/>
                <a:gd name="connsiteX0" fmla="*/ -1 w 16618687"/>
                <a:gd name="connsiteY0" fmla="*/ -4 h 3042416"/>
                <a:gd name="connsiteX1" fmla="*/ 16618682 w 16618687"/>
                <a:gd name="connsiteY1" fmla="*/ 2818227 h 3042416"/>
                <a:gd name="connsiteX2" fmla="*/ 16615144 w 16618687"/>
                <a:gd name="connsiteY2" fmla="*/ 2697220 h 3042416"/>
                <a:gd name="connsiteX3" fmla="*/ -1 w 16618687"/>
                <a:gd name="connsiteY3" fmla="*/ -4 h 3042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618687" h="3042416">
                  <a:moveTo>
                    <a:pt x="-1" y="-4"/>
                  </a:moveTo>
                  <a:cubicBezTo>
                    <a:pt x="1369049" y="1189587"/>
                    <a:pt x="11745160" y="3823804"/>
                    <a:pt x="16618682" y="2818227"/>
                  </a:cubicBezTo>
                  <a:lnTo>
                    <a:pt x="16615144" y="2697220"/>
                  </a:lnTo>
                  <a:cubicBezTo>
                    <a:pt x="12506599" y="3031771"/>
                    <a:pt x="7221605" y="2916874"/>
                    <a:pt x="-1" y="-4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7">
              <a:extLst>
                <a:ext uri="{FF2B5EF4-FFF2-40B4-BE49-F238E27FC236}">
                  <a16:creationId xmlns:a16="http://schemas.microsoft.com/office/drawing/2014/main" id="{8817E7A0-62D3-6394-819E-BFE4F65D434D}"/>
                </a:ext>
              </a:extLst>
            </p:cNvPr>
            <p:cNvSpPr/>
            <p:nvPr/>
          </p:nvSpPr>
          <p:spPr>
            <a:xfrm rot="13943816" flipH="1">
              <a:off x="6348391" y="4217090"/>
              <a:ext cx="1188245" cy="281680"/>
            </a:xfrm>
            <a:custGeom>
              <a:avLst/>
              <a:gdLst>
                <a:gd name="connsiteX0" fmla="*/ 0 w 1007285"/>
                <a:gd name="connsiteY0" fmla="*/ 0 h 94954"/>
                <a:gd name="connsiteX1" fmla="*/ 1007285 w 1007285"/>
                <a:gd name="connsiteY1" fmla="*/ 0 h 94954"/>
                <a:gd name="connsiteX2" fmla="*/ 1007285 w 1007285"/>
                <a:gd name="connsiteY2" fmla="*/ 94954 h 94954"/>
                <a:gd name="connsiteX3" fmla="*/ 0 w 1007285"/>
                <a:gd name="connsiteY3" fmla="*/ 94954 h 94954"/>
                <a:gd name="connsiteX4" fmla="*/ 0 w 1007285"/>
                <a:gd name="connsiteY4" fmla="*/ 0 h 94954"/>
                <a:gd name="connsiteX0" fmla="*/ 2819400 w 3826685"/>
                <a:gd name="connsiteY0" fmla="*/ 0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4" fmla="*/ 2819400 w 3826685"/>
                <a:gd name="connsiteY4" fmla="*/ 0 h 869654"/>
                <a:gd name="connsiteX0" fmla="*/ 0 w 3826685"/>
                <a:gd name="connsiteY0" fmla="*/ 869654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968065 h 1033547"/>
                <a:gd name="connsiteX1" fmla="*/ 3826685 w 3826685"/>
                <a:gd name="connsiteY1" fmla="*/ 98411 h 1033547"/>
                <a:gd name="connsiteX2" fmla="*/ 3826685 w 3826685"/>
                <a:gd name="connsiteY2" fmla="*/ 193365 h 1033547"/>
                <a:gd name="connsiteX3" fmla="*/ 0 w 3826685"/>
                <a:gd name="connsiteY3" fmla="*/ 968065 h 1033547"/>
                <a:gd name="connsiteX0" fmla="*/ 0 w 3826685"/>
                <a:gd name="connsiteY0" fmla="*/ 968065 h 1013810"/>
                <a:gd name="connsiteX1" fmla="*/ 3826685 w 3826685"/>
                <a:gd name="connsiteY1" fmla="*/ 98411 h 1013810"/>
                <a:gd name="connsiteX2" fmla="*/ 3826685 w 3826685"/>
                <a:gd name="connsiteY2" fmla="*/ 193365 h 1013810"/>
                <a:gd name="connsiteX3" fmla="*/ 0 w 3826685"/>
                <a:gd name="connsiteY3" fmla="*/ 968065 h 1013810"/>
                <a:gd name="connsiteX0" fmla="*/ 0 w 3826685"/>
                <a:gd name="connsiteY0" fmla="*/ 968065 h 1012429"/>
                <a:gd name="connsiteX1" fmla="*/ 3826685 w 3826685"/>
                <a:gd name="connsiteY1" fmla="*/ 98411 h 1012429"/>
                <a:gd name="connsiteX2" fmla="*/ 3826685 w 3826685"/>
                <a:gd name="connsiteY2" fmla="*/ 193365 h 1012429"/>
                <a:gd name="connsiteX3" fmla="*/ 0 w 3826685"/>
                <a:gd name="connsiteY3" fmla="*/ 968065 h 1012429"/>
                <a:gd name="connsiteX0" fmla="*/ 2 w 8087297"/>
                <a:gd name="connsiteY0" fmla="*/ -1 h 1456523"/>
                <a:gd name="connsiteX1" fmla="*/ 8087297 w 8087297"/>
                <a:gd name="connsiteY1" fmla="*/ 1361569 h 1456523"/>
                <a:gd name="connsiteX2" fmla="*/ 8087297 w 8087297"/>
                <a:gd name="connsiteY2" fmla="*/ 1456523 h 1456523"/>
                <a:gd name="connsiteX3" fmla="*/ 2 w 8087297"/>
                <a:gd name="connsiteY3" fmla="*/ -1 h 1456523"/>
                <a:gd name="connsiteX0" fmla="*/ 2 w 8087297"/>
                <a:gd name="connsiteY0" fmla="*/ -1 h 1456523"/>
                <a:gd name="connsiteX1" fmla="*/ 8087297 w 8087297"/>
                <a:gd name="connsiteY1" fmla="*/ 1361569 h 1456523"/>
                <a:gd name="connsiteX2" fmla="*/ 8087297 w 8087297"/>
                <a:gd name="connsiteY2" fmla="*/ 1456523 h 1456523"/>
                <a:gd name="connsiteX3" fmla="*/ 2 w 8087297"/>
                <a:gd name="connsiteY3" fmla="*/ -1 h 1456523"/>
                <a:gd name="connsiteX0" fmla="*/ 2 w 8087297"/>
                <a:gd name="connsiteY0" fmla="*/ -1 h 2510336"/>
                <a:gd name="connsiteX1" fmla="*/ 8087297 w 8087297"/>
                <a:gd name="connsiteY1" fmla="*/ 1361569 h 2510336"/>
                <a:gd name="connsiteX2" fmla="*/ 8087297 w 8087297"/>
                <a:gd name="connsiteY2" fmla="*/ 1456523 h 2510336"/>
                <a:gd name="connsiteX3" fmla="*/ 2 w 8087297"/>
                <a:gd name="connsiteY3" fmla="*/ -1 h 2510336"/>
                <a:gd name="connsiteX0" fmla="*/ 2 w 8087297"/>
                <a:gd name="connsiteY0" fmla="*/ -1 h 2510336"/>
                <a:gd name="connsiteX1" fmla="*/ 8087297 w 8087297"/>
                <a:gd name="connsiteY1" fmla="*/ 1361569 h 2510336"/>
                <a:gd name="connsiteX2" fmla="*/ 8087297 w 8087297"/>
                <a:gd name="connsiteY2" fmla="*/ 1456523 h 2510336"/>
                <a:gd name="connsiteX3" fmla="*/ 2 w 8087297"/>
                <a:gd name="connsiteY3" fmla="*/ -1 h 2510336"/>
                <a:gd name="connsiteX0" fmla="*/ -2 w 9409711"/>
                <a:gd name="connsiteY0" fmla="*/ -1 h 1549216"/>
                <a:gd name="connsiteX1" fmla="*/ 9409711 w 9409711"/>
                <a:gd name="connsiteY1" fmla="*/ 139136 h 1549216"/>
                <a:gd name="connsiteX2" fmla="*/ 9409711 w 9409711"/>
                <a:gd name="connsiteY2" fmla="*/ 234090 h 1549216"/>
                <a:gd name="connsiteX3" fmla="*/ -2 w 9409711"/>
                <a:gd name="connsiteY3" fmla="*/ -1 h 1549216"/>
                <a:gd name="connsiteX0" fmla="*/ -2 w 9409711"/>
                <a:gd name="connsiteY0" fmla="*/ -1 h 1291853"/>
                <a:gd name="connsiteX1" fmla="*/ 9409711 w 9409711"/>
                <a:gd name="connsiteY1" fmla="*/ 139136 h 1291853"/>
                <a:gd name="connsiteX2" fmla="*/ 9409711 w 9409711"/>
                <a:gd name="connsiteY2" fmla="*/ 234090 h 1291853"/>
                <a:gd name="connsiteX3" fmla="*/ -2 w 9409711"/>
                <a:gd name="connsiteY3" fmla="*/ -1 h 129185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640512 w 15640512"/>
                <a:gd name="connsiteY2" fmla="*/ 2263965 h 2970323"/>
                <a:gd name="connsiteX3" fmla="*/ 1 w 15640512"/>
                <a:gd name="connsiteY3" fmla="*/ 2 h 297032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640512 w 15640512"/>
                <a:gd name="connsiteY2" fmla="*/ 2263965 h 2970323"/>
                <a:gd name="connsiteX3" fmla="*/ 1 w 15640512"/>
                <a:gd name="connsiteY3" fmla="*/ 2 h 297032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640512 w 15640512"/>
                <a:gd name="connsiteY2" fmla="*/ 2263965 h 2970323"/>
                <a:gd name="connsiteX3" fmla="*/ 1 w 15640512"/>
                <a:gd name="connsiteY3" fmla="*/ 2 h 297032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511313 w 15640512"/>
                <a:gd name="connsiteY2" fmla="*/ 2913171 h 2970323"/>
                <a:gd name="connsiteX3" fmla="*/ 1 w 15640512"/>
                <a:gd name="connsiteY3" fmla="*/ 2 h 2970323"/>
                <a:gd name="connsiteX0" fmla="*/ 1 w 15640512"/>
                <a:gd name="connsiteY0" fmla="*/ 2 h 2913170"/>
                <a:gd name="connsiteX1" fmla="*/ 15640512 w 15640512"/>
                <a:gd name="connsiteY1" fmla="*/ 2169011 h 2913170"/>
                <a:gd name="connsiteX2" fmla="*/ 15511313 w 15640512"/>
                <a:gd name="connsiteY2" fmla="*/ 2913171 h 2913170"/>
                <a:gd name="connsiteX3" fmla="*/ 1 w 15640512"/>
                <a:gd name="connsiteY3" fmla="*/ 2 h 2913170"/>
                <a:gd name="connsiteX0" fmla="*/ 1 w 15863856"/>
                <a:gd name="connsiteY0" fmla="*/ 2 h 2240173"/>
                <a:gd name="connsiteX1" fmla="*/ 15640512 w 15863856"/>
                <a:gd name="connsiteY1" fmla="*/ 2169011 h 2240173"/>
                <a:gd name="connsiteX2" fmla="*/ 15863857 w 15863856"/>
                <a:gd name="connsiteY2" fmla="*/ 2240175 h 2240173"/>
                <a:gd name="connsiteX3" fmla="*/ 1 w 15863856"/>
                <a:gd name="connsiteY3" fmla="*/ 2 h 2240173"/>
                <a:gd name="connsiteX0" fmla="*/ 1 w 15640512"/>
                <a:gd name="connsiteY0" fmla="*/ 2 h 2847284"/>
                <a:gd name="connsiteX1" fmla="*/ 15640512 w 15640512"/>
                <a:gd name="connsiteY1" fmla="*/ 2169011 h 2847284"/>
                <a:gd name="connsiteX2" fmla="*/ 15622090 w 15640512"/>
                <a:gd name="connsiteY2" fmla="*/ 2847284 h 2847284"/>
                <a:gd name="connsiteX3" fmla="*/ 1 w 15640512"/>
                <a:gd name="connsiteY3" fmla="*/ 2 h 2847284"/>
                <a:gd name="connsiteX0" fmla="*/ 1 w 16401521"/>
                <a:gd name="connsiteY0" fmla="*/ 2 h 2203505"/>
                <a:gd name="connsiteX1" fmla="*/ 15640512 w 16401521"/>
                <a:gd name="connsiteY1" fmla="*/ 2169011 h 2203505"/>
                <a:gd name="connsiteX2" fmla="*/ 16401525 w 16401521"/>
                <a:gd name="connsiteY2" fmla="*/ 1770549 h 2203505"/>
                <a:gd name="connsiteX3" fmla="*/ 1 w 16401521"/>
                <a:gd name="connsiteY3" fmla="*/ 2 h 2203505"/>
                <a:gd name="connsiteX0" fmla="*/ 1 w 16401521"/>
                <a:gd name="connsiteY0" fmla="*/ 2 h 2686194"/>
                <a:gd name="connsiteX1" fmla="*/ 15438743 w 16401521"/>
                <a:gd name="connsiteY1" fmla="*/ 2656945 h 2686194"/>
                <a:gd name="connsiteX2" fmla="*/ 16401525 w 16401521"/>
                <a:gd name="connsiteY2" fmla="*/ 1770549 h 2686194"/>
                <a:gd name="connsiteX3" fmla="*/ 1 w 16401521"/>
                <a:gd name="connsiteY3" fmla="*/ 2 h 2686194"/>
                <a:gd name="connsiteX0" fmla="*/ 1 w 15749519"/>
                <a:gd name="connsiteY0" fmla="*/ 2 h 2686194"/>
                <a:gd name="connsiteX1" fmla="*/ 15438743 w 15749519"/>
                <a:gd name="connsiteY1" fmla="*/ 2656945 h 2686194"/>
                <a:gd name="connsiteX2" fmla="*/ 15749519 w 15749519"/>
                <a:gd name="connsiteY2" fmla="*/ 2090097 h 2686194"/>
                <a:gd name="connsiteX3" fmla="*/ 1 w 15749519"/>
                <a:gd name="connsiteY3" fmla="*/ 2 h 2686194"/>
                <a:gd name="connsiteX0" fmla="*/ 1 w 15749519"/>
                <a:gd name="connsiteY0" fmla="*/ 2 h 2397448"/>
                <a:gd name="connsiteX1" fmla="*/ 15447941 w 15749519"/>
                <a:gd name="connsiteY1" fmla="*/ 2365274 h 2397448"/>
                <a:gd name="connsiteX2" fmla="*/ 15749519 w 15749519"/>
                <a:gd name="connsiteY2" fmla="*/ 2090097 h 2397448"/>
                <a:gd name="connsiteX3" fmla="*/ 1 w 15749519"/>
                <a:gd name="connsiteY3" fmla="*/ 2 h 2397448"/>
                <a:gd name="connsiteX0" fmla="*/ 1 w 15749519"/>
                <a:gd name="connsiteY0" fmla="*/ 2 h 2397448"/>
                <a:gd name="connsiteX1" fmla="*/ 15447941 w 15749519"/>
                <a:gd name="connsiteY1" fmla="*/ 2365274 h 2397448"/>
                <a:gd name="connsiteX2" fmla="*/ 15749519 w 15749519"/>
                <a:gd name="connsiteY2" fmla="*/ 2090097 h 2397448"/>
                <a:gd name="connsiteX3" fmla="*/ 1 w 15749519"/>
                <a:gd name="connsiteY3" fmla="*/ 2 h 2397448"/>
                <a:gd name="connsiteX0" fmla="*/ 1 w 15749519"/>
                <a:gd name="connsiteY0" fmla="*/ 2 h 2450887"/>
                <a:gd name="connsiteX1" fmla="*/ 15447941 w 15749519"/>
                <a:gd name="connsiteY1" fmla="*/ 2365274 h 2450887"/>
                <a:gd name="connsiteX2" fmla="*/ 15749519 w 15749519"/>
                <a:gd name="connsiteY2" fmla="*/ 2090097 h 2450887"/>
                <a:gd name="connsiteX3" fmla="*/ 1 w 15749519"/>
                <a:gd name="connsiteY3" fmla="*/ 2 h 2450887"/>
                <a:gd name="connsiteX0" fmla="*/ 1 w 15749519"/>
                <a:gd name="connsiteY0" fmla="*/ 2 h 2450887"/>
                <a:gd name="connsiteX1" fmla="*/ 15447941 w 15749519"/>
                <a:gd name="connsiteY1" fmla="*/ 2365274 h 2450887"/>
                <a:gd name="connsiteX2" fmla="*/ 15749519 w 15749519"/>
                <a:gd name="connsiteY2" fmla="*/ 2090097 h 2450887"/>
                <a:gd name="connsiteX3" fmla="*/ 1 w 15749519"/>
                <a:gd name="connsiteY3" fmla="*/ 2 h 2450887"/>
                <a:gd name="connsiteX0" fmla="*/ 1 w 15553425"/>
                <a:gd name="connsiteY0" fmla="*/ 2 h 2450887"/>
                <a:gd name="connsiteX1" fmla="*/ 15447941 w 15553425"/>
                <a:gd name="connsiteY1" fmla="*/ 2365274 h 2450887"/>
                <a:gd name="connsiteX2" fmla="*/ 15553420 w 15553425"/>
                <a:gd name="connsiteY2" fmla="*/ 2070415 h 2450887"/>
                <a:gd name="connsiteX3" fmla="*/ 1 w 15553425"/>
                <a:gd name="connsiteY3" fmla="*/ 2 h 2450887"/>
                <a:gd name="connsiteX0" fmla="*/ 1 w 15553416"/>
                <a:gd name="connsiteY0" fmla="*/ 2 h 2450887"/>
                <a:gd name="connsiteX1" fmla="*/ 15447941 w 15553416"/>
                <a:gd name="connsiteY1" fmla="*/ 2365274 h 2450887"/>
                <a:gd name="connsiteX2" fmla="*/ 15553420 w 15553416"/>
                <a:gd name="connsiteY2" fmla="*/ 2070415 h 2450887"/>
                <a:gd name="connsiteX3" fmla="*/ 1 w 15553416"/>
                <a:gd name="connsiteY3" fmla="*/ 2 h 2450887"/>
                <a:gd name="connsiteX0" fmla="*/ 1 w 15556963"/>
                <a:gd name="connsiteY0" fmla="*/ 2 h 2290715"/>
                <a:gd name="connsiteX1" fmla="*/ 15556958 w 15556963"/>
                <a:gd name="connsiteY1" fmla="*/ 2191422 h 2290715"/>
                <a:gd name="connsiteX2" fmla="*/ 15553420 w 15556963"/>
                <a:gd name="connsiteY2" fmla="*/ 2070415 h 2290715"/>
                <a:gd name="connsiteX3" fmla="*/ 1 w 15556963"/>
                <a:gd name="connsiteY3" fmla="*/ 2 h 2290715"/>
                <a:gd name="connsiteX0" fmla="*/ 1 w 15556963"/>
                <a:gd name="connsiteY0" fmla="*/ 2 h 2251347"/>
                <a:gd name="connsiteX1" fmla="*/ 15556958 w 15556963"/>
                <a:gd name="connsiteY1" fmla="*/ 2191422 h 2251347"/>
                <a:gd name="connsiteX2" fmla="*/ 15553420 w 15556963"/>
                <a:gd name="connsiteY2" fmla="*/ 2070415 h 2251347"/>
                <a:gd name="connsiteX3" fmla="*/ 1 w 15556963"/>
                <a:gd name="connsiteY3" fmla="*/ 2 h 2251347"/>
                <a:gd name="connsiteX0" fmla="*/ 1 w 15556963"/>
                <a:gd name="connsiteY0" fmla="*/ 2 h 2270539"/>
                <a:gd name="connsiteX1" fmla="*/ 15556958 w 15556963"/>
                <a:gd name="connsiteY1" fmla="*/ 2191422 h 2270539"/>
                <a:gd name="connsiteX2" fmla="*/ 15553420 w 15556963"/>
                <a:gd name="connsiteY2" fmla="*/ 2070415 h 2270539"/>
                <a:gd name="connsiteX3" fmla="*/ 1 w 15556963"/>
                <a:gd name="connsiteY3" fmla="*/ 2 h 2270539"/>
                <a:gd name="connsiteX0" fmla="*/ 1 w 15556963"/>
                <a:gd name="connsiteY0" fmla="*/ 2 h 2329199"/>
                <a:gd name="connsiteX1" fmla="*/ 15556958 w 15556963"/>
                <a:gd name="connsiteY1" fmla="*/ 2191422 h 2329199"/>
                <a:gd name="connsiteX2" fmla="*/ 15553420 w 15556963"/>
                <a:gd name="connsiteY2" fmla="*/ 2070415 h 2329199"/>
                <a:gd name="connsiteX3" fmla="*/ 1 w 15556963"/>
                <a:gd name="connsiteY3" fmla="*/ 2 h 2329199"/>
                <a:gd name="connsiteX0" fmla="*/ 1 w 15556963"/>
                <a:gd name="connsiteY0" fmla="*/ 2 h 2329199"/>
                <a:gd name="connsiteX1" fmla="*/ 15556958 w 15556963"/>
                <a:gd name="connsiteY1" fmla="*/ 2191422 h 2329199"/>
                <a:gd name="connsiteX2" fmla="*/ 15553420 w 15556963"/>
                <a:gd name="connsiteY2" fmla="*/ 2070415 h 2329199"/>
                <a:gd name="connsiteX3" fmla="*/ 1 w 15556963"/>
                <a:gd name="connsiteY3" fmla="*/ 2 h 2329199"/>
                <a:gd name="connsiteX0" fmla="*/ -1 w 16618687"/>
                <a:gd name="connsiteY0" fmla="*/ -4 h 2896943"/>
                <a:gd name="connsiteX1" fmla="*/ 16618682 w 16618687"/>
                <a:gd name="connsiteY1" fmla="*/ 2818227 h 2896943"/>
                <a:gd name="connsiteX2" fmla="*/ 16615144 w 16618687"/>
                <a:gd name="connsiteY2" fmla="*/ 2697220 h 2896943"/>
                <a:gd name="connsiteX3" fmla="*/ -1 w 16618687"/>
                <a:gd name="connsiteY3" fmla="*/ -4 h 2896943"/>
                <a:gd name="connsiteX0" fmla="*/ -1 w 16618687"/>
                <a:gd name="connsiteY0" fmla="*/ -4 h 3139113"/>
                <a:gd name="connsiteX1" fmla="*/ 16618682 w 16618687"/>
                <a:gd name="connsiteY1" fmla="*/ 2818227 h 3139113"/>
                <a:gd name="connsiteX2" fmla="*/ 16615144 w 16618687"/>
                <a:gd name="connsiteY2" fmla="*/ 2697220 h 3139113"/>
                <a:gd name="connsiteX3" fmla="*/ -1 w 16618687"/>
                <a:gd name="connsiteY3" fmla="*/ -4 h 3139113"/>
                <a:gd name="connsiteX0" fmla="*/ -1 w 16618687"/>
                <a:gd name="connsiteY0" fmla="*/ -4 h 3139113"/>
                <a:gd name="connsiteX1" fmla="*/ 16618682 w 16618687"/>
                <a:gd name="connsiteY1" fmla="*/ 2818227 h 3139113"/>
                <a:gd name="connsiteX2" fmla="*/ 16615144 w 16618687"/>
                <a:gd name="connsiteY2" fmla="*/ 2697220 h 3139113"/>
                <a:gd name="connsiteX3" fmla="*/ -1 w 16618687"/>
                <a:gd name="connsiteY3" fmla="*/ -4 h 3139113"/>
                <a:gd name="connsiteX0" fmla="*/ -1 w 16618687"/>
                <a:gd name="connsiteY0" fmla="*/ -4 h 3070251"/>
                <a:gd name="connsiteX1" fmla="*/ 16618682 w 16618687"/>
                <a:gd name="connsiteY1" fmla="*/ 2818227 h 3070251"/>
                <a:gd name="connsiteX2" fmla="*/ 16615144 w 16618687"/>
                <a:gd name="connsiteY2" fmla="*/ 2697220 h 3070251"/>
                <a:gd name="connsiteX3" fmla="*/ -1 w 16618687"/>
                <a:gd name="connsiteY3" fmla="*/ -4 h 3070251"/>
                <a:gd name="connsiteX0" fmla="*/ -1 w 16618687"/>
                <a:gd name="connsiteY0" fmla="*/ -4 h 3031731"/>
                <a:gd name="connsiteX1" fmla="*/ 16618682 w 16618687"/>
                <a:gd name="connsiteY1" fmla="*/ 2818227 h 3031731"/>
                <a:gd name="connsiteX2" fmla="*/ 16615144 w 16618687"/>
                <a:gd name="connsiteY2" fmla="*/ 2697220 h 3031731"/>
                <a:gd name="connsiteX3" fmla="*/ -1 w 16618687"/>
                <a:gd name="connsiteY3" fmla="*/ -4 h 3031731"/>
                <a:gd name="connsiteX0" fmla="*/ -1 w 16618687"/>
                <a:gd name="connsiteY0" fmla="*/ -4 h 3042416"/>
                <a:gd name="connsiteX1" fmla="*/ 16618682 w 16618687"/>
                <a:gd name="connsiteY1" fmla="*/ 2818227 h 3042416"/>
                <a:gd name="connsiteX2" fmla="*/ 16615144 w 16618687"/>
                <a:gd name="connsiteY2" fmla="*/ 2697220 h 3042416"/>
                <a:gd name="connsiteX3" fmla="*/ -1 w 16618687"/>
                <a:gd name="connsiteY3" fmla="*/ -4 h 3042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618687" h="3042416">
                  <a:moveTo>
                    <a:pt x="-1" y="-4"/>
                  </a:moveTo>
                  <a:cubicBezTo>
                    <a:pt x="1369049" y="1189587"/>
                    <a:pt x="11745160" y="3823804"/>
                    <a:pt x="16618682" y="2818227"/>
                  </a:cubicBezTo>
                  <a:lnTo>
                    <a:pt x="16615144" y="2697220"/>
                  </a:lnTo>
                  <a:cubicBezTo>
                    <a:pt x="12506599" y="3031771"/>
                    <a:pt x="7221605" y="2916874"/>
                    <a:pt x="-1" y="-4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7">
              <a:extLst>
                <a:ext uri="{FF2B5EF4-FFF2-40B4-BE49-F238E27FC236}">
                  <a16:creationId xmlns:a16="http://schemas.microsoft.com/office/drawing/2014/main" id="{178EB80B-4CED-1D92-6A10-F94AF3278EFE}"/>
                </a:ext>
              </a:extLst>
            </p:cNvPr>
            <p:cNvSpPr/>
            <p:nvPr/>
          </p:nvSpPr>
          <p:spPr>
            <a:xfrm rot="17507248" flipH="1">
              <a:off x="6724064" y="3265220"/>
              <a:ext cx="533764" cy="420454"/>
            </a:xfrm>
            <a:custGeom>
              <a:avLst/>
              <a:gdLst>
                <a:gd name="connsiteX0" fmla="*/ 0 w 1007285"/>
                <a:gd name="connsiteY0" fmla="*/ 0 h 94954"/>
                <a:gd name="connsiteX1" fmla="*/ 1007285 w 1007285"/>
                <a:gd name="connsiteY1" fmla="*/ 0 h 94954"/>
                <a:gd name="connsiteX2" fmla="*/ 1007285 w 1007285"/>
                <a:gd name="connsiteY2" fmla="*/ 94954 h 94954"/>
                <a:gd name="connsiteX3" fmla="*/ 0 w 1007285"/>
                <a:gd name="connsiteY3" fmla="*/ 94954 h 94954"/>
                <a:gd name="connsiteX4" fmla="*/ 0 w 1007285"/>
                <a:gd name="connsiteY4" fmla="*/ 0 h 94954"/>
                <a:gd name="connsiteX0" fmla="*/ 2819400 w 3826685"/>
                <a:gd name="connsiteY0" fmla="*/ 0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4" fmla="*/ 2819400 w 3826685"/>
                <a:gd name="connsiteY4" fmla="*/ 0 h 869654"/>
                <a:gd name="connsiteX0" fmla="*/ 0 w 3826685"/>
                <a:gd name="connsiteY0" fmla="*/ 869654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968065 h 1033547"/>
                <a:gd name="connsiteX1" fmla="*/ 3826685 w 3826685"/>
                <a:gd name="connsiteY1" fmla="*/ 98411 h 1033547"/>
                <a:gd name="connsiteX2" fmla="*/ 3826685 w 3826685"/>
                <a:gd name="connsiteY2" fmla="*/ 193365 h 1033547"/>
                <a:gd name="connsiteX3" fmla="*/ 0 w 3826685"/>
                <a:gd name="connsiteY3" fmla="*/ 968065 h 1033547"/>
                <a:gd name="connsiteX0" fmla="*/ 0 w 3826685"/>
                <a:gd name="connsiteY0" fmla="*/ 968065 h 1013810"/>
                <a:gd name="connsiteX1" fmla="*/ 3826685 w 3826685"/>
                <a:gd name="connsiteY1" fmla="*/ 98411 h 1013810"/>
                <a:gd name="connsiteX2" fmla="*/ 3826685 w 3826685"/>
                <a:gd name="connsiteY2" fmla="*/ 193365 h 1013810"/>
                <a:gd name="connsiteX3" fmla="*/ 0 w 3826685"/>
                <a:gd name="connsiteY3" fmla="*/ 968065 h 1013810"/>
                <a:gd name="connsiteX0" fmla="*/ 0 w 3826685"/>
                <a:gd name="connsiteY0" fmla="*/ 968065 h 1012429"/>
                <a:gd name="connsiteX1" fmla="*/ 3826685 w 3826685"/>
                <a:gd name="connsiteY1" fmla="*/ 98411 h 1012429"/>
                <a:gd name="connsiteX2" fmla="*/ 3826685 w 3826685"/>
                <a:gd name="connsiteY2" fmla="*/ 193365 h 1012429"/>
                <a:gd name="connsiteX3" fmla="*/ 0 w 3826685"/>
                <a:gd name="connsiteY3" fmla="*/ 968065 h 1012429"/>
                <a:gd name="connsiteX0" fmla="*/ 2 w 8087297"/>
                <a:gd name="connsiteY0" fmla="*/ -1 h 1456523"/>
                <a:gd name="connsiteX1" fmla="*/ 8087297 w 8087297"/>
                <a:gd name="connsiteY1" fmla="*/ 1361569 h 1456523"/>
                <a:gd name="connsiteX2" fmla="*/ 8087297 w 8087297"/>
                <a:gd name="connsiteY2" fmla="*/ 1456523 h 1456523"/>
                <a:gd name="connsiteX3" fmla="*/ 2 w 8087297"/>
                <a:gd name="connsiteY3" fmla="*/ -1 h 1456523"/>
                <a:gd name="connsiteX0" fmla="*/ 2 w 8087297"/>
                <a:gd name="connsiteY0" fmla="*/ -1 h 1456523"/>
                <a:gd name="connsiteX1" fmla="*/ 8087297 w 8087297"/>
                <a:gd name="connsiteY1" fmla="*/ 1361569 h 1456523"/>
                <a:gd name="connsiteX2" fmla="*/ 8087297 w 8087297"/>
                <a:gd name="connsiteY2" fmla="*/ 1456523 h 1456523"/>
                <a:gd name="connsiteX3" fmla="*/ 2 w 8087297"/>
                <a:gd name="connsiteY3" fmla="*/ -1 h 1456523"/>
                <a:gd name="connsiteX0" fmla="*/ 2 w 8087297"/>
                <a:gd name="connsiteY0" fmla="*/ -1 h 2510336"/>
                <a:gd name="connsiteX1" fmla="*/ 8087297 w 8087297"/>
                <a:gd name="connsiteY1" fmla="*/ 1361569 h 2510336"/>
                <a:gd name="connsiteX2" fmla="*/ 8087297 w 8087297"/>
                <a:gd name="connsiteY2" fmla="*/ 1456523 h 2510336"/>
                <a:gd name="connsiteX3" fmla="*/ 2 w 8087297"/>
                <a:gd name="connsiteY3" fmla="*/ -1 h 2510336"/>
                <a:gd name="connsiteX0" fmla="*/ 2 w 8087297"/>
                <a:gd name="connsiteY0" fmla="*/ -1 h 2510336"/>
                <a:gd name="connsiteX1" fmla="*/ 8087297 w 8087297"/>
                <a:gd name="connsiteY1" fmla="*/ 1361569 h 2510336"/>
                <a:gd name="connsiteX2" fmla="*/ 8087297 w 8087297"/>
                <a:gd name="connsiteY2" fmla="*/ 1456523 h 2510336"/>
                <a:gd name="connsiteX3" fmla="*/ 2 w 8087297"/>
                <a:gd name="connsiteY3" fmla="*/ -1 h 2510336"/>
                <a:gd name="connsiteX0" fmla="*/ -2 w 9409711"/>
                <a:gd name="connsiteY0" fmla="*/ -1 h 1549216"/>
                <a:gd name="connsiteX1" fmla="*/ 9409711 w 9409711"/>
                <a:gd name="connsiteY1" fmla="*/ 139136 h 1549216"/>
                <a:gd name="connsiteX2" fmla="*/ 9409711 w 9409711"/>
                <a:gd name="connsiteY2" fmla="*/ 234090 h 1549216"/>
                <a:gd name="connsiteX3" fmla="*/ -2 w 9409711"/>
                <a:gd name="connsiteY3" fmla="*/ -1 h 1549216"/>
                <a:gd name="connsiteX0" fmla="*/ -2 w 9409711"/>
                <a:gd name="connsiteY0" fmla="*/ -1 h 1291853"/>
                <a:gd name="connsiteX1" fmla="*/ 9409711 w 9409711"/>
                <a:gd name="connsiteY1" fmla="*/ 139136 h 1291853"/>
                <a:gd name="connsiteX2" fmla="*/ 9409711 w 9409711"/>
                <a:gd name="connsiteY2" fmla="*/ 234090 h 1291853"/>
                <a:gd name="connsiteX3" fmla="*/ -2 w 9409711"/>
                <a:gd name="connsiteY3" fmla="*/ -1 h 129185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640512 w 15640512"/>
                <a:gd name="connsiteY2" fmla="*/ 2263965 h 2970323"/>
                <a:gd name="connsiteX3" fmla="*/ 1 w 15640512"/>
                <a:gd name="connsiteY3" fmla="*/ 2 h 297032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640512 w 15640512"/>
                <a:gd name="connsiteY2" fmla="*/ 2263965 h 2970323"/>
                <a:gd name="connsiteX3" fmla="*/ 1 w 15640512"/>
                <a:gd name="connsiteY3" fmla="*/ 2 h 297032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640512 w 15640512"/>
                <a:gd name="connsiteY2" fmla="*/ 2263965 h 2970323"/>
                <a:gd name="connsiteX3" fmla="*/ 1 w 15640512"/>
                <a:gd name="connsiteY3" fmla="*/ 2 h 297032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511313 w 15640512"/>
                <a:gd name="connsiteY2" fmla="*/ 2913171 h 2970323"/>
                <a:gd name="connsiteX3" fmla="*/ 1 w 15640512"/>
                <a:gd name="connsiteY3" fmla="*/ 2 h 2970323"/>
                <a:gd name="connsiteX0" fmla="*/ 1 w 15640512"/>
                <a:gd name="connsiteY0" fmla="*/ 2 h 2913170"/>
                <a:gd name="connsiteX1" fmla="*/ 15640512 w 15640512"/>
                <a:gd name="connsiteY1" fmla="*/ 2169011 h 2913170"/>
                <a:gd name="connsiteX2" fmla="*/ 15511313 w 15640512"/>
                <a:gd name="connsiteY2" fmla="*/ 2913171 h 2913170"/>
                <a:gd name="connsiteX3" fmla="*/ 1 w 15640512"/>
                <a:gd name="connsiteY3" fmla="*/ 2 h 2913170"/>
                <a:gd name="connsiteX0" fmla="*/ 1 w 15863856"/>
                <a:gd name="connsiteY0" fmla="*/ 2 h 2240173"/>
                <a:gd name="connsiteX1" fmla="*/ 15640512 w 15863856"/>
                <a:gd name="connsiteY1" fmla="*/ 2169011 h 2240173"/>
                <a:gd name="connsiteX2" fmla="*/ 15863857 w 15863856"/>
                <a:gd name="connsiteY2" fmla="*/ 2240175 h 2240173"/>
                <a:gd name="connsiteX3" fmla="*/ 1 w 15863856"/>
                <a:gd name="connsiteY3" fmla="*/ 2 h 2240173"/>
                <a:gd name="connsiteX0" fmla="*/ 1 w 15640512"/>
                <a:gd name="connsiteY0" fmla="*/ 2 h 2847284"/>
                <a:gd name="connsiteX1" fmla="*/ 15640512 w 15640512"/>
                <a:gd name="connsiteY1" fmla="*/ 2169011 h 2847284"/>
                <a:gd name="connsiteX2" fmla="*/ 15622090 w 15640512"/>
                <a:gd name="connsiteY2" fmla="*/ 2847284 h 2847284"/>
                <a:gd name="connsiteX3" fmla="*/ 1 w 15640512"/>
                <a:gd name="connsiteY3" fmla="*/ 2 h 2847284"/>
                <a:gd name="connsiteX0" fmla="*/ 1 w 16401521"/>
                <a:gd name="connsiteY0" fmla="*/ 2 h 2203505"/>
                <a:gd name="connsiteX1" fmla="*/ 15640512 w 16401521"/>
                <a:gd name="connsiteY1" fmla="*/ 2169011 h 2203505"/>
                <a:gd name="connsiteX2" fmla="*/ 16401525 w 16401521"/>
                <a:gd name="connsiteY2" fmla="*/ 1770549 h 2203505"/>
                <a:gd name="connsiteX3" fmla="*/ 1 w 16401521"/>
                <a:gd name="connsiteY3" fmla="*/ 2 h 2203505"/>
                <a:gd name="connsiteX0" fmla="*/ 1 w 16401521"/>
                <a:gd name="connsiteY0" fmla="*/ 2 h 2686194"/>
                <a:gd name="connsiteX1" fmla="*/ 15438743 w 16401521"/>
                <a:gd name="connsiteY1" fmla="*/ 2656945 h 2686194"/>
                <a:gd name="connsiteX2" fmla="*/ 16401525 w 16401521"/>
                <a:gd name="connsiteY2" fmla="*/ 1770549 h 2686194"/>
                <a:gd name="connsiteX3" fmla="*/ 1 w 16401521"/>
                <a:gd name="connsiteY3" fmla="*/ 2 h 2686194"/>
                <a:gd name="connsiteX0" fmla="*/ 1 w 15749519"/>
                <a:gd name="connsiteY0" fmla="*/ 2 h 2686194"/>
                <a:gd name="connsiteX1" fmla="*/ 15438743 w 15749519"/>
                <a:gd name="connsiteY1" fmla="*/ 2656945 h 2686194"/>
                <a:gd name="connsiteX2" fmla="*/ 15749519 w 15749519"/>
                <a:gd name="connsiteY2" fmla="*/ 2090097 h 2686194"/>
                <a:gd name="connsiteX3" fmla="*/ 1 w 15749519"/>
                <a:gd name="connsiteY3" fmla="*/ 2 h 2686194"/>
                <a:gd name="connsiteX0" fmla="*/ 1 w 15749519"/>
                <a:gd name="connsiteY0" fmla="*/ 2 h 2397448"/>
                <a:gd name="connsiteX1" fmla="*/ 15447941 w 15749519"/>
                <a:gd name="connsiteY1" fmla="*/ 2365274 h 2397448"/>
                <a:gd name="connsiteX2" fmla="*/ 15749519 w 15749519"/>
                <a:gd name="connsiteY2" fmla="*/ 2090097 h 2397448"/>
                <a:gd name="connsiteX3" fmla="*/ 1 w 15749519"/>
                <a:gd name="connsiteY3" fmla="*/ 2 h 2397448"/>
                <a:gd name="connsiteX0" fmla="*/ 1 w 15749519"/>
                <a:gd name="connsiteY0" fmla="*/ 2 h 2397448"/>
                <a:gd name="connsiteX1" fmla="*/ 15447941 w 15749519"/>
                <a:gd name="connsiteY1" fmla="*/ 2365274 h 2397448"/>
                <a:gd name="connsiteX2" fmla="*/ 15749519 w 15749519"/>
                <a:gd name="connsiteY2" fmla="*/ 2090097 h 2397448"/>
                <a:gd name="connsiteX3" fmla="*/ 1 w 15749519"/>
                <a:gd name="connsiteY3" fmla="*/ 2 h 2397448"/>
                <a:gd name="connsiteX0" fmla="*/ 1 w 15749519"/>
                <a:gd name="connsiteY0" fmla="*/ 2 h 2450887"/>
                <a:gd name="connsiteX1" fmla="*/ 15447941 w 15749519"/>
                <a:gd name="connsiteY1" fmla="*/ 2365274 h 2450887"/>
                <a:gd name="connsiteX2" fmla="*/ 15749519 w 15749519"/>
                <a:gd name="connsiteY2" fmla="*/ 2090097 h 2450887"/>
                <a:gd name="connsiteX3" fmla="*/ 1 w 15749519"/>
                <a:gd name="connsiteY3" fmla="*/ 2 h 2450887"/>
                <a:gd name="connsiteX0" fmla="*/ 1 w 15749519"/>
                <a:gd name="connsiteY0" fmla="*/ 2 h 2450887"/>
                <a:gd name="connsiteX1" fmla="*/ 15447941 w 15749519"/>
                <a:gd name="connsiteY1" fmla="*/ 2365274 h 2450887"/>
                <a:gd name="connsiteX2" fmla="*/ 15749519 w 15749519"/>
                <a:gd name="connsiteY2" fmla="*/ 2090097 h 2450887"/>
                <a:gd name="connsiteX3" fmla="*/ 1 w 15749519"/>
                <a:gd name="connsiteY3" fmla="*/ 2 h 2450887"/>
                <a:gd name="connsiteX0" fmla="*/ 1 w 15553425"/>
                <a:gd name="connsiteY0" fmla="*/ 2 h 2450887"/>
                <a:gd name="connsiteX1" fmla="*/ 15447941 w 15553425"/>
                <a:gd name="connsiteY1" fmla="*/ 2365274 h 2450887"/>
                <a:gd name="connsiteX2" fmla="*/ 15553420 w 15553425"/>
                <a:gd name="connsiteY2" fmla="*/ 2070415 h 2450887"/>
                <a:gd name="connsiteX3" fmla="*/ 1 w 15553425"/>
                <a:gd name="connsiteY3" fmla="*/ 2 h 2450887"/>
                <a:gd name="connsiteX0" fmla="*/ 1 w 15553416"/>
                <a:gd name="connsiteY0" fmla="*/ 2 h 2450887"/>
                <a:gd name="connsiteX1" fmla="*/ 15447941 w 15553416"/>
                <a:gd name="connsiteY1" fmla="*/ 2365274 h 2450887"/>
                <a:gd name="connsiteX2" fmla="*/ 15553420 w 15553416"/>
                <a:gd name="connsiteY2" fmla="*/ 2070415 h 2450887"/>
                <a:gd name="connsiteX3" fmla="*/ 1 w 15553416"/>
                <a:gd name="connsiteY3" fmla="*/ 2 h 2450887"/>
                <a:gd name="connsiteX0" fmla="*/ 1 w 15556963"/>
                <a:gd name="connsiteY0" fmla="*/ 2 h 2290715"/>
                <a:gd name="connsiteX1" fmla="*/ 15556958 w 15556963"/>
                <a:gd name="connsiteY1" fmla="*/ 2191422 h 2290715"/>
                <a:gd name="connsiteX2" fmla="*/ 15553420 w 15556963"/>
                <a:gd name="connsiteY2" fmla="*/ 2070415 h 2290715"/>
                <a:gd name="connsiteX3" fmla="*/ 1 w 15556963"/>
                <a:gd name="connsiteY3" fmla="*/ 2 h 2290715"/>
                <a:gd name="connsiteX0" fmla="*/ 1 w 15556963"/>
                <a:gd name="connsiteY0" fmla="*/ 2 h 2251347"/>
                <a:gd name="connsiteX1" fmla="*/ 15556958 w 15556963"/>
                <a:gd name="connsiteY1" fmla="*/ 2191422 h 2251347"/>
                <a:gd name="connsiteX2" fmla="*/ 15553420 w 15556963"/>
                <a:gd name="connsiteY2" fmla="*/ 2070415 h 2251347"/>
                <a:gd name="connsiteX3" fmla="*/ 1 w 15556963"/>
                <a:gd name="connsiteY3" fmla="*/ 2 h 2251347"/>
                <a:gd name="connsiteX0" fmla="*/ 1 w 15556963"/>
                <a:gd name="connsiteY0" fmla="*/ 2 h 2270539"/>
                <a:gd name="connsiteX1" fmla="*/ 15556958 w 15556963"/>
                <a:gd name="connsiteY1" fmla="*/ 2191422 h 2270539"/>
                <a:gd name="connsiteX2" fmla="*/ 15553420 w 15556963"/>
                <a:gd name="connsiteY2" fmla="*/ 2070415 h 2270539"/>
                <a:gd name="connsiteX3" fmla="*/ 1 w 15556963"/>
                <a:gd name="connsiteY3" fmla="*/ 2 h 2270539"/>
                <a:gd name="connsiteX0" fmla="*/ 1 w 15556963"/>
                <a:gd name="connsiteY0" fmla="*/ 2 h 2329199"/>
                <a:gd name="connsiteX1" fmla="*/ 15556958 w 15556963"/>
                <a:gd name="connsiteY1" fmla="*/ 2191422 h 2329199"/>
                <a:gd name="connsiteX2" fmla="*/ 15553420 w 15556963"/>
                <a:gd name="connsiteY2" fmla="*/ 2070415 h 2329199"/>
                <a:gd name="connsiteX3" fmla="*/ 1 w 15556963"/>
                <a:gd name="connsiteY3" fmla="*/ 2 h 2329199"/>
                <a:gd name="connsiteX0" fmla="*/ 1 w 15556963"/>
                <a:gd name="connsiteY0" fmla="*/ 2 h 2329199"/>
                <a:gd name="connsiteX1" fmla="*/ 15556958 w 15556963"/>
                <a:gd name="connsiteY1" fmla="*/ 2191422 h 2329199"/>
                <a:gd name="connsiteX2" fmla="*/ 15553420 w 15556963"/>
                <a:gd name="connsiteY2" fmla="*/ 2070415 h 2329199"/>
                <a:gd name="connsiteX3" fmla="*/ 1 w 15556963"/>
                <a:gd name="connsiteY3" fmla="*/ 2 h 2329199"/>
                <a:gd name="connsiteX0" fmla="*/ -1 w 16618687"/>
                <a:gd name="connsiteY0" fmla="*/ -4 h 2896943"/>
                <a:gd name="connsiteX1" fmla="*/ 16618682 w 16618687"/>
                <a:gd name="connsiteY1" fmla="*/ 2818227 h 2896943"/>
                <a:gd name="connsiteX2" fmla="*/ 16615144 w 16618687"/>
                <a:gd name="connsiteY2" fmla="*/ 2697220 h 2896943"/>
                <a:gd name="connsiteX3" fmla="*/ -1 w 16618687"/>
                <a:gd name="connsiteY3" fmla="*/ -4 h 2896943"/>
                <a:gd name="connsiteX0" fmla="*/ -1 w 16618687"/>
                <a:gd name="connsiteY0" fmla="*/ -4 h 3139113"/>
                <a:gd name="connsiteX1" fmla="*/ 16618682 w 16618687"/>
                <a:gd name="connsiteY1" fmla="*/ 2818227 h 3139113"/>
                <a:gd name="connsiteX2" fmla="*/ 16615144 w 16618687"/>
                <a:gd name="connsiteY2" fmla="*/ 2697220 h 3139113"/>
                <a:gd name="connsiteX3" fmla="*/ -1 w 16618687"/>
                <a:gd name="connsiteY3" fmla="*/ -4 h 3139113"/>
                <a:gd name="connsiteX0" fmla="*/ -1 w 16618687"/>
                <a:gd name="connsiteY0" fmla="*/ -4 h 3139113"/>
                <a:gd name="connsiteX1" fmla="*/ 16618682 w 16618687"/>
                <a:gd name="connsiteY1" fmla="*/ 2818227 h 3139113"/>
                <a:gd name="connsiteX2" fmla="*/ 16615144 w 16618687"/>
                <a:gd name="connsiteY2" fmla="*/ 2697220 h 3139113"/>
                <a:gd name="connsiteX3" fmla="*/ -1 w 16618687"/>
                <a:gd name="connsiteY3" fmla="*/ -4 h 3139113"/>
                <a:gd name="connsiteX0" fmla="*/ -1 w 16618687"/>
                <a:gd name="connsiteY0" fmla="*/ -4 h 3070251"/>
                <a:gd name="connsiteX1" fmla="*/ 16618682 w 16618687"/>
                <a:gd name="connsiteY1" fmla="*/ 2818227 h 3070251"/>
                <a:gd name="connsiteX2" fmla="*/ 16615144 w 16618687"/>
                <a:gd name="connsiteY2" fmla="*/ 2697220 h 3070251"/>
                <a:gd name="connsiteX3" fmla="*/ -1 w 16618687"/>
                <a:gd name="connsiteY3" fmla="*/ -4 h 3070251"/>
                <a:gd name="connsiteX0" fmla="*/ -1 w 16618687"/>
                <a:gd name="connsiteY0" fmla="*/ -4 h 3031731"/>
                <a:gd name="connsiteX1" fmla="*/ 16618682 w 16618687"/>
                <a:gd name="connsiteY1" fmla="*/ 2818227 h 3031731"/>
                <a:gd name="connsiteX2" fmla="*/ 16615144 w 16618687"/>
                <a:gd name="connsiteY2" fmla="*/ 2697220 h 3031731"/>
                <a:gd name="connsiteX3" fmla="*/ -1 w 16618687"/>
                <a:gd name="connsiteY3" fmla="*/ -4 h 3031731"/>
                <a:gd name="connsiteX0" fmla="*/ -1 w 16618687"/>
                <a:gd name="connsiteY0" fmla="*/ -4 h 3042416"/>
                <a:gd name="connsiteX1" fmla="*/ 16618682 w 16618687"/>
                <a:gd name="connsiteY1" fmla="*/ 2818227 h 3042416"/>
                <a:gd name="connsiteX2" fmla="*/ 16615144 w 16618687"/>
                <a:gd name="connsiteY2" fmla="*/ 2697220 h 3042416"/>
                <a:gd name="connsiteX3" fmla="*/ -1 w 16618687"/>
                <a:gd name="connsiteY3" fmla="*/ -4 h 3042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618687" h="3042416">
                  <a:moveTo>
                    <a:pt x="-1" y="-4"/>
                  </a:moveTo>
                  <a:cubicBezTo>
                    <a:pt x="1369049" y="1189587"/>
                    <a:pt x="11745160" y="3823804"/>
                    <a:pt x="16618682" y="2818227"/>
                  </a:cubicBezTo>
                  <a:lnTo>
                    <a:pt x="16615144" y="2697220"/>
                  </a:lnTo>
                  <a:cubicBezTo>
                    <a:pt x="12506599" y="3031771"/>
                    <a:pt x="7221605" y="2916874"/>
                    <a:pt x="-1" y="-4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7">
              <a:extLst>
                <a:ext uri="{FF2B5EF4-FFF2-40B4-BE49-F238E27FC236}">
                  <a16:creationId xmlns:a16="http://schemas.microsoft.com/office/drawing/2014/main" id="{2C31627F-0CCA-B6D4-ACCD-9C8C31352DF2}"/>
                </a:ext>
              </a:extLst>
            </p:cNvPr>
            <p:cNvSpPr/>
            <p:nvPr/>
          </p:nvSpPr>
          <p:spPr>
            <a:xfrm rot="17507248" flipH="1">
              <a:off x="6985424" y="3737728"/>
              <a:ext cx="916682" cy="314774"/>
            </a:xfrm>
            <a:custGeom>
              <a:avLst/>
              <a:gdLst>
                <a:gd name="connsiteX0" fmla="*/ 0 w 1007285"/>
                <a:gd name="connsiteY0" fmla="*/ 0 h 94954"/>
                <a:gd name="connsiteX1" fmla="*/ 1007285 w 1007285"/>
                <a:gd name="connsiteY1" fmla="*/ 0 h 94954"/>
                <a:gd name="connsiteX2" fmla="*/ 1007285 w 1007285"/>
                <a:gd name="connsiteY2" fmla="*/ 94954 h 94954"/>
                <a:gd name="connsiteX3" fmla="*/ 0 w 1007285"/>
                <a:gd name="connsiteY3" fmla="*/ 94954 h 94954"/>
                <a:gd name="connsiteX4" fmla="*/ 0 w 1007285"/>
                <a:gd name="connsiteY4" fmla="*/ 0 h 94954"/>
                <a:gd name="connsiteX0" fmla="*/ 2819400 w 3826685"/>
                <a:gd name="connsiteY0" fmla="*/ 0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4" fmla="*/ 2819400 w 3826685"/>
                <a:gd name="connsiteY4" fmla="*/ 0 h 869654"/>
                <a:gd name="connsiteX0" fmla="*/ 0 w 3826685"/>
                <a:gd name="connsiteY0" fmla="*/ 869654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968065 h 1033547"/>
                <a:gd name="connsiteX1" fmla="*/ 3826685 w 3826685"/>
                <a:gd name="connsiteY1" fmla="*/ 98411 h 1033547"/>
                <a:gd name="connsiteX2" fmla="*/ 3826685 w 3826685"/>
                <a:gd name="connsiteY2" fmla="*/ 193365 h 1033547"/>
                <a:gd name="connsiteX3" fmla="*/ 0 w 3826685"/>
                <a:gd name="connsiteY3" fmla="*/ 968065 h 1033547"/>
                <a:gd name="connsiteX0" fmla="*/ 0 w 3826685"/>
                <a:gd name="connsiteY0" fmla="*/ 968065 h 1013810"/>
                <a:gd name="connsiteX1" fmla="*/ 3826685 w 3826685"/>
                <a:gd name="connsiteY1" fmla="*/ 98411 h 1013810"/>
                <a:gd name="connsiteX2" fmla="*/ 3826685 w 3826685"/>
                <a:gd name="connsiteY2" fmla="*/ 193365 h 1013810"/>
                <a:gd name="connsiteX3" fmla="*/ 0 w 3826685"/>
                <a:gd name="connsiteY3" fmla="*/ 968065 h 1013810"/>
                <a:gd name="connsiteX0" fmla="*/ 0 w 3826685"/>
                <a:gd name="connsiteY0" fmla="*/ 968065 h 1012429"/>
                <a:gd name="connsiteX1" fmla="*/ 3826685 w 3826685"/>
                <a:gd name="connsiteY1" fmla="*/ 98411 h 1012429"/>
                <a:gd name="connsiteX2" fmla="*/ 3826685 w 3826685"/>
                <a:gd name="connsiteY2" fmla="*/ 193365 h 1012429"/>
                <a:gd name="connsiteX3" fmla="*/ 0 w 3826685"/>
                <a:gd name="connsiteY3" fmla="*/ 968065 h 1012429"/>
                <a:gd name="connsiteX0" fmla="*/ 2 w 8087297"/>
                <a:gd name="connsiteY0" fmla="*/ -1 h 1456523"/>
                <a:gd name="connsiteX1" fmla="*/ 8087297 w 8087297"/>
                <a:gd name="connsiteY1" fmla="*/ 1361569 h 1456523"/>
                <a:gd name="connsiteX2" fmla="*/ 8087297 w 8087297"/>
                <a:gd name="connsiteY2" fmla="*/ 1456523 h 1456523"/>
                <a:gd name="connsiteX3" fmla="*/ 2 w 8087297"/>
                <a:gd name="connsiteY3" fmla="*/ -1 h 1456523"/>
                <a:gd name="connsiteX0" fmla="*/ 2 w 8087297"/>
                <a:gd name="connsiteY0" fmla="*/ -1 h 1456523"/>
                <a:gd name="connsiteX1" fmla="*/ 8087297 w 8087297"/>
                <a:gd name="connsiteY1" fmla="*/ 1361569 h 1456523"/>
                <a:gd name="connsiteX2" fmla="*/ 8087297 w 8087297"/>
                <a:gd name="connsiteY2" fmla="*/ 1456523 h 1456523"/>
                <a:gd name="connsiteX3" fmla="*/ 2 w 8087297"/>
                <a:gd name="connsiteY3" fmla="*/ -1 h 1456523"/>
                <a:gd name="connsiteX0" fmla="*/ 2 w 8087297"/>
                <a:gd name="connsiteY0" fmla="*/ -1 h 2510336"/>
                <a:gd name="connsiteX1" fmla="*/ 8087297 w 8087297"/>
                <a:gd name="connsiteY1" fmla="*/ 1361569 h 2510336"/>
                <a:gd name="connsiteX2" fmla="*/ 8087297 w 8087297"/>
                <a:gd name="connsiteY2" fmla="*/ 1456523 h 2510336"/>
                <a:gd name="connsiteX3" fmla="*/ 2 w 8087297"/>
                <a:gd name="connsiteY3" fmla="*/ -1 h 2510336"/>
                <a:gd name="connsiteX0" fmla="*/ 2 w 8087297"/>
                <a:gd name="connsiteY0" fmla="*/ -1 h 2510336"/>
                <a:gd name="connsiteX1" fmla="*/ 8087297 w 8087297"/>
                <a:gd name="connsiteY1" fmla="*/ 1361569 h 2510336"/>
                <a:gd name="connsiteX2" fmla="*/ 8087297 w 8087297"/>
                <a:gd name="connsiteY2" fmla="*/ 1456523 h 2510336"/>
                <a:gd name="connsiteX3" fmla="*/ 2 w 8087297"/>
                <a:gd name="connsiteY3" fmla="*/ -1 h 2510336"/>
                <a:gd name="connsiteX0" fmla="*/ -2 w 9409711"/>
                <a:gd name="connsiteY0" fmla="*/ -1 h 1549216"/>
                <a:gd name="connsiteX1" fmla="*/ 9409711 w 9409711"/>
                <a:gd name="connsiteY1" fmla="*/ 139136 h 1549216"/>
                <a:gd name="connsiteX2" fmla="*/ 9409711 w 9409711"/>
                <a:gd name="connsiteY2" fmla="*/ 234090 h 1549216"/>
                <a:gd name="connsiteX3" fmla="*/ -2 w 9409711"/>
                <a:gd name="connsiteY3" fmla="*/ -1 h 1549216"/>
                <a:gd name="connsiteX0" fmla="*/ -2 w 9409711"/>
                <a:gd name="connsiteY0" fmla="*/ -1 h 1291853"/>
                <a:gd name="connsiteX1" fmla="*/ 9409711 w 9409711"/>
                <a:gd name="connsiteY1" fmla="*/ 139136 h 1291853"/>
                <a:gd name="connsiteX2" fmla="*/ 9409711 w 9409711"/>
                <a:gd name="connsiteY2" fmla="*/ 234090 h 1291853"/>
                <a:gd name="connsiteX3" fmla="*/ -2 w 9409711"/>
                <a:gd name="connsiteY3" fmla="*/ -1 h 129185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640512 w 15640512"/>
                <a:gd name="connsiteY2" fmla="*/ 2263965 h 2970323"/>
                <a:gd name="connsiteX3" fmla="*/ 1 w 15640512"/>
                <a:gd name="connsiteY3" fmla="*/ 2 h 297032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640512 w 15640512"/>
                <a:gd name="connsiteY2" fmla="*/ 2263965 h 2970323"/>
                <a:gd name="connsiteX3" fmla="*/ 1 w 15640512"/>
                <a:gd name="connsiteY3" fmla="*/ 2 h 297032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640512 w 15640512"/>
                <a:gd name="connsiteY2" fmla="*/ 2263965 h 2970323"/>
                <a:gd name="connsiteX3" fmla="*/ 1 w 15640512"/>
                <a:gd name="connsiteY3" fmla="*/ 2 h 297032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511313 w 15640512"/>
                <a:gd name="connsiteY2" fmla="*/ 2913171 h 2970323"/>
                <a:gd name="connsiteX3" fmla="*/ 1 w 15640512"/>
                <a:gd name="connsiteY3" fmla="*/ 2 h 2970323"/>
                <a:gd name="connsiteX0" fmla="*/ 1 w 15640512"/>
                <a:gd name="connsiteY0" fmla="*/ 2 h 2913170"/>
                <a:gd name="connsiteX1" fmla="*/ 15640512 w 15640512"/>
                <a:gd name="connsiteY1" fmla="*/ 2169011 h 2913170"/>
                <a:gd name="connsiteX2" fmla="*/ 15511313 w 15640512"/>
                <a:gd name="connsiteY2" fmla="*/ 2913171 h 2913170"/>
                <a:gd name="connsiteX3" fmla="*/ 1 w 15640512"/>
                <a:gd name="connsiteY3" fmla="*/ 2 h 2913170"/>
                <a:gd name="connsiteX0" fmla="*/ 1 w 15863856"/>
                <a:gd name="connsiteY0" fmla="*/ 2 h 2240173"/>
                <a:gd name="connsiteX1" fmla="*/ 15640512 w 15863856"/>
                <a:gd name="connsiteY1" fmla="*/ 2169011 h 2240173"/>
                <a:gd name="connsiteX2" fmla="*/ 15863857 w 15863856"/>
                <a:gd name="connsiteY2" fmla="*/ 2240175 h 2240173"/>
                <a:gd name="connsiteX3" fmla="*/ 1 w 15863856"/>
                <a:gd name="connsiteY3" fmla="*/ 2 h 2240173"/>
                <a:gd name="connsiteX0" fmla="*/ 1 w 15640512"/>
                <a:gd name="connsiteY0" fmla="*/ 2 h 2847284"/>
                <a:gd name="connsiteX1" fmla="*/ 15640512 w 15640512"/>
                <a:gd name="connsiteY1" fmla="*/ 2169011 h 2847284"/>
                <a:gd name="connsiteX2" fmla="*/ 15622090 w 15640512"/>
                <a:gd name="connsiteY2" fmla="*/ 2847284 h 2847284"/>
                <a:gd name="connsiteX3" fmla="*/ 1 w 15640512"/>
                <a:gd name="connsiteY3" fmla="*/ 2 h 2847284"/>
                <a:gd name="connsiteX0" fmla="*/ 1 w 16401521"/>
                <a:gd name="connsiteY0" fmla="*/ 2 h 2203505"/>
                <a:gd name="connsiteX1" fmla="*/ 15640512 w 16401521"/>
                <a:gd name="connsiteY1" fmla="*/ 2169011 h 2203505"/>
                <a:gd name="connsiteX2" fmla="*/ 16401525 w 16401521"/>
                <a:gd name="connsiteY2" fmla="*/ 1770549 h 2203505"/>
                <a:gd name="connsiteX3" fmla="*/ 1 w 16401521"/>
                <a:gd name="connsiteY3" fmla="*/ 2 h 2203505"/>
                <a:gd name="connsiteX0" fmla="*/ 1 w 16401521"/>
                <a:gd name="connsiteY0" fmla="*/ 2 h 2686194"/>
                <a:gd name="connsiteX1" fmla="*/ 15438743 w 16401521"/>
                <a:gd name="connsiteY1" fmla="*/ 2656945 h 2686194"/>
                <a:gd name="connsiteX2" fmla="*/ 16401525 w 16401521"/>
                <a:gd name="connsiteY2" fmla="*/ 1770549 h 2686194"/>
                <a:gd name="connsiteX3" fmla="*/ 1 w 16401521"/>
                <a:gd name="connsiteY3" fmla="*/ 2 h 2686194"/>
                <a:gd name="connsiteX0" fmla="*/ 1 w 15749519"/>
                <a:gd name="connsiteY0" fmla="*/ 2 h 2686194"/>
                <a:gd name="connsiteX1" fmla="*/ 15438743 w 15749519"/>
                <a:gd name="connsiteY1" fmla="*/ 2656945 h 2686194"/>
                <a:gd name="connsiteX2" fmla="*/ 15749519 w 15749519"/>
                <a:gd name="connsiteY2" fmla="*/ 2090097 h 2686194"/>
                <a:gd name="connsiteX3" fmla="*/ 1 w 15749519"/>
                <a:gd name="connsiteY3" fmla="*/ 2 h 2686194"/>
                <a:gd name="connsiteX0" fmla="*/ 1 w 15749519"/>
                <a:gd name="connsiteY0" fmla="*/ 2 h 2397448"/>
                <a:gd name="connsiteX1" fmla="*/ 15447941 w 15749519"/>
                <a:gd name="connsiteY1" fmla="*/ 2365274 h 2397448"/>
                <a:gd name="connsiteX2" fmla="*/ 15749519 w 15749519"/>
                <a:gd name="connsiteY2" fmla="*/ 2090097 h 2397448"/>
                <a:gd name="connsiteX3" fmla="*/ 1 w 15749519"/>
                <a:gd name="connsiteY3" fmla="*/ 2 h 2397448"/>
                <a:gd name="connsiteX0" fmla="*/ 1 w 15749519"/>
                <a:gd name="connsiteY0" fmla="*/ 2 h 2397448"/>
                <a:gd name="connsiteX1" fmla="*/ 15447941 w 15749519"/>
                <a:gd name="connsiteY1" fmla="*/ 2365274 h 2397448"/>
                <a:gd name="connsiteX2" fmla="*/ 15749519 w 15749519"/>
                <a:gd name="connsiteY2" fmla="*/ 2090097 h 2397448"/>
                <a:gd name="connsiteX3" fmla="*/ 1 w 15749519"/>
                <a:gd name="connsiteY3" fmla="*/ 2 h 2397448"/>
                <a:gd name="connsiteX0" fmla="*/ 1 w 15749519"/>
                <a:gd name="connsiteY0" fmla="*/ 2 h 2450887"/>
                <a:gd name="connsiteX1" fmla="*/ 15447941 w 15749519"/>
                <a:gd name="connsiteY1" fmla="*/ 2365274 h 2450887"/>
                <a:gd name="connsiteX2" fmla="*/ 15749519 w 15749519"/>
                <a:gd name="connsiteY2" fmla="*/ 2090097 h 2450887"/>
                <a:gd name="connsiteX3" fmla="*/ 1 w 15749519"/>
                <a:gd name="connsiteY3" fmla="*/ 2 h 2450887"/>
                <a:gd name="connsiteX0" fmla="*/ 1 w 15749519"/>
                <a:gd name="connsiteY0" fmla="*/ 2 h 2450887"/>
                <a:gd name="connsiteX1" fmla="*/ 15447941 w 15749519"/>
                <a:gd name="connsiteY1" fmla="*/ 2365274 h 2450887"/>
                <a:gd name="connsiteX2" fmla="*/ 15749519 w 15749519"/>
                <a:gd name="connsiteY2" fmla="*/ 2090097 h 2450887"/>
                <a:gd name="connsiteX3" fmla="*/ 1 w 15749519"/>
                <a:gd name="connsiteY3" fmla="*/ 2 h 2450887"/>
                <a:gd name="connsiteX0" fmla="*/ 1 w 15553425"/>
                <a:gd name="connsiteY0" fmla="*/ 2 h 2450887"/>
                <a:gd name="connsiteX1" fmla="*/ 15447941 w 15553425"/>
                <a:gd name="connsiteY1" fmla="*/ 2365274 h 2450887"/>
                <a:gd name="connsiteX2" fmla="*/ 15553420 w 15553425"/>
                <a:gd name="connsiteY2" fmla="*/ 2070415 h 2450887"/>
                <a:gd name="connsiteX3" fmla="*/ 1 w 15553425"/>
                <a:gd name="connsiteY3" fmla="*/ 2 h 2450887"/>
                <a:gd name="connsiteX0" fmla="*/ 1 w 15553416"/>
                <a:gd name="connsiteY0" fmla="*/ 2 h 2450887"/>
                <a:gd name="connsiteX1" fmla="*/ 15447941 w 15553416"/>
                <a:gd name="connsiteY1" fmla="*/ 2365274 h 2450887"/>
                <a:gd name="connsiteX2" fmla="*/ 15553420 w 15553416"/>
                <a:gd name="connsiteY2" fmla="*/ 2070415 h 2450887"/>
                <a:gd name="connsiteX3" fmla="*/ 1 w 15553416"/>
                <a:gd name="connsiteY3" fmla="*/ 2 h 2450887"/>
                <a:gd name="connsiteX0" fmla="*/ 1 w 15556963"/>
                <a:gd name="connsiteY0" fmla="*/ 2 h 2290715"/>
                <a:gd name="connsiteX1" fmla="*/ 15556958 w 15556963"/>
                <a:gd name="connsiteY1" fmla="*/ 2191422 h 2290715"/>
                <a:gd name="connsiteX2" fmla="*/ 15553420 w 15556963"/>
                <a:gd name="connsiteY2" fmla="*/ 2070415 h 2290715"/>
                <a:gd name="connsiteX3" fmla="*/ 1 w 15556963"/>
                <a:gd name="connsiteY3" fmla="*/ 2 h 2290715"/>
                <a:gd name="connsiteX0" fmla="*/ 1 w 15556963"/>
                <a:gd name="connsiteY0" fmla="*/ 2 h 2251347"/>
                <a:gd name="connsiteX1" fmla="*/ 15556958 w 15556963"/>
                <a:gd name="connsiteY1" fmla="*/ 2191422 h 2251347"/>
                <a:gd name="connsiteX2" fmla="*/ 15553420 w 15556963"/>
                <a:gd name="connsiteY2" fmla="*/ 2070415 h 2251347"/>
                <a:gd name="connsiteX3" fmla="*/ 1 w 15556963"/>
                <a:gd name="connsiteY3" fmla="*/ 2 h 2251347"/>
                <a:gd name="connsiteX0" fmla="*/ 1 w 15556963"/>
                <a:gd name="connsiteY0" fmla="*/ 2 h 2270539"/>
                <a:gd name="connsiteX1" fmla="*/ 15556958 w 15556963"/>
                <a:gd name="connsiteY1" fmla="*/ 2191422 h 2270539"/>
                <a:gd name="connsiteX2" fmla="*/ 15553420 w 15556963"/>
                <a:gd name="connsiteY2" fmla="*/ 2070415 h 2270539"/>
                <a:gd name="connsiteX3" fmla="*/ 1 w 15556963"/>
                <a:gd name="connsiteY3" fmla="*/ 2 h 2270539"/>
                <a:gd name="connsiteX0" fmla="*/ 1 w 15556963"/>
                <a:gd name="connsiteY0" fmla="*/ 2 h 2329199"/>
                <a:gd name="connsiteX1" fmla="*/ 15556958 w 15556963"/>
                <a:gd name="connsiteY1" fmla="*/ 2191422 h 2329199"/>
                <a:gd name="connsiteX2" fmla="*/ 15553420 w 15556963"/>
                <a:gd name="connsiteY2" fmla="*/ 2070415 h 2329199"/>
                <a:gd name="connsiteX3" fmla="*/ 1 w 15556963"/>
                <a:gd name="connsiteY3" fmla="*/ 2 h 2329199"/>
                <a:gd name="connsiteX0" fmla="*/ 1 w 15556963"/>
                <a:gd name="connsiteY0" fmla="*/ 2 h 2329199"/>
                <a:gd name="connsiteX1" fmla="*/ 15556958 w 15556963"/>
                <a:gd name="connsiteY1" fmla="*/ 2191422 h 2329199"/>
                <a:gd name="connsiteX2" fmla="*/ 15553420 w 15556963"/>
                <a:gd name="connsiteY2" fmla="*/ 2070415 h 2329199"/>
                <a:gd name="connsiteX3" fmla="*/ 1 w 15556963"/>
                <a:gd name="connsiteY3" fmla="*/ 2 h 2329199"/>
                <a:gd name="connsiteX0" fmla="*/ -1 w 16618687"/>
                <a:gd name="connsiteY0" fmla="*/ -4 h 2896943"/>
                <a:gd name="connsiteX1" fmla="*/ 16618682 w 16618687"/>
                <a:gd name="connsiteY1" fmla="*/ 2818227 h 2896943"/>
                <a:gd name="connsiteX2" fmla="*/ 16615144 w 16618687"/>
                <a:gd name="connsiteY2" fmla="*/ 2697220 h 2896943"/>
                <a:gd name="connsiteX3" fmla="*/ -1 w 16618687"/>
                <a:gd name="connsiteY3" fmla="*/ -4 h 2896943"/>
                <a:gd name="connsiteX0" fmla="*/ -1 w 16618687"/>
                <a:gd name="connsiteY0" fmla="*/ -4 h 3139113"/>
                <a:gd name="connsiteX1" fmla="*/ 16618682 w 16618687"/>
                <a:gd name="connsiteY1" fmla="*/ 2818227 h 3139113"/>
                <a:gd name="connsiteX2" fmla="*/ 16615144 w 16618687"/>
                <a:gd name="connsiteY2" fmla="*/ 2697220 h 3139113"/>
                <a:gd name="connsiteX3" fmla="*/ -1 w 16618687"/>
                <a:gd name="connsiteY3" fmla="*/ -4 h 3139113"/>
                <a:gd name="connsiteX0" fmla="*/ -1 w 16618687"/>
                <a:gd name="connsiteY0" fmla="*/ -4 h 3139113"/>
                <a:gd name="connsiteX1" fmla="*/ 16618682 w 16618687"/>
                <a:gd name="connsiteY1" fmla="*/ 2818227 h 3139113"/>
                <a:gd name="connsiteX2" fmla="*/ 16615144 w 16618687"/>
                <a:gd name="connsiteY2" fmla="*/ 2697220 h 3139113"/>
                <a:gd name="connsiteX3" fmla="*/ -1 w 16618687"/>
                <a:gd name="connsiteY3" fmla="*/ -4 h 3139113"/>
                <a:gd name="connsiteX0" fmla="*/ -1 w 16618687"/>
                <a:gd name="connsiteY0" fmla="*/ -4 h 3070251"/>
                <a:gd name="connsiteX1" fmla="*/ 16618682 w 16618687"/>
                <a:gd name="connsiteY1" fmla="*/ 2818227 h 3070251"/>
                <a:gd name="connsiteX2" fmla="*/ 16615144 w 16618687"/>
                <a:gd name="connsiteY2" fmla="*/ 2697220 h 3070251"/>
                <a:gd name="connsiteX3" fmla="*/ -1 w 16618687"/>
                <a:gd name="connsiteY3" fmla="*/ -4 h 3070251"/>
                <a:gd name="connsiteX0" fmla="*/ -1 w 16618687"/>
                <a:gd name="connsiteY0" fmla="*/ -4 h 3031731"/>
                <a:gd name="connsiteX1" fmla="*/ 16618682 w 16618687"/>
                <a:gd name="connsiteY1" fmla="*/ 2818227 h 3031731"/>
                <a:gd name="connsiteX2" fmla="*/ 16615144 w 16618687"/>
                <a:gd name="connsiteY2" fmla="*/ 2697220 h 3031731"/>
                <a:gd name="connsiteX3" fmla="*/ -1 w 16618687"/>
                <a:gd name="connsiteY3" fmla="*/ -4 h 3031731"/>
                <a:gd name="connsiteX0" fmla="*/ -1 w 16618687"/>
                <a:gd name="connsiteY0" fmla="*/ -4 h 3042416"/>
                <a:gd name="connsiteX1" fmla="*/ 16618682 w 16618687"/>
                <a:gd name="connsiteY1" fmla="*/ 2818227 h 3042416"/>
                <a:gd name="connsiteX2" fmla="*/ 16615144 w 16618687"/>
                <a:gd name="connsiteY2" fmla="*/ 2697220 h 3042416"/>
                <a:gd name="connsiteX3" fmla="*/ -1 w 16618687"/>
                <a:gd name="connsiteY3" fmla="*/ -4 h 3042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618687" h="3042416">
                  <a:moveTo>
                    <a:pt x="-1" y="-4"/>
                  </a:moveTo>
                  <a:cubicBezTo>
                    <a:pt x="1369049" y="1189587"/>
                    <a:pt x="11745160" y="3823804"/>
                    <a:pt x="16618682" y="2818227"/>
                  </a:cubicBezTo>
                  <a:lnTo>
                    <a:pt x="16615144" y="2697220"/>
                  </a:lnTo>
                  <a:cubicBezTo>
                    <a:pt x="12506599" y="3031771"/>
                    <a:pt x="7221605" y="2916874"/>
                    <a:pt x="-1" y="-4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7">
              <a:extLst>
                <a:ext uri="{FF2B5EF4-FFF2-40B4-BE49-F238E27FC236}">
                  <a16:creationId xmlns:a16="http://schemas.microsoft.com/office/drawing/2014/main" id="{25864A37-7D55-CEA7-1AB7-8358A7477695}"/>
                </a:ext>
              </a:extLst>
            </p:cNvPr>
            <p:cNvSpPr/>
            <p:nvPr/>
          </p:nvSpPr>
          <p:spPr>
            <a:xfrm rot="19215089" flipH="1">
              <a:off x="7270632" y="4514812"/>
              <a:ext cx="706321" cy="249349"/>
            </a:xfrm>
            <a:custGeom>
              <a:avLst/>
              <a:gdLst>
                <a:gd name="connsiteX0" fmla="*/ 0 w 1007285"/>
                <a:gd name="connsiteY0" fmla="*/ 0 h 94954"/>
                <a:gd name="connsiteX1" fmla="*/ 1007285 w 1007285"/>
                <a:gd name="connsiteY1" fmla="*/ 0 h 94954"/>
                <a:gd name="connsiteX2" fmla="*/ 1007285 w 1007285"/>
                <a:gd name="connsiteY2" fmla="*/ 94954 h 94954"/>
                <a:gd name="connsiteX3" fmla="*/ 0 w 1007285"/>
                <a:gd name="connsiteY3" fmla="*/ 94954 h 94954"/>
                <a:gd name="connsiteX4" fmla="*/ 0 w 1007285"/>
                <a:gd name="connsiteY4" fmla="*/ 0 h 94954"/>
                <a:gd name="connsiteX0" fmla="*/ 2819400 w 3826685"/>
                <a:gd name="connsiteY0" fmla="*/ 0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4" fmla="*/ 2819400 w 3826685"/>
                <a:gd name="connsiteY4" fmla="*/ 0 h 869654"/>
                <a:gd name="connsiteX0" fmla="*/ 0 w 3826685"/>
                <a:gd name="connsiteY0" fmla="*/ 869654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968065 h 1033547"/>
                <a:gd name="connsiteX1" fmla="*/ 3826685 w 3826685"/>
                <a:gd name="connsiteY1" fmla="*/ 98411 h 1033547"/>
                <a:gd name="connsiteX2" fmla="*/ 3826685 w 3826685"/>
                <a:gd name="connsiteY2" fmla="*/ 193365 h 1033547"/>
                <a:gd name="connsiteX3" fmla="*/ 0 w 3826685"/>
                <a:gd name="connsiteY3" fmla="*/ 968065 h 1033547"/>
                <a:gd name="connsiteX0" fmla="*/ 0 w 3826685"/>
                <a:gd name="connsiteY0" fmla="*/ 968065 h 1013810"/>
                <a:gd name="connsiteX1" fmla="*/ 3826685 w 3826685"/>
                <a:gd name="connsiteY1" fmla="*/ 98411 h 1013810"/>
                <a:gd name="connsiteX2" fmla="*/ 3826685 w 3826685"/>
                <a:gd name="connsiteY2" fmla="*/ 193365 h 1013810"/>
                <a:gd name="connsiteX3" fmla="*/ 0 w 3826685"/>
                <a:gd name="connsiteY3" fmla="*/ 968065 h 1013810"/>
                <a:gd name="connsiteX0" fmla="*/ 0 w 3826685"/>
                <a:gd name="connsiteY0" fmla="*/ 968065 h 1012429"/>
                <a:gd name="connsiteX1" fmla="*/ 3826685 w 3826685"/>
                <a:gd name="connsiteY1" fmla="*/ 98411 h 1012429"/>
                <a:gd name="connsiteX2" fmla="*/ 3826685 w 3826685"/>
                <a:gd name="connsiteY2" fmla="*/ 193365 h 1012429"/>
                <a:gd name="connsiteX3" fmla="*/ 0 w 3826685"/>
                <a:gd name="connsiteY3" fmla="*/ 968065 h 1012429"/>
                <a:gd name="connsiteX0" fmla="*/ 2 w 8087297"/>
                <a:gd name="connsiteY0" fmla="*/ -1 h 1456523"/>
                <a:gd name="connsiteX1" fmla="*/ 8087297 w 8087297"/>
                <a:gd name="connsiteY1" fmla="*/ 1361569 h 1456523"/>
                <a:gd name="connsiteX2" fmla="*/ 8087297 w 8087297"/>
                <a:gd name="connsiteY2" fmla="*/ 1456523 h 1456523"/>
                <a:gd name="connsiteX3" fmla="*/ 2 w 8087297"/>
                <a:gd name="connsiteY3" fmla="*/ -1 h 1456523"/>
                <a:gd name="connsiteX0" fmla="*/ 2 w 8087297"/>
                <a:gd name="connsiteY0" fmla="*/ -1 h 1456523"/>
                <a:gd name="connsiteX1" fmla="*/ 8087297 w 8087297"/>
                <a:gd name="connsiteY1" fmla="*/ 1361569 h 1456523"/>
                <a:gd name="connsiteX2" fmla="*/ 8087297 w 8087297"/>
                <a:gd name="connsiteY2" fmla="*/ 1456523 h 1456523"/>
                <a:gd name="connsiteX3" fmla="*/ 2 w 8087297"/>
                <a:gd name="connsiteY3" fmla="*/ -1 h 1456523"/>
                <a:gd name="connsiteX0" fmla="*/ 2 w 8087297"/>
                <a:gd name="connsiteY0" fmla="*/ -1 h 2510336"/>
                <a:gd name="connsiteX1" fmla="*/ 8087297 w 8087297"/>
                <a:gd name="connsiteY1" fmla="*/ 1361569 h 2510336"/>
                <a:gd name="connsiteX2" fmla="*/ 8087297 w 8087297"/>
                <a:gd name="connsiteY2" fmla="*/ 1456523 h 2510336"/>
                <a:gd name="connsiteX3" fmla="*/ 2 w 8087297"/>
                <a:gd name="connsiteY3" fmla="*/ -1 h 2510336"/>
                <a:gd name="connsiteX0" fmla="*/ 2 w 8087297"/>
                <a:gd name="connsiteY0" fmla="*/ -1 h 2510336"/>
                <a:gd name="connsiteX1" fmla="*/ 8087297 w 8087297"/>
                <a:gd name="connsiteY1" fmla="*/ 1361569 h 2510336"/>
                <a:gd name="connsiteX2" fmla="*/ 8087297 w 8087297"/>
                <a:gd name="connsiteY2" fmla="*/ 1456523 h 2510336"/>
                <a:gd name="connsiteX3" fmla="*/ 2 w 8087297"/>
                <a:gd name="connsiteY3" fmla="*/ -1 h 2510336"/>
                <a:gd name="connsiteX0" fmla="*/ -2 w 9409711"/>
                <a:gd name="connsiteY0" fmla="*/ -1 h 1549216"/>
                <a:gd name="connsiteX1" fmla="*/ 9409711 w 9409711"/>
                <a:gd name="connsiteY1" fmla="*/ 139136 h 1549216"/>
                <a:gd name="connsiteX2" fmla="*/ 9409711 w 9409711"/>
                <a:gd name="connsiteY2" fmla="*/ 234090 h 1549216"/>
                <a:gd name="connsiteX3" fmla="*/ -2 w 9409711"/>
                <a:gd name="connsiteY3" fmla="*/ -1 h 1549216"/>
                <a:gd name="connsiteX0" fmla="*/ -2 w 9409711"/>
                <a:gd name="connsiteY0" fmla="*/ -1 h 1291853"/>
                <a:gd name="connsiteX1" fmla="*/ 9409711 w 9409711"/>
                <a:gd name="connsiteY1" fmla="*/ 139136 h 1291853"/>
                <a:gd name="connsiteX2" fmla="*/ 9409711 w 9409711"/>
                <a:gd name="connsiteY2" fmla="*/ 234090 h 1291853"/>
                <a:gd name="connsiteX3" fmla="*/ -2 w 9409711"/>
                <a:gd name="connsiteY3" fmla="*/ -1 h 129185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640512 w 15640512"/>
                <a:gd name="connsiteY2" fmla="*/ 2263965 h 2970323"/>
                <a:gd name="connsiteX3" fmla="*/ 1 w 15640512"/>
                <a:gd name="connsiteY3" fmla="*/ 2 h 297032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640512 w 15640512"/>
                <a:gd name="connsiteY2" fmla="*/ 2263965 h 2970323"/>
                <a:gd name="connsiteX3" fmla="*/ 1 w 15640512"/>
                <a:gd name="connsiteY3" fmla="*/ 2 h 297032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640512 w 15640512"/>
                <a:gd name="connsiteY2" fmla="*/ 2263965 h 2970323"/>
                <a:gd name="connsiteX3" fmla="*/ 1 w 15640512"/>
                <a:gd name="connsiteY3" fmla="*/ 2 h 297032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511313 w 15640512"/>
                <a:gd name="connsiteY2" fmla="*/ 2913171 h 2970323"/>
                <a:gd name="connsiteX3" fmla="*/ 1 w 15640512"/>
                <a:gd name="connsiteY3" fmla="*/ 2 h 2970323"/>
                <a:gd name="connsiteX0" fmla="*/ 1 w 15640512"/>
                <a:gd name="connsiteY0" fmla="*/ 2 h 2913170"/>
                <a:gd name="connsiteX1" fmla="*/ 15640512 w 15640512"/>
                <a:gd name="connsiteY1" fmla="*/ 2169011 h 2913170"/>
                <a:gd name="connsiteX2" fmla="*/ 15511313 w 15640512"/>
                <a:gd name="connsiteY2" fmla="*/ 2913171 h 2913170"/>
                <a:gd name="connsiteX3" fmla="*/ 1 w 15640512"/>
                <a:gd name="connsiteY3" fmla="*/ 2 h 2913170"/>
                <a:gd name="connsiteX0" fmla="*/ 1 w 15863856"/>
                <a:gd name="connsiteY0" fmla="*/ 2 h 2240173"/>
                <a:gd name="connsiteX1" fmla="*/ 15640512 w 15863856"/>
                <a:gd name="connsiteY1" fmla="*/ 2169011 h 2240173"/>
                <a:gd name="connsiteX2" fmla="*/ 15863857 w 15863856"/>
                <a:gd name="connsiteY2" fmla="*/ 2240175 h 2240173"/>
                <a:gd name="connsiteX3" fmla="*/ 1 w 15863856"/>
                <a:gd name="connsiteY3" fmla="*/ 2 h 2240173"/>
                <a:gd name="connsiteX0" fmla="*/ 1 w 15640512"/>
                <a:gd name="connsiteY0" fmla="*/ 2 h 2847284"/>
                <a:gd name="connsiteX1" fmla="*/ 15640512 w 15640512"/>
                <a:gd name="connsiteY1" fmla="*/ 2169011 h 2847284"/>
                <a:gd name="connsiteX2" fmla="*/ 15622090 w 15640512"/>
                <a:gd name="connsiteY2" fmla="*/ 2847284 h 2847284"/>
                <a:gd name="connsiteX3" fmla="*/ 1 w 15640512"/>
                <a:gd name="connsiteY3" fmla="*/ 2 h 2847284"/>
                <a:gd name="connsiteX0" fmla="*/ 1 w 16401521"/>
                <a:gd name="connsiteY0" fmla="*/ 2 h 2203505"/>
                <a:gd name="connsiteX1" fmla="*/ 15640512 w 16401521"/>
                <a:gd name="connsiteY1" fmla="*/ 2169011 h 2203505"/>
                <a:gd name="connsiteX2" fmla="*/ 16401525 w 16401521"/>
                <a:gd name="connsiteY2" fmla="*/ 1770549 h 2203505"/>
                <a:gd name="connsiteX3" fmla="*/ 1 w 16401521"/>
                <a:gd name="connsiteY3" fmla="*/ 2 h 2203505"/>
                <a:gd name="connsiteX0" fmla="*/ 1 w 16401521"/>
                <a:gd name="connsiteY0" fmla="*/ 2 h 2686194"/>
                <a:gd name="connsiteX1" fmla="*/ 15438743 w 16401521"/>
                <a:gd name="connsiteY1" fmla="*/ 2656945 h 2686194"/>
                <a:gd name="connsiteX2" fmla="*/ 16401525 w 16401521"/>
                <a:gd name="connsiteY2" fmla="*/ 1770549 h 2686194"/>
                <a:gd name="connsiteX3" fmla="*/ 1 w 16401521"/>
                <a:gd name="connsiteY3" fmla="*/ 2 h 2686194"/>
                <a:gd name="connsiteX0" fmla="*/ 1 w 15749519"/>
                <a:gd name="connsiteY0" fmla="*/ 2 h 2686194"/>
                <a:gd name="connsiteX1" fmla="*/ 15438743 w 15749519"/>
                <a:gd name="connsiteY1" fmla="*/ 2656945 h 2686194"/>
                <a:gd name="connsiteX2" fmla="*/ 15749519 w 15749519"/>
                <a:gd name="connsiteY2" fmla="*/ 2090097 h 2686194"/>
                <a:gd name="connsiteX3" fmla="*/ 1 w 15749519"/>
                <a:gd name="connsiteY3" fmla="*/ 2 h 2686194"/>
                <a:gd name="connsiteX0" fmla="*/ 1 w 15749519"/>
                <a:gd name="connsiteY0" fmla="*/ 2 h 2397448"/>
                <a:gd name="connsiteX1" fmla="*/ 15447941 w 15749519"/>
                <a:gd name="connsiteY1" fmla="*/ 2365274 h 2397448"/>
                <a:gd name="connsiteX2" fmla="*/ 15749519 w 15749519"/>
                <a:gd name="connsiteY2" fmla="*/ 2090097 h 2397448"/>
                <a:gd name="connsiteX3" fmla="*/ 1 w 15749519"/>
                <a:gd name="connsiteY3" fmla="*/ 2 h 2397448"/>
                <a:gd name="connsiteX0" fmla="*/ 1 w 15749519"/>
                <a:gd name="connsiteY0" fmla="*/ 2 h 2397448"/>
                <a:gd name="connsiteX1" fmla="*/ 15447941 w 15749519"/>
                <a:gd name="connsiteY1" fmla="*/ 2365274 h 2397448"/>
                <a:gd name="connsiteX2" fmla="*/ 15749519 w 15749519"/>
                <a:gd name="connsiteY2" fmla="*/ 2090097 h 2397448"/>
                <a:gd name="connsiteX3" fmla="*/ 1 w 15749519"/>
                <a:gd name="connsiteY3" fmla="*/ 2 h 2397448"/>
                <a:gd name="connsiteX0" fmla="*/ 1 w 15749519"/>
                <a:gd name="connsiteY0" fmla="*/ 2 h 2450887"/>
                <a:gd name="connsiteX1" fmla="*/ 15447941 w 15749519"/>
                <a:gd name="connsiteY1" fmla="*/ 2365274 h 2450887"/>
                <a:gd name="connsiteX2" fmla="*/ 15749519 w 15749519"/>
                <a:gd name="connsiteY2" fmla="*/ 2090097 h 2450887"/>
                <a:gd name="connsiteX3" fmla="*/ 1 w 15749519"/>
                <a:gd name="connsiteY3" fmla="*/ 2 h 2450887"/>
                <a:gd name="connsiteX0" fmla="*/ 1 w 15749519"/>
                <a:gd name="connsiteY0" fmla="*/ 2 h 2450887"/>
                <a:gd name="connsiteX1" fmla="*/ 15447941 w 15749519"/>
                <a:gd name="connsiteY1" fmla="*/ 2365274 h 2450887"/>
                <a:gd name="connsiteX2" fmla="*/ 15749519 w 15749519"/>
                <a:gd name="connsiteY2" fmla="*/ 2090097 h 2450887"/>
                <a:gd name="connsiteX3" fmla="*/ 1 w 15749519"/>
                <a:gd name="connsiteY3" fmla="*/ 2 h 2450887"/>
                <a:gd name="connsiteX0" fmla="*/ 1 w 15553425"/>
                <a:gd name="connsiteY0" fmla="*/ 2 h 2450887"/>
                <a:gd name="connsiteX1" fmla="*/ 15447941 w 15553425"/>
                <a:gd name="connsiteY1" fmla="*/ 2365274 h 2450887"/>
                <a:gd name="connsiteX2" fmla="*/ 15553420 w 15553425"/>
                <a:gd name="connsiteY2" fmla="*/ 2070415 h 2450887"/>
                <a:gd name="connsiteX3" fmla="*/ 1 w 15553425"/>
                <a:gd name="connsiteY3" fmla="*/ 2 h 2450887"/>
                <a:gd name="connsiteX0" fmla="*/ 1 w 15553416"/>
                <a:gd name="connsiteY0" fmla="*/ 2 h 2450887"/>
                <a:gd name="connsiteX1" fmla="*/ 15447941 w 15553416"/>
                <a:gd name="connsiteY1" fmla="*/ 2365274 h 2450887"/>
                <a:gd name="connsiteX2" fmla="*/ 15553420 w 15553416"/>
                <a:gd name="connsiteY2" fmla="*/ 2070415 h 2450887"/>
                <a:gd name="connsiteX3" fmla="*/ 1 w 15553416"/>
                <a:gd name="connsiteY3" fmla="*/ 2 h 2450887"/>
                <a:gd name="connsiteX0" fmla="*/ 1 w 15556963"/>
                <a:gd name="connsiteY0" fmla="*/ 2 h 2290715"/>
                <a:gd name="connsiteX1" fmla="*/ 15556958 w 15556963"/>
                <a:gd name="connsiteY1" fmla="*/ 2191422 h 2290715"/>
                <a:gd name="connsiteX2" fmla="*/ 15553420 w 15556963"/>
                <a:gd name="connsiteY2" fmla="*/ 2070415 h 2290715"/>
                <a:gd name="connsiteX3" fmla="*/ 1 w 15556963"/>
                <a:gd name="connsiteY3" fmla="*/ 2 h 2290715"/>
                <a:gd name="connsiteX0" fmla="*/ 1 w 15556963"/>
                <a:gd name="connsiteY0" fmla="*/ 2 h 2251347"/>
                <a:gd name="connsiteX1" fmla="*/ 15556958 w 15556963"/>
                <a:gd name="connsiteY1" fmla="*/ 2191422 h 2251347"/>
                <a:gd name="connsiteX2" fmla="*/ 15553420 w 15556963"/>
                <a:gd name="connsiteY2" fmla="*/ 2070415 h 2251347"/>
                <a:gd name="connsiteX3" fmla="*/ 1 w 15556963"/>
                <a:gd name="connsiteY3" fmla="*/ 2 h 2251347"/>
                <a:gd name="connsiteX0" fmla="*/ 1 w 15556963"/>
                <a:gd name="connsiteY0" fmla="*/ 2 h 2270539"/>
                <a:gd name="connsiteX1" fmla="*/ 15556958 w 15556963"/>
                <a:gd name="connsiteY1" fmla="*/ 2191422 h 2270539"/>
                <a:gd name="connsiteX2" fmla="*/ 15553420 w 15556963"/>
                <a:gd name="connsiteY2" fmla="*/ 2070415 h 2270539"/>
                <a:gd name="connsiteX3" fmla="*/ 1 w 15556963"/>
                <a:gd name="connsiteY3" fmla="*/ 2 h 2270539"/>
                <a:gd name="connsiteX0" fmla="*/ 1 w 15556963"/>
                <a:gd name="connsiteY0" fmla="*/ 2 h 2329199"/>
                <a:gd name="connsiteX1" fmla="*/ 15556958 w 15556963"/>
                <a:gd name="connsiteY1" fmla="*/ 2191422 h 2329199"/>
                <a:gd name="connsiteX2" fmla="*/ 15553420 w 15556963"/>
                <a:gd name="connsiteY2" fmla="*/ 2070415 h 2329199"/>
                <a:gd name="connsiteX3" fmla="*/ 1 w 15556963"/>
                <a:gd name="connsiteY3" fmla="*/ 2 h 2329199"/>
                <a:gd name="connsiteX0" fmla="*/ 1 w 15556963"/>
                <a:gd name="connsiteY0" fmla="*/ 2 h 2329199"/>
                <a:gd name="connsiteX1" fmla="*/ 15556958 w 15556963"/>
                <a:gd name="connsiteY1" fmla="*/ 2191422 h 2329199"/>
                <a:gd name="connsiteX2" fmla="*/ 15553420 w 15556963"/>
                <a:gd name="connsiteY2" fmla="*/ 2070415 h 2329199"/>
                <a:gd name="connsiteX3" fmla="*/ 1 w 15556963"/>
                <a:gd name="connsiteY3" fmla="*/ 2 h 2329199"/>
                <a:gd name="connsiteX0" fmla="*/ -1 w 16618687"/>
                <a:gd name="connsiteY0" fmla="*/ -4 h 2896943"/>
                <a:gd name="connsiteX1" fmla="*/ 16618682 w 16618687"/>
                <a:gd name="connsiteY1" fmla="*/ 2818227 h 2896943"/>
                <a:gd name="connsiteX2" fmla="*/ 16615144 w 16618687"/>
                <a:gd name="connsiteY2" fmla="*/ 2697220 h 2896943"/>
                <a:gd name="connsiteX3" fmla="*/ -1 w 16618687"/>
                <a:gd name="connsiteY3" fmla="*/ -4 h 2896943"/>
                <a:gd name="connsiteX0" fmla="*/ -1 w 16618687"/>
                <a:gd name="connsiteY0" fmla="*/ -4 h 3139113"/>
                <a:gd name="connsiteX1" fmla="*/ 16618682 w 16618687"/>
                <a:gd name="connsiteY1" fmla="*/ 2818227 h 3139113"/>
                <a:gd name="connsiteX2" fmla="*/ 16615144 w 16618687"/>
                <a:gd name="connsiteY2" fmla="*/ 2697220 h 3139113"/>
                <a:gd name="connsiteX3" fmla="*/ -1 w 16618687"/>
                <a:gd name="connsiteY3" fmla="*/ -4 h 3139113"/>
                <a:gd name="connsiteX0" fmla="*/ -1 w 16618687"/>
                <a:gd name="connsiteY0" fmla="*/ -4 h 3139113"/>
                <a:gd name="connsiteX1" fmla="*/ 16618682 w 16618687"/>
                <a:gd name="connsiteY1" fmla="*/ 2818227 h 3139113"/>
                <a:gd name="connsiteX2" fmla="*/ 16615144 w 16618687"/>
                <a:gd name="connsiteY2" fmla="*/ 2697220 h 3139113"/>
                <a:gd name="connsiteX3" fmla="*/ -1 w 16618687"/>
                <a:gd name="connsiteY3" fmla="*/ -4 h 3139113"/>
                <a:gd name="connsiteX0" fmla="*/ -1 w 16618687"/>
                <a:gd name="connsiteY0" fmla="*/ -4 h 3070251"/>
                <a:gd name="connsiteX1" fmla="*/ 16618682 w 16618687"/>
                <a:gd name="connsiteY1" fmla="*/ 2818227 h 3070251"/>
                <a:gd name="connsiteX2" fmla="*/ 16615144 w 16618687"/>
                <a:gd name="connsiteY2" fmla="*/ 2697220 h 3070251"/>
                <a:gd name="connsiteX3" fmla="*/ -1 w 16618687"/>
                <a:gd name="connsiteY3" fmla="*/ -4 h 3070251"/>
                <a:gd name="connsiteX0" fmla="*/ -1 w 16618687"/>
                <a:gd name="connsiteY0" fmla="*/ -4 h 3031731"/>
                <a:gd name="connsiteX1" fmla="*/ 16618682 w 16618687"/>
                <a:gd name="connsiteY1" fmla="*/ 2818227 h 3031731"/>
                <a:gd name="connsiteX2" fmla="*/ 16615144 w 16618687"/>
                <a:gd name="connsiteY2" fmla="*/ 2697220 h 3031731"/>
                <a:gd name="connsiteX3" fmla="*/ -1 w 16618687"/>
                <a:gd name="connsiteY3" fmla="*/ -4 h 3031731"/>
                <a:gd name="connsiteX0" fmla="*/ -1 w 16618687"/>
                <a:gd name="connsiteY0" fmla="*/ -4 h 3042416"/>
                <a:gd name="connsiteX1" fmla="*/ 16618682 w 16618687"/>
                <a:gd name="connsiteY1" fmla="*/ 2818227 h 3042416"/>
                <a:gd name="connsiteX2" fmla="*/ 16615144 w 16618687"/>
                <a:gd name="connsiteY2" fmla="*/ 2697220 h 3042416"/>
                <a:gd name="connsiteX3" fmla="*/ -1 w 16618687"/>
                <a:gd name="connsiteY3" fmla="*/ -4 h 3042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618687" h="3042416">
                  <a:moveTo>
                    <a:pt x="-1" y="-4"/>
                  </a:moveTo>
                  <a:cubicBezTo>
                    <a:pt x="1369049" y="1189587"/>
                    <a:pt x="11745160" y="3823804"/>
                    <a:pt x="16618682" y="2818227"/>
                  </a:cubicBezTo>
                  <a:lnTo>
                    <a:pt x="16615144" y="2697220"/>
                  </a:lnTo>
                  <a:cubicBezTo>
                    <a:pt x="12506599" y="3031771"/>
                    <a:pt x="7221605" y="2916874"/>
                    <a:pt x="-1" y="-4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7">
              <a:extLst>
                <a:ext uri="{FF2B5EF4-FFF2-40B4-BE49-F238E27FC236}">
                  <a16:creationId xmlns:a16="http://schemas.microsoft.com/office/drawing/2014/main" id="{54808F52-1A6C-2DFD-3028-0EFF074EC08F}"/>
                </a:ext>
              </a:extLst>
            </p:cNvPr>
            <p:cNvSpPr/>
            <p:nvPr/>
          </p:nvSpPr>
          <p:spPr>
            <a:xfrm rot="19567831" flipH="1">
              <a:off x="7167912" y="5023533"/>
              <a:ext cx="936826" cy="330723"/>
            </a:xfrm>
            <a:custGeom>
              <a:avLst/>
              <a:gdLst>
                <a:gd name="connsiteX0" fmla="*/ 0 w 1007285"/>
                <a:gd name="connsiteY0" fmla="*/ 0 h 94954"/>
                <a:gd name="connsiteX1" fmla="*/ 1007285 w 1007285"/>
                <a:gd name="connsiteY1" fmla="*/ 0 h 94954"/>
                <a:gd name="connsiteX2" fmla="*/ 1007285 w 1007285"/>
                <a:gd name="connsiteY2" fmla="*/ 94954 h 94954"/>
                <a:gd name="connsiteX3" fmla="*/ 0 w 1007285"/>
                <a:gd name="connsiteY3" fmla="*/ 94954 h 94954"/>
                <a:gd name="connsiteX4" fmla="*/ 0 w 1007285"/>
                <a:gd name="connsiteY4" fmla="*/ 0 h 94954"/>
                <a:gd name="connsiteX0" fmla="*/ 2819400 w 3826685"/>
                <a:gd name="connsiteY0" fmla="*/ 0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4" fmla="*/ 2819400 w 3826685"/>
                <a:gd name="connsiteY4" fmla="*/ 0 h 869654"/>
                <a:gd name="connsiteX0" fmla="*/ 0 w 3826685"/>
                <a:gd name="connsiteY0" fmla="*/ 869654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968065 h 1033547"/>
                <a:gd name="connsiteX1" fmla="*/ 3826685 w 3826685"/>
                <a:gd name="connsiteY1" fmla="*/ 98411 h 1033547"/>
                <a:gd name="connsiteX2" fmla="*/ 3826685 w 3826685"/>
                <a:gd name="connsiteY2" fmla="*/ 193365 h 1033547"/>
                <a:gd name="connsiteX3" fmla="*/ 0 w 3826685"/>
                <a:gd name="connsiteY3" fmla="*/ 968065 h 1033547"/>
                <a:gd name="connsiteX0" fmla="*/ 0 w 3826685"/>
                <a:gd name="connsiteY0" fmla="*/ 968065 h 1013810"/>
                <a:gd name="connsiteX1" fmla="*/ 3826685 w 3826685"/>
                <a:gd name="connsiteY1" fmla="*/ 98411 h 1013810"/>
                <a:gd name="connsiteX2" fmla="*/ 3826685 w 3826685"/>
                <a:gd name="connsiteY2" fmla="*/ 193365 h 1013810"/>
                <a:gd name="connsiteX3" fmla="*/ 0 w 3826685"/>
                <a:gd name="connsiteY3" fmla="*/ 968065 h 1013810"/>
                <a:gd name="connsiteX0" fmla="*/ 0 w 3826685"/>
                <a:gd name="connsiteY0" fmla="*/ 968065 h 1012429"/>
                <a:gd name="connsiteX1" fmla="*/ 3826685 w 3826685"/>
                <a:gd name="connsiteY1" fmla="*/ 98411 h 1012429"/>
                <a:gd name="connsiteX2" fmla="*/ 3826685 w 3826685"/>
                <a:gd name="connsiteY2" fmla="*/ 193365 h 1012429"/>
                <a:gd name="connsiteX3" fmla="*/ 0 w 3826685"/>
                <a:gd name="connsiteY3" fmla="*/ 968065 h 1012429"/>
                <a:gd name="connsiteX0" fmla="*/ 2 w 8087297"/>
                <a:gd name="connsiteY0" fmla="*/ -1 h 1456523"/>
                <a:gd name="connsiteX1" fmla="*/ 8087297 w 8087297"/>
                <a:gd name="connsiteY1" fmla="*/ 1361569 h 1456523"/>
                <a:gd name="connsiteX2" fmla="*/ 8087297 w 8087297"/>
                <a:gd name="connsiteY2" fmla="*/ 1456523 h 1456523"/>
                <a:gd name="connsiteX3" fmla="*/ 2 w 8087297"/>
                <a:gd name="connsiteY3" fmla="*/ -1 h 1456523"/>
                <a:gd name="connsiteX0" fmla="*/ 2 w 8087297"/>
                <a:gd name="connsiteY0" fmla="*/ -1 h 1456523"/>
                <a:gd name="connsiteX1" fmla="*/ 8087297 w 8087297"/>
                <a:gd name="connsiteY1" fmla="*/ 1361569 h 1456523"/>
                <a:gd name="connsiteX2" fmla="*/ 8087297 w 8087297"/>
                <a:gd name="connsiteY2" fmla="*/ 1456523 h 1456523"/>
                <a:gd name="connsiteX3" fmla="*/ 2 w 8087297"/>
                <a:gd name="connsiteY3" fmla="*/ -1 h 1456523"/>
                <a:gd name="connsiteX0" fmla="*/ 2 w 8087297"/>
                <a:gd name="connsiteY0" fmla="*/ -1 h 2510336"/>
                <a:gd name="connsiteX1" fmla="*/ 8087297 w 8087297"/>
                <a:gd name="connsiteY1" fmla="*/ 1361569 h 2510336"/>
                <a:gd name="connsiteX2" fmla="*/ 8087297 w 8087297"/>
                <a:gd name="connsiteY2" fmla="*/ 1456523 h 2510336"/>
                <a:gd name="connsiteX3" fmla="*/ 2 w 8087297"/>
                <a:gd name="connsiteY3" fmla="*/ -1 h 2510336"/>
                <a:gd name="connsiteX0" fmla="*/ 2 w 8087297"/>
                <a:gd name="connsiteY0" fmla="*/ -1 h 2510336"/>
                <a:gd name="connsiteX1" fmla="*/ 8087297 w 8087297"/>
                <a:gd name="connsiteY1" fmla="*/ 1361569 h 2510336"/>
                <a:gd name="connsiteX2" fmla="*/ 8087297 w 8087297"/>
                <a:gd name="connsiteY2" fmla="*/ 1456523 h 2510336"/>
                <a:gd name="connsiteX3" fmla="*/ 2 w 8087297"/>
                <a:gd name="connsiteY3" fmla="*/ -1 h 2510336"/>
                <a:gd name="connsiteX0" fmla="*/ -2 w 9409711"/>
                <a:gd name="connsiteY0" fmla="*/ -1 h 1549216"/>
                <a:gd name="connsiteX1" fmla="*/ 9409711 w 9409711"/>
                <a:gd name="connsiteY1" fmla="*/ 139136 h 1549216"/>
                <a:gd name="connsiteX2" fmla="*/ 9409711 w 9409711"/>
                <a:gd name="connsiteY2" fmla="*/ 234090 h 1549216"/>
                <a:gd name="connsiteX3" fmla="*/ -2 w 9409711"/>
                <a:gd name="connsiteY3" fmla="*/ -1 h 1549216"/>
                <a:gd name="connsiteX0" fmla="*/ -2 w 9409711"/>
                <a:gd name="connsiteY0" fmla="*/ -1 h 1291853"/>
                <a:gd name="connsiteX1" fmla="*/ 9409711 w 9409711"/>
                <a:gd name="connsiteY1" fmla="*/ 139136 h 1291853"/>
                <a:gd name="connsiteX2" fmla="*/ 9409711 w 9409711"/>
                <a:gd name="connsiteY2" fmla="*/ 234090 h 1291853"/>
                <a:gd name="connsiteX3" fmla="*/ -2 w 9409711"/>
                <a:gd name="connsiteY3" fmla="*/ -1 h 129185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640512 w 15640512"/>
                <a:gd name="connsiteY2" fmla="*/ 2263965 h 2970323"/>
                <a:gd name="connsiteX3" fmla="*/ 1 w 15640512"/>
                <a:gd name="connsiteY3" fmla="*/ 2 h 297032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640512 w 15640512"/>
                <a:gd name="connsiteY2" fmla="*/ 2263965 h 2970323"/>
                <a:gd name="connsiteX3" fmla="*/ 1 w 15640512"/>
                <a:gd name="connsiteY3" fmla="*/ 2 h 297032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640512 w 15640512"/>
                <a:gd name="connsiteY2" fmla="*/ 2263965 h 2970323"/>
                <a:gd name="connsiteX3" fmla="*/ 1 w 15640512"/>
                <a:gd name="connsiteY3" fmla="*/ 2 h 297032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511313 w 15640512"/>
                <a:gd name="connsiteY2" fmla="*/ 2913171 h 2970323"/>
                <a:gd name="connsiteX3" fmla="*/ 1 w 15640512"/>
                <a:gd name="connsiteY3" fmla="*/ 2 h 2970323"/>
                <a:gd name="connsiteX0" fmla="*/ 1 w 15640512"/>
                <a:gd name="connsiteY0" fmla="*/ 2 h 2913170"/>
                <a:gd name="connsiteX1" fmla="*/ 15640512 w 15640512"/>
                <a:gd name="connsiteY1" fmla="*/ 2169011 h 2913170"/>
                <a:gd name="connsiteX2" fmla="*/ 15511313 w 15640512"/>
                <a:gd name="connsiteY2" fmla="*/ 2913171 h 2913170"/>
                <a:gd name="connsiteX3" fmla="*/ 1 w 15640512"/>
                <a:gd name="connsiteY3" fmla="*/ 2 h 2913170"/>
                <a:gd name="connsiteX0" fmla="*/ 1 w 15863856"/>
                <a:gd name="connsiteY0" fmla="*/ 2 h 2240173"/>
                <a:gd name="connsiteX1" fmla="*/ 15640512 w 15863856"/>
                <a:gd name="connsiteY1" fmla="*/ 2169011 h 2240173"/>
                <a:gd name="connsiteX2" fmla="*/ 15863857 w 15863856"/>
                <a:gd name="connsiteY2" fmla="*/ 2240175 h 2240173"/>
                <a:gd name="connsiteX3" fmla="*/ 1 w 15863856"/>
                <a:gd name="connsiteY3" fmla="*/ 2 h 2240173"/>
                <a:gd name="connsiteX0" fmla="*/ 1 w 15640512"/>
                <a:gd name="connsiteY0" fmla="*/ 2 h 2847284"/>
                <a:gd name="connsiteX1" fmla="*/ 15640512 w 15640512"/>
                <a:gd name="connsiteY1" fmla="*/ 2169011 h 2847284"/>
                <a:gd name="connsiteX2" fmla="*/ 15622090 w 15640512"/>
                <a:gd name="connsiteY2" fmla="*/ 2847284 h 2847284"/>
                <a:gd name="connsiteX3" fmla="*/ 1 w 15640512"/>
                <a:gd name="connsiteY3" fmla="*/ 2 h 2847284"/>
                <a:gd name="connsiteX0" fmla="*/ 1 w 16401521"/>
                <a:gd name="connsiteY0" fmla="*/ 2 h 2203505"/>
                <a:gd name="connsiteX1" fmla="*/ 15640512 w 16401521"/>
                <a:gd name="connsiteY1" fmla="*/ 2169011 h 2203505"/>
                <a:gd name="connsiteX2" fmla="*/ 16401525 w 16401521"/>
                <a:gd name="connsiteY2" fmla="*/ 1770549 h 2203505"/>
                <a:gd name="connsiteX3" fmla="*/ 1 w 16401521"/>
                <a:gd name="connsiteY3" fmla="*/ 2 h 2203505"/>
                <a:gd name="connsiteX0" fmla="*/ 1 w 16401521"/>
                <a:gd name="connsiteY0" fmla="*/ 2 h 2686194"/>
                <a:gd name="connsiteX1" fmla="*/ 15438743 w 16401521"/>
                <a:gd name="connsiteY1" fmla="*/ 2656945 h 2686194"/>
                <a:gd name="connsiteX2" fmla="*/ 16401525 w 16401521"/>
                <a:gd name="connsiteY2" fmla="*/ 1770549 h 2686194"/>
                <a:gd name="connsiteX3" fmla="*/ 1 w 16401521"/>
                <a:gd name="connsiteY3" fmla="*/ 2 h 2686194"/>
                <a:gd name="connsiteX0" fmla="*/ 1 w 15749519"/>
                <a:gd name="connsiteY0" fmla="*/ 2 h 2686194"/>
                <a:gd name="connsiteX1" fmla="*/ 15438743 w 15749519"/>
                <a:gd name="connsiteY1" fmla="*/ 2656945 h 2686194"/>
                <a:gd name="connsiteX2" fmla="*/ 15749519 w 15749519"/>
                <a:gd name="connsiteY2" fmla="*/ 2090097 h 2686194"/>
                <a:gd name="connsiteX3" fmla="*/ 1 w 15749519"/>
                <a:gd name="connsiteY3" fmla="*/ 2 h 2686194"/>
                <a:gd name="connsiteX0" fmla="*/ 1 w 15749519"/>
                <a:gd name="connsiteY0" fmla="*/ 2 h 2397448"/>
                <a:gd name="connsiteX1" fmla="*/ 15447941 w 15749519"/>
                <a:gd name="connsiteY1" fmla="*/ 2365274 h 2397448"/>
                <a:gd name="connsiteX2" fmla="*/ 15749519 w 15749519"/>
                <a:gd name="connsiteY2" fmla="*/ 2090097 h 2397448"/>
                <a:gd name="connsiteX3" fmla="*/ 1 w 15749519"/>
                <a:gd name="connsiteY3" fmla="*/ 2 h 2397448"/>
                <a:gd name="connsiteX0" fmla="*/ 1 w 15749519"/>
                <a:gd name="connsiteY0" fmla="*/ 2 h 2397448"/>
                <a:gd name="connsiteX1" fmla="*/ 15447941 w 15749519"/>
                <a:gd name="connsiteY1" fmla="*/ 2365274 h 2397448"/>
                <a:gd name="connsiteX2" fmla="*/ 15749519 w 15749519"/>
                <a:gd name="connsiteY2" fmla="*/ 2090097 h 2397448"/>
                <a:gd name="connsiteX3" fmla="*/ 1 w 15749519"/>
                <a:gd name="connsiteY3" fmla="*/ 2 h 2397448"/>
                <a:gd name="connsiteX0" fmla="*/ 1 w 15749519"/>
                <a:gd name="connsiteY0" fmla="*/ 2 h 2450887"/>
                <a:gd name="connsiteX1" fmla="*/ 15447941 w 15749519"/>
                <a:gd name="connsiteY1" fmla="*/ 2365274 h 2450887"/>
                <a:gd name="connsiteX2" fmla="*/ 15749519 w 15749519"/>
                <a:gd name="connsiteY2" fmla="*/ 2090097 h 2450887"/>
                <a:gd name="connsiteX3" fmla="*/ 1 w 15749519"/>
                <a:gd name="connsiteY3" fmla="*/ 2 h 2450887"/>
                <a:gd name="connsiteX0" fmla="*/ 1 w 15749519"/>
                <a:gd name="connsiteY0" fmla="*/ 2 h 2450887"/>
                <a:gd name="connsiteX1" fmla="*/ 15447941 w 15749519"/>
                <a:gd name="connsiteY1" fmla="*/ 2365274 h 2450887"/>
                <a:gd name="connsiteX2" fmla="*/ 15749519 w 15749519"/>
                <a:gd name="connsiteY2" fmla="*/ 2090097 h 2450887"/>
                <a:gd name="connsiteX3" fmla="*/ 1 w 15749519"/>
                <a:gd name="connsiteY3" fmla="*/ 2 h 2450887"/>
                <a:gd name="connsiteX0" fmla="*/ 1 w 15553425"/>
                <a:gd name="connsiteY0" fmla="*/ 2 h 2450887"/>
                <a:gd name="connsiteX1" fmla="*/ 15447941 w 15553425"/>
                <a:gd name="connsiteY1" fmla="*/ 2365274 h 2450887"/>
                <a:gd name="connsiteX2" fmla="*/ 15553420 w 15553425"/>
                <a:gd name="connsiteY2" fmla="*/ 2070415 h 2450887"/>
                <a:gd name="connsiteX3" fmla="*/ 1 w 15553425"/>
                <a:gd name="connsiteY3" fmla="*/ 2 h 2450887"/>
                <a:gd name="connsiteX0" fmla="*/ 1 w 15553416"/>
                <a:gd name="connsiteY0" fmla="*/ 2 h 2450887"/>
                <a:gd name="connsiteX1" fmla="*/ 15447941 w 15553416"/>
                <a:gd name="connsiteY1" fmla="*/ 2365274 h 2450887"/>
                <a:gd name="connsiteX2" fmla="*/ 15553420 w 15553416"/>
                <a:gd name="connsiteY2" fmla="*/ 2070415 h 2450887"/>
                <a:gd name="connsiteX3" fmla="*/ 1 w 15553416"/>
                <a:gd name="connsiteY3" fmla="*/ 2 h 2450887"/>
                <a:gd name="connsiteX0" fmla="*/ 1 w 15556963"/>
                <a:gd name="connsiteY0" fmla="*/ 2 h 2290715"/>
                <a:gd name="connsiteX1" fmla="*/ 15556958 w 15556963"/>
                <a:gd name="connsiteY1" fmla="*/ 2191422 h 2290715"/>
                <a:gd name="connsiteX2" fmla="*/ 15553420 w 15556963"/>
                <a:gd name="connsiteY2" fmla="*/ 2070415 h 2290715"/>
                <a:gd name="connsiteX3" fmla="*/ 1 w 15556963"/>
                <a:gd name="connsiteY3" fmla="*/ 2 h 2290715"/>
                <a:gd name="connsiteX0" fmla="*/ 1 w 15556963"/>
                <a:gd name="connsiteY0" fmla="*/ 2 h 2251347"/>
                <a:gd name="connsiteX1" fmla="*/ 15556958 w 15556963"/>
                <a:gd name="connsiteY1" fmla="*/ 2191422 h 2251347"/>
                <a:gd name="connsiteX2" fmla="*/ 15553420 w 15556963"/>
                <a:gd name="connsiteY2" fmla="*/ 2070415 h 2251347"/>
                <a:gd name="connsiteX3" fmla="*/ 1 w 15556963"/>
                <a:gd name="connsiteY3" fmla="*/ 2 h 2251347"/>
                <a:gd name="connsiteX0" fmla="*/ 1 w 15556963"/>
                <a:gd name="connsiteY0" fmla="*/ 2 h 2270539"/>
                <a:gd name="connsiteX1" fmla="*/ 15556958 w 15556963"/>
                <a:gd name="connsiteY1" fmla="*/ 2191422 h 2270539"/>
                <a:gd name="connsiteX2" fmla="*/ 15553420 w 15556963"/>
                <a:gd name="connsiteY2" fmla="*/ 2070415 h 2270539"/>
                <a:gd name="connsiteX3" fmla="*/ 1 w 15556963"/>
                <a:gd name="connsiteY3" fmla="*/ 2 h 2270539"/>
                <a:gd name="connsiteX0" fmla="*/ 1 w 15556963"/>
                <a:gd name="connsiteY0" fmla="*/ 2 h 2329199"/>
                <a:gd name="connsiteX1" fmla="*/ 15556958 w 15556963"/>
                <a:gd name="connsiteY1" fmla="*/ 2191422 h 2329199"/>
                <a:gd name="connsiteX2" fmla="*/ 15553420 w 15556963"/>
                <a:gd name="connsiteY2" fmla="*/ 2070415 h 2329199"/>
                <a:gd name="connsiteX3" fmla="*/ 1 w 15556963"/>
                <a:gd name="connsiteY3" fmla="*/ 2 h 2329199"/>
                <a:gd name="connsiteX0" fmla="*/ 1 w 15556963"/>
                <a:gd name="connsiteY0" fmla="*/ 2 h 2329199"/>
                <a:gd name="connsiteX1" fmla="*/ 15556958 w 15556963"/>
                <a:gd name="connsiteY1" fmla="*/ 2191422 h 2329199"/>
                <a:gd name="connsiteX2" fmla="*/ 15553420 w 15556963"/>
                <a:gd name="connsiteY2" fmla="*/ 2070415 h 2329199"/>
                <a:gd name="connsiteX3" fmla="*/ 1 w 15556963"/>
                <a:gd name="connsiteY3" fmla="*/ 2 h 2329199"/>
                <a:gd name="connsiteX0" fmla="*/ -1 w 16618687"/>
                <a:gd name="connsiteY0" fmla="*/ -4 h 2896943"/>
                <a:gd name="connsiteX1" fmla="*/ 16618682 w 16618687"/>
                <a:gd name="connsiteY1" fmla="*/ 2818227 h 2896943"/>
                <a:gd name="connsiteX2" fmla="*/ 16615144 w 16618687"/>
                <a:gd name="connsiteY2" fmla="*/ 2697220 h 2896943"/>
                <a:gd name="connsiteX3" fmla="*/ -1 w 16618687"/>
                <a:gd name="connsiteY3" fmla="*/ -4 h 2896943"/>
                <a:gd name="connsiteX0" fmla="*/ -1 w 16618687"/>
                <a:gd name="connsiteY0" fmla="*/ -4 h 3139113"/>
                <a:gd name="connsiteX1" fmla="*/ 16618682 w 16618687"/>
                <a:gd name="connsiteY1" fmla="*/ 2818227 h 3139113"/>
                <a:gd name="connsiteX2" fmla="*/ 16615144 w 16618687"/>
                <a:gd name="connsiteY2" fmla="*/ 2697220 h 3139113"/>
                <a:gd name="connsiteX3" fmla="*/ -1 w 16618687"/>
                <a:gd name="connsiteY3" fmla="*/ -4 h 3139113"/>
                <a:gd name="connsiteX0" fmla="*/ -1 w 16618687"/>
                <a:gd name="connsiteY0" fmla="*/ -4 h 3139113"/>
                <a:gd name="connsiteX1" fmla="*/ 16618682 w 16618687"/>
                <a:gd name="connsiteY1" fmla="*/ 2818227 h 3139113"/>
                <a:gd name="connsiteX2" fmla="*/ 16615144 w 16618687"/>
                <a:gd name="connsiteY2" fmla="*/ 2697220 h 3139113"/>
                <a:gd name="connsiteX3" fmla="*/ -1 w 16618687"/>
                <a:gd name="connsiteY3" fmla="*/ -4 h 3139113"/>
                <a:gd name="connsiteX0" fmla="*/ -1 w 16618687"/>
                <a:gd name="connsiteY0" fmla="*/ -4 h 3070251"/>
                <a:gd name="connsiteX1" fmla="*/ 16618682 w 16618687"/>
                <a:gd name="connsiteY1" fmla="*/ 2818227 h 3070251"/>
                <a:gd name="connsiteX2" fmla="*/ 16615144 w 16618687"/>
                <a:gd name="connsiteY2" fmla="*/ 2697220 h 3070251"/>
                <a:gd name="connsiteX3" fmla="*/ -1 w 16618687"/>
                <a:gd name="connsiteY3" fmla="*/ -4 h 3070251"/>
                <a:gd name="connsiteX0" fmla="*/ -1 w 16618687"/>
                <a:gd name="connsiteY0" fmla="*/ -4 h 3031731"/>
                <a:gd name="connsiteX1" fmla="*/ 16618682 w 16618687"/>
                <a:gd name="connsiteY1" fmla="*/ 2818227 h 3031731"/>
                <a:gd name="connsiteX2" fmla="*/ 16615144 w 16618687"/>
                <a:gd name="connsiteY2" fmla="*/ 2697220 h 3031731"/>
                <a:gd name="connsiteX3" fmla="*/ -1 w 16618687"/>
                <a:gd name="connsiteY3" fmla="*/ -4 h 3031731"/>
                <a:gd name="connsiteX0" fmla="*/ -1 w 16618687"/>
                <a:gd name="connsiteY0" fmla="*/ -4 h 3042416"/>
                <a:gd name="connsiteX1" fmla="*/ 16618682 w 16618687"/>
                <a:gd name="connsiteY1" fmla="*/ 2818227 h 3042416"/>
                <a:gd name="connsiteX2" fmla="*/ 16615144 w 16618687"/>
                <a:gd name="connsiteY2" fmla="*/ 2697220 h 3042416"/>
                <a:gd name="connsiteX3" fmla="*/ -1 w 16618687"/>
                <a:gd name="connsiteY3" fmla="*/ -4 h 3042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618687" h="3042416">
                  <a:moveTo>
                    <a:pt x="-1" y="-4"/>
                  </a:moveTo>
                  <a:cubicBezTo>
                    <a:pt x="1369049" y="1189587"/>
                    <a:pt x="11745160" y="3823804"/>
                    <a:pt x="16618682" y="2818227"/>
                  </a:cubicBezTo>
                  <a:lnTo>
                    <a:pt x="16615144" y="2697220"/>
                  </a:lnTo>
                  <a:cubicBezTo>
                    <a:pt x="12506599" y="3031771"/>
                    <a:pt x="7221605" y="2916874"/>
                    <a:pt x="-1" y="-4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7">
              <a:extLst>
                <a:ext uri="{FF2B5EF4-FFF2-40B4-BE49-F238E27FC236}">
                  <a16:creationId xmlns:a16="http://schemas.microsoft.com/office/drawing/2014/main" id="{FAD50C41-7EC3-31FF-0EC5-B0C098AAD573}"/>
                </a:ext>
              </a:extLst>
            </p:cNvPr>
            <p:cNvSpPr/>
            <p:nvPr/>
          </p:nvSpPr>
          <p:spPr>
            <a:xfrm rot="20256888" flipH="1">
              <a:off x="6988791" y="5457025"/>
              <a:ext cx="936826" cy="330723"/>
            </a:xfrm>
            <a:custGeom>
              <a:avLst/>
              <a:gdLst>
                <a:gd name="connsiteX0" fmla="*/ 0 w 1007285"/>
                <a:gd name="connsiteY0" fmla="*/ 0 h 94954"/>
                <a:gd name="connsiteX1" fmla="*/ 1007285 w 1007285"/>
                <a:gd name="connsiteY1" fmla="*/ 0 h 94954"/>
                <a:gd name="connsiteX2" fmla="*/ 1007285 w 1007285"/>
                <a:gd name="connsiteY2" fmla="*/ 94954 h 94954"/>
                <a:gd name="connsiteX3" fmla="*/ 0 w 1007285"/>
                <a:gd name="connsiteY3" fmla="*/ 94954 h 94954"/>
                <a:gd name="connsiteX4" fmla="*/ 0 w 1007285"/>
                <a:gd name="connsiteY4" fmla="*/ 0 h 94954"/>
                <a:gd name="connsiteX0" fmla="*/ 2819400 w 3826685"/>
                <a:gd name="connsiteY0" fmla="*/ 0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4" fmla="*/ 2819400 w 3826685"/>
                <a:gd name="connsiteY4" fmla="*/ 0 h 869654"/>
                <a:gd name="connsiteX0" fmla="*/ 0 w 3826685"/>
                <a:gd name="connsiteY0" fmla="*/ 869654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968065 h 1033547"/>
                <a:gd name="connsiteX1" fmla="*/ 3826685 w 3826685"/>
                <a:gd name="connsiteY1" fmla="*/ 98411 h 1033547"/>
                <a:gd name="connsiteX2" fmla="*/ 3826685 w 3826685"/>
                <a:gd name="connsiteY2" fmla="*/ 193365 h 1033547"/>
                <a:gd name="connsiteX3" fmla="*/ 0 w 3826685"/>
                <a:gd name="connsiteY3" fmla="*/ 968065 h 1033547"/>
                <a:gd name="connsiteX0" fmla="*/ 0 w 3826685"/>
                <a:gd name="connsiteY0" fmla="*/ 968065 h 1013810"/>
                <a:gd name="connsiteX1" fmla="*/ 3826685 w 3826685"/>
                <a:gd name="connsiteY1" fmla="*/ 98411 h 1013810"/>
                <a:gd name="connsiteX2" fmla="*/ 3826685 w 3826685"/>
                <a:gd name="connsiteY2" fmla="*/ 193365 h 1013810"/>
                <a:gd name="connsiteX3" fmla="*/ 0 w 3826685"/>
                <a:gd name="connsiteY3" fmla="*/ 968065 h 1013810"/>
                <a:gd name="connsiteX0" fmla="*/ 0 w 3826685"/>
                <a:gd name="connsiteY0" fmla="*/ 968065 h 1012429"/>
                <a:gd name="connsiteX1" fmla="*/ 3826685 w 3826685"/>
                <a:gd name="connsiteY1" fmla="*/ 98411 h 1012429"/>
                <a:gd name="connsiteX2" fmla="*/ 3826685 w 3826685"/>
                <a:gd name="connsiteY2" fmla="*/ 193365 h 1012429"/>
                <a:gd name="connsiteX3" fmla="*/ 0 w 3826685"/>
                <a:gd name="connsiteY3" fmla="*/ 968065 h 1012429"/>
                <a:gd name="connsiteX0" fmla="*/ 2 w 8087297"/>
                <a:gd name="connsiteY0" fmla="*/ -1 h 1456523"/>
                <a:gd name="connsiteX1" fmla="*/ 8087297 w 8087297"/>
                <a:gd name="connsiteY1" fmla="*/ 1361569 h 1456523"/>
                <a:gd name="connsiteX2" fmla="*/ 8087297 w 8087297"/>
                <a:gd name="connsiteY2" fmla="*/ 1456523 h 1456523"/>
                <a:gd name="connsiteX3" fmla="*/ 2 w 8087297"/>
                <a:gd name="connsiteY3" fmla="*/ -1 h 1456523"/>
                <a:gd name="connsiteX0" fmla="*/ 2 w 8087297"/>
                <a:gd name="connsiteY0" fmla="*/ -1 h 1456523"/>
                <a:gd name="connsiteX1" fmla="*/ 8087297 w 8087297"/>
                <a:gd name="connsiteY1" fmla="*/ 1361569 h 1456523"/>
                <a:gd name="connsiteX2" fmla="*/ 8087297 w 8087297"/>
                <a:gd name="connsiteY2" fmla="*/ 1456523 h 1456523"/>
                <a:gd name="connsiteX3" fmla="*/ 2 w 8087297"/>
                <a:gd name="connsiteY3" fmla="*/ -1 h 1456523"/>
                <a:gd name="connsiteX0" fmla="*/ 2 w 8087297"/>
                <a:gd name="connsiteY0" fmla="*/ -1 h 2510336"/>
                <a:gd name="connsiteX1" fmla="*/ 8087297 w 8087297"/>
                <a:gd name="connsiteY1" fmla="*/ 1361569 h 2510336"/>
                <a:gd name="connsiteX2" fmla="*/ 8087297 w 8087297"/>
                <a:gd name="connsiteY2" fmla="*/ 1456523 h 2510336"/>
                <a:gd name="connsiteX3" fmla="*/ 2 w 8087297"/>
                <a:gd name="connsiteY3" fmla="*/ -1 h 2510336"/>
                <a:gd name="connsiteX0" fmla="*/ 2 w 8087297"/>
                <a:gd name="connsiteY0" fmla="*/ -1 h 2510336"/>
                <a:gd name="connsiteX1" fmla="*/ 8087297 w 8087297"/>
                <a:gd name="connsiteY1" fmla="*/ 1361569 h 2510336"/>
                <a:gd name="connsiteX2" fmla="*/ 8087297 w 8087297"/>
                <a:gd name="connsiteY2" fmla="*/ 1456523 h 2510336"/>
                <a:gd name="connsiteX3" fmla="*/ 2 w 8087297"/>
                <a:gd name="connsiteY3" fmla="*/ -1 h 2510336"/>
                <a:gd name="connsiteX0" fmla="*/ -2 w 9409711"/>
                <a:gd name="connsiteY0" fmla="*/ -1 h 1549216"/>
                <a:gd name="connsiteX1" fmla="*/ 9409711 w 9409711"/>
                <a:gd name="connsiteY1" fmla="*/ 139136 h 1549216"/>
                <a:gd name="connsiteX2" fmla="*/ 9409711 w 9409711"/>
                <a:gd name="connsiteY2" fmla="*/ 234090 h 1549216"/>
                <a:gd name="connsiteX3" fmla="*/ -2 w 9409711"/>
                <a:gd name="connsiteY3" fmla="*/ -1 h 1549216"/>
                <a:gd name="connsiteX0" fmla="*/ -2 w 9409711"/>
                <a:gd name="connsiteY0" fmla="*/ -1 h 1291853"/>
                <a:gd name="connsiteX1" fmla="*/ 9409711 w 9409711"/>
                <a:gd name="connsiteY1" fmla="*/ 139136 h 1291853"/>
                <a:gd name="connsiteX2" fmla="*/ 9409711 w 9409711"/>
                <a:gd name="connsiteY2" fmla="*/ 234090 h 1291853"/>
                <a:gd name="connsiteX3" fmla="*/ -2 w 9409711"/>
                <a:gd name="connsiteY3" fmla="*/ -1 h 129185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640512 w 15640512"/>
                <a:gd name="connsiteY2" fmla="*/ 2263965 h 2970323"/>
                <a:gd name="connsiteX3" fmla="*/ 1 w 15640512"/>
                <a:gd name="connsiteY3" fmla="*/ 2 h 297032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640512 w 15640512"/>
                <a:gd name="connsiteY2" fmla="*/ 2263965 h 2970323"/>
                <a:gd name="connsiteX3" fmla="*/ 1 w 15640512"/>
                <a:gd name="connsiteY3" fmla="*/ 2 h 297032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640512 w 15640512"/>
                <a:gd name="connsiteY2" fmla="*/ 2263965 h 2970323"/>
                <a:gd name="connsiteX3" fmla="*/ 1 w 15640512"/>
                <a:gd name="connsiteY3" fmla="*/ 2 h 297032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511313 w 15640512"/>
                <a:gd name="connsiteY2" fmla="*/ 2913171 h 2970323"/>
                <a:gd name="connsiteX3" fmla="*/ 1 w 15640512"/>
                <a:gd name="connsiteY3" fmla="*/ 2 h 2970323"/>
                <a:gd name="connsiteX0" fmla="*/ 1 w 15640512"/>
                <a:gd name="connsiteY0" fmla="*/ 2 h 2913170"/>
                <a:gd name="connsiteX1" fmla="*/ 15640512 w 15640512"/>
                <a:gd name="connsiteY1" fmla="*/ 2169011 h 2913170"/>
                <a:gd name="connsiteX2" fmla="*/ 15511313 w 15640512"/>
                <a:gd name="connsiteY2" fmla="*/ 2913171 h 2913170"/>
                <a:gd name="connsiteX3" fmla="*/ 1 w 15640512"/>
                <a:gd name="connsiteY3" fmla="*/ 2 h 2913170"/>
                <a:gd name="connsiteX0" fmla="*/ 1 w 15863856"/>
                <a:gd name="connsiteY0" fmla="*/ 2 h 2240173"/>
                <a:gd name="connsiteX1" fmla="*/ 15640512 w 15863856"/>
                <a:gd name="connsiteY1" fmla="*/ 2169011 h 2240173"/>
                <a:gd name="connsiteX2" fmla="*/ 15863857 w 15863856"/>
                <a:gd name="connsiteY2" fmla="*/ 2240175 h 2240173"/>
                <a:gd name="connsiteX3" fmla="*/ 1 w 15863856"/>
                <a:gd name="connsiteY3" fmla="*/ 2 h 2240173"/>
                <a:gd name="connsiteX0" fmla="*/ 1 w 15640512"/>
                <a:gd name="connsiteY0" fmla="*/ 2 h 2847284"/>
                <a:gd name="connsiteX1" fmla="*/ 15640512 w 15640512"/>
                <a:gd name="connsiteY1" fmla="*/ 2169011 h 2847284"/>
                <a:gd name="connsiteX2" fmla="*/ 15622090 w 15640512"/>
                <a:gd name="connsiteY2" fmla="*/ 2847284 h 2847284"/>
                <a:gd name="connsiteX3" fmla="*/ 1 w 15640512"/>
                <a:gd name="connsiteY3" fmla="*/ 2 h 2847284"/>
                <a:gd name="connsiteX0" fmla="*/ 1 w 16401521"/>
                <a:gd name="connsiteY0" fmla="*/ 2 h 2203505"/>
                <a:gd name="connsiteX1" fmla="*/ 15640512 w 16401521"/>
                <a:gd name="connsiteY1" fmla="*/ 2169011 h 2203505"/>
                <a:gd name="connsiteX2" fmla="*/ 16401525 w 16401521"/>
                <a:gd name="connsiteY2" fmla="*/ 1770549 h 2203505"/>
                <a:gd name="connsiteX3" fmla="*/ 1 w 16401521"/>
                <a:gd name="connsiteY3" fmla="*/ 2 h 2203505"/>
                <a:gd name="connsiteX0" fmla="*/ 1 w 16401521"/>
                <a:gd name="connsiteY0" fmla="*/ 2 h 2686194"/>
                <a:gd name="connsiteX1" fmla="*/ 15438743 w 16401521"/>
                <a:gd name="connsiteY1" fmla="*/ 2656945 h 2686194"/>
                <a:gd name="connsiteX2" fmla="*/ 16401525 w 16401521"/>
                <a:gd name="connsiteY2" fmla="*/ 1770549 h 2686194"/>
                <a:gd name="connsiteX3" fmla="*/ 1 w 16401521"/>
                <a:gd name="connsiteY3" fmla="*/ 2 h 2686194"/>
                <a:gd name="connsiteX0" fmla="*/ 1 w 15749519"/>
                <a:gd name="connsiteY0" fmla="*/ 2 h 2686194"/>
                <a:gd name="connsiteX1" fmla="*/ 15438743 w 15749519"/>
                <a:gd name="connsiteY1" fmla="*/ 2656945 h 2686194"/>
                <a:gd name="connsiteX2" fmla="*/ 15749519 w 15749519"/>
                <a:gd name="connsiteY2" fmla="*/ 2090097 h 2686194"/>
                <a:gd name="connsiteX3" fmla="*/ 1 w 15749519"/>
                <a:gd name="connsiteY3" fmla="*/ 2 h 2686194"/>
                <a:gd name="connsiteX0" fmla="*/ 1 w 15749519"/>
                <a:gd name="connsiteY0" fmla="*/ 2 h 2397448"/>
                <a:gd name="connsiteX1" fmla="*/ 15447941 w 15749519"/>
                <a:gd name="connsiteY1" fmla="*/ 2365274 h 2397448"/>
                <a:gd name="connsiteX2" fmla="*/ 15749519 w 15749519"/>
                <a:gd name="connsiteY2" fmla="*/ 2090097 h 2397448"/>
                <a:gd name="connsiteX3" fmla="*/ 1 w 15749519"/>
                <a:gd name="connsiteY3" fmla="*/ 2 h 2397448"/>
                <a:gd name="connsiteX0" fmla="*/ 1 w 15749519"/>
                <a:gd name="connsiteY0" fmla="*/ 2 h 2397448"/>
                <a:gd name="connsiteX1" fmla="*/ 15447941 w 15749519"/>
                <a:gd name="connsiteY1" fmla="*/ 2365274 h 2397448"/>
                <a:gd name="connsiteX2" fmla="*/ 15749519 w 15749519"/>
                <a:gd name="connsiteY2" fmla="*/ 2090097 h 2397448"/>
                <a:gd name="connsiteX3" fmla="*/ 1 w 15749519"/>
                <a:gd name="connsiteY3" fmla="*/ 2 h 2397448"/>
                <a:gd name="connsiteX0" fmla="*/ 1 w 15749519"/>
                <a:gd name="connsiteY0" fmla="*/ 2 h 2450887"/>
                <a:gd name="connsiteX1" fmla="*/ 15447941 w 15749519"/>
                <a:gd name="connsiteY1" fmla="*/ 2365274 h 2450887"/>
                <a:gd name="connsiteX2" fmla="*/ 15749519 w 15749519"/>
                <a:gd name="connsiteY2" fmla="*/ 2090097 h 2450887"/>
                <a:gd name="connsiteX3" fmla="*/ 1 w 15749519"/>
                <a:gd name="connsiteY3" fmla="*/ 2 h 2450887"/>
                <a:gd name="connsiteX0" fmla="*/ 1 w 15749519"/>
                <a:gd name="connsiteY0" fmla="*/ 2 h 2450887"/>
                <a:gd name="connsiteX1" fmla="*/ 15447941 w 15749519"/>
                <a:gd name="connsiteY1" fmla="*/ 2365274 h 2450887"/>
                <a:gd name="connsiteX2" fmla="*/ 15749519 w 15749519"/>
                <a:gd name="connsiteY2" fmla="*/ 2090097 h 2450887"/>
                <a:gd name="connsiteX3" fmla="*/ 1 w 15749519"/>
                <a:gd name="connsiteY3" fmla="*/ 2 h 2450887"/>
                <a:gd name="connsiteX0" fmla="*/ 1 w 15553425"/>
                <a:gd name="connsiteY0" fmla="*/ 2 h 2450887"/>
                <a:gd name="connsiteX1" fmla="*/ 15447941 w 15553425"/>
                <a:gd name="connsiteY1" fmla="*/ 2365274 h 2450887"/>
                <a:gd name="connsiteX2" fmla="*/ 15553420 w 15553425"/>
                <a:gd name="connsiteY2" fmla="*/ 2070415 h 2450887"/>
                <a:gd name="connsiteX3" fmla="*/ 1 w 15553425"/>
                <a:gd name="connsiteY3" fmla="*/ 2 h 2450887"/>
                <a:gd name="connsiteX0" fmla="*/ 1 w 15553416"/>
                <a:gd name="connsiteY0" fmla="*/ 2 h 2450887"/>
                <a:gd name="connsiteX1" fmla="*/ 15447941 w 15553416"/>
                <a:gd name="connsiteY1" fmla="*/ 2365274 h 2450887"/>
                <a:gd name="connsiteX2" fmla="*/ 15553420 w 15553416"/>
                <a:gd name="connsiteY2" fmla="*/ 2070415 h 2450887"/>
                <a:gd name="connsiteX3" fmla="*/ 1 w 15553416"/>
                <a:gd name="connsiteY3" fmla="*/ 2 h 2450887"/>
                <a:gd name="connsiteX0" fmla="*/ 1 w 15556963"/>
                <a:gd name="connsiteY0" fmla="*/ 2 h 2290715"/>
                <a:gd name="connsiteX1" fmla="*/ 15556958 w 15556963"/>
                <a:gd name="connsiteY1" fmla="*/ 2191422 h 2290715"/>
                <a:gd name="connsiteX2" fmla="*/ 15553420 w 15556963"/>
                <a:gd name="connsiteY2" fmla="*/ 2070415 h 2290715"/>
                <a:gd name="connsiteX3" fmla="*/ 1 w 15556963"/>
                <a:gd name="connsiteY3" fmla="*/ 2 h 2290715"/>
                <a:gd name="connsiteX0" fmla="*/ 1 w 15556963"/>
                <a:gd name="connsiteY0" fmla="*/ 2 h 2251347"/>
                <a:gd name="connsiteX1" fmla="*/ 15556958 w 15556963"/>
                <a:gd name="connsiteY1" fmla="*/ 2191422 h 2251347"/>
                <a:gd name="connsiteX2" fmla="*/ 15553420 w 15556963"/>
                <a:gd name="connsiteY2" fmla="*/ 2070415 h 2251347"/>
                <a:gd name="connsiteX3" fmla="*/ 1 w 15556963"/>
                <a:gd name="connsiteY3" fmla="*/ 2 h 2251347"/>
                <a:gd name="connsiteX0" fmla="*/ 1 w 15556963"/>
                <a:gd name="connsiteY0" fmla="*/ 2 h 2270539"/>
                <a:gd name="connsiteX1" fmla="*/ 15556958 w 15556963"/>
                <a:gd name="connsiteY1" fmla="*/ 2191422 h 2270539"/>
                <a:gd name="connsiteX2" fmla="*/ 15553420 w 15556963"/>
                <a:gd name="connsiteY2" fmla="*/ 2070415 h 2270539"/>
                <a:gd name="connsiteX3" fmla="*/ 1 w 15556963"/>
                <a:gd name="connsiteY3" fmla="*/ 2 h 2270539"/>
                <a:gd name="connsiteX0" fmla="*/ 1 w 15556963"/>
                <a:gd name="connsiteY0" fmla="*/ 2 h 2329199"/>
                <a:gd name="connsiteX1" fmla="*/ 15556958 w 15556963"/>
                <a:gd name="connsiteY1" fmla="*/ 2191422 h 2329199"/>
                <a:gd name="connsiteX2" fmla="*/ 15553420 w 15556963"/>
                <a:gd name="connsiteY2" fmla="*/ 2070415 h 2329199"/>
                <a:gd name="connsiteX3" fmla="*/ 1 w 15556963"/>
                <a:gd name="connsiteY3" fmla="*/ 2 h 2329199"/>
                <a:gd name="connsiteX0" fmla="*/ 1 w 15556963"/>
                <a:gd name="connsiteY0" fmla="*/ 2 h 2329199"/>
                <a:gd name="connsiteX1" fmla="*/ 15556958 w 15556963"/>
                <a:gd name="connsiteY1" fmla="*/ 2191422 h 2329199"/>
                <a:gd name="connsiteX2" fmla="*/ 15553420 w 15556963"/>
                <a:gd name="connsiteY2" fmla="*/ 2070415 h 2329199"/>
                <a:gd name="connsiteX3" fmla="*/ 1 w 15556963"/>
                <a:gd name="connsiteY3" fmla="*/ 2 h 2329199"/>
                <a:gd name="connsiteX0" fmla="*/ -1 w 16618687"/>
                <a:gd name="connsiteY0" fmla="*/ -4 h 2896943"/>
                <a:gd name="connsiteX1" fmla="*/ 16618682 w 16618687"/>
                <a:gd name="connsiteY1" fmla="*/ 2818227 h 2896943"/>
                <a:gd name="connsiteX2" fmla="*/ 16615144 w 16618687"/>
                <a:gd name="connsiteY2" fmla="*/ 2697220 h 2896943"/>
                <a:gd name="connsiteX3" fmla="*/ -1 w 16618687"/>
                <a:gd name="connsiteY3" fmla="*/ -4 h 2896943"/>
                <a:gd name="connsiteX0" fmla="*/ -1 w 16618687"/>
                <a:gd name="connsiteY0" fmla="*/ -4 h 3139113"/>
                <a:gd name="connsiteX1" fmla="*/ 16618682 w 16618687"/>
                <a:gd name="connsiteY1" fmla="*/ 2818227 h 3139113"/>
                <a:gd name="connsiteX2" fmla="*/ 16615144 w 16618687"/>
                <a:gd name="connsiteY2" fmla="*/ 2697220 h 3139113"/>
                <a:gd name="connsiteX3" fmla="*/ -1 w 16618687"/>
                <a:gd name="connsiteY3" fmla="*/ -4 h 3139113"/>
                <a:gd name="connsiteX0" fmla="*/ -1 w 16618687"/>
                <a:gd name="connsiteY0" fmla="*/ -4 h 3139113"/>
                <a:gd name="connsiteX1" fmla="*/ 16618682 w 16618687"/>
                <a:gd name="connsiteY1" fmla="*/ 2818227 h 3139113"/>
                <a:gd name="connsiteX2" fmla="*/ 16615144 w 16618687"/>
                <a:gd name="connsiteY2" fmla="*/ 2697220 h 3139113"/>
                <a:gd name="connsiteX3" fmla="*/ -1 w 16618687"/>
                <a:gd name="connsiteY3" fmla="*/ -4 h 3139113"/>
                <a:gd name="connsiteX0" fmla="*/ -1 w 16618687"/>
                <a:gd name="connsiteY0" fmla="*/ -4 h 3070251"/>
                <a:gd name="connsiteX1" fmla="*/ 16618682 w 16618687"/>
                <a:gd name="connsiteY1" fmla="*/ 2818227 h 3070251"/>
                <a:gd name="connsiteX2" fmla="*/ 16615144 w 16618687"/>
                <a:gd name="connsiteY2" fmla="*/ 2697220 h 3070251"/>
                <a:gd name="connsiteX3" fmla="*/ -1 w 16618687"/>
                <a:gd name="connsiteY3" fmla="*/ -4 h 3070251"/>
                <a:gd name="connsiteX0" fmla="*/ -1 w 16618687"/>
                <a:gd name="connsiteY0" fmla="*/ -4 h 3031731"/>
                <a:gd name="connsiteX1" fmla="*/ 16618682 w 16618687"/>
                <a:gd name="connsiteY1" fmla="*/ 2818227 h 3031731"/>
                <a:gd name="connsiteX2" fmla="*/ 16615144 w 16618687"/>
                <a:gd name="connsiteY2" fmla="*/ 2697220 h 3031731"/>
                <a:gd name="connsiteX3" fmla="*/ -1 w 16618687"/>
                <a:gd name="connsiteY3" fmla="*/ -4 h 3031731"/>
                <a:gd name="connsiteX0" fmla="*/ -1 w 16618687"/>
                <a:gd name="connsiteY0" fmla="*/ -4 h 3042416"/>
                <a:gd name="connsiteX1" fmla="*/ 16618682 w 16618687"/>
                <a:gd name="connsiteY1" fmla="*/ 2818227 h 3042416"/>
                <a:gd name="connsiteX2" fmla="*/ 16615144 w 16618687"/>
                <a:gd name="connsiteY2" fmla="*/ 2697220 h 3042416"/>
                <a:gd name="connsiteX3" fmla="*/ -1 w 16618687"/>
                <a:gd name="connsiteY3" fmla="*/ -4 h 3042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618687" h="3042416">
                  <a:moveTo>
                    <a:pt x="-1" y="-4"/>
                  </a:moveTo>
                  <a:cubicBezTo>
                    <a:pt x="1369049" y="1189587"/>
                    <a:pt x="11745160" y="3823804"/>
                    <a:pt x="16618682" y="2818227"/>
                  </a:cubicBezTo>
                  <a:lnTo>
                    <a:pt x="16615144" y="2697220"/>
                  </a:lnTo>
                  <a:cubicBezTo>
                    <a:pt x="12506599" y="3031771"/>
                    <a:pt x="7221605" y="2916874"/>
                    <a:pt x="-1" y="-4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225649-778D-E03E-5463-8E1FB0CCCAE9}"/>
                </a:ext>
              </a:extLst>
            </p:cNvPr>
            <p:cNvSpPr/>
            <p:nvPr/>
          </p:nvSpPr>
          <p:spPr>
            <a:xfrm>
              <a:off x="6593610" y="3453200"/>
              <a:ext cx="913792" cy="2807531"/>
            </a:xfrm>
            <a:custGeom>
              <a:avLst/>
              <a:gdLst>
                <a:gd name="connsiteX0" fmla="*/ 229937 w 913792"/>
                <a:gd name="connsiteY0" fmla="*/ 0 h 2807531"/>
                <a:gd name="connsiteX1" fmla="*/ 271557 w 913792"/>
                <a:gd name="connsiteY1" fmla="*/ 2779421 h 2807531"/>
                <a:gd name="connsiteX2" fmla="*/ 241109 w 913792"/>
                <a:gd name="connsiteY2" fmla="*/ 2806876 h 2807531"/>
                <a:gd name="connsiteX3" fmla="*/ 161588 w 913792"/>
                <a:gd name="connsiteY3" fmla="*/ 2807531 h 2807531"/>
                <a:gd name="connsiteX4" fmla="*/ 3082 w 913792"/>
                <a:gd name="connsiteY4" fmla="*/ 2790145 h 2807531"/>
                <a:gd name="connsiteX5" fmla="*/ 0 w 913792"/>
                <a:gd name="connsiteY5" fmla="*/ 2791348 h 2807531"/>
                <a:gd name="connsiteX6" fmla="*/ 75077 w 913792"/>
                <a:gd name="connsiteY6" fmla="*/ 2720085 h 2807531"/>
                <a:gd name="connsiteX7" fmla="*/ 229937 w 913792"/>
                <a:gd name="connsiteY7" fmla="*/ 0 h 2807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13792" h="2807531">
                  <a:moveTo>
                    <a:pt x="229937" y="0"/>
                  </a:moveTo>
                  <a:cubicBezTo>
                    <a:pt x="804496" y="424692"/>
                    <a:pt x="1407801" y="1693455"/>
                    <a:pt x="271557" y="2779421"/>
                  </a:cubicBezTo>
                  <a:lnTo>
                    <a:pt x="241109" y="2806876"/>
                  </a:lnTo>
                  <a:lnTo>
                    <a:pt x="161588" y="2807531"/>
                  </a:lnTo>
                  <a:cubicBezTo>
                    <a:pt x="106610" y="2805546"/>
                    <a:pt x="52703" y="2799036"/>
                    <a:pt x="3082" y="2790145"/>
                  </a:cubicBezTo>
                  <a:lnTo>
                    <a:pt x="0" y="2791348"/>
                  </a:lnTo>
                  <a:lnTo>
                    <a:pt x="75077" y="2720085"/>
                  </a:lnTo>
                  <a:cubicBezTo>
                    <a:pt x="663525" y="2140055"/>
                    <a:pt x="1173003" y="1316031"/>
                    <a:pt x="229937" y="0"/>
                  </a:cubicBezTo>
                  <a:close/>
                </a:path>
              </a:pathLst>
            </a:cu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4901B8A-EB8D-3095-017F-2DA4427659B7}"/>
              </a:ext>
            </a:extLst>
          </p:cNvPr>
          <p:cNvGrpSpPr/>
          <p:nvPr/>
        </p:nvGrpSpPr>
        <p:grpSpPr>
          <a:xfrm>
            <a:off x="-3161454" y="1063087"/>
            <a:ext cx="6455945" cy="5970863"/>
            <a:chOff x="4231842" y="2715747"/>
            <a:chExt cx="3924761" cy="3629865"/>
          </a:xfrm>
        </p:grpSpPr>
        <p:sp>
          <p:nvSpPr>
            <p:cNvPr id="23" name="Rectangle 2">
              <a:extLst>
                <a:ext uri="{FF2B5EF4-FFF2-40B4-BE49-F238E27FC236}">
                  <a16:creationId xmlns:a16="http://schemas.microsoft.com/office/drawing/2014/main" id="{CBF8844C-BE73-ABF9-60AA-0C31538DCCFB}"/>
                </a:ext>
              </a:extLst>
            </p:cNvPr>
            <p:cNvSpPr/>
            <p:nvPr/>
          </p:nvSpPr>
          <p:spPr>
            <a:xfrm>
              <a:off x="4920707" y="2715747"/>
              <a:ext cx="3235896" cy="3629865"/>
            </a:xfrm>
            <a:custGeom>
              <a:avLst/>
              <a:gdLst>
                <a:gd name="connsiteX0" fmla="*/ 0 w 1465943"/>
                <a:gd name="connsiteY0" fmla="*/ 0 h 2046514"/>
                <a:gd name="connsiteX1" fmla="*/ 1465943 w 1465943"/>
                <a:gd name="connsiteY1" fmla="*/ 0 h 2046514"/>
                <a:gd name="connsiteX2" fmla="*/ 1465943 w 1465943"/>
                <a:gd name="connsiteY2" fmla="*/ 2046514 h 2046514"/>
                <a:gd name="connsiteX3" fmla="*/ 0 w 1465943"/>
                <a:gd name="connsiteY3" fmla="*/ 2046514 h 2046514"/>
                <a:gd name="connsiteX4" fmla="*/ 0 w 1465943"/>
                <a:gd name="connsiteY4" fmla="*/ 0 h 2046514"/>
                <a:gd name="connsiteX0" fmla="*/ 0 w 1465943"/>
                <a:gd name="connsiteY0" fmla="*/ 0 h 3381828"/>
                <a:gd name="connsiteX1" fmla="*/ 1465943 w 1465943"/>
                <a:gd name="connsiteY1" fmla="*/ 0 h 3381828"/>
                <a:gd name="connsiteX2" fmla="*/ 595086 w 1465943"/>
                <a:gd name="connsiteY2" fmla="*/ 3381828 h 3381828"/>
                <a:gd name="connsiteX3" fmla="*/ 0 w 1465943"/>
                <a:gd name="connsiteY3" fmla="*/ 2046514 h 3381828"/>
                <a:gd name="connsiteX4" fmla="*/ 0 w 1465943"/>
                <a:gd name="connsiteY4" fmla="*/ 0 h 3381828"/>
                <a:gd name="connsiteX0" fmla="*/ 1059180 w 2525123"/>
                <a:gd name="connsiteY0" fmla="*/ 0 h 3381828"/>
                <a:gd name="connsiteX1" fmla="*/ 2525123 w 2525123"/>
                <a:gd name="connsiteY1" fmla="*/ 0 h 3381828"/>
                <a:gd name="connsiteX2" fmla="*/ 1654266 w 2525123"/>
                <a:gd name="connsiteY2" fmla="*/ 3381828 h 3381828"/>
                <a:gd name="connsiteX3" fmla="*/ 0 w 2525123"/>
                <a:gd name="connsiteY3" fmla="*/ 2983774 h 3381828"/>
                <a:gd name="connsiteX4" fmla="*/ 1059180 w 2525123"/>
                <a:gd name="connsiteY4" fmla="*/ 0 h 3381828"/>
                <a:gd name="connsiteX0" fmla="*/ 1059180 w 2525123"/>
                <a:gd name="connsiteY0" fmla="*/ 0 h 3381828"/>
                <a:gd name="connsiteX1" fmla="*/ 2525123 w 2525123"/>
                <a:gd name="connsiteY1" fmla="*/ 0 h 3381828"/>
                <a:gd name="connsiteX2" fmla="*/ 1654266 w 2525123"/>
                <a:gd name="connsiteY2" fmla="*/ 3381828 h 3381828"/>
                <a:gd name="connsiteX3" fmla="*/ 0 w 2525123"/>
                <a:gd name="connsiteY3" fmla="*/ 2983774 h 3381828"/>
                <a:gd name="connsiteX4" fmla="*/ 1059180 w 2525123"/>
                <a:gd name="connsiteY4" fmla="*/ 0 h 3381828"/>
                <a:gd name="connsiteX0" fmla="*/ 1059180 w 2525123"/>
                <a:gd name="connsiteY0" fmla="*/ 0 h 3351348"/>
                <a:gd name="connsiteX1" fmla="*/ 2525123 w 2525123"/>
                <a:gd name="connsiteY1" fmla="*/ 0 h 3351348"/>
                <a:gd name="connsiteX2" fmla="*/ 1654266 w 2525123"/>
                <a:gd name="connsiteY2" fmla="*/ 3351348 h 3351348"/>
                <a:gd name="connsiteX3" fmla="*/ 0 w 2525123"/>
                <a:gd name="connsiteY3" fmla="*/ 2983774 h 3351348"/>
                <a:gd name="connsiteX4" fmla="*/ 1059180 w 2525123"/>
                <a:gd name="connsiteY4" fmla="*/ 0 h 3351348"/>
                <a:gd name="connsiteX0" fmla="*/ 1059180 w 2525123"/>
                <a:gd name="connsiteY0" fmla="*/ 0 h 3438785"/>
                <a:gd name="connsiteX1" fmla="*/ 2525123 w 2525123"/>
                <a:gd name="connsiteY1" fmla="*/ 0 h 3438785"/>
                <a:gd name="connsiteX2" fmla="*/ 1654266 w 2525123"/>
                <a:gd name="connsiteY2" fmla="*/ 3351348 h 3438785"/>
                <a:gd name="connsiteX3" fmla="*/ 0 w 2525123"/>
                <a:gd name="connsiteY3" fmla="*/ 2983774 h 3438785"/>
                <a:gd name="connsiteX4" fmla="*/ 1059180 w 2525123"/>
                <a:gd name="connsiteY4" fmla="*/ 0 h 3438785"/>
                <a:gd name="connsiteX0" fmla="*/ 1059255 w 2525198"/>
                <a:gd name="connsiteY0" fmla="*/ 0 h 3631788"/>
                <a:gd name="connsiteX1" fmla="*/ 2525198 w 2525198"/>
                <a:gd name="connsiteY1" fmla="*/ 0 h 3631788"/>
                <a:gd name="connsiteX2" fmla="*/ 1654341 w 2525198"/>
                <a:gd name="connsiteY2" fmla="*/ 3351348 h 3631788"/>
                <a:gd name="connsiteX3" fmla="*/ 992489 w 2525198"/>
                <a:gd name="connsiteY3" fmla="*/ 3389461 h 3631788"/>
                <a:gd name="connsiteX4" fmla="*/ 75 w 2525198"/>
                <a:gd name="connsiteY4" fmla="*/ 2983774 h 3631788"/>
                <a:gd name="connsiteX5" fmla="*/ 1059255 w 2525198"/>
                <a:gd name="connsiteY5" fmla="*/ 0 h 3631788"/>
                <a:gd name="connsiteX0" fmla="*/ 1059255 w 2525198"/>
                <a:gd name="connsiteY0" fmla="*/ 0 h 3448573"/>
                <a:gd name="connsiteX1" fmla="*/ 2525198 w 2525198"/>
                <a:gd name="connsiteY1" fmla="*/ 0 h 3448573"/>
                <a:gd name="connsiteX2" fmla="*/ 1654341 w 2525198"/>
                <a:gd name="connsiteY2" fmla="*/ 3351348 h 3448573"/>
                <a:gd name="connsiteX3" fmla="*/ 992489 w 2525198"/>
                <a:gd name="connsiteY3" fmla="*/ 3389461 h 3448573"/>
                <a:gd name="connsiteX4" fmla="*/ 75 w 2525198"/>
                <a:gd name="connsiteY4" fmla="*/ 2983774 h 3448573"/>
                <a:gd name="connsiteX5" fmla="*/ 1059255 w 2525198"/>
                <a:gd name="connsiteY5" fmla="*/ 0 h 3448573"/>
                <a:gd name="connsiteX0" fmla="*/ 1059255 w 2525198"/>
                <a:gd name="connsiteY0" fmla="*/ 0 h 3448573"/>
                <a:gd name="connsiteX1" fmla="*/ 2525198 w 2525198"/>
                <a:gd name="connsiteY1" fmla="*/ 0 h 3448573"/>
                <a:gd name="connsiteX2" fmla="*/ 2249789 w 2525198"/>
                <a:gd name="connsiteY2" fmla="*/ 3206581 h 3448573"/>
                <a:gd name="connsiteX3" fmla="*/ 1654341 w 2525198"/>
                <a:gd name="connsiteY3" fmla="*/ 3351348 h 3448573"/>
                <a:gd name="connsiteX4" fmla="*/ 992489 w 2525198"/>
                <a:gd name="connsiteY4" fmla="*/ 3389461 h 3448573"/>
                <a:gd name="connsiteX5" fmla="*/ 75 w 2525198"/>
                <a:gd name="connsiteY5" fmla="*/ 2983774 h 3448573"/>
                <a:gd name="connsiteX6" fmla="*/ 1059255 w 2525198"/>
                <a:gd name="connsiteY6" fmla="*/ 0 h 3448573"/>
                <a:gd name="connsiteX0" fmla="*/ 1059255 w 2525198"/>
                <a:gd name="connsiteY0" fmla="*/ 0 h 3448573"/>
                <a:gd name="connsiteX1" fmla="*/ 2525198 w 2525198"/>
                <a:gd name="connsiteY1" fmla="*/ 0 h 3448573"/>
                <a:gd name="connsiteX2" fmla="*/ 2249789 w 2525198"/>
                <a:gd name="connsiteY2" fmla="*/ 3206581 h 3448573"/>
                <a:gd name="connsiteX3" fmla="*/ 1654341 w 2525198"/>
                <a:gd name="connsiteY3" fmla="*/ 3351348 h 3448573"/>
                <a:gd name="connsiteX4" fmla="*/ 992489 w 2525198"/>
                <a:gd name="connsiteY4" fmla="*/ 3389461 h 3448573"/>
                <a:gd name="connsiteX5" fmla="*/ 75 w 2525198"/>
                <a:gd name="connsiteY5" fmla="*/ 2983774 h 3448573"/>
                <a:gd name="connsiteX6" fmla="*/ 1059255 w 2525198"/>
                <a:gd name="connsiteY6" fmla="*/ 0 h 3448573"/>
                <a:gd name="connsiteX0" fmla="*/ 1059255 w 2525198"/>
                <a:gd name="connsiteY0" fmla="*/ 0 h 3448573"/>
                <a:gd name="connsiteX1" fmla="*/ 2525198 w 2525198"/>
                <a:gd name="connsiteY1" fmla="*/ 0 h 3448573"/>
                <a:gd name="connsiteX2" fmla="*/ 2249789 w 2525198"/>
                <a:gd name="connsiteY2" fmla="*/ 3206581 h 3448573"/>
                <a:gd name="connsiteX3" fmla="*/ 1654341 w 2525198"/>
                <a:gd name="connsiteY3" fmla="*/ 3351348 h 3448573"/>
                <a:gd name="connsiteX4" fmla="*/ 992489 w 2525198"/>
                <a:gd name="connsiteY4" fmla="*/ 3389461 h 3448573"/>
                <a:gd name="connsiteX5" fmla="*/ 75 w 2525198"/>
                <a:gd name="connsiteY5" fmla="*/ 2983774 h 3448573"/>
                <a:gd name="connsiteX6" fmla="*/ 1059255 w 2525198"/>
                <a:gd name="connsiteY6" fmla="*/ 0 h 3448573"/>
                <a:gd name="connsiteX0" fmla="*/ 1059180 w 2525123"/>
                <a:gd name="connsiteY0" fmla="*/ 0 h 3448573"/>
                <a:gd name="connsiteX1" fmla="*/ 2525123 w 2525123"/>
                <a:gd name="connsiteY1" fmla="*/ 0 h 3448573"/>
                <a:gd name="connsiteX2" fmla="*/ 2249714 w 2525123"/>
                <a:gd name="connsiteY2" fmla="*/ 3206581 h 3448573"/>
                <a:gd name="connsiteX3" fmla="*/ 1654266 w 2525123"/>
                <a:gd name="connsiteY3" fmla="*/ 3351348 h 3448573"/>
                <a:gd name="connsiteX4" fmla="*/ 992414 w 2525123"/>
                <a:gd name="connsiteY4" fmla="*/ 3389461 h 3448573"/>
                <a:gd name="connsiteX5" fmla="*/ 0 w 2525123"/>
                <a:gd name="connsiteY5" fmla="*/ 2983774 h 3448573"/>
                <a:gd name="connsiteX6" fmla="*/ 1059180 w 2525123"/>
                <a:gd name="connsiteY6" fmla="*/ 0 h 3448573"/>
                <a:gd name="connsiteX0" fmla="*/ 1059180 w 2525123"/>
                <a:gd name="connsiteY0" fmla="*/ 0 h 3448573"/>
                <a:gd name="connsiteX1" fmla="*/ 2525123 w 2525123"/>
                <a:gd name="connsiteY1" fmla="*/ 0 h 3448573"/>
                <a:gd name="connsiteX2" fmla="*/ 2249714 w 2525123"/>
                <a:gd name="connsiteY2" fmla="*/ 3206581 h 3448573"/>
                <a:gd name="connsiteX3" fmla="*/ 1654266 w 2525123"/>
                <a:gd name="connsiteY3" fmla="*/ 3351348 h 3448573"/>
                <a:gd name="connsiteX4" fmla="*/ 992414 w 2525123"/>
                <a:gd name="connsiteY4" fmla="*/ 3389461 h 3448573"/>
                <a:gd name="connsiteX5" fmla="*/ 0 w 2525123"/>
                <a:gd name="connsiteY5" fmla="*/ 2983774 h 3448573"/>
                <a:gd name="connsiteX6" fmla="*/ 1059180 w 2525123"/>
                <a:gd name="connsiteY6" fmla="*/ 0 h 3448573"/>
                <a:gd name="connsiteX0" fmla="*/ 1059180 w 3038751"/>
                <a:gd name="connsiteY0" fmla="*/ 0 h 3448573"/>
                <a:gd name="connsiteX1" fmla="*/ 2525123 w 3038751"/>
                <a:gd name="connsiteY1" fmla="*/ 0 h 3448573"/>
                <a:gd name="connsiteX2" fmla="*/ 3034574 w 3038751"/>
                <a:gd name="connsiteY2" fmla="*/ 2345521 h 3448573"/>
                <a:gd name="connsiteX3" fmla="*/ 2249714 w 3038751"/>
                <a:gd name="connsiteY3" fmla="*/ 3206581 h 3448573"/>
                <a:gd name="connsiteX4" fmla="*/ 1654266 w 3038751"/>
                <a:gd name="connsiteY4" fmla="*/ 3351348 h 3448573"/>
                <a:gd name="connsiteX5" fmla="*/ 992414 w 3038751"/>
                <a:gd name="connsiteY5" fmla="*/ 3389461 h 3448573"/>
                <a:gd name="connsiteX6" fmla="*/ 0 w 3038751"/>
                <a:gd name="connsiteY6" fmla="*/ 2983774 h 3448573"/>
                <a:gd name="connsiteX7" fmla="*/ 1059180 w 3038751"/>
                <a:gd name="connsiteY7" fmla="*/ 0 h 3448573"/>
                <a:gd name="connsiteX0" fmla="*/ 1059180 w 3235896"/>
                <a:gd name="connsiteY0" fmla="*/ 0 h 3448573"/>
                <a:gd name="connsiteX1" fmla="*/ 2525123 w 3235896"/>
                <a:gd name="connsiteY1" fmla="*/ 0 h 3448573"/>
                <a:gd name="connsiteX2" fmla="*/ 3209834 w 3235896"/>
                <a:gd name="connsiteY2" fmla="*/ 1469221 h 3448573"/>
                <a:gd name="connsiteX3" fmla="*/ 3034574 w 3235896"/>
                <a:gd name="connsiteY3" fmla="*/ 2345521 h 3448573"/>
                <a:gd name="connsiteX4" fmla="*/ 2249714 w 3235896"/>
                <a:gd name="connsiteY4" fmla="*/ 3206581 h 3448573"/>
                <a:gd name="connsiteX5" fmla="*/ 1654266 w 3235896"/>
                <a:gd name="connsiteY5" fmla="*/ 3351348 h 3448573"/>
                <a:gd name="connsiteX6" fmla="*/ 992414 w 3235896"/>
                <a:gd name="connsiteY6" fmla="*/ 3389461 h 3448573"/>
                <a:gd name="connsiteX7" fmla="*/ 0 w 3235896"/>
                <a:gd name="connsiteY7" fmla="*/ 2983774 h 3448573"/>
                <a:gd name="connsiteX8" fmla="*/ 1059180 w 3235896"/>
                <a:gd name="connsiteY8" fmla="*/ 0 h 3448573"/>
                <a:gd name="connsiteX0" fmla="*/ 1059180 w 3235896"/>
                <a:gd name="connsiteY0" fmla="*/ 0 h 3448573"/>
                <a:gd name="connsiteX1" fmla="*/ 2182223 w 3235896"/>
                <a:gd name="connsiteY1" fmla="*/ 38100 h 3448573"/>
                <a:gd name="connsiteX2" fmla="*/ 3209834 w 3235896"/>
                <a:gd name="connsiteY2" fmla="*/ 1469221 h 3448573"/>
                <a:gd name="connsiteX3" fmla="*/ 3034574 w 3235896"/>
                <a:gd name="connsiteY3" fmla="*/ 2345521 h 3448573"/>
                <a:gd name="connsiteX4" fmla="*/ 2249714 w 3235896"/>
                <a:gd name="connsiteY4" fmla="*/ 3206581 h 3448573"/>
                <a:gd name="connsiteX5" fmla="*/ 1654266 w 3235896"/>
                <a:gd name="connsiteY5" fmla="*/ 3351348 h 3448573"/>
                <a:gd name="connsiteX6" fmla="*/ 992414 w 3235896"/>
                <a:gd name="connsiteY6" fmla="*/ 3389461 h 3448573"/>
                <a:gd name="connsiteX7" fmla="*/ 0 w 3235896"/>
                <a:gd name="connsiteY7" fmla="*/ 2983774 h 3448573"/>
                <a:gd name="connsiteX8" fmla="*/ 1059180 w 3235896"/>
                <a:gd name="connsiteY8" fmla="*/ 0 h 3448573"/>
                <a:gd name="connsiteX0" fmla="*/ 1059180 w 3235896"/>
                <a:gd name="connsiteY0" fmla="*/ 0 h 3448573"/>
                <a:gd name="connsiteX1" fmla="*/ 2182223 w 3235896"/>
                <a:gd name="connsiteY1" fmla="*/ 38100 h 3448573"/>
                <a:gd name="connsiteX2" fmla="*/ 3209834 w 3235896"/>
                <a:gd name="connsiteY2" fmla="*/ 1469221 h 3448573"/>
                <a:gd name="connsiteX3" fmla="*/ 3034574 w 3235896"/>
                <a:gd name="connsiteY3" fmla="*/ 2345521 h 3448573"/>
                <a:gd name="connsiteX4" fmla="*/ 2249714 w 3235896"/>
                <a:gd name="connsiteY4" fmla="*/ 3206581 h 3448573"/>
                <a:gd name="connsiteX5" fmla="*/ 1654266 w 3235896"/>
                <a:gd name="connsiteY5" fmla="*/ 3351348 h 3448573"/>
                <a:gd name="connsiteX6" fmla="*/ 992414 w 3235896"/>
                <a:gd name="connsiteY6" fmla="*/ 3389461 h 3448573"/>
                <a:gd name="connsiteX7" fmla="*/ 0 w 3235896"/>
                <a:gd name="connsiteY7" fmla="*/ 2983774 h 3448573"/>
                <a:gd name="connsiteX8" fmla="*/ 1059180 w 3235896"/>
                <a:gd name="connsiteY8" fmla="*/ 0 h 3448573"/>
                <a:gd name="connsiteX0" fmla="*/ 1059180 w 3235896"/>
                <a:gd name="connsiteY0" fmla="*/ 0 h 3448573"/>
                <a:gd name="connsiteX1" fmla="*/ 2182223 w 3235896"/>
                <a:gd name="connsiteY1" fmla="*/ 38100 h 3448573"/>
                <a:gd name="connsiteX2" fmla="*/ 3209834 w 3235896"/>
                <a:gd name="connsiteY2" fmla="*/ 1469221 h 3448573"/>
                <a:gd name="connsiteX3" fmla="*/ 3034574 w 3235896"/>
                <a:gd name="connsiteY3" fmla="*/ 2345521 h 3448573"/>
                <a:gd name="connsiteX4" fmla="*/ 2249714 w 3235896"/>
                <a:gd name="connsiteY4" fmla="*/ 3206581 h 3448573"/>
                <a:gd name="connsiteX5" fmla="*/ 1654266 w 3235896"/>
                <a:gd name="connsiteY5" fmla="*/ 3351348 h 3448573"/>
                <a:gd name="connsiteX6" fmla="*/ 992414 w 3235896"/>
                <a:gd name="connsiteY6" fmla="*/ 3389461 h 3448573"/>
                <a:gd name="connsiteX7" fmla="*/ 0 w 3235896"/>
                <a:gd name="connsiteY7" fmla="*/ 2983774 h 3448573"/>
                <a:gd name="connsiteX8" fmla="*/ 1059180 w 3235896"/>
                <a:gd name="connsiteY8" fmla="*/ 0 h 3448573"/>
                <a:gd name="connsiteX0" fmla="*/ 1059180 w 3235896"/>
                <a:gd name="connsiteY0" fmla="*/ 166598 h 3615171"/>
                <a:gd name="connsiteX1" fmla="*/ 1530893 w 3235896"/>
                <a:gd name="connsiteY1" fmla="*/ 59 h 3615171"/>
                <a:gd name="connsiteX2" fmla="*/ 2182223 w 3235896"/>
                <a:gd name="connsiteY2" fmla="*/ 204698 h 3615171"/>
                <a:gd name="connsiteX3" fmla="*/ 3209834 w 3235896"/>
                <a:gd name="connsiteY3" fmla="*/ 1635819 h 3615171"/>
                <a:gd name="connsiteX4" fmla="*/ 3034574 w 3235896"/>
                <a:gd name="connsiteY4" fmla="*/ 2512119 h 3615171"/>
                <a:gd name="connsiteX5" fmla="*/ 2249714 w 3235896"/>
                <a:gd name="connsiteY5" fmla="*/ 3373179 h 3615171"/>
                <a:gd name="connsiteX6" fmla="*/ 1654266 w 3235896"/>
                <a:gd name="connsiteY6" fmla="*/ 3517946 h 3615171"/>
                <a:gd name="connsiteX7" fmla="*/ 992414 w 3235896"/>
                <a:gd name="connsiteY7" fmla="*/ 3556059 h 3615171"/>
                <a:gd name="connsiteX8" fmla="*/ 0 w 3235896"/>
                <a:gd name="connsiteY8" fmla="*/ 3150372 h 3615171"/>
                <a:gd name="connsiteX9" fmla="*/ 1059180 w 3235896"/>
                <a:gd name="connsiteY9" fmla="*/ 166598 h 3615171"/>
                <a:gd name="connsiteX0" fmla="*/ 1059180 w 3235896"/>
                <a:gd name="connsiteY0" fmla="*/ 181292 h 3629865"/>
                <a:gd name="connsiteX1" fmla="*/ 1530893 w 3235896"/>
                <a:gd name="connsiteY1" fmla="*/ 14753 h 3629865"/>
                <a:gd name="connsiteX2" fmla="*/ 2182223 w 3235896"/>
                <a:gd name="connsiteY2" fmla="*/ 219392 h 3629865"/>
                <a:gd name="connsiteX3" fmla="*/ 3209834 w 3235896"/>
                <a:gd name="connsiteY3" fmla="*/ 1650513 h 3629865"/>
                <a:gd name="connsiteX4" fmla="*/ 3034574 w 3235896"/>
                <a:gd name="connsiteY4" fmla="*/ 2526813 h 3629865"/>
                <a:gd name="connsiteX5" fmla="*/ 2249714 w 3235896"/>
                <a:gd name="connsiteY5" fmla="*/ 3387873 h 3629865"/>
                <a:gd name="connsiteX6" fmla="*/ 1654266 w 3235896"/>
                <a:gd name="connsiteY6" fmla="*/ 3532640 h 3629865"/>
                <a:gd name="connsiteX7" fmla="*/ 992414 w 3235896"/>
                <a:gd name="connsiteY7" fmla="*/ 3570753 h 3629865"/>
                <a:gd name="connsiteX8" fmla="*/ 0 w 3235896"/>
                <a:gd name="connsiteY8" fmla="*/ 3165066 h 3629865"/>
                <a:gd name="connsiteX9" fmla="*/ 1059180 w 3235896"/>
                <a:gd name="connsiteY9" fmla="*/ 181292 h 3629865"/>
                <a:gd name="connsiteX0" fmla="*/ 1059180 w 3235896"/>
                <a:gd name="connsiteY0" fmla="*/ 181292 h 3629865"/>
                <a:gd name="connsiteX1" fmla="*/ 1530893 w 3235896"/>
                <a:gd name="connsiteY1" fmla="*/ 14753 h 3629865"/>
                <a:gd name="connsiteX2" fmla="*/ 2131423 w 3235896"/>
                <a:gd name="connsiteY2" fmla="*/ 219392 h 3629865"/>
                <a:gd name="connsiteX3" fmla="*/ 3209834 w 3235896"/>
                <a:gd name="connsiteY3" fmla="*/ 1650513 h 3629865"/>
                <a:gd name="connsiteX4" fmla="*/ 3034574 w 3235896"/>
                <a:gd name="connsiteY4" fmla="*/ 2526813 h 3629865"/>
                <a:gd name="connsiteX5" fmla="*/ 2249714 w 3235896"/>
                <a:gd name="connsiteY5" fmla="*/ 3387873 h 3629865"/>
                <a:gd name="connsiteX6" fmla="*/ 1654266 w 3235896"/>
                <a:gd name="connsiteY6" fmla="*/ 3532640 h 3629865"/>
                <a:gd name="connsiteX7" fmla="*/ 992414 w 3235896"/>
                <a:gd name="connsiteY7" fmla="*/ 3570753 h 3629865"/>
                <a:gd name="connsiteX8" fmla="*/ 0 w 3235896"/>
                <a:gd name="connsiteY8" fmla="*/ 3165066 h 3629865"/>
                <a:gd name="connsiteX9" fmla="*/ 1059180 w 3235896"/>
                <a:gd name="connsiteY9" fmla="*/ 181292 h 3629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35896" h="3629865">
                  <a:moveTo>
                    <a:pt x="1059180" y="181292"/>
                  </a:moveTo>
                  <a:cubicBezTo>
                    <a:pt x="1216418" y="185046"/>
                    <a:pt x="1373655" y="10999"/>
                    <a:pt x="1530893" y="14753"/>
                  </a:cubicBezTo>
                  <a:cubicBezTo>
                    <a:pt x="1786103" y="-56734"/>
                    <a:pt x="1914313" y="151179"/>
                    <a:pt x="2131423" y="219392"/>
                  </a:cubicBezTo>
                  <a:cubicBezTo>
                    <a:pt x="2971195" y="512522"/>
                    <a:pt x="3124925" y="1259593"/>
                    <a:pt x="3209834" y="1650513"/>
                  </a:cubicBezTo>
                  <a:cubicBezTo>
                    <a:pt x="3294743" y="2041433"/>
                    <a:pt x="3155224" y="2260113"/>
                    <a:pt x="3034574" y="2526813"/>
                  </a:cubicBezTo>
                  <a:cubicBezTo>
                    <a:pt x="2913924" y="2793513"/>
                    <a:pt x="2362925" y="3276115"/>
                    <a:pt x="2249714" y="3387873"/>
                  </a:cubicBezTo>
                  <a:cubicBezTo>
                    <a:pt x="2119811" y="3565669"/>
                    <a:pt x="1852749" y="3568204"/>
                    <a:pt x="1654266" y="3532640"/>
                  </a:cubicBezTo>
                  <a:cubicBezTo>
                    <a:pt x="1287055" y="3679720"/>
                    <a:pt x="1268125" y="3632015"/>
                    <a:pt x="992414" y="3570753"/>
                  </a:cubicBezTo>
                  <a:cubicBezTo>
                    <a:pt x="716703" y="3562831"/>
                    <a:pt x="166672" y="3380726"/>
                    <a:pt x="0" y="3165066"/>
                  </a:cubicBezTo>
                  <a:lnTo>
                    <a:pt x="1059180" y="181292"/>
                  </a:lnTo>
                  <a:close/>
                </a:path>
              </a:pathLst>
            </a:custGeom>
            <a:solidFill>
              <a:srgbClr val="C2EB75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">
              <a:extLst>
                <a:ext uri="{FF2B5EF4-FFF2-40B4-BE49-F238E27FC236}">
                  <a16:creationId xmlns:a16="http://schemas.microsoft.com/office/drawing/2014/main" id="{D202579C-44F0-885D-A8A3-FFFE5F868673}"/>
                </a:ext>
              </a:extLst>
            </p:cNvPr>
            <p:cNvSpPr/>
            <p:nvPr/>
          </p:nvSpPr>
          <p:spPr>
            <a:xfrm rot="9803584">
              <a:off x="4267063" y="2815710"/>
              <a:ext cx="2900928" cy="3487312"/>
            </a:xfrm>
            <a:custGeom>
              <a:avLst/>
              <a:gdLst>
                <a:gd name="connsiteX0" fmla="*/ 0 w 1465943"/>
                <a:gd name="connsiteY0" fmla="*/ 0 h 2046514"/>
                <a:gd name="connsiteX1" fmla="*/ 1465943 w 1465943"/>
                <a:gd name="connsiteY1" fmla="*/ 0 h 2046514"/>
                <a:gd name="connsiteX2" fmla="*/ 1465943 w 1465943"/>
                <a:gd name="connsiteY2" fmla="*/ 2046514 h 2046514"/>
                <a:gd name="connsiteX3" fmla="*/ 0 w 1465943"/>
                <a:gd name="connsiteY3" fmla="*/ 2046514 h 2046514"/>
                <a:gd name="connsiteX4" fmla="*/ 0 w 1465943"/>
                <a:gd name="connsiteY4" fmla="*/ 0 h 2046514"/>
                <a:gd name="connsiteX0" fmla="*/ 0 w 1465943"/>
                <a:gd name="connsiteY0" fmla="*/ 0 h 3381828"/>
                <a:gd name="connsiteX1" fmla="*/ 1465943 w 1465943"/>
                <a:gd name="connsiteY1" fmla="*/ 0 h 3381828"/>
                <a:gd name="connsiteX2" fmla="*/ 595086 w 1465943"/>
                <a:gd name="connsiteY2" fmla="*/ 3381828 h 3381828"/>
                <a:gd name="connsiteX3" fmla="*/ 0 w 1465943"/>
                <a:gd name="connsiteY3" fmla="*/ 2046514 h 3381828"/>
                <a:gd name="connsiteX4" fmla="*/ 0 w 1465943"/>
                <a:gd name="connsiteY4" fmla="*/ 0 h 3381828"/>
                <a:gd name="connsiteX0" fmla="*/ 1059180 w 2525123"/>
                <a:gd name="connsiteY0" fmla="*/ 0 h 3381828"/>
                <a:gd name="connsiteX1" fmla="*/ 2525123 w 2525123"/>
                <a:gd name="connsiteY1" fmla="*/ 0 h 3381828"/>
                <a:gd name="connsiteX2" fmla="*/ 1654266 w 2525123"/>
                <a:gd name="connsiteY2" fmla="*/ 3381828 h 3381828"/>
                <a:gd name="connsiteX3" fmla="*/ 0 w 2525123"/>
                <a:gd name="connsiteY3" fmla="*/ 2983774 h 3381828"/>
                <a:gd name="connsiteX4" fmla="*/ 1059180 w 2525123"/>
                <a:gd name="connsiteY4" fmla="*/ 0 h 3381828"/>
                <a:gd name="connsiteX0" fmla="*/ 1059180 w 2525123"/>
                <a:gd name="connsiteY0" fmla="*/ 0 h 3381828"/>
                <a:gd name="connsiteX1" fmla="*/ 2525123 w 2525123"/>
                <a:gd name="connsiteY1" fmla="*/ 0 h 3381828"/>
                <a:gd name="connsiteX2" fmla="*/ 1654266 w 2525123"/>
                <a:gd name="connsiteY2" fmla="*/ 3381828 h 3381828"/>
                <a:gd name="connsiteX3" fmla="*/ 0 w 2525123"/>
                <a:gd name="connsiteY3" fmla="*/ 2983774 h 3381828"/>
                <a:gd name="connsiteX4" fmla="*/ 1059180 w 2525123"/>
                <a:gd name="connsiteY4" fmla="*/ 0 h 3381828"/>
                <a:gd name="connsiteX0" fmla="*/ 1059180 w 2525123"/>
                <a:gd name="connsiteY0" fmla="*/ 0 h 3351348"/>
                <a:gd name="connsiteX1" fmla="*/ 2525123 w 2525123"/>
                <a:gd name="connsiteY1" fmla="*/ 0 h 3351348"/>
                <a:gd name="connsiteX2" fmla="*/ 1654266 w 2525123"/>
                <a:gd name="connsiteY2" fmla="*/ 3351348 h 3351348"/>
                <a:gd name="connsiteX3" fmla="*/ 0 w 2525123"/>
                <a:gd name="connsiteY3" fmla="*/ 2983774 h 3351348"/>
                <a:gd name="connsiteX4" fmla="*/ 1059180 w 2525123"/>
                <a:gd name="connsiteY4" fmla="*/ 0 h 3351348"/>
                <a:gd name="connsiteX0" fmla="*/ 1059180 w 2525123"/>
                <a:gd name="connsiteY0" fmla="*/ 0 h 3438785"/>
                <a:gd name="connsiteX1" fmla="*/ 2525123 w 2525123"/>
                <a:gd name="connsiteY1" fmla="*/ 0 h 3438785"/>
                <a:gd name="connsiteX2" fmla="*/ 1654266 w 2525123"/>
                <a:gd name="connsiteY2" fmla="*/ 3351348 h 3438785"/>
                <a:gd name="connsiteX3" fmla="*/ 0 w 2525123"/>
                <a:gd name="connsiteY3" fmla="*/ 2983774 h 3438785"/>
                <a:gd name="connsiteX4" fmla="*/ 1059180 w 2525123"/>
                <a:gd name="connsiteY4" fmla="*/ 0 h 3438785"/>
                <a:gd name="connsiteX0" fmla="*/ 1059255 w 2525198"/>
                <a:gd name="connsiteY0" fmla="*/ 0 h 3631788"/>
                <a:gd name="connsiteX1" fmla="*/ 2525198 w 2525198"/>
                <a:gd name="connsiteY1" fmla="*/ 0 h 3631788"/>
                <a:gd name="connsiteX2" fmla="*/ 1654341 w 2525198"/>
                <a:gd name="connsiteY2" fmla="*/ 3351348 h 3631788"/>
                <a:gd name="connsiteX3" fmla="*/ 992489 w 2525198"/>
                <a:gd name="connsiteY3" fmla="*/ 3389461 h 3631788"/>
                <a:gd name="connsiteX4" fmla="*/ 75 w 2525198"/>
                <a:gd name="connsiteY4" fmla="*/ 2983774 h 3631788"/>
                <a:gd name="connsiteX5" fmla="*/ 1059255 w 2525198"/>
                <a:gd name="connsiteY5" fmla="*/ 0 h 3631788"/>
                <a:gd name="connsiteX0" fmla="*/ 1059255 w 2525198"/>
                <a:gd name="connsiteY0" fmla="*/ 0 h 3448573"/>
                <a:gd name="connsiteX1" fmla="*/ 2525198 w 2525198"/>
                <a:gd name="connsiteY1" fmla="*/ 0 h 3448573"/>
                <a:gd name="connsiteX2" fmla="*/ 1654341 w 2525198"/>
                <a:gd name="connsiteY2" fmla="*/ 3351348 h 3448573"/>
                <a:gd name="connsiteX3" fmla="*/ 992489 w 2525198"/>
                <a:gd name="connsiteY3" fmla="*/ 3389461 h 3448573"/>
                <a:gd name="connsiteX4" fmla="*/ 75 w 2525198"/>
                <a:gd name="connsiteY4" fmla="*/ 2983774 h 3448573"/>
                <a:gd name="connsiteX5" fmla="*/ 1059255 w 2525198"/>
                <a:gd name="connsiteY5" fmla="*/ 0 h 3448573"/>
                <a:gd name="connsiteX0" fmla="*/ 1059255 w 2525198"/>
                <a:gd name="connsiteY0" fmla="*/ 0 h 3448573"/>
                <a:gd name="connsiteX1" fmla="*/ 2525198 w 2525198"/>
                <a:gd name="connsiteY1" fmla="*/ 0 h 3448573"/>
                <a:gd name="connsiteX2" fmla="*/ 2249789 w 2525198"/>
                <a:gd name="connsiteY2" fmla="*/ 3206581 h 3448573"/>
                <a:gd name="connsiteX3" fmla="*/ 1654341 w 2525198"/>
                <a:gd name="connsiteY3" fmla="*/ 3351348 h 3448573"/>
                <a:gd name="connsiteX4" fmla="*/ 992489 w 2525198"/>
                <a:gd name="connsiteY4" fmla="*/ 3389461 h 3448573"/>
                <a:gd name="connsiteX5" fmla="*/ 75 w 2525198"/>
                <a:gd name="connsiteY5" fmla="*/ 2983774 h 3448573"/>
                <a:gd name="connsiteX6" fmla="*/ 1059255 w 2525198"/>
                <a:gd name="connsiteY6" fmla="*/ 0 h 3448573"/>
                <a:gd name="connsiteX0" fmla="*/ 1059255 w 2525198"/>
                <a:gd name="connsiteY0" fmla="*/ 0 h 3448573"/>
                <a:gd name="connsiteX1" fmla="*/ 2525198 w 2525198"/>
                <a:gd name="connsiteY1" fmla="*/ 0 h 3448573"/>
                <a:gd name="connsiteX2" fmla="*/ 2249789 w 2525198"/>
                <a:gd name="connsiteY2" fmla="*/ 3206581 h 3448573"/>
                <a:gd name="connsiteX3" fmla="*/ 1654341 w 2525198"/>
                <a:gd name="connsiteY3" fmla="*/ 3351348 h 3448573"/>
                <a:gd name="connsiteX4" fmla="*/ 992489 w 2525198"/>
                <a:gd name="connsiteY4" fmla="*/ 3389461 h 3448573"/>
                <a:gd name="connsiteX5" fmla="*/ 75 w 2525198"/>
                <a:gd name="connsiteY5" fmla="*/ 2983774 h 3448573"/>
                <a:gd name="connsiteX6" fmla="*/ 1059255 w 2525198"/>
                <a:gd name="connsiteY6" fmla="*/ 0 h 3448573"/>
                <a:gd name="connsiteX0" fmla="*/ 1059255 w 2525198"/>
                <a:gd name="connsiteY0" fmla="*/ 0 h 3448573"/>
                <a:gd name="connsiteX1" fmla="*/ 2525198 w 2525198"/>
                <a:gd name="connsiteY1" fmla="*/ 0 h 3448573"/>
                <a:gd name="connsiteX2" fmla="*/ 2249789 w 2525198"/>
                <a:gd name="connsiteY2" fmla="*/ 3206581 h 3448573"/>
                <a:gd name="connsiteX3" fmla="*/ 1654341 w 2525198"/>
                <a:gd name="connsiteY3" fmla="*/ 3351348 h 3448573"/>
                <a:gd name="connsiteX4" fmla="*/ 992489 w 2525198"/>
                <a:gd name="connsiteY4" fmla="*/ 3389461 h 3448573"/>
                <a:gd name="connsiteX5" fmla="*/ 75 w 2525198"/>
                <a:gd name="connsiteY5" fmla="*/ 2983774 h 3448573"/>
                <a:gd name="connsiteX6" fmla="*/ 1059255 w 2525198"/>
                <a:gd name="connsiteY6" fmla="*/ 0 h 3448573"/>
                <a:gd name="connsiteX0" fmla="*/ 1059180 w 2525123"/>
                <a:gd name="connsiteY0" fmla="*/ 0 h 3448573"/>
                <a:gd name="connsiteX1" fmla="*/ 2525123 w 2525123"/>
                <a:gd name="connsiteY1" fmla="*/ 0 h 3448573"/>
                <a:gd name="connsiteX2" fmla="*/ 2249714 w 2525123"/>
                <a:gd name="connsiteY2" fmla="*/ 3206581 h 3448573"/>
                <a:gd name="connsiteX3" fmla="*/ 1654266 w 2525123"/>
                <a:gd name="connsiteY3" fmla="*/ 3351348 h 3448573"/>
                <a:gd name="connsiteX4" fmla="*/ 992414 w 2525123"/>
                <a:gd name="connsiteY4" fmla="*/ 3389461 h 3448573"/>
                <a:gd name="connsiteX5" fmla="*/ 0 w 2525123"/>
                <a:gd name="connsiteY5" fmla="*/ 2983774 h 3448573"/>
                <a:gd name="connsiteX6" fmla="*/ 1059180 w 2525123"/>
                <a:gd name="connsiteY6" fmla="*/ 0 h 3448573"/>
                <a:gd name="connsiteX0" fmla="*/ 1059180 w 2525123"/>
                <a:gd name="connsiteY0" fmla="*/ 0 h 3448573"/>
                <a:gd name="connsiteX1" fmla="*/ 2525123 w 2525123"/>
                <a:gd name="connsiteY1" fmla="*/ 0 h 3448573"/>
                <a:gd name="connsiteX2" fmla="*/ 2249714 w 2525123"/>
                <a:gd name="connsiteY2" fmla="*/ 3206581 h 3448573"/>
                <a:gd name="connsiteX3" fmla="*/ 1654266 w 2525123"/>
                <a:gd name="connsiteY3" fmla="*/ 3351348 h 3448573"/>
                <a:gd name="connsiteX4" fmla="*/ 992414 w 2525123"/>
                <a:gd name="connsiteY4" fmla="*/ 3389461 h 3448573"/>
                <a:gd name="connsiteX5" fmla="*/ 0 w 2525123"/>
                <a:gd name="connsiteY5" fmla="*/ 2983774 h 3448573"/>
                <a:gd name="connsiteX6" fmla="*/ 1059180 w 2525123"/>
                <a:gd name="connsiteY6" fmla="*/ 0 h 3448573"/>
                <a:gd name="connsiteX0" fmla="*/ 1059180 w 3038751"/>
                <a:gd name="connsiteY0" fmla="*/ 0 h 3448573"/>
                <a:gd name="connsiteX1" fmla="*/ 2525123 w 3038751"/>
                <a:gd name="connsiteY1" fmla="*/ 0 h 3448573"/>
                <a:gd name="connsiteX2" fmla="*/ 3034574 w 3038751"/>
                <a:gd name="connsiteY2" fmla="*/ 2345521 h 3448573"/>
                <a:gd name="connsiteX3" fmla="*/ 2249714 w 3038751"/>
                <a:gd name="connsiteY3" fmla="*/ 3206581 h 3448573"/>
                <a:gd name="connsiteX4" fmla="*/ 1654266 w 3038751"/>
                <a:gd name="connsiteY4" fmla="*/ 3351348 h 3448573"/>
                <a:gd name="connsiteX5" fmla="*/ 992414 w 3038751"/>
                <a:gd name="connsiteY5" fmla="*/ 3389461 h 3448573"/>
                <a:gd name="connsiteX6" fmla="*/ 0 w 3038751"/>
                <a:gd name="connsiteY6" fmla="*/ 2983774 h 3448573"/>
                <a:gd name="connsiteX7" fmla="*/ 1059180 w 3038751"/>
                <a:gd name="connsiteY7" fmla="*/ 0 h 3448573"/>
                <a:gd name="connsiteX0" fmla="*/ 1059180 w 3235896"/>
                <a:gd name="connsiteY0" fmla="*/ 0 h 3448573"/>
                <a:gd name="connsiteX1" fmla="*/ 2525123 w 3235896"/>
                <a:gd name="connsiteY1" fmla="*/ 0 h 3448573"/>
                <a:gd name="connsiteX2" fmla="*/ 3209834 w 3235896"/>
                <a:gd name="connsiteY2" fmla="*/ 1469221 h 3448573"/>
                <a:gd name="connsiteX3" fmla="*/ 3034574 w 3235896"/>
                <a:gd name="connsiteY3" fmla="*/ 2345521 h 3448573"/>
                <a:gd name="connsiteX4" fmla="*/ 2249714 w 3235896"/>
                <a:gd name="connsiteY4" fmla="*/ 3206581 h 3448573"/>
                <a:gd name="connsiteX5" fmla="*/ 1654266 w 3235896"/>
                <a:gd name="connsiteY5" fmla="*/ 3351348 h 3448573"/>
                <a:gd name="connsiteX6" fmla="*/ 992414 w 3235896"/>
                <a:gd name="connsiteY6" fmla="*/ 3389461 h 3448573"/>
                <a:gd name="connsiteX7" fmla="*/ 0 w 3235896"/>
                <a:gd name="connsiteY7" fmla="*/ 2983774 h 3448573"/>
                <a:gd name="connsiteX8" fmla="*/ 1059180 w 3235896"/>
                <a:gd name="connsiteY8" fmla="*/ 0 h 3448573"/>
                <a:gd name="connsiteX0" fmla="*/ 1059180 w 3235896"/>
                <a:gd name="connsiteY0" fmla="*/ 0 h 3448573"/>
                <a:gd name="connsiteX1" fmla="*/ 2182223 w 3235896"/>
                <a:gd name="connsiteY1" fmla="*/ 38100 h 3448573"/>
                <a:gd name="connsiteX2" fmla="*/ 3209834 w 3235896"/>
                <a:gd name="connsiteY2" fmla="*/ 1469221 h 3448573"/>
                <a:gd name="connsiteX3" fmla="*/ 3034574 w 3235896"/>
                <a:gd name="connsiteY3" fmla="*/ 2345521 h 3448573"/>
                <a:gd name="connsiteX4" fmla="*/ 2249714 w 3235896"/>
                <a:gd name="connsiteY4" fmla="*/ 3206581 h 3448573"/>
                <a:gd name="connsiteX5" fmla="*/ 1654266 w 3235896"/>
                <a:gd name="connsiteY5" fmla="*/ 3351348 h 3448573"/>
                <a:gd name="connsiteX6" fmla="*/ 992414 w 3235896"/>
                <a:gd name="connsiteY6" fmla="*/ 3389461 h 3448573"/>
                <a:gd name="connsiteX7" fmla="*/ 0 w 3235896"/>
                <a:gd name="connsiteY7" fmla="*/ 2983774 h 3448573"/>
                <a:gd name="connsiteX8" fmla="*/ 1059180 w 3235896"/>
                <a:gd name="connsiteY8" fmla="*/ 0 h 3448573"/>
                <a:gd name="connsiteX0" fmla="*/ 1059180 w 3235896"/>
                <a:gd name="connsiteY0" fmla="*/ 0 h 3448573"/>
                <a:gd name="connsiteX1" fmla="*/ 2182223 w 3235896"/>
                <a:gd name="connsiteY1" fmla="*/ 38100 h 3448573"/>
                <a:gd name="connsiteX2" fmla="*/ 3209834 w 3235896"/>
                <a:gd name="connsiteY2" fmla="*/ 1469221 h 3448573"/>
                <a:gd name="connsiteX3" fmla="*/ 3034574 w 3235896"/>
                <a:gd name="connsiteY3" fmla="*/ 2345521 h 3448573"/>
                <a:gd name="connsiteX4" fmla="*/ 2249714 w 3235896"/>
                <a:gd name="connsiteY4" fmla="*/ 3206581 h 3448573"/>
                <a:gd name="connsiteX5" fmla="*/ 1654266 w 3235896"/>
                <a:gd name="connsiteY5" fmla="*/ 3351348 h 3448573"/>
                <a:gd name="connsiteX6" fmla="*/ 992414 w 3235896"/>
                <a:gd name="connsiteY6" fmla="*/ 3389461 h 3448573"/>
                <a:gd name="connsiteX7" fmla="*/ 0 w 3235896"/>
                <a:gd name="connsiteY7" fmla="*/ 2983774 h 3448573"/>
                <a:gd name="connsiteX8" fmla="*/ 1059180 w 3235896"/>
                <a:gd name="connsiteY8" fmla="*/ 0 h 3448573"/>
                <a:gd name="connsiteX0" fmla="*/ 1059180 w 3235896"/>
                <a:gd name="connsiteY0" fmla="*/ 0 h 3448573"/>
                <a:gd name="connsiteX1" fmla="*/ 2182223 w 3235896"/>
                <a:gd name="connsiteY1" fmla="*/ 38100 h 3448573"/>
                <a:gd name="connsiteX2" fmla="*/ 3209834 w 3235896"/>
                <a:gd name="connsiteY2" fmla="*/ 1469221 h 3448573"/>
                <a:gd name="connsiteX3" fmla="*/ 3034574 w 3235896"/>
                <a:gd name="connsiteY3" fmla="*/ 2345521 h 3448573"/>
                <a:gd name="connsiteX4" fmla="*/ 2249714 w 3235896"/>
                <a:gd name="connsiteY4" fmla="*/ 3206581 h 3448573"/>
                <a:gd name="connsiteX5" fmla="*/ 1654266 w 3235896"/>
                <a:gd name="connsiteY5" fmla="*/ 3351348 h 3448573"/>
                <a:gd name="connsiteX6" fmla="*/ 992414 w 3235896"/>
                <a:gd name="connsiteY6" fmla="*/ 3389461 h 3448573"/>
                <a:gd name="connsiteX7" fmla="*/ 0 w 3235896"/>
                <a:gd name="connsiteY7" fmla="*/ 2983774 h 3448573"/>
                <a:gd name="connsiteX8" fmla="*/ 1059180 w 3235896"/>
                <a:gd name="connsiteY8" fmla="*/ 0 h 3448573"/>
                <a:gd name="connsiteX0" fmla="*/ 1059180 w 3235896"/>
                <a:gd name="connsiteY0" fmla="*/ 166598 h 3615171"/>
                <a:gd name="connsiteX1" fmla="*/ 1530893 w 3235896"/>
                <a:gd name="connsiteY1" fmla="*/ 59 h 3615171"/>
                <a:gd name="connsiteX2" fmla="*/ 2182223 w 3235896"/>
                <a:gd name="connsiteY2" fmla="*/ 204698 h 3615171"/>
                <a:gd name="connsiteX3" fmla="*/ 3209834 w 3235896"/>
                <a:gd name="connsiteY3" fmla="*/ 1635819 h 3615171"/>
                <a:gd name="connsiteX4" fmla="*/ 3034574 w 3235896"/>
                <a:gd name="connsiteY4" fmla="*/ 2512119 h 3615171"/>
                <a:gd name="connsiteX5" fmla="*/ 2249714 w 3235896"/>
                <a:gd name="connsiteY5" fmla="*/ 3373179 h 3615171"/>
                <a:gd name="connsiteX6" fmla="*/ 1654266 w 3235896"/>
                <a:gd name="connsiteY6" fmla="*/ 3517946 h 3615171"/>
                <a:gd name="connsiteX7" fmla="*/ 992414 w 3235896"/>
                <a:gd name="connsiteY7" fmla="*/ 3556059 h 3615171"/>
                <a:gd name="connsiteX8" fmla="*/ 0 w 3235896"/>
                <a:gd name="connsiteY8" fmla="*/ 3150372 h 3615171"/>
                <a:gd name="connsiteX9" fmla="*/ 1059180 w 3235896"/>
                <a:gd name="connsiteY9" fmla="*/ 166598 h 3615171"/>
                <a:gd name="connsiteX0" fmla="*/ 1059180 w 3235896"/>
                <a:gd name="connsiteY0" fmla="*/ 181292 h 3629865"/>
                <a:gd name="connsiteX1" fmla="*/ 1530893 w 3235896"/>
                <a:gd name="connsiteY1" fmla="*/ 14753 h 3629865"/>
                <a:gd name="connsiteX2" fmla="*/ 2182223 w 3235896"/>
                <a:gd name="connsiteY2" fmla="*/ 219392 h 3629865"/>
                <a:gd name="connsiteX3" fmla="*/ 3209834 w 3235896"/>
                <a:gd name="connsiteY3" fmla="*/ 1650513 h 3629865"/>
                <a:gd name="connsiteX4" fmla="*/ 3034574 w 3235896"/>
                <a:gd name="connsiteY4" fmla="*/ 2526813 h 3629865"/>
                <a:gd name="connsiteX5" fmla="*/ 2249714 w 3235896"/>
                <a:gd name="connsiteY5" fmla="*/ 3387873 h 3629865"/>
                <a:gd name="connsiteX6" fmla="*/ 1654266 w 3235896"/>
                <a:gd name="connsiteY6" fmla="*/ 3532640 h 3629865"/>
                <a:gd name="connsiteX7" fmla="*/ 992414 w 3235896"/>
                <a:gd name="connsiteY7" fmla="*/ 3570753 h 3629865"/>
                <a:gd name="connsiteX8" fmla="*/ 0 w 3235896"/>
                <a:gd name="connsiteY8" fmla="*/ 3165066 h 3629865"/>
                <a:gd name="connsiteX9" fmla="*/ 1059180 w 3235896"/>
                <a:gd name="connsiteY9" fmla="*/ 181292 h 3629865"/>
                <a:gd name="connsiteX0" fmla="*/ 1059180 w 3235896"/>
                <a:gd name="connsiteY0" fmla="*/ 181292 h 3629865"/>
                <a:gd name="connsiteX1" fmla="*/ 1530893 w 3235896"/>
                <a:gd name="connsiteY1" fmla="*/ 14753 h 3629865"/>
                <a:gd name="connsiteX2" fmla="*/ 2131423 w 3235896"/>
                <a:gd name="connsiteY2" fmla="*/ 219392 h 3629865"/>
                <a:gd name="connsiteX3" fmla="*/ 3209834 w 3235896"/>
                <a:gd name="connsiteY3" fmla="*/ 1650513 h 3629865"/>
                <a:gd name="connsiteX4" fmla="*/ 3034574 w 3235896"/>
                <a:gd name="connsiteY4" fmla="*/ 2526813 h 3629865"/>
                <a:gd name="connsiteX5" fmla="*/ 2249714 w 3235896"/>
                <a:gd name="connsiteY5" fmla="*/ 3387873 h 3629865"/>
                <a:gd name="connsiteX6" fmla="*/ 1654266 w 3235896"/>
                <a:gd name="connsiteY6" fmla="*/ 3532640 h 3629865"/>
                <a:gd name="connsiteX7" fmla="*/ 992414 w 3235896"/>
                <a:gd name="connsiteY7" fmla="*/ 3570753 h 3629865"/>
                <a:gd name="connsiteX8" fmla="*/ 0 w 3235896"/>
                <a:gd name="connsiteY8" fmla="*/ 3165066 h 3629865"/>
                <a:gd name="connsiteX9" fmla="*/ 1059180 w 3235896"/>
                <a:gd name="connsiteY9" fmla="*/ 181292 h 3629865"/>
                <a:gd name="connsiteX0" fmla="*/ 789640 w 2966356"/>
                <a:gd name="connsiteY0" fmla="*/ 181292 h 3629865"/>
                <a:gd name="connsiteX1" fmla="*/ 1261353 w 2966356"/>
                <a:gd name="connsiteY1" fmla="*/ 14753 h 3629865"/>
                <a:gd name="connsiteX2" fmla="*/ 1861883 w 2966356"/>
                <a:gd name="connsiteY2" fmla="*/ 219392 h 3629865"/>
                <a:gd name="connsiteX3" fmla="*/ 2940294 w 2966356"/>
                <a:gd name="connsiteY3" fmla="*/ 1650513 h 3629865"/>
                <a:gd name="connsiteX4" fmla="*/ 2765034 w 2966356"/>
                <a:gd name="connsiteY4" fmla="*/ 2526813 h 3629865"/>
                <a:gd name="connsiteX5" fmla="*/ 1980174 w 2966356"/>
                <a:gd name="connsiteY5" fmla="*/ 3387873 h 3629865"/>
                <a:gd name="connsiteX6" fmla="*/ 1384726 w 2966356"/>
                <a:gd name="connsiteY6" fmla="*/ 3532640 h 3629865"/>
                <a:gd name="connsiteX7" fmla="*/ 722874 w 2966356"/>
                <a:gd name="connsiteY7" fmla="*/ 3570753 h 3629865"/>
                <a:gd name="connsiteX8" fmla="*/ 0 w 2966356"/>
                <a:gd name="connsiteY8" fmla="*/ 3301117 h 3629865"/>
                <a:gd name="connsiteX9" fmla="*/ 789640 w 2966356"/>
                <a:gd name="connsiteY9" fmla="*/ 181292 h 3629865"/>
                <a:gd name="connsiteX0" fmla="*/ 789640 w 2966356"/>
                <a:gd name="connsiteY0" fmla="*/ 181292 h 3596599"/>
                <a:gd name="connsiteX1" fmla="*/ 1261353 w 2966356"/>
                <a:gd name="connsiteY1" fmla="*/ 14753 h 3596599"/>
                <a:gd name="connsiteX2" fmla="*/ 1861883 w 2966356"/>
                <a:gd name="connsiteY2" fmla="*/ 219392 h 3596599"/>
                <a:gd name="connsiteX3" fmla="*/ 2940294 w 2966356"/>
                <a:gd name="connsiteY3" fmla="*/ 1650513 h 3596599"/>
                <a:gd name="connsiteX4" fmla="*/ 2765034 w 2966356"/>
                <a:gd name="connsiteY4" fmla="*/ 2526813 h 3596599"/>
                <a:gd name="connsiteX5" fmla="*/ 1980174 w 2966356"/>
                <a:gd name="connsiteY5" fmla="*/ 3387873 h 3596599"/>
                <a:gd name="connsiteX6" fmla="*/ 1384726 w 2966356"/>
                <a:gd name="connsiteY6" fmla="*/ 3532640 h 3596599"/>
                <a:gd name="connsiteX7" fmla="*/ 425664 w 2966356"/>
                <a:gd name="connsiteY7" fmla="*/ 3474160 h 3596599"/>
                <a:gd name="connsiteX8" fmla="*/ 0 w 2966356"/>
                <a:gd name="connsiteY8" fmla="*/ 3301117 h 3596599"/>
                <a:gd name="connsiteX9" fmla="*/ 789640 w 2966356"/>
                <a:gd name="connsiteY9" fmla="*/ 181292 h 3596599"/>
                <a:gd name="connsiteX0" fmla="*/ 795412 w 2972128"/>
                <a:gd name="connsiteY0" fmla="*/ 181292 h 3596599"/>
                <a:gd name="connsiteX1" fmla="*/ 1267125 w 2972128"/>
                <a:gd name="connsiteY1" fmla="*/ 14753 h 3596599"/>
                <a:gd name="connsiteX2" fmla="*/ 1867655 w 2972128"/>
                <a:gd name="connsiteY2" fmla="*/ 219392 h 3596599"/>
                <a:gd name="connsiteX3" fmla="*/ 2946066 w 2972128"/>
                <a:gd name="connsiteY3" fmla="*/ 1650513 h 3596599"/>
                <a:gd name="connsiteX4" fmla="*/ 2770806 w 2972128"/>
                <a:gd name="connsiteY4" fmla="*/ 2526813 h 3596599"/>
                <a:gd name="connsiteX5" fmla="*/ 1985946 w 2972128"/>
                <a:gd name="connsiteY5" fmla="*/ 3387873 h 3596599"/>
                <a:gd name="connsiteX6" fmla="*/ 1390498 w 2972128"/>
                <a:gd name="connsiteY6" fmla="*/ 3532640 h 3596599"/>
                <a:gd name="connsiteX7" fmla="*/ 431436 w 2972128"/>
                <a:gd name="connsiteY7" fmla="*/ 3474160 h 3596599"/>
                <a:gd name="connsiteX8" fmla="*/ 5772 w 2972128"/>
                <a:gd name="connsiteY8" fmla="*/ 3301117 h 3596599"/>
                <a:gd name="connsiteX9" fmla="*/ 795412 w 2972128"/>
                <a:gd name="connsiteY9" fmla="*/ 181292 h 3596599"/>
                <a:gd name="connsiteX0" fmla="*/ 795412 w 2959283"/>
                <a:gd name="connsiteY0" fmla="*/ 181292 h 3596599"/>
                <a:gd name="connsiteX1" fmla="*/ 1267125 w 2959283"/>
                <a:gd name="connsiteY1" fmla="*/ 14753 h 3596599"/>
                <a:gd name="connsiteX2" fmla="*/ 1867655 w 2959283"/>
                <a:gd name="connsiteY2" fmla="*/ 219392 h 3596599"/>
                <a:gd name="connsiteX3" fmla="*/ 2946066 w 2959283"/>
                <a:gd name="connsiteY3" fmla="*/ 1650513 h 3596599"/>
                <a:gd name="connsiteX4" fmla="*/ 2563015 w 2959283"/>
                <a:gd name="connsiteY4" fmla="*/ 2663632 h 3596599"/>
                <a:gd name="connsiteX5" fmla="*/ 1985946 w 2959283"/>
                <a:gd name="connsiteY5" fmla="*/ 3387873 h 3596599"/>
                <a:gd name="connsiteX6" fmla="*/ 1390498 w 2959283"/>
                <a:gd name="connsiteY6" fmla="*/ 3532640 h 3596599"/>
                <a:gd name="connsiteX7" fmla="*/ 431436 w 2959283"/>
                <a:gd name="connsiteY7" fmla="*/ 3474160 h 3596599"/>
                <a:gd name="connsiteX8" fmla="*/ 5772 w 2959283"/>
                <a:gd name="connsiteY8" fmla="*/ 3301117 h 3596599"/>
                <a:gd name="connsiteX9" fmla="*/ 795412 w 2959283"/>
                <a:gd name="connsiteY9" fmla="*/ 181292 h 3596599"/>
                <a:gd name="connsiteX0" fmla="*/ 795412 w 2839896"/>
                <a:gd name="connsiteY0" fmla="*/ 181292 h 3596599"/>
                <a:gd name="connsiteX1" fmla="*/ 1267125 w 2839896"/>
                <a:gd name="connsiteY1" fmla="*/ 14753 h 3596599"/>
                <a:gd name="connsiteX2" fmla="*/ 1867655 w 2839896"/>
                <a:gd name="connsiteY2" fmla="*/ 219392 h 3596599"/>
                <a:gd name="connsiteX3" fmla="*/ 2821031 w 2839896"/>
                <a:gd name="connsiteY3" fmla="*/ 1963096 h 3596599"/>
                <a:gd name="connsiteX4" fmla="*/ 2563015 w 2839896"/>
                <a:gd name="connsiteY4" fmla="*/ 2663632 h 3596599"/>
                <a:gd name="connsiteX5" fmla="*/ 1985946 w 2839896"/>
                <a:gd name="connsiteY5" fmla="*/ 3387873 h 3596599"/>
                <a:gd name="connsiteX6" fmla="*/ 1390498 w 2839896"/>
                <a:gd name="connsiteY6" fmla="*/ 3532640 h 3596599"/>
                <a:gd name="connsiteX7" fmla="*/ 431436 w 2839896"/>
                <a:gd name="connsiteY7" fmla="*/ 3474160 h 3596599"/>
                <a:gd name="connsiteX8" fmla="*/ 5772 w 2839896"/>
                <a:gd name="connsiteY8" fmla="*/ 3301117 h 3596599"/>
                <a:gd name="connsiteX9" fmla="*/ 795412 w 2839896"/>
                <a:gd name="connsiteY9" fmla="*/ 181292 h 3596599"/>
                <a:gd name="connsiteX0" fmla="*/ 795412 w 2837539"/>
                <a:gd name="connsiteY0" fmla="*/ 181292 h 3596599"/>
                <a:gd name="connsiteX1" fmla="*/ 1267125 w 2837539"/>
                <a:gd name="connsiteY1" fmla="*/ 14753 h 3596599"/>
                <a:gd name="connsiteX2" fmla="*/ 1867655 w 2837539"/>
                <a:gd name="connsiteY2" fmla="*/ 219392 h 3596599"/>
                <a:gd name="connsiteX3" fmla="*/ 2821031 w 2837539"/>
                <a:gd name="connsiteY3" fmla="*/ 1963096 h 3596599"/>
                <a:gd name="connsiteX4" fmla="*/ 2563015 w 2837539"/>
                <a:gd name="connsiteY4" fmla="*/ 2663632 h 3596599"/>
                <a:gd name="connsiteX5" fmla="*/ 1985946 w 2837539"/>
                <a:gd name="connsiteY5" fmla="*/ 3387873 h 3596599"/>
                <a:gd name="connsiteX6" fmla="*/ 1390498 w 2837539"/>
                <a:gd name="connsiteY6" fmla="*/ 3532640 h 3596599"/>
                <a:gd name="connsiteX7" fmla="*/ 431436 w 2837539"/>
                <a:gd name="connsiteY7" fmla="*/ 3474160 h 3596599"/>
                <a:gd name="connsiteX8" fmla="*/ 5772 w 2837539"/>
                <a:gd name="connsiteY8" fmla="*/ 3301117 h 3596599"/>
                <a:gd name="connsiteX9" fmla="*/ 795412 w 2837539"/>
                <a:gd name="connsiteY9" fmla="*/ 181292 h 3596599"/>
                <a:gd name="connsiteX0" fmla="*/ 795412 w 2821544"/>
                <a:gd name="connsiteY0" fmla="*/ 181292 h 3596599"/>
                <a:gd name="connsiteX1" fmla="*/ 1267125 w 2821544"/>
                <a:gd name="connsiteY1" fmla="*/ 14753 h 3596599"/>
                <a:gd name="connsiteX2" fmla="*/ 1867655 w 2821544"/>
                <a:gd name="connsiteY2" fmla="*/ 219392 h 3596599"/>
                <a:gd name="connsiteX3" fmla="*/ 2821031 w 2821544"/>
                <a:gd name="connsiteY3" fmla="*/ 1963096 h 3596599"/>
                <a:gd name="connsiteX4" fmla="*/ 2563015 w 2821544"/>
                <a:gd name="connsiteY4" fmla="*/ 2663632 h 3596599"/>
                <a:gd name="connsiteX5" fmla="*/ 1985946 w 2821544"/>
                <a:gd name="connsiteY5" fmla="*/ 3387873 h 3596599"/>
                <a:gd name="connsiteX6" fmla="*/ 1390498 w 2821544"/>
                <a:gd name="connsiteY6" fmla="*/ 3532640 h 3596599"/>
                <a:gd name="connsiteX7" fmla="*/ 431436 w 2821544"/>
                <a:gd name="connsiteY7" fmla="*/ 3474160 h 3596599"/>
                <a:gd name="connsiteX8" fmla="*/ 5772 w 2821544"/>
                <a:gd name="connsiteY8" fmla="*/ 3301117 h 3596599"/>
                <a:gd name="connsiteX9" fmla="*/ 795412 w 2821544"/>
                <a:gd name="connsiteY9" fmla="*/ 181292 h 3596599"/>
                <a:gd name="connsiteX0" fmla="*/ 795412 w 2822042"/>
                <a:gd name="connsiteY0" fmla="*/ 181292 h 3596599"/>
                <a:gd name="connsiteX1" fmla="*/ 1267125 w 2822042"/>
                <a:gd name="connsiteY1" fmla="*/ 14753 h 3596599"/>
                <a:gd name="connsiteX2" fmla="*/ 1867655 w 2822042"/>
                <a:gd name="connsiteY2" fmla="*/ 219392 h 3596599"/>
                <a:gd name="connsiteX3" fmla="*/ 2821031 w 2822042"/>
                <a:gd name="connsiteY3" fmla="*/ 1963096 h 3596599"/>
                <a:gd name="connsiteX4" fmla="*/ 2563015 w 2822042"/>
                <a:gd name="connsiteY4" fmla="*/ 2663632 h 3596599"/>
                <a:gd name="connsiteX5" fmla="*/ 1985946 w 2822042"/>
                <a:gd name="connsiteY5" fmla="*/ 3387873 h 3596599"/>
                <a:gd name="connsiteX6" fmla="*/ 1390498 w 2822042"/>
                <a:gd name="connsiteY6" fmla="*/ 3532640 h 3596599"/>
                <a:gd name="connsiteX7" fmla="*/ 431436 w 2822042"/>
                <a:gd name="connsiteY7" fmla="*/ 3474160 h 3596599"/>
                <a:gd name="connsiteX8" fmla="*/ 5772 w 2822042"/>
                <a:gd name="connsiteY8" fmla="*/ 3301117 h 3596599"/>
                <a:gd name="connsiteX9" fmla="*/ 795412 w 2822042"/>
                <a:gd name="connsiteY9" fmla="*/ 181292 h 3596599"/>
                <a:gd name="connsiteX0" fmla="*/ 795412 w 2822042"/>
                <a:gd name="connsiteY0" fmla="*/ 181292 h 3596599"/>
                <a:gd name="connsiteX1" fmla="*/ 1267125 w 2822042"/>
                <a:gd name="connsiteY1" fmla="*/ 14753 h 3596599"/>
                <a:gd name="connsiteX2" fmla="*/ 1867655 w 2822042"/>
                <a:gd name="connsiteY2" fmla="*/ 219392 h 3596599"/>
                <a:gd name="connsiteX3" fmla="*/ 2821031 w 2822042"/>
                <a:gd name="connsiteY3" fmla="*/ 1963096 h 3596599"/>
                <a:gd name="connsiteX4" fmla="*/ 2563015 w 2822042"/>
                <a:gd name="connsiteY4" fmla="*/ 2663632 h 3596599"/>
                <a:gd name="connsiteX5" fmla="*/ 1390498 w 2822042"/>
                <a:gd name="connsiteY5" fmla="*/ 3532640 h 3596599"/>
                <a:gd name="connsiteX6" fmla="*/ 431436 w 2822042"/>
                <a:gd name="connsiteY6" fmla="*/ 3474160 h 3596599"/>
                <a:gd name="connsiteX7" fmla="*/ 5772 w 2822042"/>
                <a:gd name="connsiteY7" fmla="*/ 3301117 h 3596599"/>
                <a:gd name="connsiteX8" fmla="*/ 795412 w 2822042"/>
                <a:gd name="connsiteY8" fmla="*/ 181292 h 3596599"/>
                <a:gd name="connsiteX0" fmla="*/ 795412 w 2822042"/>
                <a:gd name="connsiteY0" fmla="*/ 181292 h 3481553"/>
                <a:gd name="connsiteX1" fmla="*/ 1267125 w 2822042"/>
                <a:gd name="connsiteY1" fmla="*/ 14753 h 3481553"/>
                <a:gd name="connsiteX2" fmla="*/ 1867655 w 2822042"/>
                <a:gd name="connsiteY2" fmla="*/ 219392 h 3481553"/>
                <a:gd name="connsiteX3" fmla="*/ 2821031 w 2822042"/>
                <a:gd name="connsiteY3" fmla="*/ 1963096 h 3481553"/>
                <a:gd name="connsiteX4" fmla="*/ 2563015 w 2822042"/>
                <a:gd name="connsiteY4" fmla="*/ 2663632 h 3481553"/>
                <a:gd name="connsiteX5" fmla="*/ 431436 w 2822042"/>
                <a:gd name="connsiteY5" fmla="*/ 3474160 h 3481553"/>
                <a:gd name="connsiteX6" fmla="*/ 5772 w 2822042"/>
                <a:gd name="connsiteY6" fmla="*/ 3301117 h 3481553"/>
                <a:gd name="connsiteX7" fmla="*/ 795412 w 2822042"/>
                <a:gd name="connsiteY7" fmla="*/ 181292 h 3481553"/>
                <a:gd name="connsiteX0" fmla="*/ 795412 w 2822042"/>
                <a:gd name="connsiteY0" fmla="*/ 181292 h 3481553"/>
                <a:gd name="connsiteX1" fmla="*/ 1267125 w 2822042"/>
                <a:gd name="connsiteY1" fmla="*/ 14753 h 3481553"/>
                <a:gd name="connsiteX2" fmla="*/ 1867655 w 2822042"/>
                <a:gd name="connsiteY2" fmla="*/ 219392 h 3481553"/>
                <a:gd name="connsiteX3" fmla="*/ 2821031 w 2822042"/>
                <a:gd name="connsiteY3" fmla="*/ 1963096 h 3481553"/>
                <a:gd name="connsiteX4" fmla="*/ 2563015 w 2822042"/>
                <a:gd name="connsiteY4" fmla="*/ 2663632 h 3481553"/>
                <a:gd name="connsiteX5" fmla="*/ 431436 w 2822042"/>
                <a:gd name="connsiteY5" fmla="*/ 3474160 h 3481553"/>
                <a:gd name="connsiteX6" fmla="*/ 5772 w 2822042"/>
                <a:gd name="connsiteY6" fmla="*/ 3301117 h 3481553"/>
                <a:gd name="connsiteX7" fmla="*/ 795412 w 2822042"/>
                <a:gd name="connsiteY7" fmla="*/ 181292 h 3481553"/>
                <a:gd name="connsiteX0" fmla="*/ 795412 w 2822042"/>
                <a:gd name="connsiteY0" fmla="*/ 181292 h 3555255"/>
                <a:gd name="connsiteX1" fmla="*/ 1267125 w 2822042"/>
                <a:gd name="connsiteY1" fmla="*/ 14753 h 3555255"/>
                <a:gd name="connsiteX2" fmla="*/ 1867655 w 2822042"/>
                <a:gd name="connsiteY2" fmla="*/ 219392 h 3555255"/>
                <a:gd name="connsiteX3" fmla="*/ 2821031 w 2822042"/>
                <a:gd name="connsiteY3" fmla="*/ 1963096 h 3555255"/>
                <a:gd name="connsiteX4" fmla="*/ 2563015 w 2822042"/>
                <a:gd name="connsiteY4" fmla="*/ 2663632 h 3555255"/>
                <a:gd name="connsiteX5" fmla="*/ 431436 w 2822042"/>
                <a:gd name="connsiteY5" fmla="*/ 3474160 h 3555255"/>
                <a:gd name="connsiteX6" fmla="*/ 5772 w 2822042"/>
                <a:gd name="connsiteY6" fmla="*/ 3301117 h 3555255"/>
                <a:gd name="connsiteX7" fmla="*/ 795412 w 2822042"/>
                <a:gd name="connsiteY7" fmla="*/ 181292 h 3555255"/>
                <a:gd name="connsiteX0" fmla="*/ 795412 w 2882952"/>
                <a:gd name="connsiteY0" fmla="*/ 181292 h 3555255"/>
                <a:gd name="connsiteX1" fmla="*/ 1267125 w 2882952"/>
                <a:gd name="connsiteY1" fmla="*/ 14753 h 3555255"/>
                <a:gd name="connsiteX2" fmla="*/ 1867655 w 2882952"/>
                <a:gd name="connsiteY2" fmla="*/ 219392 h 3555255"/>
                <a:gd name="connsiteX3" fmla="*/ 2797623 w 2882952"/>
                <a:gd name="connsiteY3" fmla="*/ 1438949 h 3555255"/>
                <a:gd name="connsiteX4" fmla="*/ 2821031 w 2882952"/>
                <a:gd name="connsiteY4" fmla="*/ 1963096 h 3555255"/>
                <a:gd name="connsiteX5" fmla="*/ 2563015 w 2882952"/>
                <a:gd name="connsiteY5" fmla="*/ 2663632 h 3555255"/>
                <a:gd name="connsiteX6" fmla="*/ 431436 w 2882952"/>
                <a:gd name="connsiteY6" fmla="*/ 3474160 h 3555255"/>
                <a:gd name="connsiteX7" fmla="*/ 5772 w 2882952"/>
                <a:gd name="connsiteY7" fmla="*/ 3301117 h 3555255"/>
                <a:gd name="connsiteX8" fmla="*/ 795412 w 2882952"/>
                <a:gd name="connsiteY8" fmla="*/ 181292 h 3555255"/>
                <a:gd name="connsiteX0" fmla="*/ 795412 w 2927211"/>
                <a:gd name="connsiteY0" fmla="*/ 181292 h 3555255"/>
                <a:gd name="connsiteX1" fmla="*/ 1267125 w 2927211"/>
                <a:gd name="connsiteY1" fmla="*/ 14753 h 3555255"/>
                <a:gd name="connsiteX2" fmla="*/ 1867655 w 2927211"/>
                <a:gd name="connsiteY2" fmla="*/ 219392 h 3555255"/>
                <a:gd name="connsiteX3" fmla="*/ 2797623 w 2927211"/>
                <a:gd name="connsiteY3" fmla="*/ 1438949 h 3555255"/>
                <a:gd name="connsiteX4" fmla="*/ 2821031 w 2927211"/>
                <a:gd name="connsiteY4" fmla="*/ 1963096 h 3555255"/>
                <a:gd name="connsiteX5" fmla="*/ 2563015 w 2927211"/>
                <a:gd name="connsiteY5" fmla="*/ 2663632 h 3555255"/>
                <a:gd name="connsiteX6" fmla="*/ 431436 w 2927211"/>
                <a:gd name="connsiteY6" fmla="*/ 3474160 h 3555255"/>
                <a:gd name="connsiteX7" fmla="*/ 5772 w 2927211"/>
                <a:gd name="connsiteY7" fmla="*/ 3301117 h 3555255"/>
                <a:gd name="connsiteX8" fmla="*/ 795412 w 2927211"/>
                <a:gd name="connsiteY8" fmla="*/ 181292 h 3555255"/>
                <a:gd name="connsiteX0" fmla="*/ 795412 w 2893847"/>
                <a:gd name="connsiteY0" fmla="*/ 181292 h 3555255"/>
                <a:gd name="connsiteX1" fmla="*/ 1267125 w 2893847"/>
                <a:gd name="connsiteY1" fmla="*/ 14753 h 3555255"/>
                <a:gd name="connsiteX2" fmla="*/ 1867655 w 2893847"/>
                <a:gd name="connsiteY2" fmla="*/ 219392 h 3555255"/>
                <a:gd name="connsiteX3" fmla="*/ 2624377 w 2893847"/>
                <a:gd name="connsiteY3" fmla="*/ 971141 h 3555255"/>
                <a:gd name="connsiteX4" fmla="*/ 2797623 w 2893847"/>
                <a:gd name="connsiteY4" fmla="*/ 1438949 h 3555255"/>
                <a:gd name="connsiteX5" fmla="*/ 2821031 w 2893847"/>
                <a:gd name="connsiteY5" fmla="*/ 1963096 h 3555255"/>
                <a:gd name="connsiteX6" fmla="*/ 2563015 w 2893847"/>
                <a:gd name="connsiteY6" fmla="*/ 2663632 h 3555255"/>
                <a:gd name="connsiteX7" fmla="*/ 431436 w 2893847"/>
                <a:gd name="connsiteY7" fmla="*/ 3474160 h 3555255"/>
                <a:gd name="connsiteX8" fmla="*/ 5772 w 2893847"/>
                <a:gd name="connsiteY8" fmla="*/ 3301117 h 3555255"/>
                <a:gd name="connsiteX9" fmla="*/ 795412 w 2893847"/>
                <a:gd name="connsiteY9" fmla="*/ 181292 h 3555255"/>
                <a:gd name="connsiteX0" fmla="*/ 795412 w 2893847"/>
                <a:gd name="connsiteY0" fmla="*/ 181292 h 3555255"/>
                <a:gd name="connsiteX1" fmla="*/ 1267125 w 2893847"/>
                <a:gd name="connsiteY1" fmla="*/ 14753 h 3555255"/>
                <a:gd name="connsiteX2" fmla="*/ 1867655 w 2893847"/>
                <a:gd name="connsiteY2" fmla="*/ 219392 h 3555255"/>
                <a:gd name="connsiteX3" fmla="*/ 2624377 w 2893847"/>
                <a:gd name="connsiteY3" fmla="*/ 971141 h 3555255"/>
                <a:gd name="connsiteX4" fmla="*/ 2797623 w 2893847"/>
                <a:gd name="connsiteY4" fmla="*/ 1438949 h 3555255"/>
                <a:gd name="connsiteX5" fmla="*/ 2821031 w 2893847"/>
                <a:gd name="connsiteY5" fmla="*/ 1963096 h 3555255"/>
                <a:gd name="connsiteX6" fmla="*/ 2563015 w 2893847"/>
                <a:gd name="connsiteY6" fmla="*/ 2663632 h 3555255"/>
                <a:gd name="connsiteX7" fmla="*/ 431436 w 2893847"/>
                <a:gd name="connsiteY7" fmla="*/ 3474160 h 3555255"/>
                <a:gd name="connsiteX8" fmla="*/ 5772 w 2893847"/>
                <a:gd name="connsiteY8" fmla="*/ 3301117 h 3555255"/>
                <a:gd name="connsiteX9" fmla="*/ 795412 w 2893847"/>
                <a:gd name="connsiteY9" fmla="*/ 181292 h 3555255"/>
                <a:gd name="connsiteX0" fmla="*/ 795412 w 2893847"/>
                <a:gd name="connsiteY0" fmla="*/ 181292 h 3555255"/>
                <a:gd name="connsiteX1" fmla="*/ 1267125 w 2893847"/>
                <a:gd name="connsiteY1" fmla="*/ 14753 h 3555255"/>
                <a:gd name="connsiteX2" fmla="*/ 1867655 w 2893847"/>
                <a:gd name="connsiteY2" fmla="*/ 219392 h 3555255"/>
                <a:gd name="connsiteX3" fmla="*/ 2624377 w 2893847"/>
                <a:gd name="connsiteY3" fmla="*/ 971141 h 3555255"/>
                <a:gd name="connsiteX4" fmla="*/ 2797623 w 2893847"/>
                <a:gd name="connsiteY4" fmla="*/ 1438949 h 3555255"/>
                <a:gd name="connsiteX5" fmla="*/ 2821031 w 2893847"/>
                <a:gd name="connsiteY5" fmla="*/ 1963096 h 3555255"/>
                <a:gd name="connsiteX6" fmla="*/ 2563015 w 2893847"/>
                <a:gd name="connsiteY6" fmla="*/ 2663632 h 3555255"/>
                <a:gd name="connsiteX7" fmla="*/ 431436 w 2893847"/>
                <a:gd name="connsiteY7" fmla="*/ 3474160 h 3555255"/>
                <a:gd name="connsiteX8" fmla="*/ 5772 w 2893847"/>
                <a:gd name="connsiteY8" fmla="*/ 3301117 h 3555255"/>
                <a:gd name="connsiteX9" fmla="*/ 795412 w 2893847"/>
                <a:gd name="connsiteY9" fmla="*/ 181292 h 3555255"/>
                <a:gd name="connsiteX0" fmla="*/ 795412 w 2893847"/>
                <a:gd name="connsiteY0" fmla="*/ 197000 h 3570963"/>
                <a:gd name="connsiteX1" fmla="*/ 1267125 w 2893847"/>
                <a:gd name="connsiteY1" fmla="*/ 30461 h 3570963"/>
                <a:gd name="connsiteX2" fmla="*/ 1798093 w 2893847"/>
                <a:gd name="connsiteY2" fmla="*/ 95078 h 3570963"/>
                <a:gd name="connsiteX3" fmla="*/ 2624377 w 2893847"/>
                <a:gd name="connsiteY3" fmla="*/ 986849 h 3570963"/>
                <a:gd name="connsiteX4" fmla="*/ 2797623 w 2893847"/>
                <a:gd name="connsiteY4" fmla="*/ 1454657 h 3570963"/>
                <a:gd name="connsiteX5" fmla="*/ 2821031 w 2893847"/>
                <a:gd name="connsiteY5" fmla="*/ 1978804 h 3570963"/>
                <a:gd name="connsiteX6" fmla="*/ 2563015 w 2893847"/>
                <a:gd name="connsiteY6" fmla="*/ 2679340 h 3570963"/>
                <a:gd name="connsiteX7" fmla="*/ 431436 w 2893847"/>
                <a:gd name="connsiteY7" fmla="*/ 3489868 h 3570963"/>
                <a:gd name="connsiteX8" fmla="*/ 5772 w 2893847"/>
                <a:gd name="connsiteY8" fmla="*/ 3316825 h 3570963"/>
                <a:gd name="connsiteX9" fmla="*/ 795412 w 2893847"/>
                <a:gd name="connsiteY9" fmla="*/ 197000 h 3570963"/>
                <a:gd name="connsiteX0" fmla="*/ 795412 w 2893847"/>
                <a:gd name="connsiteY0" fmla="*/ 197000 h 3570963"/>
                <a:gd name="connsiteX1" fmla="*/ 1267125 w 2893847"/>
                <a:gd name="connsiteY1" fmla="*/ 30461 h 3570963"/>
                <a:gd name="connsiteX2" fmla="*/ 1798093 w 2893847"/>
                <a:gd name="connsiteY2" fmla="*/ 95078 h 3570963"/>
                <a:gd name="connsiteX3" fmla="*/ 2624377 w 2893847"/>
                <a:gd name="connsiteY3" fmla="*/ 986849 h 3570963"/>
                <a:gd name="connsiteX4" fmla="*/ 2797623 w 2893847"/>
                <a:gd name="connsiteY4" fmla="*/ 1454657 h 3570963"/>
                <a:gd name="connsiteX5" fmla="*/ 2821031 w 2893847"/>
                <a:gd name="connsiteY5" fmla="*/ 1978804 h 3570963"/>
                <a:gd name="connsiteX6" fmla="*/ 2563015 w 2893847"/>
                <a:gd name="connsiteY6" fmla="*/ 2679340 h 3570963"/>
                <a:gd name="connsiteX7" fmla="*/ 431436 w 2893847"/>
                <a:gd name="connsiteY7" fmla="*/ 3489868 h 3570963"/>
                <a:gd name="connsiteX8" fmla="*/ 5772 w 2893847"/>
                <a:gd name="connsiteY8" fmla="*/ 3316825 h 3570963"/>
                <a:gd name="connsiteX9" fmla="*/ 795412 w 2893847"/>
                <a:gd name="connsiteY9" fmla="*/ 197000 h 3570963"/>
                <a:gd name="connsiteX0" fmla="*/ 795412 w 2893847"/>
                <a:gd name="connsiteY0" fmla="*/ 115544 h 3489507"/>
                <a:gd name="connsiteX1" fmla="*/ 1733950 w 2893847"/>
                <a:gd name="connsiteY1" fmla="*/ 223412 h 3489507"/>
                <a:gd name="connsiteX2" fmla="*/ 1798093 w 2893847"/>
                <a:gd name="connsiteY2" fmla="*/ 13622 h 3489507"/>
                <a:gd name="connsiteX3" fmla="*/ 2624377 w 2893847"/>
                <a:gd name="connsiteY3" fmla="*/ 905393 h 3489507"/>
                <a:gd name="connsiteX4" fmla="*/ 2797623 w 2893847"/>
                <a:gd name="connsiteY4" fmla="*/ 1373201 h 3489507"/>
                <a:gd name="connsiteX5" fmla="*/ 2821031 w 2893847"/>
                <a:gd name="connsiteY5" fmla="*/ 1897348 h 3489507"/>
                <a:gd name="connsiteX6" fmla="*/ 2563015 w 2893847"/>
                <a:gd name="connsiteY6" fmla="*/ 2597884 h 3489507"/>
                <a:gd name="connsiteX7" fmla="*/ 431436 w 2893847"/>
                <a:gd name="connsiteY7" fmla="*/ 3408412 h 3489507"/>
                <a:gd name="connsiteX8" fmla="*/ 5772 w 2893847"/>
                <a:gd name="connsiteY8" fmla="*/ 3235369 h 3489507"/>
                <a:gd name="connsiteX9" fmla="*/ 795412 w 2893847"/>
                <a:gd name="connsiteY9" fmla="*/ 115544 h 3489507"/>
                <a:gd name="connsiteX0" fmla="*/ 795412 w 2893847"/>
                <a:gd name="connsiteY0" fmla="*/ 113349 h 3487312"/>
                <a:gd name="connsiteX1" fmla="*/ 1733950 w 2893847"/>
                <a:gd name="connsiteY1" fmla="*/ 221217 h 3487312"/>
                <a:gd name="connsiteX2" fmla="*/ 1798093 w 2893847"/>
                <a:gd name="connsiteY2" fmla="*/ 11427 h 3487312"/>
                <a:gd name="connsiteX3" fmla="*/ 2624377 w 2893847"/>
                <a:gd name="connsiteY3" fmla="*/ 903198 h 3487312"/>
                <a:gd name="connsiteX4" fmla="*/ 2797623 w 2893847"/>
                <a:gd name="connsiteY4" fmla="*/ 1371006 h 3487312"/>
                <a:gd name="connsiteX5" fmla="*/ 2821031 w 2893847"/>
                <a:gd name="connsiteY5" fmla="*/ 1895153 h 3487312"/>
                <a:gd name="connsiteX6" fmla="*/ 2563015 w 2893847"/>
                <a:gd name="connsiteY6" fmla="*/ 2595689 h 3487312"/>
                <a:gd name="connsiteX7" fmla="*/ 431436 w 2893847"/>
                <a:gd name="connsiteY7" fmla="*/ 3406217 h 3487312"/>
                <a:gd name="connsiteX8" fmla="*/ 5772 w 2893847"/>
                <a:gd name="connsiteY8" fmla="*/ 3233174 h 3487312"/>
                <a:gd name="connsiteX9" fmla="*/ 795412 w 2893847"/>
                <a:gd name="connsiteY9" fmla="*/ 113349 h 3487312"/>
                <a:gd name="connsiteX0" fmla="*/ 1857427 w 2893847"/>
                <a:gd name="connsiteY0" fmla="*/ 605027 h 3487312"/>
                <a:gd name="connsiteX1" fmla="*/ 1733950 w 2893847"/>
                <a:gd name="connsiteY1" fmla="*/ 221217 h 3487312"/>
                <a:gd name="connsiteX2" fmla="*/ 1798093 w 2893847"/>
                <a:gd name="connsiteY2" fmla="*/ 11427 h 3487312"/>
                <a:gd name="connsiteX3" fmla="*/ 2624377 w 2893847"/>
                <a:gd name="connsiteY3" fmla="*/ 903198 h 3487312"/>
                <a:gd name="connsiteX4" fmla="*/ 2797623 w 2893847"/>
                <a:gd name="connsiteY4" fmla="*/ 1371006 h 3487312"/>
                <a:gd name="connsiteX5" fmla="*/ 2821031 w 2893847"/>
                <a:gd name="connsiteY5" fmla="*/ 1895153 h 3487312"/>
                <a:gd name="connsiteX6" fmla="*/ 2563015 w 2893847"/>
                <a:gd name="connsiteY6" fmla="*/ 2595689 h 3487312"/>
                <a:gd name="connsiteX7" fmla="*/ 431436 w 2893847"/>
                <a:gd name="connsiteY7" fmla="*/ 3406217 h 3487312"/>
                <a:gd name="connsiteX8" fmla="*/ 5772 w 2893847"/>
                <a:gd name="connsiteY8" fmla="*/ 3233174 h 3487312"/>
                <a:gd name="connsiteX9" fmla="*/ 1857427 w 2893847"/>
                <a:gd name="connsiteY9" fmla="*/ 605027 h 3487312"/>
                <a:gd name="connsiteX0" fmla="*/ 1857427 w 2893847"/>
                <a:gd name="connsiteY0" fmla="*/ 605027 h 3487312"/>
                <a:gd name="connsiteX1" fmla="*/ 1733950 w 2893847"/>
                <a:gd name="connsiteY1" fmla="*/ 221217 h 3487312"/>
                <a:gd name="connsiteX2" fmla="*/ 1798093 w 2893847"/>
                <a:gd name="connsiteY2" fmla="*/ 11427 h 3487312"/>
                <a:gd name="connsiteX3" fmla="*/ 2624377 w 2893847"/>
                <a:gd name="connsiteY3" fmla="*/ 903198 h 3487312"/>
                <a:gd name="connsiteX4" fmla="*/ 2797623 w 2893847"/>
                <a:gd name="connsiteY4" fmla="*/ 1371006 h 3487312"/>
                <a:gd name="connsiteX5" fmla="*/ 2821031 w 2893847"/>
                <a:gd name="connsiteY5" fmla="*/ 1895153 h 3487312"/>
                <a:gd name="connsiteX6" fmla="*/ 2563015 w 2893847"/>
                <a:gd name="connsiteY6" fmla="*/ 2595689 h 3487312"/>
                <a:gd name="connsiteX7" fmla="*/ 431436 w 2893847"/>
                <a:gd name="connsiteY7" fmla="*/ 3406217 h 3487312"/>
                <a:gd name="connsiteX8" fmla="*/ 5772 w 2893847"/>
                <a:gd name="connsiteY8" fmla="*/ 3233174 h 3487312"/>
                <a:gd name="connsiteX9" fmla="*/ 1857427 w 2893847"/>
                <a:gd name="connsiteY9" fmla="*/ 605027 h 3487312"/>
                <a:gd name="connsiteX0" fmla="*/ 1857427 w 2893847"/>
                <a:gd name="connsiteY0" fmla="*/ 605027 h 3487312"/>
                <a:gd name="connsiteX1" fmla="*/ 1733950 w 2893847"/>
                <a:gd name="connsiteY1" fmla="*/ 221217 h 3487312"/>
                <a:gd name="connsiteX2" fmla="*/ 1798093 w 2893847"/>
                <a:gd name="connsiteY2" fmla="*/ 11427 h 3487312"/>
                <a:gd name="connsiteX3" fmla="*/ 2624377 w 2893847"/>
                <a:gd name="connsiteY3" fmla="*/ 903198 h 3487312"/>
                <a:gd name="connsiteX4" fmla="*/ 2797623 w 2893847"/>
                <a:gd name="connsiteY4" fmla="*/ 1371006 h 3487312"/>
                <a:gd name="connsiteX5" fmla="*/ 2821031 w 2893847"/>
                <a:gd name="connsiteY5" fmla="*/ 1895153 h 3487312"/>
                <a:gd name="connsiteX6" fmla="*/ 2563015 w 2893847"/>
                <a:gd name="connsiteY6" fmla="*/ 2595689 h 3487312"/>
                <a:gd name="connsiteX7" fmla="*/ 431436 w 2893847"/>
                <a:gd name="connsiteY7" fmla="*/ 3406217 h 3487312"/>
                <a:gd name="connsiteX8" fmla="*/ 5772 w 2893847"/>
                <a:gd name="connsiteY8" fmla="*/ 3233174 h 3487312"/>
                <a:gd name="connsiteX9" fmla="*/ 1840784 w 2893847"/>
                <a:gd name="connsiteY9" fmla="*/ 926600 h 3487312"/>
                <a:gd name="connsiteX10" fmla="*/ 1857427 w 2893847"/>
                <a:gd name="connsiteY10" fmla="*/ 605027 h 3487312"/>
                <a:gd name="connsiteX0" fmla="*/ 1857427 w 2893847"/>
                <a:gd name="connsiteY0" fmla="*/ 605027 h 3487312"/>
                <a:gd name="connsiteX1" fmla="*/ 1733950 w 2893847"/>
                <a:gd name="connsiteY1" fmla="*/ 221217 h 3487312"/>
                <a:gd name="connsiteX2" fmla="*/ 1798093 w 2893847"/>
                <a:gd name="connsiteY2" fmla="*/ 11427 h 3487312"/>
                <a:gd name="connsiteX3" fmla="*/ 2624377 w 2893847"/>
                <a:gd name="connsiteY3" fmla="*/ 903198 h 3487312"/>
                <a:gd name="connsiteX4" fmla="*/ 2797623 w 2893847"/>
                <a:gd name="connsiteY4" fmla="*/ 1371006 h 3487312"/>
                <a:gd name="connsiteX5" fmla="*/ 2821031 w 2893847"/>
                <a:gd name="connsiteY5" fmla="*/ 1895153 h 3487312"/>
                <a:gd name="connsiteX6" fmla="*/ 2563015 w 2893847"/>
                <a:gd name="connsiteY6" fmla="*/ 2595689 h 3487312"/>
                <a:gd name="connsiteX7" fmla="*/ 431436 w 2893847"/>
                <a:gd name="connsiteY7" fmla="*/ 3406217 h 3487312"/>
                <a:gd name="connsiteX8" fmla="*/ 5772 w 2893847"/>
                <a:gd name="connsiteY8" fmla="*/ 3233174 h 3487312"/>
                <a:gd name="connsiteX9" fmla="*/ 1840784 w 2893847"/>
                <a:gd name="connsiteY9" fmla="*/ 926600 h 3487312"/>
                <a:gd name="connsiteX10" fmla="*/ 1857427 w 2893847"/>
                <a:gd name="connsiteY10" fmla="*/ 605027 h 3487312"/>
                <a:gd name="connsiteX0" fmla="*/ 1857427 w 2893847"/>
                <a:gd name="connsiteY0" fmla="*/ 605027 h 3487312"/>
                <a:gd name="connsiteX1" fmla="*/ 1733950 w 2893847"/>
                <a:gd name="connsiteY1" fmla="*/ 221217 h 3487312"/>
                <a:gd name="connsiteX2" fmla="*/ 1798093 w 2893847"/>
                <a:gd name="connsiteY2" fmla="*/ 11427 h 3487312"/>
                <a:gd name="connsiteX3" fmla="*/ 2624377 w 2893847"/>
                <a:gd name="connsiteY3" fmla="*/ 903198 h 3487312"/>
                <a:gd name="connsiteX4" fmla="*/ 2797623 w 2893847"/>
                <a:gd name="connsiteY4" fmla="*/ 1371006 h 3487312"/>
                <a:gd name="connsiteX5" fmla="*/ 2821031 w 2893847"/>
                <a:gd name="connsiteY5" fmla="*/ 1895153 h 3487312"/>
                <a:gd name="connsiteX6" fmla="*/ 2563015 w 2893847"/>
                <a:gd name="connsiteY6" fmla="*/ 2595689 h 3487312"/>
                <a:gd name="connsiteX7" fmla="*/ 431436 w 2893847"/>
                <a:gd name="connsiteY7" fmla="*/ 3406217 h 3487312"/>
                <a:gd name="connsiteX8" fmla="*/ 5772 w 2893847"/>
                <a:gd name="connsiteY8" fmla="*/ 3233174 h 3487312"/>
                <a:gd name="connsiteX9" fmla="*/ 1829383 w 2893847"/>
                <a:gd name="connsiteY9" fmla="*/ 1551382 h 3487312"/>
                <a:gd name="connsiteX10" fmla="*/ 1840784 w 2893847"/>
                <a:gd name="connsiteY10" fmla="*/ 926600 h 3487312"/>
                <a:gd name="connsiteX11" fmla="*/ 1857427 w 2893847"/>
                <a:gd name="connsiteY11" fmla="*/ 605027 h 3487312"/>
                <a:gd name="connsiteX0" fmla="*/ 1857427 w 2893847"/>
                <a:gd name="connsiteY0" fmla="*/ 605027 h 3487312"/>
                <a:gd name="connsiteX1" fmla="*/ 1733950 w 2893847"/>
                <a:gd name="connsiteY1" fmla="*/ 221217 h 3487312"/>
                <a:gd name="connsiteX2" fmla="*/ 1798093 w 2893847"/>
                <a:gd name="connsiteY2" fmla="*/ 11427 h 3487312"/>
                <a:gd name="connsiteX3" fmla="*/ 2624377 w 2893847"/>
                <a:gd name="connsiteY3" fmla="*/ 903198 h 3487312"/>
                <a:gd name="connsiteX4" fmla="*/ 2797623 w 2893847"/>
                <a:gd name="connsiteY4" fmla="*/ 1371006 h 3487312"/>
                <a:gd name="connsiteX5" fmla="*/ 2821031 w 2893847"/>
                <a:gd name="connsiteY5" fmla="*/ 1895153 h 3487312"/>
                <a:gd name="connsiteX6" fmla="*/ 2563015 w 2893847"/>
                <a:gd name="connsiteY6" fmla="*/ 2595689 h 3487312"/>
                <a:gd name="connsiteX7" fmla="*/ 431436 w 2893847"/>
                <a:gd name="connsiteY7" fmla="*/ 3406217 h 3487312"/>
                <a:gd name="connsiteX8" fmla="*/ 5772 w 2893847"/>
                <a:gd name="connsiteY8" fmla="*/ 3233174 h 3487312"/>
                <a:gd name="connsiteX9" fmla="*/ 1407651 w 2893847"/>
                <a:gd name="connsiteY9" fmla="*/ 1632347 h 3487312"/>
                <a:gd name="connsiteX10" fmla="*/ 1829383 w 2893847"/>
                <a:gd name="connsiteY10" fmla="*/ 1551382 h 3487312"/>
                <a:gd name="connsiteX11" fmla="*/ 1840784 w 2893847"/>
                <a:gd name="connsiteY11" fmla="*/ 926600 h 3487312"/>
                <a:gd name="connsiteX12" fmla="*/ 1857427 w 2893847"/>
                <a:gd name="connsiteY12" fmla="*/ 605027 h 3487312"/>
                <a:gd name="connsiteX0" fmla="*/ 1857427 w 2893847"/>
                <a:gd name="connsiteY0" fmla="*/ 605027 h 3487312"/>
                <a:gd name="connsiteX1" fmla="*/ 1733950 w 2893847"/>
                <a:gd name="connsiteY1" fmla="*/ 221217 h 3487312"/>
                <a:gd name="connsiteX2" fmla="*/ 1798093 w 2893847"/>
                <a:gd name="connsiteY2" fmla="*/ 11427 h 3487312"/>
                <a:gd name="connsiteX3" fmla="*/ 2624377 w 2893847"/>
                <a:gd name="connsiteY3" fmla="*/ 903198 h 3487312"/>
                <a:gd name="connsiteX4" fmla="*/ 2797623 w 2893847"/>
                <a:gd name="connsiteY4" fmla="*/ 1371006 h 3487312"/>
                <a:gd name="connsiteX5" fmla="*/ 2821031 w 2893847"/>
                <a:gd name="connsiteY5" fmla="*/ 1895153 h 3487312"/>
                <a:gd name="connsiteX6" fmla="*/ 2563015 w 2893847"/>
                <a:gd name="connsiteY6" fmla="*/ 2595689 h 3487312"/>
                <a:gd name="connsiteX7" fmla="*/ 431436 w 2893847"/>
                <a:gd name="connsiteY7" fmla="*/ 3406217 h 3487312"/>
                <a:gd name="connsiteX8" fmla="*/ 5772 w 2893847"/>
                <a:gd name="connsiteY8" fmla="*/ 3233174 h 3487312"/>
                <a:gd name="connsiteX9" fmla="*/ 1407651 w 2893847"/>
                <a:gd name="connsiteY9" fmla="*/ 1632347 h 3487312"/>
                <a:gd name="connsiteX10" fmla="*/ 1829383 w 2893847"/>
                <a:gd name="connsiteY10" fmla="*/ 1551382 h 3487312"/>
                <a:gd name="connsiteX11" fmla="*/ 1840784 w 2893847"/>
                <a:gd name="connsiteY11" fmla="*/ 926600 h 3487312"/>
                <a:gd name="connsiteX12" fmla="*/ 1857427 w 2893847"/>
                <a:gd name="connsiteY12" fmla="*/ 605027 h 3487312"/>
                <a:gd name="connsiteX0" fmla="*/ 1857427 w 2893847"/>
                <a:gd name="connsiteY0" fmla="*/ 605027 h 3487312"/>
                <a:gd name="connsiteX1" fmla="*/ 1733950 w 2893847"/>
                <a:gd name="connsiteY1" fmla="*/ 221217 h 3487312"/>
                <a:gd name="connsiteX2" fmla="*/ 1798093 w 2893847"/>
                <a:gd name="connsiteY2" fmla="*/ 11427 h 3487312"/>
                <a:gd name="connsiteX3" fmla="*/ 2624377 w 2893847"/>
                <a:gd name="connsiteY3" fmla="*/ 903198 h 3487312"/>
                <a:gd name="connsiteX4" fmla="*/ 2797623 w 2893847"/>
                <a:gd name="connsiteY4" fmla="*/ 1371006 h 3487312"/>
                <a:gd name="connsiteX5" fmla="*/ 2821031 w 2893847"/>
                <a:gd name="connsiteY5" fmla="*/ 1895153 h 3487312"/>
                <a:gd name="connsiteX6" fmla="*/ 2563015 w 2893847"/>
                <a:gd name="connsiteY6" fmla="*/ 2595689 h 3487312"/>
                <a:gd name="connsiteX7" fmla="*/ 431436 w 2893847"/>
                <a:gd name="connsiteY7" fmla="*/ 3406217 h 3487312"/>
                <a:gd name="connsiteX8" fmla="*/ 5772 w 2893847"/>
                <a:gd name="connsiteY8" fmla="*/ 3233174 h 3487312"/>
                <a:gd name="connsiteX9" fmla="*/ 1407651 w 2893847"/>
                <a:gd name="connsiteY9" fmla="*/ 1632347 h 3487312"/>
                <a:gd name="connsiteX10" fmla="*/ 1829383 w 2893847"/>
                <a:gd name="connsiteY10" fmla="*/ 1551382 h 3487312"/>
                <a:gd name="connsiteX11" fmla="*/ 1840784 w 2893847"/>
                <a:gd name="connsiteY11" fmla="*/ 926600 h 3487312"/>
                <a:gd name="connsiteX12" fmla="*/ 1857427 w 2893847"/>
                <a:gd name="connsiteY12" fmla="*/ 605027 h 3487312"/>
                <a:gd name="connsiteX0" fmla="*/ 1857427 w 2893847"/>
                <a:gd name="connsiteY0" fmla="*/ 605027 h 3487312"/>
                <a:gd name="connsiteX1" fmla="*/ 1733950 w 2893847"/>
                <a:gd name="connsiteY1" fmla="*/ 221217 h 3487312"/>
                <a:gd name="connsiteX2" fmla="*/ 1798093 w 2893847"/>
                <a:gd name="connsiteY2" fmla="*/ 11427 h 3487312"/>
                <a:gd name="connsiteX3" fmla="*/ 2624377 w 2893847"/>
                <a:gd name="connsiteY3" fmla="*/ 903198 h 3487312"/>
                <a:gd name="connsiteX4" fmla="*/ 2797623 w 2893847"/>
                <a:gd name="connsiteY4" fmla="*/ 1371006 h 3487312"/>
                <a:gd name="connsiteX5" fmla="*/ 2821031 w 2893847"/>
                <a:gd name="connsiteY5" fmla="*/ 1895153 h 3487312"/>
                <a:gd name="connsiteX6" fmla="*/ 2563015 w 2893847"/>
                <a:gd name="connsiteY6" fmla="*/ 2595689 h 3487312"/>
                <a:gd name="connsiteX7" fmla="*/ 431436 w 2893847"/>
                <a:gd name="connsiteY7" fmla="*/ 3406217 h 3487312"/>
                <a:gd name="connsiteX8" fmla="*/ 5772 w 2893847"/>
                <a:gd name="connsiteY8" fmla="*/ 3233174 h 3487312"/>
                <a:gd name="connsiteX9" fmla="*/ 1407651 w 2893847"/>
                <a:gd name="connsiteY9" fmla="*/ 1632347 h 3487312"/>
                <a:gd name="connsiteX10" fmla="*/ 1829383 w 2893847"/>
                <a:gd name="connsiteY10" fmla="*/ 1551382 h 3487312"/>
                <a:gd name="connsiteX11" fmla="*/ 1840784 w 2893847"/>
                <a:gd name="connsiteY11" fmla="*/ 926600 h 3487312"/>
                <a:gd name="connsiteX12" fmla="*/ 1857427 w 2893847"/>
                <a:gd name="connsiteY12" fmla="*/ 605027 h 3487312"/>
                <a:gd name="connsiteX0" fmla="*/ 1857427 w 2893847"/>
                <a:gd name="connsiteY0" fmla="*/ 605027 h 3487312"/>
                <a:gd name="connsiteX1" fmla="*/ 1733950 w 2893847"/>
                <a:gd name="connsiteY1" fmla="*/ 221217 h 3487312"/>
                <a:gd name="connsiteX2" fmla="*/ 1798093 w 2893847"/>
                <a:gd name="connsiteY2" fmla="*/ 11427 h 3487312"/>
                <a:gd name="connsiteX3" fmla="*/ 2624377 w 2893847"/>
                <a:gd name="connsiteY3" fmla="*/ 903198 h 3487312"/>
                <a:gd name="connsiteX4" fmla="*/ 2797623 w 2893847"/>
                <a:gd name="connsiteY4" fmla="*/ 1371006 h 3487312"/>
                <a:gd name="connsiteX5" fmla="*/ 2821031 w 2893847"/>
                <a:gd name="connsiteY5" fmla="*/ 1895153 h 3487312"/>
                <a:gd name="connsiteX6" fmla="*/ 2563015 w 2893847"/>
                <a:gd name="connsiteY6" fmla="*/ 2595689 h 3487312"/>
                <a:gd name="connsiteX7" fmla="*/ 431436 w 2893847"/>
                <a:gd name="connsiteY7" fmla="*/ 3406217 h 3487312"/>
                <a:gd name="connsiteX8" fmla="*/ 5772 w 2893847"/>
                <a:gd name="connsiteY8" fmla="*/ 3233174 h 3487312"/>
                <a:gd name="connsiteX9" fmla="*/ 1035242 w 2893847"/>
                <a:gd name="connsiteY9" fmla="*/ 1974524 h 3487312"/>
                <a:gd name="connsiteX10" fmla="*/ 1407651 w 2893847"/>
                <a:gd name="connsiteY10" fmla="*/ 1632347 h 3487312"/>
                <a:gd name="connsiteX11" fmla="*/ 1829383 w 2893847"/>
                <a:gd name="connsiteY11" fmla="*/ 1551382 h 3487312"/>
                <a:gd name="connsiteX12" fmla="*/ 1840784 w 2893847"/>
                <a:gd name="connsiteY12" fmla="*/ 926600 h 3487312"/>
                <a:gd name="connsiteX13" fmla="*/ 1857427 w 2893847"/>
                <a:gd name="connsiteY13" fmla="*/ 605027 h 3487312"/>
                <a:gd name="connsiteX0" fmla="*/ 1857427 w 2893847"/>
                <a:gd name="connsiteY0" fmla="*/ 605027 h 3487312"/>
                <a:gd name="connsiteX1" fmla="*/ 1733950 w 2893847"/>
                <a:gd name="connsiteY1" fmla="*/ 221217 h 3487312"/>
                <a:gd name="connsiteX2" fmla="*/ 1798093 w 2893847"/>
                <a:gd name="connsiteY2" fmla="*/ 11427 h 3487312"/>
                <a:gd name="connsiteX3" fmla="*/ 2624377 w 2893847"/>
                <a:gd name="connsiteY3" fmla="*/ 903198 h 3487312"/>
                <a:gd name="connsiteX4" fmla="*/ 2797623 w 2893847"/>
                <a:gd name="connsiteY4" fmla="*/ 1371006 h 3487312"/>
                <a:gd name="connsiteX5" fmla="*/ 2821031 w 2893847"/>
                <a:gd name="connsiteY5" fmla="*/ 1895153 h 3487312"/>
                <a:gd name="connsiteX6" fmla="*/ 2563015 w 2893847"/>
                <a:gd name="connsiteY6" fmla="*/ 2595689 h 3487312"/>
                <a:gd name="connsiteX7" fmla="*/ 431436 w 2893847"/>
                <a:gd name="connsiteY7" fmla="*/ 3406217 h 3487312"/>
                <a:gd name="connsiteX8" fmla="*/ 5772 w 2893847"/>
                <a:gd name="connsiteY8" fmla="*/ 3233174 h 3487312"/>
                <a:gd name="connsiteX9" fmla="*/ 1035242 w 2893847"/>
                <a:gd name="connsiteY9" fmla="*/ 1974524 h 3487312"/>
                <a:gd name="connsiteX10" fmla="*/ 1407651 w 2893847"/>
                <a:gd name="connsiteY10" fmla="*/ 1632347 h 3487312"/>
                <a:gd name="connsiteX11" fmla="*/ 1829383 w 2893847"/>
                <a:gd name="connsiteY11" fmla="*/ 1551382 h 3487312"/>
                <a:gd name="connsiteX12" fmla="*/ 1840784 w 2893847"/>
                <a:gd name="connsiteY12" fmla="*/ 926600 h 3487312"/>
                <a:gd name="connsiteX13" fmla="*/ 1857427 w 2893847"/>
                <a:gd name="connsiteY13" fmla="*/ 605027 h 3487312"/>
                <a:gd name="connsiteX0" fmla="*/ 1857427 w 2893847"/>
                <a:gd name="connsiteY0" fmla="*/ 605027 h 3487312"/>
                <a:gd name="connsiteX1" fmla="*/ 1733950 w 2893847"/>
                <a:gd name="connsiteY1" fmla="*/ 221217 h 3487312"/>
                <a:gd name="connsiteX2" fmla="*/ 1798093 w 2893847"/>
                <a:gd name="connsiteY2" fmla="*/ 11427 h 3487312"/>
                <a:gd name="connsiteX3" fmla="*/ 2624377 w 2893847"/>
                <a:gd name="connsiteY3" fmla="*/ 903198 h 3487312"/>
                <a:gd name="connsiteX4" fmla="*/ 2797623 w 2893847"/>
                <a:gd name="connsiteY4" fmla="*/ 1371006 h 3487312"/>
                <a:gd name="connsiteX5" fmla="*/ 2821031 w 2893847"/>
                <a:gd name="connsiteY5" fmla="*/ 1895153 h 3487312"/>
                <a:gd name="connsiteX6" fmla="*/ 2563015 w 2893847"/>
                <a:gd name="connsiteY6" fmla="*/ 2595689 h 3487312"/>
                <a:gd name="connsiteX7" fmla="*/ 431436 w 2893847"/>
                <a:gd name="connsiteY7" fmla="*/ 3406217 h 3487312"/>
                <a:gd name="connsiteX8" fmla="*/ 5772 w 2893847"/>
                <a:gd name="connsiteY8" fmla="*/ 3233174 h 3487312"/>
                <a:gd name="connsiteX9" fmla="*/ 719072 w 2893847"/>
                <a:gd name="connsiteY9" fmla="*/ 2341425 h 3487312"/>
                <a:gd name="connsiteX10" fmla="*/ 1035242 w 2893847"/>
                <a:gd name="connsiteY10" fmla="*/ 1974524 h 3487312"/>
                <a:gd name="connsiteX11" fmla="*/ 1407651 w 2893847"/>
                <a:gd name="connsiteY11" fmla="*/ 1632347 h 3487312"/>
                <a:gd name="connsiteX12" fmla="*/ 1829383 w 2893847"/>
                <a:gd name="connsiteY12" fmla="*/ 1551382 h 3487312"/>
                <a:gd name="connsiteX13" fmla="*/ 1840784 w 2893847"/>
                <a:gd name="connsiteY13" fmla="*/ 926600 h 3487312"/>
                <a:gd name="connsiteX14" fmla="*/ 1857427 w 2893847"/>
                <a:gd name="connsiteY14" fmla="*/ 605027 h 3487312"/>
                <a:gd name="connsiteX0" fmla="*/ 1857427 w 2893847"/>
                <a:gd name="connsiteY0" fmla="*/ 605027 h 3487312"/>
                <a:gd name="connsiteX1" fmla="*/ 1733950 w 2893847"/>
                <a:gd name="connsiteY1" fmla="*/ 221217 h 3487312"/>
                <a:gd name="connsiteX2" fmla="*/ 1798093 w 2893847"/>
                <a:gd name="connsiteY2" fmla="*/ 11427 h 3487312"/>
                <a:gd name="connsiteX3" fmla="*/ 2624377 w 2893847"/>
                <a:gd name="connsiteY3" fmla="*/ 903198 h 3487312"/>
                <a:gd name="connsiteX4" fmla="*/ 2797623 w 2893847"/>
                <a:gd name="connsiteY4" fmla="*/ 1371006 h 3487312"/>
                <a:gd name="connsiteX5" fmla="*/ 2821031 w 2893847"/>
                <a:gd name="connsiteY5" fmla="*/ 1895153 h 3487312"/>
                <a:gd name="connsiteX6" fmla="*/ 2563015 w 2893847"/>
                <a:gd name="connsiteY6" fmla="*/ 2595689 h 3487312"/>
                <a:gd name="connsiteX7" fmla="*/ 431436 w 2893847"/>
                <a:gd name="connsiteY7" fmla="*/ 3406217 h 3487312"/>
                <a:gd name="connsiteX8" fmla="*/ 5772 w 2893847"/>
                <a:gd name="connsiteY8" fmla="*/ 3233174 h 3487312"/>
                <a:gd name="connsiteX9" fmla="*/ 719072 w 2893847"/>
                <a:gd name="connsiteY9" fmla="*/ 2341425 h 3487312"/>
                <a:gd name="connsiteX10" fmla="*/ 1035242 w 2893847"/>
                <a:gd name="connsiteY10" fmla="*/ 1974524 h 3487312"/>
                <a:gd name="connsiteX11" fmla="*/ 1407651 w 2893847"/>
                <a:gd name="connsiteY11" fmla="*/ 1632347 h 3487312"/>
                <a:gd name="connsiteX12" fmla="*/ 1829383 w 2893847"/>
                <a:gd name="connsiteY12" fmla="*/ 1551382 h 3487312"/>
                <a:gd name="connsiteX13" fmla="*/ 1840784 w 2893847"/>
                <a:gd name="connsiteY13" fmla="*/ 926600 h 3487312"/>
                <a:gd name="connsiteX14" fmla="*/ 1857427 w 2893847"/>
                <a:gd name="connsiteY14" fmla="*/ 605027 h 3487312"/>
                <a:gd name="connsiteX0" fmla="*/ 1857427 w 2893847"/>
                <a:gd name="connsiteY0" fmla="*/ 605027 h 3487312"/>
                <a:gd name="connsiteX1" fmla="*/ 1733950 w 2893847"/>
                <a:gd name="connsiteY1" fmla="*/ 221217 h 3487312"/>
                <a:gd name="connsiteX2" fmla="*/ 1798093 w 2893847"/>
                <a:gd name="connsiteY2" fmla="*/ 11427 h 3487312"/>
                <a:gd name="connsiteX3" fmla="*/ 2624377 w 2893847"/>
                <a:gd name="connsiteY3" fmla="*/ 903198 h 3487312"/>
                <a:gd name="connsiteX4" fmla="*/ 2797623 w 2893847"/>
                <a:gd name="connsiteY4" fmla="*/ 1371006 h 3487312"/>
                <a:gd name="connsiteX5" fmla="*/ 2821031 w 2893847"/>
                <a:gd name="connsiteY5" fmla="*/ 1895153 h 3487312"/>
                <a:gd name="connsiteX6" fmla="*/ 2563015 w 2893847"/>
                <a:gd name="connsiteY6" fmla="*/ 2595689 h 3487312"/>
                <a:gd name="connsiteX7" fmla="*/ 431436 w 2893847"/>
                <a:gd name="connsiteY7" fmla="*/ 3406217 h 3487312"/>
                <a:gd name="connsiteX8" fmla="*/ 5772 w 2893847"/>
                <a:gd name="connsiteY8" fmla="*/ 3233174 h 3487312"/>
                <a:gd name="connsiteX9" fmla="*/ 305668 w 2893847"/>
                <a:gd name="connsiteY9" fmla="*/ 2607762 h 3487312"/>
                <a:gd name="connsiteX10" fmla="*/ 719072 w 2893847"/>
                <a:gd name="connsiteY10" fmla="*/ 2341425 h 3487312"/>
                <a:gd name="connsiteX11" fmla="*/ 1035242 w 2893847"/>
                <a:gd name="connsiteY11" fmla="*/ 1974524 h 3487312"/>
                <a:gd name="connsiteX12" fmla="*/ 1407651 w 2893847"/>
                <a:gd name="connsiteY12" fmla="*/ 1632347 h 3487312"/>
                <a:gd name="connsiteX13" fmla="*/ 1829383 w 2893847"/>
                <a:gd name="connsiteY13" fmla="*/ 1551382 h 3487312"/>
                <a:gd name="connsiteX14" fmla="*/ 1840784 w 2893847"/>
                <a:gd name="connsiteY14" fmla="*/ 926600 h 3487312"/>
                <a:gd name="connsiteX15" fmla="*/ 1857427 w 2893847"/>
                <a:gd name="connsiteY15" fmla="*/ 605027 h 3487312"/>
                <a:gd name="connsiteX0" fmla="*/ 1857427 w 2893847"/>
                <a:gd name="connsiteY0" fmla="*/ 605027 h 3487312"/>
                <a:gd name="connsiteX1" fmla="*/ 1733950 w 2893847"/>
                <a:gd name="connsiteY1" fmla="*/ 221217 h 3487312"/>
                <a:gd name="connsiteX2" fmla="*/ 1798093 w 2893847"/>
                <a:gd name="connsiteY2" fmla="*/ 11427 h 3487312"/>
                <a:gd name="connsiteX3" fmla="*/ 2624377 w 2893847"/>
                <a:gd name="connsiteY3" fmla="*/ 903198 h 3487312"/>
                <a:gd name="connsiteX4" fmla="*/ 2797623 w 2893847"/>
                <a:gd name="connsiteY4" fmla="*/ 1371006 h 3487312"/>
                <a:gd name="connsiteX5" fmla="*/ 2821031 w 2893847"/>
                <a:gd name="connsiteY5" fmla="*/ 1895153 h 3487312"/>
                <a:gd name="connsiteX6" fmla="*/ 2563015 w 2893847"/>
                <a:gd name="connsiteY6" fmla="*/ 2595689 h 3487312"/>
                <a:gd name="connsiteX7" fmla="*/ 431436 w 2893847"/>
                <a:gd name="connsiteY7" fmla="*/ 3406217 h 3487312"/>
                <a:gd name="connsiteX8" fmla="*/ 5772 w 2893847"/>
                <a:gd name="connsiteY8" fmla="*/ 3233174 h 3487312"/>
                <a:gd name="connsiteX9" fmla="*/ 305668 w 2893847"/>
                <a:gd name="connsiteY9" fmla="*/ 2607762 h 3487312"/>
                <a:gd name="connsiteX10" fmla="*/ 719072 w 2893847"/>
                <a:gd name="connsiteY10" fmla="*/ 2341425 h 3487312"/>
                <a:gd name="connsiteX11" fmla="*/ 1035242 w 2893847"/>
                <a:gd name="connsiteY11" fmla="*/ 1974524 h 3487312"/>
                <a:gd name="connsiteX12" fmla="*/ 1407651 w 2893847"/>
                <a:gd name="connsiteY12" fmla="*/ 1632347 h 3487312"/>
                <a:gd name="connsiteX13" fmla="*/ 1829383 w 2893847"/>
                <a:gd name="connsiteY13" fmla="*/ 1551382 h 3487312"/>
                <a:gd name="connsiteX14" fmla="*/ 1840784 w 2893847"/>
                <a:gd name="connsiteY14" fmla="*/ 926600 h 3487312"/>
                <a:gd name="connsiteX15" fmla="*/ 1857427 w 2893847"/>
                <a:gd name="connsiteY15" fmla="*/ 605027 h 3487312"/>
                <a:gd name="connsiteX0" fmla="*/ 1864508 w 2900928"/>
                <a:gd name="connsiteY0" fmla="*/ 605027 h 3487312"/>
                <a:gd name="connsiteX1" fmla="*/ 1741031 w 2900928"/>
                <a:gd name="connsiteY1" fmla="*/ 221217 h 3487312"/>
                <a:gd name="connsiteX2" fmla="*/ 1805174 w 2900928"/>
                <a:gd name="connsiteY2" fmla="*/ 11427 h 3487312"/>
                <a:gd name="connsiteX3" fmla="*/ 2631458 w 2900928"/>
                <a:gd name="connsiteY3" fmla="*/ 903198 h 3487312"/>
                <a:gd name="connsiteX4" fmla="*/ 2804704 w 2900928"/>
                <a:gd name="connsiteY4" fmla="*/ 1371006 h 3487312"/>
                <a:gd name="connsiteX5" fmla="*/ 2828112 w 2900928"/>
                <a:gd name="connsiteY5" fmla="*/ 1895153 h 3487312"/>
                <a:gd name="connsiteX6" fmla="*/ 2570096 w 2900928"/>
                <a:gd name="connsiteY6" fmla="*/ 2595689 h 3487312"/>
                <a:gd name="connsiteX7" fmla="*/ 438517 w 2900928"/>
                <a:gd name="connsiteY7" fmla="*/ 3406217 h 3487312"/>
                <a:gd name="connsiteX8" fmla="*/ 12853 w 2900928"/>
                <a:gd name="connsiteY8" fmla="*/ 3233174 h 3487312"/>
                <a:gd name="connsiteX9" fmla="*/ 312749 w 2900928"/>
                <a:gd name="connsiteY9" fmla="*/ 2607762 h 3487312"/>
                <a:gd name="connsiteX10" fmla="*/ 726153 w 2900928"/>
                <a:gd name="connsiteY10" fmla="*/ 2341425 h 3487312"/>
                <a:gd name="connsiteX11" fmla="*/ 1042323 w 2900928"/>
                <a:gd name="connsiteY11" fmla="*/ 1974524 h 3487312"/>
                <a:gd name="connsiteX12" fmla="*/ 1414732 w 2900928"/>
                <a:gd name="connsiteY12" fmla="*/ 1632347 h 3487312"/>
                <a:gd name="connsiteX13" fmla="*/ 1836464 w 2900928"/>
                <a:gd name="connsiteY13" fmla="*/ 1551382 h 3487312"/>
                <a:gd name="connsiteX14" fmla="*/ 1847865 w 2900928"/>
                <a:gd name="connsiteY14" fmla="*/ 926600 h 3487312"/>
                <a:gd name="connsiteX15" fmla="*/ 1864508 w 2900928"/>
                <a:gd name="connsiteY15" fmla="*/ 605027 h 3487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900928" h="3487312">
                  <a:moveTo>
                    <a:pt x="1864508" y="605027"/>
                  </a:moveTo>
                  <a:cubicBezTo>
                    <a:pt x="2021746" y="608781"/>
                    <a:pt x="1609031" y="479444"/>
                    <a:pt x="1741031" y="221217"/>
                  </a:cubicBezTo>
                  <a:cubicBezTo>
                    <a:pt x="1797802" y="201871"/>
                    <a:pt x="1588064" y="-56786"/>
                    <a:pt x="1805174" y="11427"/>
                  </a:cubicBezTo>
                  <a:cubicBezTo>
                    <a:pt x="2003093" y="102751"/>
                    <a:pt x="2688353" y="389405"/>
                    <a:pt x="2631458" y="903198"/>
                  </a:cubicBezTo>
                  <a:cubicBezTo>
                    <a:pt x="2992579" y="1295160"/>
                    <a:pt x="2758370" y="1221516"/>
                    <a:pt x="2804704" y="1371006"/>
                  </a:cubicBezTo>
                  <a:cubicBezTo>
                    <a:pt x="2851038" y="1520496"/>
                    <a:pt x="2982169" y="1692192"/>
                    <a:pt x="2828112" y="1895153"/>
                  </a:cubicBezTo>
                  <a:cubicBezTo>
                    <a:pt x="2839872" y="2184740"/>
                    <a:pt x="2748779" y="2560992"/>
                    <a:pt x="2570096" y="2595689"/>
                  </a:cubicBezTo>
                  <a:cubicBezTo>
                    <a:pt x="2051921" y="3622843"/>
                    <a:pt x="918402" y="3546578"/>
                    <a:pt x="438517" y="3406217"/>
                  </a:cubicBezTo>
                  <a:cubicBezTo>
                    <a:pt x="162806" y="3398295"/>
                    <a:pt x="-29163" y="3482014"/>
                    <a:pt x="12853" y="3233174"/>
                  </a:cubicBezTo>
                  <a:cubicBezTo>
                    <a:pt x="2268" y="3123072"/>
                    <a:pt x="-73111" y="2851700"/>
                    <a:pt x="312749" y="2607762"/>
                  </a:cubicBezTo>
                  <a:cubicBezTo>
                    <a:pt x="356048" y="2205996"/>
                    <a:pt x="614934" y="2469939"/>
                    <a:pt x="726153" y="2341425"/>
                  </a:cubicBezTo>
                  <a:cubicBezTo>
                    <a:pt x="873262" y="1893753"/>
                    <a:pt x="929012" y="2087835"/>
                    <a:pt x="1042323" y="1974524"/>
                  </a:cubicBezTo>
                  <a:cubicBezTo>
                    <a:pt x="1075095" y="1608052"/>
                    <a:pt x="1287008" y="1709553"/>
                    <a:pt x="1414732" y="1632347"/>
                  </a:cubicBezTo>
                  <a:cubicBezTo>
                    <a:pt x="1648720" y="1426607"/>
                    <a:pt x="1766987" y="1615479"/>
                    <a:pt x="1836464" y="1551382"/>
                  </a:cubicBezTo>
                  <a:cubicBezTo>
                    <a:pt x="1883906" y="1401197"/>
                    <a:pt x="1922746" y="1159738"/>
                    <a:pt x="1847865" y="926600"/>
                  </a:cubicBezTo>
                  <a:cubicBezTo>
                    <a:pt x="1757716" y="767013"/>
                    <a:pt x="1858960" y="712218"/>
                    <a:pt x="1864508" y="605027"/>
                  </a:cubicBezTo>
                  <a:close/>
                </a:path>
              </a:pathLst>
            </a:custGeom>
            <a:solidFill>
              <a:srgbClr val="A9D743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7">
              <a:extLst>
                <a:ext uri="{FF2B5EF4-FFF2-40B4-BE49-F238E27FC236}">
                  <a16:creationId xmlns:a16="http://schemas.microsoft.com/office/drawing/2014/main" id="{42C97893-1327-2AB7-4891-D9808F148B44}"/>
                </a:ext>
              </a:extLst>
            </p:cNvPr>
            <p:cNvSpPr/>
            <p:nvPr/>
          </p:nvSpPr>
          <p:spPr>
            <a:xfrm rot="7640377" flipV="1">
              <a:off x="4489941" y="5013036"/>
              <a:ext cx="598633" cy="205083"/>
            </a:xfrm>
            <a:custGeom>
              <a:avLst/>
              <a:gdLst>
                <a:gd name="connsiteX0" fmla="*/ 0 w 1007285"/>
                <a:gd name="connsiteY0" fmla="*/ 0 h 94954"/>
                <a:gd name="connsiteX1" fmla="*/ 1007285 w 1007285"/>
                <a:gd name="connsiteY1" fmla="*/ 0 h 94954"/>
                <a:gd name="connsiteX2" fmla="*/ 1007285 w 1007285"/>
                <a:gd name="connsiteY2" fmla="*/ 94954 h 94954"/>
                <a:gd name="connsiteX3" fmla="*/ 0 w 1007285"/>
                <a:gd name="connsiteY3" fmla="*/ 94954 h 94954"/>
                <a:gd name="connsiteX4" fmla="*/ 0 w 1007285"/>
                <a:gd name="connsiteY4" fmla="*/ 0 h 94954"/>
                <a:gd name="connsiteX0" fmla="*/ 2819400 w 3826685"/>
                <a:gd name="connsiteY0" fmla="*/ 0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4" fmla="*/ 2819400 w 3826685"/>
                <a:gd name="connsiteY4" fmla="*/ 0 h 869654"/>
                <a:gd name="connsiteX0" fmla="*/ 0 w 3826685"/>
                <a:gd name="connsiteY0" fmla="*/ 869654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968065 h 1033547"/>
                <a:gd name="connsiteX1" fmla="*/ 3826685 w 3826685"/>
                <a:gd name="connsiteY1" fmla="*/ 98411 h 1033547"/>
                <a:gd name="connsiteX2" fmla="*/ 3826685 w 3826685"/>
                <a:gd name="connsiteY2" fmla="*/ 193365 h 1033547"/>
                <a:gd name="connsiteX3" fmla="*/ 0 w 3826685"/>
                <a:gd name="connsiteY3" fmla="*/ 968065 h 1033547"/>
                <a:gd name="connsiteX0" fmla="*/ 0 w 3826685"/>
                <a:gd name="connsiteY0" fmla="*/ 968065 h 1013810"/>
                <a:gd name="connsiteX1" fmla="*/ 3826685 w 3826685"/>
                <a:gd name="connsiteY1" fmla="*/ 98411 h 1013810"/>
                <a:gd name="connsiteX2" fmla="*/ 3826685 w 3826685"/>
                <a:gd name="connsiteY2" fmla="*/ 193365 h 1013810"/>
                <a:gd name="connsiteX3" fmla="*/ 0 w 3826685"/>
                <a:gd name="connsiteY3" fmla="*/ 968065 h 1013810"/>
                <a:gd name="connsiteX0" fmla="*/ 0 w 3826685"/>
                <a:gd name="connsiteY0" fmla="*/ 968065 h 1012429"/>
                <a:gd name="connsiteX1" fmla="*/ 3826685 w 3826685"/>
                <a:gd name="connsiteY1" fmla="*/ 98411 h 1012429"/>
                <a:gd name="connsiteX2" fmla="*/ 3826685 w 3826685"/>
                <a:gd name="connsiteY2" fmla="*/ 193365 h 1012429"/>
                <a:gd name="connsiteX3" fmla="*/ 0 w 3826685"/>
                <a:gd name="connsiteY3" fmla="*/ 968065 h 1012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26685" h="1012429">
                  <a:moveTo>
                    <a:pt x="0" y="968065"/>
                  </a:moveTo>
                  <a:cubicBezTo>
                    <a:pt x="1199362" y="1008380"/>
                    <a:pt x="2779723" y="-373704"/>
                    <a:pt x="3826685" y="98411"/>
                  </a:cubicBezTo>
                  <a:lnTo>
                    <a:pt x="3826685" y="193365"/>
                  </a:lnTo>
                  <a:cubicBezTo>
                    <a:pt x="2614623" y="-65927"/>
                    <a:pt x="932662" y="1268632"/>
                    <a:pt x="0" y="968065"/>
                  </a:cubicBezTo>
                  <a:close/>
                </a:path>
              </a:pathLst>
            </a:custGeom>
            <a:solidFill>
              <a:srgbClr val="C2EB75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7">
              <a:extLst>
                <a:ext uri="{FF2B5EF4-FFF2-40B4-BE49-F238E27FC236}">
                  <a16:creationId xmlns:a16="http://schemas.microsoft.com/office/drawing/2014/main" id="{D5C33C82-57A6-095A-31E8-57DD6444D97E}"/>
                </a:ext>
              </a:extLst>
            </p:cNvPr>
            <p:cNvSpPr/>
            <p:nvPr/>
          </p:nvSpPr>
          <p:spPr>
            <a:xfrm rot="8507340">
              <a:off x="4231842" y="4417844"/>
              <a:ext cx="1265148" cy="508507"/>
            </a:xfrm>
            <a:custGeom>
              <a:avLst/>
              <a:gdLst>
                <a:gd name="connsiteX0" fmla="*/ 0 w 1007285"/>
                <a:gd name="connsiteY0" fmla="*/ 0 h 94954"/>
                <a:gd name="connsiteX1" fmla="*/ 1007285 w 1007285"/>
                <a:gd name="connsiteY1" fmla="*/ 0 h 94954"/>
                <a:gd name="connsiteX2" fmla="*/ 1007285 w 1007285"/>
                <a:gd name="connsiteY2" fmla="*/ 94954 h 94954"/>
                <a:gd name="connsiteX3" fmla="*/ 0 w 1007285"/>
                <a:gd name="connsiteY3" fmla="*/ 94954 h 94954"/>
                <a:gd name="connsiteX4" fmla="*/ 0 w 1007285"/>
                <a:gd name="connsiteY4" fmla="*/ 0 h 94954"/>
                <a:gd name="connsiteX0" fmla="*/ 2819400 w 3826685"/>
                <a:gd name="connsiteY0" fmla="*/ 0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4" fmla="*/ 2819400 w 3826685"/>
                <a:gd name="connsiteY4" fmla="*/ 0 h 869654"/>
                <a:gd name="connsiteX0" fmla="*/ 0 w 3826685"/>
                <a:gd name="connsiteY0" fmla="*/ 869654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968065 h 1033547"/>
                <a:gd name="connsiteX1" fmla="*/ 3826685 w 3826685"/>
                <a:gd name="connsiteY1" fmla="*/ 98411 h 1033547"/>
                <a:gd name="connsiteX2" fmla="*/ 3826685 w 3826685"/>
                <a:gd name="connsiteY2" fmla="*/ 193365 h 1033547"/>
                <a:gd name="connsiteX3" fmla="*/ 0 w 3826685"/>
                <a:gd name="connsiteY3" fmla="*/ 968065 h 1033547"/>
                <a:gd name="connsiteX0" fmla="*/ 0 w 3826685"/>
                <a:gd name="connsiteY0" fmla="*/ 968065 h 1013810"/>
                <a:gd name="connsiteX1" fmla="*/ 3826685 w 3826685"/>
                <a:gd name="connsiteY1" fmla="*/ 98411 h 1013810"/>
                <a:gd name="connsiteX2" fmla="*/ 3826685 w 3826685"/>
                <a:gd name="connsiteY2" fmla="*/ 193365 h 1013810"/>
                <a:gd name="connsiteX3" fmla="*/ 0 w 3826685"/>
                <a:gd name="connsiteY3" fmla="*/ 968065 h 1013810"/>
                <a:gd name="connsiteX0" fmla="*/ 0 w 3826685"/>
                <a:gd name="connsiteY0" fmla="*/ 968065 h 1012429"/>
                <a:gd name="connsiteX1" fmla="*/ 3826685 w 3826685"/>
                <a:gd name="connsiteY1" fmla="*/ 98411 h 1012429"/>
                <a:gd name="connsiteX2" fmla="*/ 3826685 w 3826685"/>
                <a:gd name="connsiteY2" fmla="*/ 193365 h 1012429"/>
                <a:gd name="connsiteX3" fmla="*/ 0 w 3826685"/>
                <a:gd name="connsiteY3" fmla="*/ 968065 h 1012429"/>
                <a:gd name="connsiteX0" fmla="*/ 2 w 8087297"/>
                <a:gd name="connsiteY0" fmla="*/ -1 h 1456523"/>
                <a:gd name="connsiteX1" fmla="*/ 8087297 w 8087297"/>
                <a:gd name="connsiteY1" fmla="*/ 1361569 h 1456523"/>
                <a:gd name="connsiteX2" fmla="*/ 8087297 w 8087297"/>
                <a:gd name="connsiteY2" fmla="*/ 1456523 h 1456523"/>
                <a:gd name="connsiteX3" fmla="*/ 2 w 8087297"/>
                <a:gd name="connsiteY3" fmla="*/ -1 h 1456523"/>
                <a:gd name="connsiteX0" fmla="*/ 2 w 8087297"/>
                <a:gd name="connsiteY0" fmla="*/ -1 h 1456523"/>
                <a:gd name="connsiteX1" fmla="*/ 8087297 w 8087297"/>
                <a:gd name="connsiteY1" fmla="*/ 1361569 h 1456523"/>
                <a:gd name="connsiteX2" fmla="*/ 8087297 w 8087297"/>
                <a:gd name="connsiteY2" fmla="*/ 1456523 h 1456523"/>
                <a:gd name="connsiteX3" fmla="*/ 2 w 8087297"/>
                <a:gd name="connsiteY3" fmla="*/ -1 h 1456523"/>
                <a:gd name="connsiteX0" fmla="*/ 2 w 8087297"/>
                <a:gd name="connsiteY0" fmla="*/ -1 h 2510336"/>
                <a:gd name="connsiteX1" fmla="*/ 8087297 w 8087297"/>
                <a:gd name="connsiteY1" fmla="*/ 1361569 h 2510336"/>
                <a:gd name="connsiteX2" fmla="*/ 8087297 w 8087297"/>
                <a:gd name="connsiteY2" fmla="*/ 1456523 h 2510336"/>
                <a:gd name="connsiteX3" fmla="*/ 2 w 8087297"/>
                <a:gd name="connsiteY3" fmla="*/ -1 h 2510336"/>
                <a:gd name="connsiteX0" fmla="*/ 2 w 8087297"/>
                <a:gd name="connsiteY0" fmla="*/ -1 h 2510336"/>
                <a:gd name="connsiteX1" fmla="*/ 8087297 w 8087297"/>
                <a:gd name="connsiteY1" fmla="*/ 1361569 h 2510336"/>
                <a:gd name="connsiteX2" fmla="*/ 8087297 w 8087297"/>
                <a:gd name="connsiteY2" fmla="*/ 1456523 h 2510336"/>
                <a:gd name="connsiteX3" fmla="*/ 2 w 8087297"/>
                <a:gd name="connsiteY3" fmla="*/ -1 h 2510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87297" h="2510336">
                  <a:moveTo>
                    <a:pt x="2" y="-1"/>
                  </a:moveTo>
                  <a:cubicBezTo>
                    <a:pt x="1199364" y="40314"/>
                    <a:pt x="3518726" y="4014738"/>
                    <a:pt x="8087297" y="1361569"/>
                  </a:cubicBezTo>
                  <a:lnTo>
                    <a:pt x="8087297" y="1456523"/>
                  </a:lnTo>
                  <a:cubicBezTo>
                    <a:pt x="3547367" y="4360511"/>
                    <a:pt x="1133196" y="382585"/>
                    <a:pt x="2" y="-1"/>
                  </a:cubicBezTo>
                  <a:close/>
                </a:path>
              </a:pathLst>
            </a:custGeom>
            <a:solidFill>
              <a:srgbClr val="C2EB75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7">
              <a:extLst>
                <a:ext uri="{FF2B5EF4-FFF2-40B4-BE49-F238E27FC236}">
                  <a16:creationId xmlns:a16="http://schemas.microsoft.com/office/drawing/2014/main" id="{C7CA0830-3D72-D274-E2AF-5FAEE0337842}"/>
                </a:ext>
              </a:extLst>
            </p:cNvPr>
            <p:cNvSpPr/>
            <p:nvPr/>
          </p:nvSpPr>
          <p:spPr>
            <a:xfrm rot="9520937">
              <a:off x="4296046" y="3840296"/>
              <a:ext cx="1483805" cy="408297"/>
            </a:xfrm>
            <a:custGeom>
              <a:avLst/>
              <a:gdLst>
                <a:gd name="connsiteX0" fmla="*/ 0 w 1007285"/>
                <a:gd name="connsiteY0" fmla="*/ 0 h 94954"/>
                <a:gd name="connsiteX1" fmla="*/ 1007285 w 1007285"/>
                <a:gd name="connsiteY1" fmla="*/ 0 h 94954"/>
                <a:gd name="connsiteX2" fmla="*/ 1007285 w 1007285"/>
                <a:gd name="connsiteY2" fmla="*/ 94954 h 94954"/>
                <a:gd name="connsiteX3" fmla="*/ 0 w 1007285"/>
                <a:gd name="connsiteY3" fmla="*/ 94954 h 94954"/>
                <a:gd name="connsiteX4" fmla="*/ 0 w 1007285"/>
                <a:gd name="connsiteY4" fmla="*/ 0 h 94954"/>
                <a:gd name="connsiteX0" fmla="*/ 2819400 w 3826685"/>
                <a:gd name="connsiteY0" fmla="*/ 0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4" fmla="*/ 2819400 w 3826685"/>
                <a:gd name="connsiteY4" fmla="*/ 0 h 869654"/>
                <a:gd name="connsiteX0" fmla="*/ 0 w 3826685"/>
                <a:gd name="connsiteY0" fmla="*/ 869654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968065 h 1033547"/>
                <a:gd name="connsiteX1" fmla="*/ 3826685 w 3826685"/>
                <a:gd name="connsiteY1" fmla="*/ 98411 h 1033547"/>
                <a:gd name="connsiteX2" fmla="*/ 3826685 w 3826685"/>
                <a:gd name="connsiteY2" fmla="*/ 193365 h 1033547"/>
                <a:gd name="connsiteX3" fmla="*/ 0 w 3826685"/>
                <a:gd name="connsiteY3" fmla="*/ 968065 h 1033547"/>
                <a:gd name="connsiteX0" fmla="*/ 0 w 3826685"/>
                <a:gd name="connsiteY0" fmla="*/ 968065 h 1013810"/>
                <a:gd name="connsiteX1" fmla="*/ 3826685 w 3826685"/>
                <a:gd name="connsiteY1" fmla="*/ 98411 h 1013810"/>
                <a:gd name="connsiteX2" fmla="*/ 3826685 w 3826685"/>
                <a:gd name="connsiteY2" fmla="*/ 193365 h 1013810"/>
                <a:gd name="connsiteX3" fmla="*/ 0 w 3826685"/>
                <a:gd name="connsiteY3" fmla="*/ 968065 h 1013810"/>
                <a:gd name="connsiteX0" fmla="*/ 0 w 3826685"/>
                <a:gd name="connsiteY0" fmla="*/ 968065 h 1012429"/>
                <a:gd name="connsiteX1" fmla="*/ 3826685 w 3826685"/>
                <a:gd name="connsiteY1" fmla="*/ 98411 h 1012429"/>
                <a:gd name="connsiteX2" fmla="*/ 3826685 w 3826685"/>
                <a:gd name="connsiteY2" fmla="*/ 193365 h 1012429"/>
                <a:gd name="connsiteX3" fmla="*/ 0 w 3826685"/>
                <a:gd name="connsiteY3" fmla="*/ 968065 h 1012429"/>
                <a:gd name="connsiteX0" fmla="*/ 2 w 8087297"/>
                <a:gd name="connsiteY0" fmla="*/ -1 h 1456523"/>
                <a:gd name="connsiteX1" fmla="*/ 8087297 w 8087297"/>
                <a:gd name="connsiteY1" fmla="*/ 1361569 h 1456523"/>
                <a:gd name="connsiteX2" fmla="*/ 8087297 w 8087297"/>
                <a:gd name="connsiteY2" fmla="*/ 1456523 h 1456523"/>
                <a:gd name="connsiteX3" fmla="*/ 2 w 8087297"/>
                <a:gd name="connsiteY3" fmla="*/ -1 h 1456523"/>
                <a:gd name="connsiteX0" fmla="*/ 2 w 8087297"/>
                <a:gd name="connsiteY0" fmla="*/ -1 h 1456523"/>
                <a:gd name="connsiteX1" fmla="*/ 8087297 w 8087297"/>
                <a:gd name="connsiteY1" fmla="*/ 1361569 h 1456523"/>
                <a:gd name="connsiteX2" fmla="*/ 8087297 w 8087297"/>
                <a:gd name="connsiteY2" fmla="*/ 1456523 h 1456523"/>
                <a:gd name="connsiteX3" fmla="*/ 2 w 8087297"/>
                <a:gd name="connsiteY3" fmla="*/ -1 h 1456523"/>
                <a:gd name="connsiteX0" fmla="*/ 2 w 8087297"/>
                <a:gd name="connsiteY0" fmla="*/ -1 h 2510336"/>
                <a:gd name="connsiteX1" fmla="*/ 8087297 w 8087297"/>
                <a:gd name="connsiteY1" fmla="*/ 1361569 h 2510336"/>
                <a:gd name="connsiteX2" fmla="*/ 8087297 w 8087297"/>
                <a:gd name="connsiteY2" fmla="*/ 1456523 h 2510336"/>
                <a:gd name="connsiteX3" fmla="*/ 2 w 8087297"/>
                <a:gd name="connsiteY3" fmla="*/ -1 h 2510336"/>
                <a:gd name="connsiteX0" fmla="*/ 2 w 8087297"/>
                <a:gd name="connsiteY0" fmla="*/ -1 h 2510336"/>
                <a:gd name="connsiteX1" fmla="*/ 8087297 w 8087297"/>
                <a:gd name="connsiteY1" fmla="*/ 1361569 h 2510336"/>
                <a:gd name="connsiteX2" fmla="*/ 8087297 w 8087297"/>
                <a:gd name="connsiteY2" fmla="*/ 1456523 h 2510336"/>
                <a:gd name="connsiteX3" fmla="*/ 2 w 8087297"/>
                <a:gd name="connsiteY3" fmla="*/ -1 h 2510336"/>
                <a:gd name="connsiteX0" fmla="*/ 3 w 9125802"/>
                <a:gd name="connsiteY0" fmla="*/ 1 h 2380171"/>
                <a:gd name="connsiteX1" fmla="*/ 9125802 w 9125802"/>
                <a:gd name="connsiteY1" fmla="*/ 1203442 h 2380171"/>
                <a:gd name="connsiteX2" fmla="*/ 9125802 w 9125802"/>
                <a:gd name="connsiteY2" fmla="*/ 1298396 h 2380171"/>
                <a:gd name="connsiteX3" fmla="*/ 3 w 9125802"/>
                <a:gd name="connsiteY3" fmla="*/ 1 h 2380171"/>
                <a:gd name="connsiteX0" fmla="*/ 3 w 9125802"/>
                <a:gd name="connsiteY0" fmla="*/ 1 h 2141048"/>
                <a:gd name="connsiteX1" fmla="*/ 9125802 w 9125802"/>
                <a:gd name="connsiteY1" fmla="*/ 1203442 h 2141048"/>
                <a:gd name="connsiteX2" fmla="*/ 9125802 w 9125802"/>
                <a:gd name="connsiteY2" fmla="*/ 1298396 h 2141048"/>
                <a:gd name="connsiteX3" fmla="*/ 3 w 9125802"/>
                <a:gd name="connsiteY3" fmla="*/ 1 h 2141048"/>
                <a:gd name="connsiteX0" fmla="*/ 3 w 9125802"/>
                <a:gd name="connsiteY0" fmla="*/ 1 h 1915486"/>
                <a:gd name="connsiteX1" fmla="*/ 9125802 w 9125802"/>
                <a:gd name="connsiteY1" fmla="*/ 1203442 h 1915486"/>
                <a:gd name="connsiteX2" fmla="*/ 9125802 w 9125802"/>
                <a:gd name="connsiteY2" fmla="*/ 1298396 h 1915486"/>
                <a:gd name="connsiteX3" fmla="*/ 3 w 9125802"/>
                <a:gd name="connsiteY3" fmla="*/ 1 h 1915486"/>
                <a:gd name="connsiteX0" fmla="*/ 3 w 9125802"/>
                <a:gd name="connsiteY0" fmla="*/ 1 h 1903796"/>
                <a:gd name="connsiteX1" fmla="*/ 9125802 w 9125802"/>
                <a:gd name="connsiteY1" fmla="*/ 1203442 h 1903796"/>
                <a:gd name="connsiteX2" fmla="*/ 9125802 w 9125802"/>
                <a:gd name="connsiteY2" fmla="*/ 1298396 h 1903796"/>
                <a:gd name="connsiteX3" fmla="*/ 3 w 9125802"/>
                <a:gd name="connsiteY3" fmla="*/ 1 h 1903796"/>
                <a:gd name="connsiteX0" fmla="*/ 3 w 9125802"/>
                <a:gd name="connsiteY0" fmla="*/ 1 h 1908594"/>
                <a:gd name="connsiteX1" fmla="*/ 9125802 w 9125802"/>
                <a:gd name="connsiteY1" fmla="*/ 1203442 h 1908594"/>
                <a:gd name="connsiteX2" fmla="*/ 9125802 w 9125802"/>
                <a:gd name="connsiteY2" fmla="*/ 1298396 h 1908594"/>
                <a:gd name="connsiteX3" fmla="*/ 3 w 9125802"/>
                <a:gd name="connsiteY3" fmla="*/ 1 h 1908594"/>
                <a:gd name="connsiteX0" fmla="*/ 1 w 9485034"/>
                <a:gd name="connsiteY0" fmla="*/ -2 h 2000964"/>
                <a:gd name="connsiteX1" fmla="*/ 9485034 w 9485034"/>
                <a:gd name="connsiteY1" fmla="*/ 1311703 h 2000964"/>
                <a:gd name="connsiteX2" fmla="*/ 9485034 w 9485034"/>
                <a:gd name="connsiteY2" fmla="*/ 1406657 h 2000964"/>
                <a:gd name="connsiteX3" fmla="*/ 1 w 9485034"/>
                <a:gd name="connsiteY3" fmla="*/ -2 h 2000964"/>
                <a:gd name="connsiteX0" fmla="*/ 1 w 9485034"/>
                <a:gd name="connsiteY0" fmla="*/ 8455 h 2009421"/>
                <a:gd name="connsiteX1" fmla="*/ 9485034 w 9485034"/>
                <a:gd name="connsiteY1" fmla="*/ 1320160 h 2009421"/>
                <a:gd name="connsiteX2" fmla="*/ 9485034 w 9485034"/>
                <a:gd name="connsiteY2" fmla="*/ 1415114 h 2009421"/>
                <a:gd name="connsiteX3" fmla="*/ 1 w 9485034"/>
                <a:gd name="connsiteY3" fmla="*/ 8455 h 2009421"/>
                <a:gd name="connsiteX0" fmla="*/ 1 w 9485034"/>
                <a:gd name="connsiteY0" fmla="*/ 8455 h 1988731"/>
                <a:gd name="connsiteX1" fmla="*/ 9485034 w 9485034"/>
                <a:gd name="connsiteY1" fmla="*/ 1320160 h 1988731"/>
                <a:gd name="connsiteX2" fmla="*/ 9485034 w 9485034"/>
                <a:gd name="connsiteY2" fmla="*/ 1415114 h 1988731"/>
                <a:gd name="connsiteX3" fmla="*/ 1 w 9485034"/>
                <a:gd name="connsiteY3" fmla="*/ 8455 h 1988731"/>
                <a:gd name="connsiteX0" fmla="*/ 1 w 9485034"/>
                <a:gd name="connsiteY0" fmla="*/ 3163 h 1983439"/>
                <a:gd name="connsiteX1" fmla="*/ 9485034 w 9485034"/>
                <a:gd name="connsiteY1" fmla="*/ 1314868 h 1983439"/>
                <a:gd name="connsiteX2" fmla="*/ 9485034 w 9485034"/>
                <a:gd name="connsiteY2" fmla="*/ 1409822 h 1983439"/>
                <a:gd name="connsiteX3" fmla="*/ 1 w 9485034"/>
                <a:gd name="connsiteY3" fmla="*/ 3163 h 1983439"/>
                <a:gd name="connsiteX0" fmla="*/ 1 w 9485034"/>
                <a:gd name="connsiteY0" fmla="*/ 5612 h 1976394"/>
                <a:gd name="connsiteX1" fmla="*/ 9485034 w 9485034"/>
                <a:gd name="connsiteY1" fmla="*/ 1317317 h 1976394"/>
                <a:gd name="connsiteX2" fmla="*/ 9485034 w 9485034"/>
                <a:gd name="connsiteY2" fmla="*/ 1412271 h 1976394"/>
                <a:gd name="connsiteX3" fmla="*/ 1 w 9485034"/>
                <a:gd name="connsiteY3" fmla="*/ 5612 h 1976394"/>
                <a:gd name="connsiteX0" fmla="*/ 1 w 9485034"/>
                <a:gd name="connsiteY0" fmla="*/ 11585 h 1973318"/>
                <a:gd name="connsiteX1" fmla="*/ 9485034 w 9485034"/>
                <a:gd name="connsiteY1" fmla="*/ 1323290 h 1973318"/>
                <a:gd name="connsiteX2" fmla="*/ 9485034 w 9485034"/>
                <a:gd name="connsiteY2" fmla="*/ 1418244 h 1973318"/>
                <a:gd name="connsiteX3" fmla="*/ 1 w 9485034"/>
                <a:gd name="connsiteY3" fmla="*/ 11585 h 1973318"/>
                <a:gd name="connsiteX0" fmla="*/ 1 w 9485034"/>
                <a:gd name="connsiteY0" fmla="*/ 11585 h 2015630"/>
                <a:gd name="connsiteX1" fmla="*/ 9485034 w 9485034"/>
                <a:gd name="connsiteY1" fmla="*/ 1323290 h 2015630"/>
                <a:gd name="connsiteX2" fmla="*/ 9485034 w 9485034"/>
                <a:gd name="connsiteY2" fmla="*/ 1418244 h 2015630"/>
                <a:gd name="connsiteX3" fmla="*/ 1 w 9485034"/>
                <a:gd name="connsiteY3" fmla="*/ 11585 h 2015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485034" h="2015630">
                  <a:moveTo>
                    <a:pt x="1" y="11585"/>
                  </a:moveTo>
                  <a:cubicBezTo>
                    <a:pt x="2496561" y="-230154"/>
                    <a:pt x="6289760" y="3414472"/>
                    <a:pt x="9485034" y="1323290"/>
                  </a:cubicBezTo>
                  <a:lnTo>
                    <a:pt x="9485034" y="1418244"/>
                  </a:lnTo>
                  <a:cubicBezTo>
                    <a:pt x="5800073" y="3233879"/>
                    <a:pt x="2934439" y="364962"/>
                    <a:pt x="1" y="11585"/>
                  </a:cubicBezTo>
                  <a:close/>
                </a:path>
              </a:pathLst>
            </a:custGeom>
            <a:solidFill>
              <a:srgbClr val="C2EB75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7">
              <a:extLst>
                <a:ext uri="{FF2B5EF4-FFF2-40B4-BE49-F238E27FC236}">
                  <a16:creationId xmlns:a16="http://schemas.microsoft.com/office/drawing/2014/main" id="{1B7635E0-8C54-3902-DD64-E3A620733810}"/>
                </a:ext>
              </a:extLst>
            </p:cNvPr>
            <p:cNvSpPr/>
            <p:nvPr/>
          </p:nvSpPr>
          <p:spPr>
            <a:xfrm rot="8437667">
              <a:off x="4801942" y="3585353"/>
              <a:ext cx="955861" cy="277937"/>
            </a:xfrm>
            <a:custGeom>
              <a:avLst/>
              <a:gdLst>
                <a:gd name="connsiteX0" fmla="*/ 0 w 1007285"/>
                <a:gd name="connsiteY0" fmla="*/ 0 h 94954"/>
                <a:gd name="connsiteX1" fmla="*/ 1007285 w 1007285"/>
                <a:gd name="connsiteY1" fmla="*/ 0 h 94954"/>
                <a:gd name="connsiteX2" fmla="*/ 1007285 w 1007285"/>
                <a:gd name="connsiteY2" fmla="*/ 94954 h 94954"/>
                <a:gd name="connsiteX3" fmla="*/ 0 w 1007285"/>
                <a:gd name="connsiteY3" fmla="*/ 94954 h 94954"/>
                <a:gd name="connsiteX4" fmla="*/ 0 w 1007285"/>
                <a:gd name="connsiteY4" fmla="*/ 0 h 94954"/>
                <a:gd name="connsiteX0" fmla="*/ 2819400 w 3826685"/>
                <a:gd name="connsiteY0" fmla="*/ 0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4" fmla="*/ 2819400 w 3826685"/>
                <a:gd name="connsiteY4" fmla="*/ 0 h 869654"/>
                <a:gd name="connsiteX0" fmla="*/ 0 w 3826685"/>
                <a:gd name="connsiteY0" fmla="*/ 869654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968065 h 1033547"/>
                <a:gd name="connsiteX1" fmla="*/ 3826685 w 3826685"/>
                <a:gd name="connsiteY1" fmla="*/ 98411 h 1033547"/>
                <a:gd name="connsiteX2" fmla="*/ 3826685 w 3826685"/>
                <a:gd name="connsiteY2" fmla="*/ 193365 h 1033547"/>
                <a:gd name="connsiteX3" fmla="*/ 0 w 3826685"/>
                <a:gd name="connsiteY3" fmla="*/ 968065 h 1033547"/>
                <a:gd name="connsiteX0" fmla="*/ 0 w 3826685"/>
                <a:gd name="connsiteY0" fmla="*/ 968065 h 1013810"/>
                <a:gd name="connsiteX1" fmla="*/ 3826685 w 3826685"/>
                <a:gd name="connsiteY1" fmla="*/ 98411 h 1013810"/>
                <a:gd name="connsiteX2" fmla="*/ 3826685 w 3826685"/>
                <a:gd name="connsiteY2" fmla="*/ 193365 h 1013810"/>
                <a:gd name="connsiteX3" fmla="*/ 0 w 3826685"/>
                <a:gd name="connsiteY3" fmla="*/ 968065 h 1013810"/>
                <a:gd name="connsiteX0" fmla="*/ 0 w 3826685"/>
                <a:gd name="connsiteY0" fmla="*/ 968065 h 1012429"/>
                <a:gd name="connsiteX1" fmla="*/ 3826685 w 3826685"/>
                <a:gd name="connsiteY1" fmla="*/ 98411 h 1012429"/>
                <a:gd name="connsiteX2" fmla="*/ 3826685 w 3826685"/>
                <a:gd name="connsiteY2" fmla="*/ 193365 h 1012429"/>
                <a:gd name="connsiteX3" fmla="*/ 0 w 3826685"/>
                <a:gd name="connsiteY3" fmla="*/ 968065 h 1012429"/>
                <a:gd name="connsiteX0" fmla="*/ 2 w 8087297"/>
                <a:gd name="connsiteY0" fmla="*/ -1 h 1456523"/>
                <a:gd name="connsiteX1" fmla="*/ 8087297 w 8087297"/>
                <a:gd name="connsiteY1" fmla="*/ 1361569 h 1456523"/>
                <a:gd name="connsiteX2" fmla="*/ 8087297 w 8087297"/>
                <a:gd name="connsiteY2" fmla="*/ 1456523 h 1456523"/>
                <a:gd name="connsiteX3" fmla="*/ 2 w 8087297"/>
                <a:gd name="connsiteY3" fmla="*/ -1 h 1456523"/>
                <a:gd name="connsiteX0" fmla="*/ 2 w 8087297"/>
                <a:gd name="connsiteY0" fmla="*/ -1 h 1456523"/>
                <a:gd name="connsiteX1" fmla="*/ 8087297 w 8087297"/>
                <a:gd name="connsiteY1" fmla="*/ 1361569 h 1456523"/>
                <a:gd name="connsiteX2" fmla="*/ 8087297 w 8087297"/>
                <a:gd name="connsiteY2" fmla="*/ 1456523 h 1456523"/>
                <a:gd name="connsiteX3" fmla="*/ 2 w 8087297"/>
                <a:gd name="connsiteY3" fmla="*/ -1 h 1456523"/>
                <a:gd name="connsiteX0" fmla="*/ 2 w 8087297"/>
                <a:gd name="connsiteY0" fmla="*/ -1 h 2510336"/>
                <a:gd name="connsiteX1" fmla="*/ 8087297 w 8087297"/>
                <a:gd name="connsiteY1" fmla="*/ 1361569 h 2510336"/>
                <a:gd name="connsiteX2" fmla="*/ 8087297 w 8087297"/>
                <a:gd name="connsiteY2" fmla="*/ 1456523 h 2510336"/>
                <a:gd name="connsiteX3" fmla="*/ 2 w 8087297"/>
                <a:gd name="connsiteY3" fmla="*/ -1 h 2510336"/>
                <a:gd name="connsiteX0" fmla="*/ 2 w 8087297"/>
                <a:gd name="connsiteY0" fmla="*/ -1 h 2510336"/>
                <a:gd name="connsiteX1" fmla="*/ 8087297 w 8087297"/>
                <a:gd name="connsiteY1" fmla="*/ 1361569 h 2510336"/>
                <a:gd name="connsiteX2" fmla="*/ 8087297 w 8087297"/>
                <a:gd name="connsiteY2" fmla="*/ 1456523 h 2510336"/>
                <a:gd name="connsiteX3" fmla="*/ 2 w 8087297"/>
                <a:gd name="connsiteY3" fmla="*/ -1 h 2510336"/>
                <a:gd name="connsiteX0" fmla="*/ 3 w 9125802"/>
                <a:gd name="connsiteY0" fmla="*/ 1 h 2380171"/>
                <a:gd name="connsiteX1" fmla="*/ 9125802 w 9125802"/>
                <a:gd name="connsiteY1" fmla="*/ 1203442 h 2380171"/>
                <a:gd name="connsiteX2" fmla="*/ 9125802 w 9125802"/>
                <a:gd name="connsiteY2" fmla="*/ 1298396 h 2380171"/>
                <a:gd name="connsiteX3" fmla="*/ 3 w 9125802"/>
                <a:gd name="connsiteY3" fmla="*/ 1 h 2380171"/>
                <a:gd name="connsiteX0" fmla="*/ 3 w 9125802"/>
                <a:gd name="connsiteY0" fmla="*/ 1 h 2141048"/>
                <a:gd name="connsiteX1" fmla="*/ 9125802 w 9125802"/>
                <a:gd name="connsiteY1" fmla="*/ 1203442 h 2141048"/>
                <a:gd name="connsiteX2" fmla="*/ 9125802 w 9125802"/>
                <a:gd name="connsiteY2" fmla="*/ 1298396 h 2141048"/>
                <a:gd name="connsiteX3" fmla="*/ 3 w 9125802"/>
                <a:gd name="connsiteY3" fmla="*/ 1 h 2141048"/>
                <a:gd name="connsiteX0" fmla="*/ 3 w 9125802"/>
                <a:gd name="connsiteY0" fmla="*/ 1 h 1915486"/>
                <a:gd name="connsiteX1" fmla="*/ 9125802 w 9125802"/>
                <a:gd name="connsiteY1" fmla="*/ 1203442 h 1915486"/>
                <a:gd name="connsiteX2" fmla="*/ 9125802 w 9125802"/>
                <a:gd name="connsiteY2" fmla="*/ 1298396 h 1915486"/>
                <a:gd name="connsiteX3" fmla="*/ 3 w 9125802"/>
                <a:gd name="connsiteY3" fmla="*/ 1 h 1915486"/>
                <a:gd name="connsiteX0" fmla="*/ 3 w 9125802"/>
                <a:gd name="connsiteY0" fmla="*/ 1 h 1903796"/>
                <a:gd name="connsiteX1" fmla="*/ 9125802 w 9125802"/>
                <a:gd name="connsiteY1" fmla="*/ 1203442 h 1903796"/>
                <a:gd name="connsiteX2" fmla="*/ 9125802 w 9125802"/>
                <a:gd name="connsiteY2" fmla="*/ 1298396 h 1903796"/>
                <a:gd name="connsiteX3" fmla="*/ 3 w 9125802"/>
                <a:gd name="connsiteY3" fmla="*/ 1 h 1903796"/>
                <a:gd name="connsiteX0" fmla="*/ 3 w 9125802"/>
                <a:gd name="connsiteY0" fmla="*/ 1 h 1908594"/>
                <a:gd name="connsiteX1" fmla="*/ 9125802 w 9125802"/>
                <a:gd name="connsiteY1" fmla="*/ 1203442 h 1908594"/>
                <a:gd name="connsiteX2" fmla="*/ 9125802 w 9125802"/>
                <a:gd name="connsiteY2" fmla="*/ 1298396 h 1908594"/>
                <a:gd name="connsiteX3" fmla="*/ 3 w 9125802"/>
                <a:gd name="connsiteY3" fmla="*/ 1 h 1908594"/>
                <a:gd name="connsiteX0" fmla="*/ 1 w 9485034"/>
                <a:gd name="connsiteY0" fmla="*/ -2 h 2000964"/>
                <a:gd name="connsiteX1" fmla="*/ 9485034 w 9485034"/>
                <a:gd name="connsiteY1" fmla="*/ 1311703 h 2000964"/>
                <a:gd name="connsiteX2" fmla="*/ 9485034 w 9485034"/>
                <a:gd name="connsiteY2" fmla="*/ 1406657 h 2000964"/>
                <a:gd name="connsiteX3" fmla="*/ 1 w 9485034"/>
                <a:gd name="connsiteY3" fmla="*/ -2 h 2000964"/>
                <a:gd name="connsiteX0" fmla="*/ 1 w 9485034"/>
                <a:gd name="connsiteY0" fmla="*/ 8455 h 2009421"/>
                <a:gd name="connsiteX1" fmla="*/ 9485034 w 9485034"/>
                <a:gd name="connsiteY1" fmla="*/ 1320160 h 2009421"/>
                <a:gd name="connsiteX2" fmla="*/ 9485034 w 9485034"/>
                <a:gd name="connsiteY2" fmla="*/ 1415114 h 2009421"/>
                <a:gd name="connsiteX3" fmla="*/ 1 w 9485034"/>
                <a:gd name="connsiteY3" fmla="*/ 8455 h 2009421"/>
                <a:gd name="connsiteX0" fmla="*/ 1 w 9485034"/>
                <a:gd name="connsiteY0" fmla="*/ 8455 h 1988731"/>
                <a:gd name="connsiteX1" fmla="*/ 9485034 w 9485034"/>
                <a:gd name="connsiteY1" fmla="*/ 1320160 h 1988731"/>
                <a:gd name="connsiteX2" fmla="*/ 9485034 w 9485034"/>
                <a:gd name="connsiteY2" fmla="*/ 1415114 h 1988731"/>
                <a:gd name="connsiteX3" fmla="*/ 1 w 9485034"/>
                <a:gd name="connsiteY3" fmla="*/ 8455 h 1988731"/>
                <a:gd name="connsiteX0" fmla="*/ 1 w 9485034"/>
                <a:gd name="connsiteY0" fmla="*/ 3163 h 1983439"/>
                <a:gd name="connsiteX1" fmla="*/ 9485034 w 9485034"/>
                <a:gd name="connsiteY1" fmla="*/ 1314868 h 1983439"/>
                <a:gd name="connsiteX2" fmla="*/ 9485034 w 9485034"/>
                <a:gd name="connsiteY2" fmla="*/ 1409822 h 1983439"/>
                <a:gd name="connsiteX3" fmla="*/ 1 w 9485034"/>
                <a:gd name="connsiteY3" fmla="*/ 3163 h 1983439"/>
                <a:gd name="connsiteX0" fmla="*/ 1 w 9485034"/>
                <a:gd name="connsiteY0" fmla="*/ 5612 h 1976394"/>
                <a:gd name="connsiteX1" fmla="*/ 9485034 w 9485034"/>
                <a:gd name="connsiteY1" fmla="*/ 1317317 h 1976394"/>
                <a:gd name="connsiteX2" fmla="*/ 9485034 w 9485034"/>
                <a:gd name="connsiteY2" fmla="*/ 1412271 h 1976394"/>
                <a:gd name="connsiteX3" fmla="*/ 1 w 9485034"/>
                <a:gd name="connsiteY3" fmla="*/ 5612 h 1976394"/>
                <a:gd name="connsiteX0" fmla="*/ 1 w 9485034"/>
                <a:gd name="connsiteY0" fmla="*/ 11585 h 1973318"/>
                <a:gd name="connsiteX1" fmla="*/ 9485034 w 9485034"/>
                <a:gd name="connsiteY1" fmla="*/ 1323290 h 1973318"/>
                <a:gd name="connsiteX2" fmla="*/ 9485034 w 9485034"/>
                <a:gd name="connsiteY2" fmla="*/ 1418244 h 1973318"/>
                <a:gd name="connsiteX3" fmla="*/ 1 w 9485034"/>
                <a:gd name="connsiteY3" fmla="*/ 11585 h 1973318"/>
                <a:gd name="connsiteX0" fmla="*/ 1 w 9485034"/>
                <a:gd name="connsiteY0" fmla="*/ 11585 h 2015630"/>
                <a:gd name="connsiteX1" fmla="*/ 9485034 w 9485034"/>
                <a:gd name="connsiteY1" fmla="*/ 1323290 h 2015630"/>
                <a:gd name="connsiteX2" fmla="*/ 9485034 w 9485034"/>
                <a:gd name="connsiteY2" fmla="*/ 1418244 h 2015630"/>
                <a:gd name="connsiteX3" fmla="*/ 1 w 9485034"/>
                <a:gd name="connsiteY3" fmla="*/ 11585 h 2015630"/>
                <a:gd name="connsiteX0" fmla="*/ 1 w 9485034"/>
                <a:gd name="connsiteY0" fmla="*/ 11718 h 2015763"/>
                <a:gd name="connsiteX1" fmla="*/ 5685576 w 9485034"/>
                <a:gd name="connsiteY1" fmla="*/ 1280543 h 2015763"/>
                <a:gd name="connsiteX2" fmla="*/ 9485034 w 9485034"/>
                <a:gd name="connsiteY2" fmla="*/ 1418377 h 2015763"/>
                <a:gd name="connsiteX3" fmla="*/ 1 w 9485034"/>
                <a:gd name="connsiteY3" fmla="*/ 11718 h 2015763"/>
                <a:gd name="connsiteX0" fmla="*/ 1 w 5866791"/>
                <a:gd name="connsiteY0" fmla="*/ 11718 h 2094375"/>
                <a:gd name="connsiteX1" fmla="*/ 5685576 w 5866791"/>
                <a:gd name="connsiteY1" fmla="*/ 1280543 h 2094375"/>
                <a:gd name="connsiteX2" fmla="*/ 5866794 w 5866791"/>
                <a:gd name="connsiteY2" fmla="*/ 1509665 h 2094375"/>
                <a:gd name="connsiteX3" fmla="*/ 1 w 5866791"/>
                <a:gd name="connsiteY3" fmla="*/ 11718 h 2094375"/>
                <a:gd name="connsiteX0" fmla="*/ 1 w 5866791"/>
                <a:gd name="connsiteY0" fmla="*/ 19607 h 2102264"/>
                <a:gd name="connsiteX1" fmla="*/ 5685576 w 5866791"/>
                <a:gd name="connsiteY1" fmla="*/ 1288432 h 2102264"/>
                <a:gd name="connsiteX2" fmla="*/ 5866794 w 5866791"/>
                <a:gd name="connsiteY2" fmla="*/ 1517554 h 2102264"/>
                <a:gd name="connsiteX3" fmla="*/ 1 w 5866791"/>
                <a:gd name="connsiteY3" fmla="*/ 19607 h 2102264"/>
                <a:gd name="connsiteX0" fmla="*/ 1 w 5909850"/>
                <a:gd name="connsiteY0" fmla="*/ 19607 h 2003624"/>
                <a:gd name="connsiteX1" fmla="*/ 5685576 w 5909850"/>
                <a:gd name="connsiteY1" fmla="*/ 1288432 h 2003624"/>
                <a:gd name="connsiteX2" fmla="*/ 5909849 w 5909850"/>
                <a:gd name="connsiteY2" fmla="*/ 1402910 h 2003624"/>
                <a:gd name="connsiteX3" fmla="*/ 1 w 5909850"/>
                <a:gd name="connsiteY3" fmla="*/ 19607 h 2003624"/>
                <a:gd name="connsiteX0" fmla="*/ 1 w 5909850"/>
                <a:gd name="connsiteY0" fmla="*/ 19607 h 1588775"/>
                <a:gd name="connsiteX1" fmla="*/ 5685576 w 5909850"/>
                <a:gd name="connsiteY1" fmla="*/ 1288432 h 1588775"/>
                <a:gd name="connsiteX2" fmla="*/ 5909849 w 5909850"/>
                <a:gd name="connsiteY2" fmla="*/ 1402910 h 1588775"/>
                <a:gd name="connsiteX3" fmla="*/ 1 w 5909850"/>
                <a:gd name="connsiteY3" fmla="*/ 19607 h 1588775"/>
                <a:gd name="connsiteX0" fmla="*/ 1 w 5909850"/>
                <a:gd name="connsiteY0" fmla="*/ 18136 h 1587304"/>
                <a:gd name="connsiteX1" fmla="*/ 5685576 w 5909850"/>
                <a:gd name="connsiteY1" fmla="*/ 1286961 h 1587304"/>
                <a:gd name="connsiteX2" fmla="*/ 5909849 w 5909850"/>
                <a:gd name="connsiteY2" fmla="*/ 1401439 h 1587304"/>
                <a:gd name="connsiteX3" fmla="*/ 1 w 5909850"/>
                <a:gd name="connsiteY3" fmla="*/ 18136 h 1587304"/>
                <a:gd name="connsiteX0" fmla="*/ 1 w 6110219"/>
                <a:gd name="connsiteY0" fmla="*/ 20131 h 1372085"/>
                <a:gd name="connsiteX1" fmla="*/ 5885945 w 6110219"/>
                <a:gd name="connsiteY1" fmla="*/ 1050968 h 1372085"/>
                <a:gd name="connsiteX2" fmla="*/ 6110218 w 6110219"/>
                <a:gd name="connsiteY2" fmla="*/ 1165446 h 1372085"/>
                <a:gd name="connsiteX3" fmla="*/ 1 w 6110219"/>
                <a:gd name="connsiteY3" fmla="*/ 20131 h 13720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10219" h="1372085">
                  <a:moveTo>
                    <a:pt x="1" y="20131"/>
                  </a:moveTo>
                  <a:cubicBezTo>
                    <a:pt x="2496561" y="-221608"/>
                    <a:pt x="1482213" y="1808601"/>
                    <a:pt x="5885945" y="1050968"/>
                  </a:cubicBezTo>
                  <a:lnTo>
                    <a:pt x="6110218" y="1165446"/>
                  </a:lnTo>
                  <a:cubicBezTo>
                    <a:pt x="1526165" y="1924684"/>
                    <a:pt x="2934439" y="373508"/>
                    <a:pt x="1" y="20131"/>
                  </a:cubicBezTo>
                  <a:close/>
                </a:path>
              </a:pathLst>
            </a:custGeom>
            <a:solidFill>
              <a:srgbClr val="C2EB75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7">
              <a:extLst>
                <a:ext uri="{FF2B5EF4-FFF2-40B4-BE49-F238E27FC236}">
                  <a16:creationId xmlns:a16="http://schemas.microsoft.com/office/drawing/2014/main" id="{E7B4D7B8-A314-6D9F-3668-9F9344826657}"/>
                </a:ext>
              </a:extLst>
            </p:cNvPr>
            <p:cNvSpPr/>
            <p:nvPr/>
          </p:nvSpPr>
          <p:spPr>
            <a:xfrm rot="9520937">
              <a:off x="4561389" y="3118903"/>
              <a:ext cx="1728932" cy="418684"/>
            </a:xfrm>
            <a:custGeom>
              <a:avLst/>
              <a:gdLst>
                <a:gd name="connsiteX0" fmla="*/ 0 w 1007285"/>
                <a:gd name="connsiteY0" fmla="*/ 0 h 94954"/>
                <a:gd name="connsiteX1" fmla="*/ 1007285 w 1007285"/>
                <a:gd name="connsiteY1" fmla="*/ 0 h 94954"/>
                <a:gd name="connsiteX2" fmla="*/ 1007285 w 1007285"/>
                <a:gd name="connsiteY2" fmla="*/ 94954 h 94954"/>
                <a:gd name="connsiteX3" fmla="*/ 0 w 1007285"/>
                <a:gd name="connsiteY3" fmla="*/ 94954 h 94954"/>
                <a:gd name="connsiteX4" fmla="*/ 0 w 1007285"/>
                <a:gd name="connsiteY4" fmla="*/ 0 h 94954"/>
                <a:gd name="connsiteX0" fmla="*/ 2819400 w 3826685"/>
                <a:gd name="connsiteY0" fmla="*/ 0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4" fmla="*/ 2819400 w 3826685"/>
                <a:gd name="connsiteY4" fmla="*/ 0 h 869654"/>
                <a:gd name="connsiteX0" fmla="*/ 0 w 3826685"/>
                <a:gd name="connsiteY0" fmla="*/ 869654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968065 h 1033547"/>
                <a:gd name="connsiteX1" fmla="*/ 3826685 w 3826685"/>
                <a:gd name="connsiteY1" fmla="*/ 98411 h 1033547"/>
                <a:gd name="connsiteX2" fmla="*/ 3826685 w 3826685"/>
                <a:gd name="connsiteY2" fmla="*/ 193365 h 1033547"/>
                <a:gd name="connsiteX3" fmla="*/ 0 w 3826685"/>
                <a:gd name="connsiteY3" fmla="*/ 968065 h 1033547"/>
                <a:gd name="connsiteX0" fmla="*/ 0 w 3826685"/>
                <a:gd name="connsiteY0" fmla="*/ 968065 h 1013810"/>
                <a:gd name="connsiteX1" fmla="*/ 3826685 w 3826685"/>
                <a:gd name="connsiteY1" fmla="*/ 98411 h 1013810"/>
                <a:gd name="connsiteX2" fmla="*/ 3826685 w 3826685"/>
                <a:gd name="connsiteY2" fmla="*/ 193365 h 1013810"/>
                <a:gd name="connsiteX3" fmla="*/ 0 w 3826685"/>
                <a:gd name="connsiteY3" fmla="*/ 968065 h 1013810"/>
                <a:gd name="connsiteX0" fmla="*/ 0 w 3826685"/>
                <a:gd name="connsiteY0" fmla="*/ 968065 h 1012429"/>
                <a:gd name="connsiteX1" fmla="*/ 3826685 w 3826685"/>
                <a:gd name="connsiteY1" fmla="*/ 98411 h 1012429"/>
                <a:gd name="connsiteX2" fmla="*/ 3826685 w 3826685"/>
                <a:gd name="connsiteY2" fmla="*/ 193365 h 1012429"/>
                <a:gd name="connsiteX3" fmla="*/ 0 w 3826685"/>
                <a:gd name="connsiteY3" fmla="*/ 968065 h 1012429"/>
                <a:gd name="connsiteX0" fmla="*/ 2 w 8087297"/>
                <a:gd name="connsiteY0" fmla="*/ -1 h 1456523"/>
                <a:gd name="connsiteX1" fmla="*/ 8087297 w 8087297"/>
                <a:gd name="connsiteY1" fmla="*/ 1361569 h 1456523"/>
                <a:gd name="connsiteX2" fmla="*/ 8087297 w 8087297"/>
                <a:gd name="connsiteY2" fmla="*/ 1456523 h 1456523"/>
                <a:gd name="connsiteX3" fmla="*/ 2 w 8087297"/>
                <a:gd name="connsiteY3" fmla="*/ -1 h 1456523"/>
                <a:gd name="connsiteX0" fmla="*/ 2 w 8087297"/>
                <a:gd name="connsiteY0" fmla="*/ -1 h 1456523"/>
                <a:gd name="connsiteX1" fmla="*/ 8087297 w 8087297"/>
                <a:gd name="connsiteY1" fmla="*/ 1361569 h 1456523"/>
                <a:gd name="connsiteX2" fmla="*/ 8087297 w 8087297"/>
                <a:gd name="connsiteY2" fmla="*/ 1456523 h 1456523"/>
                <a:gd name="connsiteX3" fmla="*/ 2 w 8087297"/>
                <a:gd name="connsiteY3" fmla="*/ -1 h 1456523"/>
                <a:gd name="connsiteX0" fmla="*/ 2 w 8087297"/>
                <a:gd name="connsiteY0" fmla="*/ -1 h 2510336"/>
                <a:gd name="connsiteX1" fmla="*/ 8087297 w 8087297"/>
                <a:gd name="connsiteY1" fmla="*/ 1361569 h 2510336"/>
                <a:gd name="connsiteX2" fmla="*/ 8087297 w 8087297"/>
                <a:gd name="connsiteY2" fmla="*/ 1456523 h 2510336"/>
                <a:gd name="connsiteX3" fmla="*/ 2 w 8087297"/>
                <a:gd name="connsiteY3" fmla="*/ -1 h 2510336"/>
                <a:gd name="connsiteX0" fmla="*/ 2 w 8087297"/>
                <a:gd name="connsiteY0" fmla="*/ -1 h 2510336"/>
                <a:gd name="connsiteX1" fmla="*/ 8087297 w 8087297"/>
                <a:gd name="connsiteY1" fmla="*/ 1361569 h 2510336"/>
                <a:gd name="connsiteX2" fmla="*/ 8087297 w 8087297"/>
                <a:gd name="connsiteY2" fmla="*/ 1456523 h 2510336"/>
                <a:gd name="connsiteX3" fmla="*/ 2 w 8087297"/>
                <a:gd name="connsiteY3" fmla="*/ -1 h 2510336"/>
                <a:gd name="connsiteX0" fmla="*/ 3 w 9125802"/>
                <a:gd name="connsiteY0" fmla="*/ 1 h 2380171"/>
                <a:gd name="connsiteX1" fmla="*/ 9125802 w 9125802"/>
                <a:gd name="connsiteY1" fmla="*/ 1203442 h 2380171"/>
                <a:gd name="connsiteX2" fmla="*/ 9125802 w 9125802"/>
                <a:gd name="connsiteY2" fmla="*/ 1298396 h 2380171"/>
                <a:gd name="connsiteX3" fmla="*/ 3 w 9125802"/>
                <a:gd name="connsiteY3" fmla="*/ 1 h 2380171"/>
                <a:gd name="connsiteX0" fmla="*/ 3 w 9125802"/>
                <a:gd name="connsiteY0" fmla="*/ 1 h 2141048"/>
                <a:gd name="connsiteX1" fmla="*/ 9125802 w 9125802"/>
                <a:gd name="connsiteY1" fmla="*/ 1203442 h 2141048"/>
                <a:gd name="connsiteX2" fmla="*/ 9125802 w 9125802"/>
                <a:gd name="connsiteY2" fmla="*/ 1298396 h 2141048"/>
                <a:gd name="connsiteX3" fmla="*/ 3 w 9125802"/>
                <a:gd name="connsiteY3" fmla="*/ 1 h 2141048"/>
                <a:gd name="connsiteX0" fmla="*/ 3 w 9125802"/>
                <a:gd name="connsiteY0" fmla="*/ 1 h 1915486"/>
                <a:gd name="connsiteX1" fmla="*/ 9125802 w 9125802"/>
                <a:gd name="connsiteY1" fmla="*/ 1203442 h 1915486"/>
                <a:gd name="connsiteX2" fmla="*/ 9125802 w 9125802"/>
                <a:gd name="connsiteY2" fmla="*/ 1298396 h 1915486"/>
                <a:gd name="connsiteX3" fmla="*/ 3 w 9125802"/>
                <a:gd name="connsiteY3" fmla="*/ 1 h 1915486"/>
                <a:gd name="connsiteX0" fmla="*/ 3 w 9125802"/>
                <a:gd name="connsiteY0" fmla="*/ 1 h 1903796"/>
                <a:gd name="connsiteX1" fmla="*/ 9125802 w 9125802"/>
                <a:gd name="connsiteY1" fmla="*/ 1203442 h 1903796"/>
                <a:gd name="connsiteX2" fmla="*/ 9125802 w 9125802"/>
                <a:gd name="connsiteY2" fmla="*/ 1298396 h 1903796"/>
                <a:gd name="connsiteX3" fmla="*/ 3 w 9125802"/>
                <a:gd name="connsiteY3" fmla="*/ 1 h 1903796"/>
                <a:gd name="connsiteX0" fmla="*/ 3 w 9125802"/>
                <a:gd name="connsiteY0" fmla="*/ 1 h 1908594"/>
                <a:gd name="connsiteX1" fmla="*/ 9125802 w 9125802"/>
                <a:gd name="connsiteY1" fmla="*/ 1203442 h 1908594"/>
                <a:gd name="connsiteX2" fmla="*/ 9125802 w 9125802"/>
                <a:gd name="connsiteY2" fmla="*/ 1298396 h 1908594"/>
                <a:gd name="connsiteX3" fmla="*/ 3 w 9125802"/>
                <a:gd name="connsiteY3" fmla="*/ 1 h 1908594"/>
                <a:gd name="connsiteX0" fmla="*/ 1 w 9485034"/>
                <a:gd name="connsiteY0" fmla="*/ -2 h 2000964"/>
                <a:gd name="connsiteX1" fmla="*/ 9485034 w 9485034"/>
                <a:gd name="connsiteY1" fmla="*/ 1311703 h 2000964"/>
                <a:gd name="connsiteX2" fmla="*/ 9485034 w 9485034"/>
                <a:gd name="connsiteY2" fmla="*/ 1406657 h 2000964"/>
                <a:gd name="connsiteX3" fmla="*/ 1 w 9485034"/>
                <a:gd name="connsiteY3" fmla="*/ -2 h 2000964"/>
                <a:gd name="connsiteX0" fmla="*/ 1 w 9485034"/>
                <a:gd name="connsiteY0" fmla="*/ 8455 h 2009421"/>
                <a:gd name="connsiteX1" fmla="*/ 9485034 w 9485034"/>
                <a:gd name="connsiteY1" fmla="*/ 1320160 h 2009421"/>
                <a:gd name="connsiteX2" fmla="*/ 9485034 w 9485034"/>
                <a:gd name="connsiteY2" fmla="*/ 1415114 h 2009421"/>
                <a:gd name="connsiteX3" fmla="*/ 1 w 9485034"/>
                <a:gd name="connsiteY3" fmla="*/ 8455 h 2009421"/>
                <a:gd name="connsiteX0" fmla="*/ 1 w 9485034"/>
                <a:gd name="connsiteY0" fmla="*/ 8455 h 1988731"/>
                <a:gd name="connsiteX1" fmla="*/ 9485034 w 9485034"/>
                <a:gd name="connsiteY1" fmla="*/ 1320160 h 1988731"/>
                <a:gd name="connsiteX2" fmla="*/ 9485034 w 9485034"/>
                <a:gd name="connsiteY2" fmla="*/ 1415114 h 1988731"/>
                <a:gd name="connsiteX3" fmla="*/ 1 w 9485034"/>
                <a:gd name="connsiteY3" fmla="*/ 8455 h 1988731"/>
                <a:gd name="connsiteX0" fmla="*/ 1 w 9485034"/>
                <a:gd name="connsiteY0" fmla="*/ 3163 h 1983439"/>
                <a:gd name="connsiteX1" fmla="*/ 9485034 w 9485034"/>
                <a:gd name="connsiteY1" fmla="*/ 1314868 h 1983439"/>
                <a:gd name="connsiteX2" fmla="*/ 9485034 w 9485034"/>
                <a:gd name="connsiteY2" fmla="*/ 1409822 h 1983439"/>
                <a:gd name="connsiteX3" fmla="*/ 1 w 9485034"/>
                <a:gd name="connsiteY3" fmla="*/ 3163 h 1983439"/>
                <a:gd name="connsiteX0" fmla="*/ 1 w 9485034"/>
                <a:gd name="connsiteY0" fmla="*/ 5612 h 1976394"/>
                <a:gd name="connsiteX1" fmla="*/ 9485034 w 9485034"/>
                <a:gd name="connsiteY1" fmla="*/ 1317317 h 1976394"/>
                <a:gd name="connsiteX2" fmla="*/ 9485034 w 9485034"/>
                <a:gd name="connsiteY2" fmla="*/ 1412271 h 1976394"/>
                <a:gd name="connsiteX3" fmla="*/ 1 w 9485034"/>
                <a:gd name="connsiteY3" fmla="*/ 5612 h 1976394"/>
                <a:gd name="connsiteX0" fmla="*/ 1 w 9485034"/>
                <a:gd name="connsiteY0" fmla="*/ 11585 h 1973318"/>
                <a:gd name="connsiteX1" fmla="*/ 9485034 w 9485034"/>
                <a:gd name="connsiteY1" fmla="*/ 1323290 h 1973318"/>
                <a:gd name="connsiteX2" fmla="*/ 9485034 w 9485034"/>
                <a:gd name="connsiteY2" fmla="*/ 1418244 h 1973318"/>
                <a:gd name="connsiteX3" fmla="*/ 1 w 9485034"/>
                <a:gd name="connsiteY3" fmla="*/ 11585 h 1973318"/>
                <a:gd name="connsiteX0" fmla="*/ 1 w 9485034"/>
                <a:gd name="connsiteY0" fmla="*/ 11585 h 2015630"/>
                <a:gd name="connsiteX1" fmla="*/ 9485034 w 9485034"/>
                <a:gd name="connsiteY1" fmla="*/ 1323290 h 2015630"/>
                <a:gd name="connsiteX2" fmla="*/ 9485034 w 9485034"/>
                <a:gd name="connsiteY2" fmla="*/ 1418244 h 2015630"/>
                <a:gd name="connsiteX3" fmla="*/ 1 w 9485034"/>
                <a:gd name="connsiteY3" fmla="*/ 11585 h 2015630"/>
                <a:gd name="connsiteX0" fmla="*/ 3 w 11023429"/>
                <a:gd name="connsiteY0" fmla="*/ 11404 h 2066907"/>
                <a:gd name="connsiteX1" fmla="*/ 11023429 w 11023429"/>
                <a:gd name="connsiteY1" fmla="*/ 1382935 h 2066907"/>
                <a:gd name="connsiteX2" fmla="*/ 11023429 w 11023429"/>
                <a:gd name="connsiteY2" fmla="*/ 1477889 h 2066907"/>
                <a:gd name="connsiteX3" fmla="*/ 3 w 11023429"/>
                <a:gd name="connsiteY3" fmla="*/ 11404 h 2066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023429" h="2066907">
                  <a:moveTo>
                    <a:pt x="3" y="11404"/>
                  </a:moveTo>
                  <a:cubicBezTo>
                    <a:pt x="2496563" y="-230335"/>
                    <a:pt x="7828155" y="3474117"/>
                    <a:pt x="11023429" y="1382935"/>
                  </a:cubicBezTo>
                  <a:lnTo>
                    <a:pt x="11023429" y="1477889"/>
                  </a:lnTo>
                  <a:cubicBezTo>
                    <a:pt x="7338468" y="3293524"/>
                    <a:pt x="2934441" y="364781"/>
                    <a:pt x="3" y="11404"/>
                  </a:cubicBezTo>
                  <a:close/>
                </a:path>
              </a:pathLst>
            </a:custGeom>
            <a:solidFill>
              <a:srgbClr val="C2EB75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7">
              <a:extLst>
                <a:ext uri="{FF2B5EF4-FFF2-40B4-BE49-F238E27FC236}">
                  <a16:creationId xmlns:a16="http://schemas.microsoft.com/office/drawing/2014/main" id="{54C6FE38-8E28-5230-CE67-982EDDFF9CA4}"/>
                </a:ext>
              </a:extLst>
            </p:cNvPr>
            <p:cNvSpPr/>
            <p:nvPr/>
          </p:nvSpPr>
          <p:spPr>
            <a:xfrm rot="8437667">
              <a:off x="5824717" y="3041625"/>
              <a:ext cx="495427" cy="122074"/>
            </a:xfrm>
            <a:custGeom>
              <a:avLst/>
              <a:gdLst>
                <a:gd name="connsiteX0" fmla="*/ 0 w 1007285"/>
                <a:gd name="connsiteY0" fmla="*/ 0 h 94954"/>
                <a:gd name="connsiteX1" fmla="*/ 1007285 w 1007285"/>
                <a:gd name="connsiteY1" fmla="*/ 0 h 94954"/>
                <a:gd name="connsiteX2" fmla="*/ 1007285 w 1007285"/>
                <a:gd name="connsiteY2" fmla="*/ 94954 h 94954"/>
                <a:gd name="connsiteX3" fmla="*/ 0 w 1007285"/>
                <a:gd name="connsiteY3" fmla="*/ 94954 h 94954"/>
                <a:gd name="connsiteX4" fmla="*/ 0 w 1007285"/>
                <a:gd name="connsiteY4" fmla="*/ 0 h 94954"/>
                <a:gd name="connsiteX0" fmla="*/ 2819400 w 3826685"/>
                <a:gd name="connsiteY0" fmla="*/ 0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4" fmla="*/ 2819400 w 3826685"/>
                <a:gd name="connsiteY4" fmla="*/ 0 h 869654"/>
                <a:gd name="connsiteX0" fmla="*/ 0 w 3826685"/>
                <a:gd name="connsiteY0" fmla="*/ 869654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968065 h 1033547"/>
                <a:gd name="connsiteX1" fmla="*/ 3826685 w 3826685"/>
                <a:gd name="connsiteY1" fmla="*/ 98411 h 1033547"/>
                <a:gd name="connsiteX2" fmla="*/ 3826685 w 3826685"/>
                <a:gd name="connsiteY2" fmla="*/ 193365 h 1033547"/>
                <a:gd name="connsiteX3" fmla="*/ 0 w 3826685"/>
                <a:gd name="connsiteY3" fmla="*/ 968065 h 1033547"/>
                <a:gd name="connsiteX0" fmla="*/ 0 w 3826685"/>
                <a:gd name="connsiteY0" fmla="*/ 968065 h 1013810"/>
                <a:gd name="connsiteX1" fmla="*/ 3826685 w 3826685"/>
                <a:gd name="connsiteY1" fmla="*/ 98411 h 1013810"/>
                <a:gd name="connsiteX2" fmla="*/ 3826685 w 3826685"/>
                <a:gd name="connsiteY2" fmla="*/ 193365 h 1013810"/>
                <a:gd name="connsiteX3" fmla="*/ 0 w 3826685"/>
                <a:gd name="connsiteY3" fmla="*/ 968065 h 1013810"/>
                <a:gd name="connsiteX0" fmla="*/ 0 w 3826685"/>
                <a:gd name="connsiteY0" fmla="*/ 968065 h 1012429"/>
                <a:gd name="connsiteX1" fmla="*/ 3826685 w 3826685"/>
                <a:gd name="connsiteY1" fmla="*/ 98411 h 1012429"/>
                <a:gd name="connsiteX2" fmla="*/ 3826685 w 3826685"/>
                <a:gd name="connsiteY2" fmla="*/ 193365 h 1012429"/>
                <a:gd name="connsiteX3" fmla="*/ 0 w 3826685"/>
                <a:gd name="connsiteY3" fmla="*/ 968065 h 1012429"/>
                <a:gd name="connsiteX0" fmla="*/ 2 w 8087297"/>
                <a:gd name="connsiteY0" fmla="*/ -1 h 1456523"/>
                <a:gd name="connsiteX1" fmla="*/ 8087297 w 8087297"/>
                <a:gd name="connsiteY1" fmla="*/ 1361569 h 1456523"/>
                <a:gd name="connsiteX2" fmla="*/ 8087297 w 8087297"/>
                <a:gd name="connsiteY2" fmla="*/ 1456523 h 1456523"/>
                <a:gd name="connsiteX3" fmla="*/ 2 w 8087297"/>
                <a:gd name="connsiteY3" fmla="*/ -1 h 1456523"/>
                <a:gd name="connsiteX0" fmla="*/ 2 w 8087297"/>
                <a:gd name="connsiteY0" fmla="*/ -1 h 1456523"/>
                <a:gd name="connsiteX1" fmla="*/ 8087297 w 8087297"/>
                <a:gd name="connsiteY1" fmla="*/ 1361569 h 1456523"/>
                <a:gd name="connsiteX2" fmla="*/ 8087297 w 8087297"/>
                <a:gd name="connsiteY2" fmla="*/ 1456523 h 1456523"/>
                <a:gd name="connsiteX3" fmla="*/ 2 w 8087297"/>
                <a:gd name="connsiteY3" fmla="*/ -1 h 1456523"/>
                <a:gd name="connsiteX0" fmla="*/ 2 w 8087297"/>
                <a:gd name="connsiteY0" fmla="*/ -1 h 2510336"/>
                <a:gd name="connsiteX1" fmla="*/ 8087297 w 8087297"/>
                <a:gd name="connsiteY1" fmla="*/ 1361569 h 2510336"/>
                <a:gd name="connsiteX2" fmla="*/ 8087297 w 8087297"/>
                <a:gd name="connsiteY2" fmla="*/ 1456523 h 2510336"/>
                <a:gd name="connsiteX3" fmla="*/ 2 w 8087297"/>
                <a:gd name="connsiteY3" fmla="*/ -1 h 2510336"/>
                <a:gd name="connsiteX0" fmla="*/ 2 w 8087297"/>
                <a:gd name="connsiteY0" fmla="*/ -1 h 2510336"/>
                <a:gd name="connsiteX1" fmla="*/ 8087297 w 8087297"/>
                <a:gd name="connsiteY1" fmla="*/ 1361569 h 2510336"/>
                <a:gd name="connsiteX2" fmla="*/ 8087297 w 8087297"/>
                <a:gd name="connsiteY2" fmla="*/ 1456523 h 2510336"/>
                <a:gd name="connsiteX3" fmla="*/ 2 w 8087297"/>
                <a:gd name="connsiteY3" fmla="*/ -1 h 2510336"/>
                <a:gd name="connsiteX0" fmla="*/ 3 w 9125802"/>
                <a:gd name="connsiteY0" fmla="*/ 1 h 2380171"/>
                <a:gd name="connsiteX1" fmla="*/ 9125802 w 9125802"/>
                <a:gd name="connsiteY1" fmla="*/ 1203442 h 2380171"/>
                <a:gd name="connsiteX2" fmla="*/ 9125802 w 9125802"/>
                <a:gd name="connsiteY2" fmla="*/ 1298396 h 2380171"/>
                <a:gd name="connsiteX3" fmla="*/ 3 w 9125802"/>
                <a:gd name="connsiteY3" fmla="*/ 1 h 2380171"/>
                <a:gd name="connsiteX0" fmla="*/ 3 w 9125802"/>
                <a:gd name="connsiteY0" fmla="*/ 1 h 2141048"/>
                <a:gd name="connsiteX1" fmla="*/ 9125802 w 9125802"/>
                <a:gd name="connsiteY1" fmla="*/ 1203442 h 2141048"/>
                <a:gd name="connsiteX2" fmla="*/ 9125802 w 9125802"/>
                <a:gd name="connsiteY2" fmla="*/ 1298396 h 2141048"/>
                <a:gd name="connsiteX3" fmla="*/ 3 w 9125802"/>
                <a:gd name="connsiteY3" fmla="*/ 1 h 2141048"/>
                <a:gd name="connsiteX0" fmla="*/ 3 w 9125802"/>
                <a:gd name="connsiteY0" fmla="*/ 1 h 1915486"/>
                <a:gd name="connsiteX1" fmla="*/ 9125802 w 9125802"/>
                <a:gd name="connsiteY1" fmla="*/ 1203442 h 1915486"/>
                <a:gd name="connsiteX2" fmla="*/ 9125802 w 9125802"/>
                <a:gd name="connsiteY2" fmla="*/ 1298396 h 1915486"/>
                <a:gd name="connsiteX3" fmla="*/ 3 w 9125802"/>
                <a:gd name="connsiteY3" fmla="*/ 1 h 1915486"/>
                <a:gd name="connsiteX0" fmla="*/ 3 w 9125802"/>
                <a:gd name="connsiteY0" fmla="*/ 1 h 1903796"/>
                <a:gd name="connsiteX1" fmla="*/ 9125802 w 9125802"/>
                <a:gd name="connsiteY1" fmla="*/ 1203442 h 1903796"/>
                <a:gd name="connsiteX2" fmla="*/ 9125802 w 9125802"/>
                <a:gd name="connsiteY2" fmla="*/ 1298396 h 1903796"/>
                <a:gd name="connsiteX3" fmla="*/ 3 w 9125802"/>
                <a:gd name="connsiteY3" fmla="*/ 1 h 1903796"/>
                <a:gd name="connsiteX0" fmla="*/ 3 w 9125802"/>
                <a:gd name="connsiteY0" fmla="*/ 1 h 1908594"/>
                <a:gd name="connsiteX1" fmla="*/ 9125802 w 9125802"/>
                <a:gd name="connsiteY1" fmla="*/ 1203442 h 1908594"/>
                <a:gd name="connsiteX2" fmla="*/ 9125802 w 9125802"/>
                <a:gd name="connsiteY2" fmla="*/ 1298396 h 1908594"/>
                <a:gd name="connsiteX3" fmla="*/ 3 w 9125802"/>
                <a:gd name="connsiteY3" fmla="*/ 1 h 1908594"/>
                <a:gd name="connsiteX0" fmla="*/ 1 w 9485034"/>
                <a:gd name="connsiteY0" fmla="*/ -2 h 2000964"/>
                <a:gd name="connsiteX1" fmla="*/ 9485034 w 9485034"/>
                <a:gd name="connsiteY1" fmla="*/ 1311703 h 2000964"/>
                <a:gd name="connsiteX2" fmla="*/ 9485034 w 9485034"/>
                <a:gd name="connsiteY2" fmla="*/ 1406657 h 2000964"/>
                <a:gd name="connsiteX3" fmla="*/ 1 w 9485034"/>
                <a:gd name="connsiteY3" fmla="*/ -2 h 2000964"/>
                <a:gd name="connsiteX0" fmla="*/ 1 w 9485034"/>
                <a:gd name="connsiteY0" fmla="*/ 8455 h 2009421"/>
                <a:gd name="connsiteX1" fmla="*/ 9485034 w 9485034"/>
                <a:gd name="connsiteY1" fmla="*/ 1320160 h 2009421"/>
                <a:gd name="connsiteX2" fmla="*/ 9485034 w 9485034"/>
                <a:gd name="connsiteY2" fmla="*/ 1415114 h 2009421"/>
                <a:gd name="connsiteX3" fmla="*/ 1 w 9485034"/>
                <a:gd name="connsiteY3" fmla="*/ 8455 h 2009421"/>
                <a:gd name="connsiteX0" fmla="*/ 1 w 9485034"/>
                <a:gd name="connsiteY0" fmla="*/ 8455 h 1988731"/>
                <a:gd name="connsiteX1" fmla="*/ 9485034 w 9485034"/>
                <a:gd name="connsiteY1" fmla="*/ 1320160 h 1988731"/>
                <a:gd name="connsiteX2" fmla="*/ 9485034 w 9485034"/>
                <a:gd name="connsiteY2" fmla="*/ 1415114 h 1988731"/>
                <a:gd name="connsiteX3" fmla="*/ 1 w 9485034"/>
                <a:gd name="connsiteY3" fmla="*/ 8455 h 1988731"/>
                <a:gd name="connsiteX0" fmla="*/ 1 w 9485034"/>
                <a:gd name="connsiteY0" fmla="*/ 3163 h 1983439"/>
                <a:gd name="connsiteX1" fmla="*/ 9485034 w 9485034"/>
                <a:gd name="connsiteY1" fmla="*/ 1314868 h 1983439"/>
                <a:gd name="connsiteX2" fmla="*/ 9485034 w 9485034"/>
                <a:gd name="connsiteY2" fmla="*/ 1409822 h 1983439"/>
                <a:gd name="connsiteX3" fmla="*/ 1 w 9485034"/>
                <a:gd name="connsiteY3" fmla="*/ 3163 h 1983439"/>
                <a:gd name="connsiteX0" fmla="*/ 1 w 9485034"/>
                <a:gd name="connsiteY0" fmla="*/ 5612 h 1976394"/>
                <a:gd name="connsiteX1" fmla="*/ 9485034 w 9485034"/>
                <a:gd name="connsiteY1" fmla="*/ 1317317 h 1976394"/>
                <a:gd name="connsiteX2" fmla="*/ 9485034 w 9485034"/>
                <a:gd name="connsiteY2" fmla="*/ 1412271 h 1976394"/>
                <a:gd name="connsiteX3" fmla="*/ 1 w 9485034"/>
                <a:gd name="connsiteY3" fmla="*/ 5612 h 1976394"/>
                <a:gd name="connsiteX0" fmla="*/ 1 w 9485034"/>
                <a:gd name="connsiteY0" fmla="*/ 11585 h 1973318"/>
                <a:gd name="connsiteX1" fmla="*/ 9485034 w 9485034"/>
                <a:gd name="connsiteY1" fmla="*/ 1323290 h 1973318"/>
                <a:gd name="connsiteX2" fmla="*/ 9485034 w 9485034"/>
                <a:gd name="connsiteY2" fmla="*/ 1418244 h 1973318"/>
                <a:gd name="connsiteX3" fmla="*/ 1 w 9485034"/>
                <a:gd name="connsiteY3" fmla="*/ 11585 h 1973318"/>
                <a:gd name="connsiteX0" fmla="*/ 1 w 9485034"/>
                <a:gd name="connsiteY0" fmla="*/ 11585 h 2015630"/>
                <a:gd name="connsiteX1" fmla="*/ 9485034 w 9485034"/>
                <a:gd name="connsiteY1" fmla="*/ 1323290 h 2015630"/>
                <a:gd name="connsiteX2" fmla="*/ 9485034 w 9485034"/>
                <a:gd name="connsiteY2" fmla="*/ 1418244 h 2015630"/>
                <a:gd name="connsiteX3" fmla="*/ 1 w 9485034"/>
                <a:gd name="connsiteY3" fmla="*/ 11585 h 2015630"/>
                <a:gd name="connsiteX0" fmla="*/ 1 w 9485034"/>
                <a:gd name="connsiteY0" fmla="*/ 11718 h 2015763"/>
                <a:gd name="connsiteX1" fmla="*/ 5685576 w 9485034"/>
                <a:gd name="connsiteY1" fmla="*/ 1280543 h 2015763"/>
                <a:gd name="connsiteX2" fmla="*/ 9485034 w 9485034"/>
                <a:gd name="connsiteY2" fmla="*/ 1418377 h 2015763"/>
                <a:gd name="connsiteX3" fmla="*/ 1 w 9485034"/>
                <a:gd name="connsiteY3" fmla="*/ 11718 h 2015763"/>
                <a:gd name="connsiteX0" fmla="*/ 1 w 5866791"/>
                <a:gd name="connsiteY0" fmla="*/ 11718 h 2094375"/>
                <a:gd name="connsiteX1" fmla="*/ 5685576 w 5866791"/>
                <a:gd name="connsiteY1" fmla="*/ 1280543 h 2094375"/>
                <a:gd name="connsiteX2" fmla="*/ 5866794 w 5866791"/>
                <a:gd name="connsiteY2" fmla="*/ 1509665 h 2094375"/>
                <a:gd name="connsiteX3" fmla="*/ 1 w 5866791"/>
                <a:gd name="connsiteY3" fmla="*/ 11718 h 2094375"/>
                <a:gd name="connsiteX0" fmla="*/ 1 w 5866791"/>
                <a:gd name="connsiteY0" fmla="*/ 19607 h 2102264"/>
                <a:gd name="connsiteX1" fmla="*/ 5685576 w 5866791"/>
                <a:gd name="connsiteY1" fmla="*/ 1288432 h 2102264"/>
                <a:gd name="connsiteX2" fmla="*/ 5866794 w 5866791"/>
                <a:gd name="connsiteY2" fmla="*/ 1517554 h 2102264"/>
                <a:gd name="connsiteX3" fmla="*/ 1 w 5866791"/>
                <a:gd name="connsiteY3" fmla="*/ 19607 h 2102264"/>
                <a:gd name="connsiteX0" fmla="*/ 1 w 5909850"/>
                <a:gd name="connsiteY0" fmla="*/ 19607 h 2003624"/>
                <a:gd name="connsiteX1" fmla="*/ 5685576 w 5909850"/>
                <a:gd name="connsiteY1" fmla="*/ 1288432 h 2003624"/>
                <a:gd name="connsiteX2" fmla="*/ 5909849 w 5909850"/>
                <a:gd name="connsiteY2" fmla="*/ 1402910 h 2003624"/>
                <a:gd name="connsiteX3" fmla="*/ 1 w 5909850"/>
                <a:gd name="connsiteY3" fmla="*/ 19607 h 2003624"/>
                <a:gd name="connsiteX0" fmla="*/ 1 w 5909850"/>
                <a:gd name="connsiteY0" fmla="*/ 19607 h 1588775"/>
                <a:gd name="connsiteX1" fmla="*/ 5685576 w 5909850"/>
                <a:gd name="connsiteY1" fmla="*/ 1288432 h 1588775"/>
                <a:gd name="connsiteX2" fmla="*/ 5909849 w 5909850"/>
                <a:gd name="connsiteY2" fmla="*/ 1402910 h 1588775"/>
                <a:gd name="connsiteX3" fmla="*/ 1 w 5909850"/>
                <a:gd name="connsiteY3" fmla="*/ 19607 h 1588775"/>
                <a:gd name="connsiteX0" fmla="*/ 1 w 5909850"/>
                <a:gd name="connsiteY0" fmla="*/ 18136 h 1587304"/>
                <a:gd name="connsiteX1" fmla="*/ 5685576 w 5909850"/>
                <a:gd name="connsiteY1" fmla="*/ 1286961 h 1587304"/>
                <a:gd name="connsiteX2" fmla="*/ 5909849 w 5909850"/>
                <a:gd name="connsiteY2" fmla="*/ 1401439 h 1587304"/>
                <a:gd name="connsiteX3" fmla="*/ 1 w 5909850"/>
                <a:gd name="connsiteY3" fmla="*/ 18136 h 1587304"/>
                <a:gd name="connsiteX0" fmla="*/ 1 w 6110219"/>
                <a:gd name="connsiteY0" fmla="*/ 20131 h 1372085"/>
                <a:gd name="connsiteX1" fmla="*/ 5885945 w 6110219"/>
                <a:gd name="connsiteY1" fmla="*/ 1050968 h 1372085"/>
                <a:gd name="connsiteX2" fmla="*/ 6110218 w 6110219"/>
                <a:gd name="connsiteY2" fmla="*/ 1165446 h 1372085"/>
                <a:gd name="connsiteX3" fmla="*/ 1 w 6110219"/>
                <a:gd name="connsiteY3" fmla="*/ 20131 h 1372085"/>
                <a:gd name="connsiteX0" fmla="*/ 0 w 3166954"/>
                <a:gd name="connsiteY0" fmla="*/ 29599 h 789133"/>
                <a:gd name="connsiteX1" fmla="*/ 2942680 w 3166954"/>
                <a:gd name="connsiteY1" fmla="*/ 371193 h 789133"/>
                <a:gd name="connsiteX2" fmla="*/ 3166953 w 3166954"/>
                <a:gd name="connsiteY2" fmla="*/ 485671 h 789133"/>
                <a:gd name="connsiteX3" fmla="*/ 0 w 3166954"/>
                <a:gd name="connsiteY3" fmla="*/ 29599 h 789133"/>
                <a:gd name="connsiteX0" fmla="*/ 0 w 3166954"/>
                <a:gd name="connsiteY0" fmla="*/ 29599 h 605800"/>
                <a:gd name="connsiteX1" fmla="*/ 2942680 w 3166954"/>
                <a:gd name="connsiteY1" fmla="*/ 371193 h 605800"/>
                <a:gd name="connsiteX2" fmla="*/ 3166953 w 3166954"/>
                <a:gd name="connsiteY2" fmla="*/ 485671 h 605800"/>
                <a:gd name="connsiteX3" fmla="*/ 0 w 3166954"/>
                <a:gd name="connsiteY3" fmla="*/ 29599 h 605800"/>
                <a:gd name="connsiteX0" fmla="*/ 0 w 3166954"/>
                <a:gd name="connsiteY0" fmla="*/ 38618 h 602641"/>
                <a:gd name="connsiteX1" fmla="*/ 2942680 w 3166954"/>
                <a:gd name="connsiteY1" fmla="*/ 380212 h 602641"/>
                <a:gd name="connsiteX2" fmla="*/ 3166953 w 3166954"/>
                <a:gd name="connsiteY2" fmla="*/ 494690 h 602641"/>
                <a:gd name="connsiteX3" fmla="*/ 0 w 3166954"/>
                <a:gd name="connsiteY3" fmla="*/ 38618 h 602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66954" h="602641">
                  <a:moveTo>
                    <a:pt x="0" y="38618"/>
                  </a:moveTo>
                  <a:cubicBezTo>
                    <a:pt x="2496560" y="-203121"/>
                    <a:pt x="1854012" y="785335"/>
                    <a:pt x="2942680" y="380212"/>
                  </a:cubicBezTo>
                  <a:lnTo>
                    <a:pt x="3166953" y="494690"/>
                  </a:lnTo>
                  <a:cubicBezTo>
                    <a:pt x="1452610" y="801664"/>
                    <a:pt x="2934438" y="391995"/>
                    <a:pt x="0" y="38618"/>
                  </a:cubicBezTo>
                  <a:close/>
                </a:path>
              </a:pathLst>
            </a:custGeom>
            <a:solidFill>
              <a:srgbClr val="C2EB75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7">
              <a:extLst>
                <a:ext uri="{FF2B5EF4-FFF2-40B4-BE49-F238E27FC236}">
                  <a16:creationId xmlns:a16="http://schemas.microsoft.com/office/drawing/2014/main" id="{34DAE623-95CD-D529-C4CE-93D74515BD3D}"/>
                </a:ext>
              </a:extLst>
            </p:cNvPr>
            <p:cNvSpPr/>
            <p:nvPr/>
          </p:nvSpPr>
          <p:spPr>
            <a:xfrm rot="1149574">
              <a:off x="5822338" y="5878136"/>
              <a:ext cx="1013504" cy="180173"/>
            </a:xfrm>
            <a:custGeom>
              <a:avLst/>
              <a:gdLst>
                <a:gd name="connsiteX0" fmla="*/ 0 w 1007285"/>
                <a:gd name="connsiteY0" fmla="*/ 0 h 94954"/>
                <a:gd name="connsiteX1" fmla="*/ 1007285 w 1007285"/>
                <a:gd name="connsiteY1" fmla="*/ 0 h 94954"/>
                <a:gd name="connsiteX2" fmla="*/ 1007285 w 1007285"/>
                <a:gd name="connsiteY2" fmla="*/ 94954 h 94954"/>
                <a:gd name="connsiteX3" fmla="*/ 0 w 1007285"/>
                <a:gd name="connsiteY3" fmla="*/ 94954 h 94954"/>
                <a:gd name="connsiteX4" fmla="*/ 0 w 1007285"/>
                <a:gd name="connsiteY4" fmla="*/ 0 h 94954"/>
                <a:gd name="connsiteX0" fmla="*/ 2819400 w 3826685"/>
                <a:gd name="connsiteY0" fmla="*/ 0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4" fmla="*/ 2819400 w 3826685"/>
                <a:gd name="connsiteY4" fmla="*/ 0 h 869654"/>
                <a:gd name="connsiteX0" fmla="*/ 0 w 3826685"/>
                <a:gd name="connsiteY0" fmla="*/ 869654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968065 h 1033547"/>
                <a:gd name="connsiteX1" fmla="*/ 3826685 w 3826685"/>
                <a:gd name="connsiteY1" fmla="*/ 98411 h 1033547"/>
                <a:gd name="connsiteX2" fmla="*/ 3826685 w 3826685"/>
                <a:gd name="connsiteY2" fmla="*/ 193365 h 1033547"/>
                <a:gd name="connsiteX3" fmla="*/ 0 w 3826685"/>
                <a:gd name="connsiteY3" fmla="*/ 968065 h 1033547"/>
                <a:gd name="connsiteX0" fmla="*/ 0 w 3826685"/>
                <a:gd name="connsiteY0" fmla="*/ 968065 h 1013810"/>
                <a:gd name="connsiteX1" fmla="*/ 3826685 w 3826685"/>
                <a:gd name="connsiteY1" fmla="*/ 98411 h 1013810"/>
                <a:gd name="connsiteX2" fmla="*/ 3826685 w 3826685"/>
                <a:gd name="connsiteY2" fmla="*/ 193365 h 1013810"/>
                <a:gd name="connsiteX3" fmla="*/ 0 w 3826685"/>
                <a:gd name="connsiteY3" fmla="*/ 968065 h 1013810"/>
                <a:gd name="connsiteX0" fmla="*/ 0 w 3826685"/>
                <a:gd name="connsiteY0" fmla="*/ 968065 h 1012429"/>
                <a:gd name="connsiteX1" fmla="*/ 3826685 w 3826685"/>
                <a:gd name="connsiteY1" fmla="*/ 98411 h 1012429"/>
                <a:gd name="connsiteX2" fmla="*/ 3826685 w 3826685"/>
                <a:gd name="connsiteY2" fmla="*/ 193365 h 1012429"/>
                <a:gd name="connsiteX3" fmla="*/ 0 w 3826685"/>
                <a:gd name="connsiteY3" fmla="*/ 968065 h 1012429"/>
                <a:gd name="connsiteX0" fmla="*/ 2 w 8087297"/>
                <a:gd name="connsiteY0" fmla="*/ -1 h 1456523"/>
                <a:gd name="connsiteX1" fmla="*/ 8087297 w 8087297"/>
                <a:gd name="connsiteY1" fmla="*/ 1361569 h 1456523"/>
                <a:gd name="connsiteX2" fmla="*/ 8087297 w 8087297"/>
                <a:gd name="connsiteY2" fmla="*/ 1456523 h 1456523"/>
                <a:gd name="connsiteX3" fmla="*/ 2 w 8087297"/>
                <a:gd name="connsiteY3" fmla="*/ -1 h 1456523"/>
                <a:gd name="connsiteX0" fmla="*/ 2 w 8087297"/>
                <a:gd name="connsiteY0" fmla="*/ -1 h 1456523"/>
                <a:gd name="connsiteX1" fmla="*/ 8087297 w 8087297"/>
                <a:gd name="connsiteY1" fmla="*/ 1361569 h 1456523"/>
                <a:gd name="connsiteX2" fmla="*/ 8087297 w 8087297"/>
                <a:gd name="connsiteY2" fmla="*/ 1456523 h 1456523"/>
                <a:gd name="connsiteX3" fmla="*/ 2 w 8087297"/>
                <a:gd name="connsiteY3" fmla="*/ -1 h 1456523"/>
                <a:gd name="connsiteX0" fmla="*/ 2 w 8087297"/>
                <a:gd name="connsiteY0" fmla="*/ -1 h 2510336"/>
                <a:gd name="connsiteX1" fmla="*/ 8087297 w 8087297"/>
                <a:gd name="connsiteY1" fmla="*/ 1361569 h 2510336"/>
                <a:gd name="connsiteX2" fmla="*/ 8087297 w 8087297"/>
                <a:gd name="connsiteY2" fmla="*/ 1456523 h 2510336"/>
                <a:gd name="connsiteX3" fmla="*/ 2 w 8087297"/>
                <a:gd name="connsiteY3" fmla="*/ -1 h 2510336"/>
                <a:gd name="connsiteX0" fmla="*/ 2 w 8087297"/>
                <a:gd name="connsiteY0" fmla="*/ -1 h 2510336"/>
                <a:gd name="connsiteX1" fmla="*/ 8087297 w 8087297"/>
                <a:gd name="connsiteY1" fmla="*/ 1361569 h 2510336"/>
                <a:gd name="connsiteX2" fmla="*/ 8087297 w 8087297"/>
                <a:gd name="connsiteY2" fmla="*/ 1456523 h 2510336"/>
                <a:gd name="connsiteX3" fmla="*/ 2 w 8087297"/>
                <a:gd name="connsiteY3" fmla="*/ -1 h 2510336"/>
                <a:gd name="connsiteX0" fmla="*/ -2 w 9409711"/>
                <a:gd name="connsiteY0" fmla="*/ -1 h 1549216"/>
                <a:gd name="connsiteX1" fmla="*/ 9409711 w 9409711"/>
                <a:gd name="connsiteY1" fmla="*/ 139136 h 1549216"/>
                <a:gd name="connsiteX2" fmla="*/ 9409711 w 9409711"/>
                <a:gd name="connsiteY2" fmla="*/ 234090 h 1549216"/>
                <a:gd name="connsiteX3" fmla="*/ -2 w 9409711"/>
                <a:gd name="connsiteY3" fmla="*/ -1 h 1549216"/>
                <a:gd name="connsiteX0" fmla="*/ -2 w 9409711"/>
                <a:gd name="connsiteY0" fmla="*/ -1 h 1291853"/>
                <a:gd name="connsiteX1" fmla="*/ 9409711 w 9409711"/>
                <a:gd name="connsiteY1" fmla="*/ 139136 h 1291853"/>
                <a:gd name="connsiteX2" fmla="*/ 9409711 w 9409711"/>
                <a:gd name="connsiteY2" fmla="*/ 234090 h 1291853"/>
                <a:gd name="connsiteX3" fmla="*/ -2 w 9409711"/>
                <a:gd name="connsiteY3" fmla="*/ -1 h 1291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409711" h="1291853">
                  <a:moveTo>
                    <a:pt x="-2" y="-1"/>
                  </a:moveTo>
                  <a:cubicBezTo>
                    <a:pt x="1199360" y="40314"/>
                    <a:pt x="4841140" y="2792305"/>
                    <a:pt x="9409711" y="139136"/>
                  </a:cubicBezTo>
                  <a:lnTo>
                    <a:pt x="9409711" y="234090"/>
                  </a:lnTo>
                  <a:cubicBezTo>
                    <a:pt x="5814447" y="2074839"/>
                    <a:pt x="1133192" y="382585"/>
                    <a:pt x="-2" y="-1"/>
                  </a:cubicBezTo>
                  <a:close/>
                </a:path>
              </a:pathLst>
            </a:custGeom>
            <a:solidFill>
              <a:srgbClr val="A9D743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7">
              <a:extLst>
                <a:ext uri="{FF2B5EF4-FFF2-40B4-BE49-F238E27FC236}">
                  <a16:creationId xmlns:a16="http://schemas.microsoft.com/office/drawing/2014/main" id="{52F9EE35-A5BA-DB4D-DED7-E56AB6CEE946}"/>
                </a:ext>
              </a:extLst>
            </p:cNvPr>
            <p:cNvSpPr/>
            <p:nvPr/>
          </p:nvSpPr>
          <p:spPr>
            <a:xfrm rot="1149574">
              <a:off x="5449683" y="5243838"/>
              <a:ext cx="1675614" cy="319483"/>
            </a:xfrm>
            <a:custGeom>
              <a:avLst/>
              <a:gdLst>
                <a:gd name="connsiteX0" fmla="*/ 0 w 1007285"/>
                <a:gd name="connsiteY0" fmla="*/ 0 h 94954"/>
                <a:gd name="connsiteX1" fmla="*/ 1007285 w 1007285"/>
                <a:gd name="connsiteY1" fmla="*/ 0 h 94954"/>
                <a:gd name="connsiteX2" fmla="*/ 1007285 w 1007285"/>
                <a:gd name="connsiteY2" fmla="*/ 94954 h 94954"/>
                <a:gd name="connsiteX3" fmla="*/ 0 w 1007285"/>
                <a:gd name="connsiteY3" fmla="*/ 94954 h 94954"/>
                <a:gd name="connsiteX4" fmla="*/ 0 w 1007285"/>
                <a:gd name="connsiteY4" fmla="*/ 0 h 94954"/>
                <a:gd name="connsiteX0" fmla="*/ 2819400 w 3826685"/>
                <a:gd name="connsiteY0" fmla="*/ 0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4" fmla="*/ 2819400 w 3826685"/>
                <a:gd name="connsiteY4" fmla="*/ 0 h 869654"/>
                <a:gd name="connsiteX0" fmla="*/ 0 w 3826685"/>
                <a:gd name="connsiteY0" fmla="*/ 869654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968065 h 1033547"/>
                <a:gd name="connsiteX1" fmla="*/ 3826685 w 3826685"/>
                <a:gd name="connsiteY1" fmla="*/ 98411 h 1033547"/>
                <a:gd name="connsiteX2" fmla="*/ 3826685 w 3826685"/>
                <a:gd name="connsiteY2" fmla="*/ 193365 h 1033547"/>
                <a:gd name="connsiteX3" fmla="*/ 0 w 3826685"/>
                <a:gd name="connsiteY3" fmla="*/ 968065 h 1033547"/>
                <a:gd name="connsiteX0" fmla="*/ 0 w 3826685"/>
                <a:gd name="connsiteY0" fmla="*/ 968065 h 1013810"/>
                <a:gd name="connsiteX1" fmla="*/ 3826685 w 3826685"/>
                <a:gd name="connsiteY1" fmla="*/ 98411 h 1013810"/>
                <a:gd name="connsiteX2" fmla="*/ 3826685 w 3826685"/>
                <a:gd name="connsiteY2" fmla="*/ 193365 h 1013810"/>
                <a:gd name="connsiteX3" fmla="*/ 0 w 3826685"/>
                <a:gd name="connsiteY3" fmla="*/ 968065 h 1013810"/>
                <a:gd name="connsiteX0" fmla="*/ 0 w 3826685"/>
                <a:gd name="connsiteY0" fmla="*/ 968065 h 1012429"/>
                <a:gd name="connsiteX1" fmla="*/ 3826685 w 3826685"/>
                <a:gd name="connsiteY1" fmla="*/ 98411 h 1012429"/>
                <a:gd name="connsiteX2" fmla="*/ 3826685 w 3826685"/>
                <a:gd name="connsiteY2" fmla="*/ 193365 h 1012429"/>
                <a:gd name="connsiteX3" fmla="*/ 0 w 3826685"/>
                <a:gd name="connsiteY3" fmla="*/ 968065 h 1012429"/>
                <a:gd name="connsiteX0" fmla="*/ 2 w 8087297"/>
                <a:gd name="connsiteY0" fmla="*/ -1 h 1456523"/>
                <a:gd name="connsiteX1" fmla="*/ 8087297 w 8087297"/>
                <a:gd name="connsiteY1" fmla="*/ 1361569 h 1456523"/>
                <a:gd name="connsiteX2" fmla="*/ 8087297 w 8087297"/>
                <a:gd name="connsiteY2" fmla="*/ 1456523 h 1456523"/>
                <a:gd name="connsiteX3" fmla="*/ 2 w 8087297"/>
                <a:gd name="connsiteY3" fmla="*/ -1 h 1456523"/>
                <a:gd name="connsiteX0" fmla="*/ 2 w 8087297"/>
                <a:gd name="connsiteY0" fmla="*/ -1 h 1456523"/>
                <a:gd name="connsiteX1" fmla="*/ 8087297 w 8087297"/>
                <a:gd name="connsiteY1" fmla="*/ 1361569 h 1456523"/>
                <a:gd name="connsiteX2" fmla="*/ 8087297 w 8087297"/>
                <a:gd name="connsiteY2" fmla="*/ 1456523 h 1456523"/>
                <a:gd name="connsiteX3" fmla="*/ 2 w 8087297"/>
                <a:gd name="connsiteY3" fmla="*/ -1 h 1456523"/>
                <a:gd name="connsiteX0" fmla="*/ 2 w 8087297"/>
                <a:gd name="connsiteY0" fmla="*/ -1 h 2510336"/>
                <a:gd name="connsiteX1" fmla="*/ 8087297 w 8087297"/>
                <a:gd name="connsiteY1" fmla="*/ 1361569 h 2510336"/>
                <a:gd name="connsiteX2" fmla="*/ 8087297 w 8087297"/>
                <a:gd name="connsiteY2" fmla="*/ 1456523 h 2510336"/>
                <a:gd name="connsiteX3" fmla="*/ 2 w 8087297"/>
                <a:gd name="connsiteY3" fmla="*/ -1 h 2510336"/>
                <a:gd name="connsiteX0" fmla="*/ 2 w 8087297"/>
                <a:gd name="connsiteY0" fmla="*/ -1 h 2510336"/>
                <a:gd name="connsiteX1" fmla="*/ 8087297 w 8087297"/>
                <a:gd name="connsiteY1" fmla="*/ 1361569 h 2510336"/>
                <a:gd name="connsiteX2" fmla="*/ 8087297 w 8087297"/>
                <a:gd name="connsiteY2" fmla="*/ 1456523 h 2510336"/>
                <a:gd name="connsiteX3" fmla="*/ 2 w 8087297"/>
                <a:gd name="connsiteY3" fmla="*/ -1 h 2510336"/>
                <a:gd name="connsiteX0" fmla="*/ -2 w 9409711"/>
                <a:gd name="connsiteY0" fmla="*/ -1 h 1549216"/>
                <a:gd name="connsiteX1" fmla="*/ 9409711 w 9409711"/>
                <a:gd name="connsiteY1" fmla="*/ 139136 h 1549216"/>
                <a:gd name="connsiteX2" fmla="*/ 9409711 w 9409711"/>
                <a:gd name="connsiteY2" fmla="*/ 234090 h 1549216"/>
                <a:gd name="connsiteX3" fmla="*/ -2 w 9409711"/>
                <a:gd name="connsiteY3" fmla="*/ -1 h 1549216"/>
                <a:gd name="connsiteX0" fmla="*/ -2 w 9409711"/>
                <a:gd name="connsiteY0" fmla="*/ -1 h 1291853"/>
                <a:gd name="connsiteX1" fmla="*/ 9409711 w 9409711"/>
                <a:gd name="connsiteY1" fmla="*/ 139136 h 1291853"/>
                <a:gd name="connsiteX2" fmla="*/ 9409711 w 9409711"/>
                <a:gd name="connsiteY2" fmla="*/ 234090 h 1291853"/>
                <a:gd name="connsiteX3" fmla="*/ -2 w 9409711"/>
                <a:gd name="connsiteY3" fmla="*/ -1 h 129185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640512 w 15640512"/>
                <a:gd name="connsiteY2" fmla="*/ 2263965 h 2970323"/>
                <a:gd name="connsiteX3" fmla="*/ 1 w 15640512"/>
                <a:gd name="connsiteY3" fmla="*/ 2 h 297032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640512 w 15640512"/>
                <a:gd name="connsiteY2" fmla="*/ 2263965 h 2970323"/>
                <a:gd name="connsiteX3" fmla="*/ 1 w 15640512"/>
                <a:gd name="connsiteY3" fmla="*/ 2 h 297032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640512 w 15640512"/>
                <a:gd name="connsiteY2" fmla="*/ 2263965 h 2970323"/>
                <a:gd name="connsiteX3" fmla="*/ 1 w 15640512"/>
                <a:gd name="connsiteY3" fmla="*/ 2 h 297032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511313 w 15640512"/>
                <a:gd name="connsiteY2" fmla="*/ 2913171 h 2970323"/>
                <a:gd name="connsiteX3" fmla="*/ 1 w 15640512"/>
                <a:gd name="connsiteY3" fmla="*/ 2 h 2970323"/>
                <a:gd name="connsiteX0" fmla="*/ 1 w 15640512"/>
                <a:gd name="connsiteY0" fmla="*/ 2 h 2913170"/>
                <a:gd name="connsiteX1" fmla="*/ 15640512 w 15640512"/>
                <a:gd name="connsiteY1" fmla="*/ 2169011 h 2913170"/>
                <a:gd name="connsiteX2" fmla="*/ 15511313 w 15640512"/>
                <a:gd name="connsiteY2" fmla="*/ 2913171 h 2913170"/>
                <a:gd name="connsiteX3" fmla="*/ 1 w 15640512"/>
                <a:gd name="connsiteY3" fmla="*/ 2 h 2913170"/>
                <a:gd name="connsiteX0" fmla="*/ 1 w 15863856"/>
                <a:gd name="connsiteY0" fmla="*/ 2 h 2240173"/>
                <a:gd name="connsiteX1" fmla="*/ 15640512 w 15863856"/>
                <a:gd name="connsiteY1" fmla="*/ 2169011 h 2240173"/>
                <a:gd name="connsiteX2" fmla="*/ 15863857 w 15863856"/>
                <a:gd name="connsiteY2" fmla="*/ 2240175 h 2240173"/>
                <a:gd name="connsiteX3" fmla="*/ 1 w 15863856"/>
                <a:gd name="connsiteY3" fmla="*/ 2 h 2240173"/>
                <a:gd name="connsiteX0" fmla="*/ 1 w 15640512"/>
                <a:gd name="connsiteY0" fmla="*/ 2 h 2847284"/>
                <a:gd name="connsiteX1" fmla="*/ 15640512 w 15640512"/>
                <a:gd name="connsiteY1" fmla="*/ 2169011 h 2847284"/>
                <a:gd name="connsiteX2" fmla="*/ 15622090 w 15640512"/>
                <a:gd name="connsiteY2" fmla="*/ 2847284 h 2847284"/>
                <a:gd name="connsiteX3" fmla="*/ 1 w 15640512"/>
                <a:gd name="connsiteY3" fmla="*/ 2 h 2847284"/>
                <a:gd name="connsiteX0" fmla="*/ 1 w 16401521"/>
                <a:gd name="connsiteY0" fmla="*/ 2 h 2203505"/>
                <a:gd name="connsiteX1" fmla="*/ 15640512 w 16401521"/>
                <a:gd name="connsiteY1" fmla="*/ 2169011 h 2203505"/>
                <a:gd name="connsiteX2" fmla="*/ 16401525 w 16401521"/>
                <a:gd name="connsiteY2" fmla="*/ 1770549 h 2203505"/>
                <a:gd name="connsiteX3" fmla="*/ 1 w 16401521"/>
                <a:gd name="connsiteY3" fmla="*/ 2 h 2203505"/>
                <a:gd name="connsiteX0" fmla="*/ 1 w 16401521"/>
                <a:gd name="connsiteY0" fmla="*/ 2 h 2686194"/>
                <a:gd name="connsiteX1" fmla="*/ 15438743 w 16401521"/>
                <a:gd name="connsiteY1" fmla="*/ 2656945 h 2686194"/>
                <a:gd name="connsiteX2" fmla="*/ 16401525 w 16401521"/>
                <a:gd name="connsiteY2" fmla="*/ 1770549 h 2686194"/>
                <a:gd name="connsiteX3" fmla="*/ 1 w 16401521"/>
                <a:gd name="connsiteY3" fmla="*/ 2 h 2686194"/>
                <a:gd name="connsiteX0" fmla="*/ 1 w 15749519"/>
                <a:gd name="connsiteY0" fmla="*/ 2 h 2686194"/>
                <a:gd name="connsiteX1" fmla="*/ 15438743 w 15749519"/>
                <a:gd name="connsiteY1" fmla="*/ 2656945 h 2686194"/>
                <a:gd name="connsiteX2" fmla="*/ 15749519 w 15749519"/>
                <a:gd name="connsiteY2" fmla="*/ 2090097 h 2686194"/>
                <a:gd name="connsiteX3" fmla="*/ 1 w 15749519"/>
                <a:gd name="connsiteY3" fmla="*/ 2 h 2686194"/>
                <a:gd name="connsiteX0" fmla="*/ 1 w 15749519"/>
                <a:gd name="connsiteY0" fmla="*/ 2 h 2397448"/>
                <a:gd name="connsiteX1" fmla="*/ 15447941 w 15749519"/>
                <a:gd name="connsiteY1" fmla="*/ 2365274 h 2397448"/>
                <a:gd name="connsiteX2" fmla="*/ 15749519 w 15749519"/>
                <a:gd name="connsiteY2" fmla="*/ 2090097 h 2397448"/>
                <a:gd name="connsiteX3" fmla="*/ 1 w 15749519"/>
                <a:gd name="connsiteY3" fmla="*/ 2 h 2397448"/>
                <a:gd name="connsiteX0" fmla="*/ 1 w 15749519"/>
                <a:gd name="connsiteY0" fmla="*/ 2 h 2397448"/>
                <a:gd name="connsiteX1" fmla="*/ 15447941 w 15749519"/>
                <a:gd name="connsiteY1" fmla="*/ 2365274 h 2397448"/>
                <a:gd name="connsiteX2" fmla="*/ 15749519 w 15749519"/>
                <a:gd name="connsiteY2" fmla="*/ 2090097 h 2397448"/>
                <a:gd name="connsiteX3" fmla="*/ 1 w 15749519"/>
                <a:gd name="connsiteY3" fmla="*/ 2 h 2397448"/>
                <a:gd name="connsiteX0" fmla="*/ 1 w 15749519"/>
                <a:gd name="connsiteY0" fmla="*/ 2 h 2450887"/>
                <a:gd name="connsiteX1" fmla="*/ 15447941 w 15749519"/>
                <a:gd name="connsiteY1" fmla="*/ 2365274 h 2450887"/>
                <a:gd name="connsiteX2" fmla="*/ 15749519 w 15749519"/>
                <a:gd name="connsiteY2" fmla="*/ 2090097 h 2450887"/>
                <a:gd name="connsiteX3" fmla="*/ 1 w 15749519"/>
                <a:gd name="connsiteY3" fmla="*/ 2 h 2450887"/>
                <a:gd name="connsiteX0" fmla="*/ 1 w 15749519"/>
                <a:gd name="connsiteY0" fmla="*/ 2 h 2450887"/>
                <a:gd name="connsiteX1" fmla="*/ 15447941 w 15749519"/>
                <a:gd name="connsiteY1" fmla="*/ 2365274 h 2450887"/>
                <a:gd name="connsiteX2" fmla="*/ 15749519 w 15749519"/>
                <a:gd name="connsiteY2" fmla="*/ 2090097 h 2450887"/>
                <a:gd name="connsiteX3" fmla="*/ 1 w 15749519"/>
                <a:gd name="connsiteY3" fmla="*/ 2 h 2450887"/>
                <a:gd name="connsiteX0" fmla="*/ 1 w 15553425"/>
                <a:gd name="connsiteY0" fmla="*/ 2 h 2450887"/>
                <a:gd name="connsiteX1" fmla="*/ 15447941 w 15553425"/>
                <a:gd name="connsiteY1" fmla="*/ 2365274 h 2450887"/>
                <a:gd name="connsiteX2" fmla="*/ 15553420 w 15553425"/>
                <a:gd name="connsiteY2" fmla="*/ 2070415 h 2450887"/>
                <a:gd name="connsiteX3" fmla="*/ 1 w 15553425"/>
                <a:gd name="connsiteY3" fmla="*/ 2 h 2450887"/>
                <a:gd name="connsiteX0" fmla="*/ 1 w 15553416"/>
                <a:gd name="connsiteY0" fmla="*/ 2 h 2450887"/>
                <a:gd name="connsiteX1" fmla="*/ 15447941 w 15553416"/>
                <a:gd name="connsiteY1" fmla="*/ 2365274 h 2450887"/>
                <a:gd name="connsiteX2" fmla="*/ 15553420 w 15553416"/>
                <a:gd name="connsiteY2" fmla="*/ 2070415 h 2450887"/>
                <a:gd name="connsiteX3" fmla="*/ 1 w 15553416"/>
                <a:gd name="connsiteY3" fmla="*/ 2 h 2450887"/>
                <a:gd name="connsiteX0" fmla="*/ 1 w 15556963"/>
                <a:gd name="connsiteY0" fmla="*/ 2 h 2290715"/>
                <a:gd name="connsiteX1" fmla="*/ 15556958 w 15556963"/>
                <a:gd name="connsiteY1" fmla="*/ 2191422 h 2290715"/>
                <a:gd name="connsiteX2" fmla="*/ 15553420 w 15556963"/>
                <a:gd name="connsiteY2" fmla="*/ 2070415 h 2290715"/>
                <a:gd name="connsiteX3" fmla="*/ 1 w 15556963"/>
                <a:gd name="connsiteY3" fmla="*/ 2 h 2290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56963" h="2290715">
                  <a:moveTo>
                    <a:pt x="1" y="2"/>
                  </a:moveTo>
                  <a:cubicBezTo>
                    <a:pt x="2168124" y="1985522"/>
                    <a:pt x="12013491" y="2545140"/>
                    <a:pt x="15556958" y="2191422"/>
                  </a:cubicBezTo>
                  <a:lnTo>
                    <a:pt x="15553420" y="2070415"/>
                  </a:lnTo>
                  <a:cubicBezTo>
                    <a:pt x="14987935" y="1406372"/>
                    <a:pt x="6493868" y="3246020"/>
                    <a:pt x="1" y="2"/>
                  </a:cubicBezTo>
                  <a:close/>
                </a:path>
              </a:pathLst>
            </a:custGeom>
            <a:solidFill>
              <a:srgbClr val="A9D743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7">
              <a:extLst>
                <a:ext uri="{FF2B5EF4-FFF2-40B4-BE49-F238E27FC236}">
                  <a16:creationId xmlns:a16="http://schemas.microsoft.com/office/drawing/2014/main" id="{77BFFAD7-36E0-B44B-FE11-9C0289AC1A14}"/>
                </a:ext>
              </a:extLst>
            </p:cNvPr>
            <p:cNvSpPr/>
            <p:nvPr/>
          </p:nvSpPr>
          <p:spPr>
            <a:xfrm rot="14378728" flipH="1">
              <a:off x="6062943" y="4829870"/>
              <a:ext cx="1407696" cy="333702"/>
            </a:xfrm>
            <a:custGeom>
              <a:avLst/>
              <a:gdLst>
                <a:gd name="connsiteX0" fmla="*/ 0 w 1007285"/>
                <a:gd name="connsiteY0" fmla="*/ 0 h 94954"/>
                <a:gd name="connsiteX1" fmla="*/ 1007285 w 1007285"/>
                <a:gd name="connsiteY1" fmla="*/ 0 h 94954"/>
                <a:gd name="connsiteX2" fmla="*/ 1007285 w 1007285"/>
                <a:gd name="connsiteY2" fmla="*/ 94954 h 94954"/>
                <a:gd name="connsiteX3" fmla="*/ 0 w 1007285"/>
                <a:gd name="connsiteY3" fmla="*/ 94954 h 94954"/>
                <a:gd name="connsiteX4" fmla="*/ 0 w 1007285"/>
                <a:gd name="connsiteY4" fmla="*/ 0 h 94954"/>
                <a:gd name="connsiteX0" fmla="*/ 2819400 w 3826685"/>
                <a:gd name="connsiteY0" fmla="*/ 0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4" fmla="*/ 2819400 w 3826685"/>
                <a:gd name="connsiteY4" fmla="*/ 0 h 869654"/>
                <a:gd name="connsiteX0" fmla="*/ 0 w 3826685"/>
                <a:gd name="connsiteY0" fmla="*/ 869654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968065 h 1033547"/>
                <a:gd name="connsiteX1" fmla="*/ 3826685 w 3826685"/>
                <a:gd name="connsiteY1" fmla="*/ 98411 h 1033547"/>
                <a:gd name="connsiteX2" fmla="*/ 3826685 w 3826685"/>
                <a:gd name="connsiteY2" fmla="*/ 193365 h 1033547"/>
                <a:gd name="connsiteX3" fmla="*/ 0 w 3826685"/>
                <a:gd name="connsiteY3" fmla="*/ 968065 h 1033547"/>
                <a:gd name="connsiteX0" fmla="*/ 0 w 3826685"/>
                <a:gd name="connsiteY0" fmla="*/ 968065 h 1013810"/>
                <a:gd name="connsiteX1" fmla="*/ 3826685 w 3826685"/>
                <a:gd name="connsiteY1" fmla="*/ 98411 h 1013810"/>
                <a:gd name="connsiteX2" fmla="*/ 3826685 w 3826685"/>
                <a:gd name="connsiteY2" fmla="*/ 193365 h 1013810"/>
                <a:gd name="connsiteX3" fmla="*/ 0 w 3826685"/>
                <a:gd name="connsiteY3" fmla="*/ 968065 h 1013810"/>
                <a:gd name="connsiteX0" fmla="*/ 0 w 3826685"/>
                <a:gd name="connsiteY0" fmla="*/ 968065 h 1012429"/>
                <a:gd name="connsiteX1" fmla="*/ 3826685 w 3826685"/>
                <a:gd name="connsiteY1" fmla="*/ 98411 h 1012429"/>
                <a:gd name="connsiteX2" fmla="*/ 3826685 w 3826685"/>
                <a:gd name="connsiteY2" fmla="*/ 193365 h 1012429"/>
                <a:gd name="connsiteX3" fmla="*/ 0 w 3826685"/>
                <a:gd name="connsiteY3" fmla="*/ 968065 h 1012429"/>
                <a:gd name="connsiteX0" fmla="*/ 2 w 8087297"/>
                <a:gd name="connsiteY0" fmla="*/ -1 h 1456523"/>
                <a:gd name="connsiteX1" fmla="*/ 8087297 w 8087297"/>
                <a:gd name="connsiteY1" fmla="*/ 1361569 h 1456523"/>
                <a:gd name="connsiteX2" fmla="*/ 8087297 w 8087297"/>
                <a:gd name="connsiteY2" fmla="*/ 1456523 h 1456523"/>
                <a:gd name="connsiteX3" fmla="*/ 2 w 8087297"/>
                <a:gd name="connsiteY3" fmla="*/ -1 h 1456523"/>
                <a:gd name="connsiteX0" fmla="*/ 2 w 8087297"/>
                <a:gd name="connsiteY0" fmla="*/ -1 h 1456523"/>
                <a:gd name="connsiteX1" fmla="*/ 8087297 w 8087297"/>
                <a:gd name="connsiteY1" fmla="*/ 1361569 h 1456523"/>
                <a:gd name="connsiteX2" fmla="*/ 8087297 w 8087297"/>
                <a:gd name="connsiteY2" fmla="*/ 1456523 h 1456523"/>
                <a:gd name="connsiteX3" fmla="*/ 2 w 8087297"/>
                <a:gd name="connsiteY3" fmla="*/ -1 h 1456523"/>
                <a:gd name="connsiteX0" fmla="*/ 2 w 8087297"/>
                <a:gd name="connsiteY0" fmla="*/ -1 h 2510336"/>
                <a:gd name="connsiteX1" fmla="*/ 8087297 w 8087297"/>
                <a:gd name="connsiteY1" fmla="*/ 1361569 h 2510336"/>
                <a:gd name="connsiteX2" fmla="*/ 8087297 w 8087297"/>
                <a:gd name="connsiteY2" fmla="*/ 1456523 h 2510336"/>
                <a:gd name="connsiteX3" fmla="*/ 2 w 8087297"/>
                <a:gd name="connsiteY3" fmla="*/ -1 h 2510336"/>
                <a:gd name="connsiteX0" fmla="*/ 2 w 8087297"/>
                <a:gd name="connsiteY0" fmla="*/ -1 h 2510336"/>
                <a:gd name="connsiteX1" fmla="*/ 8087297 w 8087297"/>
                <a:gd name="connsiteY1" fmla="*/ 1361569 h 2510336"/>
                <a:gd name="connsiteX2" fmla="*/ 8087297 w 8087297"/>
                <a:gd name="connsiteY2" fmla="*/ 1456523 h 2510336"/>
                <a:gd name="connsiteX3" fmla="*/ 2 w 8087297"/>
                <a:gd name="connsiteY3" fmla="*/ -1 h 2510336"/>
                <a:gd name="connsiteX0" fmla="*/ -2 w 9409711"/>
                <a:gd name="connsiteY0" fmla="*/ -1 h 1549216"/>
                <a:gd name="connsiteX1" fmla="*/ 9409711 w 9409711"/>
                <a:gd name="connsiteY1" fmla="*/ 139136 h 1549216"/>
                <a:gd name="connsiteX2" fmla="*/ 9409711 w 9409711"/>
                <a:gd name="connsiteY2" fmla="*/ 234090 h 1549216"/>
                <a:gd name="connsiteX3" fmla="*/ -2 w 9409711"/>
                <a:gd name="connsiteY3" fmla="*/ -1 h 1549216"/>
                <a:gd name="connsiteX0" fmla="*/ -2 w 9409711"/>
                <a:gd name="connsiteY0" fmla="*/ -1 h 1291853"/>
                <a:gd name="connsiteX1" fmla="*/ 9409711 w 9409711"/>
                <a:gd name="connsiteY1" fmla="*/ 139136 h 1291853"/>
                <a:gd name="connsiteX2" fmla="*/ 9409711 w 9409711"/>
                <a:gd name="connsiteY2" fmla="*/ 234090 h 1291853"/>
                <a:gd name="connsiteX3" fmla="*/ -2 w 9409711"/>
                <a:gd name="connsiteY3" fmla="*/ -1 h 129185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640512 w 15640512"/>
                <a:gd name="connsiteY2" fmla="*/ 2263965 h 2970323"/>
                <a:gd name="connsiteX3" fmla="*/ 1 w 15640512"/>
                <a:gd name="connsiteY3" fmla="*/ 2 h 297032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640512 w 15640512"/>
                <a:gd name="connsiteY2" fmla="*/ 2263965 h 2970323"/>
                <a:gd name="connsiteX3" fmla="*/ 1 w 15640512"/>
                <a:gd name="connsiteY3" fmla="*/ 2 h 297032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640512 w 15640512"/>
                <a:gd name="connsiteY2" fmla="*/ 2263965 h 2970323"/>
                <a:gd name="connsiteX3" fmla="*/ 1 w 15640512"/>
                <a:gd name="connsiteY3" fmla="*/ 2 h 297032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511313 w 15640512"/>
                <a:gd name="connsiteY2" fmla="*/ 2913171 h 2970323"/>
                <a:gd name="connsiteX3" fmla="*/ 1 w 15640512"/>
                <a:gd name="connsiteY3" fmla="*/ 2 h 2970323"/>
                <a:gd name="connsiteX0" fmla="*/ 1 w 15640512"/>
                <a:gd name="connsiteY0" fmla="*/ 2 h 2913170"/>
                <a:gd name="connsiteX1" fmla="*/ 15640512 w 15640512"/>
                <a:gd name="connsiteY1" fmla="*/ 2169011 h 2913170"/>
                <a:gd name="connsiteX2" fmla="*/ 15511313 w 15640512"/>
                <a:gd name="connsiteY2" fmla="*/ 2913171 h 2913170"/>
                <a:gd name="connsiteX3" fmla="*/ 1 w 15640512"/>
                <a:gd name="connsiteY3" fmla="*/ 2 h 2913170"/>
                <a:gd name="connsiteX0" fmla="*/ 1 w 15863856"/>
                <a:gd name="connsiteY0" fmla="*/ 2 h 2240173"/>
                <a:gd name="connsiteX1" fmla="*/ 15640512 w 15863856"/>
                <a:gd name="connsiteY1" fmla="*/ 2169011 h 2240173"/>
                <a:gd name="connsiteX2" fmla="*/ 15863857 w 15863856"/>
                <a:gd name="connsiteY2" fmla="*/ 2240175 h 2240173"/>
                <a:gd name="connsiteX3" fmla="*/ 1 w 15863856"/>
                <a:gd name="connsiteY3" fmla="*/ 2 h 2240173"/>
                <a:gd name="connsiteX0" fmla="*/ 1 w 15640512"/>
                <a:gd name="connsiteY0" fmla="*/ 2 h 2847284"/>
                <a:gd name="connsiteX1" fmla="*/ 15640512 w 15640512"/>
                <a:gd name="connsiteY1" fmla="*/ 2169011 h 2847284"/>
                <a:gd name="connsiteX2" fmla="*/ 15622090 w 15640512"/>
                <a:gd name="connsiteY2" fmla="*/ 2847284 h 2847284"/>
                <a:gd name="connsiteX3" fmla="*/ 1 w 15640512"/>
                <a:gd name="connsiteY3" fmla="*/ 2 h 2847284"/>
                <a:gd name="connsiteX0" fmla="*/ 1 w 16401521"/>
                <a:gd name="connsiteY0" fmla="*/ 2 h 2203505"/>
                <a:gd name="connsiteX1" fmla="*/ 15640512 w 16401521"/>
                <a:gd name="connsiteY1" fmla="*/ 2169011 h 2203505"/>
                <a:gd name="connsiteX2" fmla="*/ 16401525 w 16401521"/>
                <a:gd name="connsiteY2" fmla="*/ 1770549 h 2203505"/>
                <a:gd name="connsiteX3" fmla="*/ 1 w 16401521"/>
                <a:gd name="connsiteY3" fmla="*/ 2 h 2203505"/>
                <a:gd name="connsiteX0" fmla="*/ 1 w 16401521"/>
                <a:gd name="connsiteY0" fmla="*/ 2 h 2686194"/>
                <a:gd name="connsiteX1" fmla="*/ 15438743 w 16401521"/>
                <a:gd name="connsiteY1" fmla="*/ 2656945 h 2686194"/>
                <a:gd name="connsiteX2" fmla="*/ 16401525 w 16401521"/>
                <a:gd name="connsiteY2" fmla="*/ 1770549 h 2686194"/>
                <a:gd name="connsiteX3" fmla="*/ 1 w 16401521"/>
                <a:gd name="connsiteY3" fmla="*/ 2 h 2686194"/>
                <a:gd name="connsiteX0" fmla="*/ 1 w 15749519"/>
                <a:gd name="connsiteY0" fmla="*/ 2 h 2686194"/>
                <a:gd name="connsiteX1" fmla="*/ 15438743 w 15749519"/>
                <a:gd name="connsiteY1" fmla="*/ 2656945 h 2686194"/>
                <a:gd name="connsiteX2" fmla="*/ 15749519 w 15749519"/>
                <a:gd name="connsiteY2" fmla="*/ 2090097 h 2686194"/>
                <a:gd name="connsiteX3" fmla="*/ 1 w 15749519"/>
                <a:gd name="connsiteY3" fmla="*/ 2 h 2686194"/>
                <a:gd name="connsiteX0" fmla="*/ 1 w 15749519"/>
                <a:gd name="connsiteY0" fmla="*/ 2 h 2397448"/>
                <a:gd name="connsiteX1" fmla="*/ 15447941 w 15749519"/>
                <a:gd name="connsiteY1" fmla="*/ 2365274 h 2397448"/>
                <a:gd name="connsiteX2" fmla="*/ 15749519 w 15749519"/>
                <a:gd name="connsiteY2" fmla="*/ 2090097 h 2397448"/>
                <a:gd name="connsiteX3" fmla="*/ 1 w 15749519"/>
                <a:gd name="connsiteY3" fmla="*/ 2 h 2397448"/>
                <a:gd name="connsiteX0" fmla="*/ 1 w 15749519"/>
                <a:gd name="connsiteY0" fmla="*/ 2 h 2397448"/>
                <a:gd name="connsiteX1" fmla="*/ 15447941 w 15749519"/>
                <a:gd name="connsiteY1" fmla="*/ 2365274 h 2397448"/>
                <a:gd name="connsiteX2" fmla="*/ 15749519 w 15749519"/>
                <a:gd name="connsiteY2" fmla="*/ 2090097 h 2397448"/>
                <a:gd name="connsiteX3" fmla="*/ 1 w 15749519"/>
                <a:gd name="connsiteY3" fmla="*/ 2 h 2397448"/>
                <a:gd name="connsiteX0" fmla="*/ 1 w 15749519"/>
                <a:gd name="connsiteY0" fmla="*/ 2 h 2450887"/>
                <a:gd name="connsiteX1" fmla="*/ 15447941 w 15749519"/>
                <a:gd name="connsiteY1" fmla="*/ 2365274 h 2450887"/>
                <a:gd name="connsiteX2" fmla="*/ 15749519 w 15749519"/>
                <a:gd name="connsiteY2" fmla="*/ 2090097 h 2450887"/>
                <a:gd name="connsiteX3" fmla="*/ 1 w 15749519"/>
                <a:gd name="connsiteY3" fmla="*/ 2 h 2450887"/>
                <a:gd name="connsiteX0" fmla="*/ 1 w 15749519"/>
                <a:gd name="connsiteY0" fmla="*/ 2 h 2450887"/>
                <a:gd name="connsiteX1" fmla="*/ 15447941 w 15749519"/>
                <a:gd name="connsiteY1" fmla="*/ 2365274 h 2450887"/>
                <a:gd name="connsiteX2" fmla="*/ 15749519 w 15749519"/>
                <a:gd name="connsiteY2" fmla="*/ 2090097 h 2450887"/>
                <a:gd name="connsiteX3" fmla="*/ 1 w 15749519"/>
                <a:gd name="connsiteY3" fmla="*/ 2 h 2450887"/>
                <a:gd name="connsiteX0" fmla="*/ 1 w 15553425"/>
                <a:gd name="connsiteY0" fmla="*/ 2 h 2450887"/>
                <a:gd name="connsiteX1" fmla="*/ 15447941 w 15553425"/>
                <a:gd name="connsiteY1" fmla="*/ 2365274 h 2450887"/>
                <a:gd name="connsiteX2" fmla="*/ 15553420 w 15553425"/>
                <a:gd name="connsiteY2" fmla="*/ 2070415 h 2450887"/>
                <a:gd name="connsiteX3" fmla="*/ 1 w 15553425"/>
                <a:gd name="connsiteY3" fmla="*/ 2 h 2450887"/>
                <a:gd name="connsiteX0" fmla="*/ 1 w 15553416"/>
                <a:gd name="connsiteY0" fmla="*/ 2 h 2450887"/>
                <a:gd name="connsiteX1" fmla="*/ 15447941 w 15553416"/>
                <a:gd name="connsiteY1" fmla="*/ 2365274 h 2450887"/>
                <a:gd name="connsiteX2" fmla="*/ 15553420 w 15553416"/>
                <a:gd name="connsiteY2" fmla="*/ 2070415 h 2450887"/>
                <a:gd name="connsiteX3" fmla="*/ 1 w 15553416"/>
                <a:gd name="connsiteY3" fmla="*/ 2 h 2450887"/>
                <a:gd name="connsiteX0" fmla="*/ 1 w 15556963"/>
                <a:gd name="connsiteY0" fmla="*/ 2 h 2290715"/>
                <a:gd name="connsiteX1" fmla="*/ 15556958 w 15556963"/>
                <a:gd name="connsiteY1" fmla="*/ 2191422 h 2290715"/>
                <a:gd name="connsiteX2" fmla="*/ 15553420 w 15556963"/>
                <a:gd name="connsiteY2" fmla="*/ 2070415 h 2290715"/>
                <a:gd name="connsiteX3" fmla="*/ 1 w 15556963"/>
                <a:gd name="connsiteY3" fmla="*/ 2 h 2290715"/>
                <a:gd name="connsiteX0" fmla="*/ 1 w 15556963"/>
                <a:gd name="connsiteY0" fmla="*/ 2 h 2251347"/>
                <a:gd name="connsiteX1" fmla="*/ 15556958 w 15556963"/>
                <a:gd name="connsiteY1" fmla="*/ 2191422 h 2251347"/>
                <a:gd name="connsiteX2" fmla="*/ 15553420 w 15556963"/>
                <a:gd name="connsiteY2" fmla="*/ 2070415 h 2251347"/>
                <a:gd name="connsiteX3" fmla="*/ 1 w 15556963"/>
                <a:gd name="connsiteY3" fmla="*/ 2 h 2251347"/>
                <a:gd name="connsiteX0" fmla="*/ 1 w 15556963"/>
                <a:gd name="connsiteY0" fmla="*/ 2 h 2270539"/>
                <a:gd name="connsiteX1" fmla="*/ 15556958 w 15556963"/>
                <a:gd name="connsiteY1" fmla="*/ 2191422 h 2270539"/>
                <a:gd name="connsiteX2" fmla="*/ 15553420 w 15556963"/>
                <a:gd name="connsiteY2" fmla="*/ 2070415 h 2270539"/>
                <a:gd name="connsiteX3" fmla="*/ 1 w 15556963"/>
                <a:gd name="connsiteY3" fmla="*/ 2 h 2270539"/>
                <a:gd name="connsiteX0" fmla="*/ 1 w 15556963"/>
                <a:gd name="connsiteY0" fmla="*/ 2 h 2329199"/>
                <a:gd name="connsiteX1" fmla="*/ 15556958 w 15556963"/>
                <a:gd name="connsiteY1" fmla="*/ 2191422 h 2329199"/>
                <a:gd name="connsiteX2" fmla="*/ 15553420 w 15556963"/>
                <a:gd name="connsiteY2" fmla="*/ 2070415 h 2329199"/>
                <a:gd name="connsiteX3" fmla="*/ 1 w 15556963"/>
                <a:gd name="connsiteY3" fmla="*/ 2 h 2329199"/>
                <a:gd name="connsiteX0" fmla="*/ 1 w 15556963"/>
                <a:gd name="connsiteY0" fmla="*/ 2 h 2329199"/>
                <a:gd name="connsiteX1" fmla="*/ 15556958 w 15556963"/>
                <a:gd name="connsiteY1" fmla="*/ 2191422 h 2329199"/>
                <a:gd name="connsiteX2" fmla="*/ 15553420 w 15556963"/>
                <a:gd name="connsiteY2" fmla="*/ 2070415 h 2329199"/>
                <a:gd name="connsiteX3" fmla="*/ 1 w 15556963"/>
                <a:gd name="connsiteY3" fmla="*/ 2 h 2329199"/>
                <a:gd name="connsiteX0" fmla="*/ -1 w 16618687"/>
                <a:gd name="connsiteY0" fmla="*/ -4 h 2896943"/>
                <a:gd name="connsiteX1" fmla="*/ 16618682 w 16618687"/>
                <a:gd name="connsiteY1" fmla="*/ 2818227 h 2896943"/>
                <a:gd name="connsiteX2" fmla="*/ 16615144 w 16618687"/>
                <a:gd name="connsiteY2" fmla="*/ 2697220 h 2896943"/>
                <a:gd name="connsiteX3" fmla="*/ -1 w 16618687"/>
                <a:gd name="connsiteY3" fmla="*/ -4 h 2896943"/>
                <a:gd name="connsiteX0" fmla="*/ -1 w 16618687"/>
                <a:gd name="connsiteY0" fmla="*/ -4 h 3139113"/>
                <a:gd name="connsiteX1" fmla="*/ 16618682 w 16618687"/>
                <a:gd name="connsiteY1" fmla="*/ 2818227 h 3139113"/>
                <a:gd name="connsiteX2" fmla="*/ 16615144 w 16618687"/>
                <a:gd name="connsiteY2" fmla="*/ 2697220 h 3139113"/>
                <a:gd name="connsiteX3" fmla="*/ -1 w 16618687"/>
                <a:gd name="connsiteY3" fmla="*/ -4 h 3139113"/>
                <a:gd name="connsiteX0" fmla="*/ -1 w 16618687"/>
                <a:gd name="connsiteY0" fmla="*/ -4 h 3139113"/>
                <a:gd name="connsiteX1" fmla="*/ 16618682 w 16618687"/>
                <a:gd name="connsiteY1" fmla="*/ 2818227 h 3139113"/>
                <a:gd name="connsiteX2" fmla="*/ 16615144 w 16618687"/>
                <a:gd name="connsiteY2" fmla="*/ 2697220 h 3139113"/>
                <a:gd name="connsiteX3" fmla="*/ -1 w 16618687"/>
                <a:gd name="connsiteY3" fmla="*/ -4 h 3139113"/>
                <a:gd name="connsiteX0" fmla="*/ -1 w 16618687"/>
                <a:gd name="connsiteY0" fmla="*/ -4 h 3070251"/>
                <a:gd name="connsiteX1" fmla="*/ 16618682 w 16618687"/>
                <a:gd name="connsiteY1" fmla="*/ 2818227 h 3070251"/>
                <a:gd name="connsiteX2" fmla="*/ 16615144 w 16618687"/>
                <a:gd name="connsiteY2" fmla="*/ 2697220 h 3070251"/>
                <a:gd name="connsiteX3" fmla="*/ -1 w 16618687"/>
                <a:gd name="connsiteY3" fmla="*/ -4 h 3070251"/>
                <a:gd name="connsiteX0" fmla="*/ -1 w 16618687"/>
                <a:gd name="connsiteY0" fmla="*/ -4 h 3031731"/>
                <a:gd name="connsiteX1" fmla="*/ 16618682 w 16618687"/>
                <a:gd name="connsiteY1" fmla="*/ 2818227 h 3031731"/>
                <a:gd name="connsiteX2" fmla="*/ 16615144 w 16618687"/>
                <a:gd name="connsiteY2" fmla="*/ 2697220 h 3031731"/>
                <a:gd name="connsiteX3" fmla="*/ -1 w 16618687"/>
                <a:gd name="connsiteY3" fmla="*/ -4 h 3031731"/>
                <a:gd name="connsiteX0" fmla="*/ -1 w 16618687"/>
                <a:gd name="connsiteY0" fmla="*/ -4 h 3042416"/>
                <a:gd name="connsiteX1" fmla="*/ 16618682 w 16618687"/>
                <a:gd name="connsiteY1" fmla="*/ 2818227 h 3042416"/>
                <a:gd name="connsiteX2" fmla="*/ 16615144 w 16618687"/>
                <a:gd name="connsiteY2" fmla="*/ 2697220 h 3042416"/>
                <a:gd name="connsiteX3" fmla="*/ -1 w 16618687"/>
                <a:gd name="connsiteY3" fmla="*/ -4 h 3042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618687" h="3042416">
                  <a:moveTo>
                    <a:pt x="-1" y="-4"/>
                  </a:moveTo>
                  <a:cubicBezTo>
                    <a:pt x="1369049" y="1189587"/>
                    <a:pt x="11745160" y="3823804"/>
                    <a:pt x="16618682" y="2818227"/>
                  </a:cubicBezTo>
                  <a:lnTo>
                    <a:pt x="16615144" y="2697220"/>
                  </a:lnTo>
                  <a:cubicBezTo>
                    <a:pt x="12506599" y="3031771"/>
                    <a:pt x="7221605" y="2916874"/>
                    <a:pt x="-1" y="-4"/>
                  </a:cubicBezTo>
                  <a:close/>
                </a:path>
              </a:pathLst>
            </a:custGeom>
            <a:solidFill>
              <a:srgbClr val="A9D743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7">
              <a:extLst>
                <a:ext uri="{FF2B5EF4-FFF2-40B4-BE49-F238E27FC236}">
                  <a16:creationId xmlns:a16="http://schemas.microsoft.com/office/drawing/2014/main" id="{F1D45CC9-6C6D-23F6-96FC-8C61FF0E5141}"/>
                </a:ext>
              </a:extLst>
            </p:cNvPr>
            <p:cNvSpPr/>
            <p:nvPr/>
          </p:nvSpPr>
          <p:spPr>
            <a:xfrm rot="13943816" flipH="1">
              <a:off x="6348391" y="4217090"/>
              <a:ext cx="1188245" cy="281680"/>
            </a:xfrm>
            <a:custGeom>
              <a:avLst/>
              <a:gdLst>
                <a:gd name="connsiteX0" fmla="*/ 0 w 1007285"/>
                <a:gd name="connsiteY0" fmla="*/ 0 h 94954"/>
                <a:gd name="connsiteX1" fmla="*/ 1007285 w 1007285"/>
                <a:gd name="connsiteY1" fmla="*/ 0 h 94954"/>
                <a:gd name="connsiteX2" fmla="*/ 1007285 w 1007285"/>
                <a:gd name="connsiteY2" fmla="*/ 94954 h 94954"/>
                <a:gd name="connsiteX3" fmla="*/ 0 w 1007285"/>
                <a:gd name="connsiteY3" fmla="*/ 94954 h 94954"/>
                <a:gd name="connsiteX4" fmla="*/ 0 w 1007285"/>
                <a:gd name="connsiteY4" fmla="*/ 0 h 94954"/>
                <a:gd name="connsiteX0" fmla="*/ 2819400 w 3826685"/>
                <a:gd name="connsiteY0" fmla="*/ 0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4" fmla="*/ 2819400 w 3826685"/>
                <a:gd name="connsiteY4" fmla="*/ 0 h 869654"/>
                <a:gd name="connsiteX0" fmla="*/ 0 w 3826685"/>
                <a:gd name="connsiteY0" fmla="*/ 869654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968065 h 1033547"/>
                <a:gd name="connsiteX1" fmla="*/ 3826685 w 3826685"/>
                <a:gd name="connsiteY1" fmla="*/ 98411 h 1033547"/>
                <a:gd name="connsiteX2" fmla="*/ 3826685 w 3826685"/>
                <a:gd name="connsiteY2" fmla="*/ 193365 h 1033547"/>
                <a:gd name="connsiteX3" fmla="*/ 0 w 3826685"/>
                <a:gd name="connsiteY3" fmla="*/ 968065 h 1033547"/>
                <a:gd name="connsiteX0" fmla="*/ 0 w 3826685"/>
                <a:gd name="connsiteY0" fmla="*/ 968065 h 1013810"/>
                <a:gd name="connsiteX1" fmla="*/ 3826685 w 3826685"/>
                <a:gd name="connsiteY1" fmla="*/ 98411 h 1013810"/>
                <a:gd name="connsiteX2" fmla="*/ 3826685 w 3826685"/>
                <a:gd name="connsiteY2" fmla="*/ 193365 h 1013810"/>
                <a:gd name="connsiteX3" fmla="*/ 0 w 3826685"/>
                <a:gd name="connsiteY3" fmla="*/ 968065 h 1013810"/>
                <a:gd name="connsiteX0" fmla="*/ 0 w 3826685"/>
                <a:gd name="connsiteY0" fmla="*/ 968065 h 1012429"/>
                <a:gd name="connsiteX1" fmla="*/ 3826685 w 3826685"/>
                <a:gd name="connsiteY1" fmla="*/ 98411 h 1012429"/>
                <a:gd name="connsiteX2" fmla="*/ 3826685 w 3826685"/>
                <a:gd name="connsiteY2" fmla="*/ 193365 h 1012429"/>
                <a:gd name="connsiteX3" fmla="*/ 0 w 3826685"/>
                <a:gd name="connsiteY3" fmla="*/ 968065 h 1012429"/>
                <a:gd name="connsiteX0" fmla="*/ 2 w 8087297"/>
                <a:gd name="connsiteY0" fmla="*/ -1 h 1456523"/>
                <a:gd name="connsiteX1" fmla="*/ 8087297 w 8087297"/>
                <a:gd name="connsiteY1" fmla="*/ 1361569 h 1456523"/>
                <a:gd name="connsiteX2" fmla="*/ 8087297 w 8087297"/>
                <a:gd name="connsiteY2" fmla="*/ 1456523 h 1456523"/>
                <a:gd name="connsiteX3" fmla="*/ 2 w 8087297"/>
                <a:gd name="connsiteY3" fmla="*/ -1 h 1456523"/>
                <a:gd name="connsiteX0" fmla="*/ 2 w 8087297"/>
                <a:gd name="connsiteY0" fmla="*/ -1 h 1456523"/>
                <a:gd name="connsiteX1" fmla="*/ 8087297 w 8087297"/>
                <a:gd name="connsiteY1" fmla="*/ 1361569 h 1456523"/>
                <a:gd name="connsiteX2" fmla="*/ 8087297 w 8087297"/>
                <a:gd name="connsiteY2" fmla="*/ 1456523 h 1456523"/>
                <a:gd name="connsiteX3" fmla="*/ 2 w 8087297"/>
                <a:gd name="connsiteY3" fmla="*/ -1 h 1456523"/>
                <a:gd name="connsiteX0" fmla="*/ 2 w 8087297"/>
                <a:gd name="connsiteY0" fmla="*/ -1 h 2510336"/>
                <a:gd name="connsiteX1" fmla="*/ 8087297 w 8087297"/>
                <a:gd name="connsiteY1" fmla="*/ 1361569 h 2510336"/>
                <a:gd name="connsiteX2" fmla="*/ 8087297 w 8087297"/>
                <a:gd name="connsiteY2" fmla="*/ 1456523 h 2510336"/>
                <a:gd name="connsiteX3" fmla="*/ 2 w 8087297"/>
                <a:gd name="connsiteY3" fmla="*/ -1 h 2510336"/>
                <a:gd name="connsiteX0" fmla="*/ 2 w 8087297"/>
                <a:gd name="connsiteY0" fmla="*/ -1 h 2510336"/>
                <a:gd name="connsiteX1" fmla="*/ 8087297 w 8087297"/>
                <a:gd name="connsiteY1" fmla="*/ 1361569 h 2510336"/>
                <a:gd name="connsiteX2" fmla="*/ 8087297 w 8087297"/>
                <a:gd name="connsiteY2" fmla="*/ 1456523 h 2510336"/>
                <a:gd name="connsiteX3" fmla="*/ 2 w 8087297"/>
                <a:gd name="connsiteY3" fmla="*/ -1 h 2510336"/>
                <a:gd name="connsiteX0" fmla="*/ -2 w 9409711"/>
                <a:gd name="connsiteY0" fmla="*/ -1 h 1549216"/>
                <a:gd name="connsiteX1" fmla="*/ 9409711 w 9409711"/>
                <a:gd name="connsiteY1" fmla="*/ 139136 h 1549216"/>
                <a:gd name="connsiteX2" fmla="*/ 9409711 w 9409711"/>
                <a:gd name="connsiteY2" fmla="*/ 234090 h 1549216"/>
                <a:gd name="connsiteX3" fmla="*/ -2 w 9409711"/>
                <a:gd name="connsiteY3" fmla="*/ -1 h 1549216"/>
                <a:gd name="connsiteX0" fmla="*/ -2 w 9409711"/>
                <a:gd name="connsiteY0" fmla="*/ -1 h 1291853"/>
                <a:gd name="connsiteX1" fmla="*/ 9409711 w 9409711"/>
                <a:gd name="connsiteY1" fmla="*/ 139136 h 1291853"/>
                <a:gd name="connsiteX2" fmla="*/ 9409711 w 9409711"/>
                <a:gd name="connsiteY2" fmla="*/ 234090 h 1291853"/>
                <a:gd name="connsiteX3" fmla="*/ -2 w 9409711"/>
                <a:gd name="connsiteY3" fmla="*/ -1 h 129185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640512 w 15640512"/>
                <a:gd name="connsiteY2" fmla="*/ 2263965 h 2970323"/>
                <a:gd name="connsiteX3" fmla="*/ 1 w 15640512"/>
                <a:gd name="connsiteY3" fmla="*/ 2 h 297032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640512 w 15640512"/>
                <a:gd name="connsiteY2" fmla="*/ 2263965 h 2970323"/>
                <a:gd name="connsiteX3" fmla="*/ 1 w 15640512"/>
                <a:gd name="connsiteY3" fmla="*/ 2 h 297032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640512 w 15640512"/>
                <a:gd name="connsiteY2" fmla="*/ 2263965 h 2970323"/>
                <a:gd name="connsiteX3" fmla="*/ 1 w 15640512"/>
                <a:gd name="connsiteY3" fmla="*/ 2 h 297032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511313 w 15640512"/>
                <a:gd name="connsiteY2" fmla="*/ 2913171 h 2970323"/>
                <a:gd name="connsiteX3" fmla="*/ 1 w 15640512"/>
                <a:gd name="connsiteY3" fmla="*/ 2 h 2970323"/>
                <a:gd name="connsiteX0" fmla="*/ 1 w 15640512"/>
                <a:gd name="connsiteY0" fmla="*/ 2 h 2913170"/>
                <a:gd name="connsiteX1" fmla="*/ 15640512 w 15640512"/>
                <a:gd name="connsiteY1" fmla="*/ 2169011 h 2913170"/>
                <a:gd name="connsiteX2" fmla="*/ 15511313 w 15640512"/>
                <a:gd name="connsiteY2" fmla="*/ 2913171 h 2913170"/>
                <a:gd name="connsiteX3" fmla="*/ 1 w 15640512"/>
                <a:gd name="connsiteY3" fmla="*/ 2 h 2913170"/>
                <a:gd name="connsiteX0" fmla="*/ 1 w 15863856"/>
                <a:gd name="connsiteY0" fmla="*/ 2 h 2240173"/>
                <a:gd name="connsiteX1" fmla="*/ 15640512 w 15863856"/>
                <a:gd name="connsiteY1" fmla="*/ 2169011 h 2240173"/>
                <a:gd name="connsiteX2" fmla="*/ 15863857 w 15863856"/>
                <a:gd name="connsiteY2" fmla="*/ 2240175 h 2240173"/>
                <a:gd name="connsiteX3" fmla="*/ 1 w 15863856"/>
                <a:gd name="connsiteY3" fmla="*/ 2 h 2240173"/>
                <a:gd name="connsiteX0" fmla="*/ 1 w 15640512"/>
                <a:gd name="connsiteY0" fmla="*/ 2 h 2847284"/>
                <a:gd name="connsiteX1" fmla="*/ 15640512 w 15640512"/>
                <a:gd name="connsiteY1" fmla="*/ 2169011 h 2847284"/>
                <a:gd name="connsiteX2" fmla="*/ 15622090 w 15640512"/>
                <a:gd name="connsiteY2" fmla="*/ 2847284 h 2847284"/>
                <a:gd name="connsiteX3" fmla="*/ 1 w 15640512"/>
                <a:gd name="connsiteY3" fmla="*/ 2 h 2847284"/>
                <a:gd name="connsiteX0" fmla="*/ 1 w 16401521"/>
                <a:gd name="connsiteY0" fmla="*/ 2 h 2203505"/>
                <a:gd name="connsiteX1" fmla="*/ 15640512 w 16401521"/>
                <a:gd name="connsiteY1" fmla="*/ 2169011 h 2203505"/>
                <a:gd name="connsiteX2" fmla="*/ 16401525 w 16401521"/>
                <a:gd name="connsiteY2" fmla="*/ 1770549 h 2203505"/>
                <a:gd name="connsiteX3" fmla="*/ 1 w 16401521"/>
                <a:gd name="connsiteY3" fmla="*/ 2 h 2203505"/>
                <a:gd name="connsiteX0" fmla="*/ 1 w 16401521"/>
                <a:gd name="connsiteY0" fmla="*/ 2 h 2686194"/>
                <a:gd name="connsiteX1" fmla="*/ 15438743 w 16401521"/>
                <a:gd name="connsiteY1" fmla="*/ 2656945 h 2686194"/>
                <a:gd name="connsiteX2" fmla="*/ 16401525 w 16401521"/>
                <a:gd name="connsiteY2" fmla="*/ 1770549 h 2686194"/>
                <a:gd name="connsiteX3" fmla="*/ 1 w 16401521"/>
                <a:gd name="connsiteY3" fmla="*/ 2 h 2686194"/>
                <a:gd name="connsiteX0" fmla="*/ 1 w 15749519"/>
                <a:gd name="connsiteY0" fmla="*/ 2 h 2686194"/>
                <a:gd name="connsiteX1" fmla="*/ 15438743 w 15749519"/>
                <a:gd name="connsiteY1" fmla="*/ 2656945 h 2686194"/>
                <a:gd name="connsiteX2" fmla="*/ 15749519 w 15749519"/>
                <a:gd name="connsiteY2" fmla="*/ 2090097 h 2686194"/>
                <a:gd name="connsiteX3" fmla="*/ 1 w 15749519"/>
                <a:gd name="connsiteY3" fmla="*/ 2 h 2686194"/>
                <a:gd name="connsiteX0" fmla="*/ 1 w 15749519"/>
                <a:gd name="connsiteY0" fmla="*/ 2 h 2397448"/>
                <a:gd name="connsiteX1" fmla="*/ 15447941 w 15749519"/>
                <a:gd name="connsiteY1" fmla="*/ 2365274 h 2397448"/>
                <a:gd name="connsiteX2" fmla="*/ 15749519 w 15749519"/>
                <a:gd name="connsiteY2" fmla="*/ 2090097 h 2397448"/>
                <a:gd name="connsiteX3" fmla="*/ 1 w 15749519"/>
                <a:gd name="connsiteY3" fmla="*/ 2 h 2397448"/>
                <a:gd name="connsiteX0" fmla="*/ 1 w 15749519"/>
                <a:gd name="connsiteY0" fmla="*/ 2 h 2397448"/>
                <a:gd name="connsiteX1" fmla="*/ 15447941 w 15749519"/>
                <a:gd name="connsiteY1" fmla="*/ 2365274 h 2397448"/>
                <a:gd name="connsiteX2" fmla="*/ 15749519 w 15749519"/>
                <a:gd name="connsiteY2" fmla="*/ 2090097 h 2397448"/>
                <a:gd name="connsiteX3" fmla="*/ 1 w 15749519"/>
                <a:gd name="connsiteY3" fmla="*/ 2 h 2397448"/>
                <a:gd name="connsiteX0" fmla="*/ 1 w 15749519"/>
                <a:gd name="connsiteY0" fmla="*/ 2 h 2450887"/>
                <a:gd name="connsiteX1" fmla="*/ 15447941 w 15749519"/>
                <a:gd name="connsiteY1" fmla="*/ 2365274 h 2450887"/>
                <a:gd name="connsiteX2" fmla="*/ 15749519 w 15749519"/>
                <a:gd name="connsiteY2" fmla="*/ 2090097 h 2450887"/>
                <a:gd name="connsiteX3" fmla="*/ 1 w 15749519"/>
                <a:gd name="connsiteY3" fmla="*/ 2 h 2450887"/>
                <a:gd name="connsiteX0" fmla="*/ 1 w 15749519"/>
                <a:gd name="connsiteY0" fmla="*/ 2 h 2450887"/>
                <a:gd name="connsiteX1" fmla="*/ 15447941 w 15749519"/>
                <a:gd name="connsiteY1" fmla="*/ 2365274 h 2450887"/>
                <a:gd name="connsiteX2" fmla="*/ 15749519 w 15749519"/>
                <a:gd name="connsiteY2" fmla="*/ 2090097 h 2450887"/>
                <a:gd name="connsiteX3" fmla="*/ 1 w 15749519"/>
                <a:gd name="connsiteY3" fmla="*/ 2 h 2450887"/>
                <a:gd name="connsiteX0" fmla="*/ 1 w 15553425"/>
                <a:gd name="connsiteY0" fmla="*/ 2 h 2450887"/>
                <a:gd name="connsiteX1" fmla="*/ 15447941 w 15553425"/>
                <a:gd name="connsiteY1" fmla="*/ 2365274 h 2450887"/>
                <a:gd name="connsiteX2" fmla="*/ 15553420 w 15553425"/>
                <a:gd name="connsiteY2" fmla="*/ 2070415 h 2450887"/>
                <a:gd name="connsiteX3" fmla="*/ 1 w 15553425"/>
                <a:gd name="connsiteY3" fmla="*/ 2 h 2450887"/>
                <a:gd name="connsiteX0" fmla="*/ 1 w 15553416"/>
                <a:gd name="connsiteY0" fmla="*/ 2 h 2450887"/>
                <a:gd name="connsiteX1" fmla="*/ 15447941 w 15553416"/>
                <a:gd name="connsiteY1" fmla="*/ 2365274 h 2450887"/>
                <a:gd name="connsiteX2" fmla="*/ 15553420 w 15553416"/>
                <a:gd name="connsiteY2" fmla="*/ 2070415 h 2450887"/>
                <a:gd name="connsiteX3" fmla="*/ 1 w 15553416"/>
                <a:gd name="connsiteY3" fmla="*/ 2 h 2450887"/>
                <a:gd name="connsiteX0" fmla="*/ 1 w 15556963"/>
                <a:gd name="connsiteY0" fmla="*/ 2 h 2290715"/>
                <a:gd name="connsiteX1" fmla="*/ 15556958 w 15556963"/>
                <a:gd name="connsiteY1" fmla="*/ 2191422 h 2290715"/>
                <a:gd name="connsiteX2" fmla="*/ 15553420 w 15556963"/>
                <a:gd name="connsiteY2" fmla="*/ 2070415 h 2290715"/>
                <a:gd name="connsiteX3" fmla="*/ 1 w 15556963"/>
                <a:gd name="connsiteY3" fmla="*/ 2 h 2290715"/>
                <a:gd name="connsiteX0" fmla="*/ 1 w 15556963"/>
                <a:gd name="connsiteY0" fmla="*/ 2 h 2251347"/>
                <a:gd name="connsiteX1" fmla="*/ 15556958 w 15556963"/>
                <a:gd name="connsiteY1" fmla="*/ 2191422 h 2251347"/>
                <a:gd name="connsiteX2" fmla="*/ 15553420 w 15556963"/>
                <a:gd name="connsiteY2" fmla="*/ 2070415 h 2251347"/>
                <a:gd name="connsiteX3" fmla="*/ 1 w 15556963"/>
                <a:gd name="connsiteY3" fmla="*/ 2 h 2251347"/>
                <a:gd name="connsiteX0" fmla="*/ 1 w 15556963"/>
                <a:gd name="connsiteY0" fmla="*/ 2 h 2270539"/>
                <a:gd name="connsiteX1" fmla="*/ 15556958 w 15556963"/>
                <a:gd name="connsiteY1" fmla="*/ 2191422 h 2270539"/>
                <a:gd name="connsiteX2" fmla="*/ 15553420 w 15556963"/>
                <a:gd name="connsiteY2" fmla="*/ 2070415 h 2270539"/>
                <a:gd name="connsiteX3" fmla="*/ 1 w 15556963"/>
                <a:gd name="connsiteY3" fmla="*/ 2 h 2270539"/>
                <a:gd name="connsiteX0" fmla="*/ 1 w 15556963"/>
                <a:gd name="connsiteY0" fmla="*/ 2 h 2329199"/>
                <a:gd name="connsiteX1" fmla="*/ 15556958 w 15556963"/>
                <a:gd name="connsiteY1" fmla="*/ 2191422 h 2329199"/>
                <a:gd name="connsiteX2" fmla="*/ 15553420 w 15556963"/>
                <a:gd name="connsiteY2" fmla="*/ 2070415 h 2329199"/>
                <a:gd name="connsiteX3" fmla="*/ 1 w 15556963"/>
                <a:gd name="connsiteY3" fmla="*/ 2 h 2329199"/>
                <a:gd name="connsiteX0" fmla="*/ 1 w 15556963"/>
                <a:gd name="connsiteY0" fmla="*/ 2 h 2329199"/>
                <a:gd name="connsiteX1" fmla="*/ 15556958 w 15556963"/>
                <a:gd name="connsiteY1" fmla="*/ 2191422 h 2329199"/>
                <a:gd name="connsiteX2" fmla="*/ 15553420 w 15556963"/>
                <a:gd name="connsiteY2" fmla="*/ 2070415 h 2329199"/>
                <a:gd name="connsiteX3" fmla="*/ 1 w 15556963"/>
                <a:gd name="connsiteY3" fmla="*/ 2 h 2329199"/>
                <a:gd name="connsiteX0" fmla="*/ -1 w 16618687"/>
                <a:gd name="connsiteY0" fmla="*/ -4 h 2896943"/>
                <a:gd name="connsiteX1" fmla="*/ 16618682 w 16618687"/>
                <a:gd name="connsiteY1" fmla="*/ 2818227 h 2896943"/>
                <a:gd name="connsiteX2" fmla="*/ 16615144 w 16618687"/>
                <a:gd name="connsiteY2" fmla="*/ 2697220 h 2896943"/>
                <a:gd name="connsiteX3" fmla="*/ -1 w 16618687"/>
                <a:gd name="connsiteY3" fmla="*/ -4 h 2896943"/>
                <a:gd name="connsiteX0" fmla="*/ -1 w 16618687"/>
                <a:gd name="connsiteY0" fmla="*/ -4 h 3139113"/>
                <a:gd name="connsiteX1" fmla="*/ 16618682 w 16618687"/>
                <a:gd name="connsiteY1" fmla="*/ 2818227 h 3139113"/>
                <a:gd name="connsiteX2" fmla="*/ 16615144 w 16618687"/>
                <a:gd name="connsiteY2" fmla="*/ 2697220 h 3139113"/>
                <a:gd name="connsiteX3" fmla="*/ -1 w 16618687"/>
                <a:gd name="connsiteY3" fmla="*/ -4 h 3139113"/>
                <a:gd name="connsiteX0" fmla="*/ -1 w 16618687"/>
                <a:gd name="connsiteY0" fmla="*/ -4 h 3139113"/>
                <a:gd name="connsiteX1" fmla="*/ 16618682 w 16618687"/>
                <a:gd name="connsiteY1" fmla="*/ 2818227 h 3139113"/>
                <a:gd name="connsiteX2" fmla="*/ 16615144 w 16618687"/>
                <a:gd name="connsiteY2" fmla="*/ 2697220 h 3139113"/>
                <a:gd name="connsiteX3" fmla="*/ -1 w 16618687"/>
                <a:gd name="connsiteY3" fmla="*/ -4 h 3139113"/>
                <a:gd name="connsiteX0" fmla="*/ -1 w 16618687"/>
                <a:gd name="connsiteY0" fmla="*/ -4 h 3070251"/>
                <a:gd name="connsiteX1" fmla="*/ 16618682 w 16618687"/>
                <a:gd name="connsiteY1" fmla="*/ 2818227 h 3070251"/>
                <a:gd name="connsiteX2" fmla="*/ 16615144 w 16618687"/>
                <a:gd name="connsiteY2" fmla="*/ 2697220 h 3070251"/>
                <a:gd name="connsiteX3" fmla="*/ -1 w 16618687"/>
                <a:gd name="connsiteY3" fmla="*/ -4 h 3070251"/>
                <a:gd name="connsiteX0" fmla="*/ -1 w 16618687"/>
                <a:gd name="connsiteY0" fmla="*/ -4 h 3031731"/>
                <a:gd name="connsiteX1" fmla="*/ 16618682 w 16618687"/>
                <a:gd name="connsiteY1" fmla="*/ 2818227 h 3031731"/>
                <a:gd name="connsiteX2" fmla="*/ 16615144 w 16618687"/>
                <a:gd name="connsiteY2" fmla="*/ 2697220 h 3031731"/>
                <a:gd name="connsiteX3" fmla="*/ -1 w 16618687"/>
                <a:gd name="connsiteY3" fmla="*/ -4 h 3031731"/>
                <a:gd name="connsiteX0" fmla="*/ -1 w 16618687"/>
                <a:gd name="connsiteY0" fmla="*/ -4 h 3042416"/>
                <a:gd name="connsiteX1" fmla="*/ 16618682 w 16618687"/>
                <a:gd name="connsiteY1" fmla="*/ 2818227 h 3042416"/>
                <a:gd name="connsiteX2" fmla="*/ 16615144 w 16618687"/>
                <a:gd name="connsiteY2" fmla="*/ 2697220 h 3042416"/>
                <a:gd name="connsiteX3" fmla="*/ -1 w 16618687"/>
                <a:gd name="connsiteY3" fmla="*/ -4 h 3042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618687" h="3042416">
                  <a:moveTo>
                    <a:pt x="-1" y="-4"/>
                  </a:moveTo>
                  <a:cubicBezTo>
                    <a:pt x="1369049" y="1189587"/>
                    <a:pt x="11745160" y="3823804"/>
                    <a:pt x="16618682" y="2818227"/>
                  </a:cubicBezTo>
                  <a:lnTo>
                    <a:pt x="16615144" y="2697220"/>
                  </a:lnTo>
                  <a:cubicBezTo>
                    <a:pt x="12506599" y="3031771"/>
                    <a:pt x="7221605" y="2916874"/>
                    <a:pt x="-1" y="-4"/>
                  </a:cubicBezTo>
                  <a:close/>
                </a:path>
              </a:pathLst>
            </a:custGeom>
            <a:solidFill>
              <a:srgbClr val="A9D743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7">
              <a:extLst>
                <a:ext uri="{FF2B5EF4-FFF2-40B4-BE49-F238E27FC236}">
                  <a16:creationId xmlns:a16="http://schemas.microsoft.com/office/drawing/2014/main" id="{A31F6F9E-9220-6AAD-F8E8-A9CE1536C888}"/>
                </a:ext>
              </a:extLst>
            </p:cNvPr>
            <p:cNvSpPr/>
            <p:nvPr/>
          </p:nvSpPr>
          <p:spPr>
            <a:xfrm rot="17507248" flipH="1">
              <a:off x="6724064" y="3265220"/>
              <a:ext cx="533764" cy="420454"/>
            </a:xfrm>
            <a:custGeom>
              <a:avLst/>
              <a:gdLst>
                <a:gd name="connsiteX0" fmla="*/ 0 w 1007285"/>
                <a:gd name="connsiteY0" fmla="*/ 0 h 94954"/>
                <a:gd name="connsiteX1" fmla="*/ 1007285 w 1007285"/>
                <a:gd name="connsiteY1" fmla="*/ 0 h 94954"/>
                <a:gd name="connsiteX2" fmla="*/ 1007285 w 1007285"/>
                <a:gd name="connsiteY2" fmla="*/ 94954 h 94954"/>
                <a:gd name="connsiteX3" fmla="*/ 0 w 1007285"/>
                <a:gd name="connsiteY3" fmla="*/ 94954 h 94954"/>
                <a:gd name="connsiteX4" fmla="*/ 0 w 1007285"/>
                <a:gd name="connsiteY4" fmla="*/ 0 h 94954"/>
                <a:gd name="connsiteX0" fmla="*/ 2819400 w 3826685"/>
                <a:gd name="connsiteY0" fmla="*/ 0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4" fmla="*/ 2819400 w 3826685"/>
                <a:gd name="connsiteY4" fmla="*/ 0 h 869654"/>
                <a:gd name="connsiteX0" fmla="*/ 0 w 3826685"/>
                <a:gd name="connsiteY0" fmla="*/ 869654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968065 h 1033547"/>
                <a:gd name="connsiteX1" fmla="*/ 3826685 w 3826685"/>
                <a:gd name="connsiteY1" fmla="*/ 98411 h 1033547"/>
                <a:gd name="connsiteX2" fmla="*/ 3826685 w 3826685"/>
                <a:gd name="connsiteY2" fmla="*/ 193365 h 1033547"/>
                <a:gd name="connsiteX3" fmla="*/ 0 w 3826685"/>
                <a:gd name="connsiteY3" fmla="*/ 968065 h 1033547"/>
                <a:gd name="connsiteX0" fmla="*/ 0 w 3826685"/>
                <a:gd name="connsiteY0" fmla="*/ 968065 h 1013810"/>
                <a:gd name="connsiteX1" fmla="*/ 3826685 w 3826685"/>
                <a:gd name="connsiteY1" fmla="*/ 98411 h 1013810"/>
                <a:gd name="connsiteX2" fmla="*/ 3826685 w 3826685"/>
                <a:gd name="connsiteY2" fmla="*/ 193365 h 1013810"/>
                <a:gd name="connsiteX3" fmla="*/ 0 w 3826685"/>
                <a:gd name="connsiteY3" fmla="*/ 968065 h 1013810"/>
                <a:gd name="connsiteX0" fmla="*/ 0 w 3826685"/>
                <a:gd name="connsiteY0" fmla="*/ 968065 h 1012429"/>
                <a:gd name="connsiteX1" fmla="*/ 3826685 w 3826685"/>
                <a:gd name="connsiteY1" fmla="*/ 98411 h 1012429"/>
                <a:gd name="connsiteX2" fmla="*/ 3826685 w 3826685"/>
                <a:gd name="connsiteY2" fmla="*/ 193365 h 1012429"/>
                <a:gd name="connsiteX3" fmla="*/ 0 w 3826685"/>
                <a:gd name="connsiteY3" fmla="*/ 968065 h 1012429"/>
                <a:gd name="connsiteX0" fmla="*/ 2 w 8087297"/>
                <a:gd name="connsiteY0" fmla="*/ -1 h 1456523"/>
                <a:gd name="connsiteX1" fmla="*/ 8087297 w 8087297"/>
                <a:gd name="connsiteY1" fmla="*/ 1361569 h 1456523"/>
                <a:gd name="connsiteX2" fmla="*/ 8087297 w 8087297"/>
                <a:gd name="connsiteY2" fmla="*/ 1456523 h 1456523"/>
                <a:gd name="connsiteX3" fmla="*/ 2 w 8087297"/>
                <a:gd name="connsiteY3" fmla="*/ -1 h 1456523"/>
                <a:gd name="connsiteX0" fmla="*/ 2 w 8087297"/>
                <a:gd name="connsiteY0" fmla="*/ -1 h 1456523"/>
                <a:gd name="connsiteX1" fmla="*/ 8087297 w 8087297"/>
                <a:gd name="connsiteY1" fmla="*/ 1361569 h 1456523"/>
                <a:gd name="connsiteX2" fmla="*/ 8087297 w 8087297"/>
                <a:gd name="connsiteY2" fmla="*/ 1456523 h 1456523"/>
                <a:gd name="connsiteX3" fmla="*/ 2 w 8087297"/>
                <a:gd name="connsiteY3" fmla="*/ -1 h 1456523"/>
                <a:gd name="connsiteX0" fmla="*/ 2 w 8087297"/>
                <a:gd name="connsiteY0" fmla="*/ -1 h 2510336"/>
                <a:gd name="connsiteX1" fmla="*/ 8087297 w 8087297"/>
                <a:gd name="connsiteY1" fmla="*/ 1361569 h 2510336"/>
                <a:gd name="connsiteX2" fmla="*/ 8087297 w 8087297"/>
                <a:gd name="connsiteY2" fmla="*/ 1456523 h 2510336"/>
                <a:gd name="connsiteX3" fmla="*/ 2 w 8087297"/>
                <a:gd name="connsiteY3" fmla="*/ -1 h 2510336"/>
                <a:gd name="connsiteX0" fmla="*/ 2 w 8087297"/>
                <a:gd name="connsiteY0" fmla="*/ -1 h 2510336"/>
                <a:gd name="connsiteX1" fmla="*/ 8087297 w 8087297"/>
                <a:gd name="connsiteY1" fmla="*/ 1361569 h 2510336"/>
                <a:gd name="connsiteX2" fmla="*/ 8087297 w 8087297"/>
                <a:gd name="connsiteY2" fmla="*/ 1456523 h 2510336"/>
                <a:gd name="connsiteX3" fmla="*/ 2 w 8087297"/>
                <a:gd name="connsiteY3" fmla="*/ -1 h 2510336"/>
                <a:gd name="connsiteX0" fmla="*/ -2 w 9409711"/>
                <a:gd name="connsiteY0" fmla="*/ -1 h 1549216"/>
                <a:gd name="connsiteX1" fmla="*/ 9409711 w 9409711"/>
                <a:gd name="connsiteY1" fmla="*/ 139136 h 1549216"/>
                <a:gd name="connsiteX2" fmla="*/ 9409711 w 9409711"/>
                <a:gd name="connsiteY2" fmla="*/ 234090 h 1549216"/>
                <a:gd name="connsiteX3" fmla="*/ -2 w 9409711"/>
                <a:gd name="connsiteY3" fmla="*/ -1 h 1549216"/>
                <a:gd name="connsiteX0" fmla="*/ -2 w 9409711"/>
                <a:gd name="connsiteY0" fmla="*/ -1 h 1291853"/>
                <a:gd name="connsiteX1" fmla="*/ 9409711 w 9409711"/>
                <a:gd name="connsiteY1" fmla="*/ 139136 h 1291853"/>
                <a:gd name="connsiteX2" fmla="*/ 9409711 w 9409711"/>
                <a:gd name="connsiteY2" fmla="*/ 234090 h 1291853"/>
                <a:gd name="connsiteX3" fmla="*/ -2 w 9409711"/>
                <a:gd name="connsiteY3" fmla="*/ -1 h 129185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640512 w 15640512"/>
                <a:gd name="connsiteY2" fmla="*/ 2263965 h 2970323"/>
                <a:gd name="connsiteX3" fmla="*/ 1 w 15640512"/>
                <a:gd name="connsiteY3" fmla="*/ 2 h 297032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640512 w 15640512"/>
                <a:gd name="connsiteY2" fmla="*/ 2263965 h 2970323"/>
                <a:gd name="connsiteX3" fmla="*/ 1 w 15640512"/>
                <a:gd name="connsiteY3" fmla="*/ 2 h 297032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640512 w 15640512"/>
                <a:gd name="connsiteY2" fmla="*/ 2263965 h 2970323"/>
                <a:gd name="connsiteX3" fmla="*/ 1 w 15640512"/>
                <a:gd name="connsiteY3" fmla="*/ 2 h 297032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511313 w 15640512"/>
                <a:gd name="connsiteY2" fmla="*/ 2913171 h 2970323"/>
                <a:gd name="connsiteX3" fmla="*/ 1 w 15640512"/>
                <a:gd name="connsiteY3" fmla="*/ 2 h 2970323"/>
                <a:gd name="connsiteX0" fmla="*/ 1 w 15640512"/>
                <a:gd name="connsiteY0" fmla="*/ 2 h 2913170"/>
                <a:gd name="connsiteX1" fmla="*/ 15640512 w 15640512"/>
                <a:gd name="connsiteY1" fmla="*/ 2169011 h 2913170"/>
                <a:gd name="connsiteX2" fmla="*/ 15511313 w 15640512"/>
                <a:gd name="connsiteY2" fmla="*/ 2913171 h 2913170"/>
                <a:gd name="connsiteX3" fmla="*/ 1 w 15640512"/>
                <a:gd name="connsiteY3" fmla="*/ 2 h 2913170"/>
                <a:gd name="connsiteX0" fmla="*/ 1 w 15863856"/>
                <a:gd name="connsiteY0" fmla="*/ 2 h 2240173"/>
                <a:gd name="connsiteX1" fmla="*/ 15640512 w 15863856"/>
                <a:gd name="connsiteY1" fmla="*/ 2169011 h 2240173"/>
                <a:gd name="connsiteX2" fmla="*/ 15863857 w 15863856"/>
                <a:gd name="connsiteY2" fmla="*/ 2240175 h 2240173"/>
                <a:gd name="connsiteX3" fmla="*/ 1 w 15863856"/>
                <a:gd name="connsiteY3" fmla="*/ 2 h 2240173"/>
                <a:gd name="connsiteX0" fmla="*/ 1 w 15640512"/>
                <a:gd name="connsiteY0" fmla="*/ 2 h 2847284"/>
                <a:gd name="connsiteX1" fmla="*/ 15640512 w 15640512"/>
                <a:gd name="connsiteY1" fmla="*/ 2169011 h 2847284"/>
                <a:gd name="connsiteX2" fmla="*/ 15622090 w 15640512"/>
                <a:gd name="connsiteY2" fmla="*/ 2847284 h 2847284"/>
                <a:gd name="connsiteX3" fmla="*/ 1 w 15640512"/>
                <a:gd name="connsiteY3" fmla="*/ 2 h 2847284"/>
                <a:gd name="connsiteX0" fmla="*/ 1 w 16401521"/>
                <a:gd name="connsiteY0" fmla="*/ 2 h 2203505"/>
                <a:gd name="connsiteX1" fmla="*/ 15640512 w 16401521"/>
                <a:gd name="connsiteY1" fmla="*/ 2169011 h 2203505"/>
                <a:gd name="connsiteX2" fmla="*/ 16401525 w 16401521"/>
                <a:gd name="connsiteY2" fmla="*/ 1770549 h 2203505"/>
                <a:gd name="connsiteX3" fmla="*/ 1 w 16401521"/>
                <a:gd name="connsiteY3" fmla="*/ 2 h 2203505"/>
                <a:gd name="connsiteX0" fmla="*/ 1 w 16401521"/>
                <a:gd name="connsiteY0" fmla="*/ 2 h 2686194"/>
                <a:gd name="connsiteX1" fmla="*/ 15438743 w 16401521"/>
                <a:gd name="connsiteY1" fmla="*/ 2656945 h 2686194"/>
                <a:gd name="connsiteX2" fmla="*/ 16401525 w 16401521"/>
                <a:gd name="connsiteY2" fmla="*/ 1770549 h 2686194"/>
                <a:gd name="connsiteX3" fmla="*/ 1 w 16401521"/>
                <a:gd name="connsiteY3" fmla="*/ 2 h 2686194"/>
                <a:gd name="connsiteX0" fmla="*/ 1 w 15749519"/>
                <a:gd name="connsiteY0" fmla="*/ 2 h 2686194"/>
                <a:gd name="connsiteX1" fmla="*/ 15438743 w 15749519"/>
                <a:gd name="connsiteY1" fmla="*/ 2656945 h 2686194"/>
                <a:gd name="connsiteX2" fmla="*/ 15749519 w 15749519"/>
                <a:gd name="connsiteY2" fmla="*/ 2090097 h 2686194"/>
                <a:gd name="connsiteX3" fmla="*/ 1 w 15749519"/>
                <a:gd name="connsiteY3" fmla="*/ 2 h 2686194"/>
                <a:gd name="connsiteX0" fmla="*/ 1 w 15749519"/>
                <a:gd name="connsiteY0" fmla="*/ 2 h 2397448"/>
                <a:gd name="connsiteX1" fmla="*/ 15447941 w 15749519"/>
                <a:gd name="connsiteY1" fmla="*/ 2365274 h 2397448"/>
                <a:gd name="connsiteX2" fmla="*/ 15749519 w 15749519"/>
                <a:gd name="connsiteY2" fmla="*/ 2090097 h 2397448"/>
                <a:gd name="connsiteX3" fmla="*/ 1 w 15749519"/>
                <a:gd name="connsiteY3" fmla="*/ 2 h 2397448"/>
                <a:gd name="connsiteX0" fmla="*/ 1 w 15749519"/>
                <a:gd name="connsiteY0" fmla="*/ 2 h 2397448"/>
                <a:gd name="connsiteX1" fmla="*/ 15447941 w 15749519"/>
                <a:gd name="connsiteY1" fmla="*/ 2365274 h 2397448"/>
                <a:gd name="connsiteX2" fmla="*/ 15749519 w 15749519"/>
                <a:gd name="connsiteY2" fmla="*/ 2090097 h 2397448"/>
                <a:gd name="connsiteX3" fmla="*/ 1 w 15749519"/>
                <a:gd name="connsiteY3" fmla="*/ 2 h 2397448"/>
                <a:gd name="connsiteX0" fmla="*/ 1 w 15749519"/>
                <a:gd name="connsiteY0" fmla="*/ 2 h 2450887"/>
                <a:gd name="connsiteX1" fmla="*/ 15447941 w 15749519"/>
                <a:gd name="connsiteY1" fmla="*/ 2365274 h 2450887"/>
                <a:gd name="connsiteX2" fmla="*/ 15749519 w 15749519"/>
                <a:gd name="connsiteY2" fmla="*/ 2090097 h 2450887"/>
                <a:gd name="connsiteX3" fmla="*/ 1 w 15749519"/>
                <a:gd name="connsiteY3" fmla="*/ 2 h 2450887"/>
                <a:gd name="connsiteX0" fmla="*/ 1 w 15749519"/>
                <a:gd name="connsiteY0" fmla="*/ 2 h 2450887"/>
                <a:gd name="connsiteX1" fmla="*/ 15447941 w 15749519"/>
                <a:gd name="connsiteY1" fmla="*/ 2365274 h 2450887"/>
                <a:gd name="connsiteX2" fmla="*/ 15749519 w 15749519"/>
                <a:gd name="connsiteY2" fmla="*/ 2090097 h 2450887"/>
                <a:gd name="connsiteX3" fmla="*/ 1 w 15749519"/>
                <a:gd name="connsiteY3" fmla="*/ 2 h 2450887"/>
                <a:gd name="connsiteX0" fmla="*/ 1 w 15553425"/>
                <a:gd name="connsiteY0" fmla="*/ 2 h 2450887"/>
                <a:gd name="connsiteX1" fmla="*/ 15447941 w 15553425"/>
                <a:gd name="connsiteY1" fmla="*/ 2365274 h 2450887"/>
                <a:gd name="connsiteX2" fmla="*/ 15553420 w 15553425"/>
                <a:gd name="connsiteY2" fmla="*/ 2070415 h 2450887"/>
                <a:gd name="connsiteX3" fmla="*/ 1 w 15553425"/>
                <a:gd name="connsiteY3" fmla="*/ 2 h 2450887"/>
                <a:gd name="connsiteX0" fmla="*/ 1 w 15553416"/>
                <a:gd name="connsiteY0" fmla="*/ 2 h 2450887"/>
                <a:gd name="connsiteX1" fmla="*/ 15447941 w 15553416"/>
                <a:gd name="connsiteY1" fmla="*/ 2365274 h 2450887"/>
                <a:gd name="connsiteX2" fmla="*/ 15553420 w 15553416"/>
                <a:gd name="connsiteY2" fmla="*/ 2070415 h 2450887"/>
                <a:gd name="connsiteX3" fmla="*/ 1 w 15553416"/>
                <a:gd name="connsiteY3" fmla="*/ 2 h 2450887"/>
                <a:gd name="connsiteX0" fmla="*/ 1 w 15556963"/>
                <a:gd name="connsiteY0" fmla="*/ 2 h 2290715"/>
                <a:gd name="connsiteX1" fmla="*/ 15556958 w 15556963"/>
                <a:gd name="connsiteY1" fmla="*/ 2191422 h 2290715"/>
                <a:gd name="connsiteX2" fmla="*/ 15553420 w 15556963"/>
                <a:gd name="connsiteY2" fmla="*/ 2070415 h 2290715"/>
                <a:gd name="connsiteX3" fmla="*/ 1 w 15556963"/>
                <a:gd name="connsiteY3" fmla="*/ 2 h 2290715"/>
                <a:gd name="connsiteX0" fmla="*/ 1 w 15556963"/>
                <a:gd name="connsiteY0" fmla="*/ 2 h 2251347"/>
                <a:gd name="connsiteX1" fmla="*/ 15556958 w 15556963"/>
                <a:gd name="connsiteY1" fmla="*/ 2191422 h 2251347"/>
                <a:gd name="connsiteX2" fmla="*/ 15553420 w 15556963"/>
                <a:gd name="connsiteY2" fmla="*/ 2070415 h 2251347"/>
                <a:gd name="connsiteX3" fmla="*/ 1 w 15556963"/>
                <a:gd name="connsiteY3" fmla="*/ 2 h 2251347"/>
                <a:gd name="connsiteX0" fmla="*/ 1 w 15556963"/>
                <a:gd name="connsiteY0" fmla="*/ 2 h 2270539"/>
                <a:gd name="connsiteX1" fmla="*/ 15556958 w 15556963"/>
                <a:gd name="connsiteY1" fmla="*/ 2191422 h 2270539"/>
                <a:gd name="connsiteX2" fmla="*/ 15553420 w 15556963"/>
                <a:gd name="connsiteY2" fmla="*/ 2070415 h 2270539"/>
                <a:gd name="connsiteX3" fmla="*/ 1 w 15556963"/>
                <a:gd name="connsiteY3" fmla="*/ 2 h 2270539"/>
                <a:gd name="connsiteX0" fmla="*/ 1 w 15556963"/>
                <a:gd name="connsiteY0" fmla="*/ 2 h 2329199"/>
                <a:gd name="connsiteX1" fmla="*/ 15556958 w 15556963"/>
                <a:gd name="connsiteY1" fmla="*/ 2191422 h 2329199"/>
                <a:gd name="connsiteX2" fmla="*/ 15553420 w 15556963"/>
                <a:gd name="connsiteY2" fmla="*/ 2070415 h 2329199"/>
                <a:gd name="connsiteX3" fmla="*/ 1 w 15556963"/>
                <a:gd name="connsiteY3" fmla="*/ 2 h 2329199"/>
                <a:gd name="connsiteX0" fmla="*/ 1 w 15556963"/>
                <a:gd name="connsiteY0" fmla="*/ 2 h 2329199"/>
                <a:gd name="connsiteX1" fmla="*/ 15556958 w 15556963"/>
                <a:gd name="connsiteY1" fmla="*/ 2191422 h 2329199"/>
                <a:gd name="connsiteX2" fmla="*/ 15553420 w 15556963"/>
                <a:gd name="connsiteY2" fmla="*/ 2070415 h 2329199"/>
                <a:gd name="connsiteX3" fmla="*/ 1 w 15556963"/>
                <a:gd name="connsiteY3" fmla="*/ 2 h 2329199"/>
                <a:gd name="connsiteX0" fmla="*/ -1 w 16618687"/>
                <a:gd name="connsiteY0" fmla="*/ -4 h 2896943"/>
                <a:gd name="connsiteX1" fmla="*/ 16618682 w 16618687"/>
                <a:gd name="connsiteY1" fmla="*/ 2818227 h 2896943"/>
                <a:gd name="connsiteX2" fmla="*/ 16615144 w 16618687"/>
                <a:gd name="connsiteY2" fmla="*/ 2697220 h 2896943"/>
                <a:gd name="connsiteX3" fmla="*/ -1 w 16618687"/>
                <a:gd name="connsiteY3" fmla="*/ -4 h 2896943"/>
                <a:gd name="connsiteX0" fmla="*/ -1 w 16618687"/>
                <a:gd name="connsiteY0" fmla="*/ -4 h 3139113"/>
                <a:gd name="connsiteX1" fmla="*/ 16618682 w 16618687"/>
                <a:gd name="connsiteY1" fmla="*/ 2818227 h 3139113"/>
                <a:gd name="connsiteX2" fmla="*/ 16615144 w 16618687"/>
                <a:gd name="connsiteY2" fmla="*/ 2697220 h 3139113"/>
                <a:gd name="connsiteX3" fmla="*/ -1 w 16618687"/>
                <a:gd name="connsiteY3" fmla="*/ -4 h 3139113"/>
                <a:gd name="connsiteX0" fmla="*/ -1 w 16618687"/>
                <a:gd name="connsiteY0" fmla="*/ -4 h 3139113"/>
                <a:gd name="connsiteX1" fmla="*/ 16618682 w 16618687"/>
                <a:gd name="connsiteY1" fmla="*/ 2818227 h 3139113"/>
                <a:gd name="connsiteX2" fmla="*/ 16615144 w 16618687"/>
                <a:gd name="connsiteY2" fmla="*/ 2697220 h 3139113"/>
                <a:gd name="connsiteX3" fmla="*/ -1 w 16618687"/>
                <a:gd name="connsiteY3" fmla="*/ -4 h 3139113"/>
                <a:gd name="connsiteX0" fmla="*/ -1 w 16618687"/>
                <a:gd name="connsiteY0" fmla="*/ -4 h 3070251"/>
                <a:gd name="connsiteX1" fmla="*/ 16618682 w 16618687"/>
                <a:gd name="connsiteY1" fmla="*/ 2818227 h 3070251"/>
                <a:gd name="connsiteX2" fmla="*/ 16615144 w 16618687"/>
                <a:gd name="connsiteY2" fmla="*/ 2697220 h 3070251"/>
                <a:gd name="connsiteX3" fmla="*/ -1 w 16618687"/>
                <a:gd name="connsiteY3" fmla="*/ -4 h 3070251"/>
                <a:gd name="connsiteX0" fmla="*/ -1 w 16618687"/>
                <a:gd name="connsiteY0" fmla="*/ -4 h 3031731"/>
                <a:gd name="connsiteX1" fmla="*/ 16618682 w 16618687"/>
                <a:gd name="connsiteY1" fmla="*/ 2818227 h 3031731"/>
                <a:gd name="connsiteX2" fmla="*/ 16615144 w 16618687"/>
                <a:gd name="connsiteY2" fmla="*/ 2697220 h 3031731"/>
                <a:gd name="connsiteX3" fmla="*/ -1 w 16618687"/>
                <a:gd name="connsiteY3" fmla="*/ -4 h 3031731"/>
                <a:gd name="connsiteX0" fmla="*/ -1 w 16618687"/>
                <a:gd name="connsiteY0" fmla="*/ -4 h 3042416"/>
                <a:gd name="connsiteX1" fmla="*/ 16618682 w 16618687"/>
                <a:gd name="connsiteY1" fmla="*/ 2818227 h 3042416"/>
                <a:gd name="connsiteX2" fmla="*/ 16615144 w 16618687"/>
                <a:gd name="connsiteY2" fmla="*/ 2697220 h 3042416"/>
                <a:gd name="connsiteX3" fmla="*/ -1 w 16618687"/>
                <a:gd name="connsiteY3" fmla="*/ -4 h 3042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618687" h="3042416">
                  <a:moveTo>
                    <a:pt x="-1" y="-4"/>
                  </a:moveTo>
                  <a:cubicBezTo>
                    <a:pt x="1369049" y="1189587"/>
                    <a:pt x="11745160" y="3823804"/>
                    <a:pt x="16618682" y="2818227"/>
                  </a:cubicBezTo>
                  <a:lnTo>
                    <a:pt x="16615144" y="2697220"/>
                  </a:lnTo>
                  <a:cubicBezTo>
                    <a:pt x="12506599" y="3031771"/>
                    <a:pt x="7221605" y="2916874"/>
                    <a:pt x="-1" y="-4"/>
                  </a:cubicBezTo>
                  <a:close/>
                </a:path>
              </a:pathLst>
            </a:custGeom>
            <a:solidFill>
              <a:srgbClr val="A9D743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7">
              <a:extLst>
                <a:ext uri="{FF2B5EF4-FFF2-40B4-BE49-F238E27FC236}">
                  <a16:creationId xmlns:a16="http://schemas.microsoft.com/office/drawing/2014/main" id="{D9EFD025-606E-D9B3-6DCA-97809FA04F13}"/>
                </a:ext>
              </a:extLst>
            </p:cNvPr>
            <p:cNvSpPr/>
            <p:nvPr/>
          </p:nvSpPr>
          <p:spPr>
            <a:xfrm rot="17507248" flipH="1">
              <a:off x="6985424" y="3737728"/>
              <a:ext cx="916682" cy="314774"/>
            </a:xfrm>
            <a:custGeom>
              <a:avLst/>
              <a:gdLst>
                <a:gd name="connsiteX0" fmla="*/ 0 w 1007285"/>
                <a:gd name="connsiteY0" fmla="*/ 0 h 94954"/>
                <a:gd name="connsiteX1" fmla="*/ 1007285 w 1007285"/>
                <a:gd name="connsiteY1" fmla="*/ 0 h 94954"/>
                <a:gd name="connsiteX2" fmla="*/ 1007285 w 1007285"/>
                <a:gd name="connsiteY2" fmla="*/ 94954 h 94954"/>
                <a:gd name="connsiteX3" fmla="*/ 0 w 1007285"/>
                <a:gd name="connsiteY3" fmla="*/ 94954 h 94954"/>
                <a:gd name="connsiteX4" fmla="*/ 0 w 1007285"/>
                <a:gd name="connsiteY4" fmla="*/ 0 h 94954"/>
                <a:gd name="connsiteX0" fmla="*/ 2819400 w 3826685"/>
                <a:gd name="connsiteY0" fmla="*/ 0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4" fmla="*/ 2819400 w 3826685"/>
                <a:gd name="connsiteY4" fmla="*/ 0 h 869654"/>
                <a:gd name="connsiteX0" fmla="*/ 0 w 3826685"/>
                <a:gd name="connsiteY0" fmla="*/ 869654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968065 h 1033547"/>
                <a:gd name="connsiteX1" fmla="*/ 3826685 w 3826685"/>
                <a:gd name="connsiteY1" fmla="*/ 98411 h 1033547"/>
                <a:gd name="connsiteX2" fmla="*/ 3826685 w 3826685"/>
                <a:gd name="connsiteY2" fmla="*/ 193365 h 1033547"/>
                <a:gd name="connsiteX3" fmla="*/ 0 w 3826685"/>
                <a:gd name="connsiteY3" fmla="*/ 968065 h 1033547"/>
                <a:gd name="connsiteX0" fmla="*/ 0 w 3826685"/>
                <a:gd name="connsiteY0" fmla="*/ 968065 h 1013810"/>
                <a:gd name="connsiteX1" fmla="*/ 3826685 w 3826685"/>
                <a:gd name="connsiteY1" fmla="*/ 98411 h 1013810"/>
                <a:gd name="connsiteX2" fmla="*/ 3826685 w 3826685"/>
                <a:gd name="connsiteY2" fmla="*/ 193365 h 1013810"/>
                <a:gd name="connsiteX3" fmla="*/ 0 w 3826685"/>
                <a:gd name="connsiteY3" fmla="*/ 968065 h 1013810"/>
                <a:gd name="connsiteX0" fmla="*/ 0 w 3826685"/>
                <a:gd name="connsiteY0" fmla="*/ 968065 h 1012429"/>
                <a:gd name="connsiteX1" fmla="*/ 3826685 w 3826685"/>
                <a:gd name="connsiteY1" fmla="*/ 98411 h 1012429"/>
                <a:gd name="connsiteX2" fmla="*/ 3826685 w 3826685"/>
                <a:gd name="connsiteY2" fmla="*/ 193365 h 1012429"/>
                <a:gd name="connsiteX3" fmla="*/ 0 w 3826685"/>
                <a:gd name="connsiteY3" fmla="*/ 968065 h 1012429"/>
                <a:gd name="connsiteX0" fmla="*/ 2 w 8087297"/>
                <a:gd name="connsiteY0" fmla="*/ -1 h 1456523"/>
                <a:gd name="connsiteX1" fmla="*/ 8087297 w 8087297"/>
                <a:gd name="connsiteY1" fmla="*/ 1361569 h 1456523"/>
                <a:gd name="connsiteX2" fmla="*/ 8087297 w 8087297"/>
                <a:gd name="connsiteY2" fmla="*/ 1456523 h 1456523"/>
                <a:gd name="connsiteX3" fmla="*/ 2 w 8087297"/>
                <a:gd name="connsiteY3" fmla="*/ -1 h 1456523"/>
                <a:gd name="connsiteX0" fmla="*/ 2 w 8087297"/>
                <a:gd name="connsiteY0" fmla="*/ -1 h 1456523"/>
                <a:gd name="connsiteX1" fmla="*/ 8087297 w 8087297"/>
                <a:gd name="connsiteY1" fmla="*/ 1361569 h 1456523"/>
                <a:gd name="connsiteX2" fmla="*/ 8087297 w 8087297"/>
                <a:gd name="connsiteY2" fmla="*/ 1456523 h 1456523"/>
                <a:gd name="connsiteX3" fmla="*/ 2 w 8087297"/>
                <a:gd name="connsiteY3" fmla="*/ -1 h 1456523"/>
                <a:gd name="connsiteX0" fmla="*/ 2 w 8087297"/>
                <a:gd name="connsiteY0" fmla="*/ -1 h 2510336"/>
                <a:gd name="connsiteX1" fmla="*/ 8087297 w 8087297"/>
                <a:gd name="connsiteY1" fmla="*/ 1361569 h 2510336"/>
                <a:gd name="connsiteX2" fmla="*/ 8087297 w 8087297"/>
                <a:gd name="connsiteY2" fmla="*/ 1456523 h 2510336"/>
                <a:gd name="connsiteX3" fmla="*/ 2 w 8087297"/>
                <a:gd name="connsiteY3" fmla="*/ -1 h 2510336"/>
                <a:gd name="connsiteX0" fmla="*/ 2 w 8087297"/>
                <a:gd name="connsiteY0" fmla="*/ -1 h 2510336"/>
                <a:gd name="connsiteX1" fmla="*/ 8087297 w 8087297"/>
                <a:gd name="connsiteY1" fmla="*/ 1361569 h 2510336"/>
                <a:gd name="connsiteX2" fmla="*/ 8087297 w 8087297"/>
                <a:gd name="connsiteY2" fmla="*/ 1456523 h 2510336"/>
                <a:gd name="connsiteX3" fmla="*/ 2 w 8087297"/>
                <a:gd name="connsiteY3" fmla="*/ -1 h 2510336"/>
                <a:gd name="connsiteX0" fmla="*/ -2 w 9409711"/>
                <a:gd name="connsiteY0" fmla="*/ -1 h 1549216"/>
                <a:gd name="connsiteX1" fmla="*/ 9409711 w 9409711"/>
                <a:gd name="connsiteY1" fmla="*/ 139136 h 1549216"/>
                <a:gd name="connsiteX2" fmla="*/ 9409711 w 9409711"/>
                <a:gd name="connsiteY2" fmla="*/ 234090 h 1549216"/>
                <a:gd name="connsiteX3" fmla="*/ -2 w 9409711"/>
                <a:gd name="connsiteY3" fmla="*/ -1 h 1549216"/>
                <a:gd name="connsiteX0" fmla="*/ -2 w 9409711"/>
                <a:gd name="connsiteY0" fmla="*/ -1 h 1291853"/>
                <a:gd name="connsiteX1" fmla="*/ 9409711 w 9409711"/>
                <a:gd name="connsiteY1" fmla="*/ 139136 h 1291853"/>
                <a:gd name="connsiteX2" fmla="*/ 9409711 w 9409711"/>
                <a:gd name="connsiteY2" fmla="*/ 234090 h 1291853"/>
                <a:gd name="connsiteX3" fmla="*/ -2 w 9409711"/>
                <a:gd name="connsiteY3" fmla="*/ -1 h 129185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640512 w 15640512"/>
                <a:gd name="connsiteY2" fmla="*/ 2263965 h 2970323"/>
                <a:gd name="connsiteX3" fmla="*/ 1 w 15640512"/>
                <a:gd name="connsiteY3" fmla="*/ 2 h 297032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640512 w 15640512"/>
                <a:gd name="connsiteY2" fmla="*/ 2263965 h 2970323"/>
                <a:gd name="connsiteX3" fmla="*/ 1 w 15640512"/>
                <a:gd name="connsiteY3" fmla="*/ 2 h 297032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640512 w 15640512"/>
                <a:gd name="connsiteY2" fmla="*/ 2263965 h 2970323"/>
                <a:gd name="connsiteX3" fmla="*/ 1 w 15640512"/>
                <a:gd name="connsiteY3" fmla="*/ 2 h 297032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511313 w 15640512"/>
                <a:gd name="connsiteY2" fmla="*/ 2913171 h 2970323"/>
                <a:gd name="connsiteX3" fmla="*/ 1 w 15640512"/>
                <a:gd name="connsiteY3" fmla="*/ 2 h 2970323"/>
                <a:gd name="connsiteX0" fmla="*/ 1 w 15640512"/>
                <a:gd name="connsiteY0" fmla="*/ 2 h 2913170"/>
                <a:gd name="connsiteX1" fmla="*/ 15640512 w 15640512"/>
                <a:gd name="connsiteY1" fmla="*/ 2169011 h 2913170"/>
                <a:gd name="connsiteX2" fmla="*/ 15511313 w 15640512"/>
                <a:gd name="connsiteY2" fmla="*/ 2913171 h 2913170"/>
                <a:gd name="connsiteX3" fmla="*/ 1 w 15640512"/>
                <a:gd name="connsiteY3" fmla="*/ 2 h 2913170"/>
                <a:gd name="connsiteX0" fmla="*/ 1 w 15863856"/>
                <a:gd name="connsiteY0" fmla="*/ 2 h 2240173"/>
                <a:gd name="connsiteX1" fmla="*/ 15640512 w 15863856"/>
                <a:gd name="connsiteY1" fmla="*/ 2169011 h 2240173"/>
                <a:gd name="connsiteX2" fmla="*/ 15863857 w 15863856"/>
                <a:gd name="connsiteY2" fmla="*/ 2240175 h 2240173"/>
                <a:gd name="connsiteX3" fmla="*/ 1 w 15863856"/>
                <a:gd name="connsiteY3" fmla="*/ 2 h 2240173"/>
                <a:gd name="connsiteX0" fmla="*/ 1 w 15640512"/>
                <a:gd name="connsiteY0" fmla="*/ 2 h 2847284"/>
                <a:gd name="connsiteX1" fmla="*/ 15640512 w 15640512"/>
                <a:gd name="connsiteY1" fmla="*/ 2169011 h 2847284"/>
                <a:gd name="connsiteX2" fmla="*/ 15622090 w 15640512"/>
                <a:gd name="connsiteY2" fmla="*/ 2847284 h 2847284"/>
                <a:gd name="connsiteX3" fmla="*/ 1 w 15640512"/>
                <a:gd name="connsiteY3" fmla="*/ 2 h 2847284"/>
                <a:gd name="connsiteX0" fmla="*/ 1 w 16401521"/>
                <a:gd name="connsiteY0" fmla="*/ 2 h 2203505"/>
                <a:gd name="connsiteX1" fmla="*/ 15640512 w 16401521"/>
                <a:gd name="connsiteY1" fmla="*/ 2169011 h 2203505"/>
                <a:gd name="connsiteX2" fmla="*/ 16401525 w 16401521"/>
                <a:gd name="connsiteY2" fmla="*/ 1770549 h 2203505"/>
                <a:gd name="connsiteX3" fmla="*/ 1 w 16401521"/>
                <a:gd name="connsiteY3" fmla="*/ 2 h 2203505"/>
                <a:gd name="connsiteX0" fmla="*/ 1 w 16401521"/>
                <a:gd name="connsiteY0" fmla="*/ 2 h 2686194"/>
                <a:gd name="connsiteX1" fmla="*/ 15438743 w 16401521"/>
                <a:gd name="connsiteY1" fmla="*/ 2656945 h 2686194"/>
                <a:gd name="connsiteX2" fmla="*/ 16401525 w 16401521"/>
                <a:gd name="connsiteY2" fmla="*/ 1770549 h 2686194"/>
                <a:gd name="connsiteX3" fmla="*/ 1 w 16401521"/>
                <a:gd name="connsiteY3" fmla="*/ 2 h 2686194"/>
                <a:gd name="connsiteX0" fmla="*/ 1 w 15749519"/>
                <a:gd name="connsiteY0" fmla="*/ 2 h 2686194"/>
                <a:gd name="connsiteX1" fmla="*/ 15438743 w 15749519"/>
                <a:gd name="connsiteY1" fmla="*/ 2656945 h 2686194"/>
                <a:gd name="connsiteX2" fmla="*/ 15749519 w 15749519"/>
                <a:gd name="connsiteY2" fmla="*/ 2090097 h 2686194"/>
                <a:gd name="connsiteX3" fmla="*/ 1 w 15749519"/>
                <a:gd name="connsiteY3" fmla="*/ 2 h 2686194"/>
                <a:gd name="connsiteX0" fmla="*/ 1 w 15749519"/>
                <a:gd name="connsiteY0" fmla="*/ 2 h 2397448"/>
                <a:gd name="connsiteX1" fmla="*/ 15447941 w 15749519"/>
                <a:gd name="connsiteY1" fmla="*/ 2365274 h 2397448"/>
                <a:gd name="connsiteX2" fmla="*/ 15749519 w 15749519"/>
                <a:gd name="connsiteY2" fmla="*/ 2090097 h 2397448"/>
                <a:gd name="connsiteX3" fmla="*/ 1 w 15749519"/>
                <a:gd name="connsiteY3" fmla="*/ 2 h 2397448"/>
                <a:gd name="connsiteX0" fmla="*/ 1 w 15749519"/>
                <a:gd name="connsiteY0" fmla="*/ 2 h 2397448"/>
                <a:gd name="connsiteX1" fmla="*/ 15447941 w 15749519"/>
                <a:gd name="connsiteY1" fmla="*/ 2365274 h 2397448"/>
                <a:gd name="connsiteX2" fmla="*/ 15749519 w 15749519"/>
                <a:gd name="connsiteY2" fmla="*/ 2090097 h 2397448"/>
                <a:gd name="connsiteX3" fmla="*/ 1 w 15749519"/>
                <a:gd name="connsiteY3" fmla="*/ 2 h 2397448"/>
                <a:gd name="connsiteX0" fmla="*/ 1 w 15749519"/>
                <a:gd name="connsiteY0" fmla="*/ 2 h 2450887"/>
                <a:gd name="connsiteX1" fmla="*/ 15447941 w 15749519"/>
                <a:gd name="connsiteY1" fmla="*/ 2365274 h 2450887"/>
                <a:gd name="connsiteX2" fmla="*/ 15749519 w 15749519"/>
                <a:gd name="connsiteY2" fmla="*/ 2090097 h 2450887"/>
                <a:gd name="connsiteX3" fmla="*/ 1 w 15749519"/>
                <a:gd name="connsiteY3" fmla="*/ 2 h 2450887"/>
                <a:gd name="connsiteX0" fmla="*/ 1 w 15749519"/>
                <a:gd name="connsiteY0" fmla="*/ 2 h 2450887"/>
                <a:gd name="connsiteX1" fmla="*/ 15447941 w 15749519"/>
                <a:gd name="connsiteY1" fmla="*/ 2365274 h 2450887"/>
                <a:gd name="connsiteX2" fmla="*/ 15749519 w 15749519"/>
                <a:gd name="connsiteY2" fmla="*/ 2090097 h 2450887"/>
                <a:gd name="connsiteX3" fmla="*/ 1 w 15749519"/>
                <a:gd name="connsiteY3" fmla="*/ 2 h 2450887"/>
                <a:gd name="connsiteX0" fmla="*/ 1 w 15553425"/>
                <a:gd name="connsiteY0" fmla="*/ 2 h 2450887"/>
                <a:gd name="connsiteX1" fmla="*/ 15447941 w 15553425"/>
                <a:gd name="connsiteY1" fmla="*/ 2365274 h 2450887"/>
                <a:gd name="connsiteX2" fmla="*/ 15553420 w 15553425"/>
                <a:gd name="connsiteY2" fmla="*/ 2070415 h 2450887"/>
                <a:gd name="connsiteX3" fmla="*/ 1 w 15553425"/>
                <a:gd name="connsiteY3" fmla="*/ 2 h 2450887"/>
                <a:gd name="connsiteX0" fmla="*/ 1 w 15553416"/>
                <a:gd name="connsiteY0" fmla="*/ 2 h 2450887"/>
                <a:gd name="connsiteX1" fmla="*/ 15447941 w 15553416"/>
                <a:gd name="connsiteY1" fmla="*/ 2365274 h 2450887"/>
                <a:gd name="connsiteX2" fmla="*/ 15553420 w 15553416"/>
                <a:gd name="connsiteY2" fmla="*/ 2070415 h 2450887"/>
                <a:gd name="connsiteX3" fmla="*/ 1 w 15553416"/>
                <a:gd name="connsiteY3" fmla="*/ 2 h 2450887"/>
                <a:gd name="connsiteX0" fmla="*/ 1 w 15556963"/>
                <a:gd name="connsiteY0" fmla="*/ 2 h 2290715"/>
                <a:gd name="connsiteX1" fmla="*/ 15556958 w 15556963"/>
                <a:gd name="connsiteY1" fmla="*/ 2191422 h 2290715"/>
                <a:gd name="connsiteX2" fmla="*/ 15553420 w 15556963"/>
                <a:gd name="connsiteY2" fmla="*/ 2070415 h 2290715"/>
                <a:gd name="connsiteX3" fmla="*/ 1 w 15556963"/>
                <a:gd name="connsiteY3" fmla="*/ 2 h 2290715"/>
                <a:gd name="connsiteX0" fmla="*/ 1 w 15556963"/>
                <a:gd name="connsiteY0" fmla="*/ 2 h 2251347"/>
                <a:gd name="connsiteX1" fmla="*/ 15556958 w 15556963"/>
                <a:gd name="connsiteY1" fmla="*/ 2191422 h 2251347"/>
                <a:gd name="connsiteX2" fmla="*/ 15553420 w 15556963"/>
                <a:gd name="connsiteY2" fmla="*/ 2070415 h 2251347"/>
                <a:gd name="connsiteX3" fmla="*/ 1 w 15556963"/>
                <a:gd name="connsiteY3" fmla="*/ 2 h 2251347"/>
                <a:gd name="connsiteX0" fmla="*/ 1 w 15556963"/>
                <a:gd name="connsiteY0" fmla="*/ 2 h 2270539"/>
                <a:gd name="connsiteX1" fmla="*/ 15556958 w 15556963"/>
                <a:gd name="connsiteY1" fmla="*/ 2191422 h 2270539"/>
                <a:gd name="connsiteX2" fmla="*/ 15553420 w 15556963"/>
                <a:gd name="connsiteY2" fmla="*/ 2070415 h 2270539"/>
                <a:gd name="connsiteX3" fmla="*/ 1 w 15556963"/>
                <a:gd name="connsiteY3" fmla="*/ 2 h 2270539"/>
                <a:gd name="connsiteX0" fmla="*/ 1 w 15556963"/>
                <a:gd name="connsiteY0" fmla="*/ 2 h 2329199"/>
                <a:gd name="connsiteX1" fmla="*/ 15556958 w 15556963"/>
                <a:gd name="connsiteY1" fmla="*/ 2191422 h 2329199"/>
                <a:gd name="connsiteX2" fmla="*/ 15553420 w 15556963"/>
                <a:gd name="connsiteY2" fmla="*/ 2070415 h 2329199"/>
                <a:gd name="connsiteX3" fmla="*/ 1 w 15556963"/>
                <a:gd name="connsiteY3" fmla="*/ 2 h 2329199"/>
                <a:gd name="connsiteX0" fmla="*/ 1 w 15556963"/>
                <a:gd name="connsiteY0" fmla="*/ 2 h 2329199"/>
                <a:gd name="connsiteX1" fmla="*/ 15556958 w 15556963"/>
                <a:gd name="connsiteY1" fmla="*/ 2191422 h 2329199"/>
                <a:gd name="connsiteX2" fmla="*/ 15553420 w 15556963"/>
                <a:gd name="connsiteY2" fmla="*/ 2070415 h 2329199"/>
                <a:gd name="connsiteX3" fmla="*/ 1 w 15556963"/>
                <a:gd name="connsiteY3" fmla="*/ 2 h 2329199"/>
                <a:gd name="connsiteX0" fmla="*/ -1 w 16618687"/>
                <a:gd name="connsiteY0" fmla="*/ -4 h 2896943"/>
                <a:gd name="connsiteX1" fmla="*/ 16618682 w 16618687"/>
                <a:gd name="connsiteY1" fmla="*/ 2818227 h 2896943"/>
                <a:gd name="connsiteX2" fmla="*/ 16615144 w 16618687"/>
                <a:gd name="connsiteY2" fmla="*/ 2697220 h 2896943"/>
                <a:gd name="connsiteX3" fmla="*/ -1 w 16618687"/>
                <a:gd name="connsiteY3" fmla="*/ -4 h 2896943"/>
                <a:gd name="connsiteX0" fmla="*/ -1 w 16618687"/>
                <a:gd name="connsiteY0" fmla="*/ -4 h 3139113"/>
                <a:gd name="connsiteX1" fmla="*/ 16618682 w 16618687"/>
                <a:gd name="connsiteY1" fmla="*/ 2818227 h 3139113"/>
                <a:gd name="connsiteX2" fmla="*/ 16615144 w 16618687"/>
                <a:gd name="connsiteY2" fmla="*/ 2697220 h 3139113"/>
                <a:gd name="connsiteX3" fmla="*/ -1 w 16618687"/>
                <a:gd name="connsiteY3" fmla="*/ -4 h 3139113"/>
                <a:gd name="connsiteX0" fmla="*/ -1 w 16618687"/>
                <a:gd name="connsiteY0" fmla="*/ -4 h 3139113"/>
                <a:gd name="connsiteX1" fmla="*/ 16618682 w 16618687"/>
                <a:gd name="connsiteY1" fmla="*/ 2818227 h 3139113"/>
                <a:gd name="connsiteX2" fmla="*/ 16615144 w 16618687"/>
                <a:gd name="connsiteY2" fmla="*/ 2697220 h 3139113"/>
                <a:gd name="connsiteX3" fmla="*/ -1 w 16618687"/>
                <a:gd name="connsiteY3" fmla="*/ -4 h 3139113"/>
                <a:gd name="connsiteX0" fmla="*/ -1 w 16618687"/>
                <a:gd name="connsiteY0" fmla="*/ -4 h 3070251"/>
                <a:gd name="connsiteX1" fmla="*/ 16618682 w 16618687"/>
                <a:gd name="connsiteY1" fmla="*/ 2818227 h 3070251"/>
                <a:gd name="connsiteX2" fmla="*/ 16615144 w 16618687"/>
                <a:gd name="connsiteY2" fmla="*/ 2697220 h 3070251"/>
                <a:gd name="connsiteX3" fmla="*/ -1 w 16618687"/>
                <a:gd name="connsiteY3" fmla="*/ -4 h 3070251"/>
                <a:gd name="connsiteX0" fmla="*/ -1 w 16618687"/>
                <a:gd name="connsiteY0" fmla="*/ -4 h 3031731"/>
                <a:gd name="connsiteX1" fmla="*/ 16618682 w 16618687"/>
                <a:gd name="connsiteY1" fmla="*/ 2818227 h 3031731"/>
                <a:gd name="connsiteX2" fmla="*/ 16615144 w 16618687"/>
                <a:gd name="connsiteY2" fmla="*/ 2697220 h 3031731"/>
                <a:gd name="connsiteX3" fmla="*/ -1 w 16618687"/>
                <a:gd name="connsiteY3" fmla="*/ -4 h 3031731"/>
                <a:gd name="connsiteX0" fmla="*/ -1 w 16618687"/>
                <a:gd name="connsiteY0" fmla="*/ -4 h 3042416"/>
                <a:gd name="connsiteX1" fmla="*/ 16618682 w 16618687"/>
                <a:gd name="connsiteY1" fmla="*/ 2818227 h 3042416"/>
                <a:gd name="connsiteX2" fmla="*/ 16615144 w 16618687"/>
                <a:gd name="connsiteY2" fmla="*/ 2697220 h 3042416"/>
                <a:gd name="connsiteX3" fmla="*/ -1 w 16618687"/>
                <a:gd name="connsiteY3" fmla="*/ -4 h 3042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618687" h="3042416">
                  <a:moveTo>
                    <a:pt x="-1" y="-4"/>
                  </a:moveTo>
                  <a:cubicBezTo>
                    <a:pt x="1369049" y="1189587"/>
                    <a:pt x="11745160" y="3823804"/>
                    <a:pt x="16618682" y="2818227"/>
                  </a:cubicBezTo>
                  <a:lnTo>
                    <a:pt x="16615144" y="2697220"/>
                  </a:lnTo>
                  <a:cubicBezTo>
                    <a:pt x="12506599" y="3031771"/>
                    <a:pt x="7221605" y="2916874"/>
                    <a:pt x="-1" y="-4"/>
                  </a:cubicBezTo>
                  <a:close/>
                </a:path>
              </a:pathLst>
            </a:custGeom>
            <a:solidFill>
              <a:srgbClr val="A9D743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7">
              <a:extLst>
                <a:ext uri="{FF2B5EF4-FFF2-40B4-BE49-F238E27FC236}">
                  <a16:creationId xmlns:a16="http://schemas.microsoft.com/office/drawing/2014/main" id="{23C00C22-AFCE-D4D5-1451-718FCE506B50}"/>
                </a:ext>
              </a:extLst>
            </p:cNvPr>
            <p:cNvSpPr/>
            <p:nvPr/>
          </p:nvSpPr>
          <p:spPr>
            <a:xfrm rot="19215089" flipH="1">
              <a:off x="7270632" y="4514812"/>
              <a:ext cx="706321" cy="249349"/>
            </a:xfrm>
            <a:custGeom>
              <a:avLst/>
              <a:gdLst>
                <a:gd name="connsiteX0" fmla="*/ 0 w 1007285"/>
                <a:gd name="connsiteY0" fmla="*/ 0 h 94954"/>
                <a:gd name="connsiteX1" fmla="*/ 1007285 w 1007285"/>
                <a:gd name="connsiteY1" fmla="*/ 0 h 94954"/>
                <a:gd name="connsiteX2" fmla="*/ 1007285 w 1007285"/>
                <a:gd name="connsiteY2" fmla="*/ 94954 h 94954"/>
                <a:gd name="connsiteX3" fmla="*/ 0 w 1007285"/>
                <a:gd name="connsiteY3" fmla="*/ 94954 h 94954"/>
                <a:gd name="connsiteX4" fmla="*/ 0 w 1007285"/>
                <a:gd name="connsiteY4" fmla="*/ 0 h 94954"/>
                <a:gd name="connsiteX0" fmla="*/ 2819400 w 3826685"/>
                <a:gd name="connsiteY0" fmla="*/ 0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4" fmla="*/ 2819400 w 3826685"/>
                <a:gd name="connsiteY4" fmla="*/ 0 h 869654"/>
                <a:gd name="connsiteX0" fmla="*/ 0 w 3826685"/>
                <a:gd name="connsiteY0" fmla="*/ 869654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968065 h 1033547"/>
                <a:gd name="connsiteX1" fmla="*/ 3826685 w 3826685"/>
                <a:gd name="connsiteY1" fmla="*/ 98411 h 1033547"/>
                <a:gd name="connsiteX2" fmla="*/ 3826685 w 3826685"/>
                <a:gd name="connsiteY2" fmla="*/ 193365 h 1033547"/>
                <a:gd name="connsiteX3" fmla="*/ 0 w 3826685"/>
                <a:gd name="connsiteY3" fmla="*/ 968065 h 1033547"/>
                <a:gd name="connsiteX0" fmla="*/ 0 w 3826685"/>
                <a:gd name="connsiteY0" fmla="*/ 968065 h 1013810"/>
                <a:gd name="connsiteX1" fmla="*/ 3826685 w 3826685"/>
                <a:gd name="connsiteY1" fmla="*/ 98411 h 1013810"/>
                <a:gd name="connsiteX2" fmla="*/ 3826685 w 3826685"/>
                <a:gd name="connsiteY2" fmla="*/ 193365 h 1013810"/>
                <a:gd name="connsiteX3" fmla="*/ 0 w 3826685"/>
                <a:gd name="connsiteY3" fmla="*/ 968065 h 1013810"/>
                <a:gd name="connsiteX0" fmla="*/ 0 w 3826685"/>
                <a:gd name="connsiteY0" fmla="*/ 968065 h 1012429"/>
                <a:gd name="connsiteX1" fmla="*/ 3826685 w 3826685"/>
                <a:gd name="connsiteY1" fmla="*/ 98411 h 1012429"/>
                <a:gd name="connsiteX2" fmla="*/ 3826685 w 3826685"/>
                <a:gd name="connsiteY2" fmla="*/ 193365 h 1012429"/>
                <a:gd name="connsiteX3" fmla="*/ 0 w 3826685"/>
                <a:gd name="connsiteY3" fmla="*/ 968065 h 1012429"/>
                <a:gd name="connsiteX0" fmla="*/ 2 w 8087297"/>
                <a:gd name="connsiteY0" fmla="*/ -1 h 1456523"/>
                <a:gd name="connsiteX1" fmla="*/ 8087297 w 8087297"/>
                <a:gd name="connsiteY1" fmla="*/ 1361569 h 1456523"/>
                <a:gd name="connsiteX2" fmla="*/ 8087297 w 8087297"/>
                <a:gd name="connsiteY2" fmla="*/ 1456523 h 1456523"/>
                <a:gd name="connsiteX3" fmla="*/ 2 w 8087297"/>
                <a:gd name="connsiteY3" fmla="*/ -1 h 1456523"/>
                <a:gd name="connsiteX0" fmla="*/ 2 w 8087297"/>
                <a:gd name="connsiteY0" fmla="*/ -1 h 1456523"/>
                <a:gd name="connsiteX1" fmla="*/ 8087297 w 8087297"/>
                <a:gd name="connsiteY1" fmla="*/ 1361569 h 1456523"/>
                <a:gd name="connsiteX2" fmla="*/ 8087297 w 8087297"/>
                <a:gd name="connsiteY2" fmla="*/ 1456523 h 1456523"/>
                <a:gd name="connsiteX3" fmla="*/ 2 w 8087297"/>
                <a:gd name="connsiteY3" fmla="*/ -1 h 1456523"/>
                <a:gd name="connsiteX0" fmla="*/ 2 w 8087297"/>
                <a:gd name="connsiteY0" fmla="*/ -1 h 2510336"/>
                <a:gd name="connsiteX1" fmla="*/ 8087297 w 8087297"/>
                <a:gd name="connsiteY1" fmla="*/ 1361569 h 2510336"/>
                <a:gd name="connsiteX2" fmla="*/ 8087297 w 8087297"/>
                <a:gd name="connsiteY2" fmla="*/ 1456523 h 2510336"/>
                <a:gd name="connsiteX3" fmla="*/ 2 w 8087297"/>
                <a:gd name="connsiteY3" fmla="*/ -1 h 2510336"/>
                <a:gd name="connsiteX0" fmla="*/ 2 w 8087297"/>
                <a:gd name="connsiteY0" fmla="*/ -1 h 2510336"/>
                <a:gd name="connsiteX1" fmla="*/ 8087297 w 8087297"/>
                <a:gd name="connsiteY1" fmla="*/ 1361569 h 2510336"/>
                <a:gd name="connsiteX2" fmla="*/ 8087297 w 8087297"/>
                <a:gd name="connsiteY2" fmla="*/ 1456523 h 2510336"/>
                <a:gd name="connsiteX3" fmla="*/ 2 w 8087297"/>
                <a:gd name="connsiteY3" fmla="*/ -1 h 2510336"/>
                <a:gd name="connsiteX0" fmla="*/ -2 w 9409711"/>
                <a:gd name="connsiteY0" fmla="*/ -1 h 1549216"/>
                <a:gd name="connsiteX1" fmla="*/ 9409711 w 9409711"/>
                <a:gd name="connsiteY1" fmla="*/ 139136 h 1549216"/>
                <a:gd name="connsiteX2" fmla="*/ 9409711 w 9409711"/>
                <a:gd name="connsiteY2" fmla="*/ 234090 h 1549216"/>
                <a:gd name="connsiteX3" fmla="*/ -2 w 9409711"/>
                <a:gd name="connsiteY3" fmla="*/ -1 h 1549216"/>
                <a:gd name="connsiteX0" fmla="*/ -2 w 9409711"/>
                <a:gd name="connsiteY0" fmla="*/ -1 h 1291853"/>
                <a:gd name="connsiteX1" fmla="*/ 9409711 w 9409711"/>
                <a:gd name="connsiteY1" fmla="*/ 139136 h 1291853"/>
                <a:gd name="connsiteX2" fmla="*/ 9409711 w 9409711"/>
                <a:gd name="connsiteY2" fmla="*/ 234090 h 1291853"/>
                <a:gd name="connsiteX3" fmla="*/ -2 w 9409711"/>
                <a:gd name="connsiteY3" fmla="*/ -1 h 129185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640512 w 15640512"/>
                <a:gd name="connsiteY2" fmla="*/ 2263965 h 2970323"/>
                <a:gd name="connsiteX3" fmla="*/ 1 w 15640512"/>
                <a:gd name="connsiteY3" fmla="*/ 2 h 297032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640512 w 15640512"/>
                <a:gd name="connsiteY2" fmla="*/ 2263965 h 2970323"/>
                <a:gd name="connsiteX3" fmla="*/ 1 w 15640512"/>
                <a:gd name="connsiteY3" fmla="*/ 2 h 297032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640512 w 15640512"/>
                <a:gd name="connsiteY2" fmla="*/ 2263965 h 2970323"/>
                <a:gd name="connsiteX3" fmla="*/ 1 w 15640512"/>
                <a:gd name="connsiteY3" fmla="*/ 2 h 297032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511313 w 15640512"/>
                <a:gd name="connsiteY2" fmla="*/ 2913171 h 2970323"/>
                <a:gd name="connsiteX3" fmla="*/ 1 w 15640512"/>
                <a:gd name="connsiteY3" fmla="*/ 2 h 2970323"/>
                <a:gd name="connsiteX0" fmla="*/ 1 w 15640512"/>
                <a:gd name="connsiteY0" fmla="*/ 2 h 2913170"/>
                <a:gd name="connsiteX1" fmla="*/ 15640512 w 15640512"/>
                <a:gd name="connsiteY1" fmla="*/ 2169011 h 2913170"/>
                <a:gd name="connsiteX2" fmla="*/ 15511313 w 15640512"/>
                <a:gd name="connsiteY2" fmla="*/ 2913171 h 2913170"/>
                <a:gd name="connsiteX3" fmla="*/ 1 w 15640512"/>
                <a:gd name="connsiteY3" fmla="*/ 2 h 2913170"/>
                <a:gd name="connsiteX0" fmla="*/ 1 w 15863856"/>
                <a:gd name="connsiteY0" fmla="*/ 2 h 2240173"/>
                <a:gd name="connsiteX1" fmla="*/ 15640512 w 15863856"/>
                <a:gd name="connsiteY1" fmla="*/ 2169011 h 2240173"/>
                <a:gd name="connsiteX2" fmla="*/ 15863857 w 15863856"/>
                <a:gd name="connsiteY2" fmla="*/ 2240175 h 2240173"/>
                <a:gd name="connsiteX3" fmla="*/ 1 w 15863856"/>
                <a:gd name="connsiteY3" fmla="*/ 2 h 2240173"/>
                <a:gd name="connsiteX0" fmla="*/ 1 w 15640512"/>
                <a:gd name="connsiteY0" fmla="*/ 2 h 2847284"/>
                <a:gd name="connsiteX1" fmla="*/ 15640512 w 15640512"/>
                <a:gd name="connsiteY1" fmla="*/ 2169011 h 2847284"/>
                <a:gd name="connsiteX2" fmla="*/ 15622090 w 15640512"/>
                <a:gd name="connsiteY2" fmla="*/ 2847284 h 2847284"/>
                <a:gd name="connsiteX3" fmla="*/ 1 w 15640512"/>
                <a:gd name="connsiteY3" fmla="*/ 2 h 2847284"/>
                <a:gd name="connsiteX0" fmla="*/ 1 w 16401521"/>
                <a:gd name="connsiteY0" fmla="*/ 2 h 2203505"/>
                <a:gd name="connsiteX1" fmla="*/ 15640512 w 16401521"/>
                <a:gd name="connsiteY1" fmla="*/ 2169011 h 2203505"/>
                <a:gd name="connsiteX2" fmla="*/ 16401525 w 16401521"/>
                <a:gd name="connsiteY2" fmla="*/ 1770549 h 2203505"/>
                <a:gd name="connsiteX3" fmla="*/ 1 w 16401521"/>
                <a:gd name="connsiteY3" fmla="*/ 2 h 2203505"/>
                <a:gd name="connsiteX0" fmla="*/ 1 w 16401521"/>
                <a:gd name="connsiteY0" fmla="*/ 2 h 2686194"/>
                <a:gd name="connsiteX1" fmla="*/ 15438743 w 16401521"/>
                <a:gd name="connsiteY1" fmla="*/ 2656945 h 2686194"/>
                <a:gd name="connsiteX2" fmla="*/ 16401525 w 16401521"/>
                <a:gd name="connsiteY2" fmla="*/ 1770549 h 2686194"/>
                <a:gd name="connsiteX3" fmla="*/ 1 w 16401521"/>
                <a:gd name="connsiteY3" fmla="*/ 2 h 2686194"/>
                <a:gd name="connsiteX0" fmla="*/ 1 w 15749519"/>
                <a:gd name="connsiteY0" fmla="*/ 2 h 2686194"/>
                <a:gd name="connsiteX1" fmla="*/ 15438743 w 15749519"/>
                <a:gd name="connsiteY1" fmla="*/ 2656945 h 2686194"/>
                <a:gd name="connsiteX2" fmla="*/ 15749519 w 15749519"/>
                <a:gd name="connsiteY2" fmla="*/ 2090097 h 2686194"/>
                <a:gd name="connsiteX3" fmla="*/ 1 w 15749519"/>
                <a:gd name="connsiteY3" fmla="*/ 2 h 2686194"/>
                <a:gd name="connsiteX0" fmla="*/ 1 w 15749519"/>
                <a:gd name="connsiteY0" fmla="*/ 2 h 2397448"/>
                <a:gd name="connsiteX1" fmla="*/ 15447941 w 15749519"/>
                <a:gd name="connsiteY1" fmla="*/ 2365274 h 2397448"/>
                <a:gd name="connsiteX2" fmla="*/ 15749519 w 15749519"/>
                <a:gd name="connsiteY2" fmla="*/ 2090097 h 2397448"/>
                <a:gd name="connsiteX3" fmla="*/ 1 w 15749519"/>
                <a:gd name="connsiteY3" fmla="*/ 2 h 2397448"/>
                <a:gd name="connsiteX0" fmla="*/ 1 w 15749519"/>
                <a:gd name="connsiteY0" fmla="*/ 2 h 2397448"/>
                <a:gd name="connsiteX1" fmla="*/ 15447941 w 15749519"/>
                <a:gd name="connsiteY1" fmla="*/ 2365274 h 2397448"/>
                <a:gd name="connsiteX2" fmla="*/ 15749519 w 15749519"/>
                <a:gd name="connsiteY2" fmla="*/ 2090097 h 2397448"/>
                <a:gd name="connsiteX3" fmla="*/ 1 w 15749519"/>
                <a:gd name="connsiteY3" fmla="*/ 2 h 2397448"/>
                <a:gd name="connsiteX0" fmla="*/ 1 w 15749519"/>
                <a:gd name="connsiteY0" fmla="*/ 2 h 2450887"/>
                <a:gd name="connsiteX1" fmla="*/ 15447941 w 15749519"/>
                <a:gd name="connsiteY1" fmla="*/ 2365274 h 2450887"/>
                <a:gd name="connsiteX2" fmla="*/ 15749519 w 15749519"/>
                <a:gd name="connsiteY2" fmla="*/ 2090097 h 2450887"/>
                <a:gd name="connsiteX3" fmla="*/ 1 w 15749519"/>
                <a:gd name="connsiteY3" fmla="*/ 2 h 2450887"/>
                <a:gd name="connsiteX0" fmla="*/ 1 w 15749519"/>
                <a:gd name="connsiteY0" fmla="*/ 2 h 2450887"/>
                <a:gd name="connsiteX1" fmla="*/ 15447941 w 15749519"/>
                <a:gd name="connsiteY1" fmla="*/ 2365274 h 2450887"/>
                <a:gd name="connsiteX2" fmla="*/ 15749519 w 15749519"/>
                <a:gd name="connsiteY2" fmla="*/ 2090097 h 2450887"/>
                <a:gd name="connsiteX3" fmla="*/ 1 w 15749519"/>
                <a:gd name="connsiteY3" fmla="*/ 2 h 2450887"/>
                <a:gd name="connsiteX0" fmla="*/ 1 w 15553425"/>
                <a:gd name="connsiteY0" fmla="*/ 2 h 2450887"/>
                <a:gd name="connsiteX1" fmla="*/ 15447941 w 15553425"/>
                <a:gd name="connsiteY1" fmla="*/ 2365274 h 2450887"/>
                <a:gd name="connsiteX2" fmla="*/ 15553420 w 15553425"/>
                <a:gd name="connsiteY2" fmla="*/ 2070415 h 2450887"/>
                <a:gd name="connsiteX3" fmla="*/ 1 w 15553425"/>
                <a:gd name="connsiteY3" fmla="*/ 2 h 2450887"/>
                <a:gd name="connsiteX0" fmla="*/ 1 w 15553416"/>
                <a:gd name="connsiteY0" fmla="*/ 2 h 2450887"/>
                <a:gd name="connsiteX1" fmla="*/ 15447941 w 15553416"/>
                <a:gd name="connsiteY1" fmla="*/ 2365274 h 2450887"/>
                <a:gd name="connsiteX2" fmla="*/ 15553420 w 15553416"/>
                <a:gd name="connsiteY2" fmla="*/ 2070415 h 2450887"/>
                <a:gd name="connsiteX3" fmla="*/ 1 w 15553416"/>
                <a:gd name="connsiteY3" fmla="*/ 2 h 2450887"/>
                <a:gd name="connsiteX0" fmla="*/ 1 w 15556963"/>
                <a:gd name="connsiteY0" fmla="*/ 2 h 2290715"/>
                <a:gd name="connsiteX1" fmla="*/ 15556958 w 15556963"/>
                <a:gd name="connsiteY1" fmla="*/ 2191422 h 2290715"/>
                <a:gd name="connsiteX2" fmla="*/ 15553420 w 15556963"/>
                <a:gd name="connsiteY2" fmla="*/ 2070415 h 2290715"/>
                <a:gd name="connsiteX3" fmla="*/ 1 w 15556963"/>
                <a:gd name="connsiteY3" fmla="*/ 2 h 2290715"/>
                <a:gd name="connsiteX0" fmla="*/ 1 w 15556963"/>
                <a:gd name="connsiteY0" fmla="*/ 2 h 2251347"/>
                <a:gd name="connsiteX1" fmla="*/ 15556958 w 15556963"/>
                <a:gd name="connsiteY1" fmla="*/ 2191422 h 2251347"/>
                <a:gd name="connsiteX2" fmla="*/ 15553420 w 15556963"/>
                <a:gd name="connsiteY2" fmla="*/ 2070415 h 2251347"/>
                <a:gd name="connsiteX3" fmla="*/ 1 w 15556963"/>
                <a:gd name="connsiteY3" fmla="*/ 2 h 2251347"/>
                <a:gd name="connsiteX0" fmla="*/ 1 w 15556963"/>
                <a:gd name="connsiteY0" fmla="*/ 2 h 2270539"/>
                <a:gd name="connsiteX1" fmla="*/ 15556958 w 15556963"/>
                <a:gd name="connsiteY1" fmla="*/ 2191422 h 2270539"/>
                <a:gd name="connsiteX2" fmla="*/ 15553420 w 15556963"/>
                <a:gd name="connsiteY2" fmla="*/ 2070415 h 2270539"/>
                <a:gd name="connsiteX3" fmla="*/ 1 w 15556963"/>
                <a:gd name="connsiteY3" fmla="*/ 2 h 2270539"/>
                <a:gd name="connsiteX0" fmla="*/ 1 w 15556963"/>
                <a:gd name="connsiteY0" fmla="*/ 2 h 2329199"/>
                <a:gd name="connsiteX1" fmla="*/ 15556958 w 15556963"/>
                <a:gd name="connsiteY1" fmla="*/ 2191422 h 2329199"/>
                <a:gd name="connsiteX2" fmla="*/ 15553420 w 15556963"/>
                <a:gd name="connsiteY2" fmla="*/ 2070415 h 2329199"/>
                <a:gd name="connsiteX3" fmla="*/ 1 w 15556963"/>
                <a:gd name="connsiteY3" fmla="*/ 2 h 2329199"/>
                <a:gd name="connsiteX0" fmla="*/ 1 w 15556963"/>
                <a:gd name="connsiteY0" fmla="*/ 2 h 2329199"/>
                <a:gd name="connsiteX1" fmla="*/ 15556958 w 15556963"/>
                <a:gd name="connsiteY1" fmla="*/ 2191422 h 2329199"/>
                <a:gd name="connsiteX2" fmla="*/ 15553420 w 15556963"/>
                <a:gd name="connsiteY2" fmla="*/ 2070415 h 2329199"/>
                <a:gd name="connsiteX3" fmla="*/ 1 w 15556963"/>
                <a:gd name="connsiteY3" fmla="*/ 2 h 2329199"/>
                <a:gd name="connsiteX0" fmla="*/ -1 w 16618687"/>
                <a:gd name="connsiteY0" fmla="*/ -4 h 2896943"/>
                <a:gd name="connsiteX1" fmla="*/ 16618682 w 16618687"/>
                <a:gd name="connsiteY1" fmla="*/ 2818227 h 2896943"/>
                <a:gd name="connsiteX2" fmla="*/ 16615144 w 16618687"/>
                <a:gd name="connsiteY2" fmla="*/ 2697220 h 2896943"/>
                <a:gd name="connsiteX3" fmla="*/ -1 w 16618687"/>
                <a:gd name="connsiteY3" fmla="*/ -4 h 2896943"/>
                <a:gd name="connsiteX0" fmla="*/ -1 w 16618687"/>
                <a:gd name="connsiteY0" fmla="*/ -4 h 3139113"/>
                <a:gd name="connsiteX1" fmla="*/ 16618682 w 16618687"/>
                <a:gd name="connsiteY1" fmla="*/ 2818227 h 3139113"/>
                <a:gd name="connsiteX2" fmla="*/ 16615144 w 16618687"/>
                <a:gd name="connsiteY2" fmla="*/ 2697220 h 3139113"/>
                <a:gd name="connsiteX3" fmla="*/ -1 w 16618687"/>
                <a:gd name="connsiteY3" fmla="*/ -4 h 3139113"/>
                <a:gd name="connsiteX0" fmla="*/ -1 w 16618687"/>
                <a:gd name="connsiteY0" fmla="*/ -4 h 3139113"/>
                <a:gd name="connsiteX1" fmla="*/ 16618682 w 16618687"/>
                <a:gd name="connsiteY1" fmla="*/ 2818227 h 3139113"/>
                <a:gd name="connsiteX2" fmla="*/ 16615144 w 16618687"/>
                <a:gd name="connsiteY2" fmla="*/ 2697220 h 3139113"/>
                <a:gd name="connsiteX3" fmla="*/ -1 w 16618687"/>
                <a:gd name="connsiteY3" fmla="*/ -4 h 3139113"/>
                <a:gd name="connsiteX0" fmla="*/ -1 w 16618687"/>
                <a:gd name="connsiteY0" fmla="*/ -4 h 3070251"/>
                <a:gd name="connsiteX1" fmla="*/ 16618682 w 16618687"/>
                <a:gd name="connsiteY1" fmla="*/ 2818227 h 3070251"/>
                <a:gd name="connsiteX2" fmla="*/ 16615144 w 16618687"/>
                <a:gd name="connsiteY2" fmla="*/ 2697220 h 3070251"/>
                <a:gd name="connsiteX3" fmla="*/ -1 w 16618687"/>
                <a:gd name="connsiteY3" fmla="*/ -4 h 3070251"/>
                <a:gd name="connsiteX0" fmla="*/ -1 w 16618687"/>
                <a:gd name="connsiteY0" fmla="*/ -4 h 3031731"/>
                <a:gd name="connsiteX1" fmla="*/ 16618682 w 16618687"/>
                <a:gd name="connsiteY1" fmla="*/ 2818227 h 3031731"/>
                <a:gd name="connsiteX2" fmla="*/ 16615144 w 16618687"/>
                <a:gd name="connsiteY2" fmla="*/ 2697220 h 3031731"/>
                <a:gd name="connsiteX3" fmla="*/ -1 w 16618687"/>
                <a:gd name="connsiteY3" fmla="*/ -4 h 3031731"/>
                <a:gd name="connsiteX0" fmla="*/ -1 w 16618687"/>
                <a:gd name="connsiteY0" fmla="*/ -4 h 3042416"/>
                <a:gd name="connsiteX1" fmla="*/ 16618682 w 16618687"/>
                <a:gd name="connsiteY1" fmla="*/ 2818227 h 3042416"/>
                <a:gd name="connsiteX2" fmla="*/ 16615144 w 16618687"/>
                <a:gd name="connsiteY2" fmla="*/ 2697220 h 3042416"/>
                <a:gd name="connsiteX3" fmla="*/ -1 w 16618687"/>
                <a:gd name="connsiteY3" fmla="*/ -4 h 3042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618687" h="3042416">
                  <a:moveTo>
                    <a:pt x="-1" y="-4"/>
                  </a:moveTo>
                  <a:cubicBezTo>
                    <a:pt x="1369049" y="1189587"/>
                    <a:pt x="11745160" y="3823804"/>
                    <a:pt x="16618682" y="2818227"/>
                  </a:cubicBezTo>
                  <a:lnTo>
                    <a:pt x="16615144" y="2697220"/>
                  </a:lnTo>
                  <a:cubicBezTo>
                    <a:pt x="12506599" y="3031771"/>
                    <a:pt x="7221605" y="2916874"/>
                    <a:pt x="-1" y="-4"/>
                  </a:cubicBezTo>
                  <a:close/>
                </a:path>
              </a:pathLst>
            </a:custGeom>
            <a:solidFill>
              <a:srgbClr val="A9D743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7">
              <a:extLst>
                <a:ext uri="{FF2B5EF4-FFF2-40B4-BE49-F238E27FC236}">
                  <a16:creationId xmlns:a16="http://schemas.microsoft.com/office/drawing/2014/main" id="{3015CE41-AEC4-D340-7FB1-1919B9C9C317}"/>
                </a:ext>
              </a:extLst>
            </p:cNvPr>
            <p:cNvSpPr/>
            <p:nvPr/>
          </p:nvSpPr>
          <p:spPr>
            <a:xfrm rot="19567831" flipH="1">
              <a:off x="7167912" y="5023533"/>
              <a:ext cx="936826" cy="330723"/>
            </a:xfrm>
            <a:custGeom>
              <a:avLst/>
              <a:gdLst>
                <a:gd name="connsiteX0" fmla="*/ 0 w 1007285"/>
                <a:gd name="connsiteY0" fmla="*/ 0 h 94954"/>
                <a:gd name="connsiteX1" fmla="*/ 1007285 w 1007285"/>
                <a:gd name="connsiteY1" fmla="*/ 0 h 94954"/>
                <a:gd name="connsiteX2" fmla="*/ 1007285 w 1007285"/>
                <a:gd name="connsiteY2" fmla="*/ 94954 h 94954"/>
                <a:gd name="connsiteX3" fmla="*/ 0 w 1007285"/>
                <a:gd name="connsiteY3" fmla="*/ 94954 h 94954"/>
                <a:gd name="connsiteX4" fmla="*/ 0 w 1007285"/>
                <a:gd name="connsiteY4" fmla="*/ 0 h 94954"/>
                <a:gd name="connsiteX0" fmla="*/ 2819400 w 3826685"/>
                <a:gd name="connsiteY0" fmla="*/ 0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4" fmla="*/ 2819400 w 3826685"/>
                <a:gd name="connsiteY4" fmla="*/ 0 h 869654"/>
                <a:gd name="connsiteX0" fmla="*/ 0 w 3826685"/>
                <a:gd name="connsiteY0" fmla="*/ 869654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968065 h 1033547"/>
                <a:gd name="connsiteX1" fmla="*/ 3826685 w 3826685"/>
                <a:gd name="connsiteY1" fmla="*/ 98411 h 1033547"/>
                <a:gd name="connsiteX2" fmla="*/ 3826685 w 3826685"/>
                <a:gd name="connsiteY2" fmla="*/ 193365 h 1033547"/>
                <a:gd name="connsiteX3" fmla="*/ 0 w 3826685"/>
                <a:gd name="connsiteY3" fmla="*/ 968065 h 1033547"/>
                <a:gd name="connsiteX0" fmla="*/ 0 w 3826685"/>
                <a:gd name="connsiteY0" fmla="*/ 968065 h 1013810"/>
                <a:gd name="connsiteX1" fmla="*/ 3826685 w 3826685"/>
                <a:gd name="connsiteY1" fmla="*/ 98411 h 1013810"/>
                <a:gd name="connsiteX2" fmla="*/ 3826685 w 3826685"/>
                <a:gd name="connsiteY2" fmla="*/ 193365 h 1013810"/>
                <a:gd name="connsiteX3" fmla="*/ 0 w 3826685"/>
                <a:gd name="connsiteY3" fmla="*/ 968065 h 1013810"/>
                <a:gd name="connsiteX0" fmla="*/ 0 w 3826685"/>
                <a:gd name="connsiteY0" fmla="*/ 968065 h 1012429"/>
                <a:gd name="connsiteX1" fmla="*/ 3826685 w 3826685"/>
                <a:gd name="connsiteY1" fmla="*/ 98411 h 1012429"/>
                <a:gd name="connsiteX2" fmla="*/ 3826685 w 3826685"/>
                <a:gd name="connsiteY2" fmla="*/ 193365 h 1012429"/>
                <a:gd name="connsiteX3" fmla="*/ 0 w 3826685"/>
                <a:gd name="connsiteY3" fmla="*/ 968065 h 1012429"/>
                <a:gd name="connsiteX0" fmla="*/ 2 w 8087297"/>
                <a:gd name="connsiteY0" fmla="*/ -1 h 1456523"/>
                <a:gd name="connsiteX1" fmla="*/ 8087297 w 8087297"/>
                <a:gd name="connsiteY1" fmla="*/ 1361569 h 1456523"/>
                <a:gd name="connsiteX2" fmla="*/ 8087297 w 8087297"/>
                <a:gd name="connsiteY2" fmla="*/ 1456523 h 1456523"/>
                <a:gd name="connsiteX3" fmla="*/ 2 w 8087297"/>
                <a:gd name="connsiteY3" fmla="*/ -1 h 1456523"/>
                <a:gd name="connsiteX0" fmla="*/ 2 w 8087297"/>
                <a:gd name="connsiteY0" fmla="*/ -1 h 1456523"/>
                <a:gd name="connsiteX1" fmla="*/ 8087297 w 8087297"/>
                <a:gd name="connsiteY1" fmla="*/ 1361569 h 1456523"/>
                <a:gd name="connsiteX2" fmla="*/ 8087297 w 8087297"/>
                <a:gd name="connsiteY2" fmla="*/ 1456523 h 1456523"/>
                <a:gd name="connsiteX3" fmla="*/ 2 w 8087297"/>
                <a:gd name="connsiteY3" fmla="*/ -1 h 1456523"/>
                <a:gd name="connsiteX0" fmla="*/ 2 w 8087297"/>
                <a:gd name="connsiteY0" fmla="*/ -1 h 2510336"/>
                <a:gd name="connsiteX1" fmla="*/ 8087297 w 8087297"/>
                <a:gd name="connsiteY1" fmla="*/ 1361569 h 2510336"/>
                <a:gd name="connsiteX2" fmla="*/ 8087297 w 8087297"/>
                <a:gd name="connsiteY2" fmla="*/ 1456523 h 2510336"/>
                <a:gd name="connsiteX3" fmla="*/ 2 w 8087297"/>
                <a:gd name="connsiteY3" fmla="*/ -1 h 2510336"/>
                <a:gd name="connsiteX0" fmla="*/ 2 w 8087297"/>
                <a:gd name="connsiteY0" fmla="*/ -1 h 2510336"/>
                <a:gd name="connsiteX1" fmla="*/ 8087297 w 8087297"/>
                <a:gd name="connsiteY1" fmla="*/ 1361569 h 2510336"/>
                <a:gd name="connsiteX2" fmla="*/ 8087297 w 8087297"/>
                <a:gd name="connsiteY2" fmla="*/ 1456523 h 2510336"/>
                <a:gd name="connsiteX3" fmla="*/ 2 w 8087297"/>
                <a:gd name="connsiteY3" fmla="*/ -1 h 2510336"/>
                <a:gd name="connsiteX0" fmla="*/ -2 w 9409711"/>
                <a:gd name="connsiteY0" fmla="*/ -1 h 1549216"/>
                <a:gd name="connsiteX1" fmla="*/ 9409711 w 9409711"/>
                <a:gd name="connsiteY1" fmla="*/ 139136 h 1549216"/>
                <a:gd name="connsiteX2" fmla="*/ 9409711 w 9409711"/>
                <a:gd name="connsiteY2" fmla="*/ 234090 h 1549216"/>
                <a:gd name="connsiteX3" fmla="*/ -2 w 9409711"/>
                <a:gd name="connsiteY3" fmla="*/ -1 h 1549216"/>
                <a:gd name="connsiteX0" fmla="*/ -2 w 9409711"/>
                <a:gd name="connsiteY0" fmla="*/ -1 h 1291853"/>
                <a:gd name="connsiteX1" fmla="*/ 9409711 w 9409711"/>
                <a:gd name="connsiteY1" fmla="*/ 139136 h 1291853"/>
                <a:gd name="connsiteX2" fmla="*/ 9409711 w 9409711"/>
                <a:gd name="connsiteY2" fmla="*/ 234090 h 1291853"/>
                <a:gd name="connsiteX3" fmla="*/ -2 w 9409711"/>
                <a:gd name="connsiteY3" fmla="*/ -1 h 129185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640512 w 15640512"/>
                <a:gd name="connsiteY2" fmla="*/ 2263965 h 2970323"/>
                <a:gd name="connsiteX3" fmla="*/ 1 w 15640512"/>
                <a:gd name="connsiteY3" fmla="*/ 2 h 297032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640512 w 15640512"/>
                <a:gd name="connsiteY2" fmla="*/ 2263965 h 2970323"/>
                <a:gd name="connsiteX3" fmla="*/ 1 w 15640512"/>
                <a:gd name="connsiteY3" fmla="*/ 2 h 297032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640512 w 15640512"/>
                <a:gd name="connsiteY2" fmla="*/ 2263965 h 2970323"/>
                <a:gd name="connsiteX3" fmla="*/ 1 w 15640512"/>
                <a:gd name="connsiteY3" fmla="*/ 2 h 297032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511313 w 15640512"/>
                <a:gd name="connsiteY2" fmla="*/ 2913171 h 2970323"/>
                <a:gd name="connsiteX3" fmla="*/ 1 w 15640512"/>
                <a:gd name="connsiteY3" fmla="*/ 2 h 2970323"/>
                <a:gd name="connsiteX0" fmla="*/ 1 w 15640512"/>
                <a:gd name="connsiteY0" fmla="*/ 2 h 2913170"/>
                <a:gd name="connsiteX1" fmla="*/ 15640512 w 15640512"/>
                <a:gd name="connsiteY1" fmla="*/ 2169011 h 2913170"/>
                <a:gd name="connsiteX2" fmla="*/ 15511313 w 15640512"/>
                <a:gd name="connsiteY2" fmla="*/ 2913171 h 2913170"/>
                <a:gd name="connsiteX3" fmla="*/ 1 w 15640512"/>
                <a:gd name="connsiteY3" fmla="*/ 2 h 2913170"/>
                <a:gd name="connsiteX0" fmla="*/ 1 w 15863856"/>
                <a:gd name="connsiteY0" fmla="*/ 2 h 2240173"/>
                <a:gd name="connsiteX1" fmla="*/ 15640512 w 15863856"/>
                <a:gd name="connsiteY1" fmla="*/ 2169011 h 2240173"/>
                <a:gd name="connsiteX2" fmla="*/ 15863857 w 15863856"/>
                <a:gd name="connsiteY2" fmla="*/ 2240175 h 2240173"/>
                <a:gd name="connsiteX3" fmla="*/ 1 w 15863856"/>
                <a:gd name="connsiteY3" fmla="*/ 2 h 2240173"/>
                <a:gd name="connsiteX0" fmla="*/ 1 w 15640512"/>
                <a:gd name="connsiteY0" fmla="*/ 2 h 2847284"/>
                <a:gd name="connsiteX1" fmla="*/ 15640512 w 15640512"/>
                <a:gd name="connsiteY1" fmla="*/ 2169011 h 2847284"/>
                <a:gd name="connsiteX2" fmla="*/ 15622090 w 15640512"/>
                <a:gd name="connsiteY2" fmla="*/ 2847284 h 2847284"/>
                <a:gd name="connsiteX3" fmla="*/ 1 w 15640512"/>
                <a:gd name="connsiteY3" fmla="*/ 2 h 2847284"/>
                <a:gd name="connsiteX0" fmla="*/ 1 w 16401521"/>
                <a:gd name="connsiteY0" fmla="*/ 2 h 2203505"/>
                <a:gd name="connsiteX1" fmla="*/ 15640512 w 16401521"/>
                <a:gd name="connsiteY1" fmla="*/ 2169011 h 2203505"/>
                <a:gd name="connsiteX2" fmla="*/ 16401525 w 16401521"/>
                <a:gd name="connsiteY2" fmla="*/ 1770549 h 2203505"/>
                <a:gd name="connsiteX3" fmla="*/ 1 w 16401521"/>
                <a:gd name="connsiteY3" fmla="*/ 2 h 2203505"/>
                <a:gd name="connsiteX0" fmla="*/ 1 w 16401521"/>
                <a:gd name="connsiteY0" fmla="*/ 2 h 2686194"/>
                <a:gd name="connsiteX1" fmla="*/ 15438743 w 16401521"/>
                <a:gd name="connsiteY1" fmla="*/ 2656945 h 2686194"/>
                <a:gd name="connsiteX2" fmla="*/ 16401525 w 16401521"/>
                <a:gd name="connsiteY2" fmla="*/ 1770549 h 2686194"/>
                <a:gd name="connsiteX3" fmla="*/ 1 w 16401521"/>
                <a:gd name="connsiteY3" fmla="*/ 2 h 2686194"/>
                <a:gd name="connsiteX0" fmla="*/ 1 w 15749519"/>
                <a:gd name="connsiteY0" fmla="*/ 2 h 2686194"/>
                <a:gd name="connsiteX1" fmla="*/ 15438743 w 15749519"/>
                <a:gd name="connsiteY1" fmla="*/ 2656945 h 2686194"/>
                <a:gd name="connsiteX2" fmla="*/ 15749519 w 15749519"/>
                <a:gd name="connsiteY2" fmla="*/ 2090097 h 2686194"/>
                <a:gd name="connsiteX3" fmla="*/ 1 w 15749519"/>
                <a:gd name="connsiteY3" fmla="*/ 2 h 2686194"/>
                <a:gd name="connsiteX0" fmla="*/ 1 w 15749519"/>
                <a:gd name="connsiteY0" fmla="*/ 2 h 2397448"/>
                <a:gd name="connsiteX1" fmla="*/ 15447941 w 15749519"/>
                <a:gd name="connsiteY1" fmla="*/ 2365274 h 2397448"/>
                <a:gd name="connsiteX2" fmla="*/ 15749519 w 15749519"/>
                <a:gd name="connsiteY2" fmla="*/ 2090097 h 2397448"/>
                <a:gd name="connsiteX3" fmla="*/ 1 w 15749519"/>
                <a:gd name="connsiteY3" fmla="*/ 2 h 2397448"/>
                <a:gd name="connsiteX0" fmla="*/ 1 w 15749519"/>
                <a:gd name="connsiteY0" fmla="*/ 2 h 2397448"/>
                <a:gd name="connsiteX1" fmla="*/ 15447941 w 15749519"/>
                <a:gd name="connsiteY1" fmla="*/ 2365274 h 2397448"/>
                <a:gd name="connsiteX2" fmla="*/ 15749519 w 15749519"/>
                <a:gd name="connsiteY2" fmla="*/ 2090097 h 2397448"/>
                <a:gd name="connsiteX3" fmla="*/ 1 w 15749519"/>
                <a:gd name="connsiteY3" fmla="*/ 2 h 2397448"/>
                <a:gd name="connsiteX0" fmla="*/ 1 w 15749519"/>
                <a:gd name="connsiteY0" fmla="*/ 2 h 2450887"/>
                <a:gd name="connsiteX1" fmla="*/ 15447941 w 15749519"/>
                <a:gd name="connsiteY1" fmla="*/ 2365274 h 2450887"/>
                <a:gd name="connsiteX2" fmla="*/ 15749519 w 15749519"/>
                <a:gd name="connsiteY2" fmla="*/ 2090097 h 2450887"/>
                <a:gd name="connsiteX3" fmla="*/ 1 w 15749519"/>
                <a:gd name="connsiteY3" fmla="*/ 2 h 2450887"/>
                <a:gd name="connsiteX0" fmla="*/ 1 w 15749519"/>
                <a:gd name="connsiteY0" fmla="*/ 2 h 2450887"/>
                <a:gd name="connsiteX1" fmla="*/ 15447941 w 15749519"/>
                <a:gd name="connsiteY1" fmla="*/ 2365274 h 2450887"/>
                <a:gd name="connsiteX2" fmla="*/ 15749519 w 15749519"/>
                <a:gd name="connsiteY2" fmla="*/ 2090097 h 2450887"/>
                <a:gd name="connsiteX3" fmla="*/ 1 w 15749519"/>
                <a:gd name="connsiteY3" fmla="*/ 2 h 2450887"/>
                <a:gd name="connsiteX0" fmla="*/ 1 w 15553425"/>
                <a:gd name="connsiteY0" fmla="*/ 2 h 2450887"/>
                <a:gd name="connsiteX1" fmla="*/ 15447941 w 15553425"/>
                <a:gd name="connsiteY1" fmla="*/ 2365274 h 2450887"/>
                <a:gd name="connsiteX2" fmla="*/ 15553420 w 15553425"/>
                <a:gd name="connsiteY2" fmla="*/ 2070415 h 2450887"/>
                <a:gd name="connsiteX3" fmla="*/ 1 w 15553425"/>
                <a:gd name="connsiteY3" fmla="*/ 2 h 2450887"/>
                <a:gd name="connsiteX0" fmla="*/ 1 w 15553416"/>
                <a:gd name="connsiteY0" fmla="*/ 2 h 2450887"/>
                <a:gd name="connsiteX1" fmla="*/ 15447941 w 15553416"/>
                <a:gd name="connsiteY1" fmla="*/ 2365274 h 2450887"/>
                <a:gd name="connsiteX2" fmla="*/ 15553420 w 15553416"/>
                <a:gd name="connsiteY2" fmla="*/ 2070415 h 2450887"/>
                <a:gd name="connsiteX3" fmla="*/ 1 w 15553416"/>
                <a:gd name="connsiteY3" fmla="*/ 2 h 2450887"/>
                <a:gd name="connsiteX0" fmla="*/ 1 w 15556963"/>
                <a:gd name="connsiteY0" fmla="*/ 2 h 2290715"/>
                <a:gd name="connsiteX1" fmla="*/ 15556958 w 15556963"/>
                <a:gd name="connsiteY1" fmla="*/ 2191422 h 2290715"/>
                <a:gd name="connsiteX2" fmla="*/ 15553420 w 15556963"/>
                <a:gd name="connsiteY2" fmla="*/ 2070415 h 2290715"/>
                <a:gd name="connsiteX3" fmla="*/ 1 w 15556963"/>
                <a:gd name="connsiteY3" fmla="*/ 2 h 2290715"/>
                <a:gd name="connsiteX0" fmla="*/ 1 w 15556963"/>
                <a:gd name="connsiteY0" fmla="*/ 2 h 2251347"/>
                <a:gd name="connsiteX1" fmla="*/ 15556958 w 15556963"/>
                <a:gd name="connsiteY1" fmla="*/ 2191422 h 2251347"/>
                <a:gd name="connsiteX2" fmla="*/ 15553420 w 15556963"/>
                <a:gd name="connsiteY2" fmla="*/ 2070415 h 2251347"/>
                <a:gd name="connsiteX3" fmla="*/ 1 w 15556963"/>
                <a:gd name="connsiteY3" fmla="*/ 2 h 2251347"/>
                <a:gd name="connsiteX0" fmla="*/ 1 w 15556963"/>
                <a:gd name="connsiteY0" fmla="*/ 2 h 2270539"/>
                <a:gd name="connsiteX1" fmla="*/ 15556958 w 15556963"/>
                <a:gd name="connsiteY1" fmla="*/ 2191422 h 2270539"/>
                <a:gd name="connsiteX2" fmla="*/ 15553420 w 15556963"/>
                <a:gd name="connsiteY2" fmla="*/ 2070415 h 2270539"/>
                <a:gd name="connsiteX3" fmla="*/ 1 w 15556963"/>
                <a:gd name="connsiteY3" fmla="*/ 2 h 2270539"/>
                <a:gd name="connsiteX0" fmla="*/ 1 w 15556963"/>
                <a:gd name="connsiteY0" fmla="*/ 2 h 2329199"/>
                <a:gd name="connsiteX1" fmla="*/ 15556958 w 15556963"/>
                <a:gd name="connsiteY1" fmla="*/ 2191422 h 2329199"/>
                <a:gd name="connsiteX2" fmla="*/ 15553420 w 15556963"/>
                <a:gd name="connsiteY2" fmla="*/ 2070415 h 2329199"/>
                <a:gd name="connsiteX3" fmla="*/ 1 w 15556963"/>
                <a:gd name="connsiteY3" fmla="*/ 2 h 2329199"/>
                <a:gd name="connsiteX0" fmla="*/ 1 w 15556963"/>
                <a:gd name="connsiteY0" fmla="*/ 2 h 2329199"/>
                <a:gd name="connsiteX1" fmla="*/ 15556958 w 15556963"/>
                <a:gd name="connsiteY1" fmla="*/ 2191422 h 2329199"/>
                <a:gd name="connsiteX2" fmla="*/ 15553420 w 15556963"/>
                <a:gd name="connsiteY2" fmla="*/ 2070415 h 2329199"/>
                <a:gd name="connsiteX3" fmla="*/ 1 w 15556963"/>
                <a:gd name="connsiteY3" fmla="*/ 2 h 2329199"/>
                <a:gd name="connsiteX0" fmla="*/ -1 w 16618687"/>
                <a:gd name="connsiteY0" fmla="*/ -4 h 2896943"/>
                <a:gd name="connsiteX1" fmla="*/ 16618682 w 16618687"/>
                <a:gd name="connsiteY1" fmla="*/ 2818227 h 2896943"/>
                <a:gd name="connsiteX2" fmla="*/ 16615144 w 16618687"/>
                <a:gd name="connsiteY2" fmla="*/ 2697220 h 2896943"/>
                <a:gd name="connsiteX3" fmla="*/ -1 w 16618687"/>
                <a:gd name="connsiteY3" fmla="*/ -4 h 2896943"/>
                <a:gd name="connsiteX0" fmla="*/ -1 w 16618687"/>
                <a:gd name="connsiteY0" fmla="*/ -4 h 3139113"/>
                <a:gd name="connsiteX1" fmla="*/ 16618682 w 16618687"/>
                <a:gd name="connsiteY1" fmla="*/ 2818227 h 3139113"/>
                <a:gd name="connsiteX2" fmla="*/ 16615144 w 16618687"/>
                <a:gd name="connsiteY2" fmla="*/ 2697220 h 3139113"/>
                <a:gd name="connsiteX3" fmla="*/ -1 w 16618687"/>
                <a:gd name="connsiteY3" fmla="*/ -4 h 3139113"/>
                <a:gd name="connsiteX0" fmla="*/ -1 w 16618687"/>
                <a:gd name="connsiteY0" fmla="*/ -4 h 3139113"/>
                <a:gd name="connsiteX1" fmla="*/ 16618682 w 16618687"/>
                <a:gd name="connsiteY1" fmla="*/ 2818227 h 3139113"/>
                <a:gd name="connsiteX2" fmla="*/ 16615144 w 16618687"/>
                <a:gd name="connsiteY2" fmla="*/ 2697220 h 3139113"/>
                <a:gd name="connsiteX3" fmla="*/ -1 w 16618687"/>
                <a:gd name="connsiteY3" fmla="*/ -4 h 3139113"/>
                <a:gd name="connsiteX0" fmla="*/ -1 w 16618687"/>
                <a:gd name="connsiteY0" fmla="*/ -4 h 3070251"/>
                <a:gd name="connsiteX1" fmla="*/ 16618682 w 16618687"/>
                <a:gd name="connsiteY1" fmla="*/ 2818227 h 3070251"/>
                <a:gd name="connsiteX2" fmla="*/ 16615144 w 16618687"/>
                <a:gd name="connsiteY2" fmla="*/ 2697220 h 3070251"/>
                <a:gd name="connsiteX3" fmla="*/ -1 w 16618687"/>
                <a:gd name="connsiteY3" fmla="*/ -4 h 3070251"/>
                <a:gd name="connsiteX0" fmla="*/ -1 w 16618687"/>
                <a:gd name="connsiteY0" fmla="*/ -4 h 3031731"/>
                <a:gd name="connsiteX1" fmla="*/ 16618682 w 16618687"/>
                <a:gd name="connsiteY1" fmla="*/ 2818227 h 3031731"/>
                <a:gd name="connsiteX2" fmla="*/ 16615144 w 16618687"/>
                <a:gd name="connsiteY2" fmla="*/ 2697220 h 3031731"/>
                <a:gd name="connsiteX3" fmla="*/ -1 w 16618687"/>
                <a:gd name="connsiteY3" fmla="*/ -4 h 3031731"/>
                <a:gd name="connsiteX0" fmla="*/ -1 w 16618687"/>
                <a:gd name="connsiteY0" fmla="*/ -4 h 3042416"/>
                <a:gd name="connsiteX1" fmla="*/ 16618682 w 16618687"/>
                <a:gd name="connsiteY1" fmla="*/ 2818227 h 3042416"/>
                <a:gd name="connsiteX2" fmla="*/ 16615144 w 16618687"/>
                <a:gd name="connsiteY2" fmla="*/ 2697220 h 3042416"/>
                <a:gd name="connsiteX3" fmla="*/ -1 w 16618687"/>
                <a:gd name="connsiteY3" fmla="*/ -4 h 3042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618687" h="3042416">
                  <a:moveTo>
                    <a:pt x="-1" y="-4"/>
                  </a:moveTo>
                  <a:cubicBezTo>
                    <a:pt x="1369049" y="1189587"/>
                    <a:pt x="11745160" y="3823804"/>
                    <a:pt x="16618682" y="2818227"/>
                  </a:cubicBezTo>
                  <a:lnTo>
                    <a:pt x="16615144" y="2697220"/>
                  </a:lnTo>
                  <a:cubicBezTo>
                    <a:pt x="12506599" y="3031771"/>
                    <a:pt x="7221605" y="2916874"/>
                    <a:pt x="-1" y="-4"/>
                  </a:cubicBezTo>
                  <a:close/>
                </a:path>
              </a:pathLst>
            </a:custGeom>
            <a:solidFill>
              <a:srgbClr val="A9D743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7">
              <a:extLst>
                <a:ext uri="{FF2B5EF4-FFF2-40B4-BE49-F238E27FC236}">
                  <a16:creationId xmlns:a16="http://schemas.microsoft.com/office/drawing/2014/main" id="{8014DE45-CBFC-A7CD-1875-62A952E8BFDC}"/>
                </a:ext>
              </a:extLst>
            </p:cNvPr>
            <p:cNvSpPr/>
            <p:nvPr/>
          </p:nvSpPr>
          <p:spPr>
            <a:xfrm rot="20256888" flipH="1">
              <a:off x="6988791" y="5457025"/>
              <a:ext cx="936826" cy="330723"/>
            </a:xfrm>
            <a:custGeom>
              <a:avLst/>
              <a:gdLst>
                <a:gd name="connsiteX0" fmla="*/ 0 w 1007285"/>
                <a:gd name="connsiteY0" fmla="*/ 0 h 94954"/>
                <a:gd name="connsiteX1" fmla="*/ 1007285 w 1007285"/>
                <a:gd name="connsiteY1" fmla="*/ 0 h 94954"/>
                <a:gd name="connsiteX2" fmla="*/ 1007285 w 1007285"/>
                <a:gd name="connsiteY2" fmla="*/ 94954 h 94954"/>
                <a:gd name="connsiteX3" fmla="*/ 0 w 1007285"/>
                <a:gd name="connsiteY3" fmla="*/ 94954 h 94954"/>
                <a:gd name="connsiteX4" fmla="*/ 0 w 1007285"/>
                <a:gd name="connsiteY4" fmla="*/ 0 h 94954"/>
                <a:gd name="connsiteX0" fmla="*/ 2819400 w 3826685"/>
                <a:gd name="connsiteY0" fmla="*/ 0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4" fmla="*/ 2819400 w 3826685"/>
                <a:gd name="connsiteY4" fmla="*/ 0 h 869654"/>
                <a:gd name="connsiteX0" fmla="*/ 0 w 3826685"/>
                <a:gd name="connsiteY0" fmla="*/ 869654 h 869654"/>
                <a:gd name="connsiteX1" fmla="*/ 3826685 w 3826685"/>
                <a:gd name="connsiteY1" fmla="*/ 0 h 869654"/>
                <a:gd name="connsiteX2" fmla="*/ 3826685 w 3826685"/>
                <a:gd name="connsiteY2" fmla="*/ 94954 h 869654"/>
                <a:gd name="connsiteX3" fmla="*/ 0 w 3826685"/>
                <a:gd name="connsiteY3" fmla="*/ 869654 h 869654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869654 h 935136"/>
                <a:gd name="connsiteX1" fmla="*/ 3826685 w 3826685"/>
                <a:gd name="connsiteY1" fmla="*/ 0 h 935136"/>
                <a:gd name="connsiteX2" fmla="*/ 3826685 w 3826685"/>
                <a:gd name="connsiteY2" fmla="*/ 94954 h 935136"/>
                <a:gd name="connsiteX3" fmla="*/ 0 w 3826685"/>
                <a:gd name="connsiteY3" fmla="*/ 869654 h 935136"/>
                <a:gd name="connsiteX0" fmla="*/ 0 w 3826685"/>
                <a:gd name="connsiteY0" fmla="*/ 968065 h 1033547"/>
                <a:gd name="connsiteX1" fmla="*/ 3826685 w 3826685"/>
                <a:gd name="connsiteY1" fmla="*/ 98411 h 1033547"/>
                <a:gd name="connsiteX2" fmla="*/ 3826685 w 3826685"/>
                <a:gd name="connsiteY2" fmla="*/ 193365 h 1033547"/>
                <a:gd name="connsiteX3" fmla="*/ 0 w 3826685"/>
                <a:gd name="connsiteY3" fmla="*/ 968065 h 1033547"/>
                <a:gd name="connsiteX0" fmla="*/ 0 w 3826685"/>
                <a:gd name="connsiteY0" fmla="*/ 968065 h 1013810"/>
                <a:gd name="connsiteX1" fmla="*/ 3826685 w 3826685"/>
                <a:gd name="connsiteY1" fmla="*/ 98411 h 1013810"/>
                <a:gd name="connsiteX2" fmla="*/ 3826685 w 3826685"/>
                <a:gd name="connsiteY2" fmla="*/ 193365 h 1013810"/>
                <a:gd name="connsiteX3" fmla="*/ 0 w 3826685"/>
                <a:gd name="connsiteY3" fmla="*/ 968065 h 1013810"/>
                <a:gd name="connsiteX0" fmla="*/ 0 w 3826685"/>
                <a:gd name="connsiteY0" fmla="*/ 968065 h 1012429"/>
                <a:gd name="connsiteX1" fmla="*/ 3826685 w 3826685"/>
                <a:gd name="connsiteY1" fmla="*/ 98411 h 1012429"/>
                <a:gd name="connsiteX2" fmla="*/ 3826685 w 3826685"/>
                <a:gd name="connsiteY2" fmla="*/ 193365 h 1012429"/>
                <a:gd name="connsiteX3" fmla="*/ 0 w 3826685"/>
                <a:gd name="connsiteY3" fmla="*/ 968065 h 1012429"/>
                <a:gd name="connsiteX0" fmla="*/ 2 w 8087297"/>
                <a:gd name="connsiteY0" fmla="*/ -1 h 1456523"/>
                <a:gd name="connsiteX1" fmla="*/ 8087297 w 8087297"/>
                <a:gd name="connsiteY1" fmla="*/ 1361569 h 1456523"/>
                <a:gd name="connsiteX2" fmla="*/ 8087297 w 8087297"/>
                <a:gd name="connsiteY2" fmla="*/ 1456523 h 1456523"/>
                <a:gd name="connsiteX3" fmla="*/ 2 w 8087297"/>
                <a:gd name="connsiteY3" fmla="*/ -1 h 1456523"/>
                <a:gd name="connsiteX0" fmla="*/ 2 w 8087297"/>
                <a:gd name="connsiteY0" fmla="*/ -1 h 1456523"/>
                <a:gd name="connsiteX1" fmla="*/ 8087297 w 8087297"/>
                <a:gd name="connsiteY1" fmla="*/ 1361569 h 1456523"/>
                <a:gd name="connsiteX2" fmla="*/ 8087297 w 8087297"/>
                <a:gd name="connsiteY2" fmla="*/ 1456523 h 1456523"/>
                <a:gd name="connsiteX3" fmla="*/ 2 w 8087297"/>
                <a:gd name="connsiteY3" fmla="*/ -1 h 1456523"/>
                <a:gd name="connsiteX0" fmla="*/ 2 w 8087297"/>
                <a:gd name="connsiteY0" fmla="*/ -1 h 2510336"/>
                <a:gd name="connsiteX1" fmla="*/ 8087297 w 8087297"/>
                <a:gd name="connsiteY1" fmla="*/ 1361569 h 2510336"/>
                <a:gd name="connsiteX2" fmla="*/ 8087297 w 8087297"/>
                <a:gd name="connsiteY2" fmla="*/ 1456523 h 2510336"/>
                <a:gd name="connsiteX3" fmla="*/ 2 w 8087297"/>
                <a:gd name="connsiteY3" fmla="*/ -1 h 2510336"/>
                <a:gd name="connsiteX0" fmla="*/ 2 w 8087297"/>
                <a:gd name="connsiteY0" fmla="*/ -1 h 2510336"/>
                <a:gd name="connsiteX1" fmla="*/ 8087297 w 8087297"/>
                <a:gd name="connsiteY1" fmla="*/ 1361569 h 2510336"/>
                <a:gd name="connsiteX2" fmla="*/ 8087297 w 8087297"/>
                <a:gd name="connsiteY2" fmla="*/ 1456523 h 2510336"/>
                <a:gd name="connsiteX3" fmla="*/ 2 w 8087297"/>
                <a:gd name="connsiteY3" fmla="*/ -1 h 2510336"/>
                <a:gd name="connsiteX0" fmla="*/ -2 w 9409711"/>
                <a:gd name="connsiteY0" fmla="*/ -1 h 1549216"/>
                <a:gd name="connsiteX1" fmla="*/ 9409711 w 9409711"/>
                <a:gd name="connsiteY1" fmla="*/ 139136 h 1549216"/>
                <a:gd name="connsiteX2" fmla="*/ 9409711 w 9409711"/>
                <a:gd name="connsiteY2" fmla="*/ 234090 h 1549216"/>
                <a:gd name="connsiteX3" fmla="*/ -2 w 9409711"/>
                <a:gd name="connsiteY3" fmla="*/ -1 h 1549216"/>
                <a:gd name="connsiteX0" fmla="*/ -2 w 9409711"/>
                <a:gd name="connsiteY0" fmla="*/ -1 h 1291853"/>
                <a:gd name="connsiteX1" fmla="*/ 9409711 w 9409711"/>
                <a:gd name="connsiteY1" fmla="*/ 139136 h 1291853"/>
                <a:gd name="connsiteX2" fmla="*/ 9409711 w 9409711"/>
                <a:gd name="connsiteY2" fmla="*/ 234090 h 1291853"/>
                <a:gd name="connsiteX3" fmla="*/ -2 w 9409711"/>
                <a:gd name="connsiteY3" fmla="*/ -1 h 129185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640512 w 15640512"/>
                <a:gd name="connsiteY2" fmla="*/ 2263965 h 2970323"/>
                <a:gd name="connsiteX3" fmla="*/ 1 w 15640512"/>
                <a:gd name="connsiteY3" fmla="*/ 2 h 297032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640512 w 15640512"/>
                <a:gd name="connsiteY2" fmla="*/ 2263965 h 2970323"/>
                <a:gd name="connsiteX3" fmla="*/ 1 w 15640512"/>
                <a:gd name="connsiteY3" fmla="*/ 2 h 297032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640512 w 15640512"/>
                <a:gd name="connsiteY2" fmla="*/ 2263965 h 2970323"/>
                <a:gd name="connsiteX3" fmla="*/ 1 w 15640512"/>
                <a:gd name="connsiteY3" fmla="*/ 2 h 2970323"/>
                <a:gd name="connsiteX0" fmla="*/ 1 w 15640512"/>
                <a:gd name="connsiteY0" fmla="*/ 2 h 2970323"/>
                <a:gd name="connsiteX1" fmla="*/ 15640512 w 15640512"/>
                <a:gd name="connsiteY1" fmla="*/ 2169011 h 2970323"/>
                <a:gd name="connsiteX2" fmla="*/ 15511313 w 15640512"/>
                <a:gd name="connsiteY2" fmla="*/ 2913171 h 2970323"/>
                <a:gd name="connsiteX3" fmla="*/ 1 w 15640512"/>
                <a:gd name="connsiteY3" fmla="*/ 2 h 2970323"/>
                <a:gd name="connsiteX0" fmla="*/ 1 w 15640512"/>
                <a:gd name="connsiteY0" fmla="*/ 2 h 2913170"/>
                <a:gd name="connsiteX1" fmla="*/ 15640512 w 15640512"/>
                <a:gd name="connsiteY1" fmla="*/ 2169011 h 2913170"/>
                <a:gd name="connsiteX2" fmla="*/ 15511313 w 15640512"/>
                <a:gd name="connsiteY2" fmla="*/ 2913171 h 2913170"/>
                <a:gd name="connsiteX3" fmla="*/ 1 w 15640512"/>
                <a:gd name="connsiteY3" fmla="*/ 2 h 2913170"/>
                <a:gd name="connsiteX0" fmla="*/ 1 w 15863856"/>
                <a:gd name="connsiteY0" fmla="*/ 2 h 2240173"/>
                <a:gd name="connsiteX1" fmla="*/ 15640512 w 15863856"/>
                <a:gd name="connsiteY1" fmla="*/ 2169011 h 2240173"/>
                <a:gd name="connsiteX2" fmla="*/ 15863857 w 15863856"/>
                <a:gd name="connsiteY2" fmla="*/ 2240175 h 2240173"/>
                <a:gd name="connsiteX3" fmla="*/ 1 w 15863856"/>
                <a:gd name="connsiteY3" fmla="*/ 2 h 2240173"/>
                <a:gd name="connsiteX0" fmla="*/ 1 w 15640512"/>
                <a:gd name="connsiteY0" fmla="*/ 2 h 2847284"/>
                <a:gd name="connsiteX1" fmla="*/ 15640512 w 15640512"/>
                <a:gd name="connsiteY1" fmla="*/ 2169011 h 2847284"/>
                <a:gd name="connsiteX2" fmla="*/ 15622090 w 15640512"/>
                <a:gd name="connsiteY2" fmla="*/ 2847284 h 2847284"/>
                <a:gd name="connsiteX3" fmla="*/ 1 w 15640512"/>
                <a:gd name="connsiteY3" fmla="*/ 2 h 2847284"/>
                <a:gd name="connsiteX0" fmla="*/ 1 w 16401521"/>
                <a:gd name="connsiteY0" fmla="*/ 2 h 2203505"/>
                <a:gd name="connsiteX1" fmla="*/ 15640512 w 16401521"/>
                <a:gd name="connsiteY1" fmla="*/ 2169011 h 2203505"/>
                <a:gd name="connsiteX2" fmla="*/ 16401525 w 16401521"/>
                <a:gd name="connsiteY2" fmla="*/ 1770549 h 2203505"/>
                <a:gd name="connsiteX3" fmla="*/ 1 w 16401521"/>
                <a:gd name="connsiteY3" fmla="*/ 2 h 2203505"/>
                <a:gd name="connsiteX0" fmla="*/ 1 w 16401521"/>
                <a:gd name="connsiteY0" fmla="*/ 2 h 2686194"/>
                <a:gd name="connsiteX1" fmla="*/ 15438743 w 16401521"/>
                <a:gd name="connsiteY1" fmla="*/ 2656945 h 2686194"/>
                <a:gd name="connsiteX2" fmla="*/ 16401525 w 16401521"/>
                <a:gd name="connsiteY2" fmla="*/ 1770549 h 2686194"/>
                <a:gd name="connsiteX3" fmla="*/ 1 w 16401521"/>
                <a:gd name="connsiteY3" fmla="*/ 2 h 2686194"/>
                <a:gd name="connsiteX0" fmla="*/ 1 w 15749519"/>
                <a:gd name="connsiteY0" fmla="*/ 2 h 2686194"/>
                <a:gd name="connsiteX1" fmla="*/ 15438743 w 15749519"/>
                <a:gd name="connsiteY1" fmla="*/ 2656945 h 2686194"/>
                <a:gd name="connsiteX2" fmla="*/ 15749519 w 15749519"/>
                <a:gd name="connsiteY2" fmla="*/ 2090097 h 2686194"/>
                <a:gd name="connsiteX3" fmla="*/ 1 w 15749519"/>
                <a:gd name="connsiteY3" fmla="*/ 2 h 2686194"/>
                <a:gd name="connsiteX0" fmla="*/ 1 w 15749519"/>
                <a:gd name="connsiteY0" fmla="*/ 2 h 2397448"/>
                <a:gd name="connsiteX1" fmla="*/ 15447941 w 15749519"/>
                <a:gd name="connsiteY1" fmla="*/ 2365274 h 2397448"/>
                <a:gd name="connsiteX2" fmla="*/ 15749519 w 15749519"/>
                <a:gd name="connsiteY2" fmla="*/ 2090097 h 2397448"/>
                <a:gd name="connsiteX3" fmla="*/ 1 w 15749519"/>
                <a:gd name="connsiteY3" fmla="*/ 2 h 2397448"/>
                <a:gd name="connsiteX0" fmla="*/ 1 w 15749519"/>
                <a:gd name="connsiteY0" fmla="*/ 2 h 2397448"/>
                <a:gd name="connsiteX1" fmla="*/ 15447941 w 15749519"/>
                <a:gd name="connsiteY1" fmla="*/ 2365274 h 2397448"/>
                <a:gd name="connsiteX2" fmla="*/ 15749519 w 15749519"/>
                <a:gd name="connsiteY2" fmla="*/ 2090097 h 2397448"/>
                <a:gd name="connsiteX3" fmla="*/ 1 w 15749519"/>
                <a:gd name="connsiteY3" fmla="*/ 2 h 2397448"/>
                <a:gd name="connsiteX0" fmla="*/ 1 w 15749519"/>
                <a:gd name="connsiteY0" fmla="*/ 2 h 2450887"/>
                <a:gd name="connsiteX1" fmla="*/ 15447941 w 15749519"/>
                <a:gd name="connsiteY1" fmla="*/ 2365274 h 2450887"/>
                <a:gd name="connsiteX2" fmla="*/ 15749519 w 15749519"/>
                <a:gd name="connsiteY2" fmla="*/ 2090097 h 2450887"/>
                <a:gd name="connsiteX3" fmla="*/ 1 w 15749519"/>
                <a:gd name="connsiteY3" fmla="*/ 2 h 2450887"/>
                <a:gd name="connsiteX0" fmla="*/ 1 w 15749519"/>
                <a:gd name="connsiteY0" fmla="*/ 2 h 2450887"/>
                <a:gd name="connsiteX1" fmla="*/ 15447941 w 15749519"/>
                <a:gd name="connsiteY1" fmla="*/ 2365274 h 2450887"/>
                <a:gd name="connsiteX2" fmla="*/ 15749519 w 15749519"/>
                <a:gd name="connsiteY2" fmla="*/ 2090097 h 2450887"/>
                <a:gd name="connsiteX3" fmla="*/ 1 w 15749519"/>
                <a:gd name="connsiteY3" fmla="*/ 2 h 2450887"/>
                <a:gd name="connsiteX0" fmla="*/ 1 w 15553425"/>
                <a:gd name="connsiteY0" fmla="*/ 2 h 2450887"/>
                <a:gd name="connsiteX1" fmla="*/ 15447941 w 15553425"/>
                <a:gd name="connsiteY1" fmla="*/ 2365274 h 2450887"/>
                <a:gd name="connsiteX2" fmla="*/ 15553420 w 15553425"/>
                <a:gd name="connsiteY2" fmla="*/ 2070415 h 2450887"/>
                <a:gd name="connsiteX3" fmla="*/ 1 w 15553425"/>
                <a:gd name="connsiteY3" fmla="*/ 2 h 2450887"/>
                <a:gd name="connsiteX0" fmla="*/ 1 w 15553416"/>
                <a:gd name="connsiteY0" fmla="*/ 2 h 2450887"/>
                <a:gd name="connsiteX1" fmla="*/ 15447941 w 15553416"/>
                <a:gd name="connsiteY1" fmla="*/ 2365274 h 2450887"/>
                <a:gd name="connsiteX2" fmla="*/ 15553420 w 15553416"/>
                <a:gd name="connsiteY2" fmla="*/ 2070415 h 2450887"/>
                <a:gd name="connsiteX3" fmla="*/ 1 w 15553416"/>
                <a:gd name="connsiteY3" fmla="*/ 2 h 2450887"/>
                <a:gd name="connsiteX0" fmla="*/ 1 w 15556963"/>
                <a:gd name="connsiteY0" fmla="*/ 2 h 2290715"/>
                <a:gd name="connsiteX1" fmla="*/ 15556958 w 15556963"/>
                <a:gd name="connsiteY1" fmla="*/ 2191422 h 2290715"/>
                <a:gd name="connsiteX2" fmla="*/ 15553420 w 15556963"/>
                <a:gd name="connsiteY2" fmla="*/ 2070415 h 2290715"/>
                <a:gd name="connsiteX3" fmla="*/ 1 w 15556963"/>
                <a:gd name="connsiteY3" fmla="*/ 2 h 2290715"/>
                <a:gd name="connsiteX0" fmla="*/ 1 w 15556963"/>
                <a:gd name="connsiteY0" fmla="*/ 2 h 2251347"/>
                <a:gd name="connsiteX1" fmla="*/ 15556958 w 15556963"/>
                <a:gd name="connsiteY1" fmla="*/ 2191422 h 2251347"/>
                <a:gd name="connsiteX2" fmla="*/ 15553420 w 15556963"/>
                <a:gd name="connsiteY2" fmla="*/ 2070415 h 2251347"/>
                <a:gd name="connsiteX3" fmla="*/ 1 w 15556963"/>
                <a:gd name="connsiteY3" fmla="*/ 2 h 2251347"/>
                <a:gd name="connsiteX0" fmla="*/ 1 w 15556963"/>
                <a:gd name="connsiteY0" fmla="*/ 2 h 2270539"/>
                <a:gd name="connsiteX1" fmla="*/ 15556958 w 15556963"/>
                <a:gd name="connsiteY1" fmla="*/ 2191422 h 2270539"/>
                <a:gd name="connsiteX2" fmla="*/ 15553420 w 15556963"/>
                <a:gd name="connsiteY2" fmla="*/ 2070415 h 2270539"/>
                <a:gd name="connsiteX3" fmla="*/ 1 w 15556963"/>
                <a:gd name="connsiteY3" fmla="*/ 2 h 2270539"/>
                <a:gd name="connsiteX0" fmla="*/ 1 w 15556963"/>
                <a:gd name="connsiteY0" fmla="*/ 2 h 2329199"/>
                <a:gd name="connsiteX1" fmla="*/ 15556958 w 15556963"/>
                <a:gd name="connsiteY1" fmla="*/ 2191422 h 2329199"/>
                <a:gd name="connsiteX2" fmla="*/ 15553420 w 15556963"/>
                <a:gd name="connsiteY2" fmla="*/ 2070415 h 2329199"/>
                <a:gd name="connsiteX3" fmla="*/ 1 w 15556963"/>
                <a:gd name="connsiteY3" fmla="*/ 2 h 2329199"/>
                <a:gd name="connsiteX0" fmla="*/ 1 w 15556963"/>
                <a:gd name="connsiteY0" fmla="*/ 2 h 2329199"/>
                <a:gd name="connsiteX1" fmla="*/ 15556958 w 15556963"/>
                <a:gd name="connsiteY1" fmla="*/ 2191422 h 2329199"/>
                <a:gd name="connsiteX2" fmla="*/ 15553420 w 15556963"/>
                <a:gd name="connsiteY2" fmla="*/ 2070415 h 2329199"/>
                <a:gd name="connsiteX3" fmla="*/ 1 w 15556963"/>
                <a:gd name="connsiteY3" fmla="*/ 2 h 2329199"/>
                <a:gd name="connsiteX0" fmla="*/ -1 w 16618687"/>
                <a:gd name="connsiteY0" fmla="*/ -4 h 2896943"/>
                <a:gd name="connsiteX1" fmla="*/ 16618682 w 16618687"/>
                <a:gd name="connsiteY1" fmla="*/ 2818227 h 2896943"/>
                <a:gd name="connsiteX2" fmla="*/ 16615144 w 16618687"/>
                <a:gd name="connsiteY2" fmla="*/ 2697220 h 2896943"/>
                <a:gd name="connsiteX3" fmla="*/ -1 w 16618687"/>
                <a:gd name="connsiteY3" fmla="*/ -4 h 2896943"/>
                <a:gd name="connsiteX0" fmla="*/ -1 w 16618687"/>
                <a:gd name="connsiteY0" fmla="*/ -4 h 3139113"/>
                <a:gd name="connsiteX1" fmla="*/ 16618682 w 16618687"/>
                <a:gd name="connsiteY1" fmla="*/ 2818227 h 3139113"/>
                <a:gd name="connsiteX2" fmla="*/ 16615144 w 16618687"/>
                <a:gd name="connsiteY2" fmla="*/ 2697220 h 3139113"/>
                <a:gd name="connsiteX3" fmla="*/ -1 w 16618687"/>
                <a:gd name="connsiteY3" fmla="*/ -4 h 3139113"/>
                <a:gd name="connsiteX0" fmla="*/ -1 w 16618687"/>
                <a:gd name="connsiteY0" fmla="*/ -4 h 3139113"/>
                <a:gd name="connsiteX1" fmla="*/ 16618682 w 16618687"/>
                <a:gd name="connsiteY1" fmla="*/ 2818227 h 3139113"/>
                <a:gd name="connsiteX2" fmla="*/ 16615144 w 16618687"/>
                <a:gd name="connsiteY2" fmla="*/ 2697220 h 3139113"/>
                <a:gd name="connsiteX3" fmla="*/ -1 w 16618687"/>
                <a:gd name="connsiteY3" fmla="*/ -4 h 3139113"/>
                <a:gd name="connsiteX0" fmla="*/ -1 w 16618687"/>
                <a:gd name="connsiteY0" fmla="*/ -4 h 3070251"/>
                <a:gd name="connsiteX1" fmla="*/ 16618682 w 16618687"/>
                <a:gd name="connsiteY1" fmla="*/ 2818227 h 3070251"/>
                <a:gd name="connsiteX2" fmla="*/ 16615144 w 16618687"/>
                <a:gd name="connsiteY2" fmla="*/ 2697220 h 3070251"/>
                <a:gd name="connsiteX3" fmla="*/ -1 w 16618687"/>
                <a:gd name="connsiteY3" fmla="*/ -4 h 3070251"/>
                <a:gd name="connsiteX0" fmla="*/ -1 w 16618687"/>
                <a:gd name="connsiteY0" fmla="*/ -4 h 3031731"/>
                <a:gd name="connsiteX1" fmla="*/ 16618682 w 16618687"/>
                <a:gd name="connsiteY1" fmla="*/ 2818227 h 3031731"/>
                <a:gd name="connsiteX2" fmla="*/ 16615144 w 16618687"/>
                <a:gd name="connsiteY2" fmla="*/ 2697220 h 3031731"/>
                <a:gd name="connsiteX3" fmla="*/ -1 w 16618687"/>
                <a:gd name="connsiteY3" fmla="*/ -4 h 3031731"/>
                <a:gd name="connsiteX0" fmla="*/ -1 w 16618687"/>
                <a:gd name="connsiteY0" fmla="*/ -4 h 3042416"/>
                <a:gd name="connsiteX1" fmla="*/ 16618682 w 16618687"/>
                <a:gd name="connsiteY1" fmla="*/ 2818227 h 3042416"/>
                <a:gd name="connsiteX2" fmla="*/ 16615144 w 16618687"/>
                <a:gd name="connsiteY2" fmla="*/ 2697220 h 3042416"/>
                <a:gd name="connsiteX3" fmla="*/ -1 w 16618687"/>
                <a:gd name="connsiteY3" fmla="*/ -4 h 3042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618687" h="3042416">
                  <a:moveTo>
                    <a:pt x="-1" y="-4"/>
                  </a:moveTo>
                  <a:cubicBezTo>
                    <a:pt x="1369049" y="1189587"/>
                    <a:pt x="11745160" y="3823804"/>
                    <a:pt x="16618682" y="2818227"/>
                  </a:cubicBezTo>
                  <a:lnTo>
                    <a:pt x="16615144" y="2697220"/>
                  </a:lnTo>
                  <a:cubicBezTo>
                    <a:pt x="12506599" y="3031771"/>
                    <a:pt x="7221605" y="2916874"/>
                    <a:pt x="-1" y="-4"/>
                  </a:cubicBezTo>
                  <a:close/>
                </a:path>
              </a:pathLst>
            </a:custGeom>
            <a:solidFill>
              <a:srgbClr val="A9D743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84C4D859-5254-8023-F233-AFBC169C911D}"/>
                </a:ext>
              </a:extLst>
            </p:cNvPr>
            <p:cNvSpPr/>
            <p:nvPr/>
          </p:nvSpPr>
          <p:spPr>
            <a:xfrm>
              <a:off x="6593610" y="3453200"/>
              <a:ext cx="913792" cy="2807531"/>
            </a:xfrm>
            <a:custGeom>
              <a:avLst/>
              <a:gdLst>
                <a:gd name="connsiteX0" fmla="*/ 229937 w 913792"/>
                <a:gd name="connsiteY0" fmla="*/ 0 h 2807531"/>
                <a:gd name="connsiteX1" fmla="*/ 271557 w 913792"/>
                <a:gd name="connsiteY1" fmla="*/ 2779421 h 2807531"/>
                <a:gd name="connsiteX2" fmla="*/ 241109 w 913792"/>
                <a:gd name="connsiteY2" fmla="*/ 2806876 h 2807531"/>
                <a:gd name="connsiteX3" fmla="*/ 161588 w 913792"/>
                <a:gd name="connsiteY3" fmla="*/ 2807531 h 2807531"/>
                <a:gd name="connsiteX4" fmla="*/ 3082 w 913792"/>
                <a:gd name="connsiteY4" fmla="*/ 2790145 h 2807531"/>
                <a:gd name="connsiteX5" fmla="*/ 0 w 913792"/>
                <a:gd name="connsiteY5" fmla="*/ 2791348 h 2807531"/>
                <a:gd name="connsiteX6" fmla="*/ 75077 w 913792"/>
                <a:gd name="connsiteY6" fmla="*/ 2720085 h 2807531"/>
                <a:gd name="connsiteX7" fmla="*/ 229937 w 913792"/>
                <a:gd name="connsiteY7" fmla="*/ 0 h 2807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13792" h="2807531">
                  <a:moveTo>
                    <a:pt x="229937" y="0"/>
                  </a:moveTo>
                  <a:cubicBezTo>
                    <a:pt x="804496" y="424692"/>
                    <a:pt x="1407801" y="1693455"/>
                    <a:pt x="271557" y="2779421"/>
                  </a:cubicBezTo>
                  <a:lnTo>
                    <a:pt x="241109" y="2806876"/>
                  </a:lnTo>
                  <a:lnTo>
                    <a:pt x="161588" y="2807531"/>
                  </a:lnTo>
                  <a:cubicBezTo>
                    <a:pt x="106610" y="2805546"/>
                    <a:pt x="52703" y="2799036"/>
                    <a:pt x="3082" y="2790145"/>
                  </a:cubicBezTo>
                  <a:lnTo>
                    <a:pt x="0" y="2791348"/>
                  </a:lnTo>
                  <a:lnTo>
                    <a:pt x="75077" y="2720085"/>
                  </a:lnTo>
                  <a:cubicBezTo>
                    <a:pt x="663525" y="2140055"/>
                    <a:pt x="1173003" y="1316031"/>
                    <a:pt x="229937" y="0"/>
                  </a:cubicBezTo>
                  <a:close/>
                </a:path>
              </a:pathLst>
            </a:custGeom>
            <a:solidFill>
              <a:srgbClr val="E1F5AF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422398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roup 117">
            <a:extLst>
              <a:ext uri="{FF2B5EF4-FFF2-40B4-BE49-F238E27FC236}">
                <a16:creationId xmlns:a16="http://schemas.microsoft.com/office/drawing/2014/main" id="{25716FE4-3BF5-498B-FA55-7484168566E1}"/>
              </a:ext>
            </a:extLst>
          </p:cNvPr>
          <p:cNvGrpSpPr/>
          <p:nvPr/>
        </p:nvGrpSpPr>
        <p:grpSpPr>
          <a:xfrm>
            <a:off x="2313934" y="407891"/>
            <a:ext cx="6830426" cy="7198317"/>
            <a:chOff x="2313934" y="407891"/>
            <a:chExt cx="6830426" cy="7198317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EB0F641C-E960-9D67-1FA6-5400B17178B5}"/>
                </a:ext>
              </a:extLst>
            </p:cNvPr>
            <p:cNvSpPr/>
            <p:nvPr/>
          </p:nvSpPr>
          <p:spPr>
            <a:xfrm>
              <a:off x="2313934" y="4720116"/>
              <a:ext cx="3335360" cy="2886092"/>
            </a:xfrm>
            <a:custGeom>
              <a:avLst/>
              <a:gdLst>
                <a:gd name="connsiteX0" fmla="*/ 0 w 1084882"/>
                <a:gd name="connsiteY0" fmla="*/ 0 h 1269480"/>
                <a:gd name="connsiteX1" fmla="*/ 1084882 w 1084882"/>
                <a:gd name="connsiteY1" fmla="*/ 0 h 1269480"/>
                <a:gd name="connsiteX2" fmla="*/ 1084882 w 1084882"/>
                <a:gd name="connsiteY2" fmla="*/ 1269480 h 1269480"/>
                <a:gd name="connsiteX3" fmla="*/ 0 w 1084882"/>
                <a:gd name="connsiteY3" fmla="*/ 1269480 h 1269480"/>
                <a:gd name="connsiteX4" fmla="*/ 0 w 1084882"/>
                <a:gd name="connsiteY4" fmla="*/ 0 h 1269480"/>
                <a:gd name="connsiteX0" fmla="*/ 0 w 1952787"/>
                <a:gd name="connsiteY0" fmla="*/ 46495 h 1315975"/>
                <a:gd name="connsiteX1" fmla="*/ 1952787 w 1952787"/>
                <a:gd name="connsiteY1" fmla="*/ 0 h 1315975"/>
                <a:gd name="connsiteX2" fmla="*/ 1084882 w 1952787"/>
                <a:gd name="connsiteY2" fmla="*/ 1315975 h 1315975"/>
                <a:gd name="connsiteX3" fmla="*/ 0 w 1952787"/>
                <a:gd name="connsiteY3" fmla="*/ 1315975 h 1315975"/>
                <a:gd name="connsiteX4" fmla="*/ 0 w 1952787"/>
                <a:gd name="connsiteY4" fmla="*/ 46495 h 1315975"/>
                <a:gd name="connsiteX0" fmla="*/ 991892 w 1952787"/>
                <a:gd name="connsiteY0" fmla="*/ 0 h 1966904"/>
                <a:gd name="connsiteX1" fmla="*/ 1952787 w 1952787"/>
                <a:gd name="connsiteY1" fmla="*/ 650929 h 1966904"/>
                <a:gd name="connsiteX2" fmla="*/ 1084882 w 1952787"/>
                <a:gd name="connsiteY2" fmla="*/ 1966904 h 1966904"/>
                <a:gd name="connsiteX3" fmla="*/ 0 w 1952787"/>
                <a:gd name="connsiteY3" fmla="*/ 1966904 h 1966904"/>
                <a:gd name="connsiteX4" fmla="*/ 991892 w 1952787"/>
                <a:gd name="connsiteY4" fmla="*/ 0 h 1966904"/>
                <a:gd name="connsiteX0" fmla="*/ 1983784 w 2944679"/>
                <a:gd name="connsiteY0" fmla="*/ 0 h 2772816"/>
                <a:gd name="connsiteX1" fmla="*/ 2944679 w 2944679"/>
                <a:gd name="connsiteY1" fmla="*/ 650929 h 2772816"/>
                <a:gd name="connsiteX2" fmla="*/ 2076774 w 2944679"/>
                <a:gd name="connsiteY2" fmla="*/ 1966904 h 2772816"/>
                <a:gd name="connsiteX3" fmla="*/ 0 w 2944679"/>
                <a:gd name="connsiteY3" fmla="*/ 2772816 h 2772816"/>
                <a:gd name="connsiteX4" fmla="*/ 1983784 w 2944679"/>
                <a:gd name="connsiteY4" fmla="*/ 0 h 2772816"/>
                <a:gd name="connsiteX0" fmla="*/ 1983784 w 2944679"/>
                <a:gd name="connsiteY0" fmla="*/ 0 h 2772816"/>
                <a:gd name="connsiteX1" fmla="*/ 2944679 w 2944679"/>
                <a:gd name="connsiteY1" fmla="*/ 650929 h 2772816"/>
                <a:gd name="connsiteX2" fmla="*/ 1208869 w 2944679"/>
                <a:gd name="connsiteY2" fmla="*/ 2571338 h 2772816"/>
                <a:gd name="connsiteX3" fmla="*/ 0 w 2944679"/>
                <a:gd name="connsiteY3" fmla="*/ 2772816 h 2772816"/>
                <a:gd name="connsiteX4" fmla="*/ 1983784 w 2944679"/>
                <a:gd name="connsiteY4" fmla="*/ 0 h 2772816"/>
                <a:gd name="connsiteX0" fmla="*/ 1983784 w 2944679"/>
                <a:gd name="connsiteY0" fmla="*/ 0 h 2772816"/>
                <a:gd name="connsiteX1" fmla="*/ 2944679 w 2944679"/>
                <a:gd name="connsiteY1" fmla="*/ 650929 h 2772816"/>
                <a:gd name="connsiteX2" fmla="*/ 1208869 w 2944679"/>
                <a:gd name="connsiteY2" fmla="*/ 2571338 h 2772816"/>
                <a:gd name="connsiteX3" fmla="*/ 0 w 2944679"/>
                <a:gd name="connsiteY3" fmla="*/ 2772816 h 2772816"/>
                <a:gd name="connsiteX4" fmla="*/ 681926 w 2944679"/>
                <a:gd name="connsiteY4" fmla="*/ 2230376 h 2772816"/>
                <a:gd name="connsiteX5" fmla="*/ 1983784 w 2944679"/>
                <a:gd name="connsiteY5" fmla="*/ 0 h 2772816"/>
                <a:gd name="connsiteX0" fmla="*/ 1983784 w 2944679"/>
                <a:gd name="connsiteY0" fmla="*/ 0 h 2772816"/>
                <a:gd name="connsiteX1" fmla="*/ 2944679 w 2944679"/>
                <a:gd name="connsiteY1" fmla="*/ 650929 h 2772816"/>
                <a:gd name="connsiteX2" fmla="*/ 1208869 w 2944679"/>
                <a:gd name="connsiteY2" fmla="*/ 2571338 h 2772816"/>
                <a:gd name="connsiteX3" fmla="*/ 0 w 2944679"/>
                <a:gd name="connsiteY3" fmla="*/ 2772816 h 2772816"/>
                <a:gd name="connsiteX4" fmla="*/ 1983784 w 2944679"/>
                <a:gd name="connsiteY4" fmla="*/ 0 h 2772816"/>
                <a:gd name="connsiteX0" fmla="*/ 1983784 w 2944679"/>
                <a:gd name="connsiteY0" fmla="*/ 108001 h 2880817"/>
                <a:gd name="connsiteX1" fmla="*/ 2944679 w 2944679"/>
                <a:gd name="connsiteY1" fmla="*/ 758930 h 2880817"/>
                <a:gd name="connsiteX2" fmla="*/ 1208869 w 2944679"/>
                <a:gd name="connsiteY2" fmla="*/ 2679339 h 2880817"/>
                <a:gd name="connsiteX3" fmla="*/ 0 w 2944679"/>
                <a:gd name="connsiteY3" fmla="*/ 2880817 h 2880817"/>
                <a:gd name="connsiteX4" fmla="*/ 1983784 w 2944679"/>
                <a:gd name="connsiteY4" fmla="*/ 108001 h 2880817"/>
                <a:gd name="connsiteX0" fmla="*/ 1983784 w 2944679"/>
                <a:gd name="connsiteY0" fmla="*/ 97767 h 2870583"/>
                <a:gd name="connsiteX1" fmla="*/ 2944679 w 2944679"/>
                <a:gd name="connsiteY1" fmla="*/ 748696 h 2870583"/>
                <a:gd name="connsiteX2" fmla="*/ 1208869 w 2944679"/>
                <a:gd name="connsiteY2" fmla="*/ 2669105 h 2870583"/>
                <a:gd name="connsiteX3" fmla="*/ 0 w 2944679"/>
                <a:gd name="connsiteY3" fmla="*/ 2870583 h 2870583"/>
                <a:gd name="connsiteX4" fmla="*/ 1983784 w 2944679"/>
                <a:gd name="connsiteY4" fmla="*/ 97767 h 2870583"/>
                <a:gd name="connsiteX0" fmla="*/ 1983784 w 2944679"/>
                <a:gd name="connsiteY0" fmla="*/ 67385 h 2840201"/>
                <a:gd name="connsiteX1" fmla="*/ 2944679 w 2944679"/>
                <a:gd name="connsiteY1" fmla="*/ 718314 h 2840201"/>
                <a:gd name="connsiteX2" fmla="*/ 1208869 w 2944679"/>
                <a:gd name="connsiteY2" fmla="*/ 2638723 h 2840201"/>
                <a:gd name="connsiteX3" fmla="*/ 0 w 2944679"/>
                <a:gd name="connsiteY3" fmla="*/ 2840201 h 2840201"/>
                <a:gd name="connsiteX4" fmla="*/ 1983784 w 2944679"/>
                <a:gd name="connsiteY4" fmla="*/ 67385 h 2840201"/>
                <a:gd name="connsiteX0" fmla="*/ 1983784 w 2944679"/>
                <a:gd name="connsiteY0" fmla="*/ 70239 h 2843055"/>
                <a:gd name="connsiteX1" fmla="*/ 2944679 w 2944679"/>
                <a:gd name="connsiteY1" fmla="*/ 721168 h 2843055"/>
                <a:gd name="connsiteX2" fmla="*/ 1208869 w 2944679"/>
                <a:gd name="connsiteY2" fmla="*/ 2641577 h 2843055"/>
                <a:gd name="connsiteX3" fmla="*/ 0 w 2944679"/>
                <a:gd name="connsiteY3" fmla="*/ 2843055 h 2843055"/>
                <a:gd name="connsiteX4" fmla="*/ 1983784 w 2944679"/>
                <a:gd name="connsiteY4" fmla="*/ 70239 h 2843055"/>
                <a:gd name="connsiteX0" fmla="*/ 1983784 w 2944679"/>
                <a:gd name="connsiteY0" fmla="*/ 35337 h 2808153"/>
                <a:gd name="connsiteX1" fmla="*/ 2944679 w 2944679"/>
                <a:gd name="connsiteY1" fmla="*/ 686266 h 2808153"/>
                <a:gd name="connsiteX2" fmla="*/ 1208869 w 2944679"/>
                <a:gd name="connsiteY2" fmla="*/ 2606675 h 2808153"/>
                <a:gd name="connsiteX3" fmla="*/ 0 w 2944679"/>
                <a:gd name="connsiteY3" fmla="*/ 2808153 h 2808153"/>
                <a:gd name="connsiteX4" fmla="*/ 1983784 w 2944679"/>
                <a:gd name="connsiteY4" fmla="*/ 35337 h 2808153"/>
                <a:gd name="connsiteX0" fmla="*/ 1983784 w 2944679"/>
                <a:gd name="connsiteY0" fmla="*/ 73527 h 2846343"/>
                <a:gd name="connsiteX1" fmla="*/ 2944679 w 2944679"/>
                <a:gd name="connsiteY1" fmla="*/ 724456 h 2846343"/>
                <a:gd name="connsiteX2" fmla="*/ 1208869 w 2944679"/>
                <a:gd name="connsiteY2" fmla="*/ 2644865 h 2846343"/>
                <a:gd name="connsiteX3" fmla="*/ 0 w 2944679"/>
                <a:gd name="connsiteY3" fmla="*/ 2846343 h 2846343"/>
                <a:gd name="connsiteX4" fmla="*/ 1983784 w 2944679"/>
                <a:gd name="connsiteY4" fmla="*/ 73527 h 2846343"/>
                <a:gd name="connsiteX0" fmla="*/ 1983784 w 2944679"/>
                <a:gd name="connsiteY0" fmla="*/ 70240 h 2843056"/>
                <a:gd name="connsiteX1" fmla="*/ 2944679 w 2944679"/>
                <a:gd name="connsiteY1" fmla="*/ 721169 h 2843056"/>
                <a:gd name="connsiteX2" fmla="*/ 1208869 w 2944679"/>
                <a:gd name="connsiteY2" fmla="*/ 2641578 h 2843056"/>
                <a:gd name="connsiteX3" fmla="*/ 0 w 2944679"/>
                <a:gd name="connsiteY3" fmla="*/ 2843056 h 2843056"/>
                <a:gd name="connsiteX4" fmla="*/ 1983784 w 2944679"/>
                <a:gd name="connsiteY4" fmla="*/ 70240 h 2843056"/>
                <a:gd name="connsiteX0" fmla="*/ 1983784 w 2944679"/>
                <a:gd name="connsiteY0" fmla="*/ 70240 h 2886092"/>
                <a:gd name="connsiteX1" fmla="*/ 2944679 w 2944679"/>
                <a:gd name="connsiteY1" fmla="*/ 721169 h 2886092"/>
                <a:gd name="connsiteX2" fmla="*/ 1208869 w 2944679"/>
                <a:gd name="connsiteY2" fmla="*/ 2641578 h 2886092"/>
                <a:gd name="connsiteX3" fmla="*/ 0 w 2944679"/>
                <a:gd name="connsiteY3" fmla="*/ 2843056 h 2886092"/>
                <a:gd name="connsiteX4" fmla="*/ 1983784 w 2944679"/>
                <a:gd name="connsiteY4" fmla="*/ 70240 h 2886092"/>
                <a:gd name="connsiteX0" fmla="*/ 1983784 w 2944679"/>
                <a:gd name="connsiteY0" fmla="*/ 70240 h 2886092"/>
                <a:gd name="connsiteX1" fmla="*/ 2944679 w 2944679"/>
                <a:gd name="connsiteY1" fmla="*/ 721169 h 2886092"/>
                <a:gd name="connsiteX2" fmla="*/ 1208869 w 2944679"/>
                <a:gd name="connsiteY2" fmla="*/ 2641578 h 2886092"/>
                <a:gd name="connsiteX3" fmla="*/ 0 w 2944679"/>
                <a:gd name="connsiteY3" fmla="*/ 2843056 h 2886092"/>
                <a:gd name="connsiteX4" fmla="*/ 1983784 w 2944679"/>
                <a:gd name="connsiteY4" fmla="*/ 70240 h 2886092"/>
                <a:gd name="connsiteX0" fmla="*/ 1983784 w 3326082"/>
                <a:gd name="connsiteY0" fmla="*/ 70240 h 2886092"/>
                <a:gd name="connsiteX1" fmla="*/ 2944679 w 3326082"/>
                <a:gd name="connsiteY1" fmla="*/ 721169 h 2886092"/>
                <a:gd name="connsiteX2" fmla="*/ 1208869 w 3326082"/>
                <a:gd name="connsiteY2" fmla="*/ 2641578 h 2886092"/>
                <a:gd name="connsiteX3" fmla="*/ 0 w 3326082"/>
                <a:gd name="connsiteY3" fmla="*/ 2843056 h 2886092"/>
                <a:gd name="connsiteX4" fmla="*/ 1983784 w 3326082"/>
                <a:gd name="connsiteY4" fmla="*/ 70240 h 2886092"/>
                <a:gd name="connsiteX0" fmla="*/ 1983784 w 3335360"/>
                <a:gd name="connsiteY0" fmla="*/ 70240 h 2886092"/>
                <a:gd name="connsiteX1" fmla="*/ 2944679 w 3335360"/>
                <a:gd name="connsiteY1" fmla="*/ 721169 h 2886092"/>
                <a:gd name="connsiteX2" fmla="*/ 1208869 w 3335360"/>
                <a:gd name="connsiteY2" fmla="*/ 2641578 h 2886092"/>
                <a:gd name="connsiteX3" fmla="*/ 0 w 3335360"/>
                <a:gd name="connsiteY3" fmla="*/ 2843056 h 2886092"/>
                <a:gd name="connsiteX4" fmla="*/ 1983784 w 3335360"/>
                <a:gd name="connsiteY4" fmla="*/ 70240 h 2886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35360" h="2886092">
                  <a:moveTo>
                    <a:pt x="1983784" y="70240"/>
                  </a:moveTo>
                  <a:lnTo>
                    <a:pt x="2944679" y="721169"/>
                  </a:lnTo>
                  <a:cubicBezTo>
                    <a:pt x="3977900" y="1950241"/>
                    <a:pt x="2810361" y="2760859"/>
                    <a:pt x="1208869" y="2641578"/>
                  </a:cubicBezTo>
                  <a:cubicBezTo>
                    <a:pt x="805913" y="2708737"/>
                    <a:pt x="604434" y="2992874"/>
                    <a:pt x="0" y="2843056"/>
                  </a:cubicBezTo>
                  <a:cubicBezTo>
                    <a:pt x="1725478" y="2646974"/>
                    <a:pt x="-599268" y="-506010"/>
                    <a:pt x="1983784" y="70240"/>
                  </a:cubicBezTo>
                  <a:close/>
                </a:path>
              </a:pathLst>
            </a:custGeom>
            <a:solidFill>
              <a:srgbClr val="64263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E2FBEC3C-9D6E-A24F-8D1E-F220E651C04B}"/>
                </a:ext>
              </a:extLst>
            </p:cNvPr>
            <p:cNvGrpSpPr/>
            <p:nvPr/>
          </p:nvGrpSpPr>
          <p:grpSpPr>
            <a:xfrm>
              <a:off x="4892174" y="3212088"/>
              <a:ext cx="4252186" cy="2470524"/>
              <a:chOff x="4854239" y="3122846"/>
              <a:chExt cx="4252186" cy="2470524"/>
            </a:xfrm>
          </p:grpSpPr>
          <p:sp>
            <p:nvSpPr>
              <p:cNvPr id="116" name="Rectangle 2">
                <a:extLst>
                  <a:ext uri="{FF2B5EF4-FFF2-40B4-BE49-F238E27FC236}">
                    <a16:creationId xmlns:a16="http://schemas.microsoft.com/office/drawing/2014/main" id="{45682658-5948-5C23-8889-D07D1C5CAA65}"/>
                  </a:ext>
                </a:extLst>
              </p:cNvPr>
              <p:cNvSpPr/>
              <p:nvPr/>
            </p:nvSpPr>
            <p:spPr>
              <a:xfrm rot="4147940">
                <a:off x="6002380" y="2402127"/>
                <a:ext cx="2383326" cy="3824764"/>
              </a:xfrm>
              <a:custGeom>
                <a:avLst/>
                <a:gdLst>
                  <a:gd name="connsiteX0" fmla="*/ 0 w 542441"/>
                  <a:gd name="connsiteY0" fmla="*/ 0 h 895027"/>
                  <a:gd name="connsiteX1" fmla="*/ 542441 w 542441"/>
                  <a:gd name="connsiteY1" fmla="*/ 0 h 895027"/>
                  <a:gd name="connsiteX2" fmla="*/ 542441 w 542441"/>
                  <a:gd name="connsiteY2" fmla="*/ 895027 h 895027"/>
                  <a:gd name="connsiteX3" fmla="*/ 0 w 542441"/>
                  <a:gd name="connsiteY3" fmla="*/ 895027 h 895027"/>
                  <a:gd name="connsiteX4" fmla="*/ 0 w 542441"/>
                  <a:gd name="connsiteY4" fmla="*/ 0 h 895027"/>
                  <a:gd name="connsiteX0" fmla="*/ 0 w 834541"/>
                  <a:gd name="connsiteY0" fmla="*/ 635000 h 895027"/>
                  <a:gd name="connsiteX1" fmla="*/ 834541 w 834541"/>
                  <a:gd name="connsiteY1" fmla="*/ 0 h 895027"/>
                  <a:gd name="connsiteX2" fmla="*/ 834541 w 834541"/>
                  <a:gd name="connsiteY2" fmla="*/ 895027 h 895027"/>
                  <a:gd name="connsiteX3" fmla="*/ 292100 w 834541"/>
                  <a:gd name="connsiteY3" fmla="*/ 895027 h 895027"/>
                  <a:gd name="connsiteX4" fmla="*/ 0 w 834541"/>
                  <a:gd name="connsiteY4" fmla="*/ 635000 h 895027"/>
                  <a:gd name="connsiteX0" fmla="*/ 152400 w 986941"/>
                  <a:gd name="connsiteY0" fmla="*/ 635000 h 1885627"/>
                  <a:gd name="connsiteX1" fmla="*/ 986941 w 986941"/>
                  <a:gd name="connsiteY1" fmla="*/ 0 h 1885627"/>
                  <a:gd name="connsiteX2" fmla="*/ 986941 w 986941"/>
                  <a:gd name="connsiteY2" fmla="*/ 895027 h 1885627"/>
                  <a:gd name="connsiteX3" fmla="*/ 0 w 986941"/>
                  <a:gd name="connsiteY3" fmla="*/ 1885627 h 1885627"/>
                  <a:gd name="connsiteX4" fmla="*/ 152400 w 986941"/>
                  <a:gd name="connsiteY4" fmla="*/ 635000 h 1885627"/>
                  <a:gd name="connsiteX0" fmla="*/ 152400 w 986941"/>
                  <a:gd name="connsiteY0" fmla="*/ 635000 h 1974527"/>
                  <a:gd name="connsiteX1" fmla="*/ 986941 w 986941"/>
                  <a:gd name="connsiteY1" fmla="*/ 0 h 1974527"/>
                  <a:gd name="connsiteX2" fmla="*/ 237641 w 986941"/>
                  <a:gd name="connsiteY2" fmla="*/ 1974527 h 1974527"/>
                  <a:gd name="connsiteX3" fmla="*/ 0 w 986941"/>
                  <a:gd name="connsiteY3" fmla="*/ 1885627 h 1974527"/>
                  <a:gd name="connsiteX4" fmla="*/ 152400 w 986941"/>
                  <a:gd name="connsiteY4" fmla="*/ 635000 h 1974527"/>
                  <a:gd name="connsiteX0" fmla="*/ 152400 w 402741"/>
                  <a:gd name="connsiteY0" fmla="*/ 0 h 1339527"/>
                  <a:gd name="connsiteX1" fmla="*/ 402741 w 402741"/>
                  <a:gd name="connsiteY1" fmla="*/ 63500 h 1339527"/>
                  <a:gd name="connsiteX2" fmla="*/ 237641 w 402741"/>
                  <a:gd name="connsiteY2" fmla="*/ 1339527 h 1339527"/>
                  <a:gd name="connsiteX3" fmla="*/ 0 w 402741"/>
                  <a:gd name="connsiteY3" fmla="*/ 1250627 h 1339527"/>
                  <a:gd name="connsiteX4" fmla="*/ 152400 w 402741"/>
                  <a:gd name="connsiteY4" fmla="*/ 0 h 1339527"/>
                  <a:gd name="connsiteX0" fmla="*/ 152400 w 402741"/>
                  <a:gd name="connsiteY0" fmla="*/ 131276 h 1470803"/>
                  <a:gd name="connsiteX1" fmla="*/ 402741 w 402741"/>
                  <a:gd name="connsiteY1" fmla="*/ 194776 h 1470803"/>
                  <a:gd name="connsiteX2" fmla="*/ 237641 w 402741"/>
                  <a:gd name="connsiteY2" fmla="*/ 1470803 h 1470803"/>
                  <a:gd name="connsiteX3" fmla="*/ 0 w 402741"/>
                  <a:gd name="connsiteY3" fmla="*/ 1381903 h 1470803"/>
                  <a:gd name="connsiteX4" fmla="*/ 152400 w 402741"/>
                  <a:gd name="connsiteY4" fmla="*/ 131276 h 1470803"/>
                  <a:gd name="connsiteX0" fmla="*/ 187527 w 437868"/>
                  <a:gd name="connsiteY0" fmla="*/ 395743 h 1735270"/>
                  <a:gd name="connsiteX1" fmla="*/ 4604 w 437868"/>
                  <a:gd name="connsiteY1" fmla="*/ 450 h 1735270"/>
                  <a:gd name="connsiteX2" fmla="*/ 437868 w 437868"/>
                  <a:gd name="connsiteY2" fmla="*/ 459243 h 1735270"/>
                  <a:gd name="connsiteX3" fmla="*/ 272768 w 437868"/>
                  <a:gd name="connsiteY3" fmla="*/ 1735270 h 1735270"/>
                  <a:gd name="connsiteX4" fmla="*/ 35127 w 437868"/>
                  <a:gd name="connsiteY4" fmla="*/ 1646370 h 1735270"/>
                  <a:gd name="connsiteX5" fmla="*/ 187527 w 437868"/>
                  <a:gd name="connsiteY5" fmla="*/ 395743 h 1735270"/>
                  <a:gd name="connsiteX0" fmla="*/ 187527 w 827895"/>
                  <a:gd name="connsiteY0" fmla="*/ 397043 h 1736570"/>
                  <a:gd name="connsiteX1" fmla="*/ 4604 w 827895"/>
                  <a:gd name="connsiteY1" fmla="*/ 1750 h 1736570"/>
                  <a:gd name="connsiteX2" fmla="*/ 819944 w 827895"/>
                  <a:gd name="connsiteY2" fmla="*/ 390370 h 1736570"/>
                  <a:gd name="connsiteX3" fmla="*/ 437868 w 827895"/>
                  <a:gd name="connsiteY3" fmla="*/ 460543 h 1736570"/>
                  <a:gd name="connsiteX4" fmla="*/ 272768 w 827895"/>
                  <a:gd name="connsiteY4" fmla="*/ 1736570 h 1736570"/>
                  <a:gd name="connsiteX5" fmla="*/ 35127 w 827895"/>
                  <a:gd name="connsiteY5" fmla="*/ 1647670 h 1736570"/>
                  <a:gd name="connsiteX6" fmla="*/ 187527 w 827895"/>
                  <a:gd name="connsiteY6" fmla="*/ 397043 h 1736570"/>
                  <a:gd name="connsiteX0" fmla="*/ 187527 w 1079717"/>
                  <a:gd name="connsiteY0" fmla="*/ 399939 h 1739466"/>
                  <a:gd name="connsiteX1" fmla="*/ 4604 w 1079717"/>
                  <a:gd name="connsiteY1" fmla="*/ 4646 h 1739466"/>
                  <a:gd name="connsiteX2" fmla="*/ 1048544 w 1079717"/>
                  <a:gd name="connsiteY2" fmla="*/ 164666 h 1739466"/>
                  <a:gd name="connsiteX3" fmla="*/ 819944 w 1079717"/>
                  <a:gd name="connsiteY3" fmla="*/ 393266 h 1739466"/>
                  <a:gd name="connsiteX4" fmla="*/ 437868 w 1079717"/>
                  <a:gd name="connsiteY4" fmla="*/ 463439 h 1739466"/>
                  <a:gd name="connsiteX5" fmla="*/ 272768 w 1079717"/>
                  <a:gd name="connsiteY5" fmla="*/ 1739466 h 1739466"/>
                  <a:gd name="connsiteX6" fmla="*/ 35127 w 1079717"/>
                  <a:gd name="connsiteY6" fmla="*/ 1650566 h 1739466"/>
                  <a:gd name="connsiteX7" fmla="*/ 187527 w 1079717"/>
                  <a:gd name="connsiteY7" fmla="*/ 399939 h 1739466"/>
                  <a:gd name="connsiteX0" fmla="*/ 187527 w 1491624"/>
                  <a:gd name="connsiteY0" fmla="*/ 447497 h 1787024"/>
                  <a:gd name="connsiteX1" fmla="*/ 4604 w 1491624"/>
                  <a:gd name="connsiteY1" fmla="*/ 52204 h 1787024"/>
                  <a:gd name="connsiteX2" fmla="*/ 1460024 w 1491624"/>
                  <a:gd name="connsiteY2" fmla="*/ 14104 h 1787024"/>
                  <a:gd name="connsiteX3" fmla="*/ 1048544 w 1491624"/>
                  <a:gd name="connsiteY3" fmla="*/ 212224 h 1787024"/>
                  <a:gd name="connsiteX4" fmla="*/ 819944 w 1491624"/>
                  <a:gd name="connsiteY4" fmla="*/ 440824 h 1787024"/>
                  <a:gd name="connsiteX5" fmla="*/ 437868 w 1491624"/>
                  <a:gd name="connsiteY5" fmla="*/ 510997 h 1787024"/>
                  <a:gd name="connsiteX6" fmla="*/ 272768 w 1491624"/>
                  <a:gd name="connsiteY6" fmla="*/ 1787024 h 1787024"/>
                  <a:gd name="connsiteX7" fmla="*/ 35127 w 1491624"/>
                  <a:gd name="connsiteY7" fmla="*/ 1698124 h 1787024"/>
                  <a:gd name="connsiteX8" fmla="*/ 187527 w 1491624"/>
                  <a:gd name="connsiteY8" fmla="*/ 447497 h 1787024"/>
                  <a:gd name="connsiteX0" fmla="*/ 712105 w 2004462"/>
                  <a:gd name="connsiteY0" fmla="*/ 791623 h 2131150"/>
                  <a:gd name="connsiteX1" fmla="*/ 529182 w 2004462"/>
                  <a:gd name="connsiteY1" fmla="*/ 396330 h 2131150"/>
                  <a:gd name="connsiteX2" fmla="*/ 49121 w 2004462"/>
                  <a:gd name="connsiteY2" fmla="*/ 90 h 2131150"/>
                  <a:gd name="connsiteX3" fmla="*/ 1984602 w 2004462"/>
                  <a:gd name="connsiteY3" fmla="*/ 358230 h 2131150"/>
                  <a:gd name="connsiteX4" fmla="*/ 1573122 w 2004462"/>
                  <a:gd name="connsiteY4" fmla="*/ 556350 h 2131150"/>
                  <a:gd name="connsiteX5" fmla="*/ 1344522 w 2004462"/>
                  <a:gd name="connsiteY5" fmla="*/ 784950 h 2131150"/>
                  <a:gd name="connsiteX6" fmla="*/ 962446 w 2004462"/>
                  <a:gd name="connsiteY6" fmla="*/ 855123 h 2131150"/>
                  <a:gd name="connsiteX7" fmla="*/ 797346 w 2004462"/>
                  <a:gd name="connsiteY7" fmla="*/ 2131150 h 2131150"/>
                  <a:gd name="connsiteX8" fmla="*/ 559705 w 2004462"/>
                  <a:gd name="connsiteY8" fmla="*/ 2042250 h 2131150"/>
                  <a:gd name="connsiteX9" fmla="*/ 712105 w 2004462"/>
                  <a:gd name="connsiteY9" fmla="*/ 791623 h 2131150"/>
                  <a:gd name="connsiteX0" fmla="*/ 712105 w 2263745"/>
                  <a:gd name="connsiteY0" fmla="*/ 1036197 h 2375724"/>
                  <a:gd name="connsiteX1" fmla="*/ 529182 w 2263745"/>
                  <a:gd name="connsiteY1" fmla="*/ 640904 h 2375724"/>
                  <a:gd name="connsiteX2" fmla="*/ 49121 w 2263745"/>
                  <a:gd name="connsiteY2" fmla="*/ 244664 h 2375724"/>
                  <a:gd name="connsiteX3" fmla="*/ 2152241 w 2263745"/>
                  <a:gd name="connsiteY3" fmla="*/ 8444 h 2375724"/>
                  <a:gd name="connsiteX4" fmla="*/ 1984602 w 2263745"/>
                  <a:gd name="connsiteY4" fmla="*/ 602804 h 2375724"/>
                  <a:gd name="connsiteX5" fmla="*/ 1573122 w 2263745"/>
                  <a:gd name="connsiteY5" fmla="*/ 800924 h 2375724"/>
                  <a:gd name="connsiteX6" fmla="*/ 1344522 w 2263745"/>
                  <a:gd name="connsiteY6" fmla="*/ 1029524 h 2375724"/>
                  <a:gd name="connsiteX7" fmla="*/ 962446 w 2263745"/>
                  <a:gd name="connsiteY7" fmla="*/ 1099697 h 2375724"/>
                  <a:gd name="connsiteX8" fmla="*/ 797346 w 2263745"/>
                  <a:gd name="connsiteY8" fmla="*/ 2375724 h 2375724"/>
                  <a:gd name="connsiteX9" fmla="*/ 559705 w 2263745"/>
                  <a:gd name="connsiteY9" fmla="*/ 2286824 h 2375724"/>
                  <a:gd name="connsiteX10" fmla="*/ 712105 w 2263745"/>
                  <a:gd name="connsiteY10" fmla="*/ 1036197 h 2375724"/>
                  <a:gd name="connsiteX0" fmla="*/ 712105 w 2247494"/>
                  <a:gd name="connsiteY0" fmla="*/ 1590010 h 2929537"/>
                  <a:gd name="connsiteX1" fmla="*/ 529182 w 2247494"/>
                  <a:gd name="connsiteY1" fmla="*/ 1194717 h 2929537"/>
                  <a:gd name="connsiteX2" fmla="*/ 49121 w 2247494"/>
                  <a:gd name="connsiteY2" fmla="*/ 798477 h 2929537"/>
                  <a:gd name="connsiteX3" fmla="*/ 2087471 w 2247494"/>
                  <a:gd name="connsiteY3" fmla="*/ 2187 h 2929537"/>
                  <a:gd name="connsiteX4" fmla="*/ 2152241 w 2247494"/>
                  <a:gd name="connsiteY4" fmla="*/ 562257 h 2929537"/>
                  <a:gd name="connsiteX5" fmla="*/ 1984602 w 2247494"/>
                  <a:gd name="connsiteY5" fmla="*/ 1156617 h 2929537"/>
                  <a:gd name="connsiteX6" fmla="*/ 1573122 w 2247494"/>
                  <a:gd name="connsiteY6" fmla="*/ 1354737 h 2929537"/>
                  <a:gd name="connsiteX7" fmla="*/ 1344522 w 2247494"/>
                  <a:gd name="connsiteY7" fmla="*/ 1583337 h 2929537"/>
                  <a:gd name="connsiteX8" fmla="*/ 962446 w 2247494"/>
                  <a:gd name="connsiteY8" fmla="*/ 1653510 h 2929537"/>
                  <a:gd name="connsiteX9" fmla="*/ 797346 w 2247494"/>
                  <a:gd name="connsiteY9" fmla="*/ 2929537 h 2929537"/>
                  <a:gd name="connsiteX10" fmla="*/ 559705 w 2247494"/>
                  <a:gd name="connsiteY10" fmla="*/ 2840637 h 2929537"/>
                  <a:gd name="connsiteX11" fmla="*/ 712105 w 2247494"/>
                  <a:gd name="connsiteY11" fmla="*/ 1590010 h 2929537"/>
                  <a:gd name="connsiteX0" fmla="*/ 759565 w 2275936"/>
                  <a:gd name="connsiteY0" fmla="*/ 1588303 h 2927830"/>
                  <a:gd name="connsiteX1" fmla="*/ 576642 w 2275936"/>
                  <a:gd name="connsiteY1" fmla="*/ 1193010 h 2927830"/>
                  <a:gd name="connsiteX2" fmla="*/ 96581 w 2275936"/>
                  <a:gd name="connsiteY2" fmla="*/ 796770 h 2927830"/>
                  <a:gd name="connsiteX3" fmla="*/ 191831 w 2275936"/>
                  <a:gd name="connsiteY3" fmla="*/ 190981 h 2927830"/>
                  <a:gd name="connsiteX4" fmla="*/ 2134931 w 2275936"/>
                  <a:gd name="connsiteY4" fmla="*/ 480 h 2927830"/>
                  <a:gd name="connsiteX5" fmla="*/ 2199701 w 2275936"/>
                  <a:gd name="connsiteY5" fmla="*/ 560550 h 2927830"/>
                  <a:gd name="connsiteX6" fmla="*/ 2032062 w 2275936"/>
                  <a:gd name="connsiteY6" fmla="*/ 1154910 h 2927830"/>
                  <a:gd name="connsiteX7" fmla="*/ 1620582 w 2275936"/>
                  <a:gd name="connsiteY7" fmla="*/ 1353030 h 2927830"/>
                  <a:gd name="connsiteX8" fmla="*/ 1391982 w 2275936"/>
                  <a:gd name="connsiteY8" fmla="*/ 1581630 h 2927830"/>
                  <a:gd name="connsiteX9" fmla="*/ 1009906 w 2275936"/>
                  <a:gd name="connsiteY9" fmla="*/ 1651803 h 2927830"/>
                  <a:gd name="connsiteX10" fmla="*/ 844806 w 2275936"/>
                  <a:gd name="connsiteY10" fmla="*/ 2927830 h 2927830"/>
                  <a:gd name="connsiteX11" fmla="*/ 607165 w 2275936"/>
                  <a:gd name="connsiteY11" fmla="*/ 2838930 h 2927830"/>
                  <a:gd name="connsiteX12" fmla="*/ 759565 w 2275936"/>
                  <a:gd name="connsiteY12" fmla="*/ 1588303 h 2927830"/>
                  <a:gd name="connsiteX0" fmla="*/ 759565 w 2270304"/>
                  <a:gd name="connsiteY0" fmla="*/ 1632823 h 2972350"/>
                  <a:gd name="connsiteX1" fmla="*/ 576642 w 2270304"/>
                  <a:gd name="connsiteY1" fmla="*/ 1237530 h 2972350"/>
                  <a:gd name="connsiteX2" fmla="*/ 96581 w 2270304"/>
                  <a:gd name="connsiteY2" fmla="*/ 841290 h 2972350"/>
                  <a:gd name="connsiteX3" fmla="*/ 191831 w 2270304"/>
                  <a:gd name="connsiteY3" fmla="*/ 235501 h 2972350"/>
                  <a:gd name="connsiteX4" fmla="*/ 410906 w 2270304"/>
                  <a:gd name="connsiteY4" fmla="*/ 35475 h 2972350"/>
                  <a:gd name="connsiteX5" fmla="*/ 2134931 w 2270304"/>
                  <a:gd name="connsiteY5" fmla="*/ 45000 h 2972350"/>
                  <a:gd name="connsiteX6" fmla="*/ 2199701 w 2270304"/>
                  <a:gd name="connsiteY6" fmla="*/ 605070 h 2972350"/>
                  <a:gd name="connsiteX7" fmla="*/ 2032062 w 2270304"/>
                  <a:gd name="connsiteY7" fmla="*/ 1199430 h 2972350"/>
                  <a:gd name="connsiteX8" fmla="*/ 1620582 w 2270304"/>
                  <a:gd name="connsiteY8" fmla="*/ 1397550 h 2972350"/>
                  <a:gd name="connsiteX9" fmla="*/ 1391982 w 2270304"/>
                  <a:gd name="connsiteY9" fmla="*/ 1626150 h 2972350"/>
                  <a:gd name="connsiteX10" fmla="*/ 1009906 w 2270304"/>
                  <a:gd name="connsiteY10" fmla="*/ 1696323 h 2972350"/>
                  <a:gd name="connsiteX11" fmla="*/ 844806 w 2270304"/>
                  <a:gd name="connsiteY11" fmla="*/ 2972350 h 2972350"/>
                  <a:gd name="connsiteX12" fmla="*/ 607165 w 2270304"/>
                  <a:gd name="connsiteY12" fmla="*/ 2883450 h 2972350"/>
                  <a:gd name="connsiteX13" fmla="*/ 759565 w 2270304"/>
                  <a:gd name="connsiteY13" fmla="*/ 1632823 h 2972350"/>
                  <a:gd name="connsiteX0" fmla="*/ 759565 w 2231157"/>
                  <a:gd name="connsiteY0" fmla="*/ 2216476 h 3556003"/>
                  <a:gd name="connsiteX1" fmla="*/ 576642 w 2231157"/>
                  <a:gd name="connsiteY1" fmla="*/ 1821183 h 3556003"/>
                  <a:gd name="connsiteX2" fmla="*/ 96581 w 2231157"/>
                  <a:gd name="connsiteY2" fmla="*/ 1424943 h 3556003"/>
                  <a:gd name="connsiteX3" fmla="*/ 191831 w 2231157"/>
                  <a:gd name="connsiteY3" fmla="*/ 819154 h 3556003"/>
                  <a:gd name="connsiteX4" fmla="*/ 410906 w 2231157"/>
                  <a:gd name="connsiteY4" fmla="*/ 619128 h 3556003"/>
                  <a:gd name="connsiteX5" fmla="*/ 325181 w 2231157"/>
                  <a:gd name="connsiteY5" fmla="*/ 3 h 3556003"/>
                  <a:gd name="connsiteX6" fmla="*/ 2134931 w 2231157"/>
                  <a:gd name="connsiteY6" fmla="*/ 628653 h 3556003"/>
                  <a:gd name="connsiteX7" fmla="*/ 2199701 w 2231157"/>
                  <a:gd name="connsiteY7" fmla="*/ 1188723 h 3556003"/>
                  <a:gd name="connsiteX8" fmla="*/ 2032062 w 2231157"/>
                  <a:gd name="connsiteY8" fmla="*/ 1783083 h 3556003"/>
                  <a:gd name="connsiteX9" fmla="*/ 1620582 w 2231157"/>
                  <a:gd name="connsiteY9" fmla="*/ 1981203 h 3556003"/>
                  <a:gd name="connsiteX10" fmla="*/ 1391982 w 2231157"/>
                  <a:gd name="connsiteY10" fmla="*/ 2209803 h 3556003"/>
                  <a:gd name="connsiteX11" fmla="*/ 1009906 w 2231157"/>
                  <a:gd name="connsiteY11" fmla="*/ 2279976 h 3556003"/>
                  <a:gd name="connsiteX12" fmla="*/ 844806 w 2231157"/>
                  <a:gd name="connsiteY12" fmla="*/ 3556003 h 3556003"/>
                  <a:gd name="connsiteX13" fmla="*/ 607165 w 2231157"/>
                  <a:gd name="connsiteY13" fmla="*/ 3467103 h 3556003"/>
                  <a:gd name="connsiteX14" fmla="*/ 759565 w 2231157"/>
                  <a:gd name="connsiteY14" fmla="*/ 2216476 h 3556003"/>
                  <a:gd name="connsiteX0" fmla="*/ 759565 w 2209496"/>
                  <a:gd name="connsiteY0" fmla="*/ 2373929 h 3713456"/>
                  <a:gd name="connsiteX1" fmla="*/ 576642 w 2209496"/>
                  <a:gd name="connsiteY1" fmla="*/ 1978636 h 3713456"/>
                  <a:gd name="connsiteX2" fmla="*/ 96581 w 2209496"/>
                  <a:gd name="connsiteY2" fmla="*/ 1582396 h 3713456"/>
                  <a:gd name="connsiteX3" fmla="*/ 191831 w 2209496"/>
                  <a:gd name="connsiteY3" fmla="*/ 976607 h 3713456"/>
                  <a:gd name="connsiteX4" fmla="*/ 410906 w 2209496"/>
                  <a:gd name="connsiteY4" fmla="*/ 776581 h 3713456"/>
                  <a:gd name="connsiteX5" fmla="*/ 325181 w 2209496"/>
                  <a:gd name="connsiteY5" fmla="*/ 157456 h 3713456"/>
                  <a:gd name="connsiteX6" fmla="*/ 1772982 w 2209496"/>
                  <a:gd name="connsiteY6" fmla="*/ 30457 h 3713456"/>
                  <a:gd name="connsiteX7" fmla="*/ 2134931 w 2209496"/>
                  <a:gd name="connsiteY7" fmla="*/ 786106 h 3713456"/>
                  <a:gd name="connsiteX8" fmla="*/ 2199701 w 2209496"/>
                  <a:gd name="connsiteY8" fmla="*/ 1346176 h 3713456"/>
                  <a:gd name="connsiteX9" fmla="*/ 2032062 w 2209496"/>
                  <a:gd name="connsiteY9" fmla="*/ 1940536 h 3713456"/>
                  <a:gd name="connsiteX10" fmla="*/ 1620582 w 2209496"/>
                  <a:gd name="connsiteY10" fmla="*/ 2138656 h 3713456"/>
                  <a:gd name="connsiteX11" fmla="*/ 1391982 w 2209496"/>
                  <a:gd name="connsiteY11" fmla="*/ 2367256 h 3713456"/>
                  <a:gd name="connsiteX12" fmla="*/ 1009906 w 2209496"/>
                  <a:gd name="connsiteY12" fmla="*/ 2437429 h 3713456"/>
                  <a:gd name="connsiteX13" fmla="*/ 844806 w 2209496"/>
                  <a:gd name="connsiteY13" fmla="*/ 3713456 h 3713456"/>
                  <a:gd name="connsiteX14" fmla="*/ 607165 w 2209496"/>
                  <a:gd name="connsiteY14" fmla="*/ 3624556 h 3713456"/>
                  <a:gd name="connsiteX15" fmla="*/ 759565 w 2209496"/>
                  <a:gd name="connsiteY15" fmla="*/ 2373929 h 3713456"/>
                  <a:gd name="connsiteX0" fmla="*/ 759565 w 2209496"/>
                  <a:gd name="connsiteY0" fmla="*/ 2801590 h 4141117"/>
                  <a:gd name="connsiteX1" fmla="*/ 576642 w 2209496"/>
                  <a:gd name="connsiteY1" fmla="*/ 2406297 h 4141117"/>
                  <a:gd name="connsiteX2" fmla="*/ 96581 w 2209496"/>
                  <a:gd name="connsiteY2" fmla="*/ 2010057 h 4141117"/>
                  <a:gd name="connsiteX3" fmla="*/ 191831 w 2209496"/>
                  <a:gd name="connsiteY3" fmla="*/ 1404268 h 4141117"/>
                  <a:gd name="connsiteX4" fmla="*/ 410906 w 2209496"/>
                  <a:gd name="connsiteY4" fmla="*/ 1204242 h 4141117"/>
                  <a:gd name="connsiteX5" fmla="*/ 325181 w 2209496"/>
                  <a:gd name="connsiteY5" fmla="*/ 585117 h 4141117"/>
                  <a:gd name="connsiteX6" fmla="*/ 1557082 w 2209496"/>
                  <a:gd name="connsiteY6" fmla="*/ 918 h 4141117"/>
                  <a:gd name="connsiteX7" fmla="*/ 1772982 w 2209496"/>
                  <a:gd name="connsiteY7" fmla="*/ 458118 h 4141117"/>
                  <a:gd name="connsiteX8" fmla="*/ 2134931 w 2209496"/>
                  <a:gd name="connsiteY8" fmla="*/ 1213767 h 4141117"/>
                  <a:gd name="connsiteX9" fmla="*/ 2199701 w 2209496"/>
                  <a:gd name="connsiteY9" fmla="*/ 1773837 h 4141117"/>
                  <a:gd name="connsiteX10" fmla="*/ 2032062 w 2209496"/>
                  <a:gd name="connsiteY10" fmla="*/ 2368197 h 4141117"/>
                  <a:gd name="connsiteX11" fmla="*/ 1620582 w 2209496"/>
                  <a:gd name="connsiteY11" fmla="*/ 2566317 h 4141117"/>
                  <a:gd name="connsiteX12" fmla="*/ 1391982 w 2209496"/>
                  <a:gd name="connsiteY12" fmla="*/ 2794917 h 4141117"/>
                  <a:gd name="connsiteX13" fmla="*/ 1009906 w 2209496"/>
                  <a:gd name="connsiteY13" fmla="*/ 2865090 h 4141117"/>
                  <a:gd name="connsiteX14" fmla="*/ 844806 w 2209496"/>
                  <a:gd name="connsiteY14" fmla="*/ 4141117 h 4141117"/>
                  <a:gd name="connsiteX15" fmla="*/ 607165 w 2209496"/>
                  <a:gd name="connsiteY15" fmla="*/ 4052217 h 4141117"/>
                  <a:gd name="connsiteX16" fmla="*/ 759565 w 2209496"/>
                  <a:gd name="connsiteY16" fmla="*/ 2801590 h 4141117"/>
                  <a:gd name="connsiteX0" fmla="*/ 759565 w 2209496"/>
                  <a:gd name="connsiteY0" fmla="*/ 2800780 h 4140307"/>
                  <a:gd name="connsiteX1" fmla="*/ 576642 w 2209496"/>
                  <a:gd name="connsiteY1" fmla="*/ 2405487 h 4140307"/>
                  <a:gd name="connsiteX2" fmla="*/ 96581 w 2209496"/>
                  <a:gd name="connsiteY2" fmla="*/ 2009247 h 4140307"/>
                  <a:gd name="connsiteX3" fmla="*/ 191831 w 2209496"/>
                  <a:gd name="connsiteY3" fmla="*/ 1403458 h 4140307"/>
                  <a:gd name="connsiteX4" fmla="*/ 410906 w 2209496"/>
                  <a:gd name="connsiteY4" fmla="*/ 1203432 h 4140307"/>
                  <a:gd name="connsiteX5" fmla="*/ 325181 w 2209496"/>
                  <a:gd name="connsiteY5" fmla="*/ 584307 h 4140307"/>
                  <a:gd name="connsiteX6" fmla="*/ 96582 w 2209496"/>
                  <a:gd name="connsiteY6" fmla="*/ 368409 h 4140307"/>
                  <a:gd name="connsiteX7" fmla="*/ 1557082 w 2209496"/>
                  <a:gd name="connsiteY7" fmla="*/ 108 h 4140307"/>
                  <a:gd name="connsiteX8" fmla="*/ 1772982 w 2209496"/>
                  <a:gd name="connsiteY8" fmla="*/ 457308 h 4140307"/>
                  <a:gd name="connsiteX9" fmla="*/ 2134931 w 2209496"/>
                  <a:gd name="connsiteY9" fmla="*/ 1212957 h 4140307"/>
                  <a:gd name="connsiteX10" fmla="*/ 2199701 w 2209496"/>
                  <a:gd name="connsiteY10" fmla="*/ 1773027 h 4140307"/>
                  <a:gd name="connsiteX11" fmla="*/ 2032062 w 2209496"/>
                  <a:gd name="connsiteY11" fmla="*/ 2367387 h 4140307"/>
                  <a:gd name="connsiteX12" fmla="*/ 1620582 w 2209496"/>
                  <a:gd name="connsiteY12" fmla="*/ 2565507 h 4140307"/>
                  <a:gd name="connsiteX13" fmla="*/ 1391982 w 2209496"/>
                  <a:gd name="connsiteY13" fmla="*/ 2794107 h 4140307"/>
                  <a:gd name="connsiteX14" fmla="*/ 1009906 w 2209496"/>
                  <a:gd name="connsiteY14" fmla="*/ 2864280 h 4140307"/>
                  <a:gd name="connsiteX15" fmla="*/ 844806 w 2209496"/>
                  <a:gd name="connsiteY15" fmla="*/ 4140307 h 4140307"/>
                  <a:gd name="connsiteX16" fmla="*/ 607165 w 2209496"/>
                  <a:gd name="connsiteY16" fmla="*/ 4051407 h 4140307"/>
                  <a:gd name="connsiteX17" fmla="*/ 759565 w 2209496"/>
                  <a:gd name="connsiteY17" fmla="*/ 2800780 h 4140307"/>
                  <a:gd name="connsiteX0" fmla="*/ 759565 w 2209496"/>
                  <a:gd name="connsiteY0" fmla="*/ 2886104 h 4225631"/>
                  <a:gd name="connsiteX1" fmla="*/ 576642 w 2209496"/>
                  <a:gd name="connsiteY1" fmla="*/ 2490811 h 4225631"/>
                  <a:gd name="connsiteX2" fmla="*/ 96581 w 2209496"/>
                  <a:gd name="connsiteY2" fmla="*/ 2094571 h 4225631"/>
                  <a:gd name="connsiteX3" fmla="*/ 191831 w 2209496"/>
                  <a:gd name="connsiteY3" fmla="*/ 1488782 h 4225631"/>
                  <a:gd name="connsiteX4" fmla="*/ 410906 w 2209496"/>
                  <a:gd name="connsiteY4" fmla="*/ 1288756 h 4225631"/>
                  <a:gd name="connsiteX5" fmla="*/ 325181 w 2209496"/>
                  <a:gd name="connsiteY5" fmla="*/ 669631 h 4225631"/>
                  <a:gd name="connsiteX6" fmla="*/ 96582 w 2209496"/>
                  <a:gd name="connsiteY6" fmla="*/ 453733 h 4225631"/>
                  <a:gd name="connsiteX7" fmla="*/ 172782 w 2209496"/>
                  <a:gd name="connsiteY7" fmla="*/ 21933 h 4225631"/>
                  <a:gd name="connsiteX8" fmla="*/ 1557082 w 2209496"/>
                  <a:gd name="connsiteY8" fmla="*/ 85432 h 4225631"/>
                  <a:gd name="connsiteX9" fmla="*/ 1772982 w 2209496"/>
                  <a:gd name="connsiteY9" fmla="*/ 542632 h 4225631"/>
                  <a:gd name="connsiteX10" fmla="*/ 2134931 w 2209496"/>
                  <a:gd name="connsiteY10" fmla="*/ 1298281 h 4225631"/>
                  <a:gd name="connsiteX11" fmla="*/ 2199701 w 2209496"/>
                  <a:gd name="connsiteY11" fmla="*/ 1858351 h 4225631"/>
                  <a:gd name="connsiteX12" fmla="*/ 2032062 w 2209496"/>
                  <a:gd name="connsiteY12" fmla="*/ 2452711 h 4225631"/>
                  <a:gd name="connsiteX13" fmla="*/ 1620582 w 2209496"/>
                  <a:gd name="connsiteY13" fmla="*/ 2650831 h 4225631"/>
                  <a:gd name="connsiteX14" fmla="*/ 1391982 w 2209496"/>
                  <a:gd name="connsiteY14" fmla="*/ 2879431 h 4225631"/>
                  <a:gd name="connsiteX15" fmla="*/ 1009906 w 2209496"/>
                  <a:gd name="connsiteY15" fmla="*/ 2949604 h 4225631"/>
                  <a:gd name="connsiteX16" fmla="*/ 844806 w 2209496"/>
                  <a:gd name="connsiteY16" fmla="*/ 4225631 h 4225631"/>
                  <a:gd name="connsiteX17" fmla="*/ 607165 w 2209496"/>
                  <a:gd name="connsiteY17" fmla="*/ 4136731 h 4225631"/>
                  <a:gd name="connsiteX18" fmla="*/ 759565 w 2209496"/>
                  <a:gd name="connsiteY18" fmla="*/ 2886104 h 4225631"/>
                  <a:gd name="connsiteX0" fmla="*/ 759565 w 2209496"/>
                  <a:gd name="connsiteY0" fmla="*/ 3207357 h 4546884"/>
                  <a:gd name="connsiteX1" fmla="*/ 576642 w 2209496"/>
                  <a:gd name="connsiteY1" fmla="*/ 2812064 h 4546884"/>
                  <a:gd name="connsiteX2" fmla="*/ 96581 w 2209496"/>
                  <a:gd name="connsiteY2" fmla="*/ 2415824 h 4546884"/>
                  <a:gd name="connsiteX3" fmla="*/ 191831 w 2209496"/>
                  <a:gd name="connsiteY3" fmla="*/ 1810035 h 4546884"/>
                  <a:gd name="connsiteX4" fmla="*/ 410906 w 2209496"/>
                  <a:gd name="connsiteY4" fmla="*/ 1610009 h 4546884"/>
                  <a:gd name="connsiteX5" fmla="*/ 325181 w 2209496"/>
                  <a:gd name="connsiteY5" fmla="*/ 990884 h 4546884"/>
                  <a:gd name="connsiteX6" fmla="*/ 96582 w 2209496"/>
                  <a:gd name="connsiteY6" fmla="*/ 774986 h 4546884"/>
                  <a:gd name="connsiteX7" fmla="*/ 172782 w 2209496"/>
                  <a:gd name="connsiteY7" fmla="*/ 343186 h 4546884"/>
                  <a:gd name="connsiteX8" fmla="*/ 1328482 w 2209496"/>
                  <a:gd name="connsiteY8" fmla="*/ 286 h 4546884"/>
                  <a:gd name="connsiteX9" fmla="*/ 1557082 w 2209496"/>
                  <a:gd name="connsiteY9" fmla="*/ 406685 h 4546884"/>
                  <a:gd name="connsiteX10" fmla="*/ 1772982 w 2209496"/>
                  <a:gd name="connsiteY10" fmla="*/ 863885 h 4546884"/>
                  <a:gd name="connsiteX11" fmla="*/ 2134931 w 2209496"/>
                  <a:gd name="connsiteY11" fmla="*/ 1619534 h 4546884"/>
                  <a:gd name="connsiteX12" fmla="*/ 2199701 w 2209496"/>
                  <a:gd name="connsiteY12" fmla="*/ 2179604 h 4546884"/>
                  <a:gd name="connsiteX13" fmla="*/ 2032062 w 2209496"/>
                  <a:gd name="connsiteY13" fmla="*/ 2773964 h 4546884"/>
                  <a:gd name="connsiteX14" fmla="*/ 1620582 w 2209496"/>
                  <a:gd name="connsiteY14" fmla="*/ 2972084 h 4546884"/>
                  <a:gd name="connsiteX15" fmla="*/ 1391982 w 2209496"/>
                  <a:gd name="connsiteY15" fmla="*/ 3200684 h 4546884"/>
                  <a:gd name="connsiteX16" fmla="*/ 1009906 w 2209496"/>
                  <a:gd name="connsiteY16" fmla="*/ 3270857 h 4546884"/>
                  <a:gd name="connsiteX17" fmla="*/ 844806 w 2209496"/>
                  <a:gd name="connsiteY17" fmla="*/ 4546884 h 4546884"/>
                  <a:gd name="connsiteX18" fmla="*/ 607165 w 2209496"/>
                  <a:gd name="connsiteY18" fmla="*/ 4457984 h 4546884"/>
                  <a:gd name="connsiteX19" fmla="*/ 759565 w 2209496"/>
                  <a:gd name="connsiteY19" fmla="*/ 3207357 h 4546884"/>
                  <a:gd name="connsiteX0" fmla="*/ 759565 w 2209496"/>
                  <a:gd name="connsiteY0" fmla="*/ 3348198 h 4687725"/>
                  <a:gd name="connsiteX1" fmla="*/ 576642 w 2209496"/>
                  <a:gd name="connsiteY1" fmla="*/ 2952905 h 4687725"/>
                  <a:gd name="connsiteX2" fmla="*/ 96581 w 2209496"/>
                  <a:gd name="connsiteY2" fmla="*/ 2556665 h 4687725"/>
                  <a:gd name="connsiteX3" fmla="*/ 191831 w 2209496"/>
                  <a:gd name="connsiteY3" fmla="*/ 1950876 h 4687725"/>
                  <a:gd name="connsiteX4" fmla="*/ 410906 w 2209496"/>
                  <a:gd name="connsiteY4" fmla="*/ 1750850 h 4687725"/>
                  <a:gd name="connsiteX5" fmla="*/ 325181 w 2209496"/>
                  <a:gd name="connsiteY5" fmla="*/ 1131725 h 4687725"/>
                  <a:gd name="connsiteX6" fmla="*/ 96582 w 2209496"/>
                  <a:gd name="connsiteY6" fmla="*/ 915827 h 4687725"/>
                  <a:gd name="connsiteX7" fmla="*/ 172782 w 2209496"/>
                  <a:gd name="connsiteY7" fmla="*/ 484027 h 4687725"/>
                  <a:gd name="connsiteX8" fmla="*/ 1099882 w 2209496"/>
                  <a:gd name="connsiteY8" fmla="*/ 14127 h 4687725"/>
                  <a:gd name="connsiteX9" fmla="*/ 1328482 w 2209496"/>
                  <a:gd name="connsiteY9" fmla="*/ 141127 h 4687725"/>
                  <a:gd name="connsiteX10" fmla="*/ 1557082 w 2209496"/>
                  <a:gd name="connsiteY10" fmla="*/ 547526 h 4687725"/>
                  <a:gd name="connsiteX11" fmla="*/ 1772982 w 2209496"/>
                  <a:gd name="connsiteY11" fmla="*/ 1004726 h 4687725"/>
                  <a:gd name="connsiteX12" fmla="*/ 2134931 w 2209496"/>
                  <a:gd name="connsiteY12" fmla="*/ 1760375 h 4687725"/>
                  <a:gd name="connsiteX13" fmla="*/ 2199701 w 2209496"/>
                  <a:gd name="connsiteY13" fmla="*/ 2320445 h 4687725"/>
                  <a:gd name="connsiteX14" fmla="*/ 2032062 w 2209496"/>
                  <a:gd name="connsiteY14" fmla="*/ 2914805 h 4687725"/>
                  <a:gd name="connsiteX15" fmla="*/ 1620582 w 2209496"/>
                  <a:gd name="connsiteY15" fmla="*/ 3112925 h 4687725"/>
                  <a:gd name="connsiteX16" fmla="*/ 1391982 w 2209496"/>
                  <a:gd name="connsiteY16" fmla="*/ 3341525 h 4687725"/>
                  <a:gd name="connsiteX17" fmla="*/ 1009906 w 2209496"/>
                  <a:gd name="connsiteY17" fmla="*/ 3411698 h 4687725"/>
                  <a:gd name="connsiteX18" fmla="*/ 844806 w 2209496"/>
                  <a:gd name="connsiteY18" fmla="*/ 4687725 h 4687725"/>
                  <a:gd name="connsiteX19" fmla="*/ 607165 w 2209496"/>
                  <a:gd name="connsiteY19" fmla="*/ 4598825 h 4687725"/>
                  <a:gd name="connsiteX20" fmla="*/ 759565 w 2209496"/>
                  <a:gd name="connsiteY20" fmla="*/ 3348198 h 4687725"/>
                  <a:gd name="connsiteX0" fmla="*/ 759565 w 2209496"/>
                  <a:gd name="connsiteY0" fmla="*/ 3420474 h 4760001"/>
                  <a:gd name="connsiteX1" fmla="*/ 576642 w 2209496"/>
                  <a:gd name="connsiteY1" fmla="*/ 3025181 h 4760001"/>
                  <a:gd name="connsiteX2" fmla="*/ 96581 w 2209496"/>
                  <a:gd name="connsiteY2" fmla="*/ 2628941 h 4760001"/>
                  <a:gd name="connsiteX3" fmla="*/ 191831 w 2209496"/>
                  <a:gd name="connsiteY3" fmla="*/ 2023152 h 4760001"/>
                  <a:gd name="connsiteX4" fmla="*/ 410906 w 2209496"/>
                  <a:gd name="connsiteY4" fmla="*/ 1823126 h 4760001"/>
                  <a:gd name="connsiteX5" fmla="*/ 325181 w 2209496"/>
                  <a:gd name="connsiteY5" fmla="*/ 1204001 h 4760001"/>
                  <a:gd name="connsiteX6" fmla="*/ 96582 w 2209496"/>
                  <a:gd name="connsiteY6" fmla="*/ 988103 h 4760001"/>
                  <a:gd name="connsiteX7" fmla="*/ 172782 w 2209496"/>
                  <a:gd name="connsiteY7" fmla="*/ 556303 h 4760001"/>
                  <a:gd name="connsiteX8" fmla="*/ 871282 w 2209496"/>
                  <a:gd name="connsiteY8" fmla="*/ 22904 h 4760001"/>
                  <a:gd name="connsiteX9" fmla="*/ 1099882 w 2209496"/>
                  <a:gd name="connsiteY9" fmla="*/ 86403 h 4760001"/>
                  <a:gd name="connsiteX10" fmla="*/ 1328482 w 2209496"/>
                  <a:gd name="connsiteY10" fmla="*/ 213403 h 4760001"/>
                  <a:gd name="connsiteX11" fmla="*/ 1557082 w 2209496"/>
                  <a:gd name="connsiteY11" fmla="*/ 619802 h 4760001"/>
                  <a:gd name="connsiteX12" fmla="*/ 1772982 w 2209496"/>
                  <a:gd name="connsiteY12" fmla="*/ 1077002 h 4760001"/>
                  <a:gd name="connsiteX13" fmla="*/ 2134931 w 2209496"/>
                  <a:gd name="connsiteY13" fmla="*/ 1832651 h 4760001"/>
                  <a:gd name="connsiteX14" fmla="*/ 2199701 w 2209496"/>
                  <a:gd name="connsiteY14" fmla="*/ 2392721 h 4760001"/>
                  <a:gd name="connsiteX15" fmla="*/ 2032062 w 2209496"/>
                  <a:gd name="connsiteY15" fmla="*/ 2987081 h 4760001"/>
                  <a:gd name="connsiteX16" fmla="*/ 1620582 w 2209496"/>
                  <a:gd name="connsiteY16" fmla="*/ 3185201 h 4760001"/>
                  <a:gd name="connsiteX17" fmla="*/ 1391982 w 2209496"/>
                  <a:gd name="connsiteY17" fmla="*/ 3413801 h 4760001"/>
                  <a:gd name="connsiteX18" fmla="*/ 1009906 w 2209496"/>
                  <a:gd name="connsiteY18" fmla="*/ 3483974 h 4760001"/>
                  <a:gd name="connsiteX19" fmla="*/ 844806 w 2209496"/>
                  <a:gd name="connsiteY19" fmla="*/ 4760001 h 4760001"/>
                  <a:gd name="connsiteX20" fmla="*/ 607165 w 2209496"/>
                  <a:gd name="connsiteY20" fmla="*/ 4671101 h 4760001"/>
                  <a:gd name="connsiteX21" fmla="*/ 759565 w 2209496"/>
                  <a:gd name="connsiteY21" fmla="*/ 3420474 h 4760001"/>
                  <a:gd name="connsiteX0" fmla="*/ 759565 w 2209496"/>
                  <a:gd name="connsiteY0" fmla="*/ 3403098 h 4742625"/>
                  <a:gd name="connsiteX1" fmla="*/ 576642 w 2209496"/>
                  <a:gd name="connsiteY1" fmla="*/ 3007805 h 4742625"/>
                  <a:gd name="connsiteX2" fmla="*/ 96581 w 2209496"/>
                  <a:gd name="connsiteY2" fmla="*/ 2611565 h 4742625"/>
                  <a:gd name="connsiteX3" fmla="*/ 191831 w 2209496"/>
                  <a:gd name="connsiteY3" fmla="*/ 2005776 h 4742625"/>
                  <a:gd name="connsiteX4" fmla="*/ 410906 w 2209496"/>
                  <a:gd name="connsiteY4" fmla="*/ 1805750 h 4742625"/>
                  <a:gd name="connsiteX5" fmla="*/ 325181 w 2209496"/>
                  <a:gd name="connsiteY5" fmla="*/ 1186625 h 4742625"/>
                  <a:gd name="connsiteX6" fmla="*/ 96582 w 2209496"/>
                  <a:gd name="connsiteY6" fmla="*/ 970727 h 4742625"/>
                  <a:gd name="connsiteX7" fmla="*/ 172782 w 2209496"/>
                  <a:gd name="connsiteY7" fmla="*/ 538927 h 4742625"/>
                  <a:gd name="connsiteX8" fmla="*/ 426782 w 2209496"/>
                  <a:gd name="connsiteY8" fmla="*/ 69028 h 4742625"/>
                  <a:gd name="connsiteX9" fmla="*/ 871282 w 2209496"/>
                  <a:gd name="connsiteY9" fmla="*/ 5528 h 4742625"/>
                  <a:gd name="connsiteX10" fmla="*/ 1099882 w 2209496"/>
                  <a:gd name="connsiteY10" fmla="*/ 69027 h 4742625"/>
                  <a:gd name="connsiteX11" fmla="*/ 1328482 w 2209496"/>
                  <a:gd name="connsiteY11" fmla="*/ 196027 h 4742625"/>
                  <a:gd name="connsiteX12" fmla="*/ 1557082 w 2209496"/>
                  <a:gd name="connsiteY12" fmla="*/ 602426 h 4742625"/>
                  <a:gd name="connsiteX13" fmla="*/ 1772982 w 2209496"/>
                  <a:gd name="connsiteY13" fmla="*/ 1059626 h 4742625"/>
                  <a:gd name="connsiteX14" fmla="*/ 2134931 w 2209496"/>
                  <a:gd name="connsiteY14" fmla="*/ 1815275 h 4742625"/>
                  <a:gd name="connsiteX15" fmla="*/ 2199701 w 2209496"/>
                  <a:gd name="connsiteY15" fmla="*/ 2375345 h 4742625"/>
                  <a:gd name="connsiteX16" fmla="*/ 2032062 w 2209496"/>
                  <a:gd name="connsiteY16" fmla="*/ 2969705 h 4742625"/>
                  <a:gd name="connsiteX17" fmla="*/ 1620582 w 2209496"/>
                  <a:gd name="connsiteY17" fmla="*/ 3167825 h 4742625"/>
                  <a:gd name="connsiteX18" fmla="*/ 1391982 w 2209496"/>
                  <a:gd name="connsiteY18" fmla="*/ 3396425 h 4742625"/>
                  <a:gd name="connsiteX19" fmla="*/ 1009906 w 2209496"/>
                  <a:gd name="connsiteY19" fmla="*/ 3466598 h 4742625"/>
                  <a:gd name="connsiteX20" fmla="*/ 844806 w 2209496"/>
                  <a:gd name="connsiteY20" fmla="*/ 4742625 h 4742625"/>
                  <a:gd name="connsiteX21" fmla="*/ 607165 w 2209496"/>
                  <a:gd name="connsiteY21" fmla="*/ 4653725 h 4742625"/>
                  <a:gd name="connsiteX22" fmla="*/ 759565 w 2209496"/>
                  <a:gd name="connsiteY22" fmla="*/ 3403098 h 4742625"/>
                  <a:gd name="connsiteX0" fmla="*/ 759565 w 2209496"/>
                  <a:gd name="connsiteY0" fmla="*/ 3403098 h 4742625"/>
                  <a:gd name="connsiteX1" fmla="*/ 576642 w 2209496"/>
                  <a:gd name="connsiteY1" fmla="*/ 3007805 h 4742625"/>
                  <a:gd name="connsiteX2" fmla="*/ 96581 w 2209496"/>
                  <a:gd name="connsiteY2" fmla="*/ 2611565 h 4742625"/>
                  <a:gd name="connsiteX3" fmla="*/ 191831 w 2209496"/>
                  <a:gd name="connsiteY3" fmla="*/ 2005776 h 4742625"/>
                  <a:gd name="connsiteX4" fmla="*/ 410906 w 2209496"/>
                  <a:gd name="connsiteY4" fmla="*/ 1805750 h 4742625"/>
                  <a:gd name="connsiteX5" fmla="*/ 325181 w 2209496"/>
                  <a:gd name="connsiteY5" fmla="*/ 1186625 h 4742625"/>
                  <a:gd name="connsiteX6" fmla="*/ 96582 w 2209496"/>
                  <a:gd name="connsiteY6" fmla="*/ 970727 h 4742625"/>
                  <a:gd name="connsiteX7" fmla="*/ 172782 w 2209496"/>
                  <a:gd name="connsiteY7" fmla="*/ 538927 h 4742625"/>
                  <a:gd name="connsiteX8" fmla="*/ 426782 w 2209496"/>
                  <a:gd name="connsiteY8" fmla="*/ 69028 h 4742625"/>
                  <a:gd name="connsiteX9" fmla="*/ 871282 w 2209496"/>
                  <a:gd name="connsiteY9" fmla="*/ 5528 h 4742625"/>
                  <a:gd name="connsiteX10" fmla="*/ 1099882 w 2209496"/>
                  <a:gd name="connsiteY10" fmla="*/ 69027 h 4742625"/>
                  <a:gd name="connsiteX11" fmla="*/ 1328482 w 2209496"/>
                  <a:gd name="connsiteY11" fmla="*/ 196027 h 4742625"/>
                  <a:gd name="connsiteX12" fmla="*/ 1557082 w 2209496"/>
                  <a:gd name="connsiteY12" fmla="*/ 602426 h 4742625"/>
                  <a:gd name="connsiteX13" fmla="*/ 1772982 w 2209496"/>
                  <a:gd name="connsiteY13" fmla="*/ 1059626 h 4742625"/>
                  <a:gd name="connsiteX14" fmla="*/ 2134931 w 2209496"/>
                  <a:gd name="connsiteY14" fmla="*/ 1815275 h 4742625"/>
                  <a:gd name="connsiteX15" fmla="*/ 2199701 w 2209496"/>
                  <a:gd name="connsiteY15" fmla="*/ 2375345 h 4742625"/>
                  <a:gd name="connsiteX16" fmla="*/ 2032062 w 2209496"/>
                  <a:gd name="connsiteY16" fmla="*/ 2969705 h 4742625"/>
                  <a:gd name="connsiteX17" fmla="*/ 1620582 w 2209496"/>
                  <a:gd name="connsiteY17" fmla="*/ 3167825 h 4742625"/>
                  <a:gd name="connsiteX18" fmla="*/ 1391982 w 2209496"/>
                  <a:gd name="connsiteY18" fmla="*/ 3396425 h 4742625"/>
                  <a:gd name="connsiteX19" fmla="*/ 1009906 w 2209496"/>
                  <a:gd name="connsiteY19" fmla="*/ 3466598 h 4742625"/>
                  <a:gd name="connsiteX20" fmla="*/ 844806 w 2209496"/>
                  <a:gd name="connsiteY20" fmla="*/ 4742625 h 4742625"/>
                  <a:gd name="connsiteX21" fmla="*/ 607165 w 2209496"/>
                  <a:gd name="connsiteY21" fmla="*/ 4653725 h 4742625"/>
                  <a:gd name="connsiteX22" fmla="*/ 759565 w 2209496"/>
                  <a:gd name="connsiteY22" fmla="*/ 3403098 h 4742625"/>
                  <a:gd name="connsiteX0" fmla="*/ 759565 w 2226999"/>
                  <a:gd name="connsiteY0" fmla="*/ 3403098 h 4742625"/>
                  <a:gd name="connsiteX1" fmla="*/ 576642 w 2226999"/>
                  <a:gd name="connsiteY1" fmla="*/ 3007805 h 4742625"/>
                  <a:gd name="connsiteX2" fmla="*/ 96581 w 2226999"/>
                  <a:gd name="connsiteY2" fmla="*/ 2611565 h 4742625"/>
                  <a:gd name="connsiteX3" fmla="*/ 191831 w 2226999"/>
                  <a:gd name="connsiteY3" fmla="*/ 2005776 h 4742625"/>
                  <a:gd name="connsiteX4" fmla="*/ 410906 w 2226999"/>
                  <a:gd name="connsiteY4" fmla="*/ 1805750 h 4742625"/>
                  <a:gd name="connsiteX5" fmla="*/ 325181 w 2226999"/>
                  <a:gd name="connsiteY5" fmla="*/ 1186625 h 4742625"/>
                  <a:gd name="connsiteX6" fmla="*/ 96582 w 2226999"/>
                  <a:gd name="connsiteY6" fmla="*/ 970727 h 4742625"/>
                  <a:gd name="connsiteX7" fmla="*/ 172782 w 2226999"/>
                  <a:gd name="connsiteY7" fmla="*/ 538927 h 4742625"/>
                  <a:gd name="connsiteX8" fmla="*/ 426782 w 2226999"/>
                  <a:gd name="connsiteY8" fmla="*/ 69028 h 4742625"/>
                  <a:gd name="connsiteX9" fmla="*/ 871282 w 2226999"/>
                  <a:gd name="connsiteY9" fmla="*/ 5528 h 4742625"/>
                  <a:gd name="connsiteX10" fmla="*/ 1099882 w 2226999"/>
                  <a:gd name="connsiteY10" fmla="*/ 69027 h 4742625"/>
                  <a:gd name="connsiteX11" fmla="*/ 1328482 w 2226999"/>
                  <a:gd name="connsiteY11" fmla="*/ 196027 h 4742625"/>
                  <a:gd name="connsiteX12" fmla="*/ 1557082 w 2226999"/>
                  <a:gd name="connsiteY12" fmla="*/ 602426 h 4742625"/>
                  <a:gd name="connsiteX13" fmla="*/ 1772982 w 2226999"/>
                  <a:gd name="connsiteY13" fmla="*/ 1059626 h 4742625"/>
                  <a:gd name="connsiteX14" fmla="*/ 2134931 w 2226999"/>
                  <a:gd name="connsiteY14" fmla="*/ 1815275 h 4742625"/>
                  <a:gd name="connsiteX15" fmla="*/ 2199701 w 2226999"/>
                  <a:gd name="connsiteY15" fmla="*/ 2375345 h 4742625"/>
                  <a:gd name="connsiteX16" fmla="*/ 2032062 w 2226999"/>
                  <a:gd name="connsiteY16" fmla="*/ 2969705 h 4742625"/>
                  <a:gd name="connsiteX17" fmla="*/ 1620582 w 2226999"/>
                  <a:gd name="connsiteY17" fmla="*/ 3167825 h 4742625"/>
                  <a:gd name="connsiteX18" fmla="*/ 1391982 w 2226999"/>
                  <a:gd name="connsiteY18" fmla="*/ 3396425 h 4742625"/>
                  <a:gd name="connsiteX19" fmla="*/ 1009906 w 2226999"/>
                  <a:gd name="connsiteY19" fmla="*/ 3466598 h 4742625"/>
                  <a:gd name="connsiteX20" fmla="*/ 844806 w 2226999"/>
                  <a:gd name="connsiteY20" fmla="*/ 4742625 h 4742625"/>
                  <a:gd name="connsiteX21" fmla="*/ 607165 w 2226999"/>
                  <a:gd name="connsiteY21" fmla="*/ 4653725 h 4742625"/>
                  <a:gd name="connsiteX22" fmla="*/ 759565 w 2226999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80429"/>
                  <a:gd name="connsiteY0" fmla="*/ 3403098 h 4742625"/>
                  <a:gd name="connsiteX1" fmla="*/ 576642 w 2280429"/>
                  <a:gd name="connsiteY1" fmla="*/ 3007805 h 4742625"/>
                  <a:gd name="connsiteX2" fmla="*/ 96581 w 2280429"/>
                  <a:gd name="connsiteY2" fmla="*/ 2611565 h 4742625"/>
                  <a:gd name="connsiteX3" fmla="*/ 191831 w 2280429"/>
                  <a:gd name="connsiteY3" fmla="*/ 2005776 h 4742625"/>
                  <a:gd name="connsiteX4" fmla="*/ 410906 w 2280429"/>
                  <a:gd name="connsiteY4" fmla="*/ 1805750 h 4742625"/>
                  <a:gd name="connsiteX5" fmla="*/ 325181 w 2280429"/>
                  <a:gd name="connsiteY5" fmla="*/ 1186625 h 4742625"/>
                  <a:gd name="connsiteX6" fmla="*/ 96582 w 2280429"/>
                  <a:gd name="connsiteY6" fmla="*/ 970727 h 4742625"/>
                  <a:gd name="connsiteX7" fmla="*/ 172782 w 2280429"/>
                  <a:gd name="connsiteY7" fmla="*/ 538927 h 4742625"/>
                  <a:gd name="connsiteX8" fmla="*/ 426782 w 2280429"/>
                  <a:gd name="connsiteY8" fmla="*/ 69028 h 4742625"/>
                  <a:gd name="connsiteX9" fmla="*/ 871282 w 2280429"/>
                  <a:gd name="connsiteY9" fmla="*/ 5528 h 4742625"/>
                  <a:gd name="connsiteX10" fmla="*/ 1099882 w 2280429"/>
                  <a:gd name="connsiteY10" fmla="*/ 69027 h 4742625"/>
                  <a:gd name="connsiteX11" fmla="*/ 1328482 w 2280429"/>
                  <a:gd name="connsiteY11" fmla="*/ 196027 h 4742625"/>
                  <a:gd name="connsiteX12" fmla="*/ 2240817 w 2280429"/>
                  <a:gd name="connsiteY12" fmla="*/ 52868 h 4742625"/>
                  <a:gd name="connsiteX13" fmla="*/ 1772982 w 2280429"/>
                  <a:gd name="connsiteY13" fmla="*/ 1059626 h 4742625"/>
                  <a:gd name="connsiteX14" fmla="*/ 2134931 w 2280429"/>
                  <a:gd name="connsiteY14" fmla="*/ 1815275 h 4742625"/>
                  <a:gd name="connsiteX15" fmla="*/ 2199701 w 2280429"/>
                  <a:gd name="connsiteY15" fmla="*/ 2375345 h 4742625"/>
                  <a:gd name="connsiteX16" fmla="*/ 2032062 w 2280429"/>
                  <a:gd name="connsiteY16" fmla="*/ 2969705 h 4742625"/>
                  <a:gd name="connsiteX17" fmla="*/ 1620582 w 2280429"/>
                  <a:gd name="connsiteY17" fmla="*/ 3167825 h 4742625"/>
                  <a:gd name="connsiteX18" fmla="*/ 1391982 w 2280429"/>
                  <a:gd name="connsiteY18" fmla="*/ 3396425 h 4742625"/>
                  <a:gd name="connsiteX19" fmla="*/ 1009906 w 2280429"/>
                  <a:gd name="connsiteY19" fmla="*/ 3466598 h 4742625"/>
                  <a:gd name="connsiteX20" fmla="*/ 844806 w 2280429"/>
                  <a:gd name="connsiteY20" fmla="*/ 4742625 h 4742625"/>
                  <a:gd name="connsiteX21" fmla="*/ 607165 w 2280429"/>
                  <a:gd name="connsiteY21" fmla="*/ 4653725 h 4742625"/>
                  <a:gd name="connsiteX22" fmla="*/ 759565 w 2280429"/>
                  <a:gd name="connsiteY22" fmla="*/ 3403098 h 4742625"/>
                  <a:gd name="connsiteX0" fmla="*/ 759565 w 2280429"/>
                  <a:gd name="connsiteY0" fmla="*/ 3416105 h 4755632"/>
                  <a:gd name="connsiteX1" fmla="*/ 576642 w 2280429"/>
                  <a:gd name="connsiteY1" fmla="*/ 3020812 h 4755632"/>
                  <a:gd name="connsiteX2" fmla="*/ 96581 w 2280429"/>
                  <a:gd name="connsiteY2" fmla="*/ 2624572 h 4755632"/>
                  <a:gd name="connsiteX3" fmla="*/ 191831 w 2280429"/>
                  <a:gd name="connsiteY3" fmla="*/ 2018783 h 4755632"/>
                  <a:gd name="connsiteX4" fmla="*/ 410906 w 2280429"/>
                  <a:gd name="connsiteY4" fmla="*/ 1818757 h 4755632"/>
                  <a:gd name="connsiteX5" fmla="*/ 325181 w 2280429"/>
                  <a:gd name="connsiteY5" fmla="*/ 1199632 h 4755632"/>
                  <a:gd name="connsiteX6" fmla="*/ 96582 w 2280429"/>
                  <a:gd name="connsiteY6" fmla="*/ 983734 h 4755632"/>
                  <a:gd name="connsiteX7" fmla="*/ 172782 w 2280429"/>
                  <a:gd name="connsiteY7" fmla="*/ 551934 h 4755632"/>
                  <a:gd name="connsiteX8" fmla="*/ 426782 w 2280429"/>
                  <a:gd name="connsiteY8" fmla="*/ 82035 h 4755632"/>
                  <a:gd name="connsiteX9" fmla="*/ 871282 w 2280429"/>
                  <a:gd name="connsiteY9" fmla="*/ 18535 h 4755632"/>
                  <a:gd name="connsiteX10" fmla="*/ 1099882 w 2280429"/>
                  <a:gd name="connsiteY10" fmla="*/ 82034 h 4755632"/>
                  <a:gd name="connsiteX11" fmla="*/ 1800538 w 2280429"/>
                  <a:gd name="connsiteY11" fmla="*/ 13907 h 4755632"/>
                  <a:gd name="connsiteX12" fmla="*/ 2240817 w 2280429"/>
                  <a:gd name="connsiteY12" fmla="*/ 65875 h 4755632"/>
                  <a:gd name="connsiteX13" fmla="*/ 1772982 w 2280429"/>
                  <a:gd name="connsiteY13" fmla="*/ 1072633 h 4755632"/>
                  <a:gd name="connsiteX14" fmla="*/ 2134931 w 2280429"/>
                  <a:gd name="connsiteY14" fmla="*/ 1828282 h 4755632"/>
                  <a:gd name="connsiteX15" fmla="*/ 2199701 w 2280429"/>
                  <a:gd name="connsiteY15" fmla="*/ 2388352 h 4755632"/>
                  <a:gd name="connsiteX16" fmla="*/ 2032062 w 2280429"/>
                  <a:gd name="connsiteY16" fmla="*/ 2982712 h 4755632"/>
                  <a:gd name="connsiteX17" fmla="*/ 1620582 w 2280429"/>
                  <a:gd name="connsiteY17" fmla="*/ 3180832 h 4755632"/>
                  <a:gd name="connsiteX18" fmla="*/ 1391982 w 2280429"/>
                  <a:gd name="connsiteY18" fmla="*/ 3409432 h 4755632"/>
                  <a:gd name="connsiteX19" fmla="*/ 1009906 w 2280429"/>
                  <a:gd name="connsiteY19" fmla="*/ 3479605 h 4755632"/>
                  <a:gd name="connsiteX20" fmla="*/ 844806 w 2280429"/>
                  <a:gd name="connsiteY20" fmla="*/ 4755632 h 4755632"/>
                  <a:gd name="connsiteX21" fmla="*/ 607165 w 2280429"/>
                  <a:gd name="connsiteY21" fmla="*/ 4666732 h 4755632"/>
                  <a:gd name="connsiteX22" fmla="*/ 759565 w 2280429"/>
                  <a:gd name="connsiteY22" fmla="*/ 3416105 h 4755632"/>
                  <a:gd name="connsiteX0" fmla="*/ 759565 w 2280429"/>
                  <a:gd name="connsiteY0" fmla="*/ 3422249 h 4761776"/>
                  <a:gd name="connsiteX1" fmla="*/ 576642 w 2280429"/>
                  <a:gd name="connsiteY1" fmla="*/ 3026956 h 4761776"/>
                  <a:gd name="connsiteX2" fmla="*/ 96581 w 2280429"/>
                  <a:gd name="connsiteY2" fmla="*/ 2630716 h 4761776"/>
                  <a:gd name="connsiteX3" fmla="*/ 191831 w 2280429"/>
                  <a:gd name="connsiteY3" fmla="*/ 2024927 h 4761776"/>
                  <a:gd name="connsiteX4" fmla="*/ 410906 w 2280429"/>
                  <a:gd name="connsiteY4" fmla="*/ 1824901 h 4761776"/>
                  <a:gd name="connsiteX5" fmla="*/ 325181 w 2280429"/>
                  <a:gd name="connsiteY5" fmla="*/ 1205776 h 4761776"/>
                  <a:gd name="connsiteX6" fmla="*/ 96582 w 2280429"/>
                  <a:gd name="connsiteY6" fmla="*/ 989878 h 4761776"/>
                  <a:gd name="connsiteX7" fmla="*/ 172782 w 2280429"/>
                  <a:gd name="connsiteY7" fmla="*/ 558078 h 4761776"/>
                  <a:gd name="connsiteX8" fmla="*/ 426782 w 2280429"/>
                  <a:gd name="connsiteY8" fmla="*/ 88179 h 4761776"/>
                  <a:gd name="connsiteX9" fmla="*/ 871282 w 2280429"/>
                  <a:gd name="connsiteY9" fmla="*/ 24679 h 4761776"/>
                  <a:gd name="connsiteX10" fmla="*/ 1437284 w 2280429"/>
                  <a:gd name="connsiteY10" fmla="*/ 41320 h 4761776"/>
                  <a:gd name="connsiteX11" fmla="*/ 1800538 w 2280429"/>
                  <a:gd name="connsiteY11" fmla="*/ 20051 h 4761776"/>
                  <a:gd name="connsiteX12" fmla="*/ 2240817 w 2280429"/>
                  <a:gd name="connsiteY12" fmla="*/ 72019 h 4761776"/>
                  <a:gd name="connsiteX13" fmla="*/ 1772982 w 2280429"/>
                  <a:gd name="connsiteY13" fmla="*/ 1078777 h 4761776"/>
                  <a:gd name="connsiteX14" fmla="*/ 2134931 w 2280429"/>
                  <a:gd name="connsiteY14" fmla="*/ 1834426 h 4761776"/>
                  <a:gd name="connsiteX15" fmla="*/ 2199701 w 2280429"/>
                  <a:gd name="connsiteY15" fmla="*/ 2394496 h 4761776"/>
                  <a:gd name="connsiteX16" fmla="*/ 2032062 w 2280429"/>
                  <a:gd name="connsiteY16" fmla="*/ 2988856 h 4761776"/>
                  <a:gd name="connsiteX17" fmla="*/ 1620582 w 2280429"/>
                  <a:gd name="connsiteY17" fmla="*/ 3186976 h 4761776"/>
                  <a:gd name="connsiteX18" fmla="*/ 1391982 w 2280429"/>
                  <a:gd name="connsiteY18" fmla="*/ 3415576 h 4761776"/>
                  <a:gd name="connsiteX19" fmla="*/ 1009906 w 2280429"/>
                  <a:gd name="connsiteY19" fmla="*/ 3485749 h 4761776"/>
                  <a:gd name="connsiteX20" fmla="*/ 844806 w 2280429"/>
                  <a:gd name="connsiteY20" fmla="*/ 4761776 h 4761776"/>
                  <a:gd name="connsiteX21" fmla="*/ 607165 w 2280429"/>
                  <a:gd name="connsiteY21" fmla="*/ 4672876 h 4761776"/>
                  <a:gd name="connsiteX22" fmla="*/ 759565 w 2280429"/>
                  <a:gd name="connsiteY22" fmla="*/ 3422249 h 4761776"/>
                  <a:gd name="connsiteX0" fmla="*/ 759565 w 2280429"/>
                  <a:gd name="connsiteY0" fmla="*/ 3422249 h 4761776"/>
                  <a:gd name="connsiteX1" fmla="*/ 576642 w 2280429"/>
                  <a:gd name="connsiteY1" fmla="*/ 3026956 h 4761776"/>
                  <a:gd name="connsiteX2" fmla="*/ 96581 w 2280429"/>
                  <a:gd name="connsiteY2" fmla="*/ 2630716 h 4761776"/>
                  <a:gd name="connsiteX3" fmla="*/ 191831 w 2280429"/>
                  <a:gd name="connsiteY3" fmla="*/ 2024927 h 4761776"/>
                  <a:gd name="connsiteX4" fmla="*/ 410906 w 2280429"/>
                  <a:gd name="connsiteY4" fmla="*/ 1824901 h 4761776"/>
                  <a:gd name="connsiteX5" fmla="*/ 325181 w 2280429"/>
                  <a:gd name="connsiteY5" fmla="*/ 1205776 h 4761776"/>
                  <a:gd name="connsiteX6" fmla="*/ 96582 w 2280429"/>
                  <a:gd name="connsiteY6" fmla="*/ 989878 h 4761776"/>
                  <a:gd name="connsiteX7" fmla="*/ 172782 w 2280429"/>
                  <a:gd name="connsiteY7" fmla="*/ 558078 h 4761776"/>
                  <a:gd name="connsiteX8" fmla="*/ 426782 w 2280429"/>
                  <a:gd name="connsiteY8" fmla="*/ 88179 h 4761776"/>
                  <a:gd name="connsiteX9" fmla="*/ 1129614 w 2280429"/>
                  <a:gd name="connsiteY9" fmla="*/ 228408 h 4761776"/>
                  <a:gd name="connsiteX10" fmla="*/ 1437284 w 2280429"/>
                  <a:gd name="connsiteY10" fmla="*/ 41320 h 4761776"/>
                  <a:gd name="connsiteX11" fmla="*/ 1800538 w 2280429"/>
                  <a:gd name="connsiteY11" fmla="*/ 20051 h 4761776"/>
                  <a:gd name="connsiteX12" fmla="*/ 2240817 w 2280429"/>
                  <a:gd name="connsiteY12" fmla="*/ 72019 h 4761776"/>
                  <a:gd name="connsiteX13" fmla="*/ 1772982 w 2280429"/>
                  <a:gd name="connsiteY13" fmla="*/ 1078777 h 4761776"/>
                  <a:gd name="connsiteX14" fmla="*/ 2134931 w 2280429"/>
                  <a:gd name="connsiteY14" fmla="*/ 1834426 h 4761776"/>
                  <a:gd name="connsiteX15" fmla="*/ 2199701 w 2280429"/>
                  <a:gd name="connsiteY15" fmla="*/ 2394496 h 4761776"/>
                  <a:gd name="connsiteX16" fmla="*/ 2032062 w 2280429"/>
                  <a:gd name="connsiteY16" fmla="*/ 2988856 h 4761776"/>
                  <a:gd name="connsiteX17" fmla="*/ 1620582 w 2280429"/>
                  <a:gd name="connsiteY17" fmla="*/ 3186976 h 4761776"/>
                  <a:gd name="connsiteX18" fmla="*/ 1391982 w 2280429"/>
                  <a:gd name="connsiteY18" fmla="*/ 3415576 h 4761776"/>
                  <a:gd name="connsiteX19" fmla="*/ 1009906 w 2280429"/>
                  <a:gd name="connsiteY19" fmla="*/ 3485749 h 4761776"/>
                  <a:gd name="connsiteX20" fmla="*/ 844806 w 2280429"/>
                  <a:gd name="connsiteY20" fmla="*/ 4761776 h 4761776"/>
                  <a:gd name="connsiteX21" fmla="*/ 607165 w 2280429"/>
                  <a:gd name="connsiteY21" fmla="*/ 4672876 h 4761776"/>
                  <a:gd name="connsiteX22" fmla="*/ 759565 w 2280429"/>
                  <a:gd name="connsiteY22" fmla="*/ 3422249 h 4761776"/>
                  <a:gd name="connsiteX0" fmla="*/ 759565 w 2280429"/>
                  <a:gd name="connsiteY0" fmla="*/ 3422249 h 4761776"/>
                  <a:gd name="connsiteX1" fmla="*/ 576642 w 2280429"/>
                  <a:gd name="connsiteY1" fmla="*/ 3026956 h 4761776"/>
                  <a:gd name="connsiteX2" fmla="*/ 96581 w 2280429"/>
                  <a:gd name="connsiteY2" fmla="*/ 2630716 h 4761776"/>
                  <a:gd name="connsiteX3" fmla="*/ 191831 w 2280429"/>
                  <a:gd name="connsiteY3" fmla="*/ 2024927 h 4761776"/>
                  <a:gd name="connsiteX4" fmla="*/ 410906 w 2280429"/>
                  <a:gd name="connsiteY4" fmla="*/ 1824901 h 4761776"/>
                  <a:gd name="connsiteX5" fmla="*/ 325181 w 2280429"/>
                  <a:gd name="connsiteY5" fmla="*/ 1205776 h 4761776"/>
                  <a:gd name="connsiteX6" fmla="*/ 96582 w 2280429"/>
                  <a:gd name="connsiteY6" fmla="*/ 989878 h 4761776"/>
                  <a:gd name="connsiteX7" fmla="*/ 172782 w 2280429"/>
                  <a:gd name="connsiteY7" fmla="*/ 558078 h 4761776"/>
                  <a:gd name="connsiteX8" fmla="*/ 837312 w 2280429"/>
                  <a:gd name="connsiteY8" fmla="*/ 495928 h 4761776"/>
                  <a:gd name="connsiteX9" fmla="*/ 1129614 w 2280429"/>
                  <a:gd name="connsiteY9" fmla="*/ 228408 h 4761776"/>
                  <a:gd name="connsiteX10" fmla="*/ 1437284 w 2280429"/>
                  <a:gd name="connsiteY10" fmla="*/ 41320 h 4761776"/>
                  <a:gd name="connsiteX11" fmla="*/ 1800538 w 2280429"/>
                  <a:gd name="connsiteY11" fmla="*/ 20051 h 4761776"/>
                  <a:gd name="connsiteX12" fmla="*/ 2240817 w 2280429"/>
                  <a:gd name="connsiteY12" fmla="*/ 72019 h 4761776"/>
                  <a:gd name="connsiteX13" fmla="*/ 1772982 w 2280429"/>
                  <a:gd name="connsiteY13" fmla="*/ 1078777 h 4761776"/>
                  <a:gd name="connsiteX14" fmla="*/ 2134931 w 2280429"/>
                  <a:gd name="connsiteY14" fmla="*/ 1834426 h 4761776"/>
                  <a:gd name="connsiteX15" fmla="*/ 2199701 w 2280429"/>
                  <a:gd name="connsiteY15" fmla="*/ 2394496 h 4761776"/>
                  <a:gd name="connsiteX16" fmla="*/ 2032062 w 2280429"/>
                  <a:gd name="connsiteY16" fmla="*/ 2988856 h 4761776"/>
                  <a:gd name="connsiteX17" fmla="*/ 1620582 w 2280429"/>
                  <a:gd name="connsiteY17" fmla="*/ 3186976 h 4761776"/>
                  <a:gd name="connsiteX18" fmla="*/ 1391982 w 2280429"/>
                  <a:gd name="connsiteY18" fmla="*/ 3415576 h 4761776"/>
                  <a:gd name="connsiteX19" fmla="*/ 1009906 w 2280429"/>
                  <a:gd name="connsiteY19" fmla="*/ 3485749 h 4761776"/>
                  <a:gd name="connsiteX20" fmla="*/ 844806 w 2280429"/>
                  <a:gd name="connsiteY20" fmla="*/ 4761776 h 4761776"/>
                  <a:gd name="connsiteX21" fmla="*/ 607165 w 2280429"/>
                  <a:gd name="connsiteY21" fmla="*/ 4672876 h 4761776"/>
                  <a:gd name="connsiteX22" fmla="*/ 759565 w 2280429"/>
                  <a:gd name="connsiteY22" fmla="*/ 3422249 h 4761776"/>
                  <a:gd name="connsiteX0" fmla="*/ 759565 w 2280429"/>
                  <a:gd name="connsiteY0" fmla="*/ 3422249 h 4761776"/>
                  <a:gd name="connsiteX1" fmla="*/ 576642 w 2280429"/>
                  <a:gd name="connsiteY1" fmla="*/ 3026956 h 4761776"/>
                  <a:gd name="connsiteX2" fmla="*/ 96581 w 2280429"/>
                  <a:gd name="connsiteY2" fmla="*/ 2630716 h 4761776"/>
                  <a:gd name="connsiteX3" fmla="*/ 191831 w 2280429"/>
                  <a:gd name="connsiteY3" fmla="*/ 2024927 h 4761776"/>
                  <a:gd name="connsiteX4" fmla="*/ 410906 w 2280429"/>
                  <a:gd name="connsiteY4" fmla="*/ 1824901 h 4761776"/>
                  <a:gd name="connsiteX5" fmla="*/ 325181 w 2280429"/>
                  <a:gd name="connsiteY5" fmla="*/ 1205776 h 4761776"/>
                  <a:gd name="connsiteX6" fmla="*/ 96582 w 2280429"/>
                  <a:gd name="connsiteY6" fmla="*/ 989878 h 4761776"/>
                  <a:gd name="connsiteX7" fmla="*/ 588388 w 2280429"/>
                  <a:gd name="connsiteY7" fmla="*/ 1012758 h 4761776"/>
                  <a:gd name="connsiteX8" fmla="*/ 837312 w 2280429"/>
                  <a:gd name="connsiteY8" fmla="*/ 495928 h 4761776"/>
                  <a:gd name="connsiteX9" fmla="*/ 1129614 w 2280429"/>
                  <a:gd name="connsiteY9" fmla="*/ 228408 h 4761776"/>
                  <a:gd name="connsiteX10" fmla="*/ 1437284 w 2280429"/>
                  <a:gd name="connsiteY10" fmla="*/ 41320 h 4761776"/>
                  <a:gd name="connsiteX11" fmla="*/ 1800538 w 2280429"/>
                  <a:gd name="connsiteY11" fmla="*/ 20051 h 4761776"/>
                  <a:gd name="connsiteX12" fmla="*/ 2240817 w 2280429"/>
                  <a:gd name="connsiteY12" fmla="*/ 72019 h 4761776"/>
                  <a:gd name="connsiteX13" fmla="*/ 1772982 w 2280429"/>
                  <a:gd name="connsiteY13" fmla="*/ 1078777 h 4761776"/>
                  <a:gd name="connsiteX14" fmla="*/ 2134931 w 2280429"/>
                  <a:gd name="connsiteY14" fmla="*/ 1834426 h 4761776"/>
                  <a:gd name="connsiteX15" fmla="*/ 2199701 w 2280429"/>
                  <a:gd name="connsiteY15" fmla="*/ 2394496 h 4761776"/>
                  <a:gd name="connsiteX16" fmla="*/ 2032062 w 2280429"/>
                  <a:gd name="connsiteY16" fmla="*/ 2988856 h 4761776"/>
                  <a:gd name="connsiteX17" fmla="*/ 1620582 w 2280429"/>
                  <a:gd name="connsiteY17" fmla="*/ 3186976 h 4761776"/>
                  <a:gd name="connsiteX18" fmla="*/ 1391982 w 2280429"/>
                  <a:gd name="connsiteY18" fmla="*/ 3415576 h 4761776"/>
                  <a:gd name="connsiteX19" fmla="*/ 1009906 w 2280429"/>
                  <a:gd name="connsiteY19" fmla="*/ 3485749 h 4761776"/>
                  <a:gd name="connsiteX20" fmla="*/ 844806 w 2280429"/>
                  <a:gd name="connsiteY20" fmla="*/ 4761776 h 4761776"/>
                  <a:gd name="connsiteX21" fmla="*/ 607165 w 2280429"/>
                  <a:gd name="connsiteY21" fmla="*/ 4672876 h 4761776"/>
                  <a:gd name="connsiteX22" fmla="*/ 759565 w 2280429"/>
                  <a:gd name="connsiteY22" fmla="*/ 3422249 h 4761776"/>
                  <a:gd name="connsiteX0" fmla="*/ 759565 w 2280429"/>
                  <a:gd name="connsiteY0" fmla="*/ 3422249 h 4761776"/>
                  <a:gd name="connsiteX1" fmla="*/ 576642 w 2280429"/>
                  <a:gd name="connsiteY1" fmla="*/ 3026956 h 4761776"/>
                  <a:gd name="connsiteX2" fmla="*/ 96581 w 2280429"/>
                  <a:gd name="connsiteY2" fmla="*/ 2630716 h 4761776"/>
                  <a:gd name="connsiteX3" fmla="*/ 191831 w 2280429"/>
                  <a:gd name="connsiteY3" fmla="*/ 2024927 h 4761776"/>
                  <a:gd name="connsiteX4" fmla="*/ 410906 w 2280429"/>
                  <a:gd name="connsiteY4" fmla="*/ 1824901 h 4761776"/>
                  <a:gd name="connsiteX5" fmla="*/ 325181 w 2280429"/>
                  <a:gd name="connsiteY5" fmla="*/ 1205776 h 4761776"/>
                  <a:gd name="connsiteX6" fmla="*/ 96582 w 2280429"/>
                  <a:gd name="connsiteY6" fmla="*/ 989878 h 4761776"/>
                  <a:gd name="connsiteX7" fmla="*/ 588388 w 2280429"/>
                  <a:gd name="connsiteY7" fmla="*/ 1012758 h 4761776"/>
                  <a:gd name="connsiteX8" fmla="*/ 837312 w 2280429"/>
                  <a:gd name="connsiteY8" fmla="*/ 495928 h 4761776"/>
                  <a:gd name="connsiteX9" fmla="*/ 1129614 w 2280429"/>
                  <a:gd name="connsiteY9" fmla="*/ 228408 h 4761776"/>
                  <a:gd name="connsiteX10" fmla="*/ 1437284 w 2280429"/>
                  <a:gd name="connsiteY10" fmla="*/ 41320 h 4761776"/>
                  <a:gd name="connsiteX11" fmla="*/ 1800538 w 2280429"/>
                  <a:gd name="connsiteY11" fmla="*/ 20051 h 4761776"/>
                  <a:gd name="connsiteX12" fmla="*/ 2240817 w 2280429"/>
                  <a:gd name="connsiteY12" fmla="*/ 72019 h 4761776"/>
                  <a:gd name="connsiteX13" fmla="*/ 1772982 w 2280429"/>
                  <a:gd name="connsiteY13" fmla="*/ 1078777 h 4761776"/>
                  <a:gd name="connsiteX14" fmla="*/ 2134931 w 2280429"/>
                  <a:gd name="connsiteY14" fmla="*/ 1834426 h 4761776"/>
                  <a:gd name="connsiteX15" fmla="*/ 2199701 w 2280429"/>
                  <a:gd name="connsiteY15" fmla="*/ 2394496 h 4761776"/>
                  <a:gd name="connsiteX16" fmla="*/ 2032062 w 2280429"/>
                  <a:gd name="connsiteY16" fmla="*/ 2988856 h 4761776"/>
                  <a:gd name="connsiteX17" fmla="*/ 1620582 w 2280429"/>
                  <a:gd name="connsiteY17" fmla="*/ 3186976 h 4761776"/>
                  <a:gd name="connsiteX18" fmla="*/ 1391982 w 2280429"/>
                  <a:gd name="connsiteY18" fmla="*/ 3415576 h 4761776"/>
                  <a:gd name="connsiteX19" fmla="*/ 1009906 w 2280429"/>
                  <a:gd name="connsiteY19" fmla="*/ 3485749 h 4761776"/>
                  <a:gd name="connsiteX20" fmla="*/ 844806 w 2280429"/>
                  <a:gd name="connsiteY20" fmla="*/ 4761776 h 4761776"/>
                  <a:gd name="connsiteX21" fmla="*/ 607165 w 2280429"/>
                  <a:gd name="connsiteY21" fmla="*/ 4672876 h 4761776"/>
                  <a:gd name="connsiteX22" fmla="*/ 759565 w 2280429"/>
                  <a:gd name="connsiteY22" fmla="*/ 3422249 h 4761776"/>
                  <a:gd name="connsiteX0" fmla="*/ 759565 w 2280429"/>
                  <a:gd name="connsiteY0" fmla="*/ 3422249 h 4761776"/>
                  <a:gd name="connsiteX1" fmla="*/ 576642 w 2280429"/>
                  <a:gd name="connsiteY1" fmla="*/ 3026956 h 4761776"/>
                  <a:gd name="connsiteX2" fmla="*/ 96581 w 2280429"/>
                  <a:gd name="connsiteY2" fmla="*/ 2630716 h 4761776"/>
                  <a:gd name="connsiteX3" fmla="*/ 191831 w 2280429"/>
                  <a:gd name="connsiteY3" fmla="*/ 2024927 h 4761776"/>
                  <a:gd name="connsiteX4" fmla="*/ 410906 w 2280429"/>
                  <a:gd name="connsiteY4" fmla="*/ 1824901 h 4761776"/>
                  <a:gd name="connsiteX5" fmla="*/ 325181 w 2280429"/>
                  <a:gd name="connsiteY5" fmla="*/ 1205776 h 4761776"/>
                  <a:gd name="connsiteX6" fmla="*/ 96582 w 2280429"/>
                  <a:gd name="connsiteY6" fmla="*/ 989878 h 4761776"/>
                  <a:gd name="connsiteX7" fmla="*/ 588388 w 2280429"/>
                  <a:gd name="connsiteY7" fmla="*/ 1012758 h 4761776"/>
                  <a:gd name="connsiteX8" fmla="*/ 837312 w 2280429"/>
                  <a:gd name="connsiteY8" fmla="*/ 495928 h 4761776"/>
                  <a:gd name="connsiteX9" fmla="*/ 1129614 w 2280429"/>
                  <a:gd name="connsiteY9" fmla="*/ 228408 h 4761776"/>
                  <a:gd name="connsiteX10" fmla="*/ 1437284 w 2280429"/>
                  <a:gd name="connsiteY10" fmla="*/ 41320 h 4761776"/>
                  <a:gd name="connsiteX11" fmla="*/ 1800538 w 2280429"/>
                  <a:gd name="connsiteY11" fmla="*/ 20051 h 4761776"/>
                  <a:gd name="connsiteX12" fmla="*/ 2240817 w 2280429"/>
                  <a:gd name="connsiteY12" fmla="*/ 72019 h 4761776"/>
                  <a:gd name="connsiteX13" fmla="*/ 1772982 w 2280429"/>
                  <a:gd name="connsiteY13" fmla="*/ 1078777 h 4761776"/>
                  <a:gd name="connsiteX14" fmla="*/ 2134931 w 2280429"/>
                  <a:gd name="connsiteY14" fmla="*/ 1834426 h 4761776"/>
                  <a:gd name="connsiteX15" fmla="*/ 2199701 w 2280429"/>
                  <a:gd name="connsiteY15" fmla="*/ 2394496 h 4761776"/>
                  <a:gd name="connsiteX16" fmla="*/ 2032062 w 2280429"/>
                  <a:gd name="connsiteY16" fmla="*/ 2988856 h 4761776"/>
                  <a:gd name="connsiteX17" fmla="*/ 1620582 w 2280429"/>
                  <a:gd name="connsiteY17" fmla="*/ 3186976 h 4761776"/>
                  <a:gd name="connsiteX18" fmla="*/ 1391982 w 2280429"/>
                  <a:gd name="connsiteY18" fmla="*/ 3415576 h 4761776"/>
                  <a:gd name="connsiteX19" fmla="*/ 1009906 w 2280429"/>
                  <a:gd name="connsiteY19" fmla="*/ 3485749 h 4761776"/>
                  <a:gd name="connsiteX20" fmla="*/ 844806 w 2280429"/>
                  <a:gd name="connsiteY20" fmla="*/ 4761776 h 4761776"/>
                  <a:gd name="connsiteX21" fmla="*/ 607165 w 2280429"/>
                  <a:gd name="connsiteY21" fmla="*/ 4672876 h 4761776"/>
                  <a:gd name="connsiteX22" fmla="*/ 759565 w 2280429"/>
                  <a:gd name="connsiteY22" fmla="*/ 3422249 h 4761776"/>
                  <a:gd name="connsiteX0" fmla="*/ 759565 w 2280429"/>
                  <a:gd name="connsiteY0" fmla="*/ 3422249 h 4761776"/>
                  <a:gd name="connsiteX1" fmla="*/ 576642 w 2280429"/>
                  <a:gd name="connsiteY1" fmla="*/ 3026956 h 4761776"/>
                  <a:gd name="connsiteX2" fmla="*/ 96581 w 2280429"/>
                  <a:gd name="connsiteY2" fmla="*/ 2630716 h 4761776"/>
                  <a:gd name="connsiteX3" fmla="*/ 191831 w 2280429"/>
                  <a:gd name="connsiteY3" fmla="*/ 2024927 h 4761776"/>
                  <a:gd name="connsiteX4" fmla="*/ 410906 w 2280429"/>
                  <a:gd name="connsiteY4" fmla="*/ 1824901 h 4761776"/>
                  <a:gd name="connsiteX5" fmla="*/ 325181 w 2280429"/>
                  <a:gd name="connsiteY5" fmla="*/ 1205776 h 4761776"/>
                  <a:gd name="connsiteX6" fmla="*/ 96582 w 2280429"/>
                  <a:gd name="connsiteY6" fmla="*/ 989878 h 4761776"/>
                  <a:gd name="connsiteX7" fmla="*/ 588388 w 2280429"/>
                  <a:gd name="connsiteY7" fmla="*/ 1012758 h 4761776"/>
                  <a:gd name="connsiteX8" fmla="*/ 837312 w 2280429"/>
                  <a:gd name="connsiteY8" fmla="*/ 495928 h 4761776"/>
                  <a:gd name="connsiteX9" fmla="*/ 1129614 w 2280429"/>
                  <a:gd name="connsiteY9" fmla="*/ 228408 h 4761776"/>
                  <a:gd name="connsiteX10" fmla="*/ 1437284 w 2280429"/>
                  <a:gd name="connsiteY10" fmla="*/ 41320 h 4761776"/>
                  <a:gd name="connsiteX11" fmla="*/ 1800538 w 2280429"/>
                  <a:gd name="connsiteY11" fmla="*/ 20051 h 4761776"/>
                  <a:gd name="connsiteX12" fmla="*/ 2240817 w 2280429"/>
                  <a:gd name="connsiteY12" fmla="*/ 72019 h 4761776"/>
                  <a:gd name="connsiteX13" fmla="*/ 1772982 w 2280429"/>
                  <a:gd name="connsiteY13" fmla="*/ 1078777 h 4761776"/>
                  <a:gd name="connsiteX14" fmla="*/ 2134931 w 2280429"/>
                  <a:gd name="connsiteY14" fmla="*/ 1834426 h 4761776"/>
                  <a:gd name="connsiteX15" fmla="*/ 2199701 w 2280429"/>
                  <a:gd name="connsiteY15" fmla="*/ 2394496 h 4761776"/>
                  <a:gd name="connsiteX16" fmla="*/ 2032062 w 2280429"/>
                  <a:gd name="connsiteY16" fmla="*/ 2988856 h 4761776"/>
                  <a:gd name="connsiteX17" fmla="*/ 1620582 w 2280429"/>
                  <a:gd name="connsiteY17" fmla="*/ 3186976 h 4761776"/>
                  <a:gd name="connsiteX18" fmla="*/ 1391982 w 2280429"/>
                  <a:gd name="connsiteY18" fmla="*/ 3415576 h 4761776"/>
                  <a:gd name="connsiteX19" fmla="*/ 1009906 w 2280429"/>
                  <a:gd name="connsiteY19" fmla="*/ 3485749 h 4761776"/>
                  <a:gd name="connsiteX20" fmla="*/ 844806 w 2280429"/>
                  <a:gd name="connsiteY20" fmla="*/ 4761776 h 4761776"/>
                  <a:gd name="connsiteX21" fmla="*/ 607165 w 2280429"/>
                  <a:gd name="connsiteY21" fmla="*/ 4672876 h 4761776"/>
                  <a:gd name="connsiteX22" fmla="*/ 759565 w 2280429"/>
                  <a:gd name="connsiteY22" fmla="*/ 3422249 h 4761776"/>
                  <a:gd name="connsiteX0" fmla="*/ 759565 w 2280429"/>
                  <a:gd name="connsiteY0" fmla="*/ 3460821 h 4800348"/>
                  <a:gd name="connsiteX1" fmla="*/ 576642 w 2280429"/>
                  <a:gd name="connsiteY1" fmla="*/ 3065528 h 4800348"/>
                  <a:gd name="connsiteX2" fmla="*/ 96581 w 2280429"/>
                  <a:gd name="connsiteY2" fmla="*/ 2669288 h 4800348"/>
                  <a:gd name="connsiteX3" fmla="*/ 191831 w 2280429"/>
                  <a:gd name="connsiteY3" fmla="*/ 2063499 h 4800348"/>
                  <a:gd name="connsiteX4" fmla="*/ 410906 w 2280429"/>
                  <a:gd name="connsiteY4" fmla="*/ 1863473 h 4800348"/>
                  <a:gd name="connsiteX5" fmla="*/ 325181 w 2280429"/>
                  <a:gd name="connsiteY5" fmla="*/ 1244348 h 4800348"/>
                  <a:gd name="connsiteX6" fmla="*/ 96582 w 2280429"/>
                  <a:gd name="connsiteY6" fmla="*/ 1028450 h 4800348"/>
                  <a:gd name="connsiteX7" fmla="*/ 588388 w 2280429"/>
                  <a:gd name="connsiteY7" fmla="*/ 1051330 h 4800348"/>
                  <a:gd name="connsiteX8" fmla="*/ 837312 w 2280429"/>
                  <a:gd name="connsiteY8" fmla="*/ 534500 h 4800348"/>
                  <a:gd name="connsiteX9" fmla="*/ 1129614 w 2280429"/>
                  <a:gd name="connsiteY9" fmla="*/ 266980 h 4800348"/>
                  <a:gd name="connsiteX10" fmla="*/ 1437284 w 2280429"/>
                  <a:gd name="connsiteY10" fmla="*/ 79892 h 4800348"/>
                  <a:gd name="connsiteX11" fmla="*/ 1800538 w 2280429"/>
                  <a:gd name="connsiteY11" fmla="*/ 58623 h 4800348"/>
                  <a:gd name="connsiteX12" fmla="*/ 2240817 w 2280429"/>
                  <a:gd name="connsiteY12" fmla="*/ 110591 h 4800348"/>
                  <a:gd name="connsiteX13" fmla="*/ 1772982 w 2280429"/>
                  <a:gd name="connsiteY13" fmla="*/ 1117349 h 4800348"/>
                  <a:gd name="connsiteX14" fmla="*/ 2134931 w 2280429"/>
                  <a:gd name="connsiteY14" fmla="*/ 1872998 h 4800348"/>
                  <a:gd name="connsiteX15" fmla="*/ 2199701 w 2280429"/>
                  <a:gd name="connsiteY15" fmla="*/ 2433068 h 4800348"/>
                  <a:gd name="connsiteX16" fmla="*/ 2032062 w 2280429"/>
                  <a:gd name="connsiteY16" fmla="*/ 3027428 h 4800348"/>
                  <a:gd name="connsiteX17" fmla="*/ 1620582 w 2280429"/>
                  <a:gd name="connsiteY17" fmla="*/ 3225548 h 4800348"/>
                  <a:gd name="connsiteX18" fmla="*/ 1391982 w 2280429"/>
                  <a:gd name="connsiteY18" fmla="*/ 3454148 h 4800348"/>
                  <a:gd name="connsiteX19" fmla="*/ 1009906 w 2280429"/>
                  <a:gd name="connsiteY19" fmla="*/ 3524321 h 4800348"/>
                  <a:gd name="connsiteX20" fmla="*/ 844806 w 2280429"/>
                  <a:gd name="connsiteY20" fmla="*/ 4800348 h 4800348"/>
                  <a:gd name="connsiteX21" fmla="*/ 607165 w 2280429"/>
                  <a:gd name="connsiteY21" fmla="*/ 4711448 h 4800348"/>
                  <a:gd name="connsiteX22" fmla="*/ 759565 w 2280429"/>
                  <a:gd name="connsiteY22" fmla="*/ 3460821 h 4800348"/>
                  <a:gd name="connsiteX0" fmla="*/ 759565 w 2280429"/>
                  <a:gd name="connsiteY0" fmla="*/ 3465500 h 4805027"/>
                  <a:gd name="connsiteX1" fmla="*/ 576642 w 2280429"/>
                  <a:gd name="connsiteY1" fmla="*/ 3070207 h 4805027"/>
                  <a:gd name="connsiteX2" fmla="*/ 96581 w 2280429"/>
                  <a:gd name="connsiteY2" fmla="*/ 2673967 h 4805027"/>
                  <a:gd name="connsiteX3" fmla="*/ 191831 w 2280429"/>
                  <a:gd name="connsiteY3" fmla="*/ 2068178 h 4805027"/>
                  <a:gd name="connsiteX4" fmla="*/ 410906 w 2280429"/>
                  <a:gd name="connsiteY4" fmla="*/ 1868152 h 4805027"/>
                  <a:gd name="connsiteX5" fmla="*/ 325181 w 2280429"/>
                  <a:gd name="connsiteY5" fmla="*/ 1249027 h 4805027"/>
                  <a:gd name="connsiteX6" fmla="*/ 96582 w 2280429"/>
                  <a:gd name="connsiteY6" fmla="*/ 1033129 h 4805027"/>
                  <a:gd name="connsiteX7" fmla="*/ 588388 w 2280429"/>
                  <a:gd name="connsiteY7" fmla="*/ 1056009 h 4805027"/>
                  <a:gd name="connsiteX8" fmla="*/ 837312 w 2280429"/>
                  <a:gd name="connsiteY8" fmla="*/ 539179 h 4805027"/>
                  <a:gd name="connsiteX9" fmla="*/ 1129614 w 2280429"/>
                  <a:gd name="connsiteY9" fmla="*/ 271659 h 4805027"/>
                  <a:gd name="connsiteX10" fmla="*/ 1437284 w 2280429"/>
                  <a:gd name="connsiteY10" fmla="*/ 84571 h 4805027"/>
                  <a:gd name="connsiteX11" fmla="*/ 1800538 w 2280429"/>
                  <a:gd name="connsiteY11" fmla="*/ 63302 h 4805027"/>
                  <a:gd name="connsiteX12" fmla="*/ 2240817 w 2280429"/>
                  <a:gd name="connsiteY12" fmla="*/ 115270 h 4805027"/>
                  <a:gd name="connsiteX13" fmla="*/ 1772982 w 2280429"/>
                  <a:gd name="connsiteY13" fmla="*/ 1122028 h 4805027"/>
                  <a:gd name="connsiteX14" fmla="*/ 2134931 w 2280429"/>
                  <a:gd name="connsiteY14" fmla="*/ 1877677 h 4805027"/>
                  <a:gd name="connsiteX15" fmla="*/ 2199701 w 2280429"/>
                  <a:gd name="connsiteY15" fmla="*/ 2437747 h 4805027"/>
                  <a:gd name="connsiteX16" fmla="*/ 2032062 w 2280429"/>
                  <a:gd name="connsiteY16" fmla="*/ 3032107 h 4805027"/>
                  <a:gd name="connsiteX17" fmla="*/ 1620582 w 2280429"/>
                  <a:gd name="connsiteY17" fmla="*/ 3230227 h 4805027"/>
                  <a:gd name="connsiteX18" fmla="*/ 1391982 w 2280429"/>
                  <a:gd name="connsiteY18" fmla="*/ 3458827 h 4805027"/>
                  <a:gd name="connsiteX19" fmla="*/ 1009906 w 2280429"/>
                  <a:gd name="connsiteY19" fmla="*/ 3529000 h 4805027"/>
                  <a:gd name="connsiteX20" fmla="*/ 844806 w 2280429"/>
                  <a:gd name="connsiteY20" fmla="*/ 4805027 h 4805027"/>
                  <a:gd name="connsiteX21" fmla="*/ 607165 w 2280429"/>
                  <a:gd name="connsiteY21" fmla="*/ 4716127 h 4805027"/>
                  <a:gd name="connsiteX22" fmla="*/ 759565 w 2280429"/>
                  <a:gd name="connsiteY22" fmla="*/ 3465500 h 4805027"/>
                  <a:gd name="connsiteX0" fmla="*/ 759565 w 2277255"/>
                  <a:gd name="connsiteY0" fmla="*/ 3465500 h 4805027"/>
                  <a:gd name="connsiteX1" fmla="*/ 576642 w 2277255"/>
                  <a:gd name="connsiteY1" fmla="*/ 3070207 h 4805027"/>
                  <a:gd name="connsiteX2" fmla="*/ 96581 w 2277255"/>
                  <a:gd name="connsiteY2" fmla="*/ 2673967 h 4805027"/>
                  <a:gd name="connsiteX3" fmla="*/ 191831 w 2277255"/>
                  <a:gd name="connsiteY3" fmla="*/ 2068178 h 4805027"/>
                  <a:gd name="connsiteX4" fmla="*/ 410906 w 2277255"/>
                  <a:gd name="connsiteY4" fmla="*/ 1868152 h 4805027"/>
                  <a:gd name="connsiteX5" fmla="*/ 325181 w 2277255"/>
                  <a:gd name="connsiteY5" fmla="*/ 1249027 h 4805027"/>
                  <a:gd name="connsiteX6" fmla="*/ 96582 w 2277255"/>
                  <a:gd name="connsiteY6" fmla="*/ 1033129 h 4805027"/>
                  <a:gd name="connsiteX7" fmla="*/ 588388 w 2277255"/>
                  <a:gd name="connsiteY7" fmla="*/ 1056009 h 4805027"/>
                  <a:gd name="connsiteX8" fmla="*/ 837312 w 2277255"/>
                  <a:gd name="connsiteY8" fmla="*/ 539179 h 4805027"/>
                  <a:gd name="connsiteX9" fmla="*/ 1129614 w 2277255"/>
                  <a:gd name="connsiteY9" fmla="*/ 271659 h 4805027"/>
                  <a:gd name="connsiteX10" fmla="*/ 1437284 w 2277255"/>
                  <a:gd name="connsiteY10" fmla="*/ 84571 h 4805027"/>
                  <a:gd name="connsiteX11" fmla="*/ 1800538 w 2277255"/>
                  <a:gd name="connsiteY11" fmla="*/ 63302 h 4805027"/>
                  <a:gd name="connsiteX12" fmla="*/ 2240817 w 2277255"/>
                  <a:gd name="connsiteY12" fmla="*/ 115270 h 4805027"/>
                  <a:gd name="connsiteX13" fmla="*/ 1695329 w 2277255"/>
                  <a:gd name="connsiteY13" fmla="*/ 1132336 h 4805027"/>
                  <a:gd name="connsiteX14" fmla="*/ 2134931 w 2277255"/>
                  <a:gd name="connsiteY14" fmla="*/ 1877677 h 4805027"/>
                  <a:gd name="connsiteX15" fmla="*/ 2199701 w 2277255"/>
                  <a:gd name="connsiteY15" fmla="*/ 2437747 h 4805027"/>
                  <a:gd name="connsiteX16" fmla="*/ 2032062 w 2277255"/>
                  <a:gd name="connsiteY16" fmla="*/ 3032107 h 4805027"/>
                  <a:gd name="connsiteX17" fmla="*/ 1620582 w 2277255"/>
                  <a:gd name="connsiteY17" fmla="*/ 3230227 h 4805027"/>
                  <a:gd name="connsiteX18" fmla="*/ 1391982 w 2277255"/>
                  <a:gd name="connsiteY18" fmla="*/ 3458827 h 4805027"/>
                  <a:gd name="connsiteX19" fmla="*/ 1009906 w 2277255"/>
                  <a:gd name="connsiteY19" fmla="*/ 3529000 h 4805027"/>
                  <a:gd name="connsiteX20" fmla="*/ 844806 w 2277255"/>
                  <a:gd name="connsiteY20" fmla="*/ 4805027 h 4805027"/>
                  <a:gd name="connsiteX21" fmla="*/ 607165 w 2277255"/>
                  <a:gd name="connsiteY21" fmla="*/ 4716127 h 4805027"/>
                  <a:gd name="connsiteX22" fmla="*/ 759565 w 2277255"/>
                  <a:gd name="connsiteY22" fmla="*/ 3465500 h 4805027"/>
                  <a:gd name="connsiteX0" fmla="*/ 759565 w 2277160"/>
                  <a:gd name="connsiteY0" fmla="*/ 3465500 h 4805027"/>
                  <a:gd name="connsiteX1" fmla="*/ 576642 w 2277160"/>
                  <a:gd name="connsiteY1" fmla="*/ 3070207 h 4805027"/>
                  <a:gd name="connsiteX2" fmla="*/ 96581 w 2277160"/>
                  <a:gd name="connsiteY2" fmla="*/ 2673967 h 4805027"/>
                  <a:gd name="connsiteX3" fmla="*/ 191831 w 2277160"/>
                  <a:gd name="connsiteY3" fmla="*/ 2068178 h 4805027"/>
                  <a:gd name="connsiteX4" fmla="*/ 410906 w 2277160"/>
                  <a:gd name="connsiteY4" fmla="*/ 1868152 h 4805027"/>
                  <a:gd name="connsiteX5" fmla="*/ 325181 w 2277160"/>
                  <a:gd name="connsiteY5" fmla="*/ 1249027 h 4805027"/>
                  <a:gd name="connsiteX6" fmla="*/ 96582 w 2277160"/>
                  <a:gd name="connsiteY6" fmla="*/ 1033129 h 4805027"/>
                  <a:gd name="connsiteX7" fmla="*/ 588388 w 2277160"/>
                  <a:gd name="connsiteY7" fmla="*/ 1056009 h 4805027"/>
                  <a:gd name="connsiteX8" fmla="*/ 837312 w 2277160"/>
                  <a:gd name="connsiteY8" fmla="*/ 539179 h 4805027"/>
                  <a:gd name="connsiteX9" fmla="*/ 1129614 w 2277160"/>
                  <a:gd name="connsiteY9" fmla="*/ 271659 h 4805027"/>
                  <a:gd name="connsiteX10" fmla="*/ 1437284 w 2277160"/>
                  <a:gd name="connsiteY10" fmla="*/ 84571 h 4805027"/>
                  <a:gd name="connsiteX11" fmla="*/ 1800538 w 2277160"/>
                  <a:gd name="connsiteY11" fmla="*/ 63302 h 4805027"/>
                  <a:gd name="connsiteX12" fmla="*/ 2240817 w 2277160"/>
                  <a:gd name="connsiteY12" fmla="*/ 115270 h 4805027"/>
                  <a:gd name="connsiteX13" fmla="*/ 1695329 w 2277160"/>
                  <a:gd name="connsiteY13" fmla="*/ 1132336 h 4805027"/>
                  <a:gd name="connsiteX14" fmla="*/ 2134931 w 2277160"/>
                  <a:gd name="connsiteY14" fmla="*/ 1877677 h 4805027"/>
                  <a:gd name="connsiteX15" fmla="*/ 2199701 w 2277160"/>
                  <a:gd name="connsiteY15" fmla="*/ 2437747 h 4805027"/>
                  <a:gd name="connsiteX16" fmla="*/ 2032062 w 2277160"/>
                  <a:gd name="connsiteY16" fmla="*/ 3032107 h 4805027"/>
                  <a:gd name="connsiteX17" fmla="*/ 1620582 w 2277160"/>
                  <a:gd name="connsiteY17" fmla="*/ 3230227 h 4805027"/>
                  <a:gd name="connsiteX18" fmla="*/ 1391982 w 2277160"/>
                  <a:gd name="connsiteY18" fmla="*/ 3458827 h 4805027"/>
                  <a:gd name="connsiteX19" fmla="*/ 1009906 w 2277160"/>
                  <a:gd name="connsiteY19" fmla="*/ 3529000 h 4805027"/>
                  <a:gd name="connsiteX20" fmla="*/ 844806 w 2277160"/>
                  <a:gd name="connsiteY20" fmla="*/ 4805027 h 4805027"/>
                  <a:gd name="connsiteX21" fmla="*/ 607165 w 2277160"/>
                  <a:gd name="connsiteY21" fmla="*/ 4716127 h 4805027"/>
                  <a:gd name="connsiteX22" fmla="*/ 759565 w 2277160"/>
                  <a:gd name="connsiteY22" fmla="*/ 3465500 h 4805027"/>
                  <a:gd name="connsiteX0" fmla="*/ 759565 w 2383326"/>
                  <a:gd name="connsiteY0" fmla="*/ 3465500 h 4805027"/>
                  <a:gd name="connsiteX1" fmla="*/ 576642 w 2383326"/>
                  <a:gd name="connsiteY1" fmla="*/ 3070207 h 4805027"/>
                  <a:gd name="connsiteX2" fmla="*/ 96581 w 2383326"/>
                  <a:gd name="connsiteY2" fmla="*/ 2673967 h 4805027"/>
                  <a:gd name="connsiteX3" fmla="*/ 191831 w 2383326"/>
                  <a:gd name="connsiteY3" fmla="*/ 2068178 h 4805027"/>
                  <a:gd name="connsiteX4" fmla="*/ 410906 w 2383326"/>
                  <a:gd name="connsiteY4" fmla="*/ 1868152 h 4805027"/>
                  <a:gd name="connsiteX5" fmla="*/ 325181 w 2383326"/>
                  <a:gd name="connsiteY5" fmla="*/ 1249027 h 4805027"/>
                  <a:gd name="connsiteX6" fmla="*/ 96582 w 2383326"/>
                  <a:gd name="connsiteY6" fmla="*/ 1033129 h 4805027"/>
                  <a:gd name="connsiteX7" fmla="*/ 588388 w 2383326"/>
                  <a:gd name="connsiteY7" fmla="*/ 1056009 h 4805027"/>
                  <a:gd name="connsiteX8" fmla="*/ 837312 w 2383326"/>
                  <a:gd name="connsiteY8" fmla="*/ 539179 h 4805027"/>
                  <a:gd name="connsiteX9" fmla="*/ 1129614 w 2383326"/>
                  <a:gd name="connsiteY9" fmla="*/ 271659 h 4805027"/>
                  <a:gd name="connsiteX10" fmla="*/ 1437284 w 2383326"/>
                  <a:gd name="connsiteY10" fmla="*/ 84571 h 4805027"/>
                  <a:gd name="connsiteX11" fmla="*/ 1800538 w 2383326"/>
                  <a:gd name="connsiteY11" fmla="*/ 63302 h 4805027"/>
                  <a:gd name="connsiteX12" fmla="*/ 2240817 w 2383326"/>
                  <a:gd name="connsiteY12" fmla="*/ 115270 h 4805027"/>
                  <a:gd name="connsiteX13" fmla="*/ 1695329 w 2383326"/>
                  <a:gd name="connsiteY13" fmla="*/ 1132336 h 4805027"/>
                  <a:gd name="connsiteX14" fmla="*/ 2134931 w 2383326"/>
                  <a:gd name="connsiteY14" fmla="*/ 1877677 h 4805027"/>
                  <a:gd name="connsiteX15" fmla="*/ 2199701 w 2383326"/>
                  <a:gd name="connsiteY15" fmla="*/ 2437747 h 4805027"/>
                  <a:gd name="connsiteX16" fmla="*/ 2032062 w 2383326"/>
                  <a:gd name="connsiteY16" fmla="*/ 3032107 h 4805027"/>
                  <a:gd name="connsiteX17" fmla="*/ 1620582 w 2383326"/>
                  <a:gd name="connsiteY17" fmla="*/ 3230227 h 4805027"/>
                  <a:gd name="connsiteX18" fmla="*/ 1391982 w 2383326"/>
                  <a:gd name="connsiteY18" fmla="*/ 3458827 h 4805027"/>
                  <a:gd name="connsiteX19" fmla="*/ 1009906 w 2383326"/>
                  <a:gd name="connsiteY19" fmla="*/ 3529000 h 4805027"/>
                  <a:gd name="connsiteX20" fmla="*/ 844806 w 2383326"/>
                  <a:gd name="connsiteY20" fmla="*/ 4805027 h 4805027"/>
                  <a:gd name="connsiteX21" fmla="*/ 607165 w 2383326"/>
                  <a:gd name="connsiteY21" fmla="*/ 4716127 h 4805027"/>
                  <a:gd name="connsiteX22" fmla="*/ 759565 w 2383326"/>
                  <a:gd name="connsiteY22" fmla="*/ 3465500 h 4805027"/>
                  <a:gd name="connsiteX0" fmla="*/ 759565 w 2383326"/>
                  <a:gd name="connsiteY0" fmla="*/ 3465500 h 4805027"/>
                  <a:gd name="connsiteX1" fmla="*/ 576642 w 2383326"/>
                  <a:gd name="connsiteY1" fmla="*/ 3070207 h 4805027"/>
                  <a:gd name="connsiteX2" fmla="*/ 96581 w 2383326"/>
                  <a:gd name="connsiteY2" fmla="*/ 2673967 h 4805027"/>
                  <a:gd name="connsiteX3" fmla="*/ 191831 w 2383326"/>
                  <a:gd name="connsiteY3" fmla="*/ 2068178 h 4805027"/>
                  <a:gd name="connsiteX4" fmla="*/ 410906 w 2383326"/>
                  <a:gd name="connsiteY4" fmla="*/ 1868152 h 4805027"/>
                  <a:gd name="connsiteX5" fmla="*/ 325181 w 2383326"/>
                  <a:gd name="connsiteY5" fmla="*/ 1249027 h 4805027"/>
                  <a:gd name="connsiteX6" fmla="*/ 96582 w 2383326"/>
                  <a:gd name="connsiteY6" fmla="*/ 1033129 h 4805027"/>
                  <a:gd name="connsiteX7" fmla="*/ 588388 w 2383326"/>
                  <a:gd name="connsiteY7" fmla="*/ 1056009 h 4805027"/>
                  <a:gd name="connsiteX8" fmla="*/ 837312 w 2383326"/>
                  <a:gd name="connsiteY8" fmla="*/ 539179 h 4805027"/>
                  <a:gd name="connsiteX9" fmla="*/ 1129614 w 2383326"/>
                  <a:gd name="connsiteY9" fmla="*/ 271659 h 4805027"/>
                  <a:gd name="connsiteX10" fmla="*/ 1437284 w 2383326"/>
                  <a:gd name="connsiteY10" fmla="*/ 84571 h 4805027"/>
                  <a:gd name="connsiteX11" fmla="*/ 1800538 w 2383326"/>
                  <a:gd name="connsiteY11" fmla="*/ 63302 h 4805027"/>
                  <a:gd name="connsiteX12" fmla="*/ 2240817 w 2383326"/>
                  <a:gd name="connsiteY12" fmla="*/ 115270 h 4805027"/>
                  <a:gd name="connsiteX13" fmla="*/ 1695329 w 2383326"/>
                  <a:gd name="connsiteY13" fmla="*/ 1132336 h 4805027"/>
                  <a:gd name="connsiteX14" fmla="*/ 1852839 w 2383326"/>
                  <a:gd name="connsiteY14" fmla="*/ 1770931 h 4805027"/>
                  <a:gd name="connsiteX15" fmla="*/ 2199701 w 2383326"/>
                  <a:gd name="connsiteY15" fmla="*/ 2437747 h 4805027"/>
                  <a:gd name="connsiteX16" fmla="*/ 2032062 w 2383326"/>
                  <a:gd name="connsiteY16" fmla="*/ 3032107 h 4805027"/>
                  <a:gd name="connsiteX17" fmla="*/ 1620582 w 2383326"/>
                  <a:gd name="connsiteY17" fmla="*/ 3230227 h 4805027"/>
                  <a:gd name="connsiteX18" fmla="*/ 1391982 w 2383326"/>
                  <a:gd name="connsiteY18" fmla="*/ 3458827 h 4805027"/>
                  <a:gd name="connsiteX19" fmla="*/ 1009906 w 2383326"/>
                  <a:gd name="connsiteY19" fmla="*/ 3529000 h 4805027"/>
                  <a:gd name="connsiteX20" fmla="*/ 844806 w 2383326"/>
                  <a:gd name="connsiteY20" fmla="*/ 4805027 h 4805027"/>
                  <a:gd name="connsiteX21" fmla="*/ 607165 w 2383326"/>
                  <a:gd name="connsiteY21" fmla="*/ 4716127 h 4805027"/>
                  <a:gd name="connsiteX22" fmla="*/ 759565 w 2383326"/>
                  <a:gd name="connsiteY22" fmla="*/ 3465500 h 4805027"/>
                  <a:gd name="connsiteX0" fmla="*/ 759565 w 2383326"/>
                  <a:gd name="connsiteY0" fmla="*/ 3465500 h 4805027"/>
                  <a:gd name="connsiteX1" fmla="*/ 576642 w 2383326"/>
                  <a:gd name="connsiteY1" fmla="*/ 3070207 h 4805027"/>
                  <a:gd name="connsiteX2" fmla="*/ 96581 w 2383326"/>
                  <a:gd name="connsiteY2" fmla="*/ 2673967 h 4805027"/>
                  <a:gd name="connsiteX3" fmla="*/ 191831 w 2383326"/>
                  <a:gd name="connsiteY3" fmla="*/ 2068178 h 4805027"/>
                  <a:gd name="connsiteX4" fmla="*/ 410906 w 2383326"/>
                  <a:gd name="connsiteY4" fmla="*/ 1868152 h 4805027"/>
                  <a:gd name="connsiteX5" fmla="*/ 325181 w 2383326"/>
                  <a:gd name="connsiteY5" fmla="*/ 1249027 h 4805027"/>
                  <a:gd name="connsiteX6" fmla="*/ 96582 w 2383326"/>
                  <a:gd name="connsiteY6" fmla="*/ 1033129 h 4805027"/>
                  <a:gd name="connsiteX7" fmla="*/ 588388 w 2383326"/>
                  <a:gd name="connsiteY7" fmla="*/ 1056009 h 4805027"/>
                  <a:gd name="connsiteX8" fmla="*/ 837312 w 2383326"/>
                  <a:gd name="connsiteY8" fmla="*/ 539179 h 4805027"/>
                  <a:gd name="connsiteX9" fmla="*/ 1129614 w 2383326"/>
                  <a:gd name="connsiteY9" fmla="*/ 271659 h 4805027"/>
                  <a:gd name="connsiteX10" fmla="*/ 1437284 w 2383326"/>
                  <a:gd name="connsiteY10" fmla="*/ 84571 h 4805027"/>
                  <a:gd name="connsiteX11" fmla="*/ 1800538 w 2383326"/>
                  <a:gd name="connsiteY11" fmla="*/ 63302 h 4805027"/>
                  <a:gd name="connsiteX12" fmla="*/ 2240817 w 2383326"/>
                  <a:gd name="connsiteY12" fmla="*/ 115270 h 4805027"/>
                  <a:gd name="connsiteX13" fmla="*/ 1695329 w 2383326"/>
                  <a:gd name="connsiteY13" fmla="*/ 1132336 h 4805027"/>
                  <a:gd name="connsiteX14" fmla="*/ 1852839 w 2383326"/>
                  <a:gd name="connsiteY14" fmla="*/ 1770931 h 4805027"/>
                  <a:gd name="connsiteX15" fmla="*/ 2010524 w 2383326"/>
                  <a:gd name="connsiteY15" fmla="*/ 2303488 h 4805027"/>
                  <a:gd name="connsiteX16" fmla="*/ 2032062 w 2383326"/>
                  <a:gd name="connsiteY16" fmla="*/ 3032107 h 4805027"/>
                  <a:gd name="connsiteX17" fmla="*/ 1620582 w 2383326"/>
                  <a:gd name="connsiteY17" fmla="*/ 3230227 h 4805027"/>
                  <a:gd name="connsiteX18" fmla="*/ 1391982 w 2383326"/>
                  <a:gd name="connsiteY18" fmla="*/ 3458827 h 4805027"/>
                  <a:gd name="connsiteX19" fmla="*/ 1009906 w 2383326"/>
                  <a:gd name="connsiteY19" fmla="*/ 3529000 h 4805027"/>
                  <a:gd name="connsiteX20" fmla="*/ 844806 w 2383326"/>
                  <a:gd name="connsiteY20" fmla="*/ 4805027 h 4805027"/>
                  <a:gd name="connsiteX21" fmla="*/ 607165 w 2383326"/>
                  <a:gd name="connsiteY21" fmla="*/ 4716127 h 4805027"/>
                  <a:gd name="connsiteX22" fmla="*/ 759565 w 2383326"/>
                  <a:gd name="connsiteY22" fmla="*/ 3465500 h 4805027"/>
                  <a:gd name="connsiteX0" fmla="*/ 759565 w 2383326"/>
                  <a:gd name="connsiteY0" fmla="*/ 3465500 h 4805027"/>
                  <a:gd name="connsiteX1" fmla="*/ 576642 w 2383326"/>
                  <a:gd name="connsiteY1" fmla="*/ 3070207 h 4805027"/>
                  <a:gd name="connsiteX2" fmla="*/ 96581 w 2383326"/>
                  <a:gd name="connsiteY2" fmla="*/ 2673967 h 4805027"/>
                  <a:gd name="connsiteX3" fmla="*/ 191831 w 2383326"/>
                  <a:gd name="connsiteY3" fmla="*/ 2068178 h 4805027"/>
                  <a:gd name="connsiteX4" fmla="*/ 410906 w 2383326"/>
                  <a:gd name="connsiteY4" fmla="*/ 1868152 h 4805027"/>
                  <a:gd name="connsiteX5" fmla="*/ 325181 w 2383326"/>
                  <a:gd name="connsiteY5" fmla="*/ 1249027 h 4805027"/>
                  <a:gd name="connsiteX6" fmla="*/ 96582 w 2383326"/>
                  <a:gd name="connsiteY6" fmla="*/ 1033129 h 4805027"/>
                  <a:gd name="connsiteX7" fmla="*/ 588388 w 2383326"/>
                  <a:gd name="connsiteY7" fmla="*/ 1056009 h 4805027"/>
                  <a:gd name="connsiteX8" fmla="*/ 837312 w 2383326"/>
                  <a:gd name="connsiteY8" fmla="*/ 539179 h 4805027"/>
                  <a:gd name="connsiteX9" fmla="*/ 1129614 w 2383326"/>
                  <a:gd name="connsiteY9" fmla="*/ 271659 h 4805027"/>
                  <a:gd name="connsiteX10" fmla="*/ 1437284 w 2383326"/>
                  <a:gd name="connsiteY10" fmla="*/ 84571 h 4805027"/>
                  <a:gd name="connsiteX11" fmla="*/ 1800538 w 2383326"/>
                  <a:gd name="connsiteY11" fmla="*/ 63302 h 4805027"/>
                  <a:gd name="connsiteX12" fmla="*/ 2240817 w 2383326"/>
                  <a:gd name="connsiteY12" fmla="*/ 115270 h 4805027"/>
                  <a:gd name="connsiteX13" fmla="*/ 1695329 w 2383326"/>
                  <a:gd name="connsiteY13" fmla="*/ 1132336 h 4805027"/>
                  <a:gd name="connsiteX14" fmla="*/ 1852839 w 2383326"/>
                  <a:gd name="connsiteY14" fmla="*/ 1770931 h 4805027"/>
                  <a:gd name="connsiteX15" fmla="*/ 2010524 w 2383326"/>
                  <a:gd name="connsiteY15" fmla="*/ 2303488 h 4805027"/>
                  <a:gd name="connsiteX16" fmla="*/ 1637030 w 2383326"/>
                  <a:gd name="connsiteY16" fmla="*/ 3021072 h 4805027"/>
                  <a:gd name="connsiteX17" fmla="*/ 1620582 w 2383326"/>
                  <a:gd name="connsiteY17" fmla="*/ 3230227 h 4805027"/>
                  <a:gd name="connsiteX18" fmla="*/ 1391982 w 2383326"/>
                  <a:gd name="connsiteY18" fmla="*/ 3458827 h 4805027"/>
                  <a:gd name="connsiteX19" fmla="*/ 1009906 w 2383326"/>
                  <a:gd name="connsiteY19" fmla="*/ 3529000 h 4805027"/>
                  <a:gd name="connsiteX20" fmla="*/ 844806 w 2383326"/>
                  <a:gd name="connsiteY20" fmla="*/ 4805027 h 4805027"/>
                  <a:gd name="connsiteX21" fmla="*/ 607165 w 2383326"/>
                  <a:gd name="connsiteY21" fmla="*/ 4716127 h 4805027"/>
                  <a:gd name="connsiteX22" fmla="*/ 759565 w 2383326"/>
                  <a:gd name="connsiteY22" fmla="*/ 3465500 h 4805027"/>
                  <a:gd name="connsiteX0" fmla="*/ 759565 w 2383326"/>
                  <a:gd name="connsiteY0" fmla="*/ 3465500 h 4805027"/>
                  <a:gd name="connsiteX1" fmla="*/ 576642 w 2383326"/>
                  <a:gd name="connsiteY1" fmla="*/ 3070207 h 4805027"/>
                  <a:gd name="connsiteX2" fmla="*/ 96581 w 2383326"/>
                  <a:gd name="connsiteY2" fmla="*/ 2673967 h 4805027"/>
                  <a:gd name="connsiteX3" fmla="*/ 191831 w 2383326"/>
                  <a:gd name="connsiteY3" fmla="*/ 2068178 h 4805027"/>
                  <a:gd name="connsiteX4" fmla="*/ 410906 w 2383326"/>
                  <a:gd name="connsiteY4" fmla="*/ 1868152 h 4805027"/>
                  <a:gd name="connsiteX5" fmla="*/ 325181 w 2383326"/>
                  <a:gd name="connsiteY5" fmla="*/ 1249027 h 4805027"/>
                  <a:gd name="connsiteX6" fmla="*/ 96582 w 2383326"/>
                  <a:gd name="connsiteY6" fmla="*/ 1033129 h 4805027"/>
                  <a:gd name="connsiteX7" fmla="*/ 588388 w 2383326"/>
                  <a:gd name="connsiteY7" fmla="*/ 1056009 h 4805027"/>
                  <a:gd name="connsiteX8" fmla="*/ 837312 w 2383326"/>
                  <a:gd name="connsiteY8" fmla="*/ 539179 h 4805027"/>
                  <a:gd name="connsiteX9" fmla="*/ 1129614 w 2383326"/>
                  <a:gd name="connsiteY9" fmla="*/ 271659 h 4805027"/>
                  <a:gd name="connsiteX10" fmla="*/ 1437284 w 2383326"/>
                  <a:gd name="connsiteY10" fmla="*/ 84571 h 4805027"/>
                  <a:gd name="connsiteX11" fmla="*/ 1800538 w 2383326"/>
                  <a:gd name="connsiteY11" fmla="*/ 63302 h 4805027"/>
                  <a:gd name="connsiteX12" fmla="*/ 2240817 w 2383326"/>
                  <a:gd name="connsiteY12" fmla="*/ 115270 h 4805027"/>
                  <a:gd name="connsiteX13" fmla="*/ 1695329 w 2383326"/>
                  <a:gd name="connsiteY13" fmla="*/ 1132336 h 4805027"/>
                  <a:gd name="connsiteX14" fmla="*/ 1852839 w 2383326"/>
                  <a:gd name="connsiteY14" fmla="*/ 1770931 h 4805027"/>
                  <a:gd name="connsiteX15" fmla="*/ 2010524 w 2383326"/>
                  <a:gd name="connsiteY15" fmla="*/ 2303488 h 4805027"/>
                  <a:gd name="connsiteX16" fmla="*/ 1637030 w 2383326"/>
                  <a:gd name="connsiteY16" fmla="*/ 3021072 h 4805027"/>
                  <a:gd name="connsiteX17" fmla="*/ 1391982 w 2383326"/>
                  <a:gd name="connsiteY17" fmla="*/ 3458827 h 4805027"/>
                  <a:gd name="connsiteX18" fmla="*/ 1009906 w 2383326"/>
                  <a:gd name="connsiteY18" fmla="*/ 3529000 h 4805027"/>
                  <a:gd name="connsiteX19" fmla="*/ 844806 w 2383326"/>
                  <a:gd name="connsiteY19" fmla="*/ 4805027 h 4805027"/>
                  <a:gd name="connsiteX20" fmla="*/ 607165 w 2383326"/>
                  <a:gd name="connsiteY20" fmla="*/ 4716127 h 4805027"/>
                  <a:gd name="connsiteX21" fmla="*/ 759565 w 2383326"/>
                  <a:gd name="connsiteY21" fmla="*/ 3465500 h 4805027"/>
                  <a:gd name="connsiteX0" fmla="*/ 759565 w 2383326"/>
                  <a:gd name="connsiteY0" fmla="*/ 3465500 h 4805027"/>
                  <a:gd name="connsiteX1" fmla="*/ 576642 w 2383326"/>
                  <a:gd name="connsiteY1" fmla="*/ 3070207 h 4805027"/>
                  <a:gd name="connsiteX2" fmla="*/ 96581 w 2383326"/>
                  <a:gd name="connsiteY2" fmla="*/ 2673967 h 4805027"/>
                  <a:gd name="connsiteX3" fmla="*/ 191831 w 2383326"/>
                  <a:gd name="connsiteY3" fmla="*/ 2068178 h 4805027"/>
                  <a:gd name="connsiteX4" fmla="*/ 410906 w 2383326"/>
                  <a:gd name="connsiteY4" fmla="*/ 1868152 h 4805027"/>
                  <a:gd name="connsiteX5" fmla="*/ 325181 w 2383326"/>
                  <a:gd name="connsiteY5" fmla="*/ 1249027 h 4805027"/>
                  <a:gd name="connsiteX6" fmla="*/ 96582 w 2383326"/>
                  <a:gd name="connsiteY6" fmla="*/ 1033129 h 4805027"/>
                  <a:gd name="connsiteX7" fmla="*/ 588388 w 2383326"/>
                  <a:gd name="connsiteY7" fmla="*/ 1056009 h 4805027"/>
                  <a:gd name="connsiteX8" fmla="*/ 837312 w 2383326"/>
                  <a:gd name="connsiteY8" fmla="*/ 539179 h 4805027"/>
                  <a:gd name="connsiteX9" fmla="*/ 1129614 w 2383326"/>
                  <a:gd name="connsiteY9" fmla="*/ 271659 h 4805027"/>
                  <a:gd name="connsiteX10" fmla="*/ 1437284 w 2383326"/>
                  <a:gd name="connsiteY10" fmla="*/ 84571 h 4805027"/>
                  <a:gd name="connsiteX11" fmla="*/ 1800538 w 2383326"/>
                  <a:gd name="connsiteY11" fmla="*/ 63302 h 4805027"/>
                  <a:gd name="connsiteX12" fmla="*/ 2240817 w 2383326"/>
                  <a:gd name="connsiteY12" fmla="*/ 115270 h 4805027"/>
                  <a:gd name="connsiteX13" fmla="*/ 1695329 w 2383326"/>
                  <a:gd name="connsiteY13" fmla="*/ 1132336 h 4805027"/>
                  <a:gd name="connsiteX14" fmla="*/ 1852839 w 2383326"/>
                  <a:gd name="connsiteY14" fmla="*/ 1770931 h 4805027"/>
                  <a:gd name="connsiteX15" fmla="*/ 2010524 w 2383326"/>
                  <a:gd name="connsiteY15" fmla="*/ 2303488 h 4805027"/>
                  <a:gd name="connsiteX16" fmla="*/ 1637030 w 2383326"/>
                  <a:gd name="connsiteY16" fmla="*/ 3021072 h 4805027"/>
                  <a:gd name="connsiteX17" fmla="*/ 1391982 w 2383326"/>
                  <a:gd name="connsiteY17" fmla="*/ 3458827 h 4805027"/>
                  <a:gd name="connsiteX18" fmla="*/ 1009906 w 2383326"/>
                  <a:gd name="connsiteY18" fmla="*/ 3529000 h 4805027"/>
                  <a:gd name="connsiteX19" fmla="*/ 844806 w 2383326"/>
                  <a:gd name="connsiteY19" fmla="*/ 4805027 h 4805027"/>
                  <a:gd name="connsiteX20" fmla="*/ 607165 w 2383326"/>
                  <a:gd name="connsiteY20" fmla="*/ 4716127 h 4805027"/>
                  <a:gd name="connsiteX21" fmla="*/ 759565 w 2383326"/>
                  <a:gd name="connsiteY21" fmla="*/ 3465500 h 4805027"/>
                  <a:gd name="connsiteX0" fmla="*/ 759565 w 2383326"/>
                  <a:gd name="connsiteY0" fmla="*/ 3465500 h 4805027"/>
                  <a:gd name="connsiteX1" fmla="*/ 576642 w 2383326"/>
                  <a:gd name="connsiteY1" fmla="*/ 3070207 h 4805027"/>
                  <a:gd name="connsiteX2" fmla="*/ 96581 w 2383326"/>
                  <a:gd name="connsiteY2" fmla="*/ 2673967 h 4805027"/>
                  <a:gd name="connsiteX3" fmla="*/ 191831 w 2383326"/>
                  <a:gd name="connsiteY3" fmla="*/ 2068178 h 4805027"/>
                  <a:gd name="connsiteX4" fmla="*/ 410906 w 2383326"/>
                  <a:gd name="connsiteY4" fmla="*/ 1868152 h 4805027"/>
                  <a:gd name="connsiteX5" fmla="*/ 325181 w 2383326"/>
                  <a:gd name="connsiteY5" fmla="*/ 1249027 h 4805027"/>
                  <a:gd name="connsiteX6" fmla="*/ 96582 w 2383326"/>
                  <a:gd name="connsiteY6" fmla="*/ 1033129 h 4805027"/>
                  <a:gd name="connsiteX7" fmla="*/ 588388 w 2383326"/>
                  <a:gd name="connsiteY7" fmla="*/ 1056009 h 4805027"/>
                  <a:gd name="connsiteX8" fmla="*/ 837312 w 2383326"/>
                  <a:gd name="connsiteY8" fmla="*/ 539179 h 4805027"/>
                  <a:gd name="connsiteX9" fmla="*/ 1129614 w 2383326"/>
                  <a:gd name="connsiteY9" fmla="*/ 271659 h 4805027"/>
                  <a:gd name="connsiteX10" fmla="*/ 1437284 w 2383326"/>
                  <a:gd name="connsiteY10" fmla="*/ 84571 h 4805027"/>
                  <a:gd name="connsiteX11" fmla="*/ 1800538 w 2383326"/>
                  <a:gd name="connsiteY11" fmla="*/ 63302 h 4805027"/>
                  <a:gd name="connsiteX12" fmla="*/ 2240817 w 2383326"/>
                  <a:gd name="connsiteY12" fmla="*/ 115270 h 4805027"/>
                  <a:gd name="connsiteX13" fmla="*/ 1695329 w 2383326"/>
                  <a:gd name="connsiteY13" fmla="*/ 1132336 h 4805027"/>
                  <a:gd name="connsiteX14" fmla="*/ 1852839 w 2383326"/>
                  <a:gd name="connsiteY14" fmla="*/ 1770931 h 4805027"/>
                  <a:gd name="connsiteX15" fmla="*/ 2010524 w 2383326"/>
                  <a:gd name="connsiteY15" fmla="*/ 2303488 h 4805027"/>
                  <a:gd name="connsiteX16" fmla="*/ 1637030 w 2383326"/>
                  <a:gd name="connsiteY16" fmla="*/ 3021072 h 4805027"/>
                  <a:gd name="connsiteX17" fmla="*/ 1391982 w 2383326"/>
                  <a:gd name="connsiteY17" fmla="*/ 3458827 h 4805027"/>
                  <a:gd name="connsiteX18" fmla="*/ 1009906 w 2383326"/>
                  <a:gd name="connsiteY18" fmla="*/ 3529000 h 4805027"/>
                  <a:gd name="connsiteX19" fmla="*/ 844806 w 2383326"/>
                  <a:gd name="connsiteY19" fmla="*/ 4805027 h 4805027"/>
                  <a:gd name="connsiteX20" fmla="*/ 607165 w 2383326"/>
                  <a:gd name="connsiteY20" fmla="*/ 4716127 h 4805027"/>
                  <a:gd name="connsiteX21" fmla="*/ 759565 w 2383326"/>
                  <a:gd name="connsiteY21" fmla="*/ 3465500 h 4805027"/>
                  <a:gd name="connsiteX0" fmla="*/ 759565 w 2383326"/>
                  <a:gd name="connsiteY0" fmla="*/ 3465500 h 4716127"/>
                  <a:gd name="connsiteX1" fmla="*/ 576642 w 2383326"/>
                  <a:gd name="connsiteY1" fmla="*/ 3070207 h 4716127"/>
                  <a:gd name="connsiteX2" fmla="*/ 96581 w 2383326"/>
                  <a:gd name="connsiteY2" fmla="*/ 2673967 h 4716127"/>
                  <a:gd name="connsiteX3" fmla="*/ 191831 w 2383326"/>
                  <a:gd name="connsiteY3" fmla="*/ 2068178 h 4716127"/>
                  <a:gd name="connsiteX4" fmla="*/ 410906 w 2383326"/>
                  <a:gd name="connsiteY4" fmla="*/ 1868152 h 4716127"/>
                  <a:gd name="connsiteX5" fmla="*/ 325181 w 2383326"/>
                  <a:gd name="connsiteY5" fmla="*/ 1249027 h 4716127"/>
                  <a:gd name="connsiteX6" fmla="*/ 96582 w 2383326"/>
                  <a:gd name="connsiteY6" fmla="*/ 1033129 h 4716127"/>
                  <a:gd name="connsiteX7" fmla="*/ 588388 w 2383326"/>
                  <a:gd name="connsiteY7" fmla="*/ 1056009 h 4716127"/>
                  <a:gd name="connsiteX8" fmla="*/ 837312 w 2383326"/>
                  <a:gd name="connsiteY8" fmla="*/ 539179 h 4716127"/>
                  <a:gd name="connsiteX9" fmla="*/ 1129614 w 2383326"/>
                  <a:gd name="connsiteY9" fmla="*/ 271659 h 4716127"/>
                  <a:gd name="connsiteX10" fmla="*/ 1437284 w 2383326"/>
                  <a:gd name="connsiteY10" fmla="*/ 84571 h 4716127"/>
                  <a:gd name="connsiteX11" fmla="*/ 1800538 w 2383326"/>
                  <a:gd name="connsiteY11" fmla="*/ 63302 h 4716127"/>
                  <a:gd name="connsiteX12" fmla="*/ 2240817 w 2383326"/>
                  <a:gd name="connsiteY12" fmla="*/ 115270 h 4716127"/>
                  <a:gd name="connsiteX13" fmla="*/ 1695329 w 2383326"/>
                  <a:gd name="connsiteY13" fmla="*/ 1132336 h 4716127"/>
                  <a:gd name="connsiteX14" fmla="*/ 1852839 w 2383326"/>
                  <a:gd name="connsiteY14" fmla="*/ 1770931 h 4716127"/>
                  <a:gd name="connsiteX15" fmla="*/ 2010524 w 2383326"/>
                  <a:gd name="connsiteY15" fmla="*/ 2303488 h 4716127"/>
                  <a:gd name="connsiteX16" fmla="*/ 1637030 w 2383326"/>
                  <a:gd name="connsiteY16" fmla="*/ 3021072 h 4716127"/>
                  <a:gd name="connsiteX17" fmla="*/ 1391982 w 2383326"/>
                  <a:gd name="connsiteY17" fmla="*/ 3458827 h 4716127"/>
                  <a:gd name="connsiteX18" fmla="*/ 1009906 w 2383326"/>
                  <a:gd name="connsiteY18" fmla="*/ 3529000 h 4716127"/>
                  <a:gd name="connsiteX19" fmla="*/ 607165 w 2383326"/>
                  <a:gd name="connsiteY19" fmla="*/ 4716127 h 4716127"/>
                  <a:gd name="connsiteX20" fmla="*/ 759565 w 2383326"/>
                  <a:gd name="connsiteY20" fmla="*/ 3465500 h 4716127"/>
                  <a:gd name="connsiteX0" fmla="*/ 759565 w 2383326"/>
                  <a:gd name="connsiteY0" fmla="*/ 3465500 h 3529000"/>
                  <a:gd name="connsiteX1" fmla="*/ 576642 w 2383326"/>
                  <a:gd name="connsiteY1" fmla="*/ 3070207 h 3529000"/>
                  <a:gd name="connsiteX2" fmla="*/ 96581 w 2383326"/>
                  <a:gd name="connsiteY2" fmla="*/ 2673967 h 3529000"/>
                  <a:gd name="connsiteX3" fmla="*/ 191831 w 2383326"/>
                  <a:gd name="connsiteY3" fmla="*/ 2068178 h 3529000"/>
                  <a:gd name="connsiteX4" fmla="*/ 410906 w 2383326"/>
                  <a:gd name="connsiteY4" fmla="*/ 1868152 h 3529000"/>
                  <a:gd name="connsiteX5" fmla="*/ 325181 w 2383326"/>
                  <a:gd name="connsiteY5" fmla="*/ 1249027 h 3529000"/>
                  <a:gd name="connsiteX6" fmla="*/ 96582 w 2383326"/>
                  <a:gd name="connsiteY6" fmla="*/ 1033129 h 3529000"/>
                  <a:gd name="connsiteX7" fmla="*/ 588388 w 2383326"/>
                  <a:gd name="connsiteY7" fmla="*/ 1056009 h 3529000"/>
                  <a:gd name="connsiteX8" fmla="*/ 837312 w 2383326"/>
                  <a:gd name="connsiteY8" fmla="*/ 539179 h 3529000"/>
                  <a:gd name="connsiteX9" fmla="*/ 1129614 w 2383326"/>
                  <a:gd name="connsiteY9" fmla="*/ 271659 h 3529000"/>
                  <a:gd name="connsiteX10" fmla="*/ 1437284 w 2383326"/>
                  <a:gd name="connsiteY10" fmla="*/ 84571 h 3529000"/>
                  <a:gd name="connsiteX11" fmla="*/ 1800538 w 2383326"/>
                  <a:gd name="connsiteY11" fmla="*/ 63302 h 3529000"/>
                  <a:gd name="connsiteX12" fmla="*/ 2240817 w 2383326"/>
                  <a:gd name="connsiteY12" fmla="*/ 115270 h 3529000"/>
                  <a:gd name="connsiteX13" fmla="*/ 1695329 w 2383326"/>
                  <a:gd name="connsiteY13" fmla="*/ 1132336 h 3529000"/>
                  <a:gd name="connsiteX14" fmla="*/ 1852839 w 2383326"/>
                  <a:gd name="connsiteY14" fmla="*/ 1770931 h 3529000"/>
                  <a:gd name="connsiteX15" fmla="*/ 2010524 w 2383326"/>
                  <a:gd name="connsiteY15" fmla="*/ 2303488 h 3529000"/>
                  <a:gd name="connsiteX16" fmla="*/ 1637030 w 2383326"/>
                  <a:gd name="connsiteY16" fmla="*/ 3021072 h 3529000"/>
                  <a:gd name="connsiteX17" fmla="*/ 1391982 w 2383326"/>
                  <a:gd name="connsiteY17" fmla="*/ 3458827 h 3529000"/>
                  <a:gd name="connsiteX18" fmla="*/ 1009906 w 2383326"/>
                  <a:gd name="connsiteY18" fmla="*/ 3529000 h 3529000"/>
                  <a:gd name="connsiteX19" fmla="*/ 759565 w 2383326"/>
                  <a:gd name="connsiteY19" fmla="*/ 3465500 h 3529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383326" h="3529000">
                    <a:moveTo>
                      <a:pt x="759565" y="3465500"/>
                    </a:moveTo>
                    <a:cubicBezTo>
                      <a:pt x="745588" y="3389300"/>
                      <a:pt x="618739" y="3356804"/>
                      <a:pt x="576642" y="3070207"/>
                    </a:cubicBezTo>
                    <a:cubicBezTo>
                      <a:pt x="589335" y="2997975"/>
                      <a:pt x="-145989" y="2680317"/>
                      <a:pt x="96581" y="2673967"/>
                    </a:cubicBezTo>
                    <a:cubicBezTo>
                      <a:pt x="59433" y="2586337"/>
                      <a:pt x="-147894" y="2200893"/>
                      <a:pt x="191831" y="2068178"/>
                    </a:cubicBezTo>
                    <a:cubicBezTo>
                      <a:pt x="247393" y="1954513"/>
                      <a:pt x="87056" y="1899902"/>
                      <a:pt x="410906" y="1868152"/>
                    </a:cubicBezTo>
                    <a:cubicBezTo>
                      <a:pt x="538964" y="1831110"/>
                      <a:pt x="37844" y="1247440"/>
                      <a:pt x="325181" y="1249027"/>
                    </a:cubicBezTo>
                    <a:cubicBezTo>
                      <a:pt x="355344" y="1118323"/>
                      <a:pt x="-108735" y="1130495"/>
                      <a:pt x="96582" y="1033129"/>
                    </a:cubicBezTo>
                    <a:cubicBezTo>
                      <a:pt x="136799" y="969629"/>
                      <a:pt x="344971" y="1117392"/>
                      <a:pt x="588388" y="1056009"/>
                    </a:cubicBezTo>
                    <a:cubicBezTo>
                      <a:pt x="511158" y="705264"/>
                      <a:pt x="720895" y="628079"/>
                      <a:pt x="837312" y="539179"/>
                    </a:cubicBezTo>
                    <a:cubicBezTo>
                      <a:pt x="953729" y="450279"/>
                      <a:pt x="950016" y="293453"/>
                      <a:pt x="1129614" y="271659"/>
                    </a:cubicBezTo>
                    <a:cubicBezTo>
                      <a:pt x="1222747" y="242025"/>
                      <a:pt x="1200298" y="78689"/>
                      <a:pt x="1437284" y="84571"/>
                    </a:cubicBezTo>
                    <a:cubicBezTo>
                      <a:pt x="1532534" y="78221"/>
                      <a:pt x="1618853" y="-77233"/>
                      <a:pt x="1800538" y="63302"/>
                    </a:cubicBezTo>
                    <a:cubicBezTo>
                      <a:pt x="2009719" y="-67944"/>
                      <a:pt x="2145567" y="32720"/>
                      <a:pt x="2240817" y="115270"/>
                    </a:cubicBezTo>
                    <a:cubicBezTo>
                      <a:pt x="2775601" y="640702"/>
                      <a:pt x="1628136" y="671995"/>
                      <a:pt x="1695329" y="1132336"/>
                    </a:cubicBezTo>
                    <a:cubicBezTo>
                      <a:pt x="1881807" y="1199434"/>
                      <a:pt x="1747853" y="1640545"/>
                      <a:pt x="1852839" y="1770931"/>
                    </a:cubicBezTo>
                    <a:cubicBezTo>
                      <a:pt x="2064505" y="1870837"/>
                      <a:pt x="1953056" y="2207921"/>
                      <a:pt x="2010524" y="2303488"/>
                    </a:cubicBezTo>
                    <a:cubicBezTo>
                      <a:pt x="2067992" y="2399055"/>
                      <a:pt x="2592046" y="3020191"/>
                      <a:pt x="1637030" y="3021072"/>
                    </a:cubicBezTo>
                    <a:cubicBezTo>
                      <a:pt x="1581067" y="3237729"/>
                      <a:pt x="1496503" y="3374172"/>
                      <a:pt x="1391982" y="3458827"/>
                    </a:cubicBezTo>
                    <a:cubicBezTo>
                      <a:pt x="1379103" y="3499732"/>
                      <a:pt x="1165872" y="3406233"/>
                      <a:pt x="1009906" y="3529000"/>
                    </a:cubicBezTo>
                    <a:lnTo>
                      <a:pt x="759565" y="3465500"/>
                    </a:lnTo>
                    <a:close/>
                  </a:path>
                </a:pathLst>
              </a:custGeom>
              <a:solidFill>
                <a:srgbClr val="3FB441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07" name="Group 106">
                <a:extLst>
                  <a:ext uri="{FF2B5EF4-FFF2-40B4-BE49-F238E27FC236}">
                    <a16:creationId xmlns:a16="http://schemas.microsoft.com/office/drawing/2014/main" id="{C0AC065C-46B5-38DE-D5DB-D3B297C6B1ED}"/>
                  </a:ext>
                </a:extLst>
              </p:cNvPr>
              <p:cNvGrpSpPr/>
              <p:nvPr/>
            </p:nvGrpSpPr>
            <p:grpSpPr>
              <a:xfrm rot="3314844">
                <a:off x="6000499" y="2639134"/>
                <a:ext cx="1807976" cy="4100495"/>
                <a:chOff x="4016626" y="838564"/>
                <a:chExt cx="1807976" cy="4100495"/>
              </a:xfrm>
            </p:grpSpPr>
            <p:sp>
              <p:nvSpPr>
                <p:cNvPr id="109" name="Rectangle 7">
                  <a:extLst>
                    <a:ext uri="{FF2B5EF4-FFF2-40B4-BE49-F238E27FC236}">
                      <a16:creationId xmlns:a16="http://schemas.microsoft.com/office/drawing/2014/main" id="{90A08B0E-CA69-7E3F-E305-ACAFA898DE8A}"/>
                    </a:ext>
                  </a:extLst>
                </p:cNvPr>
                <p:cNvSpPr/>
                <p:nvPr/>
              </p:nvSpPr>
              <p:spPr>
                <a:xfrm rot="5130453">
                  <a:off x="4176599" y="2443612"/>
                  <a:ext cx="704825" cy="329939"/>
                </a:xfrm>
                <a:custGeom>
                  <a:avLst/>
                  <a:gdLst>
                    <a:gd name="connsiteX0" fmla="*/ 0 w 1007285"/>
                    <a:gd name="connsiteY0" fmla="*/ 0 h 94954"/>
                    <a:gd name="connsiteX1" fmla="*/ 1007285 w 1007285"/>
                    <a:gd name="connsiteY1" fmla="*/ 0 h 94954"/>
                    <a:gd name="connsiteX2" fmla="*/ 1007285 w 1007285"/>
                    <a:gd name="connsiteY2" fmla="*/ 94954 h 94954"/>
                    <a:gd name="connsiteX3" fmla="*/ 0 w 1007285"/>
                    <a:gd name="connsiteY3" fmla="*/ 94954 h 94954"/>
                    <a:gd name="connsiteX4" fmla="*/ 0 w 1007285"/>
                    <a:gd name="connsiteY4" fmla="*/ 0 h 94954"/>
                    <a:gd name="connsiteX0" fmla="*/ 2819400 w 3826685"/>
                    <a:gd name="connsiteY0" fmla="*/ 0 h 869654"/>
                    <a:gd name="connsiteX1" fmla="*/ 3826685 w 3826685"/>
                    <a:gd name="connsiteY1" fmla="*/ 0 h 869654"/>
                    <a:gd name="connsiteX2" fmla="*/ 3826685 w 3826685"/>
                    <a:gd name="connsiteY2" fmla="*/ 94954 h 869654"/>
                    <a:gd name="connsiteX3" fmla="*/ 0 w 3826685"/>
                    <a:gd name="connsiteY3" fmla="*/ 869654 h 869654"/>
                    <a:gd name="connsiteX4" fmla="*/ 2819400 w 3826685"/>
                    <a:gd name="connsiteY4" fmla="*/ 0 h 869654"/>
                    <a:gd name="connsiteX0" fmla="*/ 0 w 3826685"/>
                    <a:gd name="connsiteY0" fmla="*/ 869654 h 869654"/>
                    <a:gd name="connsiteX1" fmla="*/ 3826685 w 3826685"/>
                    <a:gd name="connsiteY1" fmla="*/ 0 h 869654"/>
                    <a:gd name="connsiteX2" fmla="*/ 3826685 w 3826685"/>
                    <a:gd name="connsiteY2" fmla="*/ 94954 h 869654"/>
                    <a:gd name="connsiteX3" fmla="*/ 0 w 3826685"/>
                    <a:gd name="connsiteY3" fmla="*/ 869654 h 869654"/>
                    <a:gd name="connsiteX0" fmla="*/ 0 w 3826685"/>
                    <a:gd name="connsiteY0" fmla="*/ 869654 h 935136"/>
                    <a:gd name="connsiteX1" fmla="*/ 3826685 w 3826685"/>
                    <a:gd name="connsiteY1" fmla="*/ 0 h 935136"/>
                    <a:gd name="connsiteX2" fmla="*/ 3826685 w 3826685"/>
                    <a:gd name="connsiteY2" fmla="*/ 94954 h 935136"/>
                    <a:gd name="connsiteX3" fmla="*/ 0 w 3826685"/>
                    <a:gd name="connsiteY3" fmla="*/ 869654 h 935136"/>
                    <a:gd name="connsiteX0" fmla="*/ 0 w 3826685"/>
                    <a:gd name="connsiteY0" fmla="*/ 869654 h 935136"/>
                    <a:gd name="connsiteX1" fmla="*/ 3826685 w 3826685"/>
                    <a:gd name="connsiteY1" fmla="*/ 0 h 935136"/>
                    <a:gd name="connsiteX2" fmla="*/ 3826685 w 3826685"/>
                    <a:gd name="connsiteY2" fmla="*/ 94954 h 935136"/>
                    <a:gd name="connsiteX3" fmla="*/ 0 w 3826685"/>
                    <a:gd name="connsiteY3" fmla="*/ 869654 h 935136"/>
                    <a:gd name="connsiteX0" fmla="*/ 0 w 3826685"/>
                    <a:gd name="connsiteY0" fmla="*/ 968065 h 1033547"/>
                    <a:gd name="connsiteX1" fmla="*/ 3826685 w 3826685"/>
                    <a:gd name="connsiteY1" fmla="*/ 98411 h 1033547"/>
                    <a:gd name="connsiteX2" fmla="*/ 3826685 w 3826685"/>
                    <a:gd name="connsiteY2" fmla="*/ 193365 h 1033547"/>
                    <a:gd name="connsiteX3" fmla="*/ 0 w 3826685"/>
                    <a:gd name="connsiteY3" fmla="*/ 968065 h 1033547"/>
                    <a:gd name="connsiteX0" fmla="*/ 0 w 3826685"/>
                    <a:gd name="connsiteY0" fmla="*/ 968065 h 1013810"/>
                    <a:gd name="connsiteX1" fmla="*/ 3826685 w 3826685"/>
                    <a:gd name="connsiteY1" fmla="*/ 98411 h 1013810"/>
                    <a:gd name="connsiteX2" fmla="*/ 3826685 w 3826685"/>
                    <a:gd name="connsiteY2" fmla="*/ 193365 h 1013810"/>
                    <a:gd name="connsiteX3" fmla="*/ 0 w 3826685"/>
                    <a:gd name="connsiteY3" fmla="*/ 968065 h 1013810"/>
                    <a:gd name="connsiteX0" fmla="*/ 0 w 3826685"/>
                    <a:gd name="connsiteY0" fmla="*/ 968065 h 1012429"/>
                    <a:gd name="connsiteX1" fmla="*/ 3826685 w 3826685"/>
                    <a:gd name="connsiteY1" fmla="*/ 98411 h 1012429"/>
                    <a:gd name="connsiteX2" fmla="*/ 3826685 w 3826685"/>
                    <a:gd name="connsiteY2" fmla="*/ 193365 h 1012429"/>
                    <a:gd name="connsiteX3" fmla="*/ 0 w 3826685"/>
                    <a:gd name="connsiteY3" fmla="*/ 968065 h 10124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826685" h="1012429">
                      <a:moveTo>
                        <a:pt x="0" y="968065"/>
                      </a:moveTo>
                      <a:cubicBezTo>
                        <a:pt x="1199362" y="1008380"/>
                        <a:pt x="2779723" y="-373704"/>
                        <a:pt x="3826685" y="98411"/>
                      </a:cubicBezTo>
                      <a:lnTo>
                        <a:pt x="3826685" y="193365"/>
                      </a:lnTo>
                      <a:cubicBezTo>
                        <a:pt x="2614623" y="-65927"/>
                        <a:pt x="932662" y="1268632"/>
                        <a:pt x="0" y="968065"/>
                      </a:cubicBezTo>
                      <a:close/>
                    </a:path>
                  </a:pathLst>
                </a:custGeom>
                <a:solidFill>
                  <a:srgbClr val="64263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0" name="Rectangle 7">
                  <a:extLst>
                    <a:ext uri="{FF2B5EF4-FFF2-40B4-BE49-F238E27FC236}">
                      <a16:creationId xmlns:a16="http://schemas.microsoft.com/office/drawing/2014/main" id="{5E36E6B5-BDB5-876A-A9FE-89B7BD75DE47}"/>
                    </a:ext>
                  </a:extLst>
                </p:cNvPr>
                <p:cNvSpPr/>
                <p:nvPr/>
              </p:nvSpPr>
              <p:spPr>
                <a:xfrm rot="4411580">
                  <a:off x="3742062" y="3134570"/>
                  <a:ext cx="1032418" cy="483290"/>
                </a:xfrm>
                <a:custGeom>
                  <a:avLst/>
                  <a:gdLst>
                    <a:gd name="connsiteX0" fmla="*/ 0 w 1007285"/>
                    <a:gd name="connsiteY0" fmla="*/ 0 h 94954"/>
                    <a:gd name="connsiteX1" fmla="*/ 1007285 w 1007285"/>
                    <a:gd name="connsiteY1" fmla="*/ 0 h 94954"/>
                    <a:gd name="connsiteX2" fmla="*/ 1007285 w 1007285"/>
                    <a:gd name="connsiteY2" fmla="*/ 94954 h 94954"/>
                    <a:gd name="connsiteX3" fmla="*/ 0 w 1007285"/>
                    <a:gd name="connsiteY3" fmla="*/ 94954 h 94954"/>
                    <a:gd name="connsiteX4" fmla="*/ 0 w 1007285"/>
                    <a:gd name="connsiteY4" fmla="*/ 0 h 94954"/>
                    <a:gd name="connsiteX0" fmla="*/ 2819400 w 3826685"/>
                    <a:gd name="connsiteY0" fmla="*/ 0 h 869654"/>
                    <a:gd name="connsiteX1" fmla="*/ 3826685 w 3826685"/>
                    <a:gd name="connsiteY1" fmla="*/ 0 h 869654"/>
                    <a:gd name="connsiteX2" fmla="*/ 3826685 w 3826685"/>
                    <a:gd name="connsiteY2" fmla="*/ 94954 h 869654"/>
                    <a:gd name="connsiteX3" fmla="*/ 0 w 3826685"/>
                    <a:gd name="connsiteY3" fmla="*/ 869654 h 869654"/>
                    <a:gd name="connsiteX4" fmla="*/ 2819400 w 3826685"/>
                    <a:gd name="connsiteY4" fmla="*/ 0 h 869654"/>
                    <a:gd name="connsiteX0" fmla="*/ 0 w 3826685"/>
                    <a:gd name="connsiteY0" fmla="*/ 869654 h 869654"/>
                    <a:gd name="connsiteX1" fmla="*/ 3826685 w 3826685"/>
                    <a:gd name="connsiteY1" fmla="*/ 0 h 869654"/>
                    <a:gd name="connsiteX2" fmla="*/ 3826685 w 3826685"/>
                    <a:gd name="connsiteY2" fmla="*/ 94954 h 869654"/>
                    <a:gd name="connsiteX3" fmla="*/ 0 w 3826685"/>
                    <a:gd name="connsiteY3" fmla="*/ 869654 h 869654"/>
                    <a:gd name="connsiteX0" fmla="*/ 0 w 3826685"/>
                    <a:gd name="connsiteY0" fmla="*/ 869654 h 935136"/>
                    <a:gd name="connsiteX1" fmla="*/ 3826685 w 3826685"/>
                    <a:gd name="connsiteY1" fmla="*/ 0 h 935136"/>
                    <a:gd name="connsiteX2" fmla="*/ 3826685 w 3826685"/>
                    <a:gd name="connsiteY2" fmla="*/ 94954 h 935136"/>
                    <a:gd name="connsiteX3" fmla="*/ 0 w 3826685"/>
                    <a:gd name="connsiteY3" fmla="*/ 869654 h 935136"/>
                    <a:gd name="connsiteX0" fmla="*/ 0 w 3826685"/>
                    <a:gd name="connsiteY0" fmla="*/ 869654 h 935136"/>
                    <a:gd name="connsiteX1" fmla="*/ 3826685 w 3826685"/>
                    <a:gd name="connsiteY1" fmla="*/ 0 h 935136"/>
                    <a:gd name="connsiteX2" fmla="*/ 3826685 w 3826685"/>
                    <a:gd name="connsiteY2" fmla="*/ 94954 h 935136"/>
                    <a:gd name="connsiteX3" fmla="*/ 0 w 3826685"/>
                    <a:gd name="connsiteY3" fmla="*/ 869654 h 935136"/>
                    <a:gd name="connsiteX0" fmla="*/ 0 w 3826685"/>
                    <a:gd name="connsiteY0" fmla="*/ 968065 h 1033547"/>
                    <a:gd name="connsiteX1" fmla="*/ 3826685 w 3826685"/>
                    <a:gd name="connsiteY1" fmla="*/ 98411 h 1033547"/>
                    <a:gd name="connsiteX2" fmla="*/ 3826685 w 3826685"/>
                    <a:gd name="connsiteY2" fmla="*/ 193365 h 1033547"/>
                    <a:gd name="connsiteX3" fmla="*/ 0 w 3826685"/>
                    <a:gd name="connsiteY3" fmla="*/ 968065 h 1033547"/>
                    <a:gd name="connsiteX0" fmla="*/ 0 w 3826685"/>
                    <a:gd name="connsiteY0" fmla="*/ 968065 h 1013810"/>
                    <a:gd name="connsiteX1" fmla="*/ 3826685 w 3826685"/>
                    <a:gd name="connsiteY1" fmla="*/ 98411 h 1013810"/>
                    <a:gd name="connsiteX2" fmla="*/ 3826685 w 3826685"/>
                    <a:gd name="connsiteY2" fmla="*/ 193365 h 1013810"/>
                    <a:gd name="connsiteX3" fmla="*/ 0 w 3826685"/>
                    <a:gd name="connsiteY3" fmla="*/ 968065 h 1013810"/>
                    <a:gd name="connsiteX0" fmla="*/ 0 w 3826685"/>
                    <a:gd name="connsiteY0" fmla="*/ 968065 h 1012429"/>
                    <a:gd name="connsiteX1" fmla="*/ 3826685 w 3826685"/>
                    <a:gd name="connsiteY1" fmla="*/ 98411 h 1012429"/>
                    <a:gd name="connsiteX2" fmla="*/ 3826685 w 3826685"/>
                    <a:gd name="connsiteY2" fmla="*/ 193365 h 1012429"/>
                    <a:gd name="connsiteX3" fmla="*/ 0 w 3826685"/>
                    <a:gd name="connsiteY3" fmla="*/ 968065 h 10124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826685" h="1012429">
                      <a:moveTo>
                        <a:pt x="0" y="968065"/>
                      </a:moveTo>
                      <a:cubicBezTo>
                        <a:pt x="1199362" y="1008380"/>
                        <a:pt x="2779723" y="-373704"/>
                        <a:pt x="3826685" y="98411"/>
                      </a:cubicBezTo>
                      <a:lnTo>
                        <a:pt x="3826685" y="193365"/>
                      </a:lnTo>
                      <a:cubicBezTo>
                        <a:pt x="2614623" y="-65927"/>
                        <a:pt x="932662" y="1268632"/>
                        <a:pt x="0" y="968065"/>
                      </a:cubicBezTo>
                      <a:close/>
                    </a:path>
                  </a:pathLst>
                </a:custGeom>
                <a:solidFill>
                  <a:srgbClr val="64263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7">
                  <a:extLst>
                    <a:ext uri="{FF2B5EF4-FFF2-40B4-BE49-F238E27FC236}">
                      <a16:creationId xmlns:a16="http://schemas.microsoft.com/office/drawing/2014/main" id="{3274919F-7CB1-EDF6-E043-FCFCCF121943}"/>
                    </a:ext>
                  </a:extLst>
                </p:cNvPr>
                <p:cNvSpPr/>
                <p:nvPr/>
              </p:nvSpPr>
              <p:spPr>
                <a:xfrm rot="7092579">
                  <a:off x="4464562" y="1382198"/>
                  <a:ext cx="963083" cy="329939"/>
                </a:xfrm>
                <a:custGeom>
                  <a:avLst/>
                  <a:gdLst>
                    <a:gd name="connsiteX0" fmla="*/ 0 w 1007285"/>
                    <a:gd name="connsiteY0" fmla="*/ 0 h 94954"/>
                    <a:gd name="connsiteX1" fmla="*/ 1007285 w 1007285"/>
                    <a:gd name="connsiteY1" fmla="*/ 0 h 94954"/>
                    <a:gd name="connsiteX2" fmla="*/ 1007285 w 1007285"/>
                    <a:gd name="connsiteY2" fmla="*/ 94954 h 94954"/>
                    <a:gd name="connsiteX3" fmla="*/ 0 w 1007285"/>
                    <a:gd name="connsiteY3" fmla="*/ 94954 h 94954"/>
                    <a:gd name="connsiteX4" fmla="*/ 0 w 1007285"/>
                    <a:gd name="connsiteY4" fmla="*/ 0 h 94954"/>
                    <a:gd name="connsiteX0" fmla="*/ 2819400 w 3826685"/>
                    <a:gd name="connsiteY0" fmla="*/ 0 h 869654"/>
                    <a:gd name="connsiteX1" fmla="*/ 3826685 w 3826685"/>
                    <a:gd name="connsiteY1" fmla="*/ 0 h 869654"/>
                    <a:gd name="connsiteX2" fmla="*/ 3826685 w 3826685"/>
                    <a:gd name="connsiteY2" fmla="*/ 94954 h 869654"/>
                    <a:gd name="connsiteX3" fmla="*/ 0 w 3826685"/>
                    <a:gd name="connsiteY3" fmla="*/ 869654 h 869654"/>
                    <a:gd name="connsiteX4" fmla="*/ 2819400 w 3826685"/>
                    <a:gd name="connsiteY4" fmla="*/ 0 h 869654"/>
                    <a:gd name="connsiteX0" fmla="*/ 0 w 3826685"/>
                    <a:gd name="connsiteY0" fmla="*/ 869654 h 869654"/>
                    <a:gd name="connsiteX1" fmla="*/ 3826685 w 3826685"/>
                    <a:gd name="connsiteY1" fmla="*/ 0 h 869654"/>
                    <a:gd name="connsiteX2" fmla="*/ 3826685 w 3826685"/>
                    <a:gd name="connsiteY2" fmla="*/ 94954 h 869654"/>
                    <a:gd name="connsiteX3" fmla="*/ 0 w 3826685"/>
                    <a:gd name="connsiteY3" fmla="*/ 869654 h 869654"/>
                    <a:gd name="connsiteX0" fmla="*/ 0 w 3826685"/>
                    <a:gd name="connsiteY0" fmla="*/ 869654 h 935136"/>
                    <a:gd name="connsiteX1" fmla="*/ 3826685 w 3826685"/>
                    <a:gd name="connsiteY1" fmla="*/ 0 h 935136"/>
                    <a:gd name="connsiteX2" fmla="*/ 3826685 w 3826685"/>
                    <a:gd name="connsiteY2" fmla="*/ 94954 h 935136"/>
                    <a:gd name="connsiteX3" fmla="*/ 0 w 3826685"/>
                    <a:gd name="connsiteY3" fmla="*/ 869654 h 935136"/>
                    <a:gd name="connsiteX0" fmla="*/ 0 w 3826685"/>
                    <a:gd name="connsiteY0" fmla="*/ 869654 h 935136"/>
                    <a:gd name="connsiteX1" fmla="*/ 3826685 w 3826685"/>
                    <a:gd name="connsiteY1" fmla="*/ 0 h 935136"/>
                    <a:gd name="connsiteX2" fmla="*/ 3826685 w 3826685"/>
                    <a:gd name="connsiteY2" fmla="*/ 94954 h 935136"/>
                    <a:gd name="connsiteX3" fmla="*/ 0 w 3826685"/>
                    <a:gd name="connsiteY3" fmla="*/ 869654 h 935136"/>
                    <a:gd name="connsiteX0" fmla="*/ 0 w 3826685"/>
                    <a:gd name="connsiteY0" fmla="*/ 968065 h 1033547"/>
                    <a:gd name="connsiteX1" fmla="*/ 3826685 w 3826685"/>
                    <a:gd name="connsiteY1" fmla="*/ 98411 h 1033547"/>
                    <a:gd name="connsiteX2" fmla="*/ 3826685 w 3826685"/>
                    <a:gd name="connsiteY2" fmla="*/ 193365 h 1033547"/>
                    <a:gd name="connsiteX3" fmla="*/ 0 w 3826685"/>
                    <a:gd name="connsiteY3" fmla="*/ 968065 h 1033547"/>
                    <a:gd name="connsiteX0" fmla="*/ 0 w 3826685"/>
                    <a:gd name="connsiteY0" fmla="*/ 968065 h 1013810"/>
                    <a:gd name="connsiteX1" fmla="*/ 3826685 w 3826685"/>
                    <a:gd name="connsiteY1" fmla="*/ 98411 h 1013810"/>
                    <a:gd name="connsiteX2" fmla="*/ 3826685 w 3826685"/>
                    <a:gd name="connsiteY2" fmla="*/ 193365 h 1013810"/>
                    <a:gd name="connsiteX3" fmla="*/ 0 w 3826685"/>
                    <a:gd name="connsiteY3" fmla="*/ 968065 h 1013810"/>
                    <a:gd name="connsiteX0" fmla="*/ 0 w 3826685"/>
                    <a:gd name="connsiteY0" fmla="*/ 968065 h 1012429"/>
                    <a:gd name="connsiteX1" fmla="*/ 3826685 w 3826685"/>
                    <a:gd name="connsiteY1" fmla="*/ 98411 h 1012429"/>
                    <a:gd name="connsiteX2" fmla="*/ 3826685 w 3826685"/>
                    <a:gd name="connsiteY2" fmla="*/ 193365 h 1012429"/>
                    <a:gd name="connsiteX3" fmla="*/ 0 w 3826685"/>
                    <a:gd name="connsiteY3" fmla="*/ 968065 h 10124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826685" h="1012429">
                      <a:moveTo>
                        <a:pt x="0" y="968065"/>
                      </a:moveTo>
                      <a:cubicBezTo>
                        <a:pt x="1199362" y="1008380"/>
                        <a:pt x="2779723" y="-373704"/>
                        <a:pt x="3826685" y="98411"/>
                      </a:cubicBezTo>
                      <a:lnTo>
                        <a:pt x="3826685" y="193365"/>
                      </a:lnTo>
                      <a:cubicBezTo>
                        <a:pt x="2614623" y="-65927"/>
                        <a:pt x="932662" y="1268632"/>
                        <a:pt x="0" y="968065"/>
                      </a:cubicBezTo>
                      <a:close/>
                    </a:path>
                  </a:pathLst>
                </a:custGeom>
                <a:solidFill>
                  <a:srgbClr val="64263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7">
                  <a:extLst>
                    <a:ext uri="{FF2B5EF4-FFF2-40B4-BE49-F238E27FC236}">
                      <a16:creationId xmlns:a16="http://schemas.microsoft.com/office/drawing/2014/main" id="{89345F62-0BC5-4081-C036-8E7E0697CA82}"/>
                    </a:ext>
                  </a:extLst>
                </p:cNvPr>
                <p:cNvSpPr/>
                <p:nvPr/>
              </p:nvSpPr>
              <p:spPr>
                <a:xfrm rot="17188420" flipH="1">
                  <a:off x="4412435" y="2911181"/>
                  <a:ext cx="1032418" cy="483290"/>
                </a:xfrm>
                <a:custGeom>
                  <a:avLst/>
                  <a:gdLst>
                    <a:gd name="connsiteX0" fmla="*/ 0 w 1007285"/>
                    <a:gd name="connsiteY0" fmla="*/ 0 h 94954"/>
                    <a:gd name="connsiteX1" fmla="*/ 1007285 w 1007285"/>
                    <a:gd name="connsiteY1" fmla="*/ 0 h 94954"/>
                    <a:gd name="connsiteX2" fmla="*/ 1007285 w 1007285"/>
                    <a:gd name="connsiteY2" fmla="*/ 94954 h 94954"/>
                    <a:gd name="connsiteX3" fmla="*/ 0 w 1007285"/>
                    <a:gd name="connsiteY3" fmla="*/ 94954 h 94954"/>
                    <a:gd name="connsiteX4" fmla="*/ 0 w 1007285"/>
                    <a:gd name="connsiteY4" fmla="*/ 0 h 94954"/>
                    <a:gd name="connsiteX0" fmla="*/ 2819400 w 3826685"/>
                    <a:gd name="connsiteY0" fmla="*/ 0 h 869654"/>
                    <a:gd name="connsiteX1" fmla="*/ 3826685 w 3826685"/>
                    <a:gd name="connsiteY1" fmla="*/ 0 h 869654"/>
                    <a:gd name="connsiteX2" fmla="*/ 3826685 w 3826685"/>
                    <a:gd name="connsiteY2" fmla="*/ 94954 h 869654"/>
                    <a:gd name="connsiteX3" fmla="*/ 0 w 3826685"/>
                    <a:gd name="connsiteY3" fmla="*/ 869654 h 869654"/>
                    <a:gd name="connsiteX4" fmla="*/ 2819400 w 3826685"/>
                    <a:gd name="connsiteY4" fmla="*/ 0 h 869654"/>
                    <a:gd name="connsiteX0" fmla="*/ 0 w 3826685"/>
                    <a:gd name="connsiteY0" fmla="*/ 869654 h 869654"/>
                    <a:gd name="connsiteX1" fmla="*/ 3826685 w 3826685"/>
                    <a:gd name="connsiteY1" fmla="*/ 0 h 869654"/>
                    <a:gd name="connsiteX2" fmla="*/ 3826685 w 3826685"/>
                    <a:gd name="connsiteY2" fmla="*/ 94954 h 869654"/>
                    <a:gd name="connsiteX3" fmla="*/ 0 w 3826685"/>
                    <a:gd name="connsiteY3" fmla="*/ 869654 h 869654"/>
                    <a:gd name="connsiteX0" fmla="*/ 0 w 3826685"/>
                    <a:gd name="connsiteY0" fmla="*/ 869654 h 935136"/>
                    <a:gd name="connsiteX1" fmla="*/ 3826685 w 3826685"/>
                    <a:gd name="connsiteY1" fmla="*/ 0 h 935136"/>
                    <a:gd name="connsiteX2" fmla="*/ 3826685 w 3826685"/>
                    <a:gd name="connsiteY2" fmla="*/ 94954 h 935136"/>
                    <a:gd name="connsiteX3" fmla="*/ 0 w 3826685"/>
                    <a:gd name="connsiteY3" fmla="*/ 869654 h 935136"/>
                    <a:gd name="connsiteX0" fmla="*/ 0 w 3826685"/>
                    <a:gd name="connsiteY0" fmla="*/ 869654 h 935136"/>
                    <a:gd name="connsiteX1" fmla="*/ 3826685 w 3826685"/>
                    <a:gd name="connsiteY1" fmla="*/ 0 h 935136"/>
                    <a:gd name="connsiteX2" fmla="*/ 3826685 w 3826685"/>
                    <a:gd name="connsiteY2" fmla="*/ 94954 h 935136"/>
                    <a:gd name="connsiteX3" fmla="*/ 0 w 3826685"/>
                    <a:gd name="connsiteY3" fmla="*/ 869654 h 935136"/>
                    <a:gd name="connsiteX0" fmla="*/ 0 w 3826685"/>
                    <a:gd name="connsiteY0" fmla="*/ 968065 h 1033547"/>
                    <a:gd name="connsiteX1" fmla="*/ 3826685 w 3826685"/>
                    <a:gd name="connsiteY1" fmla="*/ 98411 h 1033547"/>
                    <a:gd name="connsiteX2" fmla="*/ 3826685 w 3826685"/>
                    <a:gd name="connsiteY2" fmla="*/ 193365 h 1033547"/>
                    <a:gd name="connsiteX3" fmla="*/ 0 w 3826685"/>
                    <a:gd name="connsiteY3" fmla="*/ 968065 h 1033547"/>
                    <a:gd name="connsiteX0" fmla="*/ 0 w 3826685"/>
                    <a:gd name="connsiteY0" fmla="*/ 968065 h 1013810"/>
                    <a:gd name="connsiteX1" fmla="*/ 3826685 w 3826685"/>
                    <a:gd name="connsiteY1" fmla="*/ 98411 h 1013810"/>
                    <a:gd name="connsiteX2" fmla="*/ 3826685 w 3826685"/>
                    <a:gd name="connsiteY2" fmla="*/ 193365 h 1013810"/>
                    <a:gd name="connsiteX3" fmla="*/ 0 w 3826685"/>
                    <a:gd name="connsiteY3" fmla="*/ 968065 h 1013810"/>
                    <a:gd name="connsiteX0" fmla="*/ 0 w 3826685"/>
                    <a:gd name="connsiteY0" fmla="*/ 968065 h 1012429"/>
                    <a:gd name="connsiteX1" fmla="*/ 3826685 w 3826685"/>
                    <a:gd name="connsiteY1" fmla="*/ 98411 h 1012429"/>
                    <a:gd name="connsiteX2" fmla="*/ 3826685 w 3826685"/>
                    <a:gd name="connsiteY2" fmla="*/ 193365 h 1012429"/>
                    <a:gd name="connsiteX3" fmla="*/ 0 w 3826685"/>
                    <a:gd name="connsiteY3" fmla="*/ 968065 h 10124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826685" h="1012429">
                      <a:moveTo>
                        <a:pt x="0" y="968065"/>
                      </a:moveTo>
                      <a:cubicBezTo>
                        <a:pt x="1199362" y="1008380"/>
                        <a:pt x="2779723" y="-373704"/>
                        <a:pt x="3826685" y="98411"/>
                      </a:cubicBezTo>
                      <a:lnTo>
                        <a:pt x="3826685" y="193365"/>
                      </a:lnTo>
                      <a:cubicBezTo>
                        <a:pt x="2614623" y="-65927"/>
                        <a:pt x="932662" y="1268632"/>
                        <a:pt x="0" y="968065"/>
                      </a:cubicBezTo>
                      <a:close/>
                    </a:path>
                  </a:pathLst>
                </a:custGeom>
                <a:solidFill>
                  <a:srgbClr val="64263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3" name="Rectangle 7">
                  <a:extLst>
                    <a:ext uri="{FF2B5EF4-FFF2-40B4-BE49-F238E27FC236}">
                      <a16:creationId xmlns:a16="http://schemas.microsoft.com/office/drawing/2014/main" id="{8E096B68-0DF6-B5ED-B650-46FBF5AB5D37}"/>
                    </a:ext>
                  </a:extLst>
                </p:cNvPr>
                <p:cNvSpPr/>
                <p:nvPr/>
              </p:nvSpPr>
              <p:spPr>
                <a:xfrm rot="17188420" flipH="1">
                  <a:off x="4552865" y="2140602"/>
                  <a:ext cx="868238" cy="406435"/>
                </a:xfrm>
                <a:custGeom>
                  <a:avLst/>
                  <a:gdLst>
                    <a:gd name="connsiteX0" fmla="*/ 0 w 1007285"/>
                    <a:gd name="connsiteY0" fmla="*/ 0 h 94954"/>
                    <a:gd name="connsiteX1" fmla="*/ 1007285 w 1007285"/>
                    <a:gd name="connsiteY1" fmla="*/ 0 h 94954"/>
                    <a:gd name="connsiteX2" fmla="*/ 1007285 w 1007285"/>
                    <a:gd name="connsiteY2" fmla="*/ 94954 h 94954"/>
                    <a:gd name="connsiteX3" fmla="*/ 0 w 1007285"/>
                    <a:gd name="connsiteY3" fmla="*/ 94954 h 94954"/>
                    <a:gd name="connsiteX4" fmla="*/ 0 w 1007285"/>
                    <a:gd name="connsiteY4" fmla="*/ 0 h 94954"/>
                    <a:gd name="connsiteX0" fmla="*/ 2819400 w 3826685"/>
                    <a:gd name="connsiteY0" fmla="*/ 0 h 869654"/>
                    <a:gd name="connsiteX1" fmla="*/ 3826685 w 3826685"/>
                    <a:gd name="connsiteY1" fmla="*/ 0 h 869654"/>
                    <a:gd name="connsiteX2" fmla="*/ 3826685 w 3826685"/>
                    <a:gd name="connsiteY2" fmla="*/ 94954 h 869654"/>
                    <a:gd name="connsiteX3" fmla="*/ 0 w 3826685"/>
                    <a:gd name="connsiteY3" fmla="*/ 869654 h 869654"/>
                    <a:gd name="connsiteX4" fmla="*/ 2819400 w 3826685"/>
                    <a:gd name="connsiteY4" fmla="*/ 0 h 869654"/>
                    <a:gd name="connsiteX0" fmla="*/ 0 w 3826685"/>
                    <a:gd name="connsiteY0" fmla="*/ 869654 h 869654"/>
                    <a:gd name="connsiteX1" fmla="*/ 3826685 w 3826685"/>
                    <a:gd name="connsiteY1" fmla="*/ 0 h 869654"/>
                    <a:gd name="connsiteX2" fmla="*/ 3826685 w 3826685"/>
                    <a:gd name="connsiteY2" fmla="*/ 94954 h 869654"/>
                    <a:gd name="connsiteX3" fmla="*/ 0 w 3826685"/>
                    <a:gd name="connsiteY3" fmla="*/ 869654 h 869654"/>
                    <a:gd name="connsiteX0" fmla="*/ 0 w 3826685"/>
                    <a:gd name="connsiteY0" fmla="*/ 869654 h 935136"/>
                    <a:gd name="connsiteX1" fmla="*/ 3826685 w 3826685"/>
                    <a:gd name="connsiteY1" fmla="*/ 0 h 935136"/>
                    <a:gd name="connsiteX2" fmla="*/ 3826685 w 3826685"/>
                    <a:gd name="connsiteY2" fmla="*/ 94954 h 935136"/>
                    <a:gd name="connsiteX3" fmla="*/ 0 w 3826685"/>
                    <a:gd name="connsiteY3" fmla="*/ 869654 h 935136"/>
                    <a:gd name="connsiteX0" fmla="*/ 0 w 3826685"/>
                    <a:gd name="connsiteY0" fmla="*/ 869654 h 935136"/>
                    <a:gd name="connsiteX1" fmla="*/ 3826685 w 3826685"/>
                    <a:gd name="connsiteY1" fmla="*/ 0 h 935136"/>
                    <a:gd name="connsiteX2" fmla="*/ 3826685 w 3826685"/>
                    <a:gd name="connsiteY2" fmla="*/ 94954 h 935136"/>
                    <a:gd name="connsiteX3" fmla="*/ 0 w 3826685"/>
                    <a:gd name="connsiteY3" fmla="*/ 869654 h 935136"/>
                    <a:gd name="connsiteX0" fmla="*/ 0 w 3826685"/>
                    <a:gd name="connsiteY0" fmla="*/ 968065 h 1033547"/>
                    <a:gd name="connsiteX1" fmla="*/ 3826685 w 3826685"/>
                    <a:gd name="connsiteY1" fmla="*/ 98411 h 1033547"/>
                    <a:gd name="connsiteX2" fmla="*/ 3826685 w 3826685"/>
                    <a:gd name="connsiteY2" fmla="*/ 193365 h 1033547"/>
                    <a:gd name="connsiteX3" fmla="*/ 0 w 3826685"/>
                    <a:gd name="connsiteY3" fmla="*/ 968065 h 1033547"/>
                    <a:gd name="connsiteX0" fmla="*/ 0 w 3826685"/>
                    <a:gd name="connsiteY0" fmla="*/ 968065 h 1013810"/>
                    <a:gd name="connsiteX1" fmla="*/ 3826685 w 3826685"/>
                    <a:gd name="connsiteY1" fmla="*/ 98411 h 1013810"/>
                    <a:gd name="connsiteX2" fmla="*/ 3826685 w 3826685"/>
                    <a:gd name="connsiteY2" fmla="*/ 193365 h 1013810"/>
                    <a:gd name="connsiteX3" fmla="*/ 0 w 3826685"/>
                    <a:gd name="connsiteY3" fmla="*/ 968065 h 1013810"/>
                    <a:gd name="connsiteX0" fmla="*/ 0 w 3826685"/>
                    <a:gd name="connsiteY0" fmla="*/ 968065 h 1012429"/>
                    <a:gd name="connsiteX1" fmla="*/ 3826685 w 3826685"/>
                    <a:gd name="connsiteY1" fmla="*/ 98411 h 1012429"/>
                    <a:gd name="connsiteX2" fmla="*/ 3826685 w 3826685"/>
                    <a:gd name="connsiteY2" fmla="*/ 193365 h 1012429"/>
                    <a:gd name="connsiteX3" fmla="*/ 0 w 3826685"/>
                    <a:gd name="connsiteY3" fmla="*/ 968065 h 10124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826685" h="1012429">
                      <a:moveTo>
                        <a:pt x="0" y="968065"/>
                      </a:moveTo>
                      <a:cubicBezTo>
                        <a:pt x="1199362" y="1008380"/>
                        <a:pt x="2779723" y="-373704"/>
                        <a:pt x="3826685" y="98411"/>
                      </a:cubicBezTo>
                      <a:lnTo>
                        <a:pt x="3826685" y="193365"/>
                      </a:lnTo>
                      <a:cubicBezTo>
                        <a:pt x="2614623" y="-65927"/>
                        <a:pt x="932662" y="1268632"/>
                        <a:pt x="0" y="968065"/>
                      </a:cubicBezTo>
                      <a:close/>
                    </a:path>
                  </a:pathLst>
                </a:custGeom>
                <a:solidFill>
                  <a:srgbClr val="64263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7">
                  <a:extLst>
                    <a:ext uri="{FF2B5EF4-FFF2-40B4-BE49-F238E27FC236}">
                      <a16:creationId xmlns:a16="http://schemas.microsoft.com/office/drawing/2014/main" id="{14D266C2-35F1-C45E-0479-FC8645B56141}"/>
                    </a:ext>
                  </a:extLst>
                </p:cNvPr>
                <p:cNvSpPr/>
                <p:nvPr/>
              </p:nvSpPr>
              <p:spPr>
                <a:xfrm rot="18478518" flipH="1">
                  <a:off x="5066748" y="1113128"/>
                  <a:ext cx="1032418" cy="483290"/>
                </a:xfrm>
                <a:custGeom>
                  <a:avLst/>
                  <a:gdLst>
                    <a:gd name="connsiteX0" fmla="*/ 0 w 1007285"/>
                    <a:gd name="connsiteY0" fmla="*/ 0 h 94954"/>
                    <a:gd name="connsiteX1" fmla="*/ 1007285 w 1007285"/>
                    <a:gd name="connsiteY1" fmla="*/ 0 h 94954"/>
                    <a:gd name="connsiteX2" fmla="*/ 1007285 w 1007285"/>
                    <a:gd name="connsiteY2" fmla="*/ 94954 h 94954"/>
                    <a:gd name="connsiteX3" fmla="*/ 0 w 1007285"/>
                    <a:gd name="connsiteY3" fmla="*/ 94954 h 94954"/>
                    <a:gd name="connsiteX4" fmla="*/ 0 w 1007285"/>
                    <a:gd name="connsiteY4" fmla="*/ 0 h 94954"/>
                    <a:gd name="connsiteX0" fmla="*/ 2819400 w 3826685"/>
                    <a:gd name="connsiteY0" fmla="*/ 0 h 869654"/>
                    <a:gd name="connsiteX1" fmla="*/ 3826685 w 3826685"/>
                    <a:gd name="connsiteY1" fmla="*/ 0 h 869654"/>
                    <a:gd name="connsiteX2" fmla="*/ 3826685 w 3826685"/>
                    <a:gd name="connsiteY2" fmla="*/ 94954 h 869654"/>
                    <a:gd name="connsiteX3" fmla="*/ 0 w 3826685"/>
                    <a:gd name="connsiteY3" fmla="*/ 869654 h 869654"/>
                    <a:gd name="connsiteX4" fmla="*/ 2819400 w 3826685"/>
                    <a:gd name="connsiteY4" fmla="*/ 0 h 869654"/>
                    <a:gd name="connsiteX0" fmla="*/ 0 w 3826685"/>
                    <a:gd name="connsiteY0" fmla="*/ 869654 h 869654"/>
                    <a:gd name="connsiteX1" fmla="*/ 3826685 w 3826685"/>
                    <a:gd name="connsiteY1" fmla="*/ 0 h 869654"/>
                    <a:gd name="connsiteX2" fmla="*/ 3826685 w 3826685"/>
                    <a:gd name="connsiteY2" fmla="*/ 94954 h 869654"/>
                    <a:gd name="connsiteX3" fmla="*/ 0 w 3826685"/>
                    <a:gd name="connsiteY3" fmla="*/ 869654 h 869654"/>
                    <a:gd name="connsiteX0" fmla="*/ 0 w 3826685"/>
                    <a:gd name="connsiteY0" fmla="*/ 869654 h 935136"/>
                    <a:gd name="connsiteX1" fmla="*/ 3826685 w 3826685"/>
                    <a:gd name="connsiteY1" fmla="*/ 0 h 935136"/>
                    <a:gd name="connsiteX2" fmla="*/ 3826685 w 3826685"/>
                    <a:gd name="connsiteY2" fmla="*/ 94954 h 935136"/>
                    <a:gd name="connsiteX3" fmla="*/ 0 w 3826685"/>
                    <a:gd name="connsiteY3" fmla="*/ 869654 h 935136"/>
                    <a:gd name="connsiteX0" fmla="*/ 0 w 3826685"/>
                    <a:gd name="connsiteY0" fmla="*/ 869654 h 935136"/>
                    <a:gd name="connsiteX1" fmla="*/ 3826685 w 3826685"/>
                    <a:gd name="connsiteY1" fmla="*/ 0 h 935136"/>
                    <a:gd name="connsiteX2" fmla="*/ 3826685 w 3826685"/>
                    <a:gd name="connsiteY2" fmla="*/ 94954 h 935136"/>
                    <a:gd name="connsiteX3" fmla="*/ 0 w 3826685"/>
                    <a:gd name="connsiteY3" fmla="*/ 869654 h 935136"/>
                    <a:gd name="connsiteX0" fmla="*/ 0 w 3826685"/>
                    <a:gd name="connsiteY0" fmla="*/ 968065 h 1033547"/>
                    <a:gd name="connsiteX1" fmla="*/ 3826685 w 3826685"/>
                    <a:gd name="connsiteY1" fmla="*/ 98411 h 1033547"/>
                    <a:gd name="connsiteX2" fmla="*/ 3826685 w 3826685"/>
                    <a:gd name="connsiteY2" fmla="*/ 193365 h 1033547"/>
                    <a:gd name="connsiteX3" fmla="*/ 0 w 3826685"/>
                    <a:gd name="connsiteY3" fmla="*/ 968065 h 1033547"/>
                    <a:gd name="connsiteX0" fmla="*/ 0 w 3826685"/>
                    <a:gd name="connsiteY0" fmla="*/ 968065 h 1013810"/>
                    <a:gd name="connsiteX1" fmla="*/ 3826685 w 3826685"/>
                    <a:gd name="connsiteY1" fmla="*/ 98411 h 1013810"/>
                    <a:gd name="connsiteX2" fmla="*/ 3826685 w 3826685"/>
                    <a:gd name="connsiteY2" fmla="*/ 193365 h 1013810"/>
                    <a:gd name="connsiteX3" fmla="*/ 0 w 3826685"/>
                    <a:gd name="connsiteY3" fmla="*/ 968065 h 1013810"/>
                    <a:gd name="connsiteX0" fmla="*/ 0 w 3826685"/>
                    <a:gd name="connsiteY0" fmla="*/ 968065 h 1012429"/>
                    <a:gd name="connsiteX1" fmla="*/ 3826685 w 3826685"/>
                    <a:gd name="connsiteY1" fmla="*/ 98411 h 1012429"/>
                    <a:gd name="connsiteX2" fmla="*/ 3826685 w 3826685"/>
                    <a:gd name="connsiteY2" fmla="*/ 193365 h 1012429"/>
                    <a:gd name="connsiteX3" fmla="*/ 0 w 3826685"/>
                    <a:gd name="connsiteY3" fmla="*/ 968065 h 10124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826685" h="1012429">
                      <a:moveTo>
                        <a:pt x="0" y="968065"/>
                      </a:moveTo>
                      <a:cubicBezTo>
                        <a:pt x="1199362" y="1008380"/>
                        <a:pt x="2779723" y="-373704"/>
                        <a:pt x="3826685" y="98411"/>
                      </a:cubicBezTo>
                      <a:lnTo>
                        <a:pt x="3826685" y="193365"/>
                      </a:lnTo>
                      <a:cubicBezTo>
                        <a:pt x="2614623" y="-65927"/>
                        <a:pt x="932662" y="1268632"/>
                        <a:pt x="0" y="968065"/>
                      </a:cubicBezTo>
                      <a:close/>
                    </a:path>
                  </a:pathLst>
                </a:custGeom>
                <a:solidFill>
                  <a:srgbClr val="642631"/>
                </a:solidFill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59">
                  <a:extLst>
                    <a:ext uri="{FF2B5EF4-FFF2-40B4-BE49-F238E27FC236}">
                      <a16:creationId xmlns:a16="http://schemas.microsoft.com/office/drawing/2014/main" id="{A1835811-118B-7F87-0C7E-E71768F14C4E}"/>
                    </a:ext>
                  </a:extLst>
                </p:cNvPr>
                <p:cNvSpPr/>
                <p:nvPr/>
              </p:nvSpPr>
              <p:spPr>
                <a:xfrm rot="316924">
                  <a:off x="4495499" y="926657"/>
                  <a:ext cx="957550" cy="4012402"/>
                </a:xfrm>
                <a:custGeom>
                  <a:avLst/>
                  <a:gdLst>
                    <a:gd name="connsiteX0" fmla="*/ 0 w 196226"/>
                    <a:gd name="connsiteY0" fmla="*/ 0 h 3725706"/>
                    <a:gd name="connsiteX1" fmla="*/ 196226 w 196226"/>
                    <a:gd name="connsiteY1" fmla="*/ 0 h 3725706"/>
                    <a:gd name="connsiteX2" fmla="*/ 196226 w 196226"/>
                    <a:gd name="connsiteY2" fmla="*/ 3725706 h 3725706"/>
                    <a:gd name="connsiteX3" fmla="*/ 0 w 196226"/>
                    <a:gd name="connsiteY3" fmla="*/ 3725706 h 3725706"/>
                    <a:gd name="connsiteX4" fmla="*/ 0 w 196226"/>
                    <a:gd name="connsiteY4" fmla="*/ 0 h 3725706"/>
                    <a:gd name="connsiteX0" fmla="*/ 0 w 196226"/>
                    <a:gd name="connsiteY0" fmla="*/ 3725706 h 3725706"/>
                    <a:gd name="connsiteX1" fmla="*/ 196226 w 196226"/>
                    <a:gd name="connsiteY1" fmla="*/ 0 h 3725706"/>
                    <a:gd name="connsiteX2" fmla="*/ 196226 w 196226"/>
                    <a:gd name="connsiteY2" fmla="*/ 3725706 h 3725706"/>
                    <a:gd name="connsiteX3" fmla="*/ 0 w 196226"/>
                    <a:gd name="connsiteY3" fmla="*/ 3725706 h 3725706"/>
                    <a:gd name="connsiteX0" fmla="*/ 0 w 196226"/>
                    <a:gd name="connsiteY0" fmla="*/ 3741025 h 3741025"/>
                    <a:gd name="connsiteX1" fmla="*/ 177626 w 196226"/>
                    <a:gd name="connsiteY1" fmla="*/ 0 h 3741025"/>
                    <a:gd name="connsiteX2" fmla="*/ 196226 w 196226"/>
                    <a:gd name="connsiteY2" fmla="*/ 3741025 h 3741025"/>
                    <a:gd name="connsiteX3" fmla="*/ 0 w 196226"/>
                    <a:gd name="connsiteY3" fmla="*/ 3741025 h 3741025"/>
                    <a:gd name="connsiteX0" fmla="*/ 0 w 196226"/>
                    <a:gd name="connsiteY0" fmla="*/ 3760392 h 3760392"/>
                    <a:gd name="connsiteX1" fmla="*/ 165482 w 196226"/>
                    <a:gd name="connsiteY1" fmla="*/ 0 h 3760392"/>
                    <a:gd name="connsiteX2" fmla="*/ 196226 w 196226"/>
                    <a:gd name="connsiteY2" fmla="*/ 3760392 h 3760392"/>
                    <a:gd name="connsiteX3" fmla="*/ 0 w 196226"/>
                    <a:gd name="connsiteY3" fmla="*/ 3760392 h 3760392"/>
                    <a:gd name="connsiteX0" fmla="*/ 0 w 196226"/>
                    <a:gd name="connsiteY0" fmla="*/ 3760392 h 3760392"/>
                    <a:gd name="connsiteX1" fmla="*/ 165482 w 196226"/>
                    <a:gd name="connsiteY1" fmla="*/ 0 h 3760392"/>
                    <a:gd name="connsiteX2" fmla="*/ 196226 w 196226"/>
                    <a:gd name="connsiteY2" fmla="*/ 3760392 h 3760392"/>
                    <a:gd name="connsiteX3" fmla="*/ 0 w 196226"/>
                    <a:gd name="connsiteY3" fmla="*/ 3760392 h 3760392"/>
                    <a:gd name="connsiteX0" fmla="*/ 0 w 203788"/>
                    <a:gd name="connsiteY0" fmla="*/ 3760392 h 3760392"/>
                    <a:gd name="connsiteX1" fmla="*/ 165482 w 203788"/>
                    <a:gd name="connsiteY1" fmla="*/ 0 h 3760392"/>
                    <a:gd name="connsiteX2" fmla="*/ 196226 w 203788"/>
                    <a:gd name="connsiteY2" fmla="*/ 3760392 h 3760392"/>
                    <a:gd name="connsiteX3" fmla="*/ 0 w 203788"/>
                    <a:gd name="connsiteY3" fmla="*/ 3760392 h 3760392"/>
                    <a:gd name="connsiteX0" fmla="*/ 0 w 232892"/>
                    <a:gd name="connsiteY0" fmla="*/ 3742664 h 3760392"/>
                    <a:gd name="connsiteX1" fmla="*/ 194586 w 232892"/>
                    <a:gd name="connsiteY1" fmla="*/ 0 h 3760392"/>
                    <a:gd name="connsiteX2" fmla="*/ 225330 w 232892"/>
                    <a:gd name="connsiteY2" fmla="*/ 3760392 h 3760392"/>
                    <a:gd name="connsiteX3" fmla="*/ 0 w 232892"/>
                    <a:gd name="connsiteY3" fmla="*/ 3742664 h 3760392"/>
                    <a:gd name="connsiteX0" fmla="*/ 0 w 232030"/>
                    <a:gd name="connsiteY0" fmla="*/ 3742664 h 3914670"/>
                    <a:gd name="connsiteX1" fmla="*/ 194586 w 232030"/>
                    <a:gd name="connsiteY1" fmla="*/ 0 h 3914670"/>
                    <a:gd name="connsiteX2" fmla="*/ 223135 w 232030"/>
                    <a:gd name="connsiteY2" fmla="*/ 3914670 h 3914670"/>
                    <a:gd name="connsiteX3" fmla="*/ 0 w 232030"/>
                    <a:gd name="connsiteY3" fmla="*/ 3742664 h 3914670"/>
                    <a:gd name="connsiteX0" fmla="*/ 0 w 247137"/>
                    <a:gd name="connsiteY0" fmla="*/ 3905038 h 3914670"/>
                    <a:gd name="connsiteX1" fmla="*/ 209693 w 247137"/>
                    <a:gd name="connsiteY1" fmla="*/ 0 h 3914670"/>
                    <a:gd name="connsiteX2" fmla="*/ 238242 w 247137"/>
                    <a:gd name="connsiteY2" fmla="*/ 3914670 h 3914670"/>
                    <a:gd name="connsiteX3" fmla="*/ 0 w 247137"/>
                    <a:gd name="connsiteY3" fmla="*/ 3905038 h 3914670"/>
                    <a:gd name="connsiteX0" fmla="*/ 0 w 250938"/>
                    <a:gd name="connsiteY0" fmla="*/ 3905038 h 3972005"/>
                    <a:gd name="connsiteX1" fmla="*/ 209693 w 250938"/>
                    <a:gd name="connsiteY1" fmla="*/ 0 h 3972005"/>
                    <a:gd name="connsiteX2" fmla="*/ 247212 w 250938"/>
                    <a:gd name="connsiteY2" fmla="*/ 3972005 h 3972005"/>
                    <a:gd name="connsiteX3" fmla="*/ 0 w 250938"/>
                    <a:gd name="connsiteY3" fmla="*/ 3905038 h 3972005"/>
                    <a:gd name="connsiteX0" fmla="*/ 0 w 264616"/>
                    <a:gd name="connsiteY0" fmla="*/ 3940598 h 3972005"/>
                    <a:gd name="connsiteX1" fmla="*/ 223371 w 264616"/>
                    <a:gd name="connsiteY1" fmla="*/ 0 h 3972005"/>
                    <a:gd name="connsiteX2" fmla="*/ 260890 w 264616"/>
                    <a:gd name="connsiteY2" fmla="*/ 3972005 h 3972005"/>
                    <a:gd name="connsiteX3" fmla="*/ 0 w 264616"/>
                    <a:gd name="connsiteY3" fmla="*/ 3940598 h 3972005"/>
                    <a:gd name="connsiteX0" fmla="*/ 0 w 262936"/>
                    <a:gd name="connsiteY0" fmla="*/ 3974517 h 4005924"/>
                    <a:gd name="connsiteX1" fmla="*/ 220090 w 262936"/>
                    <a:gd name="connsiteY1" fmla="*/ 0 h 4005924"/>
                    <a:gd name="connsiteX2" fmla="*/ 260890 w 262936"/>
                    <a:gd name="connsiteY2" fmla="*/ 4005924 h 4005924"/>
                    <a:gd name="connsiteX3" fmla="*/ 0 w 262936"/>
                    <a:gd name="connsiteY3" fmla="*/ 3974517 h 4005924"/>
                    <a:gd name="connsiteX0" fmla="*/ 0 w 286726"/>
                    <a:gd name="connsiteY0" fmla="*/ 3974517 h 4005924"/>
                    <a:gd name="connsiteX1" fmla="*/ 220090 w 286726"/>
                    <a:gd name="connsiteY1" fmla="*/ 0 h 4005924"/>
                    <a:gd name="connsiteX2" fmla="*/ 260890 w 286726"/>
                    <a:gd name="connsiteY2" fmla="*/ 4005924 h 4005924"/>
                    <a:gd name="connsiteX3" fmla="*/ 0 w 286726"/>
                    <a:gd name="connsiteY3" fmla="*/ 3974517 h 4005924"/>
                    <a:gd name="connsiteX0" fmla="*/ 0 w 286726"/>
                    <a:gd name="connsiteY0" fmla="*/ 3974517 h 4065957"/>
                    <a:gd name="connsiteX1" fmla="*/ 220090 w 286726"/>
                    <a:gd name="connsiteY1" fmla="*/ 0 h 4065957"/>
                    <a:gd name="connsiteX2" fmla="*/ 260890 w 286726"/>
                    <a:gd name="connsiteY2" fmla="*/ 4005924 h 4065957"/>
                    <a:gd name="connsiteX3" fmla="*/ 91440 w 286726"/>
                    <a:gd name="connsiteY3" fmla="*/ 4065957 h 4065957"/>
                    <a:gd name="connsiteX0" fmla="*/ 0 w 286726"/>
                    <a:gd name="connsiteY0" fmla="*/ 3974517 h 4005924"/>
                    <a:gd name="connsiteX1" fmla="*/ 220090 w 286726"/>
                    <a:gd name="connsiteY1" fmla="*/ 0 h 4005924"/>
                    <a:gd name="connsiteX2" fmla="*/ 260890 w 286726"/>
                    <a:gd name="connsiteY2" fmla="*/ 4005924 h 4005924"/>
                    <a:gd name="connsiteX0" fmla="*/ 0 w 439818"/>
                    <a:gd name="connsiteY0" fmla="*/ 3974517 h 3974517"/>
                    <a:gd name="connsiteX1" fmla="*/ 220090 w 439818"/>
                    <a:gd name="connsiteY1" fmla="*/ 0 h 3974517"/>
                    <a:gd name="connsiteX2" fmla="*/ 432646 w 439818"/>
                    <a:gd name="connsiteY2" fmla="*/ 3824933 h 3974517"/>
                    <a:gd name="connsiteX0" fmla="*/ 22519 w 324389"/>
                    <a:gd name="connsiteY0" fmla="*/ 3934326 h 3934326"/>
                    <a:gd name="connsiteX1" fmla="*/ 104661 w 324389"/>
                    <a:gd name="connsiteY1" fmla="*/ 0 h 3934326"/>
                    <a:gd name="connsiteX2" fmla="*/ 317217 w 324389"/>
                    <a:gd name="connsiteY2" fmla="*/ 3824933 h 3934326"/>
                    <a:gd name="connsiteX0" fmla="*/ 71419 w 373289"/>
                    <a:gd name="connsiteY0" fmla="*/ 3934326 h 3934326"/>
                    <a:gd name="connsiteX1" fmla="*/ 153561 w 373289"/>
                    <a:gd name="connsiteY1" fmla="*/ 0 h 3934326"/>
                    <a:gd name="connsiteX2" fmla="*/ 366117 w 373289"/>
                    <a:gd name="connsiteY2" fmla="*/ 3824933 h 3934326"/>
                    <a:gd name="connsiteX0" fmla="*/ 25087 w 353558"/>
                    <a:gd name="connsiteY0" fmla="*/ 3915590 h 3915590"/>
                    <a:gd name="connsiteX1" fmla="*/ 299760 w 353558"/>
                    <a:gd name="connsiteY1" fmla="*/ 0 h 3915590"/>
                    <a:gd name="connsiteX2" fmla="*/ 319785 w 353558"/>
                    <a:gd name="connsiteY2" fmla="*/ 3806197 h 3915590"/>
                    <a:gd name="connsiteX0" fmla="*/ 25087 w 320679"/>
                    <a:gd name="connsiteY0" fmla="*/ 3915590 h 3915590"/>
                    <a:gd name="connsiteX1" fmla="*/ 299760 w 320679"/>
                    <a:gd name="connsiteY1" fmla="*/ 0 h 3915590"/>
                    <a:gd name="connsiteX2" fmla="*/ 319785 w 320679"/>
                    <a:gd name="connsiteY2" fmla="*/ 3806197 h 3915590"/>
                    <a:gd name="connsiteX0" fmla="*/ 50244 w 344942"/>
                    <a:gd name="connsiteY0" fmla="*/ 3324011 h 3324011"/>
                    <a:gd name="connsiteX1" fmla="*/ 188602 w 344942"/>
                    <a:gd name="connsiteY1" fmla="*/ 0 h 3324011"/>
                    <a:gd name="connsiteX2" fmla="*/ 344942 w 344942"/>
                    <a:gd name="connsiteY2" fmla="*/ 3214618 h 3324011"/>
                    <a:gd name="connsiteX0" fmla="*/ 20739 w 362178"/>
                    <a:gd name="connsiteY0" fmla="*/ 3902284 h 3902284"/>
                    <a:gd name="connsiteX1" fmla="*/ 346058 w 362178"/>
                    <a:gd name="connsiteY1" fmla="*/ 0 h 3902284"/>
                    <a:gd name="connsiteX2" fmla="*/ 315437 w 362178"/>
                    <a:gd name="connsiteY2" fmla="*/ 3792891 h 3902284"/>
                    <a:gd name="connsiteX0" fmla="*/ 7045 w 875636"/>
                    <a:gd name="connsiteY0" fmla="*/ 4012402 h 4012402"/>
                    <a:gd name="connsiteX1" fmla="*/ 870853 w 875636"/>
                    <a:gd name="connsiteY1" fmla="*/ 0 h 4012402"/>
                    <a:gd name="connsiteX2" fmla="*/ 301743 w 875636"/>
                    <a:gd name="connsiteY2" fmla="*/ 3903009 h 4012402"/>
                    <a:gd name="connsiteX0" fmla="*/ 93742 w 962333"/>
                    <a:gd name="connsiteY0" fmla="*/ 4012402 h 4012402"/>
                    <a:gd name="connsiteX1" fmla="*/ 957550 w 962333"/>
                    <a:gd name="connsiteY1" fmla="*/ 0 h 4012402"/>
                    <a:gd name="connsiteX2" fmla="*/ 388440 w 962333"/>
                    <a:gd name="connsiteY2" fmla="*/ 3903009 h 4012402"/>
                    <a:gd name="connsiteX0" fmla="*/ 93742 w 957550"/>
                    <a:gd name="connsiteY0" fmla="*/ 4012402 h 4012402"/>
                    <a:gd name="connsiteX1" fmla="*/ 957550 w 957550"/>
                    <a:gd name="connsiteY1" fmla="*/ 0 h 4012402"/>
                    <a:gd name="connsiteX2" fmla="*/ 388440 w 957550"/>
                    <a:gd name="connsiteY2" fmla="*/ 3903009 h 40124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57550" h="4012402">
                      <a:moveTo>
                        <a:pt x="93742" y="4012402"/>
                      </a:moveTo>
                      <a:cubicBezTo>
                        <a:pt x="7017" y="2753508"/>
                        <a:pt x="-289971" y="1070681"/>
                        <a:pt x="957550" y="0"/>
                      </a:cubicBezTo>
                      <a:cubicBezTo>
                        <a:pt x="-69426" y="1457139"/>
                        <a:pt x="302709" y="2553322"/>
                        <a:pt x="388440" y="3903009"/>
                      </a:cubicBezTo>
                    </a:path>
                  </a:pathLst>
                </a:custGeom>
                <a:solidFill>
                  <a:srgbClr val="64263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3877FBAC-E447-BE17-FB21-BDEB43157153}"/>
                </a:ext>
              </a:extLst>
            </p:cNvPr>
            <p:cNvGrpSpPr/>
            <p:nvPr/>
          </p:nvGrpSpPr>
          <p:grpSpPr>
            <a:xfrm rot="614954">
              <a:off x="4275576" y="546163"/>
              <a:ext cx="2233404" cy="4752318"/>
              <a:chOff x="3675319" y="223072"/>
              <a:chExt cx="2233404" cy="4752318"/>
            </a:xfrm>
          </p:grpSpPr>
          <p:sp>
            <p:nvSpPr>
              <p:cNvPr id="90" name="Rectangle 2">
                <a:extLst>
                  <a:ext uri="{FF2B5EF4-FFF2-40B4-BE49-F238E27FC236}">
                    <a16:creationId xmlns:a16="http://schemas.microsoft.com/office/drawing/2014/main" id="{3418901C-BA32-7AF2-2D5D-FBB567461C5E}"/>
                  </a:ext>
                </a:extLst>
              </p:cNvPr>
              <p:cNvSpPr/>
              <p:nvPr/>
            </p:nvSpPr>
            <p:spPr>
              <a:xfrm>
                <a:off x="3675319" y="223072"/>
                <a:ext cx="2233404" cy="3466598"/>
              </a:xfrm>
              <a:custGeom>
                <a:avLst/>
                <a:gdLst>
                  <a:gd name="connsiteX0" fmla="*/ 0 w 542441"/>
                  <a:gd name="connsiteY0" fmla="*/ 0 h 895027"/>
                  <a:gd name="connsiteX1" fmla="*/ 542441 w 542441"/>
                  <a:gd name="connsiteY1" fmla="*/ 0 h 895027"/>
                  <a:gd name="connsiteX2" fmla="*/ 542441 w 542441"/>
                  <a:gd name="connsiteY2" fmla="*/ 895027 h 895027"/>
                  <a:gd name="connsiteX3" fmla="*/ 0 w 542441"/>
                  <a:gd name="connsiteY3" fmla="*/ 895027 h 895027"/>
                  <a:gd name="connsiteX4" fmla="*/ 0 w 542441"/>
                  <a:gd name="connsiteY4" fmla="*/ 0 h 895027"/>
                  <a:gd name="connsiteX0" fmla="*/ 0 w 834541"/>
                  <a:gd name="connsiteY0" fmla="*/ 635000 h 895027"/>
                  <a:gd name="connsiteX1" fmla="*/ 834541 w 834541"/>
                  <a:gd name="connsiteY1" fmla="*/ 0 h 895027"/>
                  <a:gd name="connsiteX2" fmla="*/ 834541 w 834541"/>
                  <a:gd name="connsiteY2" fmla="*/ 895027 h 895027"/>
                  <a:gd name="connsiteX3" fmla="*/ 292100 w 834541"/>
                  <a:gd name="connsiteY3" fmla="*/ 895027 h 895027"/>
                  <a:gd name="connsiteX4" fmla="*/ 0 w 834541"/>
                  <a:gd name="connsiteY4" fmla="*/ 635000 h 895027"/>
                  <a:gd name="connsiteX0" fmla="*/ 152400 w 986941"/>
                  <a:gd name="connsiteY0" fmla="*/ 635000 h 1885627"/>
                  <a:gd name="connsiteX1" fmla="*/ 986941 w 986941"/>
                  <a:gd name="connsiteY1" fmla="*/ 0 h 1885627"/>
                  <a:gd name="connsiteX2" fmla="*/ 986941 w 986941"/>
                  <a:gd name="connsiteY2" fmla="*/ 895027 h 1885627"/>
                  <a:gd name="connsiteX3" fmla="*/ 0 w 986941"/>
                  <a:gd name="connsiteY3" fmla="*/ 1885627 h 1885627"/>
                  <a:gd name="connsiteX4" fmla="*/ 152400 w 986941"/>
                  <a:gd name="connsiteY4" fmla="*/ 635000 h 1885627"/>
                  <a:gd name="connsiteX0" fmla="*/ 152400 w 986941"/>
                  <a:gd name="connsiteY0" fmla="*/ 635000 h 1974527"/>
                  <a:gd name="connsiteX1" fmla="*/ 986941 w 986941"/>
                  <a:gd name="connsiteY1" fmla="*/ 0 h 1974527"/>
                  <a:gd name="connsiteX2" fmla="*/ 237641 w 986941"/>
                  <a:gd name="connsiteY2" fmla="*/ 1974527 h 1974527"/>
                  <a:gd name="connsiteX3" fmla="*/ 0 w 986941"/>
                  <a:gd name="connsiteY3" fmla="*/ 1885627 h 1974527"/>
                  <a:gd name="connsiteX4" fmla="*/ 152400 w 986941"/>
                  <a:gd name="connsiteY4" fmla="*/ 635000 h 1974527"/>
                  <a:gd name="connsiteX0" fmla="*/ 152400 w 402741"/>
                  <a:gd name="connsiteY0" fmla="*/ 0 h 1339527"/>
                  <a:gd name="connsiteX1" fmla="*/ 402741 w 402741"/>
                  <a:gd name="connsiteY1" fmla="*/ 63500 h 1339527"/>
                  <a:gd name="connsiteX2" fmla="*/ 237641 w 402741"/>
                  <a:gd name="connsiteY2" fmla="*/ 1339527 h 1339527"/>
                  <a:gd name="connsiteX3" fmla="*/ 0 w 402741"/>
                  <a:gd name="connsiteY3" fmla="*/ 1250627 h 1339527"/>
                  <a:gd name="connsiteX4" fmla="*/ 152400 w 402741"/>
                  <a:gd name="connsiteY4" fmla="*/ 0 h 1339527"/>
                  <a:gd name="connsiteX0" fmla="*/ 152400 w 402741"/>
                  <a:gd name="connsiteY0" fmla="*/ 131276 h 1470803"/>
                  <a:gd name="connsiteX1" fmla="*/ 402741 w 402741"/>
                  <a:gd name="connsiteY1" fmla="*/ 194776 h 1470803"/>
                  <a:gd name="connsiteX2" fmla="*/ 237641 w 402741"/>
                  <a:gd name="connsiteY2" fmla="*/ 1470803 h 1470803"/>
                  <a:gd name="connsiteX3" fmla="*/ 0 w 402741"/>
                  <a:gd name="connsiteY3" fmla="*/ 1381903 h 1470803"/>
                  <a:gd name="connsiteX4" fmla="*/ 152400 w 402741"/>
                  <a:gd name="connsiteY4" fmla="*/ 131276 h 1470803"/>
                  <a:gd name="connsiteX0" fmla="*/ 187527 w 437868"/>
                  <a:gd name="connsiteY0" fmla="*/ 395743 h 1735270"/>
                  <a:gd name="connsiteX1" fmla="*/ 4604 w 437868"/>
                  <a:gd name="connsiteY1" fmla="*/ 450 h 1735270"/>
                  <a:gd name="connsiteX2" fmla="*/ 437868 w 437868"/>
                  <a:gd name="connsiteY2" fmla="*/ 459243 h 1735270"/>
                  <a:gd name="connsiteX3" fmla="*/ 272768 w 437868"/>
                  <a:gd name="connsiteY3" fmla="*/ 1735270 h 1735270"/>
                  <a:gd name="connsiteX4" fmla="*/ 35127 w 437868"/>
                  <a:gd name="connsiteY4" fmla="*/ 1646370 h 1735270"/>
                  <a:gd name="connsiteX5" fmla="*/ 187527 w 437868"/>
                  <a:gd name="connsiteY5" fmla="*/ 395743 h 1735270"/>
                  <a:gd name="connsiteX0" fmla="*/ 187527 w 827895"/>
                  <a:gd name="connsiteY0" fmla="*/ 397043 h 1736570"/>
                  <a:gd name="connsiteX1" fmla="*/ 4604 w 827895"/>
                  <a:gd name="connsiteY1" fmla="*/ 1750 h 1736570"/>
                  <a:gd name="connsiteX2" fmla="*/ 819944 w 827895"/>
                  <a:gd name="connsiteY2" fmla="*/ 390370 h 1736570"/>
                  <a:gd name="connsiteX3" fmla="*/ 437868 w 827895"/>
                  <a:gd name="connsiteY3" fmla="*/ 460543 h 1736570"/>
                  <a:gd name="connsiteX4" fmla="*/ 272768 w 827895"/>
                  <a:gd name="connsiteY4" fmla="*/ 1736570 h 1736570"/>
                  <a:gd name="connsiteX5" fmla="*/ 35127 w 827895"/>
                  <a:gd name="connsiteY5" fmla="*/ 1647670 h 1736570"/>
                  <a:gd name="connsiteX6" fmla="*/ 187527 w 827895"/>
                  <a:gd name="connsiteY6" fmla="*/ 397043 h 1736570"/>
                  <a:gd name="connsiteX0" fmla="*/ 187527 w 1079717"/>
                  <a:gd name="connsiteY0" fmla="*/ 399939 h 1739466"/>
                  <a:gd name="connsiteX1" fmla="*/ 4604 w 1079717"/>
                  <a:gd name="connsiteY1" fmla="*/ 4646 h 1739466"/>
                  <a:gd name="connsiteX2" fmla="*/ 1048544 w 1079717"/>
                  <a:gd name="connsiteY2" fmla="*/ 164666 h 1739466"/>
                  <a:gd name="connsiteX3" fmla="*/ 819944 w 1079717"/>
                  <a:gd name="connsiteY3" fmla="*/ 393266 h 1739466"/>
                  <a:gd name="connsiteX4" fmla="*/ 437868 w 1079717"/>
                  <a:gd name="connsiteY4" fmla="*/ 463439 h 1739466"/>
                  <a:gd name="connsiteX5" fmla="*/ 272768 w 1079717"/>
                  <a:gd name="connsiteY5" fmla="*/ 1739466 h 1739466"/>
                  <a:gd name="connsiteX6" fmla="*/ 35127 w 1079717"/>
                  <a:gd name="connsiteY6" fmla="*/ 1650566 h 1739466"/>
                  <a:gd name="connsiteX7" fmla="*/ 187527 w 1079717"/>
                  <a:gd name="connsiteY7" fmla="*/ 399939 h 1739466"/>
                  <a:gd name="connsiteX0" fmla="*/ 187527 w 1491624"/>
                  <a:gd name="connsiteY0" fmla="*/ 447497 h 1787024"/>
                  <a:gd name="connsiteX1" fmla="*/ 4604 w 1491624"/>
                  <a:gd name="connsiteY1" fmla="*/ 52204 h 1787024"/>
                  <a:gd name="connsiteX2" fmla="*/ 1460024 w 1491624"/>
                  <a:gd name="connsiteY2" fmla="*/ 14104 h 1787024"/>
                  <a:gd name="connsiteX3" fmla="*/ 1048544 w 1491624"/>
                  <a:gd name="connsiteY3" fmla="*/ 212224 h 1787024"/>
                  <a:gd name="connsiteX4" fmla="*/ 819944 w 1491624"/>
                  <a:gd name="connsiteY4" fmla="*/ 440824 h 1787024"/>
                  <a:gd name="connsiteX5" fmla="*/ 437868 w 1491624"/>
                  <a:gd name="connsiteY5" fmla="*/ 510997 h 1787024"/>
                  <a:gd name="connsiteX6" fmla="*/ 272768 w 1491624"/>
                  <a:gd name="connsiteY6" fmla="*/ 1787024 h 1787024"/>
                  <a:gd name="connsiteX7" fmla="*/ 35127 w 1491624"/>
                  <a:gd name="connsiteY7" fmla="*/ 1698124 h 1787024"/>
                  <a:gd name="connsiteX8" fmla="*/ 187527 w 1491624"/>
                  <a:gd name="connsiteY8" fmla="*/ 447497 h 1787024"/>
                  <a:gd name="connsiteX0" fmla="*/ 712105 w 2004462"/>
                  <a:gd name="connsiteY0" fmla="*/ 791623 h 2131150"/>
                  <a:gd name="connsiteX1" fmla="*/ 529182 w 2004462"/>
                  <a:gd name="connsiteY1" fmla="*/ 396330 h 2131150"/>
                  <a:gd name="connsiteX2" fmla="*/ 49121 w 2004462"/>
                  <a:gd name="connsiteY2" fmla="*/ 90 h 2131150"/>
                  <a:gd name="connsiteX3" fmla="*/ 1984602 w 2004462"/>
                  <a:gd name="connsiteY3" fmla="*/ 358230 h 2131150"/>
                  <a:gd name="connsiteX4" fmla="*/ 1573122 w 2004462"/>
                  <a:gd name="connsiteY4" fmla="*/ 556350 h 2131150"/>
                  <a:gd name="connsiteX5" fmla="*/ 1344522 w 2004462"/>
                  <a:gd name="connsiteY5" fmla="*/ 784950 h 2131150"/>
                  <a:gd name="connsiteX6" fmla="*/ 962446 w 2004462"/>
                  <a:gd name="connsiteY6" fmla="*/ 855123 h 2131150"/>
                  <a:gd name="connsiteX7" fmla="*/ 797346 w 2004462"/>
                  <a:gd name="connsiteY7" fmla="*/ 2131150 h 2131150"/>
                  <a:gd name="connsiteX8" fmla="*/ 559705 w 2004462"/>
                  <a:gd name="connsiteY8" fmla="*/ 2042250 h 2131150"/>
                  <a:gd name="connsiteX9" fmla="*/ 712105 w 2004462"/>
                  <a:gd name="connsiteY9" fmla="*/ 791623 h 2131150"/>
                  <a:gd name="connsiteX0" fmla="*/ 712105 w 2263745"/>
                  <a:gd name="connsiteY0" fmla="*/ 1036197 h 2375724"/>
                  <a:gd name="connsiteX1" fmla="*/ 529182 w 2263745"/>
                  <a:gd name="connsiteY1" fmla="*/ 640904 h 2375724"/>
                  <a:gd name="connsiteX2" fmla="*/ 49121 w 2263745"/>
                  <a:gd name="connsiteY2" fmla="*/ 244664 h 2375724"/>
                  <a:gd name="connsiteX3" fmla="*/ 2152241 w 2263745"/>
                  <a:gd name="connsiteY3" fmla="*/ 8444 h 2375724"/>
                  <a:gd name="connsiteX4" fmla="*/ 1984602 w 2263745"/>
                  <a:gd name="connsiteY4" fmla="*/ 602804 h 2375724"/>
                  <a:gd name="connsiteX5" fmla="*/ 1573122 w 2263745"/>
                  <a:gd name="connsiteY5" fmla="*/ 800924 h 2375724"/>
                  <a:gd name="connsiteX6" fmla="*/ 1344522 w 2263745"/>
                  <a:gd name="connsiteY6" fmla="*/ 1029524 h 2375724"/>
                  <a:gd name="connsiteX7" fmla="*/ 962446 w 2263745"/>
                  <a:gd name="connsiteY7" fmla="*/ 1099697 h 2375724"/>
                  <a:gd name="connsiteX8" fmla="*/ 797346 w 2263745"/>
                  <a:gd name="connsiteY8" fmla="*/ 2375724 h 2375724"/>
                  <a:gd name="connsiteX9" fmla="*/ 559705 w 2263745"/>
                  <a:gd name="connsiteY9" fmla="*/ 2286824 h 2375724"/>
                  <a:gd name="connsiteX10" fmla="*/ 712105 w 2263745"/>
                  <a:gd name="connsiteY10" fmla="*/ 1036197 h 2375724"/>
                  <a:gd name="connsiteX0" fmla="*/ 712105 w 2247494"/>
                  <a:gd name="connsiteY0" fmla="*/ 1590010 h 2929537"/>
                  <a:gd name="connsiteX1" fmla="*/ 529182 w 2247494"/>
                  <a:gd name="connsiteY1" fmla="*/ 1194717 h 2929537"/>
                  <a:gd name="connsiteX2" fmla="*/ 49121 w 2247494"/>
                  <a:gd name="connsiteY2" fmla="*/ 798477 h 2929537"/>
                  <a:gd name="connsiteX3" fmla="*/ 2087471 w 2247494"/>
                  <a:gd name="connsiteY3" fmla="*/ 2187 h 2929537"/>
                  <a:gd name="connsiteX4" fmla="*/ 2152241 w 2247494"/>
                  <a:gd name="connsiteY4" fmla="*/ 562257 h 2929537"/>
                  <a:gd name="connsiteX5" fmla="*/ 1984602 w 2247494"/>
                  <a:gd name="connsiteY5" fmla="*/ 1156617 h 2929537"/>
                  <a:gd name="connsiteX6" fmla="*/ 1573122 w 2247494"/>
                  <a:gd name="connsiteY6" fmla="*/ 1354737 h 2929537"/>
                  <a:gd name="connsiteX7" fmla="*/ 1344522 w 2247494"/>
                  <a:gd name="connsiteY7" fmla="*/ 1583337 h 2929537"/>
                  <a:gd name="connsiteX8" fmla="*/ 962446 w 2247494"/>
                  <a:gd name="connsiteY8" fmla="*/ 1653510 h 2929537"/>
                  <a:gd name="connsiteX9" fmla="*/ 797346 w 2247494"/>
                  <a:gd name="connsiteY9" fmla="*/ 2929537 h 2929537"/>
                  <a:gd name="connsiteX10" fmla="*/ 559705 w 2247494"/>
                  <a:gd name="connsiteY10" fmla="*/ 2840637 h 2929537"/>
                  <a:gd name="connsiteX11" fmla="*/ 712105 w 2247494"/>
                  <a:gd name="connsiteY11" fmla="*/ 1590010 h 2929537"/>
                  <a:gd name="connsiteX0" fmla="*/ 759565 w 2275936"/>
                  <a:gd name="connsiteY0" fmla="*/ 1588303 h 2927830"/>
                  <a:gd name="connsiteX1" fmla="*/ 576642 w 2275936"/>
                  <a:gd name="connsiteY1" fmla="*/ 1193010 h 2927830"/>
                  <a:gd name="connsiteX2" fmla="*/ 96581 w 2275936"/>
                  <a:gd name="connsiteY2" fmla="*/ 796770 h 2927830"/>
                  <a:gd name="connsiteX3" fmla="*/ 191831 w 2275936"/>
                  <a:gd name="connsiteY3" fmla="*/ 190981 h 2927830"/>
                  <a:gd name="connsiteX4" fmla="*/ 2134931 w 2275936"/>
                  <a:gd name="connsiteY4" fmla="*/ 480 h 2927830"/>
                  <a:gd name="connsiteX5" fmla="*/ 2199701 w 2275936"/>
                  <a:gd name="connsiteY5" fmla="*/ 560550 h 2927830"/>
                  <a:gd name="connsiteX6" fmla="*/ 2032062 w 2275936"/>
                  <a:gd name="connsiteY6" fmla="*/ 1154910 h 2927830"/>
                  <a:gd name="connsiteX7" fmla="*/ 1620582 w 2275936"/>
                  <a:gd name="connsiteY7" fmla="*/ 1353030 h 2927830"/>
                  <a:gd name="connsiteX8" fmla="*/ 1391982 w 2275936"/>
                  <a:gd name="connsiteY8" fmla="*/ 1581630 h 2927830"/>
                  <a:gd name="connsiteX9" fmla="*/ 1009906 w 2275936"/>
                  <a:gd name="connsiteY9" fmla="*/ 1651803 h 2927830"/>
                  <a:gd name="connsiteX10" fmla="*/ 844806 w 2275936"/>
                  <a:gd name="connsiteY10" fmla="*/ 2927830 h 2927830"/>
                  <a:gd name="connsiteX11" fmla="*/ 607165 w 2275936"/>
                  <a:gd name="connsiteY11" fmla="*/ 2838930 h 2927830"/>
                  <a:gd name="connsiteX12" fmla="*/ 759565 w 2275936"/>
                  <a:gd name="connsiteY12" fmla="*/ 1588303 h 2927830"/>
                  <a:gd name="connsiteX0" fmla="*/ 759565 w 2270304"/>
                  <a:gd name="connsiteY0" fmla="*/ 1632823 h 2972350"/>
                  <a:gd name="connsiteX1" fmla="*/ 576642 w 2270304"/>
                  <a:gd name="connsiteY1" fmla="*/ 1237530 h 2972350"/>
                  <a:gd name="connsiteX2" fmla="*/ 96581 w 2270304"/>
                  <a:gd name="connsiteY2" fmla="*/ 841290 h 2972350"/>
                  <a:gd name="connsiteX3" fmla="*/ 191831 w 2270304"/>
                  <a:gd name="connsiteY3" fmla="*/ 235501 h 2972350"/>
                  <a:gd name="connsiteX4" fmla="*/ 410906 w 2270304"/>
                  <a:gd name="connsiteY4" fmla="*/ 35475 h 2972350"/>
                  <a:gd name="connsiteX5" fmla="*/ 2134931 w 2270304"/>
                  <a:gd name="connsiteY5" fmla="*/ 45000 h 2972350"/>
                  <a:gd name="connsiteX6" fmla="*/ 2199701 w 2270304"/>
                  <a:gd name="connsiteY6" fmla="*/ 605070 h 2972350"/>
                  <a:gd name="connsiteX7" fmla="*/ 2032062 w 2270304"/>
                  <a:gd name="connsiteY7" fmla="*/ 1199430 h 2972350"/>
                  <a:gd name="connsiteX8" fmla="*/ 1620582 w 2270304"/>
                  <a:gd name="connsiteY8" fmla="*/ 1397550 h 2972350"/>
                  <a:gd name="connsiteX9" fmla="*/ 1391982 w 2270304"/>
                  <a:gd name="connsiteY9" fmla="*/ 1626150 h 2972350"/>
                  <a:gd name="connsiteX10" fmla="*/ 1009906 w 2270304"/>
                  <a:gd name="connsiteY10" fmla="*/ 1696323 h 2972350"/>
                  <a:gd name="connsiteX11" fmla="*/ 844806 w 2270304"/>
                  <a:gd name="connsiteY11" fmla="*/ 2972350 h 2972350"/>
                  <a:gd name="connsiteX12" fmla="*/ 607165 w 2270304"/>
                  <a:gd name="connsiteY12" fmla="*/ 2883450 h 2972350"/>
                  <a:gd name="connsiteX13" fmla="*/ 759565 w 2270304"/>
                  <a:gd name="connsiteY13" fmla="*/ 1632823 h 2972350"/>
                  <a:gd name="connsiteX0" fmla="*/ 759565 w 2231157"/>
                  <a:gd name="connsiteY0" fmla="*/ 2216476 h 3556003"/>
                  <a:gd name="connsiteX1" fmla="*/ 576642 w 2231157"/>
                  <a:gd name="connsiteY1" fmla="*/ 1821183 h 3556003"/>
                  <a:gd name="connsiteX2" fmla="*/ 96581 w 2231157"/>
                  <a:gd name="connsiteY2" fmla="*/ 1424943 h 3556003"/>
                  <a:gd name="connsiteX3" fmla="*/ 191831 w 2231157"/>
                  <a:gd name="connsiteY3" fmla="*/ 819154 h 3556003"/>
                  <a:gd name="connsiteX4" fmla="*/ 410906 w 2231157"/>
                  <a:gd name="connsiteY4" fmla="*/ 619128 h 3556003"/>
                  <a:gd name="connsiteX5" fmla="*/ 325181 w 2231157"/>
                  <a:gd name="connsiteY5" fmla="*/ 3 h 3556003"/>
                  <a:gd name="connsiteX6" fmla="*/ 2134931 w 2231157"/>
                  <a:gd name="connsiteY6" fmla="*/ 628653 h 3556003"/>
                  <a:gd name="connsiteX7" fmla="*/ 2199701 w 2231157"/>
                  <a:gd name="connsiteY7" fmla="*/ 1188723 h 3556003"/>
                  <a:gd name="connsiteX8" fmla="*/ 2032062 w 2231157"/>
                  <a:gd name="connsiteY8" fmla="*/ 1783083 h 3556003"/>
                  <a:gd name="connsiteX9" fmla="*/ 1620582 w 2231157"/>
                  <a:gd name="connsiteY9" fmla="*/ 1981203 h 3556003"/>
                  <a:gd name="connsiteX10" fmla="*/ 1391982 w 2231157"/>
                  <a:gd name="connsiteY10" fmla="*/ 2209803 h 3556003"/>
                  <a:gd name="connsiteX11" fmla="*/ 1009906 w 2231157"/>
                  <a:gd name="connsiteY11" fmla="*/ 2279976 h 3556003"/>
                  <a:gd name="connsiteX12" fmla="*/ 844806 w 2231157"/>
                  <a:gd name="connsiteY12" fmla="*/ 3556003 h 3556003"/>
                  <a:gd name="connsiteX13" fmla="*/ 607165 w 2231157"/>
                  <a:gd name="connsiteY13" fmla="*/ 3467103 h 3556003"/>
                  <a:gd name="connsiteX14" fmla="*/ 759565 w 2231157"/>
                  <a:gd name="connsiteY14" fmla="*/ 2216476 h 3556003"/>
                  <a:gd name="connsiteX0" fmla="*/ 759565 w 2209496"/>
                  <a:gd name="connsiteY0" fmla="*/ 2373929 h 3713456"/>
                  <a:gd name="connsiteX1" fmla="*/ 576642 w 2209496"/>
                  <a:gd name="connsiteY1" fmla="*/ 1978636 h 3713456"/>
                  <a:gd name="connsiteX2" fmla="*/ 96581 w 2209496"/>
                  <a:gd name="connsiteY2" fmla="*/ 1582396 h 3713456"/>
                  <a:gd name="connsiteX3" fmla="*/ 191831 w 2209496"/>
                  <a:gd name="connsiteY3" fmla="*/ 976607 h 3713456"/>
                  <a:gd name="connsiteX4" fmla="*/ 410906 w 2209496"/>
                  <a:gd name="connsiteY4" fmla="*/ 776581 h 3713456"/>
                  <a:gd name="connsiteX5" fmla="*/ 325181 w 2209496"/>
                  <a:gd name="connsiteY5" fmla="*/ 157456 h 3713456"/>
                  <a:gd name="connsiteX6" fmla="*/ 1772982 w 2209496"/>
                  <a:gd name="connsiteY6" fmla="*/ 30457 h 3713456"/>
                  <a:gd name="connsiteX7" fmla="*/ 2134931 w 2209496"/>
                  <a:gd name="connsiteY7" fmla="*/ 786106 h 3713456"/>
                  <a:gd name="connsiteX8" fmla="*/ 2199701 w 2209496"/>
                  <a:gd name="connsiteY8" fmla="*/ 1346176 h 3713456"/>
                  <a:gd name="connsiteX9" fmla="*/ 2032062 w 2209496"/>
                  <a:gd name="connsiteY9" fmla="*/ 1940536 h 3713456"/>
                  <a:gd name="connsiteX10" fmla="*/ 1620582 w 2209496"/>
                  <a:gd name="connsiteY10" fmla="*/ 2138656 h 3713456"/>
                  <a:gd name="connsiteX11" fmla="*/ 1391982 w 2209496"/>
                  <a:gd name="connsiteY11" fmla="*/ 2367256 h 3713456"/>
                  <a:gd name="connsiteX12" fmla="*/ 1009906 w 2209496"/>
                  <a:gd name="connsiteY12" fmla="*/ 2437429 h 3713456"/>
                  <a:gd name="connsiteX13" fmla="*/ 844806 w 2209496"/>
                  <a:gd name="connsiteY13" fmla="*/ 3713456 h 3713456"/>
                  <a:gd name="connsiteX14" fmla="*/ 607165 w 2209496"/>
                  <a:gd name="connsiteY14" fmla="*/ 3624556 h 3713456"/>
                  <a:gd name="connsiteX15" fmla="*/ 759565 w 2209496"/>
                  <a:gd name="connsiteY15" fmla="*/ 2373929 h 3713456"/>
                  <a:gd name="connsiteX0" fmla="*/ 759565 w 2209496"/>
                  <a:gd name="connsiteY0" fmla="*/ 2801590 h 4141117"/>
                  <a:gd name="connsiteX1" fmla="*/ 576642 w 2209496"/>
                  <a:gd name="connsiteY1" fmla="*/ 2406297 h 4141117"/>
                  <a:gd name="connsiteX2" fmla="*/ 96581 w 2209496"/>
                  <a:gd name="connsiteY2" fmla="*/ 2010057 h 4141117"/>
                  <a:gd name="connsiteX3" fmla="*/ 191831 w 2209496"/>
                  <a:gd name="connsiteY3" fmla="*/ 1404268 h 4141117"/>
                  <a:gd name="connsiteX4" fmla="*/ 410906 w 2209496"/>
                  <a:gd name="connsiteY4" fmla="*/ 1204242 h 4141117"/>
                  <a:gd name="connsiteX5" fmla="*/ 325181 w 2209496"/>
                  <a:gd name="connsiteY5" fmla="*/ 585117 h 4141117"/>
                  <a:gd name="connsiteX6" fmla="*/ 1557082 w 2209496"/>
                  <a:gd name="connsiteY6" fmla="*/ 918 h 4141117"/>
                  <a:gd name="connsiteX7" fmla="*/ 1772982 w 2209496"/>
                  <a:gd name="connsiteY7" fmla="*/ 458118 h 4141117"/>
                  <a:gd name="connsiteX8" fmla="*/ 2134931 w 2209496"/>
                  <a:gd name="connsiteY8" fmla="*/ 1213767 h 4141117"/>
                  <a:gd name="connsiteX9" fmla="*/ 2199701 w 2209496"/>
                  <a:gd name="connsiteY9" fmla="*/ 1773837 h 4141117"/>
                  <a:gd name="connsiteX10" fmla="*/ 2032062 w 2209496"/>
                  <a:gd name="connsiteY10" fmla="*/ 2368197 h 4141117"/>
                  <a:gd name="connsiteX11" fmla="*/ 1620582 w 2209496"/>
                  <a:gd name="connsiteY11" fmla="*/ 2566317 h 4141117"/>
                  <a:gd name="connsiteX12" fmla="*/ 1391982 w 2209496"/>
                  <a:gd name="connsiteY12" fmla="*/ 2794917 h 4141117"/>
                  <a:gd name="connsiteX13" fmla="*/ 1009906 w 2209496"/>
                  <a:gd name="connsiteY13" fmla="*/ 2865090 h 4141117"/>
                  <a:gd name="connsiteX14" fmla="*/ 844806 w 2209496"/>
                  <a:gd name="connsiteY14" fmla="*/ 4141117 h 4141117"/>
                  <a:gd name="connsiteX15" fmla="*/ 607165 w 2209496"/>
                  <a:gd name="connsiteY15" fmla="*/ 4052217 h 4141117"/>
                  <a:gd name="connsiteX16" fmla="*/ 759565 w 2209496"/>
                  <a:gd name="connsiteY16" fmla="*/ 2801590 h 4141117"/>
                  <a:gd name="connsiteX0" fmla="*/ 759565 w 2209496"/>
                  <a:gd name="connsiteY0" fmla="*/ 2800780 h 4140307"/>
                  <a:gd name="connsiteX1" fmla="*/ 576642 w 2209496"/>
                  <a:gd name="connsiteY1" fmla="*/ 2405487 h 4140307"/>
                  <a:gd name="connsiteX2" fmla="*/ 96581 w 2209496"/>
                  <a:gd name="connsiteY2" fmla="*/ 2009247 h 4140307"/>
                  <a:gd name="connsiteX3" fmla="*/ 191831 w 2209496"/>
                  <a:gd name="connsiteY3" fmla="*/ 1403458 h 4140307"/>
                  <a:gd name="connsiteX4" fmla="*/ 410906 w 2209496"/>
                  <a:gd name="connsiteY4" fmla="*/ 1203432 h 4140307"/>
                  <a:gd name="connsiteX5" fmla="*/ 325181 w 2209496"/>
                  <a:gd name="connsiteY5" fmla="*/ 584307 h 4140307"/>
                  <a:gd name="connsiteX6" fmla="*/ 96582 w 2209496"/>
                  <a:gd name="connsiteY6" fmla="*/ 368409 h 4140307"/>
                  <a:gd name="connsiteX7" fmla="*/ 1557082 w 2209496"/>
                  <a:gd name="connsiteY7" fmla="*/ 108 h 4140307"/>
                  <a:gd name="connsiteX8" fmla="*/ 1772982 w 2209496"/>
                  <a:gd name="connsiteY8" fmla="*/ 457308 h 4140307"/>
                  <a:gd name="connsiteX9" fmla="*/ 2134931 w 2209496"/>
                  <a:gd name="connsiteY9" fmla="*/ 1212957 h 4140307"/>
                  <a:gd name="connsiteX10" fmla="*/ 2199701 w 2209496"/>
                  <a:gd name="connsiteY10" fmla="*/ 1773027 h 4140307"/>
                  <a:gd name="connsiteX11" fmla="*/ 2032062 w 2209496"/>
                  <a:gd name="connsiteY11" fmla="*/ 2367387 h 4140307"/>
                  <a:gd name="connsiteX12" fmla="*/ 1620582 w 2209496"/>
                  <a:gd name="connsiteY12" fmla="*/ 2565507 h 4140307"/>
                  <a:gd name="connsiteX13" fmla="*/ 1391982 w 2209496"/>
                  <a:gd name="connsiteY13" fmla="*/ 2794107 h 4140307"/>
                  <a:gd name="connsiteX14" fmla="*/ 1009906 w 2209496"/>
                  <a:gd name="connsiteY14" fmla="*/ 2864280 h 4140307"/>
                  <a:gd name="connsiteX15" fmla="*/ 844806 w 2209496"/>
                  <a:gd name="connsiteY15" fmla="*/ 4140307 h 4140307"/>
                  <a:gd name="connsiteX16" fmla="*/ 607165 w 2209496"/>
                  <a:gd name="connsiteY16" fmla="*/ 4051407 h 4140307"/>
                  <a:gd name="connsiteX17" fmla="*/ 759565 w 2209496"/>
                  <a:gd name="connsiteY17" fmla="*/ 2800780 h 4140307"/>
                  <a:gd name="connsiteX0" fmla="*/ 759565 w 2209496"/>
                  <a:gd name="connsiteY0" fmla="*/ 2886104 h 4225631"/>
                  <a:gd name="connsiteX1" fmla="*/ 576642 w 2209496"/>
                  <a:gd name="connsiteY1" fmla="*/ 2490811 h 4225631"/>
                  <a:gd name="connsiteX2" fmla="*/ 96581 w 2209496"/>
                  <a:gd name="connsiteY2" fmla="*/ 2094571 h 4225631"/>
                  <a:gd name="connsiteX3" fmla="*/ 191831 w 2209496"/>
                  <a:gd name="connsiteY3" fmla="*/ 1488782 h 4225631"/>
                  <a:gd name="connsiteX4" fmla="*/ 410906 w 2209496"/>
                  <a:gd name="connsiteY4" fmla="*/ 1288756 h 4225631"/>
                  <a:gd name="connsiteX5" fmla="*/ 325181 w 2209496"/>
                  <a:gd name="connsiteY5" fmla="*/ 669631 h 4225631"/>
                  <a:gd name="connsiteX6" fmla="*/ 96582 w 2209496"/>
                  <a:gd name="connsiteY6" fmla="*/ 453733 h 4225631"/>
                  <a:gd name="connsiteX7" fmla="*/ 172782 w 2209496"/>
                  <a:gd name="connsiteY7" fmla="*/ 21933 h 4225631"/>
                  <a:gd name="connsiteX8" fmla="*/ 1557082 w 2209496"/>
                  <a:gd name="connsiteY8" fmla="*/ 85432 h 4225631"/>
                  <a:gd name="connsiteX9" fmla="*/ 1772982 w 2209496"/>
                  <a:gd name="connsiteY9" fmla="*/ 542632 h 4225631"/>
                  <a:gd name="connsiteX10" fmla="*/ 2134931 w 2209496"/>
                  <a:gd name="connsiteY10" fmla="*/ 1298281 h 4225631"/>
                  <a:gd name="connsiteX11" fmla="*/ 2199701 w 2209496"/>
                  <a:gd name="connsiteY11" fmla="*/ 1858351 h 4225631"/>
                  <a:gd name="connsiteX12" fmla="*/ 2032062 w 2209496"/>
                  <a:gd name="connsiteY12" fmla="*/ 2452711 h 4225631"/>
                  <a:gd name="connsiteX13" fmla="*/ 1620582 w 2209496"/>
                  <a:gd name="connsiteY13" fmla="*/ 2650831 h 4225631"/>
                  <a:gd name="connsiteX14" fmla="*/ 1391982 w 2209496"/>
                  <a:gd name="connsiteY14" fmla="*/ 2879431 h 4225631"/>
                  <a:gd name="connsiteX15" fmla="*/ 1009906 w 2209496"/>
                  <a:gd name="connsiteY15" fmla="*/ 2949604 h 4225631"/>
                  <a:gd name="connsiteX16" fmla="*/ 844806 w 2209496"/>
                  <a:gd name="connsiteY16" fmla="*/ 4225631 h 4225631"/>
                  <a:gd name="connsiteX17" fmla="*/ 607165 w 2209496"/>
                  <a:gd name="connsiteY17" fmla="*/ 4136731 h 4225631"/>
                  <a:gd name="connsiteX18" fmla="*/ 759565 w 2209496"/>
                  <a:gd name="connsiteY18" fmla="*/ 2886104 h 4225631"/>
                  <a:gd name="connsiteX0" fmla="*/ 759565 w 2209496"/>
                  <a:gd name="connsiteY0" fmla="*/ 3207357 h 4546884"/>
                  <a:gd name="connsiteX1" fmla="*/ 576642 w 2209496"/>
                  <a:gd name="connsiteY1" fmla="*/ 2812064 h 4546884"/>
                  <a:gd name="connsiteX2" fmla="*/ 96581 w 2209496"/>
                  <a:gd name="connsiteY2" fmla="*/ 2415824 h 4546884"/>
                  <a:gd name="connsiteX3" fmla="*/ 191831 w 2209496"/>
                  <a:gd name="connsiteY3" fmla="*/ 1810035 h 4546884"/>
                  <a:gd name="connsiteX4" fmla="*/ 410906 w 2209496"/>
                  <a:gd name="connsiteY4" fmla="*/ 1610009 h 4546884"/>
                  <a:gd name="connsiteX5" fmla="*/ 325181 w 2209496"/>
                  <a:gd name="connsiteY5" fmla="*/ 990884 h 4546884"/>
                  <a:gd name="connsiteX6" fmla="*/ 96582 w 2209496"/>
                  <a:gd name="connsiteY6" fmla="*/ 774986 h 4546884"/>
                  <a:gd name="connsiteX7" fmla="*/ 172782 w 2209496"/>
                  <a:gd name="connsiteY7" fmla="*/ 343186 h 4546884"/>
                  <a:gd name="connsiteX8" fmla="*/ 1328482 w 2209496"/>
                  <a:gd name="connsiteY8" fmla="*/ 286 h 4546884"/>
                  <a:gd name="connsiteX9" fmla="*/ 1557082 w 2209496"/>
                  <a:gd name="connsiteY9" fmla="*/ 406685 h 4546884"/>
                  <a:gd name="connsiteX10" fmla="*/ 1772982 w 2209496"/>
                  <a:gd name="connsiteY10" fmla="*/ 863885 h 4546884"/>
                  <a:gd name="connsiteX11" fmla="*/ 2134931 w 2209496"/>
                  <a:gd name="connsiteY11" fmla="*/ 1619534 h 4546884"/>
                  <a:gd name="connsiteX12" fmla="*/ 2199701 w 2209496"/>
                  <a:gd name="connsiteY12" fmla="*/ 2179604 h 4546884"/>
                  <a:gd name="connsiteX13" fmla="*/ 2032062 w 2209496"/>
                  <a:gd name="connsiteY13" fmla="*/ 2773964 h 4546884"/>
                  <a:gd name="connsiteX14" fmla="*/ 1620582 w 2209496"/>
                  <a:gd name="connsiteY14" fmla="*/ 2972084 h 4546884"/>
                  <a:gd name="connsiteX15" fmla="*/ 1391982 w 2209496"/>
                  <a:gd name="connsiteY15" fmla="*/ 3200684 h 4546884"/>
                  <a:gd name="connsiteX16" fmla="*/ 1009906 w 2209496"/>
                  <a:gd name="connsiteY16" fmla="*/ 3270857 h 4546884"/>
                  <a:gd name="connsiteX17" fmla="*/ 844806 w 2209496"/>
                  <a:gd name="connsiteY17" fmla="*/ 4546884 h 4546884"/>
                  <a:gd name="connsiteX18" fmla="*/ 607165 w 2209496"/>
                  <a:gd name="connsiteY18" fmla="*/ 4457984 h 4546884"/>
                  <a:gd name="connsiteX19" fmla="*/ 759565 w 2209496"/>
                  <a:gd name="connsiteY19" fmla="*/ 3207357 h 4546884"/>
                  <a:gd name="connsiteX0" fmla="*/ 759565 w 2209496"/>
                  <a:gd name="connsiteY0" fmla="*/ 3348198 h 4687725"/>
                  <a:gd name="connsiteX1" fmla="*/ 576642 w 2209496"/>
                  <a:gd name="connsiteY1" fmla="*/ 2952905 h 4687725"/>
                  <a:gd name="connsiteX2" fmla="*/ 96581 w 2209496"/>
                  <a:gd name="connsiteY2" fmla="*/ 2556665 h 4687725"/>
                  <a:gd name="connsiteX3" fmla="*/ 191831 w 2209496"/>
                  <a:gd name="connsiteY3" fmla="*/ 1950876 h 4687725"/>
                  <a:gd name="connsiteX4" fmla="*/ 410906 w 2209496"/>
                  <a:gd name="connsiteY4" fmla="*/ 1750850 h 4687725"/>
                  <a:gd name="connsiteX5" fmla="*/ 325181 w 2209496"/>
                  <a:gd name="connsiteY5" fmla="*/ 1131725 h 4687725"/>
                  <a:gd name="connsiteX6" fmla="*/ 96582 w 2209496"/>
                  <a:gd name="connsiteY6" fmla="*/ 915827 h 4687725"/>
                  <a:gd name="connsiteX7" fmla="*/ 172782 w 2209496"/>
                  <a:gd name="connsiteY7" fmla="*/ 484027 h 4687725"/>
                  <a:gd name="connsiteX8" fmla="*/ 1099882 w 2209496"/>
                  <a:gd name="connsiteY8" fmla="*/ 14127 h 4687725"/>
                  <a:gd name="connsiteX9" fmla="*/ 1328482 w 2209496"/>
                  <a:gd name="connsiteY9" fmla="*/ 141127 h 4687725"/>
                  <a:gd name="connsiteX10" fmla="*/ 1557082 w 2209496"/>
                  <a:gd name="connsiteY10" fmla="*/ 547526 h 4687725"/>
                  <a:gd name="connsiteX11" fmla="*/ 1772982 w 2209496"/>
                  <a:gd name="connsiteY11" fmla="*/ 1004726 h 4687725"/>
                  <a:gd name="connsiteX12" fmla="*/ 2134931 w 2209496"/>
                  <a:gd name="connsiteY12" fmla="*/ 1760375 h 4687725"/>
                  <a:gd name="connsiteX13" fmla="*/ 2199701 w 2209496"/>
                  <a:gd name="connsiteY13" fmla="*/ 2320445 h 4687725"/>
                  <a:gd name="connsiteX14" fmla="*/ 2032062 w 2209496"/>
                  <a:gd name="connsiteY14" fmla="*/ 2914805 h 4687725"/>
                  <a:gd name="connsiteX15" fmla="*/ 1620582 w 2209496"/>
                  <a:gd name="connsiteY15" fmla="*/ 3112925 h 4687725"/>
                  <a:gd name="connsiteX16" fmla="*/ 1391982 w 2209496"/>
                  <a:gd name="connsiteY16" fmla="*/ 3341525 h 4687725"/>
                  <a:gd name="connsiteX17" fmla="*/ 1009906 w 2209496"/>
                  <a:gd name="connsiteY17" fmla="*/ 3411698 h 4687725"/>
                  <a:gd name="connsiteX18" fmla="*/ 844806 w 2209496"/>
                  <a:gd name="connsiteY18" fmla="*/ 4687725 h 4687725"/>
                  <a:gd name="connsiteX19" fmla="*/ 607165 w 2209496"/>
                  <a:gd name="connsiteY19" fmla="*/ 4598825 h 4687725"/>
                  <a:gd name="connsiteX20" fmla="*/ 759565 w 2209496"/>
                  <a:gd name="connsiteY20" fmla="*/ 3348198 h 4687725"/>
                  <a:gd name="connsiteX0" fmla="*/ 759565 w 2209496"/>
                  <a:gd name="connsiteY0" fmla="*/ 3420474 h 4760001"/>
                  <a:gd name="connsiteX1" fmla="*/ 576642 w 2209496"/>
                  <a:gd name="connsiteY1" fmla="*/ 3025181 h 4760001"/>
                  <a:gd name="connsiteX2" fmla="*/ 96581 w 2209496"/>
                  <a:gd name="connsiteY2" fmla="*/ 2628941 h 4760001"/>
                  <a:gd name="connsiteX3" fmla="*/ 191831 w 2209496"/>
                  <a:gd name="connsiteY3" fmla="*/ 2023152 h 4760001"/>
                  <a:gd name="connsiteX4" fmla="*/ 410906 w 2209496"/>
                  <a:gd name="connsiteY4" fmla="*/ 1823126 h 4760001"/>
                  <a:gd name="connsiteX5" fmla="*/ 325181 w 2209496"/>
                  <a:gd name="connsiteY5" fmla="*/ 1204001 h 4760001"/>
                  <a:gd name="connsiteX6" fmla="*/ 96582 w 2209496"/>
                  <a:gd name="connsiteY6" fmla="*/ 988103 h 4760001"/>
                  <a:gd name="connsiteX7" fmla="*/ 172782 w 2209496"/>
                  <a:gd name="connsiteY7" fmla="*/ 556303 h 4760001"/>
                  <a:gd name="connsiteX8" fmla="*/ 871282 w 2209496"/>
                  <a:gd name="connsiteY8" fmla="*/ 22904 h 4760001"/>
                  <a:gd name="connsiteX9" fmla="*/ 1099882 w 2209496"/>
                  <a:gd name="connsiteY9" fmla="*/ 86403 h 4760001"/>
                  <a:gd name="connsiteX10" fmla="*/ 1328482 w 2209496"/>
                  <a:gd name="connsiteY10" fmla="*/ 213403 h 4760001"/>
                  <a:gd name="connsiteX11" fmla="*/ 1557082 w 2209496"/>
                  <a:gd name="connsiteY11" fmla="*/ 619802 h 4760001"/>
                  <a:gd name="connsiteX12" fmla="*/ 1772982 w 2209496"/>
                  <a:gd name="connsiteY12" fmla="*/ 1077002 h 4760001"/>
                  <a:gd name="connsiteX13" fmla="*/ 2134931 w 2209496"/>
                  <a:gd name="connsiteY13" fmla="*/ 1832651 h 4760001"/>
                  <a:gd name="connsiteX14" fmla="*/ 2199701 w 2209496"/>
                  <a:gd name="connsiteY14" fmla="*/ 2392721 h 4760001"/>
                  <a:gd name="connsiteX15" fmla="*/ 2032062 w 2209496"/>
                  <a:gd name="connsiteY15" fmla="*/ 2987081 h 4760001"/>
                  <a:gd name="connsiteX16" fmla="*/ 1620582 w 2209496"/>
                  <a:gd name="connsiteY16" fmla="*/ 3185201 h 4760001"/>
                  <a:gd name="connsiteX17" fmla="*/ 1391982 w 2209496"/>
                  <a:gd name="connsiteY17" fmla="*/ 3413801 h 4760001"/>
                  <a:gd name="connsiteX18" fmla="*/ 1009906 w 2209496"/>
                  <a:gd name="connsiteY18" fmla="*/ 3483974 h 4760001"/>
                  <a:gd name="connsiteX19" fmla="*/ 844806 w 2209496"/>
                  <a:gd name="connsiteY19" fmla="*/ 4760001 h 4760001"/>
                  <a:gd name="connsiteX20" fmla="*/ 607165 w 2209496"/>
                  <a:gd name="connsiteY20" fmla="*/ 4671101 h 4760001"/>
                  <a:gd name="connsiteX21" fmla="*/ 759565 w 2209496"/>
                  <a:gd name="connsiteY21" fmla="*/ 3420474 h 4760001"/>
                  <a:gd name="connsiteX0" fmla="*/ 759565 w 2209496"/>
                  <a:gd name="connsiteY0" fmla="*/ 3403098 h 4742625"/>
                  <a:gd name="connsiteX1" fmla="*/ 576642 w 2209496"/>
                  <a:gd name="connsiteY1" fmla="*/ 3007805 h 4742625"/>
                  <a:gd name="connsiteX2" fmla="*/ 96581 w 2209496"/>
                  <a:gd name="connsiteY2" fmla="*/ 2611565 h 4742625"/>
                  <a:gd name="connsiteX3" fmla="*/ 191831 w 2209496"/>
                  <a:gd name="connsiteY3" fmla="*/ 2005776 h 4742625"/>
                  <a:gd name="connsiteX4" fmla="*/ 410906 w 2209496"/>
                  <a:gd name="connsiteY4" fmla="*/ 1805750 h 4742625"/>
                  <a:gd name="connsiteX5" fmla="*/ 325181 w 2209496"/>
                  <a:gd name="connsiteY5" fmla="*/ 1186625 h 4742625"/>
                  <a:gd name="connsiteX6" fmla="*/ 96582 w 2209496"/>
                  <a:gd name="connsiteY6" fmla="*/ 970727 h 4742625"/>
                  <a:gd name="connsiteX7" fmla="*/ 172782 w 2209496"/>
                  <a:gd name="connsiteY7" fmla="*/ 538927 h 4742625"/>
                  <a:gd name="connsiteX8" fmla="*/ 426782 w 2209496"/>
                  <a:gd name="connsiteY8" fmla="*/ 69028 h 4742625"/>
                  <a:gd name="connsiteX9" fmla="*/ 871282 w 2209496"/>
                  <a:gd name="connsiteY9" fmla="*/ 5528 h 4742625"/>
                  <a:gd name="connsiteX10" fmla="*/ 1099882 w 2209496"/>
                  <a:gd name="connsiteY10" fmla="*/ 69027 h 4742625"/>
                  <a:gd name="connsiteX11" fmla="*/ 1328482 w 2209496"/>
                  <a:gd name="connsiteY11" fmla="*/ 196027 h 4742625"/>
                  <a:gd name="connsiteX12" fmla="*/ 1557082 w 2209496"/>
                  <a:gd name="connsiteY12" fmla="*/ 602426 h 4742625"/>
                  <a:gd name="connsiteX13" fmla="*/ 1772982 w 2209496"/>
                  <a:gd name="connsiteY13" fmla="*/ 1059626 h 4742625"/>
                  <a:gd name="connsiteX14" fmla="*/ 2134931 w 2209496"/>
                  <a:gd name="connsiteY14" fmla="*/ 1815275 h 4742625"/>
                  <a:gd name="connsiteX15" fmla="*/ 2199701 w 2209496"/>
                  <a:gd name="connsiteY15" fmla="*/ 2375345 h 4742625"/>
                  <a:gd name="connsiteX16" fmla="*/ 2032062 w 2209496"/>
                  <a:gd name="connsiteY16" fmla="*/ 2969705 h 4742625"/>
                  <a:gd name="connsiteX17" fmla="*/ 1620582 w 2209496"/>
                  <a:gd name="connsiteY17" fmla="*/ 3167825 h 4742625"/>
                  <a:gd name="connsiteX18" fmla="*/ 1391982 w 2209496"/>
                  <a:gd name="connsiteY18" fmla="*/ 3396425 h 4742625"/>
                  <a:gd name="connsiteX19" fmla="*/ 1009906 w 2209496"/>
                  <a:gd name="connsiteY19" fmla="*/ 3466598 h 4742625"/>
                  <a:gd name="connsiteX20" fmla="*/ 844806 w 2209496"/>
                  <a:gd name="connsiteY20" fmla="*/ 4742625 h 4742625"/>
                  <a:gd name="connsiteX21" fmla="*/ 607165 w 2209496"/>
                  <a:gd name="connsiteY21" fmla="*/ 4653725 h 4742625"/>
                  <a:gd name="connsiteX22" fmla="*/ 759565 w 2209496"/>
                  <a:gd name="connsiteY22" fmla="*/ 3403098 h 4742625"/>
                  <a:gd name="connsiteX0" fmla="*/ 759565 w 2209496"/>
                  <a:gd name="connsiteY0" fmla="*/ 3403098 h 4742625"/>
                  <a:gd name="connsiteX1" fmla="*/ 576642 w 2209496"/>
                  <a:gd name="connsiteY1" fmla="*/ 3007805 h 4742625"/>
                  <a:gd name="connsiteX2" fmla="*/ 96581 w 2209496"/>
                  <a:gd name="connsiteY2" fmla="*/ 2611565 h 4742625"/>
                  <a:gd name="connsiteX3" fmla="*/ 191831 w 2209496"/>
                  <a:gd name="connsiteY3" fmla="*/ 2005776 h 4742625"/>
                  <a:gd name="connsiteX4" fmla="*/ 410906 w 2209496"/>
                  <a:gd name="connsiteY4" fmla="*/ 1805750 h 4742625"/>
                  <a:gd name="connsiteX5" fmla="*/ 325181 w 2209496"/>
                  <a:gd name="connsiteY5" fmla="*/ 1186625 h 4742625"/>
                  <a:gd name="connsiteX6" fmla="*/ 96582 w 2209496"/>
                  <a:gd name="connsiteY6" fmla="*/ 970727 h 4742625"/>
                  <a:gd name="connsiteX7" fmla="*/ 172782 w 2209496"/>
                  <a:gd name="connsiteY7" fmla="*/ 538927 h 4742625"/>
                  <a:gd name="connsiteX8" fmla="*/ 426782 w 2209496"/>
                  <a:gd name="connsiteY8" fmla="*/ 69028 h 4742625"/>
                  <a:gd name="connsiteX9" fmla="*/ 871282 w 2209496"/>
                  <a:gd name="connsiteY9" fmla="*/ 5528 h 4742625"/>
                  <a:gd name="connsiteX10" fmla="*/ 1099882 w 2209496"/>
                  <a:gd name="connsiteY10" fmla="*/ 69027 h 4742625"/>
                  <a:gd name="connsiteX11" fmla="*/ 1328482 w 2209496"/>
                  <a:gd name="connsiteY11" fmla="*/ 196027 h 4742625"/>
                  <a:gd name="connsiteX12" fmla="*/ 1557082 w 2209496"/>
                  <a:gd name="connsiteY12" fmla="*/ 602426 h 4742625"/>
                  <a:gd name="connsiteX13" fmla="*/ 1772982 w 2209496"/>
                  <a:gd name="connsiteY13" fmla="*/ 1059626 h 4742625"/>
                  <a:gd name="connsiteX14" fmla="*/ 2134931 w 2209496"/>
                  <a:gd name="connsiteY14" fmla="*/ 1815275 h 4742625"/>
                  <a:gd name="connsiteX15" fmla="*/ 2199701 w 2209496"/>
                  <a:gd name="connsiteY15" fmla="*/ 2375345 h 4742625"/>
                  <a:gd name="connsiteX16" fmla="*/ 2032062 w 2209496"/>
                  <a:gd name="connsiteY16" fmla="*/ 2969705 h 4742625"/>
                  <a:gd name="connsiteX17" fmla="*/ 1620582 w 2209496"/>
                  <a:gd name="connsiteY17" fmla="*/ 3167825 h 4742625"/>
                  <a:gd name="connsiteX18" fmla="*/ 1391982 w 2209496"/>
                  <a:gd name="connsiteY18" fmla="*/ 3396425 h 4742625"/>
                  <a:gd name="connsiteX19" fmla="*/ 1009906 w 2209496"/>
                  <a:gd name="connsiteY19" fmla="*/ 3466598 h 4742625"/>
                  <a:gd name="connsiteX20" fmla="*/ 844806 w 2209496"/>
                  <a:gd name="connsiteY20" fmla="*/ 4742625 h 4742625"/>
                  <a:gd name="connsiteX21" fmla="*/ 607165 w 2209496"/>
                  <a:gd name="connsiteY21" fmla="*/ 4653725 h 4742625"/>
                  <a:gd name="connsiteX22" fmla="*/ 759565 w 2209496"/>
                  <a:gd name="connsiteY22" fmla="*/ 3403098 h 4742625"/>
                  <a:gd name="connsiteX0" fmla="*/ 759565 w 2226999"/>
                  <a:gd name="connsiteY0" fmla="*/ 3403098 h 4742625"/>
                  <a:gd name="connsiteX1" fmla="*/ 576642 w 2226999"/>
                  <a:gd name="connsiteY1" fmla="*/ 3007805 h 4742625"/>
                  <a:gd name="connsiteX2" fmla="*/ 96581 w 2226999"/>
                  <a:gd name="connsiteY2" fmla="*/ 2611565 h 4742625"/>
                  <a:gd name="connsiteX3" fmla="*/ 191831 w 2226999"/>
                  <a:gd name="connsiteY3" fmla="*/ 2005776 h 4742625"/>
                  <a:gd name="connsiteX4" fmla="*/ 410906 w 2226999"/>
                  <a:gd name="connsiteY4" fmla="*/ 1805750 h 4742625"/>
                  <a:gd name="connsiteX5" fmla="*/ 325181 w 2226999"/>
                  <a:gd name="connsiteY5" fmla="*/ 1186625 h 4742625"/>
                  <a:gd name="connsiteX6" fmla="*/ 96582 w 2226999"/>
                  <a:gd name="connsiteY6" fmla="*/ 970727 h 4742625"/>
                  <a:gd name="connsiteX7" fmla="*/ 172782 w 2226999"/>
                  <a:gd name="connsiteY7" fmla="*/ 538927 h 4742625"/>
                  <a:gd name="connsiteX8" fmla="*/ 426782 w 2226999"/>
                  <a:gd name="connsiteY8" fmla="*/ 69028 h 4742625"/>
                  <a:gd name="connsiteX9" fmla="*/ 871282 w 2226999"/>
                  <a:gd name="connsiteY9" fmla="*/ 5528 h 4742625"/>
                  <a:gd name="connsiteX10" fmla="*/ 1099882 w 2226999"/>
                  <a:gd name="connsiteY10" fmla="*/ 69027 h 4742625"/>
                  <a:gd name="connsiteX11" fmla="*/ 1328482 w 2226999"/>
                  <a:gd name="connsiteY11" fmla="*/ 196027 h 4742625"/>
                  <a:gd name="connsiteX12" fmla="*/ 1557082 w 2226999"/>
                  <a:gd name="connsiteY12" fmla="*/ 602426 h 4742625"/>
                  <a:gd name="connsiteX13" fmla="*/ 1772982 w 2226999"/>
                  <a:gd name="connsiteY13" fmla="*/ 1059626 h 4742625"/>
                  <a:gd name="connsiteX14" fmla="*/ 2134931 w 2226999"/>
                  <a:gd name="connsiteY14" fmla="*/ 1815275 h 4742625"/>
                  <a:gd name="connsiteX15" fmla="*/ 2199701 w 2226999"/>
                  <a:gd name="connsiteY15" fmla="*/ 2375345 h 4742625"/>
                  <a:gd name="connsiteX16" fmla="*/ 2032062 w 2226999"/>
                  <a:gd name="connsiteY16" fmla="*/ 2969705 h 4742625"/>
                  <a:gd name="connsiteX17" fmla="*/ 1620582 w 2226999"/>
                  <a:gd name="connsiteY17" fmla="*/ 3167825 h 4742625"/>
                  <a:gd name="connsiteX18" fmla="*/ 1391982 w 2226999"/>
                  <a:gd name="connsiteY18" fmla="*/ 3396425 h 4742625"/>
                  <a:gd name="connsiteX19" fmla="*/ 1009906 w 2226999"/>
                  <a:gd name="connsiteY19" fmla="*/ 3466598 h 4742625"/>
                  <a:gd name="connsiteX20" fmla="*/ 844806 w 2226999"/>
                  <a:gd name="connsiteY20" fmla="*/ 4742625 h 4742625"/>
                  <a:gd name="connsiteX21" fmla="*/ 607165 w 2226999"/>
                  <a:gd name="connsiteY21" fmla="*/ 4653725 h 4742625"/>
                  <a:gd name="connsiteX22" fmla="*/ 759565 w 2226999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653725"/>
                  <a:gd name="connsiteX1" fmla="*/ 576642 w 2233404"/>
                  <a:gd name="connsiteY1" fmla="*/ 3007805 h 4653725"/>
                  <a:gd name="connsiteX2" fmla="*/ 96581 w 2233404"/>
                  <a:gd name="connsiteY2" fmla="*/ 2611565 h 4653725"/>
                  <a:gd name="connsiteX3" fmla="*/ 191831 w 2233404"/>
                  <a:gd name="connsiteY3" fmla="*/ 2005776 h 4653725"/>
                  <a:gd name="connsiteX4" fmla="*/ 410906 w 2233404"/>
                  <a:gd name="connsiteY4" fmla="*/ 1805750 h 4653725"/>
                  <a:gd name="connsiteX5" fmla="*/ 325181 w 2233404"/>
                  <a:gd name="connsiteY5" fmla="*/ 1186625 h 4653725"/>
                  <a:gd name="connsiteX6" fmla="*/ 96582 w 2233404"/>
                  <a:gd name="connsiteY6" fmla="*/ 970727 h 4653725"/>
                  <a:gd name="connsiteX7" fmla="*/ 172782 w 2233404"/>
                  <a:gd name="connsiteY7" fmla="*/ 538927 h 4653725"/>
                  <a:gd name="connsiteX8" fmla="*/ 426782 w 2233404"/>
                  <a:gd name="connsiteY8" fmla="*/ 69028 h 4653725"/>
                  <a:gd name="connsiteX9" fmla="*/ 871282 w 2233404"/>
                  <a:gd name="connsiteY9" fmla="*/ 5528 h 4653725"/>
                  <a:gd name="connsiteX10" fmla="*/ 1099882 w 2233404"/>
                  <a:gd name="connsiteY10" fmla="*/ 69027 h 4653725"/>
                  <a:gd name="connsiteX11" fmla="*/ 1328482 w 2233404"/>
                  <a:gd name="connsiteY11" fmla="*/ 196027 h 4653725"/>
                  <a:gd name="connsiteX12" fmla="*/ 1557082 w 2233404"/>
                  <a:gd name="connsiteY12" fmla="*/ 602426 h 4653725"/>
                  <a:gd name="connsiteX13" fmla="*/ 1772982 w 2233404"/>
                  <a:gd name="connsiteY13" fmla="*/ 1059626 h 4653725"/>
                  <a:gd name="connsiteX14" fmla="*/ 2134931 w 2233404"/>
                  <a:gd name="connsiteY14" fmla="*/ 1815275 h 4653725"/>
                  <a:gd name="connsiteX15" fmla="*/ 2199701 w 2233404"/>
                  <a:gd name="connsiteY15" fmla="*/ 2375345 h 4653725"/>
                  <a:gd name="connsiteX16" fmla="*/ 2032062 w 2233404"/>
                  <a:gd name="connsiteY16" fmla="*/ 2969705 h 4653725"/>
                  <a:gd name="connsiteX17" fmla="*/ 1620582 w 2233404"/>
                  <a:gd name="connsiteY17" fmla="*/ 3167825 h 4653725"/>
                  <a:gd name="connsiteX18" fmla="*/ 1391982 w 2233404"/>
                  <a:gd name="connsiteY18" fmla="*/ 3396425 h 4653725"/>
                  <a:gd name="connsiteX19" fmla="*/ 1009906 w 2233404"/>
                  <a:gd name="connsiteY19" fmla="*/ 3466598 h 4653725"/>
                  <a:gd name="connsiteX20" fmla="*/ 607165 w 2233404"/>
                  <a:gd name="connsiteY20" fmla="*/ 4653725 h 4653725"/>
                  <a:gd name="connsiteX21" fmla="*/ 759565 w 2233404"/>
                  <a:gd name="connsiteY21" fmla="*/ 3403098 h 4653725"/>
                  <a:gd name="connsiteX0" fmla="*/ 759565 w 2233404"/>
                  <a:gd name="connsiteY0" fmla="*/ 3403098 h 3466598"/>
                  <a:gd name="connsiteX1" fmla="*/ 576642 w 2233404"/>
                  <a:gd name="connsiteY1" fmla="*/ 3007805 h 3466598"/>
                  <a:gd name="connsiteX2" fmla="*/ 96581 w 2233404"/>
                  <a:gd name="connsiteY2" fmla="*/ 2611565 h 3466598"/>
                  <a:gd name="connsiteX3" fmla="*/ 191831 w 2233404"/>
                  <a:gd name="connsiteY3" fmla="*/ 2005776 h 3466598"/>
                  <a:gd name="connsiteX4" fmla="*/ 410906 w 2233404"/>
                  <a:gd name="connsiteY4" fmla="*/ 1805750 h 3466598"/>
                  <a:gd name="connsiteX5" fmla="*/ 325181 w 2233404"/>
                  <a:gd name="connsiteY5" fmla="*/ 1186625 h 3466598"/>
                  <a:gd name="connsiteX6" fmla="*/ 96582 w 2233404"/>
                  <a:gd name="connsiteY6" fmla="*/ 970727 h 3466598"/>
                  <a:gd name="connsiteX7" fmla="*/ 172782 w 2233404"/>
                  <a:gd name="connsiteY7" fmla="*/ 538927 h 3466598"/>
                  <a:gd name="connsiteX8" fmla="*/ 426782 w 2233404"/>
                  <a:gd name="connsiteY8" fmla="*/ 69028 h 3466598"/>
                  <a:gd name="connsiteX9" fmla="*/ 871282 w 2233404"/>
                  <a:gd name="connsiteY9" fmla="*/ 5528 h 3466598"/>
                  <a:gd name="connsiteX10" fmla="*/ 1099882 w 2233404"/>
                  <a:gd name="connsiteY10" fmla="*/ 69027 h 3466598"/>
                  <a:gd name="connsiteX11" fmla="*/ 1328482 w 2233404"/>
                  <a:gd name="connsiteY11" fmla="*/ 196027 h 3466598"/>
                  <a:gd name="connsiteX12" fmla="*/ 1557082 w 2233404"/>
                  <a:gd name="connsiteY12" fmla="*/ 602426 h 3466598"/>
                  <a:gd name="connsiteX13" fmla="*/ 1772982 w 2233404"/>
                  <a:gd name="connsiteY13" fmla="*/ 1059626 h 3466598"/>
                  <a:gd name="connsiteX14" fmla="*/ 2134931 w 2233404"/>
                  <a:gd name="connsiteY14" fmla="*/ 1815275 h 3466598"/>
                  <a:gd name="connsiteX15" fmla="*/ 2199701 w 2233404"/>
                  <a:gd name="connsiteY15" fmla="*/ 2375345 h 3466598"/>
                  <a:gd name="connsiteX16" fmla="*/ 2032062 w 2233404"/>
                  <a:gd name="connsiteY16" fmla="*/ 2969705 h 3466598"/>
                  <a:gd name="connsiteX17" fmla="*/ 1620582 w 2233404"/>
                  <a:gd name="connsiteY17" fmla="*/ 3167825 h 3466598"/>
                  <a:gd name="connsiteX18" fmla="*/ 1391982 w 2233404"/>
                  <a:gd name="connsiteY18" fmla="*/ 3396425 h 3466598"/>
                  <a:gd name="connsiteX19" fmla="*/ 1009906 w 2233404"/>
                  <a:gd name="connsiteY19" fmla="*/ 3466598 h 3466598"/>
                  <a:gd name="connsiteX20" fmla="*/ 759565 w 2233404"/>
                  <a:gd name="connsiteY20" fmla="*/ 3403098 h 34665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233404" h="3466598">
                    <a:moveTo>
                      <a:pt x="759565" y="3403098"/>
                    </a:moveTo>
                    <a:cubicBezTo>
                      <a:pt x="745588" y="3326898"/>
                      <a:pt x="618739" y="3294402"/>
                      <a:pt x="576642" y="3007805"/>
                    </a:cubicBezTo>
                    <a:cubicBezTo>
                      <a:pt x="589335" y="2935573"/>
                      <a:pt x="-145989" y="2617915"/>
                      <a:pt x="96581" y="2611565"/>
                    </a:cubicBezTo>
                    <a:cubicBezTo>
                      <a:pt x="59433" y="2523935"/>
                      <a:pt x="-147894" y="2138491"/>
                      <a:pt x="191831" y="2005776"/>
                    </a:cubicBezTo>
                    <a:cubicBezTo>
                      <a:pt x="247393" y="1892111"/>
                      <a:pt x="87056" y="1837500"/>
                      <a:pt x="410906" y="1805750"/>
                    </a:cubicBezTo>
                    <a:cubicBezTo>
                      <a:pt x="538964" y="1768708"/>
                      <a:pt x="37844" y="1185038"/>
                      <a:pt x="325181" y="1186625"/>
                    </a:cubicBezTo>
                    <a:cubicBezTo>
                      <a:pt x="355344" y="1055921"/>
                      <a:pt x="-108735" y="1068093"/>
                      <a:pt x="96582" y="970727"/>
                    </a:cubicBezTo>
                    <a:cubicBezTo>
                      <a:pt x="136799" y="907227"/>
                      <a:pt x="-70635" y="600310"/>
                      <a:pt x="172782" y="538927"/>
                    </a:cubicBezTo>
                    <a:cubicBezTo>
                      <a:pt x="43665" y="215077"/>
                      <a:pt x="310365" y="157928"/>
                      <a:pt x="426782" y="69028"/>
                    </a:cubicBezTo>
                    <a:cubicBezTo>
                      <a:pt x="543199" y="-19872"/>
                      <a:pt x="778149" y="35162"/>
                      <a:pt x="871282" y="5528"/>
                    </a:cubicBezTo>
                    <a:cubicBezTo>
                      <a:pt x="964415" y="-24106"/>
                      <a:pt x="1004632" y="75377"/>
                      <a:pt x="1099882" y="69027"/>
                    </a:cubicBezTo>
                    <a:cubicBezTo>
                      <a:pt x="1195132" y="62677"/>
                      <a:pt x="1224765" y="143110"/>
                      <a:pt x="1328482" y="196027"/>
                    </a:cubicBezTo>
                    <a:cubicBezTo>
                      <a:pt x="1597299" y="236244"/>
                      <a:pt x="1461832" y="519876"/>
                      <a:pt x="1557082" y="602426"/>
                    </a:cubicBezTo>
                    <a:cubicBezTo>
                      <a:pt x="1774252" y="692596"/>
                      <a:pt x="1708424" y="908708"/>
                      <a:pt x="1772982" y="1059626"/>
                    </a:cubicBezTo>
                    <a:cubicBezTo>
                      <a:pt x="1959460" y="1126724"/>
                      <a:pt x="2029945" y="1684889"/>
                      <a:pt x="2134931" y="1815275"/>
                    </a:cubicBezTo>
                    <a:cubicBezTo>
                      <a:pt x="2346597" y="1915181"/>
                      <a:pt x="2142233" y="2279778"/>
                      <a:pt x="2199701" y="2375345"/>
                    </a:cubicBezTo>
                    <a:cubicBezTo>
                      <a:pt x="2257169" y="2470912"/>
                      <a:pt x="2233992" y="2876995"/>
                      <a:pt x="2032062" y="2969705"/>
                    </a:cubicBezTo>
                    <a:cubicBezTo>
                      <a:pt x="2020632" y="3016695"/>
                      <a:pt x="1924112" y="3236405"/>
                      <a:pt x="1620582" y="3167825"/>
                    </a:cubicBezTo>
                    <a:cubicBezTo>
                      <a:pt x="1637092" y="3221165"/>
                      <a:pt x="1404861" y="3355520"/>
                      <a:pt x="1391982" y="3396425"/>
                    </a:cubicBezTo>
                    <a:cubicBezTo>
                      <a:pt x="1379103" y="3437330"/>
                      <a:pt x="1165872" y="3343831"/>
                      <a:pt x="1009906" y="3466598"/>
                    </a:cubicBezTo>
                    <a:lnTo>
                      <a:pt x="759565" y="3403098"/>
                    </a:lnTo>
                    <a:close/>
                  </a:path>
                </a:pathLst>
              </a:custGeom>
              <a:solidFill>
                <a:srgbClr val="3FB441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1" name="Rectangle 7">
                <a:extLst>
                  <a:ext uri="{FF2B5EF4-FFF2-40B4-BE49-F238E27FC236}">
                    <a16:creationId xmlns:a16="http://schemas.microsoft.com/office/drawing/2014/main" id="{F7BF4D70-E3B3-1B56-1356-0D85D71F750C}"/>
                  </a:ext>
                </a:extLst>
              </p:cNvPr>
              <p:cNvSpPr/>
              <p:nvPr/>
            </p:nvSpPr>
            <p:spPr>
              <a:xfrm rot="5130453">
                <a:off x="4109726" y="2429414"/>
                <a:ext cx="704825" cy="329939"/>
              </a:xfrm>
              <a:custGeom>
                <a:avLst/>
                <a:gdLst>
                  <a:gd name="connsiteX0" fmla="*/ 0 w 1007285"/>
                  <a:gd name="connsiteY0" fmla="*/ 0 h 94954"/>
                  <a:gd name="connsiteX1" fmla="*/ 1007285 w 1007285"/>
                  <a:gd name="connsiteY1" fmla="*/ 0 h 94954"/>
                  <a:gd name="connsiteX2" fmla="*/ 1007285 w 1007285"/>
                  <a:gd name="connsiteY2" fmla="*/ 94954 h 94954"/>
                  <a:gd name="connsiteX3" fmla="*/ 0 w 1007285"/>
                  <a:gd name="connsiteY3" fmla="*/ 94954 h 94954"/>
                  <a:gd name="connsiteX4" fmla="*/ 0 w 1007285"/>
                  <a:gd name="connsiteY4" fmla="*/ 0 h 94954"/>
                  <a:gd name="connsiteX0" fmla="*/ 2819400 w 3826685"/>
                  <a:gd name="connsiteY0" fmla="*/ 0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4" fmla="*/ 2819400 w 3826685"/>
                  <a:gd name="connsiteY4" fmla="*/ 0 h 869654"/>
                  <a:gd name="connsiteX0" fmla="*/ 0 w 3826685"/>
                  <a:gd name="connsiteY0" fmla="*/ 869654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968065 h 1033547"/>
                  <a:gd name="connsiteX1" fmla="*/ 3826685 w 3826685"/>
                  <a:gd name="connsiteY1" fmla="*/ 98411 h 1033547"/>
                  <a:gd name="connsiteX2" fmla="*/ 3826685 w 3826685"/>
                  <a:gd name="connsiteY2" fmla="*/ 193365 h 1033547"/>
                  <a:gd name="connsiteX3" fmla="*/ 0 w 3826685"/>
                  <a:gd name="connsiteY3" fmla="*/ 968065 h 1033547"/>
                  <a:gd name="connsiteX0" fmla="*/ 0 w 3826685"/>
                  <a:gd name="connsiteY0" fmla="*/ 968065 h 1013810"/>
                  <a:gd name="connsiteX1" fmla="*/ 3826685 w 3826685"/>
                  <a:gd name="connsiteY1" fmla="*/ 98411 h 1013810"/>
                  <a:gd name="connsiteX2" fmla="*/ 3826685 w 3826685"/>
                  <a:gd name="connsiteY2" fmla="*/ 193365 h 1013810"/>
                  <a:gd name="connsiteX3" fmla="*/ 0 w 3826685"/>
                  <a:gd name="connsiteY3" fmla="*/ 968065 h 1013810"/>
                  <a:gd name="connsiteX0" fmla="*/ 0 w 3826685"/>
                  <a:gd name="connsiteY0" fmla="*/ 968065 h 1012429"/>
                  <a:gd name="connsiteX1" fmla="*/ 3826685 w 3826685"/>
                  <a:gd name="connsiteY1" fmla="*/ 98411 h 1012429"/>
                  <a:gd name="connsiteX2" fmla="*/ 3826685 w 3826685"/>
                  <a:gd name="connsiteY2" fmla="*/ 193365 h 1012429"/>
                  <a:gd name="connsiteX3" fmla="*/ 0 w 3826685"/>
                  <a:gd name="connsiteY3" fmla="*/ 968065 h 101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6685" h="1012429">
                    <a:moveTo>
                      <a:pt x="0" y="968065"/>
                    </a:moveTo>
                    <a:cubicBezTo>
                      <a:pt x="1199362" y="1008380"/>
                      <a:pt x="2779723" y="-373704"/>
                      <a:pt x="3826685" y="98411"/>
                    </a:cubicBezTo>
                    <a:lnTo>
                      <a:pt x="3826685" y="193365"/>
                    </a:lnTo>
                    <a:cubicBezTo>
                      <a:pt x="2614623" y="-65927"/>
                      <a:pt x="932662" y="1268632"/>
                      <a:pt x="0" y="968065"/>
                    </a:cubicBezTo>
                    <a:close/>
                  </a:path>
                </a:pathLst>
              </a:custGeom>
              <a:solidFill>
                <a:srgbClr val="64263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" name="Rectangle 7">
                <a:extLst>
                  <a:ext uri="{FF2B5EF4-FFF2-40B4-BE49-F238E27FC236}">
                    <a16:creationId xmlns:a16="http://schemas.microsoft.com/office/drawing/2014/main" id="{462C8E4E-94FE-5971-89EE-D6734D0EFCF4}"/>
                  </a:ext>
                </a:extLst>
              </p:cNvPr>
              <p:cNvSpPr/>
              <p:nvPr/>
            </p:nvSpPr>
            <p:spPr>
              <a:xfrm rot="4411580">
                <a:off x="3803813" y="2701273"/>
                <a:ext cx="1032418" cy="483290"/>
              </a:xfrm>
              <a:custGeom>
                <a:avLst/>
                <a:gdLst>
                  <a:gd name="connsiteX0" fmla="*/ 0 w 1007285"/>
                  <a:gd name="connsiteY0" fmla="*/ 0 h 94954"/>
                  <a:gd name="connsiteX1" fmla="*/ 1007285 w 1007285"/>
                  <a:gd name="connsiteY1" fmla="*/ 0 h 94954"/>
                  <a:gd name="connsiteX2" fmla="*/ 1007285 w 1007285"/>
                  <a:gd name="connsiteY2" fmla="*/ 94954 h 94954"/>
                  <a:gd name="connsiteX3" fmla="*/ 0 w 1007285"/>
                  <a:gd name="connsiteY3" fmla="*/ 94954 h 94954"/>
                  <a:gd name="connsiteX4" fmla="*/ 0 w 1007285"/>
                  <a:gd name="connsiteY4" fmla="*/ 0 h 94954"/>
                  <a:gd name="connsiteX0" fmla="*/ 2819400 w 3826685"/>
                  <a:gd name="connsiteY0" fmla="*/ 0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4" fmla="*/ 2819400 w 3826685"/>
                  <a:gd name="connsiteY4" fmla="*/ 0 h 869654"/>
                  <a:gd name="connsiteX0" fmla="*/ 0 w 3826685"/>
                  <a:gd name="connsiteY0" fmla="*/ 869654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968065 h 1033547"/>
                  <a:gd name="connsiteX1" fmla="*/ 3826685 w 3826685"/>
                  <a:gd name="connsiteY1" fmla="*/ 98411 h 1033547"/>
                  <a:gd name="connsiteX2" fmla="*/ 3826685 w 3826685"/>
                  <a:gd name="connsiteY2" fmla="*/ 193365 h 1033547"/>
                  <a:gd name="connsiteX3" fmla="*/ 0 w 3826685"/>
                  <a:gd name="connsiteY3" fmla="*/ 968065 h 1033547"/>
                  <a:gd name="connsiteX0" fmla="*/ 0 w 3826685"/>
                  <a:gd name="connsiteY0" fmla="*/ 968065 h 1013810"/>
                  <a:gd name="connsiteX1" fmla="*/ 3826685 w 3826685"/>
                  <a:gd name="connsiteY1" fmla="*/ 98411 h 1013810"/>
                  <a:gd name="connsiteX2" fmla="*/ 3826685 w 3826685"/>
                  <a:gd name="connsiteY2" fmla="*/ 193365 h 1013810"/>
                  <a:gd name="connsiteX3" fmla="*/ 0 w 3826685"/>
                  <a:gd name="connsiteY3" fmla="*/ 968065 h 1013810"/>
                  <a:gd name="connsiteX0" fmla="*/ 0 w 3826685"/>
                  <a:gd name="connsiteY0" fmla="*/ 968065 h 1012429"/>
                  <a:gd name="connsiteX1" fmla="*/ 3826685 w 3826685"/>
                  <a:gd name="connsiteY1" fmla="*/ 98411 h 1012429"/>
                  <a:gd name="connsiteX2" fmla="*/ 3826685 w 3826685"/>
                  <a:gd name="connsiteY2" fmla="*/ 193365 h 1012429"/>
                  <a:gd name="connsiteX3" fmla="*/ 0 w 3826685"/>
                  <a:gd name="connsiteY3" fmla="*/ 968065 h 101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6685" h="1012429">
                    <a:moveTo>
                      <a:pt x="0" y="968065"/>
                    </a:moveTo>
                    <a:cubicBezTo>
                      <a:pt x="1199362" y="1008380"/>
                      <a:pt x="2779723" y="-373704"/>
                      <a:pt x="3826685" y="98411"/>
                    </a:cubicBezTo>
                    <a:lnTo>
                      <a:pt x="3826685" y="193365"/>
                    </a:lnTo>
                    <a:cubicBezTo>
                      <a:pt x="2614623" y="-65927"/>
                      <a:pt x="932662" y="1268632"/>
                      <a:pt x="0" y="968065"/>
                    </a:cubicBezTo>
                    <a:close/>
                  </a:path>
                </a:pathLst>
              </a:custGeom>
              <a:solidFill>
                <a:srgbClr val="64263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" name="Rectangle 7">
                <a:extLst>
                  <a:ext uri="{FF2B5EF4-FFF2-40B4-BE49-F238E27FC236}">
                    <a16:creationId xmlns:a16="http://schemas.microsoft.com/office/drawing/2014/main" id="{E6664CE2-A49B-6AE1-1627-847FECAB6123}"/>
                  </a:ext>
                </a:extLst>
              </p:cNvPr>
              <p:cNvSpPr/>
              <p:nvPr/>
            </p:nvSpPr>
            <p:spPr>
              <a:xfrm rot="5130453">
                <a:off x="4020432" y="1677001"/>
                <a:ext cx="963083" cy="329939"/>
              </a:xfrm>
              <a:custGeom>
                <a:avLst/>
                <a:gdLst>
                  <a:gd name="connsiteX0" fmla="*/ 0 w 1007285"/>
                  <a:gd name="connsiteY0" fmla="*/ 0 h 94954"/>
                  <a:gd name="connsiteX1" fmla="*/ 1007285 w 1007285"/>
                  <a:gd name="connsiteY1" fmla="*/ 0 h 94954"/>
                  <a:gd name="connsiteX2" fmla="*/ 1007285 w 1007285"/>
                  <a:gd name="connsiteY2" fmla="*/ 94954 h 94954"/>
                  <a:gd name="connsiteX3" fmla="*/ 0 w 1007285"/>
                  <a:gd name="connsiteY3" fmla="*/ 94954 h 94954"/>
                  <a:gd name="connsiteX4" fmla="*/ 0 w 1007285"/>
                  <a:gd name="connsiteY4" fmla="*/ 0 h 94954"/>
                  <a:gd name="connsiteX0" fmla="*/ 2819400 w 3826685"/>
                  <a:gd name="connsiteY0" fmla="*/ 0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4" fmla="*/ 2819400 w 3826685"/>
                  <a:gd name="connsiteY4" fmla="*/ 0 h 869654"/>
                  <a:gd name="connsiteX0" fmla="*/ 0 w 3826685"/>
                  <a:gd name="connsiteY0" fmla="*/ 869654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968065 h 1033547"/>
                  <a:gd name="connsiteX1" fmla="*/ 3826685 w 3826685"/>
                  <a:gd name="connsiteY1" fmla="*/ 98411 h 1033547"/>
                  <a:gd name="connsiteX2" fmla="*/ 3826685 w 3826685"/>
                  <a:gd name="connsiteY2" fmla="*/ 193365 h 1033547"/>
                  <a:gd name="connsiteX3" fmla="*/ 0 w 3826685"/>
                  <a:gd name="connsiteY3" fmla="*/ 968065 h 1033547"/>
                  <a:gd name="connsiteX0" fmla="*/ 0 w 3826685"/>
                  <a:gd name="connsiteY0" fmla="*/ 968065 h 1013810"/>
                  <a:gd name="connsiteX1" fmla="*/ 3826685 w 3826685"/>
                  <a:gd name="connsiteY1" fmla="*/ 98411 h 1013810"/>
                  <a:gd name="connsiteX2" fmla="*/ 3826685 w 3826685"/>
                  <a:gd name="connsiteY2" fmla="*/ 193365 h 1013810"/>
                  <a:gd name="connsiteX3" fmla="*/ 0 w 3826685"/>
                  <a:gd name="connsiteY3" fmla="*/ 968065 h 1013810"/>
                  <a:gd name="connsiteX0" fmla="*/ 0 w 3826685"/>
                  <a:gd name="connsiteY0" fmla="*/ 968065 h 1012429"/>
                  <a:gd name="connsiteX1" fmla="*/ 3826685 w 3826685"/>
                  <a:gd name="connsiteY1" fmla="*/ 98411 h 1012429"/>
                  <a:gd name="connsiteX2" fmla="*/ 3826685 w 3826685"/>
                  <a:gd name="connsiteY2" fmla="*/ 193365 h 1012429"/>
                  <a:gd name="connsiteX3" fmla="*/ 0 w 3826685"/>
                  <a:gd name="connsiteY3" fmla="*/ 968065 h 101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6685" h="1012429">
                    <a:moveTo>
                      <a:pt x="0" y="968065"/>
                    </a:moveTo>
                    <a:cubicBezTo>
                      <a:pt x="1199362" y="1008380"/>
                      <a:pt x="2779723" y="-373704"/>
                      <a:pt x="3826685" y="98411"/>
                    </a:cubicBezTo>
                    <a:lnTo>
                      <a:pt x="3826685" y="193365"/>
                    </a:lnTo>
                    <a:cubicBezTo>
                      <a:pt x="2614623" y="-65927"/>
                      <a:pt x="932662" y="1268632"/>
                      <a:pt x="0" y="968065"/>
                    </a:cubicBezTo>
                    <a:close/>
                  </a:path>
                </a:pathLst>
              </a:custGeom>
              <a:solidFill>
                <a:srgbClr val="64263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" name="Rectangle 7">
                <a:extLst>
                  <a:ext uri="{FF2B5EF4-FFF2-40B4-BE49-F238E27FC236}">
                    <a16:creationId xmlns:a16="http://schemas.microsoft.com/office/drawing/2014/main" id="{D9419377-5A69-84AD-50C8-AB61CEBA310D}"/>
                  </a:ext>
                </a:extLst>
              </p:cNvPr>
              <p:cNvSpPr/>
              <p:nvPr/>
            </p:nvSpPr>
            <p:spPr>
              <a:xfrm rot="17188420" flipH="1">
                <a:off x="4412435" y="2911181"/>
                <a:ext cx="1032418" cy="483290"/>
              </a:xfrm>
              <a:custGeom>
                <a:avLst/>
                <a:gdLst>
                  <a:gd name="connsiteX0" fmla="*/ 0 w 1007285"/>
                  <a:gd name="connsiteY0" fmla="*/ 0 h 94954"/>
                  <a:gd name="connsiteX1" fmla="*/ 1007285 w 1007285"/>
                  <a:gd name="connsiteY1" fmla="*/ 0 h 94954"/>
                  <a:gd name="connsiteX2" fmla="*/ 1007285 w 1007285"/>
                  <a:gd name="connsiteY2" fmla="*/ 94954 h 94954"/>
                  <a:gd name="connsiteX3" fmla="*/ 0 w 1007285"/>
                  <a:gd name="connsiteY3" fmla="*/ 94954 h 94954"/>
                  <a:gd name="connsiteX4" fmla="*/ 0 w 1007285"/>
                  <a:gd name="connsiteY4" fmla="*/ 0 h 94954"/>
                  <a:gd name="connsiteX0" fmla="*/ 2819400 w 3826685"/>
                  <a:gd name="connsiteY0" fmla="*/ 0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4" fmla="*/ 2819400 w 3826685"/>
                  <a:gd name="connsiteY4" fmla="*/ 0 h 869654"/>
                  <a:gd name="connsiteX0" fmla="*/ 0 w 3826685"/>
                  <a:gd name="connsiteY0" fmla="*/ 869654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968065 h 1033547"/>
                  <a:gd name="connsiteX1" fmla="*/ 3826685 w 3826685"/>
                  <a:gd name="connsiteY1" fmla="*/ 98411 h 1033547"/>
                  <a:gd name="connsiteX2" fmla="*/ 3826685 w 3826685"/>
                  <a:gd name="connsiteY2" fmla="*/ 193365 h 1033547"/>
                  <a:gd name="connsiteX3" fmla="*/ 0 w 3826685"/>
                  <a:gd name="connsiteY3" fmla="*/ 968065 h 1033547"/>
                  <a:gd name="connsiteX0" fmla="*/ 0 w 3826685"/>
                  <a:gd name="connsiteY0" fmla="*/ 968065 h 1013810"/>
                  <a:gd name="connsiteX1" fmla="*/ 3826685 w 3826685"/>
                  <a:gd name="connsiteY1" fmla="*/ 98411 h 1013810"/>
                  <a:gd name="connsiteX2" fmla="*/ 3826685 w 3826685"/>
                  <a:gd name="connsiteY2" fmla="*/ 193365 h 1013810"/>
                  <a:gd name="connsiteX3" fmla="*/ 0 w 3826685"/>
                  <a:gd name="connsiteY3" fmla="*/ 968065 h 1013810"/>
                  <a:gd name="connsiteX0" fmla="*/ 0 w 3826685"/>
                  <a:gd name="connsiteY0" fmla="*/ 968065 h 1012429"/>
                  <a:gd name="connsiteX1" fmla="*/ 3826685 w 3826685"/>
                  <a:gd name="connsiteY1" fmla="*/ 98411 h 1012429"/>
                  <a:gd name="connsiteX2" fmla="*/ 3826685 w 3826685"/>
                  <a:gd name="connsiteY2" fmla="*/ 193365 h 1012429"/>
                  <a:gd name="connsiteX3" fmla="*/ 0 w 3826685"/>
                  <a:gd name="connsiteY3" fmla="*/ 968065 h 101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6685" h="1012429">
                    <a:moveTo>
                      <a:pt x="0" y="968065"/>
                    </a:moveTo>
                    <a:cubicBezTo>
                      <a:pt x="1199362" y="1008380"/>
                      <a:pt x="2779723" y="-373704"/>
                      <a:pt x="3826685" y="98411"/>
                    </a:cubicBezTo>
                    <a:lnTo>
                      <a:pt x="3826685" y="193365"/>
                    </a:lnTo>
                    <a:cubicBezTo>
                      <a:pt x="2614623" y="-65927"/>
                      <a:pt x="932662" y="1268632"/>
                      <a:pt x="0" y="968065"/>
                    </a:cubicBezTo>
                    <a:close/>
                  </a:path>
                </a:pathLst>
              </a:custGeom>
              <a:solidFill>
                <a:srgbClr val="64263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Rectangle 7">
                <a:extLst>
                  <a:ext uri="{FF2B5EF4-FFF2-40B4-BE49-F238E27FC236}">
                    <a16:creationId xmlns:a16="http://schemas.microsoft.com/office/drawing/2014/main" id="{FC4F4EA0-1C5E-2CC8-CD2C-A8D64C22EC53}"/>
                  </a:ext>
                </a:extLst>
              </p:cNvPr>
              <p:cNvSpPr/>
              <p:nvPr/>
            </p:nvSpPr>
            <p:spPr>
              <a:xfrm rot="17188420" flipH="1">
                <a:off x="4450248" y="2270119"/>
                <a:ext cx="868238" cy="406435"/>
              </a:xfrm>
              <a:custGeom>
                <a:avLst/>
                <a:gdLst>
                  <a:gd name="connsiteX0" fmla="*/ 0 w 1007285"/>
                  <a:gd name="connsiteY0" fmla="*/ 0 h 94954"/>
                  <a:gd name="connsiteX1" fmla="*/ 1007285 w 1007285"/>
                  <a:gd name="connsiteY1" fmla="*/ 0 h 94954"/>
                  <a:gd name="connsiteX2" fmla="*/ 1007285 w 1007285"/>
                  <a:gd name="connsiteY2" fmla="*/ 94954 h 94954"/>
                  <a:gd name="connsiteX3" fmla="*/ 0 w 1007285"/>
                  <a:gd name="connsiteY3" fmla="*/ 94954 h 94954"/>
                  <a:gd name="connsiteX4" fmla="*/ 0 w 1007285"/>
                  <a:gd name="connsiteY4" fmla="*/ 0 h 94954"/>
                  <a:gd name="connsiteX0" fmla="*/ 2819400 w 3826685"/>
                  <a:gd name="connsiteY0" fmla="*/ 0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4" fmla="*/ 2819400 w 3826685"/>
                  <a:gd name="connsiteY4" fmla="*/ 0 h 869654"/>
                  <a:gd name="connsiteX0" fmla="*/ 0 w 3826685"/>
                  <a:gd name="connsiteY0" fmla="*/ 869654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968065 h 1033547"/>
                  <a:gd name="connsiteX1" fmla="*/ 3826685 w 3826685"/>
                  <a:gd name="connsiteY1" fmla="*/ 98411 h 1033547"/>
                  <a:gd name="connsiteX2" fmla="*/ 3826685 w 3826685"/>
                  <a:gd name="connsiteY2" fmla="*/ 193365 h 1033547"/>
                  <a:gd name="connsiteX3" fmla="*/ 0 w 3826685"/>
                  <a:gd name="connsiteY3" fmla="*/ 968065 h 1033547"/>
                  <a:gd name="connsiteX0" fmla="*/ 0 w 3826685"/>
                  <a:gd name="connsiteY0" fmla="*/ 968065 h 1013810"/>
                  <a:gd name="connsiteX1" fmla="*/ 3826685 w 3826685"/>
                  <a:gd name="connsiteY1" fmla="*/ 98411 h 1013810"/>
                  <a:gd name="connsiteX2" fmla="*/ 3826685 w 3826685"/>
                  <a:gd name="connsiteY2" fmla="*/ 193365 h 1013810"/>
                  <a:gd name="connsiteX3" fmla="*/ 0 w 3826685"/>
                  <a:gd name="connsiteY3" fmla="*/ 968065 h 1013810"/>
                  <a:gd name="connsiteX0" fmla="*/ 0 w 3826685"/>
                  <a:gd name="connsiteY0" fmla="*/ 968065 h 1012429"/>
                  <a:gd name="connsiteX1" fmla="*/ 3826685 w 3826685"/>
                  <a:gd name="connsiteY1" fmla="*/ 98411 h 1012429"/>
                  <a:gd name="connsiteX2" fmla="*/ 3826685 w 3826685"/>
                  <a:gd name="connsiteY2" fmla="*/ 193365 h 1012429"/>
                  <a:gd name="connsiteX3" fmla="*/ 0 w 3826685"/>
                  <a:gd name="connsiteY3" fmla="*/ 968065 h 101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6685" h="1012429">
                    <a:moveTo>
                      <a:pt x="0" y="968065"/>
                    </a:moveTo>
                    <a:cubicBezTo>
                      <a:pt x="1199362" y="1008380"/>
                      <a:pt x="2779723" y="-373704"/>
                      <a:pt x="3826685" y="98411"/>
                    </a:cubicBezTo>
                    <a:lnTo>
                      <a:pt x="3826685" y="193365"/>
                    </a:lnTo>
                    <a:cubicBezTo>
                      <a:pt x="2614623" y="-65927"/>
                      <a:pt x="932662" y="1268632"/>
                      <a:pt x="0" y="968065"/>
                    </a:cubicBezTo>
                    <a:close/>
                  </a:path>
                </a:pathLst>
              </a:custGeom>
              <a:solidFill>
                <a:srgbClr val="64263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Rectangle 7">
                <a:extLst>
                  <a:ext uri="{FF2B5EF4-FFF2-40B4-BE49-F238E27FC236}">
                    <a16:creationId xmlns:a16="http://schemas.microsoft.com/office/drawing/2014/main" id="{C44A89F2-6EB0-08E5-AEA7-04F08F9E7E13}"/>
                  </a:ext>
                </a:extLst>
              </p:cNvPr>
              <p:cNvSpPr/>
              <p:nvPr/>
            </p:nvSpPr>
            <p:spPr>
              <a:xfrm rot="16546531" flipH="1">
                <a:off x="4454596" y="1250533"/>
                <a:ext cx="1032418" cy="483290"/>
              </a:xfrm>
              <a:custGeom>
                <a:avLst/>
                <a:gdLst>
                  <a:gd name="connsiteX0" fmla="*/ 0 w 1007285"/>
                  <a:gd name="connsiteY0" fmla="*/ 0 h 94954"/>
                  <a:gd name="connsiteX1" fmla="*/ 1007285 w 1007285"/>
                  <a:gd name="connsiteY1" fmla="*/ 0 h 94954"/>
                  <a:gd name="connsiteX2" fmla="*/ 1007285 w 1007285"/>
                  <a:gd name="connsiteY2" fmla="*/ 94954 h 94954"/>
                  <a:gd name="connsiteX3" fmla="*/ 0 w 1007285"/>
                  <a:gd name="connsiteY3" fmla="*/ 94954 h 94954"/>
                  <a:gd name="connsiteX4" fmla="*/ 0 w 1007285"/>
                  <a:gd name="connsiteY4" fmla="*/ 0 h 94954"/>
                  <a:gd name="connsiteX0" fmla="*/ 2819400 w 3826685"/>
                  <a:gd name="connsiteY0" fmla="*/ 0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4" fmla="*/ 2819400 w 3826685"/>
                  <a:gd name="connsiteY4" fmla="*/ 0 h 869654"/>
                  <a:gd name="connsiteX0" fmla="*/ 0 w 3826685"/>
                  <a:gd name="connsiteY0" fmla="*/ 869654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968065 h 1033547"/>
                  <a:gd name="connsiteX1" fmla="*/ 3826685 w 3826685"/>
                  <a:gd name="connsiteY1" fmla="*/ 98411 h 1033547"/>
                  <a:gd name="connsiteX2" fmla="*/ 3826685 w 3826685"/>
                  <a:gd name="connsiteY2" fmla="*/ 193365 h 1033547"/>
                  <a:gd name="connsiteX3" fmla="*/ 0 w 3826685"/>
                  <a:gd name="connsiteY3" fmla="*/ 968065 h 1033547"/>
                  <a:gd name="connsiteX0" fmla="*/ 0 w 3826685"/>
                  <a:gd name="connsiteY0" fmla="*/ 968065 h 1013810"/>
                  <a:gd name="connsiteX1" fmla="*/ 3826685 w 3826685"/>
                  <a:gd name="connsiteY1" fmla="*/ 98411 h 1013810"/>
                  <a:gd name="connsiteX2" fmla="*/ 3826685 w 3826685"/>
                  <a:gd name="connsiteY2" fmla="*/ 193365 h 1013810"/>
                  <a:gd name="connsiteX3" fmla="*/ 0 w 3826685"/>
                  <a:gd name="connsiteY3" fmla="*/ 968065 h 1013810"/>
                  <a:gd name="connsiteX0" fmla="*/ 0 w 3826685"/>
                  <a:gd name="connsiteY0" fmla="*/ 968065 h 1012429"/>
                  <a:gd name="connsiteX1" fmla="*/ 3826685 w 3826685"/>
                  <a:gd name="connsiteY1" fmla="*/ 98411 h 1012429"/>
                  <a:gd name="connsiteX2" fmla="*/ 3826685 w 3826685"/>
                  <a:gd name="connsiteY2" fmla="*/ 193365 h 1012429"/>
                  <a:gd name="connsiteX3" fmla="*/ 0 w 3826685"/>
                  <a:gd name="connsiteY3" fmla="*/ 968065 h 101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6685" h="1012429">
                    <a:moveTo>
                      <a:pt x="0" y="968065"/>
                    </a:moveTo>
                    <a:cubicBezTo>
                      <a:pt x="1199362" y="1008380"/>
                      <a:pt x="2779723" y="-373704"/>
                      <a:pt x="3826685" y="98411"/>
                    </a:cubicBezTo>
                    <a:lnTo>
                      <a:pt x="3826685" y="193365"/>
                    </a:lnTo>
                    <a:cubicBezTo>
                      <a:pt x="2614623" y="-65927"/>
                      <a:pt x="932662" y="1268632"/>
                      <a:pt x="0" y="968065"/>
                    </a:cubicBezTo>
                    <a:close/>
                  </a:path>
                </a:pathLst>
              </a:custGeom>
              <a:solidFill>
                <a:srgbClr val="64263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7" name="Rectangle 59">
                <a:extLst>
                  <a:ext uri="{FF2B5EF4-FFF2-40B4-BE49-F238E27FC236}">
                    <a16:creationId xmlns:a16="http://schemas.microsoft.com/office/drawing/2014/main" id="{2A135D4B-AAD4-4443-098E-9C286913D6A8}"/>
                  </a:ext>
                </a:extLst>
              </p:cNvPr>
              <p:cNvSpPr/>
              <p:nvPr/>
            </p:nvSpPr>
            <p:spPr>
              <a:xfrm rot="316924">
                <a:off x="4446016" y="969466"/>
                <a:ext cx="286726" cy="4005924"/>
              </a:xfrm>
              <a:custGeom>
                <a:avLst/>
                <a:gdLst>
                  <a:gd name="connsiteX0" fmla="*/ 0 w 196226"/>
                  <a:gd name="connsiteY0" fmla="*/ 0 h 3725706"/>
                  <a:gd name="connsiteX1" fmla="*/ 196226 w 196226"/>
                  <a:gd name="connsiteY1" fmla="*/ 0 h 3725706"/>
                  <a:gd name="connsiteX2" fmla="*/ 196226 w 196226"/>
                  <a:gd name="connsiteY2" fmla="*/ 3725706 h 3725706"/>
                  <a:gd name="connsiteX3" fmla="*/ 0 w 196226"/>
                  <a:gd name="connsiteY3" fmla="*/ 3725706 h 3725706"/>
                  <a:gd name="connsiteX4" fmla="*/ 0 w 196226"/>
                  <a:gd name="connsiteY4" fmla="*/ 0 h 3725706"/>
                  <a:gd name="connsiteX0" fmla="*/ 0 w 196226"/>
                  <a:gd name="connsiteY0" fmla="*/ 3725706 h 3725706"/>
                  <a:gd name="connsiteX1" fmla="*/ 196226 w 196226"/>
                  <a:gd name="connsiteY1" fmla="*/ 0 h 3725706"/>
                  <a:gd name="connsiteX2" fmla="*/ 196226 w 196226"/>
                  <a:gd name="connsiteY2" fmla="*/ 3725706 h 3725706"/>
                  <a:gd name="connsiteX3" fmla="*/ 0 w 196226"/>
                  <a:gd name="connsiteY3" fmla="*/ 3725706 h 3725706"/>
                  <a:gd name="connsiteX0" fmla="*/ 0 w 196226"/>
                  <a:gd name="connsiteY0" fmla="*/ 3741025 h 3741025"/>
                  <a:gd name="connsiteX1" fmla="*/ 177626 w 196226"/>
                  <a:gd name="connsiteY1" fmla="*/ 0 h 3741025"/>
                  <a:gd name="connsiteX2" fmla="*/ 196226 w 196226"/>
                  <a:gd name="connsiteY2" fmla="*/ 3741025 h 3741025"/>
                  <a:gd name="connsiteX3" fmla="*/ 0 w 196226"/>
                  <a:gd name="connsiteY3" fmla="*/ 3741025 h 3741025"/>
                  <a:gd name="connsiteX0" fmla="*/ 0 w 196226"/>
                  <a:gd name="connsiteY0" fmla="*/ 3760392 h 3760392"/>
                  <a:gd name="connsiteX1" fmla="*/ 165482 w 196226"/>
                  <a:gd name="connsiteY1" fmla="*/ 0 h 3760392"/>
                  <a:gd name="connsiteX2" fmla="*/ 196226 w 196226"/>
                  <a:gd name="connsiteY2" fmla="*/ 3760392 h 3760392"/>
                  <a:gd name="connsiteX3" fmla="*/ 0 w 196226"/>
                  <a:gd name="connsiteY3" fmla="*/ 3760392 h 3760392"/>
                  <a:gd name="connsiteX0" fmla="*/ 0 w 196226"/>
                  <a:gd name="connsiteY0" fmla="*/ 3760392 h 3760392"/>
                  <a:gd name="connsiteX1" fmla="*/ 165482 w 196226"/>
                  <a:gd name="connsiteY1" fmla="*/ 0 h 3760392"/>
                  <a:gd name="connsiteX2" fmla="*/ 196226 w 196226"/>
                  <a:gd name="connsiteY2" fmla="*/ 3760392 h 3760392"/>
                  <a:gd name="connsiteX3" fmla="*/ 0 w 196226"/>
                  <a:gd name="connsiteY3" fmla="*/ 3760392 h 3760392"/>
                  <a:gd name="connsiteX0" fmla="*/ 0 w 203788"/>
                  <a:gd name="connsiteY0" fmla="*/ 3760392 h 3760392"/>
                  <a:gd name="connsiteX1" fmla="*/ 165482 w 203788"/>
                  <a:gd name="connsiteY1" fmla="*/ 0 h 3760392"/>
                  <a:gd name="connsiteX2" fmla="*/ 196226 w 203788"/>
                  <a:gd name="connsiteY2" fmla="*/ 3760392 h 3760392"/>
                  <a:gd name="connsiteX3" fmla="*/ 0 w 203788"/>
                  <a:gd name="connsiteY3" fmla="*/ 3760392 h 3760392"/>
                  <a:gd name="connsiteX0" fmla="*/ 0 w 232892"/>
                  <a:gd name="connsiteY0" fmla="*/ 3742664 h 3760392"/>
                  <a:gd name="connsiteX1" fmla="*/ 194586 w 232892"/>
                  <a:gd name="connsiteY1" fmla="*/ 0 h 3760392"/>
                  <a:gd name="connsiteX2" fmla="*/ 225330 w 232892"/>
                  <a:gd name="connsiteY2" fmla="*/ 3760392 h 3760392"/>
                  <a:gd name="connsiteX3" fmla="*/ 0 w 232892"/>
                  <a:gd name="connsiteY3" fmla="*/ 3742664 h 3760392"/>
                  <a:gd name="connsiteX0" fmla="*/ 0 w 232030"/>
                  <a:gd name="connsiteY0" fmla="*/ 3742664 h 3914670"/>
                  <a:gd name="connsiteX1" fmla="*/ 194586 w 232030"/>
                  <a:gd name="connsiteY1" fmla="*/ 0 h 3914670"/>
                  <a:gd name="connsiteX2" fmla="*/ 223135 w 232030"/>
                  <a:gd name="connsiteY2" fmla="*/ 3914670 h 3914670"/>
                  <a:gd name="connsiteX3" fmla="*/ 0 w 232030"/>
                  <a:gd name="connsiteY3" fmla="*/ 3742664 h 3914670"/>
                  <a:gd name="connsiteX0" fmla="*/ 0 w 247137"/>
                  <a:gd name="connsiteY0" fmla="*/ 3905038 h 3914670"/>
                  <a:gd name="connsiteX1" fmla="*/ 209693 w 247137"/>
                  <a:gd name="connsiteY1" fmla="*/ 0 h 3914670"/>
                  <a:gd name="connsiteX2" fmla="*/ 238242 w 247137"/>
                  <a:gd name="connsiteY2" fmla="*/ 3914670 h 3914670"/>
                  <a:gd name="connsiteX3" fmla="*/ 0 w 247137"/>
                  <a:gd name="connsiteY3" fmla="*/ 3905038 h 3914670"/>
                  <a:gd name="connsiteX0" fmla="*/ 0 w 250938"/>
                  <a:gd name="connsiteY0" fmla="*/ 3905038 h 3972005"/>
                  <a:gd name="connsiteX1" fmla="*/ 209693 w 250938"/>
                  <a:gd name="connsiteY1" fmla="*/ 0 h 3972005"/>
                  <a:gd name="connsiteX2" fmla="*/ 247212 w 250938"/>
                  <a:gd name="connsiteY2" fmla="*/ 3972005 h 3972005"/>
                  <a:gd name="connsiteX3" fmla="*/ 0 w 250938"/>
                  <a:gd name="connsiteY3" fmla="*/ 3905038 h 3972005"/>
                  <a:gd name="connsiteX0" fmla="*/ 0 w 264616"/>
                  <a:gd name="connsiteY0" fmla="*/ 3940598 h 3972005"/>
                  <a:gd name="connsiteX1" fmla="*/ 223371 w 264616"/>
                  <a:gd name="connsiteY1" fmla="*/ 0 h 3972005"/>
                  <a:gd name="connsiteX2" fmla="*/ 260890 w 264616"/>
                  <a:gd name="connsiteY2" fmla="*/ 3972005 h 3972005"/>
                  <a:gd name="connsiteX3" fmla="*/ 0 w 264616"/>
                  <a:gd name="connsiteY3" fmla="*/ 3940598 h 3972005"/>
                  <a:gd name="connsiteX0" fmla="*/ 0 w 262936"/>
                  <a:gd name="connsiteY0" fmla="*/ 3974517 h 4005924"/>
                  <a:gd name="connsiteX1" fmla="*/ 220090 w 262936"/>
                  <a:gd name="connsiteY1" fmla="*/ 0 h 4005924"/>
                  <a:gd name="connsiteX2" fmla="*/ 260890 w 262936"/>
                  <a:gd name="connsiteY2" fmla="*/ 4005924 h 4005924"/>
                  <a:gd name="connsiteX3" fmla="*/ 0 w 262936"/>
                  <a:gd name="connsiteY3" fmla="*/ 3974517 h 4005924"/>
                  <a:gd name="connsiteX0" fmla="*/ 0 w 286726"/>
                  <a:gd name="connsiteY0" fmla="*/ 3974517 h 4005924"/>
                  <a:gd name="connsiteX1" fmla="*/ 220090 w 286726"/>
                  <a:gd name="connsiteY1" fmla="*/ 0 h 4005924"/>
                  <a:gd name="connsiteX2" fmla="*/ 260890 w 286726"/>
                  <a:gd name="connsiteY2" fmla="*/ 4005924 h 4005924"/>
                  <a:gd name="connsiteX3" fmla="*/ 0 w 286726"/>
                  <a:gd name="connsiteY3" fmla="*/ 3974517 h 4005924"/>
                  <a:gd name="connsiteX0" fmla="*/ 0 w 286726"/>
                  <a:gd name="connsiteY0" fmla="*/ 3974517 h 4065957"/>
                  <a:gd name="connsiteX1" fmla="*/ 220090 w 286726"/>
                  <a:gd name="connsiteY1" fmla="*/ 0 h 4065957"/>
                  <a:gd name="connsiteX2" fmla="*/ 260890 w 286726"/>
                  <a:gd name="connsiteY2" fmla="*/ 4005924 h 4065957"/>
                  <a:gd name="connsiteX3" fmla="*/ 91440 w 286726"/>
                  <a:gd name="connsiteY3" fmla="*/ 4065957 h 4065957"/>
                  <a:gd name="connsiteX0" fmla="*/ 0 w 286726"/>
                  <a:gd name="connsiteY0" fmla="*/ 3974517 h 4005924"/>
                  <a:gd name="connsiteX1" fmla="*/ 220090 w 286726"/>
                  <a:gd name="connsiteY1" fmla="*/ 0 h 4005924"/>
                  <a:gd name="connsiteX2" fmla="*/ 260890 w 286726"/>
                  <a:gd name="connsiteY2" fmla="*/ 4005924 h 4005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86726" h="4005924">
                    <a:moveTo>
                      <a:pt x="0" y="3974517"/>
                    </a:moveTo>
                    <a:cubicBezTo>
                      <a:pt x="55161" y="2721053"/>
                      <a:pt x="8137" y="1189886"/>
                      <a:pt x="220090" y="0"/>
                    </a:cubicBezTo>
                    <a:cubicBezTo>
                      <a:pt x="290188" y="1305877"/>
                      <a:pt x="306997" y="2627180"/>
                      <a:pt x="260890" y="4005924"/>
                    </a:cubicBezTo>
                  </a:path>
                </a:pathLst>
              </a:custGeom>
              <a:solidFill>
                <a:srgbClr val="64263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C70E4CAE-08F6-8331-4527-0F5BEFDF3EF0}"/>
                </a:ext>
              </a:extLst>
            </p:cNvPr>
            <p:cNvGrpSpPr/>
            <p:nvPr/>
          </p:nvGrpSpPr>
          <p:grpSpPr>
            <a:xfrm rot="21294633">
              <a:off x="3544846" y="407891"/>
              <a:ext cx="2233404" cy="4752318"/>
              <a:chOff x="3675319" y="223072"/>
              <a:chExt cx="2233404" cy="4752318"/>
            </a:xfrm>
          </p:grpSpPr>
          <p:sp>
            <p:nvSpPr>
              <p:cNvPr id="81" name="Rectangle 2">
                <a:extLst>
                  <a:ext uri="{FF2B5EF4-FFF2-40B4-BE49-F238E27FC236}">
                    <a16:creationId xmlns:a16="http://schemas.microsoft.com/office/drawing/2014/main" id="{071C2199-0C84-D4A6-2C0B-718727142E81}"/>
                  </a:ext>
                </a:extLst>
              </p:cNvPr>
              <p:cNvSpPr/>
              <p:nvPr/>
            </p:nvSpPr>
            <p:spPr>
              <a:xfrm>
                <a:off x="3675319" y="223072"/>
                <a:ext cx="2233404" cy="3466598"/>
              </a:xfrm>
              <a:custGeom>
                <a:avLst/>
                <a:gdLst>
                  <a:gd name="connsiteX0" fmla="*/ 0 w 542441"/>
                  <a:gd name="connsiteY0" fmla="*/ 0 h 895027"/>
                  <a:gd name="connsiteX1" fmla="*/ 542441 w 542441"/>
                  <a:gd name="connsiteY1" fmla="*/ 0 h 895027"/>
                  <a:gd name="connsiteX2" fmla="*/ 542441 w 542441"/>
                  <a:gd name="connsiteY2" fmla="*/ 895027 h 895027"/>
                  <a:gd name="connsiteX3" fmla="*/ 0 w 542441"/>
                  <a:gd name="connsiteY3" fmla="*/ 895027 h 895027"/>
                  <a:gd name="connsiteX4" fmla="*/ 0 w 542441"/>
                  <a:gd name="connsiteY4" fmla="*/ 0 h 895027"/>
                  <a:gd name="connsiteX0" fmla="*/ 0 w 834541"/>
                  <a:gd name="connsiteY0" fmla="*/ 635000 h 895027"/>
                  <a:gd name="connsiteX1" fmla="*/ 834541 w 834541"/>
                  <a:gd name="connsiteY1" fmla="*/ 0 h 895027"/>
                  <a:gd name="connsiteX2" fmla="*/ 834541 w 834541"/>
                  <a:gd name="connsiteY2" fmla="*/ 895027 h 895027"/>
                  <a:gd name="connsiteX3" fmla="*/ 292100 w 834541"/>
                  <a:gd name="connsiteY3" fmla="*/ 895027 h 895027"/>
                  <a:gd name="connsiteX4" fmla="*/ 0 w 834541"/>
                  <a:gd name="connsiteY4" fmla="*/ 635000 h 895027"/>
                  <a:gd name="connsiteX0" fmla="*/ 152400 w 986941"/>
                  <a:gd name="connsiteY0" fmla="*/ 635000 h 1885627"/>
                  <a:gd name="connsiteX1" fmla="*/ 986941 w 986941"/>
                  <a:gd name="connsiteY1" fmla="*/ 0 h 1885627"/>
                  <a:gd name="connsiteX2" fmla="*/ 986941 w 986941"/>
                  <a:gd name="connsiteY2" fmla="*/ 895027 h 1885627"/>
                  <a:gd name="connsiteX3" fmla="*/ 0 w 986941"/>
                  <a:gd name="connsiteY3" fmla="*/ 1885627 h 1885627"/>
                  <a:gd name="connsiteX4" fmla="*/ 152400 w 986941"/>
                  <a:gd name="connsiteY4" fmla="*/ 635000 h 1885627"/>
                  <a:gd name="connsiteX0" fmla="*/ 152400 w 986941"/>
                  <a:gd name="connsiteY0" fmla="*/ 635000 h 1974527"/>
                  <a:gd name="connsiteX1" fmla="*/ 986941 w 986941"/>
                  <a:gd name="connsiteY1" fmla="*/ 0 h 1974527"/>
                  <a:gd name="connsiteX2" fmla="*/ 237641 w 986941"/>
                  <a:gd name="connsiteY2" fmla="*/ 1974527 h 1974527"/>
                  <a:gd name="connsiteX3" fmla="*/ 0 w 986941"/>
                  <a:gd name="connsiteY3" fmla="*/ 1885627 h 1974527"/>
                  <a:gd name="connsiteX4" fmla="*/ 152400 w 986941"/>
                  <a:gd name="connsiteY4" fmla="*/ 635000 h 1974527"/>
                  <a:gd name="connsiteX0" fmla="*/ 152400 w 402741"/>
                  <a:gd name="connsiteY0" fmla="*/ 0 h 1339527"/>
                  <a:gd name="connsiteX1" fmla="*/ 402741 w 402741"/>
                  <a:gd name="connsiteY1" fmla="*/ 63500 h 1339527"/>
                  <a:gd name="connsiteX2" fmla="*/ 237641 w 402741"/>
                  <a:gd name="connsiteY2" fmla="*/ 1339527 h 1339527"/>
                  <a:gd name="connsiteX3" fmla="*/ 0 w 402741"/>
                  <a:gd name="connsiteY3" fmla="*/ 1250627 h 1339527"/>
                  <a:gd name="connsiteX4" fmla="*/ 152400 w 402741"/>
                  <a:gd name="connsiteY4" fmla="*/ 0 h 1339527"/>
                  <a:gd name="connsiteX0" fmla="*/ 152400 w 402741"/>
                  <a:gd name="connsiteY0" fmla="*/ 131276 h 1470803"/>
                  <a:gd name="connsiteX1" fmla="*/ 402741 w 402741"/>
                  <a:gd name="connsiteY1" fmla="*/ 194776 h 1470803"/>
                  <a:gd name="connsiteX2" fmla="*/ 237641 w 402741"/>
                  <a:gd name="connsiteY2" fmla="*/ 1470803 h 1470803"/>
                  <a:gd name="connsiteX3" fmla="*/ 0 w 402741"/>
                  <a:gd name="connsiteY3" fmla="*/ 1381903 h 1470803"/>
                  <a:gd name="connsiteX4" fmla="*/ 152400 w 402741"/>
                  <a:gd name="connsiteY4" fmla="*/ 131276 h 1470803"/>
                  <a:gd name="connsiteX0" fmla="*/ 187527 w 437868"/>
                  <a:gd name="connsiteY0" fmla="*/ 395743 h 1735270"/>
                  <a:gd name="connsiteX1" fmla="*/ 4604 w 437868"/>
                  <a:gd name="connsiteY1" fmla="*/ 450 h 1735270"/>
                  <a:gd name="connsiteX2" fmla="*/ 437868 w 437868"/>
                  <a:gd name="connsiteY2" fmla="*/ 459243 h 1735270"/>
                  <a:gd name="connsiteX3" fmla="*/ 272768 w 437868"/>
                  <a:gd name="connsiteY3" fmla="*/ 1735270 h 1735270"/>
                  <a:gd name="connsiteX4" fmla="*/ 35127 w 437868"/>
                  <a:gd name="connsiteY4" fmla="*/ 1646370 h 1735270"/>
                  <a:gd name="connsiteX5" fmla="*/ 187527 w 437868"/>
                  <a:gd name="connsiteY5" fmla="*/ 395743 h 1735270"/>
                  <a:gd name="connsiteX0" fmla="*/ 187527 w 827895"/>
                  <a:gd name="connsiteY0" fmla="*/ 397043 h 1736570"/>
                  <a:gd name="connsiteX1" fmla="*/ 4604 w 827895"/>
                  <a:gd name="connsiteY1" fmla="*/ 1750 h 1736570"/>
                  <a:gd name="connsiteX2" fmla="*/ 819944 w 827895"/>
                  <a:gd name="connsiteY2" fmla="*/ 390370 h 1736570"/>
                  <a:gd name="connsiteX3" fmla="*/ 437868 w 827895"/>
                  <a:gd name="connsiteY3" fmla="*/ 460543 h 1736570"/>
                  <a:gd name="connsiteX4" fmla="*/ 272768 w 827895"/>
                  <a:gd name="connsiteY4" fmla="*/ 1736570 h 1736570"/>
                  <a:gd name="connsiteX5" fmla="*/ 35127 w 827895"/>
                  <a:gd name="connsiteY5" fmla="*/ 1647670 h 1736570"/>
                  <a:gd name="connsiteX6" fmla="*/ 187527 w 827895"/>
                  <a:gd name="connsiteY6" fmla="*/ 397043 h 1736570"/>
                  <a:gd name="connsiteX0" fmla="*/ 187527 w 1079717"/>
                  <a:gd name="connsiteY0" fmla="*/ 399939 h 1739466"/>
                  <a:gd name="connsiteX1" fmla="*/ 4604 w 1079717"/>
                  <a:gd name="connsiteY1" fmla="*/ 4646 h 1739466"/>
                  <a:gd name="connsiteX2" fmla="*/ 1048544 w 1079717"/>
                  <a:gd name="connsiteY2" fmla="*/ 164666 h 1739466"/>
                  <a:gd name="connsiteX3" fmla="*/ 819944 w 1079717"/>
                  <a:gd name="connsiteY3" fmla="*/ 393266 h 1739466"/>
                  <a:gd name="connsiteX4" fmla="*/ 437868 w 1079717"/>
                  <a:gd name="connsiteY4" fmla="*/ 463439 h 1739466"/>
                  <a:gd name="connsiteX5" fmla="*/ 272768 w 1079717"/>
                  <a:gd name="connsiteY5" fmla="*/ 1739466 h 1739466"/>
                  <a:gd name="connsiteX6" fmla="*/ 35127 w 1079717"/>
                  <a:gd name="connsiteY6" fmla="*/ 1650566 h 1739466"/>
                  <a:gd name="connsiteX7" fmla="*/ 187527 w 1079717"/>
                  <a:gd name="connsiteY7" fmla="*/ 399939 h 1739466"/>
                  <a:gd name="connsiteX0" fmla="*/ 187527 w 1491624"/>
                  <a:gd name="connsiteY0" fmla="*/ 447497 h 1787024"/>
                  <a:gd name="connsiteX1" fmla="*/ 4604 w 1491624"/>
                  <a:gd name="connsiteY1" fmla="*/ 52204 h 1787024"/>
                  <a:gd name="connsiteX2" fmla="*/ 1460024 w 1491624"/>
                  <a:gd name="connsiteY2" fmla="*/ 14104 h 1787024"/>
                  <a:gd name="connsiteX3" fmla="*/ 1048544 w 1491624"/>
                  <a:gd name="connsiteY3" fmla="*/ 212224 h 1787024"/>
                  <a:gd name="connsiteX4" fmla="*/ 819944 w 1491624"/>
                  <a:gd name="connsiteY4" fmla="*/ 440824 h 1787024"/>
                  <a:gd name="connsiteX5" fmla="*/ 437868 w 1491624"/>
                  <a:gd name="connsiteY5" fmla="*/ 510997 h 1787024"/>
                  <a:gd name="connsiteX6" fmla="*/ 272768 w 1491624"/>
                  <a:gd name="connsiteY6" fmla="*/ 1787024 h 1787024"/>
                  <a:gd name="connsiteX7" fmla="*/ 35127 w 1491624"/>
                  <a:gd name="connsiteY7" fmla="*/ 1698124 h 1787024"/>
                  <a:gd name="connsiteX8" fmla="*/ 187527 w 1491624"/>
                  <a:gd name="connsiteY8" fmla="*/ 447497 h 1787024"/>
                  <a:gd name="connsiteX0" fmla="*/ 712105 w 2004462"/>
                  <a:gd name="connsiteY0" fmla="*/ 791623 h 2131150"/>
                  <a:gd name="connsiteX1" fmla="*/ 529182 w 2004462"/>
                  <a:gd name="connsiteY1" fmla="*/ 396330 h 2131150"/>
                  <a:gd name="connsiteX2" fmla="*/ 49121 w 2004462"/>
                  <a:gd name="connsiteY2" fmla="*/ 90 h 2131150"/>
                  <a:gd name="connsiteX3" fmla="*/ 1984602 w 2004462"/>
                  <a:gd name="connsiteY3" fmla="*/ 358230 h 2131150"/>
                  <a:gd name="connsiteX4" fmla="*/ 1573122 w 2004462"/>
                  <a:gd name="connsiteY4" fmla="*/ 556350 h 2131150"/>
                  <a:gd name="connsiteX5" fmla="*/ 1344522 w 2004462"/>
                  <a:gd name="connsiteY5" fmla="*/ 784950 h 2131150"/>
                  <a:gd name="connsiteX6" fmla="*/ 962446 w 2004462"/>
                  <a:gd name="connsiteY6" fmla="*/ 855123 h 2131150"/>
                  <a:gd name="connsiteX7" fmla="*/ 797346 w 2004462"/>
                  <a:gd name="connsiteY7" fmla="*/ 2131150 h 2131150"/>
                  <a:gd name="connsiteX8" fmla="*/ 559705 w 2004462"/>
                  <a:gd name="connsiteY8" fmla="*/ 2042250 h 2131150"/>
                  <a:gd name="connsiteX9" fmla="*/ 712105 w 2004462"/>
                  <a:gd name="connsiteY9" fmla="*/ 791623 h 2131150"/>
                  <a:gd name="connsiteX0" fmla="*/ 712105 w 2263745"/>
                  <a:gd name="connsiteY0" fmla="*/ 1036197 h 2375724"/>
                  <a:gd name="connsiteX1" fmla="*/ 529182 w 2263745"/>
                  <a:gd name="connsiteY1" fmla="*/ 640904 h 2375724"/>
                  <a:gd name="connsiteX2" fmla="*/ 49121 w 2263745"/>
                  <a:gd name="connsiteY2" fmla="*/ 244664 h 2375724"/>
                  <a:gd name="connsiteX3" fmla="*/ 2152241 w 2263745"/>
                  <a:gd name="connsiteY3" fmla="*/ 8444 h 2375724"/>
                  <a:gd name="connsiteX4" fmla="*/ 1984602 w 2263745"/>
                  <a:gd name="connsiteY4" fmla="*/ 602804 h 2375724"/>
                  <a:gd name="connsiteX5" fmla="*/ 1573122 w 2263745"/>
                  <a:gd name="connsiteY5" fmla="*/ 800924 h 2375724"/>
                  <a:gd name="connsiteX6" fmla="*/ 1344522 w 2263745"/>
                  <a:gd name="connsiteY6" fmla="*/ 1029524 h 2375724"/>
                  <a:gd name="connsiteX7" fmla="*/ 962446 w 2263745"/>
                  <a:gd name="connsiteY7" fmla="*/ 1099697 h 2375724"/>
                  <a:gd name="connsiteX8" fmla="*/ 797346 w 2263745"/>
                  <a:gd name="connsiteY8" fmla="*/ 2375724 h 2375724"/>
                  <a:gd name="connsiteX9" fmla="*/ 559705 w 2263745"/>
                  <a:gd name="connsiteY9" fmla="*/ 2286824 h 2375724"/>
                  <a:gd name="connsiteX10" fmla="*/ 712105 w 2263745"/>
                  <a:gd name="connsiteY10" fmla="*/ 1036197 h 2375724"/>
                  <a:gd name="connsiteX0" fmla="*/ 712105 w 2247494"/>
                  <a:gd name="connsiteY0" fmla="*/ 1590010 h 2929537"/>
                  <a:gd name="connsiteX1" fmla="*/ 529182 w 2247494"/>
                  <a:gd name="connsiteY1" fmla="*/ 1194717 h 2929537"/>
                  <a:gd name="connsiteX2" fmla="*/ 49121 w 2247494"/>
                  <a:gd name="connsiteY2" fmla="*/ 798477 h 2929537"/>
                  <a:gd name="connsiteX3" fmla="*/ 2087471 w 2247494"/>
                  <a:gd name="connsiteY3" fmla="*/ 2187 h 2929537"/>
                  <a:gd name="connsiteX4" fmla="*/ 2152241 w 2247494"/>
                  <a:gd name="connsiteY4" fmla="*/ 562257 h 2929537"/>
                  <a:gd name="connsiteX5" fmla="*/ 1984602 w 2247494"/>
                  <a:gd name="connsiteY5" fmla="*/ 1156617 h 2929537"/>
                  <a:gd name="connsiteX6" fmla="*/ 1573122 w 2247494"/>
                  <a:gd name="connsiteY6" fmla="*/ 1354737 h 2929537"/>
                  <a:gd name="connsiteX7" fmla="*/ 1344522 w 2247494"/>
                  <a:gd name="connsiteY7" fmla="*/ 1583337 h 2929537"/>
                  <a:gd name="connsiteX8" fmla="*/ 962446 w 2247494"/>
                  <a:gd name="connsiteY8" fmla="*/ 1653510 h 2929537"/>
                  <a:gd name="connsiteX9" fmla="*/ 797346 w 2247494"/>
                  <a:gd name="connsiteY9" fmla="*/ 2929537 h 2929537"/>
                  <a:gd name="connsiteX10" fmla="*/ 559705 w 2247494"/>
                  <a:gd name="connsiteY10" fmla="*/ 2840637 h 2929537"/>
                  <a:gd name="connsiteX11" fmla="*/ 712105 w 2247494"/>
                  <a:gd name="connsiteY11" fmla="*/ 1590010 h 2929537"/>
                  <a:gd name="connsiteX0" fmla="*/ 759565 w 2275936"/>
                  <a:gd name="connsiteY0" fmla="*/ 1588303 h 2927830"/>
                  <a:gd name="connsiteX1" fmla="*/ 576642 w 2275936"/>
                  <a:gd name="connsiteY1" fmla="*/ 1193010 h 2927830"/>
                  <a:gd name="connsiteX2" fmla="*/ 96581 w 2275936"/>
                  <a:gd name="connsiteY2" fmla="*/ 796770 h 2927830"/>
                  <a:gd name="connsiteX3" fmla="*/ 191831 w 2275936"/>
                  <a:gd name="connsiteY3" fmla="*/ 190981 h 2927830"/>
                  <a:gd name="connsiteX4" fmla="*/ 2134931 w 2275936"/>
                  <a:gd name="connsiteY4" fmla="*/ 480 h 2927830"/>
                  <a:gd name="connsiteX5" fmla="*/ 2199701 w 2275936"/>
                  <a:gd name="connsiteY5" fmla="*/ 560550 h 2927830"/>
                  <a:gd name="connsiteX6" fmla="*/ 2032062 w 2275936"/>
                  <a:gd name="connsiteY6" fmla="*/ 1154910 h 2927830"/>
                  <a:gd name="connsiteX7" fmla="*/ 1620582 w 2275936"/>
                  <a:gd name="connsiteY7" fmla="*/ 1353030 h 2927830"/>
                  <a:gd name="connsiteX8" fmla="*/ 1391982 w 2275936"/>
                  <a:gd name="connsiteY8" fmla="*/ 1581630 h 2927830"/>
                  <a:gd name="connsiteX9" fmla="*/ 1009906 w 2275936"/>
                  <a:gd name="connsiteY9" fmla="*/ 1651803 h 2927830"/>
                  <a:gd name="connsiteX10" fmla="*/ 844806 w 2275936"/>
                  <a:gd name="connsiteY10" fmla="*/ 2927830 h 2927830"/>
                  <a:gd name="connsiteX11" fmla="*/ 607165 w 2275936"/>
                  <a:gd name="connsiteY11" fmla="*/ 2838930 h 2927830"/>
                  <a:gd name="connsiteX12" fmla="*/ 759565 w 2275936"/>
                  <a:gd name="connsiteY12" fmla="*/ 1588303 h 2927830"/>
                  <a:gd name="connsiteX0" fmla="*/ 759565 w 2270304"/>
                  <a:gd name="connsiteY0" fmla="*/ 1632823 h 2972350"/>
                  <a:gd name="connsiteX1" fmla="*/ 576642 w 2270304"/>
                  <a:gd name="connsiteY1" fmla="*/ 1237530 h 2972350"/>
                  <a:gd name="connsiteX2" fmla="*/ 96581 w 2270304"/>
                  <a:gd name="connsiteY2" fmla="*/ 841290 h 2972350"/>
                  <a:gd name="connsiteX3" fmla="*/ 191831 w 2270304"/>
                  <a:gd name="connsiteY3" fmla="*/ 235501 h 2972350"/>
                  <a:gd name="connsiteX4" fmla="*/ 410906 w 2270304"/>
                  <a:gd name="connsiteY4" fmla="*/ 35475 h 2972350"/>
                  <a:gd name="connsiteX5" fmla="*/ 2134931 w 2270304"/>
                  <a:gd name="connsiteY5" fmla="*/ 45000 h 2972350"/>
                  <a:gd name="connsiteX6" fmla="*/ 2199701 w 2270304"/>
                  <a:gd name="connsiteY6" fmla="*/ 605070 h 2972350"/>
                  <a:gd name="connsiteX7" fmla="*/ 2032062 w 2270304"/>
                  <a:gd name="connsiteY7" fmla="*/ 1199430 h 2972350"/>
                  <a:gd name="connsiteX8" fmla="*/ 1620582 w 2270304"/>
                  <a:gd name="connsiteY8" fmla="*/ 1397550 h 2972350"/>
                  <a:gd name="connsiteX9" fmla="*/ 1391982 w 2270304"/>
                  <a:gd name="connsiteY9" fmla="*/ 1626150 h 2972350"/>
                  <a:gd name="connsiteX10" fmla="*/ 1009906 w 2270304"/>
                  <a:gd name="connsiteY10" fmla="*/ 1696323 h 2972350"/>
                  <a:gd name="connsiteX11" fmla="*/ 844806 w 2270304"/>
                  <a:gd name="connsiteY11" fmla="*/ 2972350 h 2972350"/>
                  <a:gd name="connsiteX12" fmla="*/ 607165 w 2270304"/>
                  <a:gd name="connsiteY12" fmla="*/ 2883450 h 2972350"/>
                  <a:gd name="connsiteX13" fmla="*/ 759565 w 2270304"/>
                  <a:gd name="connsiteY13" fmla="*/ 1632823 h 2972350"/>
                  <a:gd name="connsiteX0" fmla="*/ 759565 w 2231157"/>
                  <a:gd name="connsiteY0" fmla="*/ 2216476 h 3556003"/>
                  <a:gd name="connsiteX1" fmla="*/ 576642 w 2231157"/>
                  <a:gd name="connsiteY1" fmla="*/ 1821183 h 3556003"/>
                  <a:gd name="connsiteX2" fmla="*/ 96581 w 2231157"/>
                  <a:gd name="connsiteY2" fmla="*/ 1424943 h 3556003"/>
                  <a:gd name="connsiteX3" fmla="*/ 191831 w 2231157"/>
                  <a:gd name="connsiteY3" fmla="*/ 819154 h 3556003"/>
                  <a:gd name="connsiteX4" fmla="*/ 410906 w 2231157"/>
                  <a:gd name="connsiteY4" fmla="*/ 619128 h 3556003"/>
                  <a:gd name="connsiteX5" fmla="*/ 325181 w 2231157"/>
                  <a:gd name="connsiteY5" fmla="*/ 3 h 3556003"/>
                  <a:gd name="connsiteX6" fmla="*/ 2134931 w 2231157"/>
                  <a:gd name="connsiteY6" fmla="*/ 628653 h 3556003"/>
                  <a:gd name="connsiteX7" fmla="*/ 2199701 w 2231157"/>
                  <a:gd name="connsiteY7" fmla="*/ 1188723 h 3556003"/>
                  <a:gd name="connsiteX8" fmla="*/ 2032062 w 2231157"/>
                  <a:gd name="connsiteY8" fmla="*/ 1783083 h 3556003"/>
                  <a:gd name="connsiteX9" fmla="*/ 1620582 w 2231157"/>
                  <a:gd name="connsiteY9" fmla="*/ 1981203 h 3556003"/>
                  <a:gd name="connsiteX10" fmla="*/ 1391982 w 2231157"/>
                  <a:gd name="connsiteY10" fmla="*/ 2209803 h 3556003"/>
                  <a:gd name="connsiteX11" fmla="*/ 1009906 w 2231157"/>
                  <a:gd name="connsiteY11" fmla="*/ 2279976 h 3556003"/>
                  <a:gd name="connsiteX12" fmla="*/ 844806 w 2231157"/>
                  <a:gd name="connsiteY12" fmla="*/ 3556003 h 3556003"/>
                  <a:gd name="connsiteX13" fmla="*/ 607165 w 2231157"/>
                  <a:gd name="connsiteY13" fmla="*/ 3467103 h 3556003"/>
                  <a:gd name="connsiteX14" fmla="*/ 759565 w 2231157"/>
                  <a:gd name="connsiteY14" fmla="*/ 2216476 h 3556003"/>
                  <a:gd name="connsiteX0" fmla="*/ 759565 w 2209496"/>
                  <a:gd name="connsiteY0" fmla="*/ 2373929 h 3713456"/>
                  <a:gd name="connsiteX1" fmla="*/ 576642 w 2209496"/>
                  <a:gd name="connsiteY1" fmla="*/ 1978636 h 3713456"/>
                  <a:gd name="connsiteX2" fmla="*/ 96581 w 2209496"/>
                  <a:gd name="connsiteY2" fmla="*/ 1582396 h 3713456"/>
                  <a:gd name="connsiteX3" fmla="*/ 191831 w 2209496"/>
                  <a:gd name="connsiteY3" fmla="*/ 976607 h 3713456"/>
                  <a:gd name="connsiteX4" fmla="*/ 410906 w 2209496"/>
                  <a:gd name="connsiteY4" fmla="*/ 776581 h 3713456"/>
                  <a:gd name="connsiteX5" fmla="*/ 325181 w 2209496"/>
                  <a:gd name="connsiteY5" fmla="*/ 157456 h 3713456"/>
                  <a:gd name="connsiteX6" fmla="*/ 1772982 w 2209496"/>
                  <a:gd name="connsiteY6" fmla="*/ 30457 h 3713456"/>
                  <a:gd name="connsiteX7" fmla="*/ 2134931 w 2209496"/>
                  <a:gd name="connsiteY7" fmla="*/ 786106 h 3713456"/>
                  <a:gd name="connsiteX8" fmla="*/ 2199701 w 2209496"/>
                  <a:gd name="connsiteY8" fmla="*/ 1346176 h 3713456"/>
                  <a:gd name="connsiteX9" fmla="*/ 2032062 w 2209496"/>
                  <a:gd name="connsiteY9" fmla="*/ 1940536 h 3713456"/>
                  <a:gd name="connsiteX10" fmla="*/ 1620582 w 2209496"/>
                  <a:gd name="connsiteY10" fmla="*/ 2138656 h 3713456"/>
                  <a:gd name="connsiteX11" fmla="*/ 1391982 w 2209496"/>
                  <a:gd name="connsiteY11" fmla="*/ 2367256 h 3713456"/>
                  <a:gd name="connsiteX12" fmla="*/ 1009906 w 2209496"/>
                  <a:gd name="connsiteY12" fmla="*/ 2437429 h 3713456"/>
                  <a:gd name="connsiteX13" fmla="*/ 844806 w 2209496"/>
                  <a:gd name="connsiteY13" fmla="*/ 3713456 h 3713456"/>
                  <a:gd name="connsiteX14" fmla="*/ 607165 w 2209496"/>
                  <a:gd name="connsiteY14" fmla="*/ 3624556 h 3713456"/>
                  <a:gd name="connsiteX15" fmla="*/ 759565 w 2209496"/>
                  <a:gd name="connsiteY15" fmla="*/ 2373929 h 3713456"/>
                  <a:gd name="connsiteX0" fmla="*/ 759565 w 2209496"/>
                  <a:gd name="connsiteY0" fmla="*/ 2801590 h 4141117"/>
                  <a:gd name="connsiteX1" fmla="*/ 576642 w 2209496"/>
                  <a:gd name="connsiteY1" fmla="*/ 2406297 h 4141117"/>
                  <a:gd name="connsiteX2" fmla="*/ 96581 w 2209496"/>
                  <a:gd name="connsiteY2" fmla="*/ 2010057 h 4141117"/>
                  <a:gd name="connsiteX3" fmla="*/ 191831 w 2209496"/>
                  <a:gd name="connsiteY3" fmla="*/ 1404268 h 4141117"/>
                  <a:gd name="connsiteX4" fmla="*/ 410906 w 2209496"/>
                  <a:gd name="connsiteY4" fmla="*/ 1204242 h 4141117"/>
                  <a:gd name="connsiteX5" fmla="*/ 325181 w 2209496"/>
                  <a:gd name="connsiteY5" fmla="*/ 585117 h 4141117"/>
                  <a:gd name="connsiteX6" fmla="*/ 1557082 w 2209496"/>
                  <a:gd name="connsiteY6" fmla="*/ 918 h 4141117"/>
                  <a:gd name="connsiteX7" fmla="*/ 1772982 w 2209496"/>
                  <a:gd name="connsiteY7" fmla="*/ 458118 h 4141117"/>
                  <a:gd name="connsiteX8" fmla="*/ 2134931 w 2209496"/>
                  <a:gd name="connsiteY8" fmla="*/ 1213767 h 4141117"/>
                  <a:gd name="connsiteX9" fmla="*/ 2199701 w 2209496"/>
                  <a:gd name="connsiteY9" fmla="*/ 1773837 h 4141117"/>
                  <a:gd name="connsiteX10" fmla="*/ 2032062 w 2209496"/>
                  <a:gd name="connsiteY10" fmla="*/ 2368197 h 4141117"/>
                  <a:gd name="connsiteX11" fmla="*/ 1620582 w 2209496"/>
                  <a:gd name="connsiteY11" fmla="*/ 2566317 h 4141117"/>
                  <a:gd name="connsiteX12" fmla="*/ 1391982 w 2209496"/>
                  <a:gd name="connsiteY12" fmla="*/ 2794917 h 4141117"/>
                  <a:gd name="connsiteX13" fmla="*/ 1009906 w 2209496"/>
                  <a:gd name="connsiteY13" fmla="*/ 2865090 h 4141117"/>
                  <a:gd name="connsiteX14" fmla="*/ 844806 w 2209496"/>
                  <a:gd name="connsiteY14" fmla="*/ 4141117 h 4141117"/>
                  <a:gd name="connsiteX15" fmla="*/ 607165 w 2209496"/>
                  <a:gd name="connsiteY15" fmla="*/ 4052217 h 4141117"/>
                  <a:gd name="connsiteX16" fmla="*/ 759565 w 2209496"/>
                  <a:gd name="connsiteY16" fmla="*/ 2801590 h 4141117"/>
                  <a:gd name="connsiteX0" fmla="*/ 759565 w 2209496"/>
                  <a:gd name="connsiteY0" fmla="*/ 2800780 h 4140307"/>
                  <a:gd name="connsiteX1" fmla="*/ 576642 w 2209496"/>
                  <a:gd name="connsiteY1" fmla="*/ 2405487 h 4140307"/>
                  <a:gd name="connsiteX2" fmla="*/ 96581 w 2209496"/>
                  <a:gd name="connsiteY2" fmla="*/ 2009247 h 4140307"/>
                  <a:gd name="connsiteX3" fmla="*/ 191831 w 2209496"/>
                  <a:gd name="connsiteY3" fmla="*/ 1403458 h 4140307"/>
                  <a:gd name="connsiteX4" fmla="*/ 410906 w 2209496"/>
                  <a:gd name="connsiteY4" fmla="*/ 1203432 h 4140307"/>
                  <a:gd name="connsiteX5" fmla="*/ 325181 w 2209496"/>
                  <a:gd name="connsiteY5" fmla="*/ 584307 h 4140307"/>
                  <a:gd name="connsiteX6" fmla="*/ 96582 w 2209496"/>
                  <a:gd name="connsiteY6" fmla="*/ 368409 h 4140307"/>
                  <a:gd name="connsiteX7" fmla="*/ 1557082 w 2209496"/>
                  <a:gd name="connsiteY7" fmla="*/ 108 h 4140307"/>
                  <a:gd name="connsiteX8" fmla="*/ 1772982 w 2209496"/>
                  <a:gd name="connsiteY8" fmla="*/ 457308 h 4140307"/>
                  <a:gd name="connsiteX9" fmla="*/ 2134931 w 2209496"/>
                  <a:gd name="connsiteY9" fmla="*/ 1212957 h 4140307"/>
                  <a:gd name="connsiteX10" fmla="*/ 2199701 w 2209496"/>
                  <a:gd name="connsiteY10" fmla="*/ 1773027 h 4140307"/>
                  <a:gd name="connsiteX11" fmla="*/ 2032062 w 2209496"/>
                  <a:gd name="connsiteY11" fmla="*/ 2367387 h 4140307"/>
                  <a:gd name="connsiteX12" fmla="*/ 1620582 w 2209496"/>
                  <a:gd name="connsiteY12" fmla="*/ 2565507 h 4140307"/>
                  <a:gd name="connsiteX13" fmla="*/ 1391982 w 2209496"/>
                  <a:gd name="connsiteY13" fmla="*/ 2794107 h 4140307"/>
                  <a:gd name="connsiteX14" fmla="*/ 1009906 w 2209496"/>
                  <a:gd name="connsiteY14" fmla="*/ 2864280 h 4140307"/>
                  <a:gd name="connsiteX15" fmla="*/ 844806 w 2209496"/>
                  <a:gd name="connsiteY15" fmla="*/ 4140307 h 4140307"/>
                  <a:gd name="connsiteX16" fmla="*/ 607165 w 2209496"/>
                  <a:gd name="connsiteY16" fmla="*/ 4051407 h 4140307"/>
                  <a:gd name="connsiteX17" fmla="*/ 759565 w 2209496"/>
                  <a:gd name="connsiteY17" fmla="*/ 2800780 h 4140307"/>
                  <a:gd name="connsiteX0" fmla="*/ 759565 w 2209496"/>
                  <a:gd name="connsiteY0" fmla="*/ 2886104 h 4225631"/>
                  <a:gd name="connsiteX1" fmla="*/ 576642 w 2209496"/>
                  <a:gd name="connsiteY1" fmla="*/ 2490811 h 4225631"/>
                  <a:gd name="connsiteX2" fmla="*/ 96581 w 2209496"/>
                  <a:gd name="connsiteY2" fmla="*/ 2094571 h 4225631"/>
                  <a:gd name="connsiteX3" fmla="*/ 191831 w 2209496"/>
                  <a:gd name="connsiteY3" fmla="*/ 1488782 h 4225631"/>
                  <a:gd name="connsiteX4" fmla="*/ 410906 w 2209496"/>
                  <a:gd name="connsiteY4" fmla="*/ 1288756 h 4225631"/>
                  <a:gd name="connsiteX5" fmla="*/ 325181 w 2209496"/>
                  <a:gd name="connsiteY5" fmla="*/ 669631 h 4225631"/>
                  <a:gd name="connsiteX6" fmla="*/ 96582 w 2209496"/>
                  <a:gd name="connsiteY6" fmla="*/ 453733 h 4225631"/>
                  <a:gd name="connsiteX7" fmla="*/ 172782 w 2209496"/>
                  <a:gd name="connsiteY7" fmla="*/ 21933 h 4225631"/>
                  <a:gd name="connsiteX8" fmla="*/ 1557082 w 2209496"/>
                  <a:gd name="connsiteY8" fmla="*/ 85432 h 4225631"/>
                  <a:gd name="connsiteX9" fmla="*/ 1772982 w 2209496"/>
                  <a:gd name="connsiteY9" fmla="*/ 542632 h 4225631"/>
                  <a:gd name="connsiteX10" fmla="*/ 2134931 w 2209496"/>
                  <a:gd name="connsiteY10" fmla="*/ 1298281 h 4225631"/>
                  <a:gd name="connsiteX11" fmla="*/ 2199701 w 2209496"/>
                  <a:gd name="connsiteY11" fmla="*/ 1858351 h 4225631"/>
                  <a:gd name="connsiteX12" fmla="*/ 2032062 w 2209496"/>
                  <a:gd name="connsiteY12" fmla="*/ 2452711 h 4225631"/>
                  <a:gd name="connsiteX13" fmla="*/ 1620582 w 2209496"/>
                  <a:gd name="connsiteY13" fmla="*/ 2650831 h 4225631"/>
                  <a:gd name="connsiteX14" fmla="*/ 1391982 w 2209496"/>
                  <a:gd name="connsiteY14" fmla="*/ 2879431 h 4225631"/>
                  <a:gd name="connsiteX15" fmla="*/ 1009906 w 2209496"/>
                  <a:gd name="connsiteY15" fmla="*/ 2949604 h 4225631"/>
                  <a:gd name="connsiteX16" fmla="*/ 844806 w 2209496"/>
                  <a:gd name="connsiteY16" fmla="*/ 4225631 h 4225631"/>
                  <a:gd name="connsiteX17" fmla="*/ 607165 w 2209496"/>
                  <a:gd name="connsiteY17" fmla="*/ 4136731 h 4225631"/>
                  <a:gd name="connsiteX18" fmla="*/ 759565 w 2209496"/>
                  <a:gd name="connsiteY18" fmla="*/ 2886104 h 4225631"/>
                  <a:gd name="connsiteX0" fmla="*/ 759565 w 2209496"/>
                  <a:gd name="connsiteY0" fmla="*/ 3207357 h 4546884"/>
                  <a:gd name="connsiteX1" fmla="*/ 576642 w 2209496"/>
                  <a:gd name="connsiteY1" fmla="*/ 2812064 h 4546884"/>
                  <a:gd name="connsiteX2" fmla="*/ 96581 w 2209496"/>
                  <a:gd name="connsiteY2" fmla="*/ 2415824 h 4546884"/>
                  <a:gd name="connsiteX3" fmla="*/ 191831 w 2209496"/>
                  <a:gd name="connsiteY3" fmla="*/ 1810035 h 4546884"/>
                  <a:gd name="connsiteX4" fmla="*/ 410906 w 2209496"/>
                  <a:gd name="connsiteY4" fmla="*/ 1610009 h 4546884"/>
                  <a:gd name="connsiteX5" fmla="*/ 325181 w 2209496"/>
                  <a:gd name="connsiteY5" fmla="*/ 990884 h 4546884"/>
                  <a:gd name="connsiteX6" fmla="*/ 96582 w 2209496"/>
                  <a:gd name="connsiteY6" fmla="*/ 774986 h 4546884"/>
                  <a:gd name="connsiteX7" fmla="*/ 172782 w 2209496"/>
                  <a:gd name="connsiteY7" fmla="*/ 343186 h 4546884"/>
                  <a:gd name="connsiteX8" fmla="*/ 1328482 w 2209496"/>
                  <a:gd name="connsiteY8" fmla="*/ 286 h 4546884"/>
                  <a:gd name="connsiteX9" fmla="*/ 1557082 w 2209496"/>
                  <a:gd name="connsiteY9" fmla="*/ 406685 h 4546884"/>
                  <a:gd name="connsiteX10" fmla="*/ 1772982 w 2209496"/>
                  <a:gd name="connsiteY10" fmla="*/ 863885 h 4546884"/>
                  <a:gd name="connsiteX11" fmla="*/ 2134931 w 2209496"/>
                  <a:gd name="connsiteY11" fmla="*/ 1619534 h 4546884"/>
                  <a:gd name="connsiteX12" fmla="*/ 2199701 w 2209496"/>
                  <a:gd name="connsiteY12" fmla="*/ 2179604 h 4546884"/>
                  <a:gd name="connsiteX13" fmla="*/ 2032062 w 2209496"/>
                  <a:gd name="connsiteY13" fmla="*/ 2773964 h 4546884"/>
                  <a:gd name="connsiteX14" fmla="*/ 1620582 w 2209496"/>
                  <a:gd name="connsiteY14" fmla="*/ 2972084 h 4546884"/>
                  <a:gd name="connsiteX15" fmla="*/ 1391982 w 2209496"/>
                  <a:gd name="connsiteY15" fmla="*/ 3200684 h 4546884"/>
                  <a:gd name="connsiteX16" fmla="*/ 1009906 w 2209496"/>
                  <a:gd name="connsiteY16" fmla="*/ 3270857 h 4546884"/>
                  <a:gd name="connsiteX17" fmla="*/ 844806 w 2209496"/>
                  <a:gd name="connsiteY17" fmla="*/ 4546884 h 4546884"/>
                  <a:gd name="connsiteX18" fmla="*/ 607165 w 2209496"/>
                  <a:gd name="connsiteY18" fmla="*/ 4457984 h 4546884"/>
                  <a:gd name="connsiteX19" fmla="*/ 759565 w 2209496"/>
                  <a:gd name="connsiteY19" fmla="*/ 3207357 h 4546884"/>
                  <a:gd name="connsiteX0" fmla="*/ 759565 w 2209496"/>
                  <a:gd name="connsiteY0" fmla="*/ 3348198 h 4687725"/>
                  <a:gd name="connsiteX1" fmla="*/ 576642 w 2209496"/>
                  <a:gd name="connsiteY1" fmla="*/ 2952905 h 4687725"/>
                  <a:gd name="connsiteX2" fmla="*/ 96581 w 2209496"/>
                  <a:gd name="connsiteY2" fmla="*/ 2556665 h 4687725"/>
                  <a:gd name="connsiteX3" fmla="*/ 191831 w 2209496"/>
                  <a:gd name="connsiteY3" fmla="*/ 1950876 h 4687725"/>
                  <a:gd name="connsiteX4" fmla="*/ 410906 w 2209496"/>
                  <a:gd name="connsiteY4" fmla="*/ 1750850 h 4687725"/>
                  <a:gd name="connsiteX5" fmla="*/ 325181 w 2209496"/>
                  <a:gd name="connsiteY5" fmla="*/ 1131725 h 4687725"/>
                  <a:gd name="connsiteX6" fmla="*/ 96582 w 2209496"/>
                  <a:gd name="connsiteY6" fmla="*/ 915827 h 4687725"/>
                  <a:gd name="connsiteX7" fmla="*/ 172782 w 2209496"/>
                  <a:gd name="connsiteY7" fmla="*/ 484027 h 4687725"/>
                  <a:gd name="connsiteX8" fmla="*/ 1099882 w 2209496"/>
                  <a:gd name="connsiteY8" fmla="*/ 14127 h 4687725"/>
                  <a:gd name="connsiteX9" fmla="*/ 1328482 w 2209496"/>
                  <a:gd name="connsiteY9" fmla="*/ 141127 h 4687725"/>
                  <a:gd name="connsiteX10" fmla="*/ 1557082 w 2209496"/>
                  <a:gd name="connsiteY10" fmla="*/ 547526 h 4687725"/>
                  <a:gd name="connsiteX11" fmla="*/ 1772982 w 2209496"/>
                  <a:gd name="connsiteY11" fmla="*/ 1004726 h 4687725"/>
                  <a:gd name="connsiteX12" fmla="*/ 2134931 w 2209496"/>
                  <a:gd name="connsiteY12" fmla="*/ 1760375 h 4687725"/>
                  <a:gd name="connsiteX13" fmla="*/ 2199701 w 2209496"/>
                  <a:gd name="connsiteY13" fmla="*/ 2320445 h 4687725"/>
                  <a:gd name="connsiteX14" fmla="*/ 2032062 w 2209496"/>
                  <a:gd name="connsiteY14" fmla="*/ 2914805 h 4687725"/>
                  <a:gd name="connsiteX15" fmla="*/ 1620582 w 2209496"/>
                  <a:gd name="connsiteY15" fmla="*/ 3112925 h 4687725"/>
                  <a:gd name="connsiteX16" fmla="*/ 1391982 w 2209496"/>
                  <a:gd name="connsiteY16" fmla="*/ 3341525 h 4687725"/>
                  <a:gd name="connsiteX17" fmla="*/ 1009906 w 2209496"/>
                  <a:gd name="connsiteY17" fmla="*/ 3411698 h 4687725"/>
                  <a:gd name="connsiteX18" fmla="*/ 844806 w 2209496"/>
                  <a:gd name="connsiteY18" fmla="*/ 4687725 h 4687725"/>
                  <a:gd name="connsiteX19" fmla="*/ 607165 w 2209496"/>
                  <a:gd name="connsiteY19" fmla="*/ 4598825 h 4687725"/>
                  <a:gd name="connsiteX20" fmla="*/ 759565 w 2209496"/>
                  <a:gd name="connsiteY20" fmla="*/ 3348198 h 4687725"/>
                  <a:gd name="connsiteX0" fmla="*/ 759565 w 2209496"/>
                  <a:gd name="connsiteY0" fmla="*/ 3420474 h 4760001"/>
                  <a:gd name="connsiteX1" fmla="*/ 576642 w 2209496"/>
                  <a:gd name="connsiteY1" fmla="*/ 3025181 h 4760001"/>
                  <a:gd name="connsiteX2" fmla="*/ 96581 w 2209496"/>
                  <a:gd name="connsiteY2" fmla="*/ 2628941 h 4760001"/>
                  <a:gd name="connsiteX3" fmla="*/ 191831 w 2209496"/>
                  <a:gd name="connsiteY3" fmla="*/ 2023152 h 4760001"/>
                  <a:gd name="connsiteX4" fmla="*/ 410906 w 2209496"/>
                  <a:gd name="connsiteY4" fmla="*/ 1823126 h 4760001"/>
                  <a:gd name="connsiteX5" fmla="*/ 325181 w 2209496"/>
                  <a:gd name="connsiteY5" fmla="*/ 1204001 h 4760001"/>
                  <a:gd name="connsiteX6" fmla="*/ 96582 w 2209496"/>
                  <a:gd name="connsiteY6" fmla="*/ 988103 h 4760001"/>
                  <a:gd name="connsiteX7" fmla="*/ 172782 w 2209496"/>
                  <a:gd name="connsiteY7" fmla="*/ 556303 h 4760001"/>
                  <a:gd name="connsiteX8" fmla="*/ 871282 w 2209496"/>
                  <a:gd name="connsiteY8" fmla="*/ 22904 h 4760001"/>
                  <a:gd name="connsiteX9" fmla="*/ 1099882 w 2209496"/>
                  <a:gd name="connsiteY9" fmla="*/ 86403 h 4760001"/>
                  <a:gd name="connsiteX10" fmla="*/ 1328482 w 2209496"/>
                  <a:gd name="connsiteY10" fmla="*/ 213403 h 4760001"/>
                  <a:gd name="connsiteX11" fmla="*/ 1557082 w 2209496"/>
                  <a:gd name="connsiteY11" fmla="*/ 619802 h 4760001"/>
                  <a:gd name="connsiteX12" fmla="*/ 1772982 w 2209496"/>
                  <a:gd name="connsiteY12" fmla="*/ 1077002 h 4760001"/>
                  <a:gd name="connsiteX13" fmla="*/ 2134931 w 2209496"/>
                  <a:gd name="connsiteY13" fmla="*/ 1832651 h 4760001"/>
                  <a:gd name="connsiteX14" fmla="*/ 2199701 w 2209496"/>
                  <a:gd name="connsiteY14" fmla="*/ 2392721 h 4760001"/>
                  <a:gd name="connsiteX15" fmla="*/ 2032062 w 2209496"/>
                  <a:gd name="connsiteY15" fmla="*/ 2987081 h 4760001"/>
                  <a:gd name="connsiteX16" fmla="*/ 1620582 w 2209496"/>
                  <a:gd name="connsiteY16" fmla="*/ 3185201 h 4760001"/>
                  <a:gd name="connsiteX17" fmla="*/ 1391982 w 2209496"/>
                  <a:gd name="connsiteY17" fmla="*/ 3413801 h 4760001"/>
                  <a:gd name="connsiteX18" fmla="*/ 1009906 w 2209496"/>
                  <a:gd name="connsiteY18" fmla="*/ 3483974 h 4760001"/>
                  <a:gd name="connsiteX19" fmla="*/ 844806 w 2209496"/>
                  <a:gd name="connsiteY19" fmla="*/ 4760001 h 4760001"/>
                  <a:gd name="connsiteX20" fmla="*/ 607165 w 2209496"/>
                  <a:gd name="connsiteY20" fmla="*/ 4671101 h 4760001"/>
                  <a:gd name="connsiteX21" fmla="*/ 759565 w 2209496"/>
                  <a:gd name="connsiteY21" fmla="*/ 3420474 h 4760001"/>
                  <a:gd name="connsiteX0" fmla="*/ 759565 w 2209496"/>
                  <a:gd name="connsiteY0" fmla="*/ 3403098 h 4742625"/>
                  <a:gd name="connsiteX1" fmla="*/ 576642 w 2209496"/>
                  <a:gd name="connsiteY1" fmla="*/ 3007805 h 4742625"/>
                  <a:gd name="connsiteX2" fmla="*/ 96581 w 2209496"/>
                  <a:gd name="connsiteY2" fmla="*/ 2611565 h 4742625"/>
                  <a:gd name="connsiteX3" fmla="*/ 191831 w 2209496"/>
                  <a:gd name="connsiteY3" fmla="*/ 2005776 h 4742625"/>
                  <a:gd name="connsiteX4" fmla="*/ 410906 w 2209496"/>
                  <a:gd name="connsiteY4" fmla="*/ 1805750 h 4742625"/>
                  <a:gd name="connsiteX5" fmla="*/ 325181 w 2209496"/>
                  <a:gd name="connsiteY5" fmla="*/ 1186625 h 4742625"/>
                  <a:gd name="connsiteX6" fmla="*/ 96582 w 2209496"/>
                  <a:gd name="connsiteY6" fmla="*/ 970727 h 4742625"/>
                  <a:gd name="connsiteX7" fmla="*/ 172782 w 2209496"/>
                  <a:gd name="connsiteY7" fmla="*/ 538927 h 4742625"/>
                  <a:gd name="connsiteX8" fmla="*/ 426782 w 2209496"/>
                  <a:gd name="connsiteY8" fmla="*/ 69028 h 4742625"/>
                  <a:gd name="connsiteX9" fmla="*/ 871282 w 2209496"/>
                  <a:gd name="connsiteY9" fmla="*/ 5528 h 4742625"/>
                  <a:gd name="connsiteX10" fmla="*/ 1099882 w 2209496"/>
                  <a:gd name="connsiteY10" fmla="*/ 69027 h 4742625"/>
                  <a:gd name="connsiteX11" fmla="*/ 1328482 w 2209496"/>
                  <a:gd name="connsiteY11" fmla="*/ 196027 h 4742625"/>
                  <a:gd name="connsiteX12" fmla="*/ 1557082 w 2209496"/>
                  <a:gd name="connsiteY12" fmla="*/ 602426 h 4742625"/>
                  <a:gd name="connsiteX13" fmla="*/ 1772982 w 2209496"/>
                  <a:gd name="connsiteY13" fmla="*/ 1059626 h 4742625"/>
                  <a:gd name="connsiteX14" fmla="*/ 2134931 w 2209496"/>
                  <a:gd name="connsiteY14" fmla="*/ 1815275 h 4742625"/>
                  <a:gd name="connsiteX15" fmla="*/ 2199701 w 2209496"/>
                  <a:gd name="connsiteY15" fmla="*/ 2375345 h 4742625"/>
                  <a:gd name="connsiteX16" fmla="*/ 2032062 w 2209496"/>
                  <a:gd name="connsiteY16" fmla="*/ 2969705 h 4742625"/>
                  <a:gd name="connsiteX17" fmla="*/ 1620582 w 2209496"/>
                  <a:gd name="connsiteY17" fmla="*/ 3167825 h 4742625"/>
                  <a:gd name="connsiteX18" fmla="*/ 1391982 w 2209496"/>
                  <a:gd name="connsiteY18" fmla="*/ 3396425 h 4742625"/>
                  <a:gd name="connsiteX19" fmla="*/ 1009906 w 2209496"/>
                  <a:gd name="connsiteY19" fmla="*/ 3466598 h 4742625"/>
                  <a:gd name="connsiteX20" fmla="*/ 844806 w 2209496"/>
                  <a:gd name="connsiteY20" fmla="*/ 4742625 h 4742625"/>
                  <a:gd name="connsiteX21" fmla="*/ 607165 w 2209496"/>
                  <a:gd name="connsiteY21" fmla="*/ 4653725 h 4742625"/>
                  <a:gd name="connsiteX22" fmla="*/ 759565 w 2209496"/>
                  <a:gd name="connsiteY22" fmla="*/ 3403098 h 4742625"/>
                  <a:gd name="connsiteX0" fmla="*/ 759565 w 2209496"/>
                  <a:gd name="connsiteY0" fmla="*/ 3403098 h 4742625"/>
                  <a:gd name="connsiteX1" fmla="*/ 576642 w 2209496"/>
                  <a:gd name="connsiteY1" fmla="*/ 3007805 h 4742625"/>
                  <a:gd name="connsiteX2" fmla="*/ 96581 w 2209496"/>
                  <a:gd name="connsiteY2" fmla="*/ 2611565 h 4742625"/>
                  <a:gd name="connsiteX3" fmla="*/ 191831 w 2209496"/>
                  <a:gd name="connsiteY3" fmla="*/ 2005776 h 4742625"/>
                  <a:gd name="connsiteX4" fmla="*/ 410906 w 2209496"/>
                  <a:gd name="connsiteY4" fmla="*/ 1805750 h 4742625"/>
                  <a:gd name="connsiteX5" fmla="*/ 325181 w 2209496"/>
                  <a:gd name="connsiteY5" fmla="*/ 1186625 h 4742625"/>
                  <a:gd name="connsiteX6" fmla="*/ 96582 w 2209496"/>
                  <a:gd name="connsiteY6" fmla="*/ 970727 h 4742625"/>
                  <a:gd name="connsiteX7" fmla="*/ 172782 w 2209496"/>
                  <a:gd name="connsiteY7" fmla="*/ 538927 h 4742625"/>
                  <a:gd name="connsiteX8" fmla="*/ 426782 w 2209496"/>
                  <a:gd name="connsiteY8" fmla="*/ 69028 h 4742625"/>
                  <a:gd name="connsiteX9" fmla="*/ 871282 w 2209496"/>
                  <a:gd name="connsiteY9" fmla="*/ 5528 h 4742625"/>
                  <a:gd name="connsiteX10" fmla="*/ 1099882 w 2209496"/>
                  <a:gd name="connsiteY10" fmla="*/ 69027 h 4742625"/>
                  <a:gd name="connsiteX11" fmla="*/ 1328482 w 2209496"/>
                  <a:gd name="connsiteY11" fmla="*/ 196027 h 4742625"/>
                  <a:gd name="connsiteX12" fmla="*/ 1557082 w 2209496"/>
                  <a:gd name="connsiteY12" fmla="*/ 602426 h 4742625"/>
                  <a:gd name="connsiteX13" fmla="*/ 1772982 w 2209496"/>
                  <a:gd name="connsiteY13" fmla="*/ 1059626 h 4742625"/>
                  <a:gd name="connsiteX14" fmla="*/ 2134931 w 2209496"/>
                  <a:gd name="connsiteY14" fmla="*/ 1815275 h 4742625"/>
                  <a:gd name="connsiteX15" fmla="*/ 2199701 w 2209496"/>
                  <a:gd name="connsiteY15" fmla="*/ 2375345 h 4742625"/>
                  <a:gd name="connsiteX16" fmla="*/ 2032062 w 2209496"/>
                  <a:gd name="connsiteY16" fmla="*/ 2969705 h 4742625"/>
                  <a:gd name="connsiteX17" fmla="*/ 1620582 w 2209496"/>
                  <a:gd name="connsiteY17" fmla="*/ 3167825 h 4742625"/>
                  <a:gd name="connsiteX18" fmla="*/ 1391982 w 2209496"/>
                  <a:gd name="connsiteY18" fmla="*/ 3396425 h 4742625"/>
                  <a:gd name="connsiteX19" fmla="*/ 1009906 w 2209496"/>
                  <a:gd name="connsiteY19" fmla="*/ 3466598 h 4742625"/>
                  <a:gd name="connsiteX20" fmla="*/ 844806 w 2209496"/>
                  <a:gd name="connsiteY20" fmla="*/ 4742625 h 4742625"/>
                  <a:gd name="connsiteX21" fmla="*/ 607165 w 2209496"/>
                  <a:gd name="connsiteY21" fmla="*/ 4653725 h 4742625"/>
                  <a:gd name="connsiteX22" fmla="*/ 759565 w 2209496"/>
                  <a:gd name="connsiteY22" fmla="*/ 3403098 h 4742625"/>
                  <a:gd name="connsiteX0" fmla="*/ 759565 w 2226999"/>
                  <a:gd name="connsiteY0" fmla="*/ 3403098 h 4742625"/>
                  <a:gd name="connsiteX1" fmla="*/ 576642 w 2226999"/>
                  <a:gd name="connsiteY1" fmla="*/ 3007805 h 4742625"/>
                  <a:gd name="connsiteX2" fmla="*/ 96581 w 2226999"/>
                  <a:gd name="connsiteY2" fmla="*/ 2611565 h 4742625"/>
                  <a:gd name="connsiteX3" fmla="*/ 191831 w 2226999"/>
                  <a:gd name="connsiteY3" fmla="*/ 2005776 h 4742625"/>
                  <a:gd name="connsiteX4" fmla="*/ 410906 w 2226999"/>
                  <a:gd name="connsiteY4" fmla="*/ 1805750 h 4742625"/>
                  <a:gd name="connsiteX5" fmla="*/ 325181 w 2226999"/>
                  <a:gd name="connsiteY5" fmla="*/ 1186625 h 4742625"/>
                  <a:gd name="connsiteX6" fmla="*/ 96582 w 2226999"/>
                  <a:gd name="connsiteY6" fmla="*/ 970727 h 4742625"/>
                  <a:gd name="connsiteX7" fmla="*/ 172782 w 2226999"/>
                  <a:gd name="connsiteY7" fmla="*/ 538927 h 4742625"/>
                  <a:gd name="connsiteX8" fmla="*/ 426782 w 2226999"/>
                  <a:gd name="connsiteY8" fmla="*/ 69028 h 4742625"/>
                  <a:gd name="connsiteX9" fmla="*/ 871282 w 2226999"/>
                  <a:gd name="connsiteY9" fmla="*/ 5528 h 4742625"/>
                  <a:gd name="connsiteX10" fmla="*/ 1099882 w 2226999"/>
                  <a:gd name="connsiteY10" fmla="*/ 69027 h 4742625"/>
                  <a:gd name="connsiteX11" fmla="*/ 1328482 w 2226999"/>
                  <a:gd name="connsiteY11" fmla="*/ 196027 h 4742625"/>
                  <a:gd name="connsiteX12" fmla="*/ 1557082 w 2226999"/>
                  <a:gd name="connsiteY12" fmla="*/ 602426 h 4742625"/>
                  <a:gd name="connsiteX13" fmla="*/ 1772982 w 2226999"/>
                  <a:gd name="connsiteY13" fmla="*/ 1059626 h 4742625"/>
                  <a:gd name="connsiteX14" fmla="*/ 2134931 w 2226999"/>
                  <a:gd name="connsiteY14" fmla="*/ 1815275 h 4742625"/>
                  <a:gd name="connsiteX15" fmla="*/ 2199701 w 2226999"/>
                  <a:gd name="connsiteY15" fmla="*/ 2375345 h 4742625"/>
                  <a:gd name="connsiteX16" fmla="*/ 2032062 w 2226999"/>
                  <a:gd name="connsiteY16" fmla="*/ 2969705 h 4742625"/>
                  <a:gd name="connsiteX17" fmla="*/ 1620582 w 2226999"/>
                  <a:gd name="connsiteY17" fmla="*/ 3167825 h 4742625"/>
                  <a:gd name="connsiteX18" fmla="*/ 1391982 w 2226999"/>
                  <a:gd name="connsiteY18" fmla="*/ 3396425 h 4742625"/>
                  <a:gd name="connsiteX19" fmla="*/ 1009906 w 2226999"/>
                  <a:gd name="connsiteY19" fmla="*/ 3466598 h 4742625"/>
                  <a:gd name="connsiteX20" fmla="*/ 844806 w 2226999"/>
                  <a:gd name="connsiteY20" fmla="*/ 4742625 h 4742625"/>
                  <a:gd name="connsiteX21" fmla="*/ 607165 w 2226999"/>
                  <a:gd name="connsiteY21" fmla="*/ 4653725 h 4742625"/>
                  <a:gd name="connsiteX22" fmla="*/ 759565 w 2226999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653725"/>
                  <a:gd name="connsiteX1" fmla="*/ 576642 w 2233404"/>
                  <a:gd name="connsiteY1" fmla="*/ 3007805 h 4653725"/>
                  <a:gd name="connsiteX2" fmla="*/ 96581 w 2233404"/>
                  <a:gd name="connsiteY2" fmla="*/ 2611565 h 4653725"/>
                  <a:gd name="connsiteX3" fmla="*/ 191831 w 2233404"/>
                  <a:gd name="connsiteY3" fmla="*/ 2005776 h 4653725"/>
                  <a:gd name="connsiteX4" fmla="*/ 410906 w 2233404"/>
                  <a:gd name="connsiteY4" fmla="*/ 1805750 h 4653725"/>
                  <a:gd name="connsiteX5" fmla="*/ 325181 w 2233404"/>
                  <a:gd name="connsiteY5" fmla="*/ 1186625 h 4653725"/>
                  <a:gd name="connsiteX6" fmla="*/ 96582 w 2233404"/>
                  <a:gd name="connsiteY6" fmla="*/ 970727 h 4653725"/>
                  <a:gd name="connsiteX7" fmla="*/ 172782 w 2233404"/>
                  <a:gd name="connsiteY7" fmla="*/ 538927 h 4653725"/>
                  <a:gd name="connsiteX8" fmla="*/ 426782 w 2233404"/>
                  <a:gd name="connsiteY8" fmla="*/ 69028 h 4653725"/>
                  <a:gd name="connsiteX9" fmla="*/ 871282 w 2233404"/>
                  <a:gd name="connsiteY9" fmla="*/ 5528 h 4653725"/>
                  <a:gd name="connsiteX10" fmla="*/ 1099882 w 2233404"/>
                  <a:gd name="connsiteY10" fmla="*/ 69027 h 4653725"/>
                  <a:gd name="connsiteX11" fmla="*/ 1328482 w 2233404"/>
                  <a:gd name="connsiteY11" fmla="*/ 196027 h 4653725"/>
                  <a:gd name="connsiteX12" fmla="*/ 1557082 w 2233404"/>
                  <a:gd name="connsiteY12" fmla="*/ 602426 h 4653725"/>
                  <a:gd name="connsiteX13" fmla="*/ 1772982 w 2233404"/>
                  <a:gd name="connsiteY13" fmla="*/ 1059626 h 4653725"/>
                  <a:gd name="connsiteX14" fmla="*/ 2134931 w 2233404"/>
                  <a:gd name="connsiteY14" fmla="*/ 1815275 h 4653725"/>
                  <a:gd name="connsiteX15" fmla="*/ 2199701 w 2233404"/>
                  <a:gd name="connsiteY15" fmla="*/ 2375345 h 4653725"/>
                  <a:gd name="connsiteX16" fmla="*/ 2032062 w 2233404"/>
                  <a:gd name="connsiteY16" fmla="*/ 2969705 h 4653725"/>
                  <a:gd name="connsiteX17" fmla="*/ 1620582 w 2233404"/>
                  <a:gd name="connsiteY17" fmla="*/ 3167825 h 4653725"/>
                  <a:gd name="connsiteX18" fmla="*/ 1391982 w 2233404"/>
                  <a:gd name="connsiteY18" fmla="*/ 3396425 h 4653725"/>
                  <a:gd name="connsiteX19" fmla="*/ 1009906 w 2233404"/>
                  <a:gd name="connsiteY19" fmla="*/ 3466598 h 4653725"/>
                  <a:gd name="connsiteX20" fmla="*/ 607165 w 2233404"/>
                  <a:gd name="connsiteY20" fmla="*/ 4653725 h 4653725"/>
                  <a:gd name="connsiteX21" fmla="*/ 759565 w 2233404"/>
                  <a:gd name="connsiteY21" fmla="*/ 3403098 h 4653725"/>
                  <a:gd name="connsiteX0" fmla="*/ 759565 w 2233404"/>
                  <a:gd name="connsiteY0" fmla="*/ 3403098 h 3466598"/>
                  <a:gd name="connsiteX1" fmla="*/ 576642 w 2233404"/>
                  <a:gd name="connsiteY1" fmla="*/ 3007805 h 3466598"/>
                  <a:gd name="connsiteX2" fmla="*/ 96581 w 2233404"/>
                  <a:gd name="connsiteY2" fmla="*/ 2611565 h 3466598"/>
                  <a:gd name="connsiteX3" fmla="*/ 191831 w 2233404"/>
                  <a:gd name="connsiteY3" fmla="*/ 2005776 h 3466598"/>
                  <a:gd name="connsiteX4" fmla="*/ 410906 w 2233404"/>
                  <a:gd name="connsiteY4" fmla="*/ 1805750 h 3466598"/>
                  <a:gd name="connsiteX5" fmla="*/ 325181 w 2233404"/>
                  <a:gd name="connsiteY5" fmla="*/ 1186625 h 3466598"/>
                  <a:gd name="connsiteX6" fmla="*/ 96582 w 2233404"/>
                  <a:gd name="connsiteY6" fmla="*/ 970727 h 3466598"/>
                  <a:gd name="connsiteX7" fmla="*/ 172782 w 2233404"/>
                  <a:gd name="connsiteY7" fmla="*/ 538927 h 3466598"/>
                  <a:gd name="connsiteX8" fmla="*/ 426782 w 2233404"/>
                  <a:gd name="connsiteY8" fmla="*/ 69028 h 3466598"/>
                  <a:gd name="connsiteX9" fmla="*/ 871282 w 2233404"/>
                  <a:gd name="connsiteY9" fmla="*/ 5528 h 3466598"/>
                  <a:gd name="connsiteX10" fmla="*/ 1099882 w 2233404"/>
                  <a:gd name="connsiteY10" fmla="*/ 69027 h 3466598"/>
                  <a:gd name="connsiteX11" fmla="*/ 1328482 w 2233404"/>
                  <a:gd name="connsiteY11" fmla="*/ 196027 h 3466598"/>
                  <a:gd name="connsiteX12" fmla="*/ 1557082 w 2233404"/>
                  <a:gd name="connsiteY12" fmla="*/ 602426 h 3466598"/>
                  <a:gd name="connsiteX13" fmla="*/ 1772982 w 2233404"/>
                  <a:gd name="connsiteY13" fmla="*/ 1059626 h 3466598"/>
                  <a:gd name="connsiteX14" fmla="*/ 2134931 w 2233404"/>
                  <a:gd name="connsiteY14" fmla="*/ 1815275 h 3466598"/>
                  <a:gd name="connsiteX15" fmla="*/ 2199701 w 2233404"/>
                  <a:gd name="connsiteY15" fmla="*/ 2375345 h 3466598"/>
                  <a:gd name="connsiteX16" fmla="*/ 2032062 w 2233404"/>
                  <a:gd name="connsiteY16" fmla="*/ 2969705 h 3466598"/>
                  <a:gd name="connsiteX17" fmla="*/ 1620582 w 2233404"/>
                  <a:gd name="connsiteY17" fmla="*/ 3167825 h 3466598"/>
                  <a:gd name="connsiteX18" fmla="*/ 1391982 w 2233404"/>
                  <a:gd name="connsiteY18" fmla="*/ 3396425 h 3466598"/>
                  <a:gd name="connsiteX19" fmla="*/ 1009906 w 2233404"/>
                  <a:gd name="connsiteY19" fmla="*/ 3466598 h 3466598"/>
                  <a:gd name="connsiteX20" fmla="*/ 759565 w 2233404"/>
                  <a:gd name="connsiteY20" fmla="*/ 3403098 h 34665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233404" h="3466598">
                    <a:moveTo>
                      <a:pt x="759565" y="3403098"/>
                    </a:moveTo>
                    <a:cubicBezTo>
                      <a:pt x="745588" y="3326898"/>
                      <a:pt x="618739" y="3294402"/>
                      <a:pt x="576642" y="3007805"/>
                    </a:cubicBezTo>
                    <a:cubicBezTo>
                      <a:pt x="589335" y="2935573"/>
                      <a:pt x="-145989" y="2617915"/>
                      <a:pt x="96581" y="2611565"/>
                    </a:cubicBezTo>
                    <a:cubicBezTo>
                      <a:pt x="59433" y="2523935"/>
                      <a:pt x="-147894" y="2138491"/>
                      <a:pt x="191831" y="2005776"/>
                    </a:cubicBezTo>
                    <a:cubicBezTo>
                      <a:pt x="247393" y="1892111"/>
                      <a:pt x="87056" y="1837500"/>
                      <a:pt x="410906" y="1805750"/>
                    </a:cubicBezTo>
                    <a:cubicBezTo>
                      <a:pt x="538964" y="1768708"/>
                      <a:pt x="37844" y="1185038"/>
                      <a:pt x="325181" y="1186625"/>
                    </a:cubicBezTo>
                    <a:cubicBezTo>
                      <a:pt x="355344" y="1055921"/>
                      <a:pt x="-108735" y="1068093"/>
                      <a:pt x="96582" y="970727"/>
                    </a:cubicBezTo>
                    <a:cubicBezTo>
                      <a:pt x="136799" y="907227"/>
                      <a:pt x="-70635" y="600310"/>
                      <a:pt x="172782" y="538927"/>
                    </a:cubicBezTo>
                    <a:cubicBezTo>
                      <a:pt x="43665" y="215077"/>
                      <a:pt x="310365" y="157928"/>
                      <a:pt x="426782" y="69028"/>
                    </a:cubicBezTo>
                    <a:cubicBezTo>
                      <a:pt x="543199" y="-19872"/>
                      <a:pt x="778149" y="35162"/>
                      <a:pt x="871282" y="5528"/>
                    </a:cubicBezTo>
                    <a:cubicBezTo>
                      <a:pt x="964415" y="-24106"/>
                      <a:pt x="1004632" y="75377"/>
                      <a:pt x="1099882" y="69027"/>
                    </a:cubicBezTo>
                    <a:cubicBezTo>
                      <a:pt x="1195132" y="62677"/>
                      <a:pt x="1224765" y="143110"/>
                      <a:pt x="1328482" y="196027"/>
                    </a:cubicBezTo>
                    <a:cubicBezTo>
                      <a:pt x="1597299" y="236244"/>
                      <a:pt x="1461832" y="519876"/>
                      <a:pt x="1557082" y="602426"/>
                    </a:cubicBezTo>
                    <a:cubicBezTo>
                      <a:pt x="1774252" y="692596"/>
                      <a:pt x="1708424" y="908708"/>
                      <a:pt x="1772982" y="1059626"/>
                    </a:cubicBezTo>
                    <a:cubicBezTo>
                      <a:pt x="1959460" y="1126724"/>
                      <a:pt x="2029945" y="1684889"/>
                      <a:pt x="2134931" y="1815275"/>
                    </a:cubicBezTo>
                    <a:cubicBezTo>
                      <a:pt x="2346597" y="1915181"/>
                      <a:pt x="2142233" y="2279778"/>
                      <a:pt x="2199701" y="2375345"/>
                    </a:cubicBezTo>
                    <a:cubicBezTo>
                      <a:pt x="2257169" y="2470912"/>
                      <a:pt x="2233992" y="2876995"/>
                      <a:pt x="2032062" y="2969705"/>
                    </a:cubicBezTo>
                    <a:cubicBezTo>
                      <a:pt x="2020632" y="3016695"/>
                      <a:pt x="1924112" y="3236405"/>
                      <a:pt x="1620582" y="3167825"/>
                    </a:cubicBezTo>
                    <a:cubicBezTo>
                      <a:pt x="1637092" y="3221165"/>
                      <a:pt x="1404861" y="3355520"/>
                      <a:pt x="1391982" y="3396425"/>
                    </a:cubicBezTo>
                    <a:cubicBezTo>
                      <a:pt x="1379103" y="3437330"/>
                      <a:pt x="1165872" y="3343831"/>
                      <a:pt x="1009906" y="3466598"/>
                    </a:cubicBezTo>
                    <a:lnTo>
                      <a:pt x="759565" y="3403098"/>
                    </a:lnTo>
                    <a:close/>
                  </a:path>
                </a:pathLst>
              </a:custGeom>
              <a:solidFill>
                <a:srgbClr val="3FB441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2" name="Rectangle 7">
                <a:extLst>
                  <a:ext uri="{FF2B5EF4-FFF2-40B4-BE49-F238E27FC236}">
                    <a16:creationId xmlns:a16="http://schemas.microsoft.com/office/drawing/2014/main" id="{7F4BDCF7-1C94-ACF5-1907-47192986B582}"/>
                  </a:ext>
                </a:extLst>
              </p:cNvPr>
              <p:cNvSpPr/>
              <p:nvPr/>
            </p:nvSpPr>
            <p:spPr>
              <a:xfrm rot="5130453">
                <a:off x="4109726" y="2429414"/>
                <a:ext cx="704825" cy="329939"/>
              </a:xfrm>
              <a:custGeom>
                <a:avLst/>
                <a:gdLst>
                  <a:gd name="connsiteX0" fmla="*/ 0 w 1007285"/>
                  <a:gd name="connsiteY0" fmla="*/ 0 h 94954"/>
                  <a:gd name="connsiteX1" fmla="*/ 1007285 w 1007285"/>
                  <a:gd name="connsiteY1" fmla="*/ 0 h 94954"/>
                  <a:gd name="connsiteX2" fmla="*/ 1007285 w 1007285"/>
                  <a:gd name="connsiteY2" fmla="*/ 94954 h 94954"/>
                  <a:gd name="connsiteX3" fmla="*/ 0 w 1007285"/>
                  <a:gd name="connsiteY3" fmla="*/ 94954 h 94954"/>
                  <a:gd name="connsiteX4" fmla="*/ 0 w 1007285"/>
                  <a:gd name="connsiteY4" fmla="*/ 0 h 94954"/>
                  <a:gd name="connsiteX0" fmla="*/ 2819400 w 3826685"/>
                  <a:gd name="connsiteY0" fmla="*/ 0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4" fmla="*/ 2819400 w 3826685"/>
                  <a:gd name="connsiteY4" fmla="*/ 0 h 869654"/>
                  <a:gd name="connsiteX0" fmla="*/ 0 w 3826685"/>
                  <a:gd name="connsiteY0" fmla="*/ 869654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968065 h 1033547"/>
                  <a:gd name="connsiteX1" fmla="*/ 3826685 w 3826685"/>
                  <a:gd name="connsiteY1" fmla="*/ 98411 h 1033547"/>
                  <a:gd name="connsiteX2" fmla="*/ 3826685 w 3826685"/>
                  <a:gd name="connsiteY2" fmla="*/ 193365 h 1033547"/>
                  <a:gd name="connsiteX3" fmla="*/ 0 w 3826685"/>
                  <a:gd name="connsiteY3" fmla="*/ 968065 h 1033547"/>
                  <a:gd name="connsiteX0" fmla="*/ 0 w 3826685"/>
                  <a:gd name="connsiteY0" fmla="*/ 968065 h 1013810"/>
                  <a:gd name="connsiteX1" fmla="*/ 3826685 w 3826685"/>
                  <a:gd name="connsiteY1" fmla="*/ 98411 h 1013810"/>
                  <a:gd name="connsiteX2" fmla="*/ 3826685 w 3826685"/>
                  <a:gd name="connsiteY2" fmla="*/ 193365 h 1013810"/>
                  <a:gd name="connsiteX3" fmla="*/ 0 w 3826685"/>
                  <a:gd name="connsiteY3" fmla="*/ 968065 h 1013810"/>
                  <a:gd name="connsiteX0" fmla="*/ 0 w 3826685"/>
                  <a:gd name="connsiteY0" fmla="*/ 968065 h 1012429"/>
                  <a:gd name="connsiteX1" fmla="*/ 3826685 w 3826685"/>
                  <a:gd name="connsiteY1" fmla="*/ 98411 h 1012429"/>
                  <a:gd name="connsiteX2" fmla="*/ 3826685 w 3826685"/>
                  <a:gd name="connsiteY2" fmla="*/ 193365 h 1012429"/>
                  <a:gd name="connsiteX3" fmla="*/ 0 w 3826685"/>
                  <a:gd name="connsiteY3" fmla="*/ 968065 h 101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6685" h="1012429">
                    <a:moveTo>
                      <a:pt x="0" y="968065"/>
                    </a:moveTo>
                    <a:cubicBezTo>
                      <a:pt x="1199362" y="1008380"/>
                      <a:pt x="2779723" y="-373704"/>
                      <a:pt x="3826685" y="98411"/>
                    </a:cubicBezTo>
                    <a:lnTo>
                      <a:pt x="3826685" y="193365"/>
                    </a:lnTo>
                    <a:cubicBezTo>
                      <a:pt x="2614623" y="-65927"/>
                      <a:pt x="932662" y="1268632"/>
                      <a:pt x="0" y="968065"/>
                    </a:cubicBezTo>
                    <a:close/>
                  </a:path>
                </a:pathLst>
              </a:custGeom>
              <a:solidFill>
                <a:srgbClr val="64263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" name="Rectangle 7">
                <a:extLst>
                  <a:ext uri="{FF2B5EF4-FFF2-40B4-BE49-F238E27FC236}">
                    <a16:creationId xmlns:a16="http://schemas.microsoft.com/office/drawing/2014/main" id="{24C14301-469C-69FD-98A9-674BCDECC9A8}"/>
                  </a:ext>
                </a:extLst>
              </p:cNvPr>
              <p:cNvSpPr/>
              <p:nvPr/>
            </p:nvSpPr>
            <p:spPr>
              <a:xfrm rot="4411580">
                <a:off x="3803813" y="2701273"/>
                <a:ext cx="1032418" cy="483290"/>
              </a:xfrm>
              <a:custGeom>
                <a:avLst/>
                <a:gdLst>
                  <a:gd name="connsiteX0" fmla="*/ 0 w 1007285"/>
                  <a:gd name="connsiteY0" fmla="*/ 0 h 94954"/>
                  <a:gd name="connsiteX1" fmla="*/ 1007285 w 1007285"/>
                  <a:gd name="connsiteY1" fmla="*/ 0 h 94954"/>
                  <a:gd name="connsiteX2" fmla="*/ 1007285 w 1007285"/>
                  <a:gd name="connsiteY2" fmla="*/ 94954 h 94954"/>
                  <a:gd name="connsiteX3" fmla="*/ 0 w 1007285"/>
                  <a:gd name="connsiteY3" fmla="*/ 94954 h 94954"/>
                  <a:gd name="connsiteX4" fmla="*/ 0 w 1007285"/>
                  <a:gd name="connsiteY4" fmla="*/ 0 h 94954"/>
                  <a:gd name="connsiteX0" fmla="*/ 2819400 w 3826685"/>
                  <a:gd name="connsiteY0" fmla="*/ 0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4" fmla="*/ 2819400 w 3826685"/>
                  <a:gd name="connsiteY4" fmla="*/ 0 h 869654"/>
                  <a:gd name="connsiteX0" fmla="*/ 0 w 3826685"/>
                  <a:gd name="connsiteY0" fmla="*/ 869654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968065 h 1033547"/>
                  <a:gd name="connsiteX1" fmla="*/ 3826685 w 3826685"/>
                  <a:gd name="connsiteY1" fmla="*/ 98411 h 1033547"/>
                  <a:gd name="connsiteX2" fmla="*/ 3826685 w 3826685"/>
                  <a:gd name="connsiteY2" fmla="*/ 193365 h 1033547"/>
                  <a:gd name="connsiteX3" fmla="*/ 0 w 3826685"/>
                  <a:gd name="connsiteY3" fmla="*/ 968065 h 1033547"/>
                  <a:gd name="connsiteX0" fmla="*/ 0 w 3826685"/>
                  <a:gd name="connsiteY0" fmla="*/ 968065 h 1013810"/>
                  <a:gd name="connsiteX1" fmla="*/ 3826685 w 3826685"/>
                  <a:gd name="connsiteY1" fmla="*/ 98411 h 1013810"/>
                  <a:gd name="connsiteX2" fmla="*/ 3826685 w 3826685"/>
                  <a:gd name="connsiteY2" fmla="*/ 193365 h 1013810"/>
                  <a:gd name="connsiteX3" fmla="*/ 0 w 3826685"/>
                  <a:gd name="connsiteY3" fmla="*/ 968065 h 1013810"/>
                  <a:gd name="connsiteX0" fmla="*/ 0 w 3826685"/>
                  <a:gd name="connsiteY0" fmla="*/ 968065 h 1012429"/>
                  <a:gd name="connsiteX1" fmla="*/ 3826685 w 3826685"/>
                  <a:gd name="connsiteY1" fmla="*/ 98411 h 1012429"/>
                  <a:gd name="connsiteX2" fmla="*/ 3826685 w 3826685"/>
                  <a:gd name="connsiteY2" fmla="*/ 193365 h 1012429"/>
                  <a:gd name="connsiteX3" fmla="*/ 0 w 3826685"/>
                  <a:gd name="connsiteY3" fmla="*/ 968065 h 101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6685" h="1012429">
                    <a:moveTo>
                      <a:pt x="0" y="968065"/>
                    </a:moveTo>
                    <a:cubicBezTo>
                      <a:pt x="1199362" y="1008380"/>
                      <a:pt x="2779723" y="-373704"/>
                      <a:pt x="3826685" y="98411"/>
                    </a:cubicBezTo>
                    <a:lnTo>
                      <a:pt x="3826685" y="193365"/>
                    </a:lnTo>
                    <a:cubicBezTo>
                      <a:pt x="2614623" y="-65927"/>
                      <a:pt x="932662" y="1268632"/>
                      <a:pt x="0" y="968065"/>
                    </a:cubicBezTo>
                    <a:close/>
                  </a:path>
                </a:pathLst>
              </a:custGeom>
              <a:solidFill>
                <a:srgbClr val="64263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" name="Rectangle 7">
                <a:extLst>
                  <a:ext uri="{FF2B5EF4-FFF2-40B4-BE49-F238E27FC236}">
                    <a16:creationId xmlns:a16="http://schemas.microsoft.com/office/drawing/2014/main" id="{53AF8003-435E-4D22-21B4-B0008D5C58F7}"/>
                  </a:ext>
                </a:extLst>
              </p:cNvPr>
              <p:cNvSpPr/>
              <p:nvPr/>
            </p:nvSpPr>
            <p:spPr>
              <a:xfrm rot="5130453">
                <a:off x="4020432" y="1677001"/>
                <a:ext cx="963083" cy="329939"/>
              </a:xfrm>
              <a:custGeom>
                <a:avLst/>
                <a:gdLst>
                  <a:gd name="connsiteX0" fmla="*/ 0 w 1007285"/>
                  <a:gd name="connsiteY0" fmla="*/ 0 h 94954"/>
                  <a:gd name="connsiteX1" fmla="*/ 1007285 w 1007285"/>
                  <a:gd name="connsiteY1" fmla="*/ 0 h 94954"/>
                  <a:gd name="connsiteX2" fmla="*/ 1007285 w 1007285"/>
                  <a:gd name="connsiteY2" fmla="*/ 94954 h 94954"/>
                  <a:gd name="connsiteX3" fmla="*/ 0 w 1007285"/>
                  <a:gd name="connsiteY3" fmla="*/ 94954 h 94954"/>
                  <a:gd name="connsiteX4" fmla="*/ 0 w 1007285"/>
                  <a:gd name="connsiteY4" fmla="*/ 0 h 94954"/>
                  <a:gd name="connsiteX0" fmla="*/ 2819400 w 3826685"/>
                  <a:gd name="connsiteY0" fmla="*/ 0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4" fmla="*/ 2819400 w 3826685"/>
                  <a:gd name="connsiteY4" fmla="*/ 0 h 869654"/>
                  <a:gd name="connsiteX0" fmla="*/ 0 w 3826685"/>
                  <a:gd name="connsiteY0" fmla="*/ 869654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968065 h 1033547"/>
                  <a:gd name="connsiteX1" fmla="*/ 3826685 w 3826685"/>
                  <a:gd name="connsiteY1" fmla="*/ 98411 h 1033547"/>
                  <a:gd name="connsiteX2" fmla="*/ 3826685 w 3826685"/>
                  <a:gd name="connsiteY2" fmla="*/ 193365 h 1033547"/>
                  <a:gd name="connsiteX3" fmla="*/ 0 w 3826685"/>
                  <a:gd name="connsiteY3" fmla="*/ 968065 h 1033547"/>
                  <a:gd name="connsiteX0" fmla="*/ 0 w 3826685"/>
                  <a:gd name="connsiteY0" fmla="*/ 968065 h 1013810"/>
                  <a:gd name="connsiteX1" fmla="*/ 3826685 w 3826685"/>
                  <a:gd name="connsiteY1" fmla="*/ 98411 h 1013810"/>
                  <a:gd name="connsiteX2" fmla="*/ 3826685 w 3826685"/>
                  <a:gd name="connsiteY2" fmla="*/ 193365 h 1013810"/>
                  <a:gd name="connsiteX3" fmla="*/ 0 w 3826685"/>
                  <a:gd name="connsiteY3" fmla="*/ 968065 h 1013810"/>
                  <a:gd name="connsiteX0" fmla="*/ 0 w 3826685"/>
                  <a:gd name="connsiteY0" fmla="*/ 968065 h 1012429"/>
                  <a:gd name="connsiteX1" fmla="*/ 3826685 w 3826685"/>
                  <a:gd name="connsiteY1" fmla="*/ 98411 h 1012429"/>
                  <a:gd name="connsiteX2" fmla="*/ 3826685 w 3826685"/>
                  <a:gd name="connsiteY2" fmla="*/ 193365 h 1012429"/>
                  <a:gd name="connsiteX3" fmla="*/ 0 w 3826685"/>
                  <a:gd name="connsiteY3" fmla="*/ 968065 h 101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6685" h="1012429">
                    <a:moveTo>
                      <a:pt x="0" y="968065"/>
                    </a:moveTo>
                    <a:cubicBezTo>
                      <a:pt x="1199362" y="1008380"/>
                      <a:pt x="2779723" y="-373704"/>
                      <a:pt x="3826685" y="98411"/>
                    </a:cubicBezTo>
                    <a:lnTo>
                      <a:pt x="3826685" y="193365"/>
                    </a:lnTo>
                    <a:cubicBezTo>
                      <a:pt x="2614623" y="-65927"/>
                      <a:pt x="932662" y="1268632"/>
                      <a:pt x="0" y="968065"/>
                    </a:cubicBezTo>
                    <a:close/>
                  </a:path>
                </a:pathLst>
              </a:custGeom>
              <a:solidFill>
                <a:srgbClr val="64263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" name="Rectangle 7">
                <a:extLst>
                  <a:ext uri="{FF2B5EF4-FFF2-40B4-BE49-F238E27FC236}">
                    <a16:creationId xmlns:a16="http://schemas.microsoft.com/office/drawing/2014/main" id="{3A12FD38-F1F5-B7EF-7EC1-6B82B2E50E71}"/>
                  </a:ext>
                </a:extLst>
              </p:cNvPr>
              <p:cNvSpPr/>
              <p:nvPr/>
            </p:nvSpPr>
            <p:spPr>
              <a:xfrm rot="17188420" flipH="1">
                <a:off x="4412435" y="2911181"/>
                <a:ext cx="1032418" cy="483290"/>
              </a:xfrm>
              <a:custGeom>
                <a:avLst/>
                <a:gdLst>
                  <a:gd name="connsiteX0" fmla="*/ 0 w 1007285"/>
                  <a:gd name="connsiteY0" fmla="*/ 0 h 94954"/>
                  <a:gd name="connsiteX1" fmla="*/ 1007285 w 1007285"/>
                  <a:gd name="connsiteY1" fmla="*/ 0 h 94954"/>
                  <a:gd name="connsiteX2" fmla="*/ 1007285 w 1007285"/>
                  <a:gd name="connsiteY2" fmla="*/ 94954 h 94954"/>
                  <a:gd name="connsiteX3" fmla="*/ 0 w 1007285"/>
                  <a:gd name="connsiteY3" fmla="*/ 94954 h 94954"/>
                  <a:gd name="connsiteX4" fmla="*/ 0 w 1007285"/>
                  <a:gd name="connsiteY4" fmla="*/ 0 h 94954"/>
                  <a:gd name="connsiteX0" fmla="*/ 2819400 w 3826685"/>
                  <a:gd name="connsiteY0" fmla="*/ 0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4" fmla="*/ 2819400 w 3826685"/>
                  <a:gd name="connsiteY4" fmla="*/ 0 h 869654"/>
                  <a:gd name="connsiteX0" fmla="*/ 0 w 3826685"/>
                  <a:gd name="connsiteY0" fmla="*/ 869654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968065 h 1033547"/>
                  <a:gd name="connsiteX1" fmla="*/ 3826685 w 3826685"/>
                  <a:gd name="connsiteY1" fmla="*/ 98411 h 1033547"/>
                  <a:gd name="connsiteX2" fmla="*/ 3826685 w 3826685"/>
                  <a:gd name="connsiteY2" fmla="*/ 193365 h 1033547"/>
                  <a:gd name="connsiteX3" fmla="*/ 0 w 3826685"/>
                  <a:gd name="connsiteY3" fmla="*/ 968065 h 1033547"/>
                  <a:gd name="connsiteX0" fmla="*/ 0 w 3826685"/>
                  <a:gd name="connsiteY0" fmla="*/ 968065 h 1013810"/>
                  <a:gd name="connsiteX1" fmla="*/ 3826685 w 3826685"/>
                  <a:gd name="connsiteY1" fmla="*/ 98411 h 1013810"/>
                  <a:gd name="connsiteX2" fmla="*/ 3826685 w 3826685"/>
                  <a:gd name="connsiteY2" fmla="*/ 193365 h 1013810"/>
                  <a:gd name="connsiteX3" fmla="*/ 0 w 3826685"/>
                  <a:gd name="connsiteY3" fmla="*/ 968065 h 1013810"/>
                  <a:gd name="connsiteX0" fmla="*/ 0 w 3826685"/>
                  <a:gd name="connsiteY0" fmla="*/ 968065 h 1012429"/>
                  <a:gd name="connsiteX1" fmla="*/ 3826685 w 3826685"/>
                  <a:gd name="connsiteY1" fmla="*/ 98411 h 1012429"/>
                  <a:gd name="connsiteX2" fmla="*/ 3826685 w 3826685"/>
                  <a:gd name="connsiteY2" fmla="*/ 193365 h 1012429"/>
                  <a:gd name="connsiteX3" fmla="*/ 0 w 3826685"/>
                  <a:gd name="connsiteY3" fmla="*/ 968065 h 101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6685" h="1012429">
                    <a:moveTo>
                      <a:pt x="0" y="968065"/>
                    </a:moveTo>
                    <a:cubicBezTo>
                      <a:pt x="1199362" y="1008380"/>
                      <a:pt x="2779723" y="-373704"/>
                      <a:pt x="3826685" y="98411"/>
                    </a:cubicBezTo>
                    <a:lnTo>
                      <a:pt x="3826685" y="193365"/>
                    </a:lnTo>
                    <a:cubicBezTo>
                      <a:pt x="2614623" y="-65927"/>
                      <a:pt x="932662" y="1268632"/>
                      <a:pt x="0" y="968065"/>
                    </a:cubicBezTo>
                    <a:close/>
                  </a:path>
                </a:pathLst>
              </a:custGeom>
              <a:solidFill>
                <a:srgbClr val="64263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" name="Rectangle 7">
                <a:extLst>
                  <a:ext uri="{FF2B5EF4-FFF2-40B4-BE49-F238E27FC236}">
                    <a16:creationId xmlns:a16="http://schemas.microsoft.com/office/drawing/2014/main" id="{1E269F56-732F-C606-8477-14AF63A6E675}"/>
                  </a:ext>
                </a:extLst>
              </p:cNvPr>
              <p:cNvSpPr/>
              <p:nvPr/>
            </p:nvSpPr>
            <p:spPr>
              <a:xfrm rot="17188420" flipH="1">
                <a:off x="4450248" y="2270119"/>
                <a:ext cx="868238" cy="406435"/>
              </a:xfrm>
              <a:custGeom>
                <a:avLst/>
                <a:gdLst>
                  <a:gd name="connsiteX0" fmla="*/ 0 w 1007285"/>
                  <a:gd name="connsiteY0" fmla="*/ 0 h 94954"/>
                  <a:gd name="connsiteX1" fmla="*/ 1007285 w 1007285"/>
                  <a:gd name="connsiteY1" fmla="*/ 0 h 94954"/>
                  <a:gd name="connsiteX2" fmla="*/ 1007285 w 1007285"/>
                  <a:gd name="connsiteY2" fmla="*/ 94954 h 94954"/>
                  <a:gd name="connsiteX3" fmla="*/ 0 w 1007285"/>
                  <a:gd name="connsiteY3" fmla="*/ 94954 h 94954"/>
                  <a:gd name="connsiteX4" fmla="*/ 0 w 1007285"/>
                  <a:gd name="connsiteY4" fmla="*/ 0 h 94954"/>
                  <a:gd name="connsiteX0" fmla="*/ 2819400 w 3826685"/>
                  <a:gd name="connsiteY0" fmla="*/ 0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4" fmla="*/ 2819400 w 3826685"/>
                  <a:gd name="connsiteY4" fmla="*/ 0 h 869654"/>
                  <a:gd name="connsiteX0" fmla="*/ 0 w 3826685"/>
                  <a:gd name="connsiteY0" fmla="*/ 869654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968065 h 1033547"/>
                  <a:gd name="connsiteX1" fmla="*/ 3826685 w 3826685"/>
                  <a:gd name="connsiteY1" fmla="*/ 98411 h 1033547"/>
                  <a:gd name="connsiteX2" fmla="*/ 3826685 w 3826685"/>
                  <a:gd name="connsiteY2" fmla="*/ 193365 h 1033547"/>
                  <a:gd name="connsiteX3" fmla="*/ 0 w 3826685"/>
                  <a:gd name="connsiteY3" fmla="*/ 968065 h 1033547"/>
                  <a:gd name="connsiteX0" fmla="*/ 0 w 3826685"/>
                  <a:gd name="connsiteY0" fmla="*/ 968065 h 1013810"/>
                  <a:gd name="connsiteX1" fmla="*/ 3826685 w 3826685"/>
                  <a:gd name="connsiteY1" fmla="*/ 98411 h 1013810"/>
                  <a:gd name="connsiteX2" fmla="*/ 3826685 w 3826685"/>
                  <a:gd name="connsiteY2" fmla="*/ 193365 h 1013810"/>
                  <a:gd name="connsiteX3" fmla="*/ 0 w 3826685"/>
                  <a:gd name="connsiteY3" fmla="*/ 968065 h 1013810"/>
                  <a:gd name="connsiteX0" fmla="*/ 0 w 3826685"/>
                  <a:gd name="connsiteY0" fmla="*/ 968065 h 1012429"/>
                  <a:gd name="connsiteX1" fmla="*/ 3826685 w 3826685"/>
                  <a:gd name="connsiteY1" fmla="*/ 98411 h 1012429"/>
                  <a:gd name="connsiteX2" fmla="*/ 3826685 w 3826685"/>
                  <a:gd name="connsiteY2" fmla="*/ 193365 h 1012429"/>
                  <a:gd name="connsiteX3" fmla="*/ 0 w 3826685"/>
                  <a:gd name="connsiteY3" fmla="*/ 968065 h 101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6685" h="1012429">
                    <a:moveTo>
                      <a:pt x="0" y="968065"/>
                    </a:moveTo>
                    <a:cubicBezTo>
                      <a:pt x="1199362" y="1008380"/>
                      <a:pt x="2779723" y="-373704"/>
                      <a:pt x="3826685" y="98411"/>
                    </a:cubicBezTo>
                    <a:lnTo>
                      <a:pt x="3826685" y="193365"/>
                    </a:lnTo>
                    <a:cubicBezTo>
                      <a:pt x="2614623" y="-65927"/>
                      <a:pt x="932662" y="1268632"/>
                      <a:pt x="0" y="968065"/>
                    </a:cubicBezTo>
                    <a:close/>
                  </a:path>
                </a:pathLst>
              </a:custGeom>
              <a:solidFill>
                <a:srgbClr val="64263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" name="Rectangle 7">
                <a:extLst>
                  <a:ext uri="{FF2B5EF4-FFF2-40B4-BE49-F238E27FC236}">
                    <a16:creationId xmlns:a16="http://schemas.microsoft.com/office/drawing/2014/main" id="{C9B7488D-C079-E16E-C35B-DC2E3DBB9717}"/>
                  </a:ext>
                </a:extLst>
              </p:cNvPr>
              <p:cNvSpPr/>
              <p:nvPr/>
            </p:nvSpPr>
            <p:spPr>
              <a:xfrm rot="16546531" flipH="1">
                <a:off x="4454596" y="1250533"/>
                <a:ext cx="1032418" cy="483290"/>
              </a:xfrm>
              <a:custGeom>
                <a:avLst/>
                <a:gdLst>
                  <a:gd name="connsiteX0" fmla="*/ 0 w 1007285"/>
                  <a:gd name="connsiteY0" fmla="*/ 0 h 94954"/>
                  <a:gd name="connsiteX1" fmla="*/ 1007285 w 1007285"/>
                  <a:gd name="connsiteY1" fmla="*/ 0 h 94954"/>
                  <a:gd name="connsiteX2" fmla="*/ 1007285 w 1007285"/>
                  <a:gd name="connsiteY2" fmla="*/ 94954 h 94954"/>
                  <a:gd name="connsiteX3" fmla="*/ 0 w 1007285"/>
                  <a:gd name="connsiteY3" fmla="*/ 94954 h 94954"/>
                  <a:gd name="connsiteX4" fmla="*/ 0 w 1007285"/>
                  <a:gd name="connsiteY4" fmla="*/ 0 h 94954"/>
                  <a:gd name="connsiteX0" fmla="*/ 2819400 w 3826685"/>
                  <a:gd name="connsiteY0" fmla="*/ 0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4" fmla="*/ 2819400 w 3826685"/>
                  <a:gd name="connsiteY4" fmla="*/ 0 h 869654"/>
                  <a:gd name="connsiteX0" fmla="*/ 0 w 3826685"/>
                  <a:gd name="connsiteY0" fmla="*/ 869654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968065 h 1033547"/>
                  <a:gd name="connsiteX1" fmla="*/ 3826685 w 3826685"/>
                  <a:gd name="connsiteY1" fmla="*/ 98411 h 1033547"/>
                  <a:gd name="connsiteX2" fmla="*/ 3826685 w 3826685"/>
                  <a:gd name="connsiteY2" fmla="*/ 193365 h 1033547"/>
                  <a:gd name="connsiteX3" fmla="*/ 0 w 3826685"/>
                  <a:gd name="connsiteY3" fmla="*/ 968065 h 1033547"/>
                  <a:gd name="connsiteX0" fmla="*/ 0 w 3826685"/>
                  <a:gd name="connsiteY0" fmla="*/ 968065 h 1013810"/>
                  <a:gd name="connsiteX1" fmla="*/ 3826685 w 3826685"/>
                  <a:gd name="connsiteY1" fmla="*/ 98411 h 1013810"/>
                  <a:gd name="connsiteX2" fmla="*/ 3826685 w 3826685"/>
                  <a:gd name="connsiteY2" fmla="*/ 193365 h 1013810"/>
                  <a:gd name="connsiteX3" fmla="*/ 0 w 3826685"/>
                  <a:gd name="connsiteY3" fmla="*/ 968065 h 1013810"/>
                  <a:gd name="connsiteX0" fmla="*/ 0 w 3826685"/>
                  <a:gd name="connsiteY0" fmla="*/ 968065 h 1012429"/>
                  <a:gd name="connsiteX1" fmla="*/ 3826685 w 3826685"/>
                  <a:gd name="connsiteY1" fmla="*/ 98411 h 1012429"/>
                  <a:gd name="connsiteX2" fmla="*/ 3826685 w 3826685"/>
                  <a:gd name="connsiteY2" fmla="*/ 193365 h 1012429"/>
                  <a:gd name="connsiteX3" fmla="*/ 0 w 3826685"/>
                  <a:gd name="connsiteY3" fmla="*/ 968065 h 101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6685" h="1012429">
                    <a:moveTo>
                      <a:pt x="0" y="968065"/>
                    </a:moveTo>
                    <a:cubicBezTo>
                      <a:pt x="1199362" y="1008380"/>
                      <a:pt x="2779723" y="-373704"/>
                      <a:pt x="3826685" y="98411"/>
                    </a:cubicBezTo>
                    <a:lnTo>
                      <a:pt x="3826685" y="193365"/>
                    </a:lnTo>
                    <a:cubicBezTo>
                      <a:pt x="2614623" y="-65927"/>
                      <a:pt x="932662" y="1268632"/>
                      <a:pt x="0" y="968065"/>
                    </a:cubicBezTo>
                    <a:close/>
                  </a:path>
                </a:pathLst>
              </a:custGeom>
              <a:solidFill>
                <a:srgbClr val="64263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" name="Rectangle 59">
                <a:extLst>
                  <a:ext uri="{FF2B5EF4-FFF2-40B4-BE49-F238E27FC236}">
                    <a16:creationId xmlns:a16="http://schemas.microsoft.com/office/drawing/2014/main" id="{6DE44A5C-8634-32C6-5736-A699F3A5268F}"/>
                  </a:ext>
                </a:extLst>
              </p:cNvPr>
              <p:cNvSpPr/>
              <p:nvPr/>
            </p:nvSpPr>
            <p:spPr>
              <a:xfrm rot="316924">
                <a:off x="4446016" y="969466"/>
                <a:ext cx="286726" cy="4005924"/>
              </a:xfrm>
              <a:custGeom>
                <a:avLst/>
                <a:gdLst>
                  <a:gd name="connsiteX0" fmla="*/ 0 w 196226"/>
                  <a:gd name="connsiteY0" fmla="*/ 0 h 3725706"/>
                  <a:gd name="connsiteX1" fmla="*/ 196226 w 196226"/>
                  <a:gd name="connsiteY1" fmla="*/ 0 h 3725706"/>
                  <a:gd name="connsiteX2" fmla="*/ 196226 w 196226"/>
                  <a:gd name="connsiteY2" fmla="*/ 3725706 h 3725706"/>
                  <a:gd name="connsiteX3" fmla="*/ 0 w 196226"/>
                  <a:gd name="connsiteY3" fmla="*/ 3725706 h 3725706"/>
                  <a:gd name="connsiteX4" fmla="*/ 0 w 196226"/>
                  <a:gd name="connsiteY4" fmla="*/ 0 h 3725706"/>
                  <a:gd name="connsiteX0" fmla="*/ 0 w 196226"/>
                  <a:gd name="connsiteY0" fmla="*/ 3725706 h 3725706"/>
                  <a:gd name="connsiteX1" fmla="*/ 196226 w 196226"/>
                  <a:gd name="connsiteY1" fmla="*/ 0 h 3725706"/>
                  <a:gd name="connsiteX2" fmla="*/ 196226 w 196226"/>
                  <a:gd name="connsiteY2" fmla="*/ 3725706 h 3725706"/>
                  <a:gd name="connsiteX3" fmla="*/ 0 w 196226"/>
                  <a:gd name="connsiteY3" fmla="*/ 3725706 h 3725706"/>
                  <a:gd name="connsiteX0" fmla="*/ 0 w 196226"/>
                  <a:gd name="connsiteY0" fmla="*/ 3741025 h 3741025"/>
                  <a:gd name="connsiteX1" fmla="*/ 177626 w 196226"/>
                  <a:gd name="connsiteY1" fmla="*/ 0 h 3741025"/>
                  <a:gd name="connsiteX2" fmla="*/ 196226 w 196226"/>
                  <a:gd name="connsiteY2" fmla="*/ 3741025 h 3741025"/>
                  <a:gd name="connsiteX3" fmla="*/ 0 w 196226"/>
                  <a:gd name="connsiteY3" fmla="*/ 3741025 h 3741025"/>
                  <a:gd name="connsiteX0" fmla="*/ 0 w 196226"/>
                  <a:gd name="connsiteY0" fmla="*/ 3760392 h 3760392"/>
                  <a:gd name="connsiteX1" fmla="*/ 165482 w 196226"/>
                  <a:gd name="connsiteY1" fmla="*/ 0 h 3760392"/>
                  <a:gd name="connsiteX2" fmla="*/ 196226 w 196226"/>
                  <a:gd name="connsiteY2" fmla="*/ 3760392 h 3760392"/>
                  <a:gd name="connsiteX3" fmla="*/ 0 w 196226"/>
                  <a:gd name="connsiteY3" fmla="*/ 3760392 h 3760392"/>
                  <a:gd name="connsiteX0" fmla="*/ 0 w 196226"/>
                  <a:gd name="connsiteY0" fmla="*/ 3760392 h 3760392"/>
                  <a:gd name="connsiteX1" fmla="*/ 165482 w 196226"/>
                  <a:gd name="connsiteY1" fmla="*/ 0 h 3760392"/>
                  <a:gd name="connsiteX2" fmla="*/ 196226 w 196226"/>
                  <a:gd name="connsiteY2" fmla="*/ 3760392 h 3760392"/>
                  <a:gd name="connsiteX3" fmla="*/ 0 w 196226"/>
                  <a:gd name="connsiteY3" fmla="*/ 3760392 h 3760392"/>
                  <a:gd name="connsiteX0" fmla="*/ 0 w 203788"/>
                  <a:gd name="connsiteY0" fmla="*/ 3760392 h 3760392"/>
                  <a:gd name="connsiteX1" fmla="*/ 165482 w 203788"/>
                  <a:gd name="connsiteY1" fmla="*/ 0 h 3760392"/>
                  <a:gd name="connsiteX2" fmla="*/ 196226 w 203788"/>
                  <a:gd name="connsiteY2" fmla="*/ 3760392 h 3760392"/>
                  <a:gd name="connsiteX3" fmla="*/ 0 w 203788"/>
                  <a:gd name="connsiteY3" fmla="*/ 3760392 h 3760392"/>
                  <a:gd name="connsiteX0" fmla="*/ 0 w 232892"/>
                  <a:gd name="connsiteY0" fmla="*/ 3742664 h 3760392"/>
                  <a:gd name="connsiteX1" fmla="*/ 194586 w 232892"/>
                  <a:gd name="connsiteY1" fmla="*/ 0 h 3760392"/>
                  <a:gd name="connsiteX2" fmla="*/ 225330 w 232892"/>
                  <a:gd name="connsiteY2" fmla="*/ 3760392 h 3760392"/>
                  <a:gd name="connsiteX3" fmla="*/ 0 w 232892"/>
                  <a:gd name="connsiteY3" fmla="*/ 3742664 h 3760392"/>
                  <a:gd name="connsiteX0" fmla="*/ 0 w 232030"/>
                  <a:gd name="connsiteY0" fmla="*/ 3742664 h 3914670"/>
                  <a:gd name="connsiteX1" fmla="*/ 194586 w 232030"/>
                  <a:gd name="connsiteY1" fmla="*/ 0 h 3914670"/>
                  <a:gd name="connsiteX2" fmla="*/ 223135 w 232030"/>
                  <a:gd name="connsiteY2" fmla="*/ 3914670 h 3914670"/>
                  <a:gd name="connsiteX3" fmla="*/ 0 w 232030"/>
                  <a:gd name="connsiteY3" fmla="*/ 3742664 h 3914670"/>
                  <a:gd name="connsiteX0" fmla="*/ 0 w 247137"/>
                  <a:gd name="connsiteY0" fmla="*/ 3905038 h 3914670"/>
                  <a:gd name="connsiteX1" fmla="*/ 209693 w 247137"/>
                  <a:gd name="connsiteY1" fmla="*/ 0 h 3914670"/>
                  <a:gd name="connsiteX2" fmla="*/ 238242 w 247137"/>
                  <a:gd name="connsiteY2" fmla="*/ 3914670 h 3914670"/>
                  <a:gd name="connsiteX3" fmla="*/ 0 w 247137"/>
                  <a:gd name="connsiteY3" fmla="*/ 3905038 h 3914670"/>
                  <a:gd name="connsiteX0" fmla="*/ 0 w 250938"/>
                  <a:gd name="connsiteY0" fmla="*/ 3905038 h 3972005"/>
                  <a:gd name="connsiteX1" fmla="*/ 209693 w 250938"/>
                  <a:gd name="connsiteY1" fmla="*/ 0 h 3972005"/>
                  <a:gd name="connsiteX2" fmla="*/ 247212 w 250938"/>
                  <a:gd name="connsiteY2" fmla="*/ 3972005 h 3972005"/>
                  <a:gd name="connsiteX3" fmla="*/ 0 w 250938"/>
                  <a:gd name="connsiteY3" fmla="*/ 3905038 h 3972005"/>
                  <a:gd name="connsiteX0" fmla="*/ 0 w 264616"/>
                  <a:gd name="connsiteY0" fmla="*/ 3940598 h 3972005"/>
                  <a:gd name="connsiteX1" fmla="*/ 223371 w 264616"/>
                  <a:gd name="connsiteY1" fmla="*/ 0 h 3972005"/>
                  <a:gd name="connsiteX2" fmla="*/ 260890 w 264616"/>
                  <a:gd name="connsiteY2" fmla="*/ 3972005 h 3972005"/>
                  <a:gd name="connsiteX3" fmla="*/ 0 w 264616"/>
                  <a:gd name="connsiteY3" fmla="*/ 3940598 h 3972005"/>
                  <a:gd name="connsiteX0" fmla="*/ 0 w 262936"/>
                  <a:gd name="connsiteY0" fmla="*/ 3974517 h 4005924"/>
                  <a:gd name="connsiteX1" fmla="*/ 220090 w 262936"/>
                  <a:gd name="connsiteY1" fmla="*/ 0 h 4005924"/>
                  <a:gd name="connsiteX2" fmla="*/ 260890 w 262936"/>
                  <a:gd name="connsiteY2" fmla="*/ 4005924 h 4005924"/>
                  <a:gd name="connsiteX3" fmla="*/ 0 w 262936"/>
                  <a:gd name="connsiteY3" fmla="*/ 3974517 h 4005924"/>
                  <a:gd name="connsiteX0" fmla="*/ 0 w 286726"/>
                  <a:gd name="connsiteY0" fmla="*/ 3974517 h 4005924"/>
                  <a:gd name="connsiteX1" fmla="*/ 220090 w 286726"/>
                  <a:gd name="connsiteY1" fmla="*/ 0 h 4005924"/>
                  <a:gd name="connsiteX2" fmla="*/ 260890 w 286726"/>
                  <a:gd name="connsiteY2" fmla="*/ 4005924 h 4005924"/>
                  <a:gd name="connsiteX3" fmla="*/ 0 w 286726"/>
                  <a:gd name="connsiteY3" fmla="*/ 3974517 h 4005924"/>
                  <a:gd name="connsiteX0" fmla="*/ 0 w 286726"/>
                  <a:gd name="connsiteY0" fmla="*/ 3974517 h 4065957"/>
                  <a:gd name="connsiteX1" fmla="*/ 220090 w 286726"/>
                  <a:gd name="connsiteY1" fmla="*/ 0 h 4065957"/>
                  <a:gd name="connsiteX2" fmla="*/ 260890 w 286726"/>
                  <a:gd name="connsiteY2" fmla="*/ 4005924 h 4065957"/>
                  <a:gd name="connsiteX3" fmla="*/ 91440 w 286726"/>
                  <a:gd name="connsiteY3" fmla="*/ 4065957 h 4065957"/>
                  <a:gd name="connsiteX0" fmla="*/ 0 w 286726"/>
                  <a:gd name="connsiteY0" fmla="*/ 3974517 h 4005924"/>
                  <a:gd name="connsiteX1" fmla="*/ 220090 w 286726"/>
                  <a:gd name="connsiteY1" fmla="*/ 0 h 4005924"/>
                  <a:gd name="connsiteX2" fmla="*/ 260890 w 286726"/>
                  <a:gd name="connsiteY2" fmla="*/ 4005924 h 4005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86726" h="4005924">
                    <a:moveTo>
                      <a:pt x="0" y="3974517"/>
                    </a:moveTo>
                    <a:cubicBezTo>
                      <a:pt x="55161" y="2721053"/>
                      <a:pt x="8137" y="1189886"/>
                      <a:pt x="220090" y="0"/>
                    </a:cubicBezTo>
                    <a:cubicBezTo>
                      <a:pt x="290188" y="1305877"/>
                      <a:pt x="306997" y="2627180"/>
                      <a:pt x="260890" y="4005924"/>
                    </a:cubicBezTo>
                  </a:path>
                </a:pathLst>
              </a:custGeom>
              <a:solidFill>
                <a:srgbClr val="64263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A119D0B6-425B-8585-278E-F813D165B93D}"/>
                </a:ext>
              </a:extLst>
            </p:cNvPr>
            <p:cNvGrpSpPr/>
            <p:nvPr/>
          </p:nvGrpSpPr>
          <p:grpSpPr>
            <a:xfrm rot="1608485">
              <a:off x="4891825" y="968872"/>
              <a:ext cx="2233404" cy="4752318"/>
              <a:chOff x="3675319" y="223072"/>
              <a:chExt cx="2233404" cy="4752318"/>
            </a:xfrm>
          </p:grpSpPr>
          <p:sp>
            <p:nvSpPr>
              <p:cNvPr id="53" name="Rectangle 2">
                <a:extLst>
                  <a:ext uri="{FF2B5EF4-FFF2-40B4-BE49-F238E27FC236}">
                    <a16:creationId xmlns:a16="http://schemas.microsoft.com/office/drawing/2014/main" id="{7D1E310D-72DF-A6C6-260A-978E499B6F3B}"/>
                  </a:ext>
                </a:extLst>
              </p:cNvPr>
              <p:cNvSpPr/>
              <p:nvPr/>
            </p:nvSpPr>
            <p:spPr>
              <a:xfrm>
                <a:off x="3675319" y="223072"/>
                <a:ext cx="2233404" cy="3466598"/>
              </a:xfrm>
              <a:custGeom>
                <a:avLst/>
                <a:gdLst>
                  <a:gd name="connsiteX0" fmla="*/ 0 w 542441"/>
                  <a:gd name="connsiteY0" fmla="*/ 0 h 895027"/>
                  <a:gd name="connsiteX1" fmla="*/ 542441 w 542441"/>
                  <a:gd name="connsiteY1" fmla="*/ 0 h 895027"/>
                  <a:gd name="connsiteX2" fmla="*/ 542441 w 542441"/>
                  <a:gd name="connsiteY2" fmla="*/ 895027 h 895027"/>
                  <a:gd name="connsiteX3" fmla="*/ 0 w 542441"/>
                  <a:gd name="connsiteY3" fmla="*/ 895027 h 895027"/>
                  <a:gd name="connsiteX4" fmla="*/ 0 w 542441"/>
                  <a:gd name="connsiteY4" fmla="*/ 0 h 895027"/>
                  <a:gd name="connsiteX0" fmla="*/ 0 w 834541"/>
                  <a:gd name="connsiteY0" fmla="*/ 635000 h 895027"/>
                  <a:gd name="connsiteX1" fmla="*/ 834541 w 834541"/>
                  <a:gd name="connsiteY1" fmla="*/ 0 h 895027"/>
                  <a:gd name="connsiteX2" fmla="*/ 834541 w 834541"/>
                  <a:gd name="connsiteY2" fmla="*/ 895027 h 895027"/>
                  <a:gd name="connsiteX3" fmla="*/ 292100 w 834541"/>
                  <a:gd name="connsiteY3" fmla="*/ 895027 h 895027"/>
                  <a:gd name="connsiteX4" fmla="*/ 0 w 834541"/>
                  <a:gd name="connsiteY4" fmla="*/ 635000 h 895027"/>
                  <a:gd name="connsiteX0" fmla="*/ 152400 w 986941"/>
                  <a:gd name="connsiteY0" fmla="*/ 635000 h 1885627"/>
                  <a:gd name="connsiteX1" fmla="*/ 986941 w 986941"/>
                  <a:gd name="connsiteY1" fmla="*/ 0 h 1885627"/>
                  <a:gd name="connsiteX2" fmla="*/ 986941 w 986941"/>
                  <a:gd name="connsiteY2" fmla="*/ 895027 h 1885627"/>
                  <a:gd name="connsiteX3" fmla="*/ 0 w 986941"/>
                  <a:gd name="connsiteY3" fmla="*/ 1885627 h 1885627"/>
                  <a:gd name="connsiteX4" fmla="*/ 152400 w 986941"/>
                  <a:gd name="connsiteY4" fmla="*/ 635000 h 1885627"/>
                  <a:gd name="connsiteX0" fmla="*/ 152400 w 986941"/>
                  <a:gd name="connsiteY0" fmla="*/ 635000 h 1974527"/>
                  <a:gd name="connsiteX1" fmla="*/ 986941 w 986941"/>
                  <a:gd name="connsiteY1" fmla="*/ 0 h 1974527"/>
                  <a:gd name="connsiteX2" fmla="*/ 237641 w 986941"/>
                  <a:gd name="connsiteY2" fmla="*/ 1974527 h 1974527"/>
                  <a:gd name="connsiteX3" fmla="*/ 0 w 986941"/>
                  <a:gd name="connsiteY3" fmla="*/ 1885627 h 1974527"/>
                  <a:gd name="connsiteX4" fmla="*/ 152400 w 986941"/>
                  <a:gd name="connsiteY4" fmla="*/ 635000 h 1974527"/>
                  <a:gd name="connsiteX0" fmla="*/ 152400 w 402741"/>
                  <a:gd name="connsiteY0" fmla="*/ 0 h 1339527"/>
                  <a:gd name="connsiteX1" fmla="*/ 402741 w 402741"/>
                  <a:gd name="connsiteY1" fmla="*/ 63500 h 1339527"/>
                  <a:gd name="connsiteX2" fmla="*/ 237641 w 402741"/>
                  <a:gd name="connsiteY2" fmla="*/ 1339527 h 1339527"/>
                  <a:gd name="connsiteX3" fmla="*/ 0 w 402741"/>
                  <a:gd name="connsiteY3" fmla="*/ 1250627 h 1339527"/>
                  <a:gd name="connsiteX4" fmla="*/ 152400 w 402741"/>
                  <a:gd name="connsiteY4" fmla="*/ 0 h 1339527"/>
                  <a:gd name="connsiteX0" fmla="*/ 152400 w 402741"/>
                  <a:gd name="connsiteY0" fmla="*/ 131276 h 1470803"/>
                  <a:gd name="connsiteX1" fmla="*/ 402741 w 402741"/>
                  <a:gd name="connsiteY1" fmla="*/ 194776 h 1470803"/>
                  <a:gd name="connsiteX2" fmla="*/ 237641 w 402741"/>
                  <a:gd name="connsiteY2" fmla="*/ 1470803 h 1470803"/>
                  <a:gd name="connsiteX3" fmla="*/ 0 w 402741"/>
                  <a:gd name="connsiteY3" fmla="*/ 1381903 h 1470803"/>
                  <a:gd name="connsiteX4" fmla="*/ 152400 w 402741"/>
                  <a:gd name="connsiteY4" fmla="*/ 131276 h 1470803"/>
                  <a:gd name="connsiteX0" fmla="*/ 187527 w 437868"/>
                  <a:gd name="connsiteY0" fmla="*/ 395743 h 1735270"/>
                  <a:gd name="connsiteX1" fmla="*/ 4604 w 437868"/>
                  <a:gd name="connsiteY1" fmla="*/ 450 h 1735270"/>
                  <a:gd name="connsiteX2" fmla="*/ 437868 w 437868"/>
                  <a:gd name="connsiteY2" fmla="*/ 459243 h 1735270"/>
                  <a:gd name="connsiteX3" fmla="*/ 272768 w 437868"/>
                  <a:gd name="connsiteY3" fmla="*/ 1735270 h 1735270"/>
                  <a:gd name="connsiteX4" fmla="*/ 35127 w 437868"/>
                  <a:gd name="connsiteY4" fmla="*/ 1646370 h 1735270"/>
                  <a:gd name="connsiteX5" fmla="*/ 187527 w 437868"/>
                  <a:gd name="connsiteY5" fmla="*/ 395743 h 1735270"/>
                  <a:gd name="connsiteX0" fmla="*/ 187527 w 827895"/>
                  <a:gd name="connsiteY0" fmla="*/ 397043 h 1736570"/>
                  <a:gd name="connsiteX1" fmla="*/ 4604 w 827895"/>
                  <a:gd name="connsiteY1" fmla="*/ 1750 h 1736570"/>
                  <a:gd name="connsiteX2" fmla="*/ 819944 w 827895"/>
                  <a:gd name="connsiteY2" fmla="*/ 390370 h 1736570"/>
                  <a:gd name="connsiteX3" fmla="*/ 437868 w 827895"/>
                  <a:gd name="connsiteY3" fmla="*/ 460543 h 1736570"/>
                  <a:gd name="connsiteX4" fmla="*/ 272768 w 827895"/>
                  <a:gd name="connsiteY4" fmla="*/ 1736570 h 1736570"/>
                  <a:gd name="connsiteX5" fmla="*/ 35127 w 827895"/>
                  <a:gd name="connsiteY5" fmla="*/ 1647670 h 1736570"/>
                  <a:gd name="connsiteX6" fmla="*/ 187527 w 827895"/>
                  <a:gd name="connsiteY6" fmla="*/ 397043 h 1736570"/>
                  <a:gd name="connsiteX0" fmla="*/ 187527 w 1079717"/>
                  <a:gd name="connsiteY0" fmla="*/ 399939 h 1739466"/>
                  <a:gd name="connsiteX1" fmla="*/ 4604 w 1079717"/>
                  <a:gd name="connsiteY1" fmla="*/ 4646 h 1739466"/>
                  <a:gd name="connsiteX2" fmla="*/ 1048544 w 1079717"/>
                  <a:gd name="connsiteY2" fmla="*/ 164666 h 1739466"/>
                  <a:gd name="connsiteX3" fmla="*/ 819944 w 1079717"/>
                  <a:gd name="connsiteY3" fmla="*/ 393266 h 1739466"/>
                  <a:gd name="connsiteX4" fmla="*/ 437868 w 1079717"/>
                  <a:gd name="connsiteY4" fmla="*/ 463439 h 1739466"/>
                  <a:gd name="connsiteX5" fmla="*/ 272768 w 1079717"/>
                  <a:gd name="connsiteY5" fmla="*/ 1739466 h 1739466"/>
                  <a:gd name="connsiteX6" fmla="*/ 35127 w 1079717"/>
                  <a:gd name="connsiteY6" fmla="*/ 1650566 h 1739466"/>
                  <a:gd name="connsiteX7" fmla="*/ 187527 w 1079717"/>
                  <a:gd name="connsiteY7" fmla="*/ 399939 h 1739466"/>
                  <a:gd name="connsiteX0" fmla="*/ 187527 w 1491624"/>
                  <a:gd name="connsiteY0" fmla="*/ 447497 h 1787024"/>
                  <a:gd name="connsiteX1" fmla="*/ 4604 w 1491624"/>
                  <a:gd name="connsiteY1" fmla="*/ 52204 h 1787024"/>
                  <a:gd name="connsiteX2" fmla="*/ 1460024 w 1491624"/>
                  <a:gd name="connsiteY2" fmla="*/ 14104 h 1787024"/>
                  <a:gd name="connsiteX3" fmla="*/ 1048544 w 1491624"/>
                  <a:gd name="connsiteY3" fmla="*/ 212224 h 1787024"/>
                  <a:gd name="connsiteX4" fmla="*/ 819944 w 1491624"/>
                  <a:gd name="connsiteY4" fmla="*/ 440824 h 1787024"/>
                  <a:gd name="connsiteX5" fmla="*/ 437868 w 1491624"/>
                  <a:gd name="connsiteY5" fmla="*/ 510997 h 1787024"/>
                  <a:gd name="connsiteX6" fmla="*/ 272768 w 1491624"/>
                  <a:gd name="connsiteY6" fmla="*/ 1787024 h 1787024"/>
                  <a:gd name="connsiteX7" fmla="*/ 35127 w 1491624"/>
                  <a:gd name="connsiteY7" fmla="*/ 1698124 h 1787024"/>
                  <a:gd name="connsiteX8" fmla="*/ 187527 w 1491624"/>
                  <a:gd name="connsiteY8" fmla="*/ 447497 h 1787024"/>
                  <a:gd name="connsiteX0" fmla="*/ 712105 w 2004462"/>
                  <a:gd name="connsiteY0" fmla="*/ 791623 h 2131150"/>
                  <a:gd name="connsiteX1" fmla="*/ 529182 w 2004462"/>
                  <a:gd name="connsiteY1" fmla="*/ 396330 h 2131150"/>
                  <a:gd name="connsiteX2" fmla="*/ 49121 w 2004462"/>
                  <a:gd name="connsiteY2" fmla="*/ 90 h 2131150"/>
                  <a:gd name="connsiteX3" fmla="*/ 1984602 w 2004462"/>
                  <a:gd name="connsiteY3" fmla="*/ 358230 h 2131150"/>
                  <a:gd name="connsiteX4" fmla="*/ 1573122 w 2004462"/>
                  <a:gd name="connsiteY4" fmla="*/ 556350 h 2131150"/>
                  <a:gd name="connsiteX5" fmla="*/ 1344522 w 2004462"/>
                  <a:gd name="connsiteY5" fmla="*/ 784950 h 2131150"/>
                  <a:gd name="connsiteX6" fmla="*/ 962446 w 2004462"/>
                  <a:gd name="connsiteY6" fmla="*/ 855123 h 2131150"/>
                  <a:gd name="connsiteX7" fmla="*/ 797346 w 2004462"/>
                  <a:gd name="connsiteY7" fmla="*/ 2131150 h 2131150"/>
                  <a:gd name="connsiteX8" fmla="*/ 559705 w 2004462"/>
                  <a:gd name="connsiteY8" fmla="*/ 2042250 h 2131150"/>
                  <a:gd name="connsiteX9" fmla="*/ 712105 w 2004462"/>
                  <a:gd name="connsiteY9" fmla="*/ 791623 h 2131150"/>
                  <a:gd name="connsiteX0" fmla="*/ 712105 w 2263745"/>
                  <a:gd name="connsiteY0" fmla="*/ 1036197 h 2375724"/>
                  <a:gd name="connsiteX1" fmla="*/ 529182 w 2263745"/>
                  <a:gd name="connsiteY1" fmla="*/ 640904 h 2375724"/>
                  <a:gd name="connsiteX2" fmla="*/ 49121 w 2263745"/>
                  <a:gd name="connsiteY2" fmla="*/ 244664 h 2375724"/>
                  <a:gd name="connsiteX3" fmla="*/ 2152241 w 2263745"/>
                  <a:gd name="connsiteY3" fmla="*/ 8444 h 2375724"/>
                  <a:gd name="connsiteX4" fmla="*/ 1984602 w 2263745"/>
                  <a:gd name="connsiteY4" fmla="*/ 602804 h 2375724"/>
                  <a:gd name="connsiteX5" fmla="*/ 1573122 w 2263745"/>
                  <a:gd name="connsiteY5" fmla="*/ 800924 h 2375724"/>
                  <a:gd name="connsiteX6" fmla="*/ 1344522 w 2263745"/>
                  <a:gd name="connsiteY6" fmla="*/ 1029524 h 2375724"/>
                  <a:gd name="connsiteX7" fmla="*/ 962446 w 2263745"/>
                  <a:gd name="connsiteY7" fmla="*/ 1099697 h 2375724"/>
                  <a:gd name="connsiteX8" fmla="*/ 797346 w 2263745"/>
                  <a:gd name="connsiteY8" fmla="*/ 2375724 h 2375724"/>
                  <a:gd name="connsiteX9" fmla="*/ 559705 w 2263745"/>
                  <a:gd name="connsiteY9" fmla="*/ 2286824 h 2375724"/>
                  <a:gd name="connsiteX10" fmla="*/ 712105 w 2263745"/>
                  <a:gd name="connsiteY10" fmla="*/ 1036197 h 2375724"/>
                  <a:gd name="connsiteX0" fmla="*/ 712105 w 2247494"/>
                  <a:gd name="connsiteY0" fmla="*/ 1590010 h 2929537"/>
                  <a:gd name="connsiteX1" fmla="*/ 529182 w 2247494"/>
                  <a:gd name="connsiteY1" fmla="*/ 1194717 h 2929537"/>
                  <a:gd name="connsiteX2" fmla="*/ 49121 w 2247494"/>
                  <a:gd name="connsiteY2" fmla="*/ 798477 h 2929537"/>
                  <a:gd name="connsiteX3" fmla="*/ 2087471 w 2247494"/>
                  <a:gd name="connsiteY3" fmla="*/ 2187 h 2929537"/>
                  <a:gd name="connsiteX4" fmla="*/ 2152241 w 2247494"/>
                  <a:gd name="connsiteY4" fmla="*/ 562257 h 2929537"/>
                  <a:gd name="connsiteX5" fmla="*/ 1984602 w 2247494"/>
                  <a:gd name="connsiteY5" fmla="*/ 1156617 h 2929537"/>
                  <a:gd name="connsiteX6" fmla="*/ 1573122 w 2247494"/>
                  <a:gd name="connsiteY6" fmla="*/ 1354737 h 2929537"/>
                  <a:gd name="connsiteX7" fmla="*/ 1344522 w 2247494"/>
                  <a:gd name="connsiteY7" fmla="*/ 1583337 h 2929537"/>
                  <a:gd name="connsiteX8" fmla="*/ 962446 w 2247494"/>
                  <a:gd name="connsiteY8" fmla="*/ 1653510 h 2929537"/>
                  <a:gd name="connsiteX9" fmla="*/ 797346 w 2247494"/>
                  <a:gd name="connsiteY9" fmla="*/ 2929537 h 2929537"/>
                  <a:gd name="connsiteX10" fmla="*/ 559705 w 2247494"/>
                  <a:gd name="connsiteY10" fmla="*/ 2840637 h 2929537"/>
                  <a:gd name="connsiteX11" fmla="*/ 712105 w 2247494"/>
                  <a:gd name="connsiteY11" fmla="*/ 1590010 h 2929537"/>
                  <a:gd name="connsiteX0" fmla="*/ 759565 w 2275936"/>
                  <a:gd name="connsiteY0" fmla="*/ 1588303 h 2927830"/>
                  <a:gd name="connsiteX1" fmla="*/ 576642 w 2275936"/>
                  <a:gd name="connsiteY1" fmla="*/ 1193010 h 2927830"/>
                  <a:gd name="connsiteX2" fmla="*/ 96581 w 2275936"/>
                  <a:gd name="connsiteY2" fmla="*/ 796770 h 2927830"/>
                  <a:gd name="connsiteX3" fmla="*/ 191831 w 2275936"/>
                  <a:gd name="connsiteY3" fmla="*/ 190981 h 2927830"/>
                  <a:gd name="connsiteX4" fmla="*/ 2134931 w 2275936"/>
                  <a:gd name="connsiteY4" fmla="*/ 480 h 2927830"/>
                  <a:gd name="connsiteX5" fmla="*/ 2199701 w 2275936"/>
                  <a:gd name="connsiteY5" fmla="*/ 560550 h 2927830"/>
                  <a:gd name="connsiteX6" fmla="*/ 2032062 w 2275936"/>
                  <a:gd name="connsiteY6" fmla="*/ 1154910 h 2927830"/>
                  <a:gd name="connsiteX7" fmla="*/ 1620582 w 2275936"/>
                  <a:gd name="connsiteY7" fmla="*/ 1353030 h 2927830"/>
                  <a:gd name="connsiteX8" fmla="*/ 1391982 w 2275936"/>
                  <a:gd name="connsiteY8" fmla="*/ 1581630 h 2927830"/>
                  <a:gd name="connsiteX9" fmla="*/ 1009906 w 2275936"/>
                  <a:gd name="connsiteY9" fmla="*/ 1651803 h 2927830"/>
                  <a:gd name="connsiteX10" fmla="*/ 844806 w 2275936"/>
                  <a:gd name="connsiteY10" fmla="*/ 2927830 h 2927830"/>
                  <a:gd name="connsiteX11" fmla="*/ 607165 w 2275936"/>
                  <a:gd name="connsiteY11" fmla="*/ 2838930 h 2927830"/>
                  <a:gd name="connsiteX12" fmla="*/ 759565 w 2275936"/>
                  <a:gd name="connsiteY12" fmla="*/ 1588303 h 2927830"/>
                  <a:gd name="connsiteX0" fmla="*/ 759565 w 2270304"/>
                  <a:gd name="connsiteY0" fmla="*/ 1632823 h 2972350"/>
                  <a:gd name="connsiteX1" fmla="*/ 576642 w 2270304"/>
                  <a:gd name="connsiteY1" fmla="*/ 1237530 h 2972350"/>
                  <a:gd name="connsiteX2" fmla="*/ 96581 w 2270304"/>
                  <a:gd name="connsiteY2" fmla="*/ 841290 h 2972350"/>
                  <a:gd name="connsiteX3" fmla="*/ 191831 w 2270304"/>
                  <a:gd name="connsiteY3" fmla="*/ 235501 h 2972350"/>
                  <a:gd name="connsiteX4" fmla="*/ 410906 w 2270304"/>
                  <a:gd name="connsiteY4" fmla="*/ 35475 h 2972350"/>
                  <a:gd name="connsiteX5" fmla="*/ 2134931 w 2270304"/>
                  <a:gd name="connsiteY5" fmla="*/ 45000 h 2972350"/>
                  <a:gd name="connsiteX6" fmla="*/ 2199701 w 2270304"/>
                  <a:gd name="connsiteY6" fmla="*/ 605070 h 2972350"/>
                  <a:gd name="connsiteX7" fmla="*/ 2032062 w 2270304"/>
                  <a:gd name="connsiteY7" fmla="*/ 1199430 h 2972350"/>
                  <a:gd name="connsiteX8" fmla="*/ 1620582 w 2270304"/>
                  <a:gd name="connsiteY8" fmla="*/ 1397550 h 2972350"/>
                  <a:gd name="connsiteX9" fmla="*/ 1391982 w 2270304"/>
                  <a:gd name="connsiteY9" fmla="*/ 1626150 h 2972350"/>
                  <a:gd name="connsiteX10" fmla="*/ 1009906 w 2270304"/>
                  <a:gd name="connsiteY10" fmla="*/ 1696323 h 2972350"/>
                  <a:gd name="connsiteX11" fmla="*/ 844806 w 2270304"/>
                  <a:gd name="connsiteY11" fmla="*/ 2972350 h 2972350"/>
                  <a:gd name="connsiteX12" fmla="*/ 607165 w 2270304"/>
                  <a:gd name="connsiteY12" fmla="*/ 2883450 h 2972350"/>
                  <a:gd name="connsiteX13" fmla="*/ 759565 w 2270304"/>
                  <a:gd name="connsiteY13" fmla="*/ 1632823 h 2972350"/>
                  <a:gd name="connsiteX0" fmla="*/ 759565 w 2231157"/>
                  <a:gd name="connsiteY0" fmla="*/ 2216476 h 3556003"/>
                  <a:gd name="connsiteX1" fmla="*/ 576642 w 2231157"/>
                  <a:gd name="connsiteY1" fmla="*/ 1821183 h 3556003"/>
                  <a:gd name="connsiteX2" fmla="*/ 96581 w 2231157"/>
                  <a:gd name="connsiteY2" fmla="*/ 1424943 h 3556003"/>
                  <a:gd name="connsiteX3" fmla="*/ 191831 w 2231157"/>
                  <a:gd name="connsiteY3" fmla="*/ 819154 h 3556003"/>
                  <a:gd name="connsiteX4" fmla="*/ 410906 w 2231157"/>
                  <a:gd name="connsiteY4" fmla="*/ 619128 h 3556003"/>
                  <a:gd name="connsiteX5" fmla="*/ 325181 w 2231157"/>
                  <a:gd name="connsiteY5" fmla="*/ 3 h 3556003"/>
                  <a:gd name="connsiteX6" fmla="*/ 2134931 w 2231157"/>
                  <a:gd name="connsiteY6" fmla="*/ 628653 h 3556003"/>
                  <a:gd name="connsiteX7" fmla="*/ 2199701 w 2231157"/>
                  <a:gd name="connsiteY7" fmla="*/ 1188723 h 3556003"/>
                  <a:gd name="connsiteX8" fmla="*/ 2032062 w 2231157"/>
                  <a:gd name="connsiteY8" fmla="*/ 1783083 h 3556003"/>
                  <a:gd name="connsiteX9" fmla="*/ 1620582 w 2231157"/>
                  <a:gd name="connsiteY9" fmla="*/ 1981203 h 3556003"/>
                  <a:gd name="connsiteX10" fmla="*/ 1391982 w 2231157"/>
                  <a:gd name="connsiteY10" fmla="*/ 2209803 h 3556003"/>
                  <a:gd name="connsiteX11" fmla="*/ 1009906 w 2231157"/>
                  <a:gd name="connsiteY11" fmla="*/ 2279976 h 3556003"/>
                  <a:gd name="connsiteX12" fmla="*/ 844806 w 2231157"/>
                  <a:gd name="connsiteY12" fmla="*/ 3556003 h 3556003"/>
                  <a:gd name="connsiteX13" fmla="*/ 607165 w 2231157"/>
                  <a:gd name="connsiteY13" fmla="*/ 3467103 h 3556003"/>
                  <a:gd name="connsiteX14" fmla="*/ 759565 w 2231157"/>
                  <a:gd name="connsiteY14" fmla="*/ 2216476 h 3556003"/>
                  <a:gd name="connsiteX0" fmla="*/ 759565 w 2209496"/>
                  <a:gd name="connsiteY0" fmla="*/ 2373929 h 3713456"/>
                  <a:gd name="connsiteX1" fmla="*/ 576642 w 2209496"/>
                  <a:gd name="connsiteY1" fmla="*/ 1978636 h 3713456"/>
                  <a:gd name="connsiteX2" fmla="*/ 96581 w 2209496"/>
                  <a:gd name="connsiteY2" fmla="*/ 1582396 h 3713456"/>
                  <a:gd name="connsiteX3" fmla="*/ 191831 w 2209496"/>
                  <a:gd name="connsiteY3" fmla="*/ 976607 h 3713456"/>
                  <a:gd name="connsiteX4" fmla="*/ 410906 w 2209496"/>
                  <a:gd name="connsiteY4" fmla="*/ 776581 h 3713456"/>
                  <a:gd name="connsiteX5" fmla="*/ 325181 w 2209496"/>
                  <a:gd name="connsiteY5" fmla="*/ 157456 h 3713456"/>
                  <a:gd name="connsiteX6" fmla="*/ 1772982 w 2209496"/>
                  <a:gd name="connsiteY6" fmla="*/ 30457 h 3713456"/>
                  <a:gd name="connsiteX7" fmla="*/ 2134931 w 2209496"/>
                  <a:gd name="connsiteY7" fmla="*/ 786106 h 3713456"/>
                  <a:gd name="connsiteX8" fmla="*/ 2199701 w 2209496"/>
                  <a:gd name="connsiteY8" fmla="*/ 1346176 h 3713456"/>
                  <a:gd name="connsiteX9" fmla="*/ 2032062 w 2209496"/>
                  <a:gd name="connsiteY9" fmla="*/ 1940536 h 3713456"/>
                  <a:gd name="connsiteX10" fmla="*/ 1620582 w 2209496"/>
                  <a:gd name="connsiteY10" fmla="*/ 2138656 h 3713456"/>
                  <a:gd name="connsiteX11" fmla="*/ 1391982 w 2209496"/>
                  <a:gd name="connsiteY11" fmla="*/ 2367256 h 3713456"/>
                  <a:gd name="connsiteX12" fmla="*/ 1009906 w 2209496"/>
                  <a:gd name="connsiteY12" fmla="*/ 2437429 h 3713456"/>
                  <a:gd name="connsiteX13" fmla="*/ 844806 w 2209496"/>
                  <a:gd name="connsiteY13" fmla="*/ 3713456 h 3713456"/>
                  <a:gd name="connsiteX14" fmla="*/ 607165 w 2209496"/>
                  <a:gd name="connsiteY14" fmla="*/ 3624556 h 3713456"/>
                  <a:gd name="connsiteX15" fmla="*/ 759565 w 2209496"/>
                  <a:gd name="connsiteY15" fmla="*/ 2373929 h 3713456"/>
                  <a:gd name="connsiteX0" fmla="*/ 759565 w 2209496"/>
                  <a:gd name="connsiteY0" fmla="*/ 2801590 h 4141117"/>
                  <a:gd name="connsiteX1" fmla="*/ 576642 w 2209496"/>
                  <a:gd name="connsiteY1" fmla="*/ 2406297 h 4141117"/>
                  <a:gd name="connsiteX2" fmla="*/ 96581 w 2209496"/>
                  <a:gd name="connsiteY2" fmla="*/ 2010057 h 4141117"/>
                  <a:gd name="connsiteX3" fmla="*/ 191831 w 2209496"/>
                  <a:gd name="connsiteY3" fmla="*/ 1404268 h 4141117"/>
                  <a:gd name="connsiteX4" fmla="*/ 410906 w 2209496"/>
                  <a:gd name="connsiteY4" fmla="*/ 1204242 h 4141117"/>
                  <a:gd name="connsiteX5" fmla="*/ 325181 w 2209496"/>
                  <a:gd name="connsiteY5" fmla="*/ 585117 h 4141117"/>
                  <a:gd name="connsiteX6" fmla="*/ 1557082 w 2209496"/>
                  <a:gd name="connsiteY6" fmla="*/ 918 h 4141117"/>
                  <a:gd name="connsiteX7" fmla="*/ 1772982 w 2209496"/>
                  <a:gd name="connsiteY7" fmla="*/ 458118 h 4141117"/>
                  <a:gd name="connsiteX8" fmla="*/ 2134931 w 2209496"/>
                  <a:gd name="connsiteY8" fmla="*/ 1213767 h 4141117"/>
                  <a:gd name="connsiteX9" fmla="*/ 2199701 w 2209496"/>
                  <a:gd name="connsiteY9" fmla="*/ 1773837 h 4141117"/>
                  <a:gd name="connsiteX10" fmla="*/ 2032062 w 2209496"/>
                  <a:gd name="connsiteY10" fmla="*/ 2368197 h 4141117"/>
                  <a:gd name="connsiteX11" fmla="*/ 1620582 w 2209496"/>
                  <a:gd name="connsiteY11" fmla="*/ 2566317 h 4141117"/>
                  <a:gd name="connsiteX12" fmla="*/ 1391982 w 2209496"/>
                  <a:gd name="connsiteY12" fmla="*/ 2794917 h 4141117"/>
                  <a:gd name="connsiteX13" fmla="*/ 1009906 w 2209496"/>
                  <a:gd name="connsiteY13" fmla="*/ 2865090 h 4141117"/>
                  <a:gd name="connsiteX14" fmla="*/ 844806 w 2209496"/>
                  <a:gd name="connsiteY14" fmla="*/ 4141117 h 4141117"/>
                  <a:gd name="connsiteX15" fmla="*/ 607165 w 2209496"/>
                  <a:gd name="connsiteY15" fmla="*/ 4052217 h 4141117"/>
                  <a:gd name="connsiteX16" fmla="*/ 759565 w 2209496"/>
                  <a:gd name="connsiteY16" fmla="*/ 2801590 h 4141117"/>
                  <a:gd name="connsiteX0" fmla="*/ 759565 w 2209496"/>
                  <a:gd name="connsiteY0" fmla="*/ 2800780 h 4140307"/>
                  <a:gd name="connsiteX1" fmla="*/ 576642 w 2209496"/>
                  <a:gd name="connsiteY1" fmla="*/ 2405487 h 4140307"/>
                  <a:gd name="connsiteX2" fmla="*/ 96581 w 2209496"/>
                  <a:gd name="connsiteY2" fmla="*/ 2009247 h 4140307"/>
                  <a:gd name="connsiteX3" fmla="*/ 191831 w 2209496"/>
                  <a:gd name="connsiteY3" fmla="*/ 1403458 h 4140307"/>
                  <a:gd name="connsiteX4" fmla="*/ 410906 w 2209496"/>
                  <a:gd name="connsiteY4" fmla="*/ 1203432 h 4140307"/>
                  <a:gd name="connsiteX5" fmla="*/ 325181 w 2209496"/>
                  <a:gd name="connsiteY5" fmla="*/ 584307 h 4140307"/>
                  <a:gd name="connsiteX6" fmla="*/ 96582 w 2209496"/>
                  <a:gd name="connsiteY6" fmla="*/ 368409 h 4140307"/>
                  <a:gd name="connsiteX7" fmla="*/ 1557082 w 2209496"/>
                  <a:gd name="connsiteY7" fmla="*/ 108 h 4140307"/>
                  <a:gd name="connsiteX8" fmla="*/ 1772982 w 2209496"/>
                  <a:gd name="connsiteY8" fmla="*/ 457308 h 4140307"/>
                  <a:gd name="connsiteX9" fmla="*/ 2134931 w 2209496"/>
                  <a:gd name="connsiteY9" fmla="*/ 1212957 h 4140307"/>
                  <a:gd name="connsiteX10" fmla="*/ 2199701 w 2209496"/>
                  <a:gd name="connsiteY10" fmla="*/ 1773027 h 4140307"/>
                  <a:gd name="connsiteX11" fmla="*/ 2032062 w 2209496"/>
                  <a:gd name="connsiteY11" fmla="*/ 2367387 h 4140307"/>
                  <a:gd name="connsiteX12" fmla="*/ 1620582 w 2209496"/>
                  <a:gd name="connsiteY12" fmla="*/ 2565507 h 4140307"/>
                  <a:gd name="connsiteX13" fmla="*/ 1391982 w 2209496"/>
                  <a:gd name="connsiteY13" fmla="*/ 2794107 h 4140307"/>
                  <a:gd name="connsiteX14" fmla="*/ 1009906 w 2209496"/>
                  <a:gd name="connsiteY14" fmla="*/ 2864280 h 4140307"/>
                  <a:gd name="connsiteX15" fmla="*/ 844806 w 2209496"/>
                  <a:gd name="connsiteY15" fmla="*/ 4140307 h 4140307"/>
                  <a:gd name="connsiteX16" fmla="*/ 607165 w 2209496"/>
                  <a:gd name="connsiteY16" fmla="*/ 4051407 h 4140307"/>
                  <a:gd name="connsiteX17" fmla="*/ 759565 w 2209496"/>
                  <a:gd name="connsiteY17" fmla="*/ 2800780 h 4140307"/>
                  <a:gd name="connsiteX0" fmla="*/ 759565 w 2209496"/>
                  <a:gd name="connsiteY0" fmla="*/ 2886104 h 4225631"/>
                  <a:gd name="connsiteX1" fmla="*/ 576642 w 2209496"/>
                  <a:gd name="connsiteY1" fmla="*/ 2490811 h 4225631"/>
                  <a:gd name="connsiteX2" fmla="*/ 96581 w 2209496"/>
                  <a:gd name="connsiteY2" fmla="*/ 2094571 h 4225631"/>
                  <a:gd name="connsiteX3" fmla="*/ 191831 w 2209496"/>
                  <a:gd name="connsiteY3" fmla="*/ 1488782 h 4225631"/>
                  <a:gd name="connsiteX4" fmla="*/ 410906 w 2209496"/>
                  <a:gd name="connsiteY4" fmla="*/ 1288756 h 4225631"/>
                  <a:gd name="connsiteX5" fmla="*/ 325181 w 2209496"/>
                  <a:gd name="connsiteY5" fmla="*/ 669631 h 4225631"/>
                  <a:gd name="connsiteX6" fmla="*/ 96582 w 2209496"/>
                  <a:gd name="connsiteY6" fmla="*/ 453733 h 4225631"/>
                  <a:gd name="connsiteX7" fmla="*/ 172782 w 2209496"/>
                  <a:gd name="connsiteY7" fmla="*/ 21933 h 4225631"/>
                  <a:gd name="connsiteX8" fmla="*/ 1557082 w 2209496"/>
                  <a:gd name="connsiteY8" fmla="*/ 85432 h 4225631"/>
                  <a:gd name="connsiteX9" fmla="*/ 1772982 w 2209496"/>
                  <a:gd name="connsiteY9" fmla="*/ 542632 h 4225631"/>
                  <a:gd name="connsiteX10" fmla="*/ 2134931 w 2209496"/>
                  <a:gd name="connsiteY10" fmla="*/ 1298281 h 4225631"/>
                  <a:gd name="connsiteX11" fmla="*/ 2199701 w 2209496"/>
                  <a:gd name="connsiteY11" fmla="*/ 1858351 h 4225631"/>
                  <a:gd name="connsiteX12" fmla="*/ 2032062 w 2209496"/>
                  <a:gd name="connsiteY12" fmla="*/ 2452711 h 4225631"/>
                  <a:gd name="connsiteX13" fmla="*/ 1620582 w 2209496"/>
                  <a:gd name="connsiteY13" fmla="*/ 2650831 h 4225631"/>
                  <a:gd name="connsiteX14" fmla="*/ 1391982 w 2209496"/>
                  <a:gd name="connsiteY14" fmla="*/ 2879431 h 4225631"/>
                  <a:gd name="connsiteX15" fmla="*/ 1009906 w 2209496"/>
                  <a:gd name="connsiteY15" fmla="*/ 2949604 h 4225631"/>
                  <a:gd name="connsiteX16" fmla="*/ 844806 w 2209496"/>
                  <a:gd name="connsiteY16" fmla="*/ 4225631 h 4225631"/>
                  <a:gd name="connsiteX17" fmla="*/ 607165 w 2209496"/>
                  <a:gd name="connsiteY17" fmla="*/ 4136731 h 4225631"/>
                  <a:gd name="connsiteX18" fmla="*/ 759565 w 2209496"/>
                  <a:gd name="connsiteY18" fmla="*/ 2886104 h 4225631"/>
                  <a:gd name="connsiteX0" fmla="*/ 759565 w 2209496"/>
                  <a:gd name="connsiteY0" fmla="*/ 3207357 h 4546884"/>
                  <a:gd name="connsiteX1" fmla="*/ 576642 w 2209496"/>
                  <a:gd name="connsiteY1" fmla="*/ 2812064 h 4546884"/>
                  <a:gd name="connsiteX2" fmla="*/ 96581 w 2209496"/>
                  <a:gd name="connsiteY2" fmla="*/ 2415824 h 4546884"/>
                  <a:gd name="connsiteX3" fmla="*/ 191831 w 2209496"/>
                  <a:gd name="connsiteY3" fmla="*/ 1810035 h 4546884"/>
                  <a:gd name="connsiteX4" fmla="*/ 410906 w 2209496"/>
                  <a:gd name="connsiteY4" fmla="*/ 1610009 h 4546884"/>
                  <a:gd name="connsiteX5" fmla="*/ 325181 w 2209496"/>
                  <a:gd name="connsiteY5" fmla="*/ 990884 h 4546884"/>
                  <a:gd name="connsiteX6" fmla="*/ 96582 w 2209496"/>
                  <a:gd name="connsiteY6" fmla="*/ 774986 h 4546884"/>
                  <a:gd name="connsiteX7" fmla="*/ 172782 w 2209496"/>
                  <a:gd name="connsiteY7" fmla="*/ 343186 h 4546884"/>
                  <a:gd name="connsiteX8" fmla="*/ 1328482 w 2209496"/>
                  <a:gd name="connsiteY8" fmla="*/ 286 h 4546884"/>
                  <a:gd name="connsiteX9" fmla="*/ 1557082 w 2209496"/>
                  <a:gd name="connsiteY9" fmla="*/ 406685 h 4546884"/>
                  <a:gd name="connsiteX10" fmla="*/ 1772982 w 2209496"/>
                  <a:gd name="connsiteY10" fmla="*/ 863885 h 4546884"/>
                  <a:gd name="connsiteX11" fmla="*/ 2134931 w 2209496"/>
                  <a:gd name="connsiteY11" fmla="*/ 1619534 h 4546884"/>
                  <a:gd name="connsiteX12" fmla="*/ 2199701 w 2209496"/>
                  <a:gd name="connsiteY12" fmla="*/ 2179604 h 4546884"/>
                  <a:gd name="connsiteX13" fmla="*/ 2032062 w 2209496"/>
                  <a:gd name="connsiteY13" fmla="*/ 2773964 h 4546884"/>
                  <a:gd name="connsiteX14" fmla="*/ 1620582 w 2209496"/>
                  <a:gd name="connsiteY14" fmla="*/ 2972084 h 4546884"/>
                  <a:gd name="connsiteX15" fmla="*/ 1391982 w 2209496"/>
                  <a:gd name="connsiteY15" fmla="*/ 3200684 h 4546884"/>
                  <a:gd name="connsiteX16" fmla="*/ 1009906 w 2209496"/>
                  <a:gd name="connsiteY16" fmla="*/ 3270857 h 4546884"/>
                  <a:gd name="connsiteX17" fmla="*/ 844806 w 2209496"/>
                  <a:gd name="connsiteY17" fmla="*/ 4546884 h 4546884"/>
                  <a:gd name="connsiteX18" fmla="*/ 607165 w 2209496"/>
                  <a:gd name="connsiteY18" fmla="*/ 4457984 h 4546884"/>
                  <a:gd name="connsiteX19" fmla="*/ 759565 w 2209496"/>
                  <a:gd name="connsiteY19" fmla="*/ 3207357 h 4546884"/>
                  <a:gd name="connsiteX0" fmla="*/ 759565 w 2209496"/>
                  <a:gd name="connsiteY0" fmla="*/ 3348198 h 4687725"/>
                  <a:gd name="connsiteX1" fmla="*/ 576642 w 2209496"/>
                  <a:gd name="connsiteY1" fmla="*/ 2952905 h 4687725"/>
                  <a:gd name="connsiteX2" fmla="*/ 96581 w 2209496"/>
                  <a:gd name="connsiteY2" fmla="*/ 2556665 h 4687725"/>
                  <a:gd name="connsiteX3" fmla="*/ 191831 w 2209496"/>
                  <a:gd name="connsiteY3" fmla="*/ 1950876 h 4687725"/>
                  <a:gd name="connsiteX4" fmla="*/ 410906 w 2209496"/>
                  <a:gd name="connsiteY4" fmla="*/ 1750850 h 4687725"/>
                  <a:gd name="connsiteX5" fmla="*/ 325181 w 2209496"/>
                  <a:gd name="connsiteY5" fmla="*/ 1131725 h 4687725"/>
                  <a:gd name="connsiteX6" fmla="*/ 96582 w 2209496"/>
                  <a:gd name="connsiteY6" fmla="*/ 915827 h 4687725"/>
                  <a:gd name="connsiteX7" fmla="*/ 172782 w 2209496"/>
                  <a:gd name="connsiteY7" fmla="*/ 484027 h 4687725"/>
                  <a:gd name="connsiteX8" fmla="*/ 1099882 w 2209496"/>
                  <a:gd name="connsiteY8" fmla="*/ 14127 h 4687725"/>
                  <a:gd name="connsiteX9" fmla="*/ 1328482 w 2209496"/>
                  <a:gd name="connsiteY9" fmla="*/ 141127 h 4687725"/>
                  <a:gd name="connsiteX10" fmla="*/ 1557082 w 2209496"/>
                  <a:gd name="connsiteY10" fmla="*/ 547526 h 4687725"/>
                  <a:gd name="connsiteX11" fmla="*/ 1772982 w 2209496"/>
                  <a:gd name="connsiteY11" fmla="*/ 1004726 h 4687725"/>
                  <a:gd name="connsiteX12" fmla="*/ 2134931 w 2209496"/>
                  <a:gd name="connsiteY12" fmla="*/ 1760375 h 4687725"/>
                  <a:gd name="connsiteX13" fmla="*/ 2199701 w 2209496"/>
                  <a:gd name="connsiteY13" fmla="*/ 2320445 h 4687725"/>
                  <a:gd name="connsiteX14" fmla="*/ 2032062 w 2209496"/>
                  <a:gd name="connsiteY14" fmla="*/ 2914805 h 4687725"/>
                  <a:gd name="connsiteX15" fmla="*/ 1620582 w 2209496"/>
                  <a:gd name="connsiteY15" fmla="*/ 3112925 h 4687725"/>
                  <a:gd name="connsiteX16" fmla="*/ 1391982 w 2209496"/>
                  <a:gd name="connsiteY16" fmla="*/ 3341525 h 4687725"/>
                  <a:gd name="connsiteX17" fmla="*/ 1009906 w 2209496"/>
                  <a:gd name="connsiteY17" fmla="*/ 3411698 h 4687725"/>
                  <a:gd name="connsiteX18" fmla="*/ 844806 w 2209496"/>
                  <a:gd name="connsiteY18" fmla="*/ 4687725 h 4687725"/>
                  <a:gd name="connsiteX19" fmla="*/ 607165 w 2209496"/>
                  <a:gd name="connsiteY19" fmla="*/ 4598825 h 4687725"/>
                  <a:gd name="connsiteX20" fmla="*/ 759565 w 2209496"/>
                  <a:gd name="connsiteY20" fmla="*/ 3348198 h 4687725"/>
                  <a:gd name="connsiteX0" fmla="*/ 759565 w 2209496"/>
                  <a:gd name="connsiteY0" fmla="*/ 3420474 h 4760001"/>
                  <a:gd name="connsiteX1" fmla="*/ 576642 w 2209496"/>
                  <a:gd name="connsiteY1" fmla="*/ 3025181 h 4760001"/>
                  <a:gd name="connsiteX2" fmla="*/ 96581 w 2209496"/>
                  <a:gd name="connsiteY2" fmla="*/ 2628941 h 4760001"/>
                  <a:gd name="connsiteX3" fmla="*/ 191831 w 2209496"/>
                  <a:gd name="connsiteY3" fmla="*/ 2023152 h 4760001"/>
                  <a:gd name="connsiteX4" fmla="*/ 410906 w 2209496"/>
                  <a:gd name="connsiteY4" fmla="*/ 1823126 h 4760001"/>
                  <a:gd name="connsiteX5" fmla="*/ 325181 w 2209496"/>
                  <a:gd name="connsiteY5" fmla="*/ 1204001 h 4760001"/>
                  <a:gd name="connsiteX6" fmla="*/ 96582 w 2209496"/>
                  <a:gd name="connsiteY6" fmla="*/ 988103 h 4760001"/>
                  <a:gd name="connsiteX7" fmla="*/ 172782 w 2209496"/>
                  <a:gd name="connsiteY7" fmla="*/ 556303 h 4760001"/>
                  <a:gd name="connsiteX8" fmla="*/ 871282 w 2209496"/>
                  <a:gd name="connsiteY8" fmla="*/ 22904 h 4760001"/>
                  <a:gd name="connsiteX9" fmla="*/ 1099882 w 2209496"/>
                  <a:gd name="connsiteY9" fmla="*/ 86403 h 4760001"/>
                  <a:gd name="connsiteX10" fmla="*/ 1328482 w 2209496"/>
                  <a:gd name="connsiteY10" fmla="*/ 213403 h 4760001"/>
                  <a:gd name="connsiteX11" fmla="*/ 1557082 w 2209496"/>
                  <a:gd name="connsiteY11" fmla="*/ 619802 h 4760001"/>
                  <a:gd name="connsiteX12" fmla="*/ 1772982 w 2209496"/>
                  <a:gd name="connsiteY12" fmla="*/ 1077002 h 4760001"/>
                  <a:gd name="connsiteX13" fmla="*/ 2134931 w 2209496"/>
                  <a:gd name="connsiteY13" fmla="*/ 1832651 h 4760001"/>
                  <a:gd name="connsiteX14" fmla="*/ 2199701 w 2209496"/>
                  <a:gd name="connsiteY14" fmla="*/ 2392721 h 4760001"/>
                  <a:gd name="connsiteX15" fmla="*/ 2032062 w 2209496"/>
                  <a:gd name="connsiteY15" fmla="*/ 2987081 h 4760001"/>
                  <a:gd name="connsiteX16" fmla="*/ 1620582 w 2209496"/>
                  <a:gd name="connsiteY16" fmla="*/ 3185201 h 4760001"/>
                  <a:gd name="connsiteX17" fmla="*/ 1391982 w 2209496"/>
                  <a:gd name="connsiteY17" fmla="*/ 3413801 h 4760001"/>
                  <a:gd name="connsiteX18" fmla="*/ 1009906 w 2209496"/>
                  <a:gd name="connsiteY18" fmla="*/ 3483974 h 4760001"/>
                  <a:gd name="connsiteX19" fmla="*/ 844806 w 2209496"/>
                  <a:gd name="connsiteY19" fmla="*/ 4760001 h 4760001"/>
                  <a:gd name="connsiteX20" fmla="*/ 607165 w 2209496"/>
                  <a:gd name="connsiteY20" fmla="*/ 4671101 h 4760001"/>
                  <a:gd name="connsiteX21" fmla="*/ 759565 w 2209496"/>
                  <a:gd name="connsiteY21" fmla="*/ 3420474 h 4760001"/>
                  <a:gd name="connsiteX0" fmla="*/ 759565 w 2209496"/>
                  <a:gd name="connsiteY0" fmla="*/ 3403098 h 4742625"/>
                  <a:gd name="connsiteX1" fmla="*/ 576642 w 2209496"/>
                  <a:gd name="connsiteY1" fmla="*/ 3007805 h 4742625"/>
                  <a:gd name="connsiteX2" fmla="*/ 96581 w 2209496"/>
                  <a:gd name="connsiteY2" fmla="*/ 2611565 h 4742625"/>
                  <a:gd name="connsiteX3" fmla="*/ 191831 w 2209496"/>
                  <a:gd name="connsiteY3" fmla="*/ 2005776 h 4742625"/>
                  <a:gd name="connsiteX4" fmla="*/ 410906 w 2209496"/>
                  <a:gd name="connsiteY4" fmla="*/ 1805750 h 4742625"/>
                  <a:gd name="connsiteX5" fmla="*/ 325181 w 2209496"/>
                  <a:gd name="connsiteY5" fmla="*/ 1186625 h 4742625"/>
                  <a:gd name="connsiteX6" fmla="*/ 96582 w 2209496"/>
                  <a:gd name="connsiteY6" fmla="*/ 970727 h 4742625"/>
                  <a:gd name="connsiteX7" fmla="*/ 172782 w 2209496"/>
                  <a:gd name="connsiteY7" fmla="*/ 538927 h 4742625"/>
                  <a:gd name="connsiteX8" fmla="*/ 426782 w 2209496"/>
                  <a:gd name="connsiteY8" fmla="*/ 69028 h 4742625"/>
                  <a:gd name="connsiteX9" fmla="*/ 871282 w 2209496"/>
                  <a:gd name="connsiteY9" fmla="*/ 5528 h 4742625"/>
                  <a:gd name="connsiteX10" fmla="*/ 1099882 w 2209496"/>
                  <a:gd name="connsiteY10" fmla="*/ 69027 h 4742625"/>
                  <a:gd name="connsiteX11" fmla="*/ 1328482 w 2209496"/>
                  <a:gd name="connsiteY11" fmla="*/ 196027 h 4742625"/>
                  <a:gd name="connsiteX12" fmla="*/ 1557082 w 2209496"/>
                  <a:gd name="connsiteY12" fmla="*/ 602426 h 4742625"/>
                  <a:gd name="connsiteX13" fmla="*/ 1772982 w 2209496"/>
                  <a:gd name="connsiteY13" fmla="*/ 1059626 h 4742625"/>
                  <a:gd name="connsiteX14" fmla="*/ 2134931 w 2209496"/>
                  <a:gd name="connsiteY14" fmla="*/ 1815275 h 4742625"/>
                  <a:gd name="connsiteX15" fmla="*/ 2199701 w 2209496"/>
                  <a:gd name="connsiteY15" fmla="*/ 2375345 h 4742625"/>
                  <a:gd name="connsiteX16" fmla="*/ 2032062 w 2209496"/>
                  <a:gd name="connsiteY16" fmla="*/ 2969705 h 4742625"/>
                  <a:gd name="connsiteX17" fmla="*/ 1620582 w 2209496"/>
                  <a:gd name="connsiteY17" fmla="*/ 3167825 h 4742625"/>
                  <a:gd name="connsiteX18" fmla="*/ 1391982 w 2209496"/>
                  <a:gd name="connsiteY18" fmla="*/ 3396425 h 4742625"/>
                  <a:gd name="connsiteX19" fmla="*/ 1009906 w 2209496"/>
                  <a:gd name="connsiteY19" fmla="*/ 3466598 h 4742625"/>
                  <a:gd name="connsiteX20" fmla="*/ 844806 w 2209496"/>
                  <a:gd name="connsiteY20" fmla="*/ 4742625 h 4742625"/>
                  <a:gd name="connsiteX21" fmla="*/ 607165 w 2209496"/>
                  <a:gd name="connsiteY21" fmla="*/ 4653725 h 4742625"/>
                  <a:gd name="connsiteX22" fmla="*/ 759565 w 2209496"/>
                  <a:gd name="connsiteY22" fmla="*/ 3403098 h 4742625"/>
                  <a:gd name="connsiteX0" fmla="*/ 759565 w 2209496"/>
                  <a:gd name="connsiteY0" fmla="*/ 3403098 h 4742625"/>
                  <a:gd name="connsiteX1" fmla="*/ 576642 w 2209496"/>
                  <a:gd name="connsiteY1" fmla="*/ 3007805 h 4742625"/>
                  <a:gd name="connsiteX2" fmla="*/ 96581 w 2209496"/>
                  <a:gd name="connsiteY2" fmla="*/ 2611565 h 4742625"/>
                  <a:gd name="connsiteX3" fmla="*/ 191831 w 2209496"/>
                  <a:gd name="connsiteY3" fmla="*/ 2005776 h 4742625"/>
                  <a:gd name="connsiteX4" fmla="*/ 410906 w 2209496"/>
                  <a:gd name="connsiteY4" fmla="*/ 1805750 h 4742625"/>
                  <a:gd name="connsiteX5" fmla="*/ 325181 w 2209496"/>
                  <a:gd name="connsiteY5" fmla="*/ 1186625 h 4742625"/>
                  <a:gd name="connsiteX6" fmla="*/ 96582 w 2209496"/>
                  <a:gd name="connsiteY6" fmla="*/ 970727 h 4742625"/>
                  <a:gd name="connsiteX7" fmla="*/ 172782 w 2209496"/>
                  <a:gd name="connsiteY7" fmla="*/ 538927 h 4742625"/>
                  <a:gd name="connsiteX8" fmla="*/ 426782 w 2209496"/>
                  <a:gd name="connsiteY8" fmla="*/ 69028 h 4742625"/>
                  <a:gd name="connsiteX9" fmla="*/ 871282 w 2209496"/>
                  <a:gd name="connsiteY9" fmla="*/ 5528 h 4742625"/>
                  <a:gd name="connsiteX10" fmla="*/ 1099882 w 2209496"/>
                  <a:gd name="connsiteY10" fmla="*/ 69027 h 4742625"/>
                  <a:gd name="connsiteX11" fmla="*/ 1328482 w 2209496"/>
                  <a:gd name="connsiteY11" fmla="*/ 196027 h 4742625"/>
                  <a:gd name="connsiteX12" fmla="*/ 1557082 w 2209496"/>
                  <a:gd name="connsiteY12" fmla="*/ 602426 h 4742625"/>
                  <a:gd name="connsiteX13" fmla="*/ 1772982 w 2209496"/>
                  <a:gd name="connsiteY13" fmla="*/ 1059626 h 4742625"/>
                  <a:gd name="connsiteX14" fmla="*/ 2134931 w 2209496"/>
                  <a:gd name="connsiteY14" fmla="*/ 1815275 h 4742625"/>
                  <a:gd name="connsiteX15" fmla="*/ 2199701 w 2209496"/>
                  <a:gd name="connsiteY15" fmla="*/ 2375345 h 4742625"/>
                  <a:gd name="connsiteX16" fmla="*/ 2032062 w 2209496"/>
                  <a:gd name="connsiteY16" fmla="*/ 2969705 h 4742625"/>
                  <a:gd name="connsiteX17" fmla="*/ 1620582 w 2209496"/>
                  <a:gd name="connsiteY17" fmla="*/ 3167825 h 4742625"/>
                  <a:gd name="connsiteX18" fmla="*/ 1391982 w 2209496"/>
                  <a:gd name="connsiteY18" fmla="*/ 3396425 h 4742625"/>
                  <a:gd name="connsiteX19" fmla="*/ 1009906 w 2209496"/>
                  <a:gd name="connsiteY19" fmla="*/ 3466598 h 4742625"/>
                  <a:gd name="connsiteX20" fmla="*/ 844806 w 2209496"/>
                  <a:gd name="connsiteY20" fmla="*/ 4742625 h 4742625"/>
                  <a:gd name="connsiteX21" fmla="*/ 607165 w 2209496"/>
                  <a:gd name="connsiteY21" fmla="*/ 4653725 h 4742625"/>
                  <a:gd name="connsiteX22" fmla="*/ 759565 w 2209496"/>
                  <a:gd name="connsiteY22" fmla="*/ 3403098 h 4742625"/>
                  <a:gd name="connsiteX0" fmla="*/ 759565 w 2226999"/>
                  <a:gd name="connsiteY0" fmla="*/ 3403098 h 4742625"/>
                  <a:gd name="connsiteX1" fmla="*/ 576642 w 2226999"/>
                  <a:gd name="connsiteY1" fmla="*/ 3007805 h 4742625"/>
                  <a:gd name="connsiteX2" fmla="*/ 96581 w 2226999"/>
                  <a:gd name="connsiteY2" fmla="*/ 2611565 h 4742625"/>
                  <a:gd name="connsiteX3" fmla="*/ 191831 w 2226999"/>
                  <a:gd name="connsiteY3" fmla="*/ 2005776 h 4742625"/>
                  <a:gd name="connsiteX4" fmla="*/ 410906 w 2226999"/>
                  <a:gd name="connsiteY4" fmla="*/ 1805750 h 4742625"/>
                  <a:gd name="connsiteX5" fmla="*/ 325181 w 2226999"/>
                  <a:gd name="connsiteY5" fmla="*/ 1186625 h 4742625"/>
                  <a:gd name="connsiteX6" fmla="*/ 96582 w 2226999"/>
                  <a:gd name="connsiteY6" fmla="*/ 970727 h 4742625"/>
                  <a:gd name="connsiteX7" fmla="*/ 172782 w 2226999"/>
                  <a:gd name="connsiteY7" fmla="*/ 538927 h 4742625"/>
                  <a:gd name="connsiteX8" fmla="*/ 426782 w 2226999"/>
                  <a:gd name="connsiteY8" fmla="*/ 69028 h 4742625"/>
                  <a:gd name="connsiteX9" fmla="*/ 871282 w 2226999"/>
                  <a:gd name="connsiteY9" fmla="*/ 5528 h 4742625"/>
                  <a:gd name="connsiteX10" fmla="*/ 1099882 w 2226999"/>
                  <a:gd name="connsiteY10" fmla="*/ 69027 h 4742625"/>
                  <a:gd name="connsiteX11" fmla="*/ 1328482 w 2226999"/>
                  <a:gd name="connsiteY11" fmla="*/ 196027 h 4742625"/>
                  <a:gd name="connsiteX12" fmla="*/ 1557082 w 2226999"/>
                  <a:gd name="connsiteY12" fmla="*/ 602426 h 4742625"/>
                  <a:gd name="connsiteX13" fmla="*/ 1772982 w 2226999"/>
                  <a:gd name="connsiteY13" fmla="*/ 1059626 h 4742625"/>
                  <a:gd name="connsiteX14" fmla="*/ 2134931 w 2226999"/>
                  <a:gd name="connsiteY14" fmla="*/ 1815275 h 4742625"/>
                  <a:gd name="connsiteX15" fmla="*/ 2199701 w 2226999"/>
                  <a:gd name="connsiteY15" fmla="*/ 2375345 h 4742625"/>
                  <a:gd name="connsiteX16" fmla="*/ 2032062 w 2226999"/>
                  <a:gd name="connsiteY16" fmla="*/ 2969705 h 4742625"/>
                  <a:gd name="connsiteX17" fmla="*/ 1620582 w 2226999"/>
                  <a:gd name="connsiteY17" fmla="*/ 3167825 h 4742625"/>
                  <a:gd name="connsiteX18" fmla="*/ 1391982 w 2226999"/>
                  <a:gd name="connsiteY18" fmla="*/ 3396425 h 4742625"/>
                  <a:gd name="connsiteX19" fmla="*/ 1009906 w 2226999"/>
                  <a:gd name="connsiteY19" fmla="*/ 3466598 h 4742625"/>
                  <a:gd name="connsiteX20" fmla="*/ 844806 w 2226999"/>
                  <a:gd name="connsiteY20" fmla="*/ 4742625 h 4742625"/>
                  <a:gd name="connsiteX21" fmla="*/ 607165 w 2226999"/>
                  <a:gd name="connsiteY21" fmla="*/ 4653725 h 4742625"/>
                  <a:gd name="connsiteX22" fmla="*/ 759565 w 2226999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653725"/>
                  <a:gd name="connsiteX1" fmla="*/ 576642 w 2233404"/>
                  <a:gd name="connsiteY1" fmla="*/ 3007805 h 4653725"/>
                  <a:gd name="connsiteX2" fmla="*/ 96581 w 2233404"/>
                  <a:gd name="connsiteY2" fmla="*/ 2611565 h 4653725"/>
                  <a:gd name="connsiteX3" fmla="*/ 191831 w 2233404"/>
                  <a:gd name="connsiteY3" fmla="*/ 2005776 h 4653725"/>
                  <a:gd name="connsiteX4" fmla="*/ 410906 w 2233404"/>
                  <a:gd name="connsiteY4" fmla="*/ 1805750 h 4653725"/>
                  <a:gd name="connsiteX5" fmla="*/ 325181 w 2233404"/>
                  <a:gd name="connsiteY5" fmla="*/ 1186625 h 4653725"/>
                  <a:gd name="connsiteX6" fmla="*/ 96582 w 2233404"/>
                  <a:gd name="connsiteY6" fmla="*/ 970727 h 4653725"/>
                  <a:gd name="connsiteX7" fmla="*/ 172782 w 2233404"/>
                  <a:gd name="connsiteY7" fmla="*/ 538927 h 4653725"/>
                  <a:gd name="connsiteX8" fmla="*/ 426782 w 2233404"/>
                  <a:gd name="connsiteY8" fmla="*/ 69028 h 4653725"/>
                  <a:gd name="connsiteX9" fmla="*/ 871282 w 2233404"/>
                  <a:gd name="connsiteY9" fmla="*/ 5528 h 4653725"/>
                  <a:gd name="connsiteX10" fmla="*/ 1099882 w 2233404"/>
                  <a:gd name="connsiteY10" fmla="*/ 69027 h 4653725"/>
                  <a:gd name="connsiteX11" fmla="*/ 1328482 w 2233404"/>
                  <a:gd name="connsiteY11" fmla="*/ 196027 h 4653725"/>
                  <a:gd name="connsiteX12" fmla="*/ 1557082 w 2233404"/>
                  <a:gd name="connsiteY12" fmla="*/ 602426 h 4653725"/>
                  <a:gd name="connsiteX13" fmla="*/ 1772982 w 2233404"/>
                  <a:gd name="connsiteY13" fmla="*/ 1059626 h 4653725"/>
                  <a:gd name="connsiteX14" fmla="*/ 2134931 w 2233404"/>
                  <a:gd name="connsiteY14" fmla="*/ 1815275 h 4653725"/>
                  <a:gd name="connsiteX15" fmla="*/ 2199701 w 2233404"/>
                  <a:gd name="connsiteY15" fmla="*/ 2375345 h 4653725"/>
                  <a:gd name="connsiteX16" fmla="*/ 2032062 w 2233404"/>
                  <a:gd name="connsiteY16" fmla="*/ 2969705 h 4653725"/>
                  <a:gd name="connsiteX17" fmla="*/ 1620582 w 2233404"/>
                  <a:gd name="connsiteY17" fmla="*/ 3167825 h 4653725"/>
                  <a:gd name="connsiteX18" fmla="*/ 1391982 w 2233404"/>
                  <a:gd name="connsiteY18" fmla="*/ 3396425 h 4653725"/>
                  <a:gd name="connsiteX19" fmla="*/ 1009906 w 2233404"/>
                  <a:gd name="connsiteY19" fmla="*/ 3466598 h 4653725"/>
                  <a:gd name="connsiteX20" fmla="*/ 607165 w 2233404"/>
                  <a:gd name="connsiteY20" fmla="*/ 4653725 h 4653725"/>
                  <a:gd name="connsiteX21" fmla="*/ 759565 w 2233404"/>
                  <a:gd name="connsiteY21" fmla="*/ 3403098 h 4653725"/>
                  <a:gd name="connsiteX0" fmla="*/ 759565 w 2233404"/>
                  <a:gd name="connsiteY0" fmla="*/ 3403098 h 3466598"/>
                  <a:gd name="connsiteX1" fmla="*/ 576642 w 2233404"/>
                  <a:gd name="connsiteY1" fmla="*/ 3007805 h 3466598"/>
                  <a:gd name="connsiteX2" fmla="*/ 96581 w 2233404"/>
                  <a:gd name="connsiteY2" fmla="*/ 2611565 h 3466598"/>
                  <a:gd name="connsiteX3" fmla="*/ 191831 w 2233404"/>
                  <a:gd name="connsiteY3" fmla="*/ 2005776 h 3466598"/>
                  <a:gd name="connsiteX4" fmla="*/ 410906 w 2233404"/>
                  <a:gd name="connsiteY4" fmla="*/ 1805750 h 3466598"/>
                  <a:gd name="connsiteX5" fmla="*/ 325181 w 2233404"/>
                  <a:gd name="connsiteY5" fmla="*/ 1186625 h 3466598"/>
                  <a:gd name="connsiteX6" fmla="*/ 96582 w 2233404"/>
                  <a:gd name="connsiteY6" fmla="*/ 970727 h 3466598"/>
                  <a:gd name="connsiteX7" fmla="*/ 172782 w 2233404"/>
                  <a:gd name="connsiteY7" fmla="*/ 538927 h 3466598"/>
                  <a:gd name="connsiteX8" fmla="*/ 426782 w 2233404"/>
                  <a:gd name="connsiteY8" fmla="*/ 69028 h 3466598"/>
                  <a:gd name="connsiteX9" fmla="*/ 871282 w 2233404"/>
                  <a:gd name="connsiteY9" fmla="*/ 5528 h 3466598"/>
                  <a:gd name="connsiteX10" fmla="*/ 1099882 w 2233404"/>
                  <a:gd name="connsiteY10" fmla="*/ 69027 h 3466598"/>
                  <a:gd name="connsiteX11" fmla="*/ 1328482 w 2233404"/>
                  <a:gd name="connsiteY11" fmla="*/ 196027 h 3466598"/>
                  <a:gd name="connsiteX12" fmla="*/ 1557082 w 2233404"/>
                  <a:gd name="connsiteY12" fmla="*/ 602426 h 3466598"/>
                  <a:gd name="connsiteX13" fmla="*/ 1772982 w 2233404"/>
                  <a:gd name="connsiteY13" fmla="*/ 1059626 h 3466598"/>
                  <a:gd name="connsiteX14" fmla="*/ 2134931 w 2233404"/>
                  <a:gd name="connsiteY14" fmla="*/ 1815275 h 3466598"/>
                  <a:gd name="connsiteX15" fmla="*/ 2199701 w 2233404"/>
                  <a:gd name="connsiteY15" fmla="*/ 2375345 h 3466598"/>
                  <a:gd name="connsiteX16" fmla="*/ 2032062 w 2233404"/>
                  <a:gd name="connsiteY16" fmla="*/ 2969705 h 3466598"/>
                  <a:gd name="connsiteX17" fmla="*/ 1620582 w 2233404"/>
                  <a:gd name="connsiteY17" fmla="*/ 3167825 h 3466598"/>
                  <a:gd name="connsiteX18" fmla="*/ 1391982 w 2233404"/>
                  <a:gd name="connsiteY18" fmla="*/ 3396425 h 3466598"/>
                  <a:gd name="connsiteX19" fmla="*/ 1009906 w 2233404"/>
                  <a:gd name="connsiteY19" fmla="*/ 3466598 h 3466598"/>
                  <a:gd name="connsiteX20" fmla="*/ 759565 w 2233404"/>
                  <a:gd name="connsiteY20" fmla="*/ 3403098 h 34665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233404" h="3466598">
                    <a:moveTo>
                      <a:pt x="759565" y="3403098"/>
                    </a:moveTo>
                    <a:cubicBezTo>
                      <a:pt x="745588" y="3326898"/>
                      <a:pt x="618739" y="3294402"/>
                      <a:pt x="576642" y="3007805"/>
                    </a:cubicBezTo>
                    <a:cubicBezTo>
                      <a:pt x="589335" y="2935573"/>
                      <a:pt x="-145989" y="2617915"/>
                      <a:pt x="96581" y="2611565"/>
                    </a:cubicBezTo>
                    <a:cubicBezTo>
                      <a:pt x="59433" y="2523935"/>
                      <a:pt x="-147894" y="2138491"/>
                      <a:pt x="191831" y="2005776"/>
                    </a:cubicBezTo>
                    <a:cubicBezTo>
                      <a:pt x="247393" y="1892111"/>
                      <a:pt x="87056" y="1837500"/>
                      <a:pt x="410906" y="1805750"/>
                    </a:cubicBezTo>
                    <a:cubicBezTo>
                      <a:pt x="538964" y="1768708"/>
                      <a:pt x="37844" y="1185038"/>
                      <a:pt x="325181" y="1186625"/>
                    </a:cubicBezTo>
                    <a:cubicBezTo>
                      <a:pt x="355344" y="1055921"/>
                      <a:pt x="-108735" y="1068093"/>
                      <a:pt x="96582" y="970727"/>
                    </a:cubicBezTo>
                    <a:cubicBezTo>
                      <a:pt x="136799" y="907227"/>
                      <a:pt x="-70635" y="600310"/>
                      <a:pt x="172782" y="538927"/>
                    </a:cubicBezTo>
                    <a:cubicBezTo>
                      <a:pt x="43665" y="215077"/>
                      <a:pt x="310365" y="157928"/>
                      <a:pt x="426782" y="69028"/>
                    </a:cubicBezTo>
                    <a:cubicBezTo>
                      <a:pt x="543199" y="-19872"/>
                      <a:pt x="778149" y="35162"/>
                      <a:pt x="871282" y="5528"/>
                    </a:cubicBezTo>
                    <a:cubicBezTo>
                      <a:pt x="964415" y="-24106"/>
                      <a:pt x="1004632" y="75377"/>
                      <a:pt x="1099882" y="69027"/>
                    </a:cubicBezTo>
                    <a:cubicBezTo>
                      <a:pt x="1195132" y="62677"/>
                      <a:pt x="1224765" y="143110"/>
                      <a:pt x="1328482" y="196027"/>
                    </a:cubicBezTo>
                    <a:cubicBezTo>
                      <a:pt x="1597299" y="236244"/>
                      <a:pt x="1461832" y="519876"/>
                      <a:pt x="1557082" y="602426"/>
                    </a:cubicBezTo>
                    <a:cubicBezTo>
                      <a:pt x="1774252" y="692596"/>
                      <a:pt x="1708424" y="908708"/>
                      <a:pt x="1772982" y="1059626"/>
                    </a:cubicBezTo>
                    <a:cubicBezTo>
                      <a:pt x="1959460" y="1126724"/>
                      <a:pt x="2029945" y="1684889"/>
                      <a:pt x="2134931" y="1815275"/>
                    </a:cubicBezTo>
                    <a:cubicBezTo>
                      <a:pt x="2346597" y="1915181"/>
                      <a:pt x="2142233" y="2279778"/>
                      <a:pt x="2199701" y="2375345"/>
                    </a:cubicBezTo>
                    <a:cubicBezTo>
                      <a:pt x="2257169" y="2470912"/>
                      <a:pt x="2233992" y="2876995"/>
                      <a:pt x="2032062" y="2969705"/>
                    </a:cubicBezTo>
                    <a:cubicBezTo>
                      <a:pt x="2020632" y="3016695"/>
                      <a:pt x="1924112" y="3236405"/>
                      <a:pt x="1620582" y="3167825"/>
                    </a:cubicBezTo>
                    <a:cubicBezTo>
                      <a:pt x="1637092" y="3221165"/>
                      <a:pt x="1404861" y="3355520"/>
                      <a:pt x="1391982" y="3396425"/>
                    </a:cubicBezTo>
                    <a:cubicBezTo>
                      <a:pt x="1379103" y="3437330"/>
                      <a:pt x="1165872" y="3343831"/>
                      <a:pt x="1009906" y="3466598"/>
                    </a:cubicBezTo>
                    <a:lnTo>
                      <a:pt x="759565" y="3403098"/>
                    </a:lnTo>
                    <a:close/>
                  </a:path>
                </a:pathLst>
              </a:custGeom>
              <a:solidFill>
                <a:srgbClr val="3FB441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4" name="Rectangle 7">
                <a:extLst>
                  <a:ext uri="{FF2B5EF4-FFF2-40B4-BE49-F238E27FC236}">
                    <a16:creationId xmlns:a16="http://schemas.microsoft.com/office/drawing/2014/main" id="{5A0770A5-C9B5-9408-9548-CC2211077E8E}"/>
                  </a:ext>
                </a:extLst>
              </p:cNvPr>
              <p:cNvSpPr/>
              <p:nvPr/>
            </p:nvSpPr>
            <p:spPr>
              <a:xfrm rot="5130453">
                <a:off x="4109726" y="2429414"/>
                <a:ext cx="704825" cy="329939"/>
              </a:xfrm>
              <a:custGeom>
                <a:avLst/>
                <a:gdLst>
                  <a:gd name="connsiteX0" fmla="*/ 0 w 1007285"/>
                  <a:gd name="connsiteY0" fmla="*/ 0 h 94954"/>
                  <a:gd name="connsiteX1" fmla="*/ 1007285 w 1007285"/>
                  <a:gd name="connsiteY1" fmla="*/ 0 h 94954"/>
                  <a:gd name="connsiteX2" fmla="*/ 1007285 w 1007285"/>
                  <a:gd name="connsiteY2" fmla="*/ 94954 h 94954"/>
                  <a:gd name="connsiteX3" fmla="*/ 0 w 1007285"/>
                  <a:gd name="connsiteY3" fmla="*/ 94954 h 94954"/>
                  <a:gd name="connsiteX4" fmla="*/ 0 w 1007285"/>
                  <a:gd name="connsiteY4" fmla="*/ 0 h 94954"/>
                  <a:gd name="connsiteX0" fmla="*/ 2819400 w 3826685"/>
                  <a:gd name="connsiteY0" fmla="*/ 0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4" fmla="*/ 2819400 w 3826685"/>
                  <a:gd name="connsiteY4" fmla="*/ 0 h 869654"/>
                  <a:gd name="connsiteX0" fmla="*/ 0 w 3826685"/>
                  <a:gd name="connsiteY0" fmla="*/ 869654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968065 h 1033547"/>
                  <a:gd name="connsiteX1" fmla="*/ 3826685 w 3826685"/>
                  <a:gd name="connsiteY1" fmla="*/ 98411 h 1033547"/>
                  <a:gd name="connsiteX2" fmla="*/ 3826685 w 3826685"/>
                  <a:gd name="connsiteY2" fmla="*/ 193365 h 1033547"/>
                  <a:gd name="connsiteX3" fmla="*/ 0 w 3826685"/>
                  <a:gd name="connsiteY3" fmla="*/ 968065 h 1033547"/>
                  <a:gd name="connsiteX0" fmla="*/ 0 w 3826685"/>
                  <a:gd name="connsiteY0" fmla="*/ 968065 h 1013810"/>
                  <a:gd name="connsiteX1" fmla="*/ 3826685 w 3826685"/>
                  <a:gd name="connsiteY1" fmla="*/ 98411 h 1013810"/>
                  <a:gd name="connsiteX2" fmla="*/ 3826685 w 3826685"/>
                  <a:gd name="connsiteY2" fmla="*/ 193365 h 1013810"/>
                  <a:gd name="connsiteX3" fmla="*/ 0 w 3826685"/>
                  <a:gd name="connsiteY3" fmla="*/ 968065 h 1013810"/>
                  <a:gd name="connsiteX0" fmla="*/ 0 w 3826685"/>
                  <a:gd name="connsiteY0" fmla="*/ 968065 h 1012429"/>
                  <a:gd name="connsiteX1" fmla="*/ 3826685 w 3826685"/>
                  <a:gd name="connsiteY1" fmla="*/ 98411 h 1012429"/>
                  <a:gd name="connsiteX2" fmla="*/ 3826685 w 3826685"/>
                  <a:gd name="connsiteY2" fmla="*/ 193365 h 1012429"/>
                  <a:gd name="connsiteX3" fmla="*/ 0 w 3826685"/>
                  <a:gd name="connsiteY3" fmla="*/ 968065 h 101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6685" h="1012429">
                    <a:moveTo>
                      <a:pt x="0" y="968065"/>
                    </a:moveTo>
                    <a:cubicBezTo>
                      <a:pt x="1199362" y="1008380"/>
                      <a:pt x="2779723" y="-373704"/>
                      <a:pt x="3826685" y="98411"/>
                    </a:cubicBezTo>
                    <a:lnTo>
                      <a:pt x="3826685" y="193365"/>
                    </a:lnTo>
                    <a:cubicBezTo>
                      <a:pt x="2614623" y="-65927"/>
                      <a:pt x="932662" y="1268632"/>
                      <a:pt x="0" y="968065"/>
                    </a:cubicBezTo>
                    <a:close/>
                  </a:path>
                </a:pathLst>
              </a:custGeom>
              <a:solidFill>
                <a:srgbClr val="64263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Rectangle 7">
                <a:extLst>
                  <a:ext uri="{FF2B5EF4-FFF2-40B4-BE49-F238E27FC236}">
                    <a16:creationId xmlns:a16="http://schemas.microsoft.com/office/drawing/2014/main" id="{049242C9-5BD3-F13A-6229-43291EB0A885}"/>
                  </a:ext>
                </a:extLst>
              </p:cNvPr>
              <p:cNvSpPr/>
              <p:nvPr/>
            </p:nvSpPr>
            <p:spPr>
              <a:xfrm rot="4411580">
                <a:off x="3803813" y="2701273"/>
                <a:ext cx="1032418" cy="483290"/>
              </a:xfrm>
              <a:custGeom>
                <a:avLst/>
                <a:gdLst>
                  <a:gd name="connsiteX0" fmla="*/ 0 w 1007285"/>
                  <a:gd name="connsiteY0" fmla="*/ 0 h 94954"/>
                  <a:gd name="connsiteX1" fmla="*/ 1007285 w 1007285"/>
                  <a:gd name="connsiteY1" fmla="*/ 0 h 94954"/>
                  <a:gd name="connsiteX2" fmla="*/ 1007285 w 1007285"/>
                  <a:gd name="connsiteY2" fmla="*/ 94954 h 94954"/>
                  <a:gd name="connsiteX3" fmla="*/ 0 w 1007285"/>
                  <a:gd name="connsiteY3" fmla="*/ 94954 h 94954"/>
                  <a:gd name="connsiteX4" fmla="*/ 0 w 1007285"/>
                  <a:gd name="connsiteY4" fmla="*/ 0 h 94954"/>
                  <a:gd name="connsiteX0" fmla="*/ 2819400 w 3826685"/>
                  <a:gd name="connsiteY0" fmla="*/ 0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4" fmla="*/ 2819400 w 3826685"/>
                  <a:gd name="connsiteY4" fmla="*/ 0 h 869654"/>
                  <a:gd name="connsiteX0" fmla="*/ 0 w 3826685"/>
                  <a:gd name="connsiteY0" fmla="*/ 869654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968065 h 1033547"/>
                  <a:gd name="connsiteX1" fmla="*/ 3826685 w 3826685"/>
                  <a:gd name="connsiteY1" fmla="*/ 98411 h 1033547"/>
                  <a:gd name="connsiteX2" fmla="*/ 3826685 w 3826685"/>
                  <a:gd name="connsiteY2" fmla="*/ 193365 h 1033547"/>
                  <a:gd name="connsiteX3" fmla="*/ 0 w 3826685"/>
                  <a:gd name="connsiteY3" fmla="*/ 968065 h 1033547"/>
                  <a:gd name="connsiteX0" fmla="*/ 0 w 3826685"/>
                  <a:gd name="connsiteY0" fmla="*/ 968065 h 1013810"/>
                  <a:gd name="connsiteX1" fmla="*/ 3826685 w 3826685"/>
                  <a:gd name="connsiteY1" fmla="*/ 98411 h 1013810"/>
                  <a:gd name="connsiteX2" fmla="*/ 3826685 w 3826685"/>
                  <a:gd name="connsiteY2" fmla="*/ 193365 h 1013810"/>
                  <a:gd name="connsiteX3" fmla="*/ 0 w 3826685"/>
                  <a:gd name="connsiteY3" fmla="*/ 968065 h 1013810"/>
                  <a:gd name="connsiteX0" fmla="*/ 0 w 3826685"/>
                  <a:gd name="connsiteY0" fmla="*/ 968065 h 1012429"/>
                  <a:gd name="connsiteX1" fmla="*/ 3826685 w 3826685"/>
                  <a:gd name="connsiteY1" fmla="*/ 98411 h 1012429"/>
                  <a:gd name="connsiteX2" fmla="*/ 3826685 w 3826685"/>
                  <a:gd name="connsiteY2" fmla="*/ 193365 h 1012429"/>
                  <a:gd name="connsiteX3" fmla="*/ 0 w 3826685"/>
                  <a:gd name="connsiteY3" fmla="*/ 968065 h 101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6685" h="1012429">
                    <a:moveTo>
                      <a:pt x="0" y="968065"/>
                    </a:moveTo>
                    <a:cubicBezTo>
                      <a:pt x="1199362" y="1008380"/>
                      <a:pt x="2779723" y="-373704"/>
                      <a:pt x="3826685" y="98411"/>
                    </a:cubicBezTo>
                    <a:lnTo>
                      <a:pt x="3826685" y="193365"/>
                    </a:lnTo>
                    <a:cubicBezTo>
                      <a:pt x="2614623" y="-65927"/>
                      <a:pt x="932662" y="1268632"/>
                      <a:pt x="0" y="968065"/>
                    </a:cubicBezTo>
                    <a:close/>
                  </a:path>
                </a:pathLst>
              </a:custGeom>
              <a:solidFill>
                <a:srgbClr val="64263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Rectangle 7">
                <a:extLst>
                  <a:ext uri="{FF2B5EF4-FFF2-40B4-BE49-F238E27FC236}">
                    <a16:creationId xmlns:a16="http://schemas.microsoft.com/office/drawing/2014/main" id="{3F9A9F8E-A458-B04A-D9AA-E4923EC8C150}"/>
                  </a:ext>
                </a:extLst>
              </p:cNvPr>
              <p:cNvSpPr/>
              <p:nvPr/>
            </p:nvSpPr>
            <p:spPr>
              <a:xfrm rot="5130453">
                <a:off x="4020432" y="1677001"/>
                <a:ext cx="963083" cy="329939"/>
              </a:xfrm>
              <a:custGeom>
                <a:avLst/>
                <a:gdLst>
                  <a:gd name="connsiteX0" fmla="*/ 0 w 1007285"/>
                  <a:gd name="connsiteY0" fmla="*/ 0 h 94954"/>
                  <a:gd name="connsiteX1" fmla="*/ 1007285 w 1007285"/>
                  <a:gd name="connsiteY1" fmla="*/ 0 h 94954"/>
                  <a:gd name="connsiteX2" fmla="*/ 1007285 w 1007285"/>
                  <a:gd name="connsiteY2" fmla="*/ 94954 h 94954"/>
                  <a:gd name="connsiteX3" fmla="*/ 0 w 1007285"/>
                  <a:gd name="connsiteY3" fmla="*/ 94954 h 94954"/>
                  <a:gd name="connsiteX4" fmla="*/ 0 w 1007285"/>
                  <a:gd name="connsiteY4" fmla="*/ 0 h 94954"/>
                  <a:gd name="connsiteX0" fmla="*/ 2819400 w 3826685"/>
                  <a:gd name="connsiteY0" fmla="*/ 0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4" fmla="*/ 2819400 w 3826685"/>
                  <a:gd name="connsiteY4" fmla="*/ 0 h 869654"/>
                  <a:gd name="connsiteX0" fmla="*/ 0 w 3826685"/>
                  <a:gd name="connsiteY0" fmla="*/ 869654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968065 h 1033547"/>
                  <a:gd name="connsiteX1" fmla="*/ 3826685 w 3826685"/>
                  <a:gd name="connsiteY1" fmla="*/ 98411 h 1033547"/>
                  <a:gd name="connsiteX2" fmla="*/ 3826685 w 3826685"/>
                  <a:gd name="connsiteY2" fmla="*/ 193365 h 1033547"/>
                  <a:gd name="connsiteX3" fmla="*/ 0 w 3826685"/>
                  <a:gd name="connsiteY3" fmla="*/ 968065 h 1033547"/>
                  <a:gd name="connsiteX0" fmla="*/ 0 w 3826685"/>
                  <a:gd name="connsiteY0" fmla="*/ 968065 h 1013810"/>
                  <a:gd name="connsiteX1" fmla="*/ 3826685 w 3826685"/>
                  <a:gd name="connsiteY1" fmla="*/ 98411 h 1013810"/>
                  <a:gd name="connsiteX2" fmla="*/ 3826685 w 3826685"/>
                  <a:gd name="connsiteY2" fmla="*/ 193365 h 1013810"/>
                  <a:gd name="connsiteX3" fmla="*/ 0 w 3826685"/>
                  <a:gd name="connsiteY3" fmla="*/ 968065 h 1013810"/>
                  <a:gd name="connsiteX0" fmla="*/ 0 w 3826685"/>
                  <a:gd name="connsiteY0" fmla="*/ 968065 h 1012429"/>
                  <a:gd name="connsiteX1" fmla="*/ 3826685 w 3826685"/>
                  <a:gd name="connsiteY1" fmla="*/ 98411 h 1012429"/>
                  <a:gd name="connsiteX2" fmla="*/ 3826685 w 3826685"/>
                  <a:gd name="connsiteY2" fmla="*/ 193365 h 1012429"/>
                  <a:gd name="connsiteX3" fmla="*/ 0 w 3826685"/>
                  <a:gd name="connsiteY3" fmla="*/ 968065 h 101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6685" h="1012429">
                    <a:moveTo>
                      <a:pt x="0" y="968065"/>
                    </a:moveTo>
                    <a:cubicBezTo>
                      <a:pt x="1199362" y="1008380"/>
                      <a:pt x="2779723" y="-373704"/>
                      <a:pt x="3826685" y="98411"/>
                    </a:cubicBezTo>
                    <a:lnTo>
                      <a:pt x="3826685" y="193365"/>
                    </a:lnTo>
                    <a:cubicBezTo>
                      <a:pt x="2614623" y="-65927"/>
                      <a:pt x="932662" y="1268632"/>
                      <a:pt x="0" y="968065"/>
                    </a:cubicBezTo>
                    <a:close/>
                  </a:path>
                </a:pathLst>
              </a:custGeom>
              <a:solidFill>
                <a:srgbClr val="64263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Rectangle 7">
                <a:extLst>
                  <a:ext uri="{FF2B5EF4-FFF2-40B4-BE49-F238E27FC236}">
                    <a16:creationId xmlns:a16="http://schemas.microsoft.com/office/drawing/2014/main" id="{61A29232-B325-7429-A6D7-4642936CEEE2}"/>
                  </a:ext>
                </a:extLst>
              </p:cNvPr>
              <p:cNvSpPr/>
              <p:nvPr/>
            </p:nvSpPr>
            <p:spPr>
              <a:xfrm rot="17188420" flipH="1">
                <a:off x="4412435" y="2911181"/>
                <a:ext cx="1032418" cy="483290"/>
              </a:xfrm>
              <a:custGeom>
                <a:avLst/>
                <a:gdLst>
                  <a:gd name="connsiteX0" fmla="*/ 0 w 1007285"/>
                  <a:gd name="connsiteY0" fmla="*/ 0 h 94954"/>
                  <a:gd name="connsiteX1" fmla="*/ 1007285 w 1007285"/>
                  <a:gd name="connsiteY1" fmla="*/ 0 h 94954"/>
                  <a:gd name="connsiteX2" fmla="*/ 1007285 w 1007285"/>
                  <a:gd name="connsiteY2" fmla="*/ 94954 h 94954"/>
                  <a:gd name="connsiteX3" fmla="*/ 0 w 1007285"/>
                  <a:gd name="connsiteY3" fmla="*/ 94954 h 94954"/>
                  <a:gd name="connsiteX4" fmla="*/ 0 w 1007285"/>
                  <a:gd name="connsiteY4" fmla="*/ 0 h 94954"/>
                  <a:gd name="connsiteX0" fmla="*/ 2819400 w 3826685"/>
                  <a:gd name="connsiteY0" fmla="*/ 0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4" fmla="*/ 2819400 w 3826685"/>
                  <a:gd name="connsiteY4" fmla="*/ 0 h 869654"/>
                  <a:gd name="connsiteX0" fmla="*/ 0 w 3826685"/>
                  <a:gd name="connsiteY0" fmla="*/ 869654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968065 h 1033547"/>
                  <a:gd name="connsiteX1" fmla="*/ 3826685 w 3826685"/>
                  <a:gd name="connsiteY1" fmla="*/ 98411 h 1033547"/>
                  <a:gd name="connsiteX2" fmla="*/ 3826685 w 3826685"/>
                  <a:gd name="connsiteY2" fmla="*/ 193365 h 1033547"/>
                  <a:gd name="connsiteX3" fmla="*/ 0 w 3826685"/>
                  <a:gd name="connsiteY3" fmla="*/ 968065 h 1033547"/>
                  <a:gd name="connsiteX0" fmla="*/ 0 w 3826685"/>
                  <a:gd name="connsiteY0" fmla="*/ 968065 h 1013810"/>
                  <a:gd name="connsiteX1" fmla="*/ 3826685 w 3826685"/>
                  <a:gd name="connsiteY1" fmla="*/ 98411 h 1013810"/>
                  <a:gd name="connsiteX2" fmla="*/ 3826685 w 3826685"/>
                  <a:gd name="connsiteY2" fmla="*/ 193365 h 1013810"/>
                  <a:gd name="connsiteX3" fmla="*/ 0 w 3826685"/>
                  <a:gd name="connsiteY3" fmla="*/ 968065 h 1013810"/>
                  <a:gd name="connsiteX0" fmla="*/ 0 w 3826685"/>
                  <a:gd name="connsiteY0" fmla="*/ 968065 h 1012429"/>
                  <a:gd name="connsiteX1" fmla="*/ 3826685 w 3826685"/>
                  <a:gd name="connsiteY1" fmla="*/ 98411 h 1012429"/>
                  <a:gd name="connsiteX2" fmla="*/ 3826685 w 3826685"/>
                  <a:gd name="connsiteY2" fmla="*/ 193365 h 1012429"/>
                  <a:gd name="connsiteX3" fmla="*/ 0 w 3826685"/>
                  <a:gd name="connsiteY3" fmla="*/ 968065 h 101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6685" h="1012429">
                    <a:moveTo>
                      <a:pt x="0" y="968065"/>
                    </a:moveTo>
                    <a:cubicBezTo>
                      <a:pt x="1199362" y="1008380"/>
                      <a:pt x="2779723" y="-373704"/>
                      <a:pt x="3826685" y="98411"/>
                    </a:cubicBezTo>
                    <a:lnTo>
                      <a:pt x="3826685" y="193365"/>
                    </a:lnTo>
                    <a:cubicBezTo>
                      <a:pt x="2614623" y="-65927"/>
                      <a:pt x="932662" y="1268632"/>
                      <a:pt x="0" y="968065"/>
                    </a:cubicBezTo>
                    <a:close/>
                  </a:path>
                </a:pathLst>
              </a:custGeom>
              <a:solidFill>
                <a:srgbClr val="64263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Rectangle 7">
                <a:extLst>
                  <a:ext uri="{FF2B5EF4-FFF2-40B4-BE49-F238E27FC236}">
                    <a16:creationId xmlns:a16="http://schemas.microsoft.com/office/drawing/2014/main" id="{FD0603E8-CEF0-BE6D-A369-F8A41BE042BA}"/>
                  </a:ext>
                </a:extLst>
              </p:cNvPr>
              <p:cNvSpPr/>
              <p:nvPr/>
            </p:nvSpPr>
            <p:spPr>
              <a:xfrm rot="17188420" flipH="1">
                <a:off x="4450248" y="2270119"/>
                <a:ext cx="868238" cy="406435"/>
              </a:xfrm>
              <a:custGeom>
                <a:avLst/>
                <a:gdLst>
                  <a:gd name="connsiteX0" fmla="*/ 0 w 1007285"/>
                  <a:gd name="connsiteY0" fmla="*/ 0 h 94954"/>
                  <a:gd name="connsiteX1" fmla="*/ 1007285 w 1007285"/>
                  <a:gd name="connsiteY1" fmla="*/ 0 h 94954"/>
                  <a:gd name="connsiteX2" fmla="*/ 1007285 w 1007285"/>
                  <a:gd name="connsiteY2" fmla="*/ 94954 h 94954"/>
                  <a:gd name="connsiteX3" fmla="*/ 0 w 1007285"/>
                  <a:gd name="connsiteY3" fmla="*/ 94954 h 94954"/>
                  <a:gd name="connsiteX4" fmla="*/ 0 w 1007285"/>
                  <a:gd name="connsiteY4" fmla="*/ 0 h 94954"/>
                  <a:gd name="connsiteX0" fmla="*/ 2819400 w 3826685"/>
                  <a:gd name="connsiteY0" fmla="*/ 0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4" fmla="*/ 2819400 w 3826685"/>
                  <a:gd name="connsiteY4" fmla="*/ 0 h 869654"/>
                  <a:gd name="connsiteX0" fmla="*/ 0 w 3826685"/>
                  <a:gd name="connsiteY0" fmla="*/ 869654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968065 h 1033547"/>
                  <a:gd name="connsiteX1" fmla="*/ 3826685 w 3826685"/>
                  <a:gd name="connsiteY1" fmla="*/ 98411 h 1033547"/>
                  <a:gd name="connsiteX2" fmla="*/ 3826685 w 3826685"/>
                  <a:gd name="connsiteY2" fmla="*/ 193365 h 1033547"/>
                  <a:gd name="connsiteX3" fmla="*/ 0 w 3826685"/>
                  <a:gd name="connsiteY3" fmla="*/ 968065 h 1033547"/>
                  <a:gd name="connsiteX0" fmla="*/ 0 w 3826685"/>
                  <a:gd name="connsiteY0" fmla="*/ 968065 h 1013810"/>
                  <a:gd name="connsiteX1" fmla="*/ 3826685 w 3826685"/>
                  <a:gd name="connsiteY1" fmla="*/ 98411 h 1013810"/>
                  <a:gd name="connsiteX2" fmla="*/ 3826685 w 3826685"/>
                  <a:gd name="connsiteY2" fmla="*/ 193365 h 1013810"/>
                  <a:gd name="connsiteX3" fmla="*/ 0 w 3826685"/>
                  <a:gd name="connsiteY3" fmla="*/ 968065 h 1013810"/>
                  <a:gd name="connsiteX0" fmla="*/ 0 w 3826685"/>
                  <a:gd name="connsiteY0" fmla="*/ 968065 h 1012429"/>
                  <a:gd name="connsiteX1" fmla="*/ 3826685 w 3826685"/>
                  <a:gd name="connsiteY1" fmla="*/ 98411 h 1012429"/>
                  <a:gd name="connsiteX2" fmla="*/ 3826685 w 3826685"/>
                  <a:gd name="connsiteY2" fmla="*/ 193365 h 1012429"/>
                  <a:gd name="connsiteX3" fmla="*/ 0 w 3826685"/>
                  <a:gd name="connsiteY3" fmla="*/ 968065 h 101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6685" h="1012429">
                    <a:moveTo>
                      <a:pt x="0" y="968065"/>
                    </a:moveTo>
                    <a:cubicBezTo>
                      <a:pt x="1199362" y="1008380"/>
                      <a:pt x="2779723" y="-373704"/>
                      <a:pt x="3826685" y="98411"/>
                    </a:cubicBezTo>
                    <a:lnTo>
                      <a:pt x="3826685" y="193365"/>
                    </a:lnTo>
                    <a:cubicBezTo>
                      <a:pt x="2614623" y="-65927"/>
                      <a:pt x="932662" y="1268632"/>
                      <a:pt x="0" y="968065"/>
                    </a:cubicBezTo>
                    <a:close/>
                  </a:path>
                </a:pathLst>
              </a:custGeom>
              <a:solidFill>
                <a:srgbClr val="64263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Rectangle 7">
                <a:extLst>
                  <a:ext uri="{FF2B5EF4-FFF2-40B4-BE49-F238E27FC236}">
                    <a16:creationId xmlns:a16="http://schemas.microsoft.com/office/drawing/2014/main" id="{82E1F35D-692E-FBCF-00B7-1EBEDA6B1C5F}"/>
                  </a:ext>
                </a:extLst>
              </p:cNvPr>
              <p:cNvSpPr/>
              <p:nvPr/>
            </p:nvSpPr>
            <p:spPr>
              <a:xfrm rot="16546531" flipH="1">
                <a:off x="4454596" y="1250533"/>
                <a:ext cx="1032418" cy="483290"/>
              </a:xfrm>
              <a:custGeom>
                <a:avLst/>
                <a:gdLst>
                  <a:gd name="connsiteX0" fmla="*/ 0 w 1007285"/>
                  <a:gd name="connsiteY0" fmla="*/ 0 h 94954"/>
                  <a:gd name="connsiteX1" fmla="*/ 1007285 w 1007285"/>
                  <a:gd name="connsiteY1" fmla="*/ 0 h 94954"/>
                  <a:gd name="connsiteX2" fmla="*/ 1007285 w 1007285"/>
                  <a:gd name="connsiteY2" fmla="*/ 94954 h 94954"/>
                  <a:gd name="connsiteX3" fmla="*/ 0 w 1007285"/>
                  <a:gd name="connsiteY3" fmla="*/ 94954 h 94954"/>
                  <a:gd name="connsiteX4" fmla="*/ 0 w 1007285"/>
                  <a:gd name="connsiteY4" fmla="*/ 0 h 94954"/>
                  <a:gd name="connsiteX0" fmla="*/ 2819400 w 3826685"/>
                  <a:gd name="connsiteY0" fmla="*/ 0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4" fmla="*/ 2819400 w 3826685"/>
                  <a:gd name="connsiteY4" fmla="*/ 0 h 869654"/>
                  <a:gd name="connsiteX0" fmla="*/ 0 w 3826685"/>
                  <a:gd name="connsiteY0" fmla="*/ 869654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968065 h 1033547"/>
                  <a:gd name="connsiteX1" fmla="*/ 3826685 w 3826685"/>
                  <a:gd name="connsiteY1" fmla="*/ 98411 h 1033547"/>
                  <a:gd name="connsiteX2" fmla="*/ 3826685 w 3826685"/>
                  <a:gd name="connsiteY2" fmla="*/ 193365 h 1033547"/>
                  <a:gd name="connsiteX3" fmla="*/ 0 w 3826685"/>
                  <a:gd name="connsiteY3" fmla="*/ 968065 h 1033547"/>
                  <a:gd name="connsiteX0" fmla="*/ 0 w 3826685"/>
                  <a:gd name="connsiteY0" fmla="*/ 968065 h 1013810"/>
                  <a:gd name="connsiteX1" fmla="*/ 3826685 w 3826685"/>
                  <a:gd name="connsiteY1" fmla="*/ 98411 h 1013810"/>
                  <a:gd name="connsiteX2" fmla="*/ 3826685 w 3826685"/>
                  <a:gd name="connsiteY2" fmla="*/ 193365 h 1013810"/>
                  <a:gd name="connsiteX3" fmla="*/ 0 w 3826685"/>
                  <a:gd name="connsiteY3" fmla="*/ 968065 h 1013810"/>
                  <a:gd name="connsiteX0" fmla="*/ 0 w 3826685"/>
                  <a:gd name="connsiteY0" fmla="*/ 968065 h 1012429"/>
                  <a:gd name="connsiteX1" fmla="*/ 3826685 w 3826685"/>
                  <a:gd name="connsiteY1" fmla="*/ 98411 h 1012429"/>
                  <a:gd name="connsiteX2" fmla="*/ 3826685 w 3826685"/>
                  <a:gd name="connsiteY2" fmla="*/ 193365 h 1012429"/>
                  <a:gd name="connsiteX3" fmla="*/ 0 w 3826685"/>
                  <a:gd name="connsiteY3" fmla="*/ 968065 h 101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6685" h="1012429">
                    <a:moveTo>
                      <a:pt x="0" y="968065"/>
                    </a:moveTo>
                    <a:cubicBezTo>
                      <a:pt x="1199362" y="1008380"/>
                      <a:pt x="2779723" y="-373704"/>
                      <a:pt x="3826685" y="98411"/>
                    </a:cubicBezTo>
                    <a:lnTo>
                      <a:pt x="3826685" y="193365"/>
                    </a:lnTo>
                    <a:cubicBezTo>
                      <a:pt x="2614623" y="-65927"/>
                      <a:pt x="932662" y="1268632"/>
                      <a:pt x="0" y="968065"/>
                    </a:cubicBezTo>
                    <a:close/>
                  </a:path>
                </a:pathLst>
              </a:custGeom>
              <a:solidFill>
                <a:srgbClr val="64263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094C4D2C-99F7-19F3-E874-F11028C64BF4}"/>
                  </a:ext>
                </a:extLst>
              </p:cNvPr>
              <p:cNvSpPr/>
              <p:nvPr/>
            </p:nvSpPr>
            <p:spPr>
              <a:xfrm rot="316924">
                <a:off x="4446016" y="969466"/>
                <a:ext cx="286726" cy="4005924"/>
              </a:xfrm>
              <a:custGeom>
                <a:avLst/>
                <a:gdLst>
                  <a:gd name="connsiteX0" fmla="*/ 0 w 196226"/>
                  <a:gd name="connsiteY0" fmla="*/ 0 h 3725706"/>
                  <a:gd name="connsiteX1" fmla="*/ 196226 w 196226"/>
                  <a:gd name="connsiteY1" fmla="*/ 0 h 3725706"/>
                  <a:gd name="connsiteX2" fmla="*/ 196226 w 196226"/>
                  <a:gd name="connsiteY2" fmla="*/ 3725706 h 3725706"/>
                  <a:gd name="connsiteX3" fmla="*/ 0 w 196226"/>
                  <a:gd name="connsiteY3" fmla="*/ 3725706 h 3725706"/>
                  <a:gd name="connsiteX4" fmla="*/ 0 w 196226"/>
                  <a:gd name="connsiteY4" fmla="*/ 0 h 3725706"/>
                  <a:gd name="connsiteX0" fmla="*/ 0 w 196226"/>
                  <a:gd name="connsiteY0" fmla="*/ 3725706 h 3725706"/>
                  <a:gd name="connsiteX1" fmla="*/ 196226 w 196226"/>
                  <a:gd name="connsiteY1" fmla="*/ 0 h 3725706"/>
                  <a:gd name="connsiteX2" fmla="*/ 196226 w 196226"/>
                  <a:gd name="connsiteY2" fmla="*/ 3725706 h 3725706"/>
                  <a:gd name="connsiteX3" fmla="*/ 0 w 196226"/>
                  <a:gd name="connsiteY3" fmla="*/ 3725706 h 3725706"/>
                  <a:gd name="connsiteX0" fmla="*/ 0 w 196226"/>
                  <a:gd name="connsiteY0" fmla="*/ 3741025 h 3741025"/>
                  <a:gd name="connsiteX1" fmla="*/ 177626 w 196226"/>
                  <a:gd name="connsiteY1" fmla="*/ 0 h 3741025"/>
                  <a:gd name="connsiteX2" fmla="*/ 196226 w 196226"/>
                  <a:gd name="connsiteY2" fmla="*/ 3741025 h 3741025"/>
                  <a:gd name="connsiteX3" fmla="*/ 0 w 196226"/>
                  <a:gd name="connsiteY3" fmla="*/ 3741025 h 3741025"/>
                  <a:gd name="connsiteX0" fmla="*/ 0 w 196226"/>
                  <a:gd name="connsiteY0" fmla="*/ 3760392 h 3760392"/>
                  <a:gd name="connsiteX1" fmla="*/ 165482 w 196226"/>
                  <a:gd name="connsiteY1" fmla="*/ 0 h 3760392"/>
                  <a:gd name="connsiteX2" fmla="*/ 196226 w 196226"/>
                  <a:gd name="connsiteY2" fmla="*/ 3760392 h 3760392"/>
                  <a:gd name="connsiteX3" fmla="*/ 0 w 196226"/>
                  <a:gd name="connsiteY3" fmla="*/ 3760392 h 3760392"/>
                  <a:gd name="connsiteX0" fmla="*/ 0 w 196226"/>
                  <a:gd name="connsiteY0" fmla="*/ 3760392 h 3760392"/>
                  <a:gd name="connsiteX1" fmla="*/ 165482 w 196226"/>
                  <a:gd name="connsiteY1" fmla="*/ 0 h 3760392"/>
                  <a:gd name="connsiteX2" fmla="*/ 196226 w 196226"/>
                  <a:gd name="connsiteY2" fmla="*/ 3760392 h 3760392"/>
                  <a:gd name="connsiteX3" fmla="*/ 0 w 196226"/>
                  <a:gd name="connsiteY3" fmla="*/ 3760392 h 3760392"/>
                  <a:gd name="connsiteX0" fmla="*/ 0 w 203788"/>
                  <a:gd name="connsiteY0" fmla="*/ 3760392 h 3760392"/>
                  <a:gd name="connsiteX1" fmla="*/ 165482 w 203788"/>
                  <a:gd name="connsiteY1" fmla="*/ 0 h 3760392"/>
                  <a:gd name="connsiteX2" fmla="*/ 196226 w 203788"/>
                  <a:gd name="connsiteY2" fmla="*/ 3760392 h 3760392"/>
                  <a:gd name="connsiteX3" fmla="*/ 0 w 203788"/>
                  <a:gd name="connsiteY3" fmla="*/ 3760392 h 3760392"/>
                  <a:gd name="connsiteX0" fmla="*/ 0 w 232892"/>
                  <a:gd name="connsiteY0" fmla="*/ 3742664 h 3760392"/>
                  <a:gd name="connsiteX1" fmla="*/ 194586 w 232892"/>
                  <a:gd name="connsiteY1" fmla="*/ 0 h 3760392"/>
                  <a:gd name="connsiteX2" fmla="*/ 225330 w 232892"/>
                  <a:gd name="connsiteY2" fmla="*/ 3760392 h 3760392"/>
                  <a:gd name="connsiteX3" fmla="*/ 0 w 232892"/>
                  <a:gd name="connsiteY3" fmla="*/ 3742664 h 3760392"/>
                  <a:gd name="connsiteX0" fmla="*/ 0 w 232030"/>
                  <a:gd name="connsiteY0" fmla="*/ 3742664 h 3914670"/>
                  <a:gd name="connsiteX1" fmla="*/ 194586 w 232030"/>
                  <a:gd name="connsiteY1" fmla="*/ 0 h 3914670"/>
                  <a:gd name="connsiteX2" fmla="*/ 223135 w 232030"/>
                  <a:gd name="connsiteY2" fmla="*/ 3914670 h 3914670"/>
                  <a:gd name="connsiteX3" fmla="*/ 0 w 232030"/>
                  <a:gd name="connsiteY3" fmla="*/ 3742664 h 3914670"/>
                  <a:gd name="connsiteX0" fmla="*/ 0 w 247137"/>
                  <a:gd name="connsiteY0" fmla="*/ 3905038 h 3914670"/>
                  <a:gd name="connsiteX1" fmla="*/ 209693 w 247137"/>
                  <a:gd name="connsiteY1" fmla="*/ 0 h 3914670"/>
                  <a:gd name="connsiteX2" fmla="*/ 238242 w 247137"/>
                  <a:gd name="connsiteY2" fmla="*/ 3914670 h 3914670"/>
                  <a:gd name="connsiteX3" fmla="*/ 0 w 247137"/>
                  <a:gd name="connsiteY3" fmla="*/ 3905038 h 3914670"/>
                  <a:gd name="connsiteX0" fmla="*/ 0 w 250938"/>
                  <a:gd name="connsiteY0" fmla="*/ 3905038 h 3972005"/>
                  <a:gd name="connsiteX1" fmla="*/ 209693 w 250938"/>
                  <a:gd name="connsiteY1" fmla="*/ 0 h 3972005"/>
                  <a:gd name="connsiteX2" fmla="*/ 247212 w 250938"/>
                  <a:gd name="connsiteY2" fmla="*/ 3972005 h 3972005"/>
                  <a:gd name="connsiteX3" fmla="*/ 0 w 250938"/>
                  <a:gd name="connsiteY3" fmla="*/ 3905038 h 3972005"/>
                  <a:gd name="connsiteX0" fmla="*/ 0 w 264616"/>
                  <a:gd name="connsiteY0" fmla="*/ 3940598 h 3972005"/>
                  <a:gd name="connsiteX1" fmla="*/ 223371 w 264616"/>
                  <a:gd name="connsiteY1" fmla="*/ 0 h 3972005"/>
                  <a:gd name="connsiteX2" fmla="*/ 260890 w 264616"/>
                  <a:gd name="connsiteY2" fmla="*/ 3972005 h 3972005"/>
                  <a:gd name="connsiteX3" fmla="*/ 0 w 264616"/>
                  <a:gd name="connsiteY3" fmla="*/ 3940598 h 3972005"/>
                  <a:gd name="connsiteX0" fmla="*/ 0 w 262936"/>
                  <a:gd name="connsiteY0" fmla="*/ 3974517 h 4005924"/>
                  <a:gd name="connsiteX1" fmla="*/ 220090 w 262936"/>
                  <a:gd name="connsiteY1" fmla="*/ 0 h 4005924"/>
                  <a:gd name="connsiteX2" fmla="*/ 260890 w 262936"/>
                  <a:gd name="connsiteY2" fmla="*/ 4005924 h 4005924"/>
                  <a:gd name="connsiteX3" fmla="*/ 0 w 262936"/>
                  <a:gd name="connsiteY3" fmla="*/ 3974517 h 4005924"/>
                  <a:gd name="connsiteX0" fmla="*/ 0 w 286726"/>
                  <a:gd name="connsiteY0" fmla="*/ 3974517 h 4005924"/>
                  <a:gd name="connsiteX1" fmla="*/ 220090 w 286726"/>
                  <a:gd name="connsiteY1" fmla="*/ 0 h 4005924"/>
                  <a:gd name="connsiteX2" fmla="*/ 260890 w 286726"/>
                  <a:gd name="connsiteY2" fmla="*/ 4005924 h 4005924"/>
                  <a:gd name="connsiteX3" fmla="*/ 0 w 286726"/>
                  <a:gd name="connsiteY3" fmla="*/ 3974517 h 4005924"/>
                  <a:gd name="connsiteX0" fmla="*/ 0 w 286726"/>
                  <a:gd name="connsiteY0" fmla="*/ 3974517 h 4065957"/>
                  <a:gd name="connsiteX1" fmla="*/ 220090 w 286726"/>
                  <a:gd name="connsiteY1" fmla="*/ 0 h 4065957"/>
                  <a:gd name="connsiteX2" fmla="*/ 260890 w 286726"/>
                  <a:gd name="connsiteY2" fmla="*/ 4005924 h 4065957"/>
                  <a:gd name="connsiteX3" fmla="*/ 91440 w 286726"/>
                  <a:gd name="connsiteY3" fmla="*/ 4065957 h 4065957"/>
                  <a:gd name="connsiteX0" fmla="*/ 0 w 286726"/>
                  <a:gd name="connsiteY0" fmla="*/ 3974517 h 4005924"/>
                  <a:gd name="connsiteX1" fmla="*/ 220090 w 286726"/>
                  <a:gd name="connsiteY1" fmla="*/ 0 h 4005924"/>
                  <a:gd name="connsiteX2" fmla="*/ 260890 w 286726"/>
                  <a:gd name="connsiteY2" fmla="*/ 4005924 h 4005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86726" h="4005924">
                    <a:moveTo>
                      <a:pt x="0" y="3974517"/>
                    </a:moveTo>
                    <a:cubicBezTo>
                      <a:pt x="55161" y="2721053"/>
                      <a:pt x="8137" y="1189886"/>
                      <a:pt x="220090" y="0"/>
                    </a:cubicBezTo>
                    <a:cubicBezTo>
                      <a:pt x="290188" y="1305877"/>
                      <a:pt x="306997" y="2627180"/>
                      <a:pt x="260890" y="4005924"/>
                    </a:cubicBezTo>
                  </a:path>
                </a:pathLst>
              </a:custGeom>
              <a:solidFill>
                <a:srgbClr val="64263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58EF0B30-0A71-F849-91CA-75758039FDD1}"/>
                </a:ext>
              </a:extLst>
            </p:cNvPr>
            <p:cNvGrpSpPr/>
            <p:nvPr/>
          </p:nvGrpSpPr>
          <p:grpSpPr>
            <a:xfrm rot="3369149" flipH="1">
              <a:off x="5384200" y="1377476"/>
              <a:ext cx="2233404" cy="4752318"/>
              <a:chOff x="3675319" y="223072"/>
              <a:chExt cx="2233404" cy="4752318"/>
            </a:xfrm>
          </p:grpSpPr>
          <p:sp>
            <p:nvSpPr>
              <p:cNvPr id="99" name="Rectangle 2">
                <a:extLst>
                  <a:ext uri="{FF2B5EF4-FFF2-40B4-BE49-F238E27FC236}">
                    <a16:creationId xmlns:a16="http://schemas.microsoft.com/office/drawing/2014/main" id="{F8A88BCB-414E-284F-CD4D-A701AF0816E9}"/>
                  </a:ext>
                </a:extLst>
              </p:cNvPr>
              <p:cNvSpPr/>
              <p:nvPr/>
            </p:nvSpPr>
            <p:spPr>
              <a:xfrm>
                <a:off x="3675319" y="223072"/>
                <a:ext cx="2233404" cy="3466598"/>
              </a:xfrm>
              <a:custGeom>
                <a:avLst/>
                <a:gdLst>
                  <a:gd name="connsiteX0" fmla="*/ 0 w 542441"/>
                  <a:gd name="connsiteY0" fmla="*/ 0 h 895027"/>
                  <a:gd name="connsiteX1" fmla="*/ 542441 w 542441"/>
                  <a:gd name="connsiteY1" fmla="*/ 0 h 895027"/>
                  <a:gd name="connsiteX2" fmla="*/ 542441 w 542441"/>
                  <a:gd name="connsiteY2" fmla="*/ 895027 h 895027"/>
                  <a:gd name="connsiteX3" fmla="*/ 0 w 542441"/>
                  <a:gd name="connsiteY3" fmla="*/ 895027 h 895027"/>
                  <a:gd name="connsiteX4" fmla="*/ 0 w 542441"/>
                  <a:gd name="connsiteY4" fmla="*/ 0 h 895027"/>
                  <a:gd name="connsiteX0" fmla="*/ 0 w 834541"/>
                  <a:gd name="connsiteY0" fmla="*/ 635000 h 895027"/>
                  <a:gd name="connsiteX1" fmla="*/ 834541 w 834541"/>
                  <a:gd name="connsiteY1" fmla="*/ 0 h 895027"/>
                  <a:gd name="connsiteX2" fmla="*/ 834541 w 834541"/>
                  <a:gd name="connsiteY2" fmla="*/ 895027 h 895027"/>
                  <a:gd name="connsiteX3" fmla="*/ 292100 w 834541"/>
                  <a:gd name="connsiteY3" fmla="*/ 895027 h 895027"/>
                  <a:gd name="connsiteX4" fmla="*/ 0 w 834541"/>
                  <a:gd name="connsiteY4" fmla="*/ 635000 h 895027"/>
                  <a:gd name="connsiteX0" fmla="*/ 152400 w 986941"/>
                  <a:gd name="connsiteY0" fmla="*/ 635000 h 1885627"/>
                  <a:gd name="connsiteX1" fmla="*/ 986941 w 986941"/>
                  <a:gd name="connsiteY1" fmla="*/ 0 h 1885627"/>
                  <a:gd name="connsiteX2" fmla="*/ 986941 w 986941"/>
                  <a:gd name="connsiteY2" fmla="*/ 895027 h 1885627"/>
                  <a:gd name="connsiteX3" fmla="*/ 0 w 986941"/>
                  <a:gd name="connsiteY3" fmla="*/ 1885627 h 1885627"/>
                  <a:gd name="connsiteX4" fmla="*/ 152400 w 986941"/>
                  <a:gd name="connsiteY4" fmla="*/ 635000 h 1885627"/>
                  <a:gd name="connsiteX0" fmla="*/ 152400 w 986941"/>
                  <a:gd name="connsiteY0" fmla="*/ 635000 h 1974527"/>
                  <a:gd name="connsiteX1" fmla="*/ 986941 w 986941"/>
                  <a:gd name="connsiteY1" fmla="*/ 0 h 1974527"/>
                  <a:gd name="connsiteX2" fmla="*/ 237641 w 986941"/>
                  <a:gd name="connsiteY2" fmla="*/ 1974527 h 1974527"/>
                  <a:gd name="connsiteX3" fmla="*/ 0 w 986941"/>
                  <a:gd name="connsiteY3" fmla="*/ 1885627 h 1974527"/>
                  <a:gd name="connsiteX4" fmla="*/ 152400 w 986941"/>
                  <a:gd name="connsiteY4" fmla="*/ 635000 h 1974527"/>
                  <a:gd name="connsiteX0" fmla="*/ 152400 w 402741"/>
                  <a:gd name="connsiteY0" fmla="*/ 0 h 1339527"/>
                  <a:gd name="connsiteX1" fmla="*/ 402741 w 402741"/>
                  <a:gd name="connsiteY1" fmla="*/ 63500 h 1339527"/>
                  <a:gd name="connsiteX2" fmla="*/ 237641 w 402741"/>
                  <a:gd name="connsiteY2" fmla="*/ 1339527 h 1339527"/>
                  <a:gd name="connsiteX3" fmla="*/ 0 w 402741"/>
                  <a:gd name="connsiteY3" fmla="*/ 1250627 h 1339527"/>
                  <a:gd name="connsiteX4" fmla="*/ 152400 w 402741"/>
                  <a:gd name="connsiteY4" fmla="*/ 0 h 1339527"/>
                  <a:gd name="connsiteX0" fmla="*/ 152400 w 402741"/>
                  <a:gd name="connsiteY0" fmla="*/ 131276 h 1470803"/>
                  <a:gd name="connsiteX1" fmla="*/ 402741 w 402741"/>
                  <a:gd name="connsiteY1" fmla="*/ 194776 h 1470803"/>
                  <a:gd name="connsiteX2" fmla="*/ 237641 w 402741"/>
                  <a:gd name="connsiteY2" fmla="*/ 1470803 h 1470803"/>
                  <a:gd name="connsiteX3" fmla="*/ 0 w 402741"/>
                  <a:gd name="connsiteY3" fmla="*/ 1381903 h 1470803"/>
                  <a:gd name="connsiteX4" fmla="*/ 152400 w 402741"/>
                  <a:gd name="connsiteY4" fmla="*/ 131276 h 1470803"/>
                  <a:gd name="connsiteX0" fmla="*/ 187527 w 437868"/>
                  <a:gd name="connsiteY0" fmla="*/ 395743 h 1735270"/>
                  <a:gd name="connsiteX1" fmla="*/ 4604 w 437868"/>
                  <a:gd name="connsiteY1" fmla="*/ 450 h 1735270"/>
                  <a:gd name="connsiteX2" fmla="*/ 437868 w 437868"/>
                  <a:gd name="connsiteY2" fmla="*/ 459243 h 1735270"/>
                  <a:gd name="connsiteX3" fmla="*/ 272768 w 437868"/>
                  <a:gd name="connsiteY3" fmla="*/ 1735270 h 1735270"/>
                  <a:gd name="connsiteX4" fmla="*/ 35127 w 437868"/>
                  <a:gd name="connsiteY4" fmla="*/ 1646370 h 1735270"/>
                  <a:gd name="connsiteX5" fmla="*/ 187527 w 437868"/>
                  <a:gd name="connsiteY5" fmla="*/ 395743 h 1735270"/>
                  <a:gd name="connsiteX0" fmla="*/ 187527 w 827895"/>
                  <a:gd name="connsiteY0" fmla="*/ 397043 h 1736570"/>
                  <a:gd name="connsiteX1" fmla="*/ 4604 w 827895"/>
                  <a:gd name="connsiteY1" fmla="*/ 1750 h 1736570"/>
                  <a:gd name="connsiteX2" fmla="*/ 819944 w 827895"/>
                  <a:gd name="connsiteY2" fmla="*/ 390370 h 1736570"/>
                  <a:gd name="connsiteX3" fmla="*/ 437868 w 827895"/>
                  <a:gd name="connsiteY3" fmla="*/ 460543 h 1736570"/>
                  <a:gd name="connsiteX4" fmla="*/ 272768 w 827895"/>
                  <a:gd name="connsiteY4" fmla="*/ 1736570 h 1736570"/>
                  <a:gd name="connsiteX5" fmla="*/ 35127 w 827895"/>
                  <a:gd name="connsiteY5" fmla="*/ 1647670 h 1736570"/>
                  <a:gd name="connsiteX6" fmla="*/ 187527 w 827895"/>
                  <a:gd name="connsiteY6" fmla="*/ 397043 h 1736570"/>
                  <a:gd name="connsiteX0" fmla="*/ 187527 w 1079717"/>
                  <a:gd name="connsiteY0" fmla="*/ 399939 h 1739466"/>
                  <a:gd name="connsiteX1" fmla="*/ 4604 w 1079717"/>
                  <a:gd name="connsiteY1" fmla="*/ 4646 h 1739466"/>
                  <a:gd name="connsiteX2" fmla="*/ 1048544 w 1079717"/>
                  <a:gd name="connsiteY2" fmla="*/ 164666 h 1739466"/>
                  <a:gd name="connsiteX3" fmla="*/ 819944 w 1079717"/>
                  <a:gd name="connsiteY3" fmla="*/ 393266 h 1739466"/>
                  <a:gd name="connsiteX4" fmla="*/ 437868 w 1079717"/>
                  <a:gd name="connsiteY4" fmla="*/ 463439 h 1739466"/>
                  <a:gd name="connsiteX5" fmla="*/ 272768 w 1079717"/>
                  <a:gd name="connsiteY5" fmla="*/ 1739466 h 1739466"/>
                  <a:gd name="connsiteX6" fmla="*/ 35127 w 1079717"/>
                  <a:gd name="connsiteY6" fmla="*/ 1650566 h 1739466"/>
                  <a:gd name="connsiteX7" fmla="*/ 187527 w 1079717"/>
                  <a:gd name="connsiteY7" fmla="*/ 399939 h 1739466"/>
                  <a:gd name="connsiteX0" fmla="*/ 187527 w 1491624"/>
                  <a:gd name="connsiteY0" fmla="*/ 447497 h 1787024"/>
                  <a:gd name="connsiteX1" fmla="*/ 4604 w 1491624"/>
                  <a:gd name="connsiteY1" fmla="*/ 52204 h 1787024"/>
                  <a:gd name="connsiteX2" fmla="*/ 1460024 w 1491624"/>
                  <a:gd name="connsiteY2" fmla="*/ 14104 h 1787024"/>
                  <a:gd name="connsiteX3" fmla="*/ 1048544 w 1491624"/>
                  <a:gd name="connsiteY3" fmla="*/ 212224 h 1787024"/>
                  <a:gd name="connsiteX4" fmla="*/ 819944 w 1491624"/>
                  <a:gd name="connsiteY4" fmla="*/ 440824 h 1787024"/>
                  <a:gd name="connsiteX5" fmla="*/ 437868 w 1491624"/>
                  <a:gd name="connsiteY5" fmla="*/ 510997 h 1787024"/>
                  <a:gd name="connsiteX6" fmla="*/ 272768 w 1491624"/>
                  <a:gd name="connsiteY6" fmla="*/ 1787024 h 1787024"/>
                  <a:gd name="connsiteX7" fmla="*/ 35127 w 1491624"/>
                  <a:gd name="connsiteY7" fmla="*/ 1698124 h 1787024"/>
                  <a:gd name="connsiteX8" fmla="*/ 187527 w 1491624"/>
                  <a:gd name="connsiteY8" fmla="*/ 447497 h 1787024"/>
                  <a:gd name="connsiteX0" fmla="*/ 712105 w 2004462"/>
                  <a:gd name="connsiteY0" fmla="*/ 791623 h 2131150"/>
                  <a:gd name="connsiteX1" fmla="*/ 529182 w 2004462"/>
                  <a:gd name="connsiteY1" fmla="*/ 396330 h 2131150"/>
                  <a:gd name="connsiteX2" fmla="*/ 49121 w 2004462"/>
                  <a:gd name="connsiteY2" fmla="*/ 90 h 2131150"/>
                  <a:gd name="connsiteX3" fmla="*/ 1984602 w 2004462"/>
                  <a:gd name="connsiteY3" fmla="*/ 358230 h 2131150"/>
                  <a:gd name="connsiteX4" fmla="*/ 1573122 w 2004462"/>
                  <a:gd name="connsiteY4" fmla="*/ 556350 h 2131150"/>
                  <a:gd name="connsiteX5" fmla="*/ 1344522 w 2004462"/>
                  <a:gd name="connsiteY5" fmla="*/ 784950 h 2131150"/>
                  <a:gd name="connsiteX6" fmla="*/ 962446 w 2004462"/>
                  <a:gd name="connsiteY6" fmla="*/ 855123 h 2131150"/>
                  <a:gd name="connsiteX7" fmla="*/ 797346 w 2004462"/>
                  <a:gd name="connsiteY7" fmla="*/ 2131150 h 2131150"/>
                  <a:gd name="connsiteX8" fmla="*/ 559705 w 2004462"/>
                  <a:gd name="connsiteY8" fmla="*/ 2042250 h 2131150"/>
                  <a:gd name="connsiteX9" fmla="*/ 712105 w 2004462"/>
                  <a:gd name="connsiteY9" fmla="*/ 791623 h 2131150"/>
                  <a:gd name="connsiteX0" fmla="*/ 712105 w 2263745"/>
                  <a:gd name="connsiteY0" fmla="*/ 1036197 h 2375724"/>
                  <a:gd name="connsiteX1" fmla="*/ 529182 w 2263745"/>
                  <a:gd name="connsiteY1" fmla="*/ 640904 h 2375724"/>
                  <a:gd name="connsiteX2" fmla="*/ 49121 w 2263745"/>
                  <a:gd name="connsiteY2" fmla="*/ 244664 h 2375724"/>
                  <a:gd name="connsiteX3" fmla="*/ 2152241 w 2263745"/>
                  <a:gd name="connsiteY3" fmla="*/ 8444 h 2375724"/>
                  <a:gd name="connsiteX4" fmla="*/ 1984602 w 2263745"/>
                  <a:gd name="connsiteY4" fmla="*/ 602804 h 2375724"/>
                  <a:gd name="connsiteX5" fmla="*/ 1573122 w 2263745"/>
                  <a:gd name="connsiteY5" fmla="*/ 800924 h 2375724"/>
                  <a:gd name="connsiteX6" fmla="*/ 1344522 w 2263745"/>
                  <a:gd name="connsiteY6" fmla="*/ 1029524 h 2375724"/>
                  <a:gd name="connsiteX7" fmla="*/ 962446 w 2263745"/>
                  <a:gd name="connsiteY7" fmla="*/ 1099697 h 2375724"/>
                  <a:gd name="connsiteX8" fmla="*/ 797346 w 2263745"/>
                  <a:gd name="connsiteY8" fmla="*/ 2375724 h 2375724"/>
                  <a:gd name="connsiteX9" fmla="*/ 559705 w 2263745"/>
                  <a:gd name="connsiteY9" fmla="*/ 2286824 h 2375724"/>
                  <a:gd name="connsiteX10" fmla="*/ 712105 w 2263745"/>
                  <a:gd name="connsiteY10" fmla="*/ 1036197 h 2375724"/>
                  <a:gd name="connsiteX0" fmla="*/ 712105 w 2247494"/>
                  <a:gd name="connsiteY0" fmla="*/ 1590010 h 2929537"/>
                  <a:gd name="connsiteX1" fmla="*/ 529182 w 2247494"/>
                  <a:gd name="connsiteY1" fmla="*/ 1194717 h 2929537"/>
                  <a:gd name="connsiteX2" fmla="*/ 49121 w 2247494"/>
                  <a:gd name="connsiteY2" fmla="*/ 798477 h 2929537"/>
                  <a:gd name="connsiteX3" fmla="*/ 2087471 w 2247494"/>
                  <a:gd name="connsiteY3" fmla="*/ 2187 h 2929537"/>
                  <a:gd name="connsiteX4" fmla="*/ 2152241 w 2247494"/>
                  <a:gd name="connsiteY4" fmla="*/ 562257 h 2929537"/>
                  <a:gd name="connsiteX5" fmla="*/ 1984602 w 2247494"/>
                  <a:gd name="connsiteY5" fmla="*/ 1156617 h 2929537"/>
                  <a:gd name="connsiteX6" fmla="*/ 1573122 w 2247494"/>
                  <a:gd name="connsiteY6" fmla="*/ 1354737 h 2929537"/>
                  <a:gd name="connsiteX7" fmla="*/ 1344522 w 2247494"/>
                  <a:gd name="connsiteY7" fmla="*/ 1583337 h 2929537"/>
                  <a:gd name="connsiteX8" fmla="*/ 962446 w 2247494"/>
                  <a:gd name="connsiteY8" fmla="*/ 1653510 h 2929537"/>
                  <a:gd name="connsiteX9" fmla="*/ 797346 w 2247494"/>
                  <a:gd name="connsiteY9" fmla="*/ 2929537 h 2929537"/>
                  <a:gd name="connsiteX10" fmla="*/ 559705 w 2247494"/>
                  <a:gd name="connsiteY10" fmla="*/ 2840637 h 2929537"/>
                  <a:gd name="connsiteX11" fmla="*/ 712105 w 2247494"/>
                  <a:gd name="connsiteY11" fmla="*/ 1590010 h 2929537"/>
                  <a:gd name="connsiteX0" fmla="*/ 759565 w 2275936"/>
                  <a:gd name="connsiteY0" fmla="*/ 1588303 h 2927830"/>
                  <a:gd name="connsiteX1" fmla="*/ 576642 w 2275936"/>
                  <a:gd name="connsiteY1" fmla="*/ 1193010 h 2927830"/>
                  <a:gd name="connsiteX2" fmla="*/ 96581 w 2275936"/>
                  <a:gd name="connsiteY2" fmla="*/ 796770 h 2927830"/>
                  <a:gd name="connsiteX3" fmla="*/ 191831 w 2275936"/>
                  <a:gd name="connsiteY3" fmla="*/ 190981 h 2927830"/>
                  <a:gd name="connsiteX4" fmla="*/ 2134931 w 2275936"/>
                  <a:gd name="connsiteY4" fmla="*/ 480 h 2927830"/>
                  <a:gd name="connsiteX5" fmla="*/ 2199701 w 2275936"/>
                  <a:gd name="connsiteY5" fmla="*/ 560550 h 2927830"/>
                  <a:gd name="connsiteX6" fmla="*/ 2032062 w 2275936"/>
                  <a:gd name="connsiteY6" fmla="*/ 1154910 h 2927830"/>
                  <a:gd name="connsiteX7" fmla="*/ 1620582 w 2275936"/>
                  <a:gd name="connsiteY7" fmla="*/ 1353030 h 2927830"/>
                  <a:gd name="connsiteX8" fmla="*/ 1391982 w 2275936"/>
                  <a:gd name="connsiteY8" fmla="*/ 1581630 h 2927830"/>
                  <a:gd name="connsiteX9" fmla="*/ 1009906 w 2275936"/>
                  <a:gd name="connsiteY9" fmla="*/ 1651803 h 2927830"/>
                  <a:gd name="connsiteX10" fmla="*/ 844806 w 2275936"/>
                  <a:gd name="connsiteY10" fmla="*/ 2927830 h 2927830"/>
                  <a:gd name="connsiteX11" fmla="*/ 607165 w 2275936"/>
                  <a:gd name="connsiteY11" fmla="*/ 2838930 h 2927830"/>
                  <a:gd name="connsiteX12" fmla="*/ 759565 w 2275936"/>
                  <a:gd name="connsiteY12" fmla="*/ 1588303 h 2927830"/>
                  <a:gd name="connsiteX0" fmla="*/ 759565 w 2270304"/>
                  <a:gd name="connsiteY0" fmla="*/ 1632823 h 2972350"/>
                  <a:gd name="connsiteX1" fmla="*/ 576642 w 2270304"/>
                  <a:gd name="connsiteY1" fmla="*/ 1237530 h 2972350"/>
                  <a:gd name="connsiteX2" fmla="*/ 96581 w 2270304"/>
                  <a:gd name="connsiteY2" fmla="*/ 841290 h 2972350"/>
                  <a:gd name="connsiteX3" fmla="*/ 191831 w 2270304"/>
                  <a:gd name="connsiteY3" fmla="*/ 235501 h 2972350"/>
                  <a:gd name="connsiteX4" fmla="*/ 410906 w 2270304"/>
                  <a:gd name="connsiteY4" fmla="*/ 35475 h 2972350"/>
                  <a:gd name="connsiteX5" fmla="*/ 2134931 w 2270304"/>
                  <a:gd name="connsiteY5" fmla="*/ 45000 h 2972350"/>
                  <a:gd name="connsiteX6" fmla="*/ 2199701 w 2270304"/>
                  <a:gd name="connsiteY6" fmla="*/ 605070 h 2972350"/>
                  <a:gd name="connsiteX7" fmla="*/ 2032062 w 2270304"/>
                  <a:gd name="connsiteY7" fmla="*/ 1199430 h 2972350"/>
                  <a:gd name="connsiteX8" fmla="*/ 1620582 w 2270304"/>
                  <a:gd name="connsiteY8" fmla="*/ 1397550 h 2972350"/>
                  <a:gd name="connsiteX9" fmla="*/ 1391982 w 2270304"/>
                  <a:gd name="connsiteY9" fmla="*/ 1626150 h 2972350"/>
                  <a:gd name="connsiteX10" fmla="*/ 1009906 w 2270304"/>
                  <a:gd name="connsiteY10" fmla="*/ 1696323 h 2972350"/>
                  <a:gd name="connsiteX11" fmla="*/ 844806 w 2270304"/>
                  <a:gd name="connsiteY11" fmla="*/ 2972350 h 2972350"/>
                  <a:gd name="connsiteX12" fmla="*/ 607165 w 2270304"/>
                  <a:gd name="connsiteY12" fmla="*/ 2883450 h 2972350"/>
                  <a:gd name="connsiteX13" fmla="*/ 759565 w 2270304"/>
                  <a:gd name="connsiteY13" fmla="*/ 1632823 h 2972350"/>
                  <a:gd name="connsiteX0" fmla="*/ 759565 w 2231157"/>
                  <a:gd name="connsiteY0" fmla="*/ 2216476 h 3556003"/>
                  <a:gd name="connsiteX1" fmla="*/ 576642 w 2231157"/>
                  <a:gd name="connsiteY1" fmla="*/ 1821183 h 3556003"/>
                  <a:gd name="connsiteX2" fmla="*/ 96581 w 2231157"/>
                  <a:gd name="connsiteY2" fmla="*/ 1424943 h 3556003"/>
                  <a:gd name="connsiteX3" fmla="*/ 191831 w 2231157"/>
                  <a:gd name="connsiteY3" fmla="*/ 819154 h 3556003"/>
                  <a:gd name="connsiteX4" fmla="*/ 410906 w 2231157"/>
                  <a:gd name="connsiteY4" fmla="*/ 619128 h 3556003"/>
                  <a:gd name="connsiteX5" fmla="*/ 325181 w 2231157"/>
                  <a:gd name="connsiteY5" fmla="*/ 3 h 3556003"/>
                  <a:gd name="connsiteX6" fmla="*/ 2134931 w 2231157"/>
                  <a:gd name="connsiteY6" fmla="*/ 628653 h 3556003"/>
                  <a:gd name="connsiteX7" fmla="*/ 2199701 w 2231157"/>
                  <a:gd name="connsiteY7" fmla="*/ 1188723 h 3556003"/>
                  <a:gd name="connsiteX8" fmla="*/ 2032062 w 2231157"/>
                  <a:gd name="connsiteY8" fmla="*/ 1783083 h 3556003"/>
                  <a:gd name="connsiteX9" fmla="*/ 1620582 w 2231157"/>
                  <a:gd name="connsiteY9" fmla="*/ 1981203 h 3556003"/>
                  <a:gd name="connsiteX10" fmla="*/ 1391982 w 2231157"/>
                  <a:gd name="connsiteY10" fmla="*/ 2209803 h 3556003"/>
                  <a:gd name="connsiteX11" fmla="*/ 1009906 w 2231157"/>
                  <a:gd name="connsiteY11" fmla="*/ 2279976 h 3556003"/>
                  <a:gd name="connsiteX12" fmla="*/ 844806 w 2231157"/>
                  <a:gd name="connsiteY12" fmla="*/ 3556003 h 3556003"/>
                  <a:gd name="connsiteX13" fmla="*/ 607165 w 2231157"/>
                  <a:gd name="connsiteY13" fmla="*/ 3467103 h 3556003"/>
                  <a:gd name="connsiteX14" fmla="*/ 759565 w 2231157"/>
                  <a:gd name="connsiteY14" fmla="*/ 2216476 h 3556003"/>
                  <a:gd name="connsiteX0" fmla="*/ 759565 w 2209496"/>
                  <a:gd name="connsiteY0" fmla="*/ 2373929 h 3713456"/>
                  <a:gd name="connsiteX1" fmla="*/ 576642 w 2209496"/>
                  <a:gd name="connsiteY1" fmla="*/ 1978636 h 3713456"/>
                  <a:gd name="connsiteX2" fmla="*/ 96581 w 2209496"/>
                  <a:gd name="connsiteY2" fmla="*/ 1582396 h 3713456"/>
                  <a:gd name="connsiteX3" fmla="*/ 191831 w 2209496"/>
                  <a:gd name="connsiteY3" fmla="*/ 976607 h 3713456"/>
                  <a:gd name="connsiteX4" fmla="*/ 410906 w 2209496"/>
                  <a:gd name="connsiteY4" fmla="*/ 776581 h 3713456"/>
                  <a:gd name="connsiteX5" fmla="*/ 325181 w 2209496"/>
                  <a:gd name="connsiteY5" fmla="*/ 157456 h 3713456"/>
                  <a:gd name="connsiteX6" fmla="*/ 1772982 w 2209496"/>
                  <a:gd name="connsiteY6" fmla="*/ 30457 h 3713456"/>
                  <a:gd name="connsiteX7" fmla="*/ 2134931 w 2209496"/>
                  <a:gd name="connsiteY7" fmla="*/ 786106 h 3713456"/>
                  <a:gd name="connsiteX8" fmla="*/ 2199701 w 2209496"/>
                  <a:gd name="connsiteY8" fmla="*/ 1346176 h 3713456"/>
                  <a:gd name="connsiteX9" fmla="*/ 2032062 w 2209496"/>
                  <a:gd name="connsiteY9" fmla="*/ 1940536 h 3713456"/>
                  <a:gd name="connsiteX10" fmla="*/ 1620582 w 2209496"/>
                  <a:gd name="connsiteY10" fmla="*/ 2138656 h 3713456"/>
                  <a:gd name="connsiteX11" fmla="*/ 1391982 w 2209496"/>
                  <a:gd name="connsiteY11" fmla="*/ 2367256 h 3713456"/>
                  <a:gd name="connsiteX12" fmla="*/ 1009906 w 2209496"/>
                  <a:gd name="connsiteY12" fmla="*/ 2437429 h 3713456"/>
                  <a:gd name="connsiteX13" fmla="*/ 844806 w 2209496"/>
                  <a:gd name="connsiteY13" fmla="*/ 3713456 h 3713456"/>
                  <a:gd name="connsiteX14" fmla="*/ 607165 w 2209496"/>
                  <a:gd name="connsiteY14" fmla="*/ 3624556 h 3713456"/>
                  <a:gd name="connsiteX15" fmla="*/ 759565 w 2209496"/>
                  <a:gd name="connsiteY15" fmla="*/ 2373929 h 3713456"/>
                  <a:gd name="connsiteX0" fmla="*/ 759565 w 2209496"/>
                  <a:gd name="connsiteY0" fmla="*/ 2801590 h 4141117"/>
                  <a:gd name="connsiteX1" fmla="*/ 576642 w 2209496"/>
                  <a:gd name="connsiteY1" fmla="*/ 2406297 h 4141117"/>
                  <a:gd name="connsiteX2" fmla="*/ 96581 w 2209496"/>
                  <a:gd name="connsiteY2" fmla="*/ 2010057 h 4141117"/>
                  <a:gd name="connsiteX3" fmla="*/ 191831 w 2209496"/>
                  <a:gd name="connsiteY3" fmla="*/ 1404268 h 4141117"/>
                  <a:gd name="connsiteX4" fmla="*/ 410906 w 2209496"/>
                  <a:gd name="connsiteY4" fmla="*/ 1204242 h 4141117"/>
                  <a:gd name="connsiteX5" fmla="*/ 325181 w 2209496"/>
                  <a:gd name="connsiteY5" fmla="*/ 585117 h 4141117"/>
                  <a:gd name="connsiteX6" fmla="*/ 1557082 w 2209496"/>
                  <a:gd name="connsiteY6" fmla="*/ 918 h 4141117"/>
                  <a:gd name="connsiteX7" fmla="*/ 1772982 w 2209496"/>
                  <a:gd name="connsiteY7" fmla="*/ 458118 h 4141117"/>
                  <a:gd name="connsiteX8" fmla="*/ 2134931 w 2209496"/>
                  <a:gd name="connsiteY8" fmla="*/ 1213767 h 4141117"/>
                  <a:gd name="connsiteX9" fmla="*/ 2199701 w 2209496"/>
                  <a:gd name="connsiteY9" fmla="*/ 1773837 h 4141117"/>
                  <a:gd name="connsiteX10" fmla="*/ 2032062 w 2209496"/>
                  <a:gd name="connsiteY10" fmla="*/ 2368197 h 4141117"/>
                  <a:gd name="connsiteX11" fmla="*/ 1620582 w 2209496"/>
                  <a:gd name="connsiteY11" fmla="*/ 2566317 h 4141117"/>
                  <a:gd name="connsiteX12" fmla="*/ 1391982 w 2209496"/>
                  <a:gd name="connsiteY12" fmla="*/ 2794917 h 4141117"/>
                  <a:gd name="connsiteX13" fmla="*/ 1009906 w 2209496"/>
                  <a:gd name="connsiteY13" fmla="*/ 2865090 h 4141117"/>
                  <a:gd name="connsiteX14" fmla="*/ 844806 w 2209496"/>
                  <a:gd name="connsiteY14" fmla="*/ 4141117 h 4141117"/>
                  <a:gd name="connsiteX15" fmla="*/ 607165 w 2209496"/>
                  <a:gd name="connsiteY15" fmla="*/ 4052217 h 4141117"/>
                  <a:gd name="connsiteX16" fmla="*/ 759565 w 2209496"/>
                  <a:gd name="connsiteY16" fmla="*/ 2801590 h 4141117"/>
                  <a:gd name="connsiteX0" fmla="*/ 759565 w 2209496"/>
                  <a:gd name="connsiteY0" fmla="*/ 2800780 h 4140307"/>
                  <a:gd name="connsiteX1" fmla="*/ 576642 w 2209496"/>
                  <a:gd name="connsiteY1" fmla="*/ 2405487 h 4140307"/>
                  <a:gd name="connsiteX2" fmla="*/ 96581 w 2209496"/>
                  <a:gd name="connsiteY2" fmla="*/ 2009247 h 4140307"/>
                  <a:gd name="connsiteX3" fmla="*/ 191831 w 2209496"/>
                  <a:gd name="connsiteY3" fmla="*/ 1403458 h 4140307"/>
                  <a:gd name="connsiteX4" fmla="*/ 410906 w 2209496"/>
                  <a:gd name="connsiteY4" fmla="*/ 1203432 h 4140307"/>
                  <a:gd name="connsiteX5" fmla="*/ 325181 w 2209496"/>
                  <a:gd name="connsiteY5" fmla="*/ 584307 h 4140307"/>
                  <a:gd name="connsiteX6" fmla="*/ 96582 w 2209496"/>
                  <a:gd name="connsiteY6" fmla="*/ 368409 h 4140307"/>
                  <a:gd name="connsiteX7" fmla="*/ 1557082 w 2209496"/>
                  <a:gd name="connsiteY7" fmla="*/ 108 h 4140307"/>
                  <a:gd name="connsiteX8" fmla="*/ 1772982 w 2209496"/>
                  <a:gd name="connsiteY8" fmla="*/ 457308 h 4140307"/>
                  <a:gd name="connsiteX9" fmla="*/ 2134931 w 2209496"/>
                  <a:gd name="connsiteY9" fmla="*/ 1212957 h 4140307"/>
                  <a:gd name="connsiteX10" fmla="*/ 2199701 w 2209496"/>
                  <a:gd name="connsiteY10" fmla="*/ 1773027 h 4140307"/>
                  <a:gd name="connsiteX11" fmla="*/ 2032062 w 2209496"/>
                  <a:gd name="connsiteY11" fmla="*/ 2367387 h 4140307"/>
                  <a:gd name="connsiteX12" fmla="*/ 1620582 w 2209496"/>
                  <a:gd name="connsiteY12" fmla="*/ 2565507 h 4140307"/>
                  <a:gd name="connsiteX13" fmla="*/ 1391982 w 2209496"/>
                  <a:gd name="connsiteY13" fmla="*/ 2794107 h 4140307"/>
                  <a:gd name="connsiteX14" fmla="*/ 1009906 w 2209496"/>
                  <a:gd name="connsiteY14" fmla="*/ 2864280 h 4140307"/>
                  <a:gd name="connsiteX15" fmla="*/ 844806 w 2209496"/>
                  <a:gd name="connsiteY15" fmla="*/ 4140307 h 4140307"/>
                  <a:gd name="connsiteX16" fmla="*/ 607165 w 2209496"/>
                  <a:gd name="connsiteY16" fmla="*/ 4051407 h 4140307"/>
                  <a:gd name="connsiteX17" fmla="*/ 759565 w 2209496"/>
                  <a:gd name="connsiteY17" fmla="*/ 2800780 h 4140307"/>
                  <a:gd name="connsiteX0" fmla="*/ 759565 w 2209496"/>
                  <a:gd name="connsiteY0" fmla="*/ 2886104 h 4225631"/>
                  <a:gd name="connsiteX1" fmla="*/ 576642 w 2209496"/>
                  <a:gd name="connsiteY1" fmla="*/ 2490811 h 4225631"/>
                  <a:gd name="connsiteX2" fmla="*/ 96581 w 2209496"/>
                  <a:gd name="connsiteY2" fmla="*/ 2094571 h 4225631"/>
                  <a:gd name="connsiteX3" fmla="*/ 191831 w 2209496"/>
                  <a:gd name="connsiteY3" fmla="*/ 1488782 h 4225631"/>
                  <a:gd name="connsiteX4" fmla="*/ 410906 w 2209496"/>
                  <a:gd name="connsiteY4" fmla="*/ 1288756 h 4225631"/>
                  <a:gd name="connsiteX5" fmla="*/ 325181 w 2209496"/>
                  <a:gd name="connsiteY5" fmla="*/ 669631 h 4225631"/>
                  <a:gd name="connsiteX6" fmla="*/ 96582 w 2209496"/>
                  <a:gd name="connsiteY6" fmla="*/ 453733 h 4225631"/>
                  <a:gd name="connsiteX7" fmla="*/ 172782 w 2209496"/>
                  <a:gd name="connsiteY7" fmla="*/ 21933 h 4225631"/>
                  <a:gd name="connsiteX8" fmla="*/ 1557082 w 2209496"/>
                  <a:gd name="connsiteY8" fmla="*/ 85432 h 4225631"/>
                  <a:gd name="connsiteX9" fmla="*/ 1772982 w 2209496"/>
                  <a:gd name="connsiteY9" fmla="*/ 542632 h 4225631"/>
                  <a:gd name="connsiteX10" fmla="*/ 2134931 w 2209496"/>
                  <a:gd name="connsiteY10" fmla="*/ 1298281 h 4225631"/>
                  <a:gd name="connsiteX11" fmla="*/ 2199701 w 2209496"/>
                  <a:gd name="connsiteY11" fmla="*/ 1858351 h 4225631"/>
                  <a:gd name="connsiteX12" fmla="*/ 2032062 w 2209496"/>
                  <a:gd name="connsiteY12" fmla="*/ 2452711 h 4225631"/>
                  <a:gd name="connsiteX13" fmla="*/ 1620582 w 2209496"/>
                  <a:gd name="connsiteY13" fmla="*/ 2650831 h 4225631"/>
                  <a:gd name="connsiteX14" fmla="*/ 1391982 w 2209496"/>
                  <a:gd name="connsiteY14" fmla="*/ 2879431 h 4225631"/>
                  <a:gd name="connsiteX15" fmla="*/ 1009906 w 2209496"/>
                  <a:gd name="connsiteY15" fmla="*/ 2949604 h 4225631"/>
                  <a:gd name="connsiteX16" fmla="*/ 844806 w 2209496"/>
                  <a:gd name="connsiteY16" fmla="*/ 4225631 h 4225631"/>
                  <a:gd name="connsiteX17" fmla="*/ 607165 w 2209496"/>
                  <a:gd name="connsiteY17" fmla="*/ 4136731 h 4225631"/>
                  <a:gd name="connsiteX18" fmla="*/ 759565 w 2209496"/>
                  <a:gd name="connsiteY18" fmla="*/ 2886104 h 4225631"/>
                  <a:gd name="connsiteX0" fmla="*/ 759565 w 2209496"/>
                  <a:gd name="connsiteY0" fmla="*/ 3207357 h 4546884"/>
                  <a:gd name="connsiteX1" fmla="*/ 576642 w 2209496"/>
                  <a:gd name="connsiteY1" fmla="*/ 2812064 h 4546884"/>
                  <a:gd name="connsiteX2" fmla="*/ 96581 w 2209496"/>
                  <a:gd name="connsiteY2" fmla="*/ 2415824 h 4546884"/>
                  <a:gd name="connsiteX3" fmla="*/ 191831 w 2209496"/>
                  <a:gd name="connsiteY3" fmla="*/ 1810035 h 4546884"/>
                  <a:gd name="connsiteX4" fmla="*/ 410906 w 2209496"/>
                  <a:gd name="connsiteY4" fmla="*/ 1610009 h 4546884"/>
                  <a:gd name="connsiteX5" fmla="*/ 325181 w 2209496"/>
                  <a:gd name="connsiteY5" fmla="*/ 990884 h 4546884"/>
                  <a:gd name="connsiteX6" fmla="*/ 96582 w 2209496"/>
                  <a:gd name="connsiteY6" fmla="*/ 774986 h 4546884"/>
                  <a:gd name="connsiteX7" fmla="*/ 172782 w 2209496"/>
                  <a:gd name="connsiteY7" fmla="*/ 343186 h 4546884"/>
                  <a:gd name="connsiteX8" fmla="*/ 1328482 w 2209496"/>
                  <a:gd name="connsiteY8" fmla="*/ 286 h 4546884"/>
                  <a:gd name="connsiteX9" fmla="*/ 1557082 w 2209496"/>
                  <a:gd name="connsiteY9" fmla="*/ 406685 h 4546884"/>
                  <a:gd name="connsiteX10" fmla="*/ 1772982 w 2209496"/>
                  <a:gd name="connsiteY10" fmla="*/ 863885 h 4546884"/>
                  <a:gd name="connsiteX11" fmla="*/ 2134931 w 2209496"/>
                  <a:gd name="connsiteY11" fmla="*/ 1619534 h 4546884"/>
                  <a:gd name="connsiteX12" fmla="*/ 2199701 w 2209496"/>
                  <a:gd name="connsiteY12" fmla="*/ 2179604 h 4546884"/>
                  <a:gd name="connsiteX13" fmla="*/ 2032062 w 2209496"/>
                  <a:gd name="connsiteY13" fmla="*/ 2773964 h 4546884"/>
                  <a:gd name="connsiteX14" fmla="*/ 1620582 w 2209496"/>
                  <a:gd name="connsiteY14" fmla="*/ 2972084 h 4546884"/>
                  <a:gd name="connsiteX15" fmla="*/ 1391982 w 2209496"/>
                  <a:gd name="connsiteY15" fmla="*/ 3200684 h 4546884"/>
                  <a:gd name="connsiteX16" fmla="*/ 1009906 w 2209496"/>
                  <a:gd name="connsiteY16" fmla="*/ 3270857 h 4546884"/>
                  <a:gd name="connsiteX17" fmla="*/ 844806 w 2209496"/>
                  <a:gd name="connsiteY17" fmla="*/ 4546884 h 4546884"/>
                  <a:gd name="connsiteX18" fmla="*/ 607165 w 2209496"/>
                  <a:gd name="connsiteY18" fmla="*/ 4457984 h 4546884"/>
                  <a:gd name="connsiteX19" fmla="*/ 759565 w 2209496"/>
                  <a:gd name="connsiteY19" fmla="*/ 3207357 h 4546884"/>
                  <a:gd name="connsiteX0" fmla="*/ 759565 w 2209496"/>
                  <a:gd name="connsiteY0" fmla="*/ 3348198 h 4687725"/>
                  <a:gd name="connsiteX1" fmla="*/ 576642 w 2209496"/>
                  <a:gd name="connsiteY1" fmla="*/ 2952905 h 4687725"/>
                  <a:gd name="connsiteX2" fmla="*/ 96581 w 2209496"/>
                  <a:gd name="connsiteY2" fmla="*/ 2556665 h 4687725"/>
                  <a:gd name="connsiteX3" fmla="*/ 191831 w 2209496"/>
                  <a:gd name="connsiteY3" fmla="*/ 1950876 h 4687725"/>
                  <a:gd name="connsiteX4" fmla="*/ 410906 w 2209496"/>
                  <a:gd name="connsiteY4" fmla="*/ 1750850 h 4687725"/>
                  <a:gd name="connsiteX5" fmla="*/ 325181 w 2209496"/>
                  <a:gd name="connsiteY5" fmla="*/ 1131725 h 4687725"/>
                  <a:gd name="connsiteX6" fmla="*/ 96582 w 2209496"/>
                  <a:gd name="connsiteY6" fmla="*/ 915827 h 4687725"/>
                  <a:gd name="connsiteX7" fmla="*/ 172782 w 2209496"/>
                  <a:gd name="connsiteY7" fmla="*/ 484027 h 4687725"/>
                  <a:gd name="connsiteX8" fmla="*/ 1099882 w 2209496"/>
                  <a:gd name="connsiteY8" fmla="*/ 14127 h 4687725"/>
                  <a:gd name="connsiteX9" fmla="*/ 1328482 w 2209496"/>
                  <a:gd name="connsiteY9" fmla="*/ 141127 h 4687725"/>
                  <a:gd name="connsiteX10" fmla="*/ 1557082 w 2209496"/>
                  <a:gd name="connsiteY10" fmla="*/ 547526 h 4687725"/>
                  <a:gd name="connsiteX11" fmla="*/ 1772982 w 2209496"/>
                  <a:gd name="connsiteY11" fmla="*/ 1004726 h 4687725"/>
                  <a:gd name="connsiteX12" fmla="*/ 2134931 w 2209496"/>
                  <a:gd name="connsiteY12" fmla="*/ 1760375 h 4687725"/>
                  <a:gd name="connsiteX13" fmla="*/ 2199701 w 2209496"/>
                  <a:gd name="connsiteY13" fmla="*/ 2320445 h 4687725"/>
                  <a:gd name="connsiteX14" fmla="*/ 2032062 w 2209496"/>
                  <a:gd name="connsiteY14" fmla="*/ 2914805 h 4687725"/>
                  <a:gd name="connsiteX15" fmla="*/ 1620582 w 2209496"/>
                  <a:gd name="connsiteY15" fmla="*/ 3112925 h 4687725"/>
                  <a:gd name="connsiteX16" fmla="*/ 1391982 w 2209496"/>
                  <a:gd name="connsiteY16" fmla="*/ 3341525 h 4687725"/>
                  <a:gd name="connsiteX17" fmla="*/ 1009906 w 2209496"/>
                  <a:gd name="connsiteY17" fmla="*/ 3411698 h 4687725"/>
                  <a:gd name="connsiteX18" fmla="*/ 844806 w 2209496"/>
                  <a:gd name="connsiteY18" fmla="*/ 4687725 h 4687725"/>
                  <a:gd name="connsiteX19" fmla="*/ 607165 w 2209496"/>
                  <a:gd name="connsiteY19" fmla="*/ 4598825 h 4687725"/>
                  <a:gd name="connsiteX20" fmla="*/ 759565 w 2209496"/>
                  <a:gd name="connsiteY20" fmla="*/ 3348198 h 4687725"/>
                  <a:gd name="connsiteX0" fmla="*/ 759565 w 2209496"/>
                  <a:gd name="connsiteY0" fmla="*/ 3420474 h 4760001"/>
                  <a:gd name="connsiteX1" fmla="*/ 576642 w 2209496"/>
                  <a:gd name="connsiteY1" fmla="*/ 3025181 h 4760001"/>
                  <a:gd name="connsiteX2" fmla="*/ 96581 w 2209496"/>
                  <a:gd name="connsiteY2" fmla="*/ 2628941 h 4760001"/>
                  <a:gd name="connsiteX3" fmla="*/ 191831 w 2209496"/>
                  <a:gd name="connsiteY3" fmla="*/ 2023152 h 4760001"/>
                  <a:gd name="connsiteX4" fmla="*/ 410906 w 2209496"/>
                  <a:gd name="connsiteY4" fmla="*/ 1823126 h 4760001"/>
                  <a:gd name="connsiteX5" fmla="*/ 325181 w 2209496"/>
                  <a:gd name="connsiteY5" fmla="*/ 1204001 h 4760001"/>
                  <a:gd name="connsiteX6" fmla="*/ 96582 w 2209496"/>
                  <a:gd name="connsiteY6" fmla="*/ 988103 h 4760001"/>
                  <a:gd name="connsiteX7" fmla="*/ 172782 w 2209496"/>
                  <a:gd name="connsiteY7" fmla="*/ 556303 h 4760001"/>
                  <a:gd name="connsiteX8" fmla="*/ 871282 w 2209496"/>
                  <a:gd name="connsiteY8" fmla="*/ 22904 h 4760001"/>
                  <a:gd name="connsiteX9" fmla="*/ 1099882 w 2209496"/>
                  <a:gd name="connsiteY9" fmla="*/ 86403 h 4760001"/>
                  <a:gd name="connsiteX10" fmla="*/ 1328482 w 2209496"/>
                  <a:gd name="connsiteY10" fmla="*/ 213403 h 4760001"/>
                  <a:gd name="connsiteX11" fmla="*/ 1557082 w 2209496"/>
                  <a:gd name="connsiteY11" fmla="*/ 619802 h 4760001"/>
                  <a:gd name="connsiteX12" fmla="*/ 1772982 w 2209496"/>
                  <a:gd name="connsiteY12" fmla="*/ 1077002 h 4760001"/>
                  <a:gd name="connsiteX13" fmla="*/ 2134931 w 2209496"/>
                  <a:gd name="connsiteY13" fmla="*/ 1832651 h 4760001"/>
                  <a:gd name="connsiteX14" fmla="*/ 2199701 w 2209496"/>
                  <a:gd name="connsiteY14" fmla="*/ 2392721 h 4760001"/>
                  <a:gd name="connsiteX15" fmla="*/ 2032062 w 2209496"/>
                  <a:gd name="connsiteY15" fmla="*/ 2987081 h 4760001"/>
                  <a:gd name="connsiteX16" fmla="*/ 1620582 w 2209496"/>
                  <a:gd name="connsiteY16" fmla="*/ 3185201 h 4760001"/>
                  <a:gd name="connsiteX17" fmla="*/ 1391982 w 2209496"/>
                  <a:gd name="connsiteY17" fmla="*/ 3413801 h 4760001"/>
                  <a:gd name="connsiteX18" fmla="*/ 1009906 w 2209496"/>
                  <a:gd name="connsiteY18" fmla="*/ 3483974 h 4760001"/>
                  <a:gd name="connsiteX19" fmla="*/ 844806 w 2209496"/>
                  <a:gd name="connsiteY19" fmla="*/ 4760001 h 4760001"/>
                  <a:gd name="connsiteX20" fmla="*/ 607165 w 2209496"/>
                  <a:gd name="connsiteY20" fmla="*/ 4671101 h 4760001"/>
                  <a:gd name="connsiteX21" fmla="*/ 759565 w 2209496"/>
                  <a:gd name="connsiteY21" fmla="*/ 3420474 h 4760001"/>
                  <a:gd name="connsiteX0" fmla="*/ 759565 w 2209496"/>
                  <a:gd name="connsiteY0" fmla="*/ 3403098 h 4742625"/>
                  <a:gd name="connsiteX1" fmla="*/ 576642 w 2209496"/>
                  <a:gd name="connsiteY1" fmla="*/ 3007805 h 4742625"/>
                  <a:gd name="connsiteX2" fmla="*/ 96581 w 2209496"/>
                  <a:gd name="connsiteY2" fmla="*/ 2611565 h 4742625"/>
                  <a:gd name="connsiteX3" fmla="*/ 191831 w 2209496"/>
                  <a:gd name="connsiteY3" fmla="*/ 2005776 h 4742625"/>
                  <a:gd name="connsiteX4" fmla="*/ 410906 w 2209496"/>
                  <a:gd name="connsiteY4" fmla="*/ 1805750 h 4742625"/>
                  <a:gd name="connsiteX5" fmla="*/ 325181 w 2209496"/>
                  <a:gd name="connsiteY5" fmla="*/ 1186625 h 4742625"/>
                  <a:gd name="connsiteX6" fmla="*/ 96582 w 2209496"/>
                  <a:gd name="connsiteY6" fmla="*/ 970727 h 4742625"/>
                  <a:gd name="connsiteX7" fmla="*/ 172782 w 2209496"/>
                  <a:gd name="connsiteY7" fmla="*/ 538927 h 4742625"/>
                  <a:gd name="connsiteX8" fmla="*/ 426782 w 2209496"/>
                  <a:gd name="connsiteY8" fmla="*/ 69028 h 4742625"/>
                  <a:gd name="connsiteX9" fmla="*/ 871282 w 2209496"/>
                  <a:gd name="connsiteY9" fmla="*/ 5528 h 4742625"/>
                  <a:gd name="connsiteX10" fmla="*/ 1099882 w 2209496"/>
                  <a:gd name="connsiteY10" fmla="*/ 69027 h 4742625"/>
                  <a:gd name="connsiteX11" fmla="*/ 1328482 w 2209496"/>
                  <a:gd name="connsiteY11" fmla="*/ 196027 h 4742625"/>
                  <a:gd name="connsiteX12" fmla="*/ 1557082 w 2209496"/>
                  <a:gd name="connsiteY12" fmla="*/ 602426 h 4742625"/>
                  <a:gd name="connsiteX13" fmla="*/ 1772982 w 2209496"/>
                  <a:gd name="connsiteY13" fmla="*/ 1059626 h 4742625"/>
                  <a:gd name="connsiteX14" fmla="*/ 2134931 w 2209496"/>
                  <a:gd name="connsiteY14" fmla="*/ 1815275 h 4742625"/>
                  <a:gd name="connsiteX15" fmla="*/ 2199701 w 2209496"/>
                  <a:gd name="connsiteY15" fmla="*/ 2375345 h 4742625"/>
                  <a:gd name="connsiteX16" fmla="*/ 2032062 w 2209496"/>
                  <a:gd name="connsiteY16" fmla="*/ 2969705 h 4742625"/>
                  <a:gd name="connsiteX17" fmla="*/ 1620582 w 2209496"/>
                  <a:gd name="connsiteY17" fmla="*/ 3167825 h 4742625"/>
                  <a:gd name="connsiteX18" fmla="*/ 1391982 w 2209496"/>
                  <a:gd name="connsiteY18" fmla="*/ 3396425 h 4742625"/>
                  <a:gd name="connsiteX19" fmla="*/ 1009906 w 2209496"/>
                  <a:gd name="connsiteY19" fmla="*/ 3466598 h 4742625"/>
                  <a:gd name="connsiteX20" fmla="*/ 844806 w 2209496"/>
                  <a:gd name="connsiteY20" fmla="*/ 4742625 h 4742625"/>
                  <a:gd name="connsiteX21" fmla="*/ 607165 w 2209496"/>
                  <a:gd name="connsiteY21" fmla="*/ 4653725 h 4742625"/>
                  <a:gd name="connsiteX22" fmla="*/ 759565 w 2209496"/>
                  <a:gd name="connsiteY22" fmla="*/ 3403098 h 4742625"/>
                  <a:gd name="connsiteX0" fmla="*/ 759565 w 2209496"/>
                  <a:gd name="connsiteY0" fmla="*/ 3403098 h 4742625"/>
                  <a:gd name="connsiteX1" fmla="*/ 576642 w 2209496"/>
                  <a:gd name="connsiteY1" fmla="*/ 3007805 h 4742625"/>
                  <a:gd name="connsiteX2" fmla="*/ 96581 w 2209496"/>
                  <a:gd name="connsiteY2" fmla="*/ 2611565 h 4742625"/>
                  <a:gd name="connsiteX3" fmla="*/ 191831 w 2209496"/>
                  <a:gd name="connsiteY3" fmla="*/ 2005776 h 4742625"/>
                  <a:gd name="connsiteX4" fmla="*/ 410906 w 2209496"/>
                  <a:gd name="connsiteY4" fmla="*/ 1805750 h 4742625"/>
                  <a:gd name="connsiteX5" fmla="*/ 325181 w 2209496"/>
                  <a:gd name="connsiteY5" fmla="*/ 1186625 h 4742625"/>
                  <a:gd name="connsiteX6" fmla="*/ 96582 w 2209496"/>
                  <a:gd name="connsiteY6" fmla="*/ 970727 h 4742625"/>
                  <a:gd name="connsiteX7" fmla="*/ 172782 w 2209496"/>
                  <a:gd name="connsiteY7" fmla="*/ 538927 h 4742625"/>
                  <a:gd name="connsiteX8" fmla="*/ 426782 w 2209496"/>
                  <a:gd name="connsiteY8" fmla="*/ 69028 h 4742625"/>
                  <a:gd name="connsiteX9" fmla="*/ 871282 w 2209496"/>
                  <a:gd name="connsiteY9" fmla="*/ 5528 h 4742625"/>
                  <a:gd name="connsiteX10" fmla="*/ 1099882 w 2209496"/>
                  <a:gd name="connsiteY10" fmla="*/ 69027 h 4742625"/>
                  <a:gd name="connsiteX11" fmla="*/ 1328482 w 2209496"/>
                  <a:gd name="connsiteY11" fmla="*/ 196027 h 4742625"/>
                  <a:gd name="connsiteX12" fmla="*/ 1557082 w 2209496"/>
                  <a:gd name="connsiteY12" fmla="*/ 602426 h 4742625"/>
                  <a:gd name="connsiteX13" fmla="*/ 1772982 w 2209496"/>
                  <a:gd name="connsiteY13" fmla="*/ 1059626 h 4742625"/>
                  <a:gd name="connsiteX14" fmla="*/ 2134931 w 2209496"/>
                  <a:gd name="connsiteY14" fmla="*/ 1815275 h 4742625"/>
                  <a:gd name="connsiteX15" fmla="*/ 2199701 w 2209496"/>
                  <a:gd name="connsiteY15" fmla="*/ 2375345 h 4742625"/>
                  <a:gd name="connsiteX16" fmla="*/ 2032062 w 2209496"/>
                  <a:gd name="connsiteY16" fmla="*/ 2969705 h 4742625"/>
                  <a:gd name="connsiteX17" fmla="*/ 1620582 w 2209496"/>
                  <a:gd name="connsiteY17" fmla="*/ 3167825 h 4742625"/>
                  <a:gd name="connsiteX18" fmla="*/ 1391982 w 2209496"/>
                  <a:gd name="connsiteY18" fmla="*/ 3396425 h 4742625"/>
                  <a:gd name="connsiteX19" fmla="*/ 1009906 w 2209496"/>
                  <a:gd name="connsiteY19" fmla="*/ 3466598 h 4742625"/>
                  <a:gd name="connsiteX20" fmla="*/ 844806 w 2209496"/>
                  <a:gd name="connsiteY20" fmla="*/ 4742625 h 4742625"/>
                  <a:gd name="connsiteX21" fmla="*/ 607165 w 2209496"/>
                  <a:gd name="connsiteY21" fmla="*/ 4653725 h 4742625"/>
                  <a:gd name="connsiteX22" fmla="*/ 759565 w 2209496"/>
                  <a:gd name="connsiteY22" fmla="*/ 3403098 h 4742625"/>
                  <a:gd name="connsiteX0" fmla="*/ 759565 w 2226999"/>
                  <a:gd name="connsiteY0" fmla="*/ 3403098 h 4742625"/>
                  <a:gd name="connsiteX1" fmla="*/ 576642 w 2226999"/>
                  <a:gd name="connsiteY1" fmla="*/ 3007805 h 4742625"/>
                  <a:gd name="connsiteX2" fmla="*/ 96581 w 2226999"/>
                  <a:gd name="connsiteY2" fmla="*/ 2611565 h 4742625"/>
                  <a:gd name="connsiteX3" fmla="*/ 191831 w 2226999"/>
                  <a:gd name="connsiteY3" fmla="*/ 2005776 h 4742625"/>
                  <a:gd name="connsiteX4" fmla="*/ 410906 w 2226999"/>
                  <a:gd name="connsiteY4" fmla="*/ 1805750 h 4742625"/>
                  <a:gd name="connsiteX5" fmla="*/ 325181 w 2226999"/>
                  <a:gd name="connsiteY5" fmla="*/ 1186625 h 4742625"/>
                  <a:gd name="connsiteX6" fmla="*/ 96582 w 2226999"/>
                  <a:gd name="connsiteY6" fmla="*/ 970727 h 4742625"/>
                  <a:gd name="connsiteX7" fmla="*/ 172782 w 2226999"/>
                  <a:gd name="connsiteY7" fmla="*/ 538927 h 4742625"/>
                  <a:gd name="connsiteX8" fmla="*/ 426782 w 2226999"/>
                  <a:gd name="connsiteY8" fmla="*/ 69028 h 4742625"/>
                  <a:gd name="connsiteX9" fmla="*/ 871282 w 2226999"/>
                  <a:gd name="connsiteY9" fmla="*/ 5528 h 4742625"/>
                  <a:gd name="connsiteX10" fmla="*/ 1099882 w 2226999"/>
                  <a:gd name="connsiteY10" fmla="*/ 69027 h 4742625"/>
                  <a:gd name="connsiteX11" fmla="*/ 1328482 w 2226999"/>
                  <a:gd name="connsiteY11" fmla="*/ 196027 h 4742625"/>
                  <a:gd name="connsiteX12" fmla="*/ 1557082 w 2226999"/>
                  <a:gd name="connsiteY12" fmla="*/ 602426 h 4742625"/>
                  <a:gd name="connsiteX13" fmla="*/ 1772982 w 2226999"/>
                  <a:gd name="connsiteY13" fmla="*/ 1059626 h 4742625"/>
                  <a:gd name="connsiteX14" fmla="*/ 2134931 w 2226999"/>
                  <a:gd name="connsiteY14" fmla="*/ 1815275 h 4742625"/>
                  <a:gd name="connsiteX15" fmla="*/ 2199701 w 2226999"/>
                  <a:gd name="connsiteY15" fmla="*/ 2375345 h 4742625"/>
                  <a:gd name="connsiteX16" fmla="*/ 2032062 w 2226999"/>
                  <a:gd name="connsiteY16" fmla="*/ 2969705 h 4742625"/>
                  <a:gd name="connsiteX17" fmla="*/ 1620582 w 2226999"/>
                  <a:gd name="connsiteY17" fmla="*/ 3167825 h 4742625"/>
                  <a:gd name="connsiteX18" fmla="*/ 1391982 w 2226999"/>
                  <a:gd name="connsiteY18" fmla="*/ 3396425 h 4742625"/>
                  <a:gd name="connsiteX19" fmla="*/ 1009906 w 2226999"/>
                  <a:gd name="connsiteY19" fmla="*/ 3466598 h 4742625"/>
                  <a:gd name="connsiteX20" fmla="*/ 844806 w 2226999"/>
                  <a:gd name="connsiteY20" fmla="*/ 4742625 h 4742625"/>
                  <a:gd name="connsiteX21" fmla="*/ 607165 w 2226999"/>
                  <a:gd name="connsiteY21" fmla="*/ 4653725 h 4742625"/>
                  <a:gd name="connsiteX22" fmla="*/ 759565 w 2226999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653725"/>
                  <a:gd name="connsiteX1" fmla="*/ 576642 w 2233404"/>
                  <a:gd name="connsiteY1" fmla="*/ 3007805 h 4653725"/>
                  <a:gd name="connsiteX2" fmla="*/ 96581 w 2233404"/>
                  <a:gd name="connsiteY2" fmla="*/ 2611565 h 4653725"/>
                  <a:gd name="connsiteX3" fmla="*/ 191831 w 2233404"/>
                  <a:gd name="connsiteY3" fmla="*/ 2005776 h 4653725"/>
                  <a:gd name="connsiteX4" fmla="*/ 410906 w 2233404"/>
                  <a:gd name="connsiteY4" fmla="*/ 1805750 h 4653725"/>
                  <a:gd name="connsiteX5" fmla="*/ 325181 w 2233404"/>
                  <a:gd name="connsiteY5" fmla="*/ 1186625 h 4653725"/>
                  <a:gd name="connsiteX6" fmla="*/ 96582 w 2233404"/>
                  <a:gd name="connsiteY6" fmla="*/ 970727 h 4653725"/>
                  <a:gd name="connsiteX7" fmla="*/ 172782 w 2233404"/>
                  <a:gd name="connsiteY7" fmla="*/ 538927 h 4653725"/>
                  <a:gd name="connsiteX8" fmla="*/ 426782 w 2233404"/>
                  <a:gd name="connsiteY8" fmla="*/ 69028 h 4653725"/>
                  <a:gd name="connsiteX9" fmla="*/ 871282 w 2233404"/>
                  <a:gd name="connsiteY9" fmla="*/ 5528 h 4653725"/>
                  <a:gd name="connsiteX10" fmla="*/ 1099882 w 2233404"/>
                  <a:gd name="connsiteY10" fmla="*/ 69027 h 4653725"/>
                  <a:gd name="connsiteX11" fmla="*/ 1328482 w 2233404"/>
                  <a:gd name="connsiteY11" fmla="*/ 196027 h 4653725"/>
                  <a:gd name="connsiteX12" fmla="*/ 1557082 w 2233404"/>
                  <a:gd name="connsiteY12" fmla="*/ 602426 h 4653725"/>
                  <a:gd name="connsiteX13" fmla="*/ 1772982 w 2233404"/>
                  <a:gd name="connsiteY13" fmla="*/ 1059626 h 4653725"/>
                  <a:gd name="connsiteX14" fmla="*/ 2134931 w 2233404"/>
                  <a:gd name="connsiteY14" fmla="*/ 1815275 h 4653725"/>
                  <a:gd name="connsiteX15" fmla="*/ 2199701 w 2233404"/>
                  <a:gd name="connsiteY15" fmla="*/ 2375345 h 4653725"/>
                  <a:gd name="connsiteX16" fmla="*/ 2032062 w 2233404"/>
                  <a:gd name="connsiteY16" fmla="*/ 2969705 h 4653725"/>
                  <a:gd name="connsiteX17" fmla="*/ 1620582 w 2233404"/>
                  <a:gd name="connsiteY17" fmla="*/ 3167825 h 4653725"/>
                  <a:gd name="connsiteX18" fmla="*/ 1391982 w 2233404"/>
                  <a:gd name="connsiteY18" fmla="*/ 3396425 h 4653725"/>
                  <a:gd name="connsiteX19" fmla="*/ 1009906 w 2233404"/>
                  <a:gd name="connsiteY19" fmla="*/ 3466598 h 4653725"/>
                  <a:gd name="connsiteX20" fmla="*/ 607165 w 2233404"/>
                  <a:gd name="connsiteY20" fmla="*/ 4653725 h 4653725"/>
                  <a:gd name="connsiteX21" fmla="*/ 759565 w 2233404"/>
                  <a:gd name="connsiteY21" fmla="*/ 3403098 h 4653725"/>
                  <a:gd name="connsiteX0" fmla="*/ 759565 w 2233404"/>
                  <a:gd name="connsiteY0" fmla="*/ 3403098 h 3466598"/>
                  <a:gd name="connsiteX1" fmla="*/ 576642 w 2233404"/>
                  <a:gd name="connsiteY1" fmla="*/ 3007805 h 3466598"/>
                  <a:gd name="connsiteX2" fmla="*/ 96581 w 2233404"/>
                  <a:gd name="connsiteY2" fmla="*/ 2611565 h 3466598"/>
                  <a:gd name="connsiteX3" fmla="*/ 191831 w 2233404"/>
                  <a:gd name="connsiteY3" fmla="*/ 2005776 h 3466598"/>
                  <a:gd name="connsiteX4" fmla="*/ 410906 w 2233404"/>
                  <a:gd name="connsiteY4" fmla="*/ 1805750 h 3466598"/>
                  <a:gd name="connsiteX5" fmla="*/ 325181 w 2233404"/>
                  <a:gd name="connsiteY5" fmla="*/ 1186625 h 3466598"/>
                  <a:gd name="connsiteX6" fmla="*/ 96582 w 2233404"/>
                  <a:gd name="connsiteY6" fmla="*/ 970727 h 3466598"/>
                  <a:gd name="connsiteX7" fmla="*/ 172782 w 2233404"/>
                  <a:gd name="connsiteY7" fmla="*/ 538927 h 3466598"/>
                  <a:gd name="connsiteX8" fmla="*/ 426782 w 2233404"/>
                  <a:gd name="connsiteY8" fmla="*/ 69028 h 3466598"/>
                  <a:gd name="connsiteX9" fmla="*/ 871282 w 2233404"/>
                  <a:gd name="connsiteY9" fmla="*/ 5528 h 3466598"/>
                  <a:gd name="connsiteX10" fmla="*/ 1099882 w 2233404"/>
                  <a:gd name="connsiteY10" fmla="*/ 69027 h 3466598"/>
                  <a:gd name="connsiteX11" fmla="*/ 1328482 w 2233404"/>
                  <a:gd name="connsiteY11" fmla="*/ 196027 h 3466598"/>
                  <a:gd name="connsiteX12" fmla="*/ 1557082 w 2233404"/>
                  <a:gd name="connsiteY12" fmla="*/ 602426 h 3466598"/>
                  <a:gd name="connsiteX13" fmla="*/ 1772982 w 2233404"/>
                  <a:gd name="connsiteY13" fmla="*/ 1059626 h 3466598"/>
                  <a:gd name="connsiteX14" fmla="*/ 2134931 w 2233404"/>
                  <a:gd name="connsiteY14" fmla="*/ 1815275 h 3466598"/>
                  <a:gd name="connsiteX15" fmla="*/ 2199701 w 2233404"/>
                  <a:gd name="connsiteY15" fmla="*/ 2375345 h 3466598"/>
                  <a:gd name="connsiteX16" fmla="*/ 2032062 w 2233404"/>
                  <a:gd name="connsiteY16" fmla="*/ 2969705 h 3466598"/>
                  <a:gd name="connsiteX17" fmla="*/ 1620582 w 2233404"/>
                  <a:gd name="connsiteY17" fmla="*/ 3167825 h 3466598"/>
                  <a:gd name="connsiteX18" fmla="*/ 1391982 w 2233404"/>
                  <a:gd name="connsiteY18" fmla="*/ 3396425 h 3466598"/>
                  <a:gd name="connsiteX19" fmla="*/ 1009906 w 2233404"/>
                  <a:gd name="connsiteY19" fmla="*/ 3466598 h 3466598"/>
                  <a:gd name="connsiteX20" fmla="*/ 759565 w 2233404"/>
                  <a:gd name="connsiteY20" fmla="*/ 3403098 h 34665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233404" h="3466598">
                    <a:moveTo>
                      <a:pt x="759565" y="3403098"/>
                    </a:moveTo>
                    <a:cubicBezTo>
                      <a:pt x="745588" y="3326898"/>
                      <a:pt x="618739" y="3294402"/>
                      <a:pt x="576642" y="3007805"/>
                    </a:cubicBezTo>
                    <a:cubicBezTo>
                      <a:pt x="589335" y="2935573"/>
                      <a:pt x="-145989" y="2617915"/>
                      <a:pt x="96581" y="2611565"/>
                    </a:cubicBezTo>
                    <a:cubicBezTo>
                      <a:pt x="59433" y="2523935"/>
                      <a:pt x="-147894" y="2138491"/>
                      <a:pt x="191831" y="2005776"/>
                    </a:cubicBezTo>
                    <a:cubicBezTo>
                      <a:pt x="247393" y="1892111"/>
                      <a:pt x="87056" y="1837500"/>
                      <a:pt x="410906" y="1805750"/>
                    </a:cubicBezTo>
                    <a:cubicBezTo>
                      <a:pt x="538964" y="1768708"/>
                      <a:pt x="37844" y="1185038"/>
                      <a:pt x="325181" y="1186625"/>
                    </a:cubicBezTo>
                    <a:cubicBezTo>
                      <a:pt x="355344" y="1055921"/>
                      <a:pt x="-108735" y="1068093"/>
                      <a:pt x="96582" y="970727"/>
                    </a:cubicBezTo>
                    <a:cubicBezTo>
                      <a:pt x="136799" y="907227"/>
                      <a:pt x="-70635" y="600310"/>
                      <a:pt x="172782" y="538927"/>
                    </a:cubicBezTo>
                    <a:cubicBezTo>
                      <a:pt x="43665" y="215077"/>
                      <a:pt x="310365" y="157928"/>
                      <a:pt x="426782" y="69028"/>
                    </a:cubicBezTo>
                    <a:cubicBezTo>
                      <a:pt x="543199" y="-19872"/>
                      <a:pt x="778149" y="35162"/>
                      <a:pt x="871282" y="5528"/>
                    </a:cubicBezTo>
                    <a:cubicBezTo>
                      <a:pt x="964415" y="-24106"/>
                      <a:pt x="1004632" y="75377"/>
                      <a:pt x="1099882" y="69027"/>
                    </a:cubicBezTo>
                    <a:cubicBezTo>
                      <a:pt x="1195132" y="62677"/>
                      <a:pt x="1224765" y="143110"/>
                      <a:pt x="1328482" y="196027"/>
                    </a:cubicBezTo>
                    <a:cubicBezTo>
                      <a:pt x="1597299" y="236244"/>
                      <a:pt x="1461832" y="519876"/>
                      <a:pt x="1557082" y="602426"/>
                    </a:cubicBezTo>
                    <a:cubicBezTo>
                      <a:pt x="1774252" y="692596"/>
                      <a:pt x="1708424" y="908708"/>
                      <a:pt x="1772982" y="1059626"/>
                    </a:cubicBezTo>
                    <a:cubicBezTo>
                      <a:pt x="1959460" y="1126724"/>
                      <a:pt x="2029945" y="1684889"/>
                      <a:pt x="2134931" y="1815275"/>
                    </a:cubicBezTo>
                    <a:cubicBezTo>
                      <a:pt x="2346597" y="1915181"/>
                      <a:pt x="2142233" y="2279778"/>
                      <a:pt x="2199701" y="2375345"/>
                    </a:cubicBezTo>
                    <a:cubicBezTo>
                      <a:pt x="2257169" y="2470912"/>
                      <a:pt x="2233992" y="2876995"/>
                      <a:pt x="2032062" y="2969705"/>
                    </a:cubicBezTo>
                    <a:cubicBezTo>
                      <a:pt x="2020632" y="3016695"/>
                      <a:pt x="1924112" y="3236405"/>
                      <a:pt x="1620582" y="3167825"/>
                    </a:cubicBezTo>
                    <a:cubicBezTo>
                      <a:pt x="1637092" y="3221165"/>
                      <a:pt x="1404861" y="3355520"/>
                      <a:pt x="1391982" y="3396425"/>
                    </a:cubicBezTo>
                    <a:cubicBezTo>
                      <a:pt x="1379103" y="3437330"/>
                      <a:pt x="1165872" y="3343831"/>
                      <a:pt x="1009906" y="3466598"/>
                    </a:cubicBezTo>
                    <a:lnTo>
                      <a:pt x="759565" y="3403098"/>
                    </a:lnTo>
                    <a:close/>
                  </a:path>
                </a:pathLst>
              </a:custGeom>
              <a:solidFill>
                <a:srgbClr val="3FB441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0" name="Rectangle 7">
                <a:extLst>
                  <a:ext uri="{FF2B5EF4-FFF2-40B4-BE49-F238E27FC236}">
                    <a16:creationId xmlns:a16="http://schemas.microsoft.com/office/drawing/2014/main" id="{20037DEB-A0AC-35E2-5CDF-A57FB0B316D3}"/>
                  </a:ext>
                </a:extLst>
              </p:cNvPr>
              <p:cNvSpPr/>
              <p:nvPr/>
            </p:nvSpPr>
            <p:spPr>
              <a:xfrm rot="5130453">
                <a:off x="4109726" y="2429414"/>
                <a:ext cx="704825" cy="329939"/>
              </a:xfrm>
              <a:custGeom>
                <a:avLst/>
                <a:gdLst>
                  <a:gd name="connsiteX0" fmla="*/ 0 w 1007285"/>
                  <a:gd name="connsiteY0" fmla="*/ 0 h 94954"/>
                  <a:gd name="connsiteX1" fmla="*/ 1007285 w 1007285"/>
                  <a:gd name="connsiteY1" fmla="*/ 0 h 94954"/>
                  <a:gd name="connsiteX2" fmla="*/ 1007285 w 1007285"/>
                  <a:gd name="connsiteY2" fmla="*/ 94954 h 94954"/>
                  <a:gd name="connsiteX3" fmla="*/ 0 w 1007285"/>
                  <a:gd name="connsiteY3" fmla="*/ 94954 h 94954"/>
                  <a:gd name="connsiteX4" fmla="*/ 0 w 1007285"/>
                  <a:gd name="connsiteY4" fmla="*/ 0 h 94954"/>
                  <a:gd name="connsiteX0" fmla="*/ 2819400 w 3826685"/>
                  <a:gd name="connsiteY0" fmla="*/ 0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4" fmla="*/ 2819400 w 3826685"/>
                  <a:gd name="connsiteY4" fmla="*/ 0 h 869654"/>
                  <a:gd name="connsiteX0" fmla="*/ 0 w 3826685"/>
                  <a:gd name="connsiteY0" fmla="*/ 869654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968065 h 1033547"/>
                  <a:gd name="connsiteX1" fmla="*/ 3826685 w 3826685"/>
                  <a:gd name="connsiteY1" fmla="*/ 98411 h 1033547"/>
                  <a:gd name="connsiteX2" fmla="*/ 3826685 w 3826685"/>
                  <a:gd name="connsiteY2" fmla="*/ 193365 h 1033547"/>
                  <a:gd name="connsiteX3" fmla="*/ 0 w 3826685"/>
                  <a:gd name="connsiteY3" fmla="*/ 968065 h 1033547"/>
                  <a:gd name="connsiteX0" fmla="*/ 0 w 3826685"/>
                  <a:gd name="connsiteY0" fmla="*/ 968065 h 1013810"/>
                  <a:gd name="connsiteX1" fmla="*/ 3826685 w 3826685"/>
                  <a:gd name="connsiteY1" fmla="*/ 98411 h 1013810"/>
                  <a:gd name="connsiteX2" fmla="*/ 3826685 w 3826685"/>
                  <a:gd name="connsiteY2" fmla="*/ 193365 h 1013810"/>
                  <a:gd name="connsiteX3" fmla="*/ 0 w 3826685"/>
                  <a:gd name="connsiteY3" fmla="*/ 968065 h 1013810"/>
                  <a:gd name="connsiteX0" fmla="*/ 0 w 3826685"/>
                  <a:gd name="connsiteY0" fmla="*/ 968065 h 1012429"/>
                  <a:gd name="connsiteX1" fmla="*/ 3826685 w 3826685"/>
                  <a:gd name="connsiteY1" fmla="*/ 98411 h 1012429"/>
                  <a:gd name="connsiteX2" fmla="*/ 3826685 w 3826685"/>
                  <a:gd name="connsiteY2" fmla="*/ 193365 h 1012429"/>
                  <a:gd name="connsiteX3" fmla="*/ 0 w 3826685"/>
                  <a:gd name="connsiteY3" fmla="*/ 968065 h 101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6685" h="1012429">
                    <a:moveTo>
                      <a:pt x="0" y="968065"/>
                    </a:moveTo>
                    <a:cubicBezTo>
                      <a:pt x="1199362" y="1008380"/>
                      <a:pt x="2779723" y="-373704"/>
                      <a:pt x="3826685" y="98411"/>
                    </a:cubicBezTo>
                    <a:lnTo>
                      <a:pt x="3826685" y="193365"/>
                    </a:lnTo>
                    <a:cubicBezTo>
                      <a:pt x="2614623" y="-65927"/>
                      <a:pt x="932662" y="1268632"/>
                      <a:pt x="0" y="968065"/>
                    </a:cubicBezTo>
                    <a:close/>
                  </a:path>
                </a:pathLst>
              </a:custGeom>
              <a:solidFill>
                <a:srgbClr val="64263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Rectangle 7">
                <a:extLst>
                  <a:ext uri="{FF2B5EF4-FFF2-40B4-BE49-F238E27FC236}">
                    <a16:creationId xmlns:a16="http://schemas.microsoft.com/office/drawing/2014/main" id="{3B72D2BB-C41B-1547-CB8C-0127C11207A6}"/>
                  </a:ext>
                </a:extLst>
              </p:cNvPr>
              <p:cNvSpPr/>
              <p:nvPr/>
            </p:nvSpPr>
            <p:spPr>
              <a:xfrm rot="4411580">
                <a:off x="3803813" y="2701273"/>
                <a:ext cx="1032418" cy="483290"/>
              </a:xfrm>
              <a:custGeom>
                <a:avLst/>
                <a:gdLst>
                  <a:gd name="connsiteX0" fmla="*/ 0 w 1007285"/>
                  <a:gd name="connsiteY0" fmla="*/ 0 h 94954"/>
                  <a:gd name="connsiteX1" fmla="*/ 1007285 w 1007285"/>
                  <a:gd name="connsiteY1" fmla="*/ 0 h 94954"/>
                  <a:gd name="connsiteX2" fmla="*/ 1007285 w 1007285"/>
                  <a:gd name="connsiteY2" fmla="*/ 94954 h 94954"/>
                  <a:gd name="connsiteX3" fmla="*/ 0 w 1007285"/>
                  <a:gd name="connsiteY3" fmla="*/ 94954 h 94954"/>
                  <a:gd name="connsiteX4" fmla="*/ 0 w 1007285"/>
                  <a:gd name="connsiteY4" fmla="*/ 0 h 94954"/>
                  <a:gd name="connsiteX0" fmla="*/ 2819400 w 3826685"/>
                  <a:gd name="connsiteY0" fmla="*/ 0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4" fmla="*/ 2819400 w 3826685"/>
                  <a:gd name="connsiteY4" fmla="*/ 0 h 869654"/>
                  <a:gd name="connsiteX0" fmla="*/ 0 w 3826685"/>
                  <a:gd name="connsiteY0" fmla="*/ 869654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968065 h 1033547"/>
                  <a:gd name="connsiteX1" fmla="*/ 3826685 w 3826685"/>
                  <a:gd name="connsiteY1" fmla="*/ 98411 h 1033547"/>
                  <a:gd name="connsiteX2" fmla="*/ 3826685 w 3826685"/>
                  <a:gd name="connsiteY2" fmla="*/ 193365 h 1033547"/>
                  <a:gd name="connsiteX3" fmla="*/ 0 w 3826685"/>
                  <a:gd name="connsiteY3" fmla="*/ 968065 h 1033547"/>
                  <a:gd name="connsiteX0" fmla="*/ 0 w 3826685"/>
                  <a:gd name="connsiteY0" fmla="*/ 968065 h 1013810"/>
                  <a:gd name="connsiteX1" fmla="*/ 3826685 w 3826685"/>
                  <a:gd name="connsiteY1" fmla="*/ 98411 h 1013810"/>
                  <a:gd name="connsiteX2" fmla="*/ 3826685 w 3826685"/>
                  <a:gd name="connsiteY2" fmla="*/ 193365 h 1013810"/>
                  <a:gd name="connsiteX3" fmla="*/ 0 w 3826685"/>
                  <a:gd name="connsiteY3" fmla="*/ 968065 h 1013810"/>
                  <a:gd name="connsiteX0" fmla="*/ 0 w 3826685"/>
                  <a:gd name="connsiteY0" fmla="*/ 968065 h 1012429"/>
                  <a:gd name="connsiteX1" fmla="*/ 3826685 w 3826685"/>
                  <a:gd name="connsiteY1" fmla="*/ 98411 h 1012429"/>
                  <a:gd name="connsiteX2" fmla="*/ 3826685 w 3826685"/>
                  <a:gd name="connsiteY2" fmla="*/ 193365 h 1012429"/>
                  <a:gd name="connsiteX3" fmla="*/ 0 w 3826685"/>
                  <a:gd name="connsiteY3" fmla="*/ 968065 h 101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6685" h="1012429">
                    <a:moveTo>
                      <a:pt x="0" y="968065"/>
                    </a:moveTo>
                    <a:cubicBezTo>
                      <a:pt x="1199362" y="1008380"/>
                      <a:pt x="2779723" y="-373704"/>
                      <a:pt x="3826685" y="98411"/>
                    </a:cubicBezTo>
                    <a:lnTo>
                      <a:pt x="3826685" y="193365"/>
                    </a:lnTo>
                    <a:cubicBezTo>
                      <a:pt x="2614623" y="-65927"/>
                      <a:pt x="932662" y="1268632"/>
                      <a:pt x="0" y="968065"/>
                    </a:cubicBezTo>
                    <a:close/>
                  </a:path>
                </a:pathLst>
              </a:custGeom>
              <a:solidFill>
                <a:srgbClr val="64263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" name="Rectangle 7">
                <a:extLst>
                  <a:ext uri="{FF2B5EF4-FFF2-40B4-BE49-F238E27FC236}">
                    <a16:creationId xmlns:a16="http://schemas.microsoft.com/office/drawing/2014/main" id="{F27D71D0-3683-6A62-746D-42F0ED9AD552}"/>
                  </a:ext>
                </a:extLst>
              </p:cNvPr>
              <p:cNvSpPr/>
              <p:nvPr/>
            </p:nvSpPr>
            <p:spPr>
              <a:xfrm rot="5130453">
                <a:off x="4020432" y="1677001"/>
                <a:ext cx="963083" cy="329939"/>
              </a:xfrm>
              <a:custGeom>
                <a:avLst/>
                <a:gdLst>
                  <a:gd name="connsiteX0" fmla="*/ 0 w 1007285"/>
                  <a:gd name="connsiteY0" fmla="*/ 0 h 94954"/>
                  <a:gd name="connsiteX1" fmla="*/ 1007285 w 1007285"/>
                  <a:gd name="connsiteY1" fmla="*/ 0 h 94954"/>
                  <a:gd name="connsiteX2" fmla="*/ 1007285 w 1007285"/>
                  <a:gd name="connsiteY2" fmla="*/ 94954 h 94954"/>
                  <a:gd name="connsiteX3" fmla="*/ 0 w 1007285"/>
                  <a:gd name="connsiteY3" fmla="*/ 94954 h 94954"/>
                  <a:gd name="connsiteX4" fmla="*/ 0 w 1007285"/>
                  <a:gd name="connsiteY4" fmla="*/ 0 h 94954"/>
                  <a:gd name="connsiteX0" fmla="*/ 2819400 w 3826685"/>
                  <a:gd name="connsiteY0" fmla="*/ 0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4" fmla="*/ 2819400 w 3826685"/>
                  <a:gd name="connsiteY4" fmla="*/ 0 h 869654"/>
                  <a:gd name="connsiteX0" fmla="*/ 0 w 3826685"/>
                  <a:gd name="connsiteY0" fmla="*/ 869654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968065 h 1033547"/>
                  <a:gd name="connsiteX1" fmla="*/ 3826685 w 3826685"/>
                  <a:gd name="connsiteY1" fmla="*/ 98411 h 1033547"/>
                  <a:gd name="connsiteX2" fmla="*/ 3826685 w 3826685"/>
                  <a:gd name="connsiteY2" fmla="*/ 193365 h 1033547"/>
                  <a:gd name="connsiteX3" fmla="*/ 0 w 3826685"/>
                  <a:gd name="connsiteY3" fmla="*/ 968065 h 1033547"/>
                  <a:gd name="connsiteX0" fmla="*/ 0 w 3826685"/>
                  <a:gd name="connsiteY0" fmla="*/ 968065 h 1013810"/>
                  <a:gd name="connsiteX1" fmla="*/ 3826685 w 3826685"/>
                  <a:gd name="connsiteY1" fmla="*/ 98411 h 1013810"/>
                  <a:gd name="connsiteX2" fmla="*/ 3826685 w 3826685"/>
                  <a:gd name="connsiteY2" fmla="*/ 193365 h 1013810"/>
                  <a:gd name="connsiteX3" fmla="*/ 0 w 3826685"/>
                  <a:gd name="connsiteY3" fmla="*/ 968065 h 1013810"/>
                  <a:gd name="connsiteX0" fmla="*/ 0 w 3826685"/>
                  <a:gd name="connsiteY0" fmla="*/ 968065 h 1012429"/>
                  <a:gd name="connsiteX1" fmla="*/ 3826685 w 3826685"/>
                  <a:gd name="connsiteY1" fmla="*/ 98411 h 1012429"/>
                  <a:gd name="connsiteX2" fmla="*/ 3826685 w 3826685"/>
                  <a:gd name="connsiteY2" fmla="*/ 193365 h 1012429"/>
                  <a:gd name="connsiteX3" fmla="*/ 0 w 3826685"/>
                  <a:gd name="connsiteY3" fmla="*/ 968065 h 101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6685" h="1012429">
                    <a:moveTo>
                      <a:pt x="0" y="968065"/>
                    </a:moveTo>
                    <a:cubicBezTo>
                      <a:pt x="1199362" y="1008380"/>
                      <a:pt x="2779723" y="-373704"/>
                      <a:pt x="3826685" y="98411"/>
                    </a:cubicBezTo>
                    <a:lnTo>
                      <a:pt x="3826685" y="193365"/>
                    </a:lnTo>
                    <a:cubicBezTo>
                      <a:pt x="2614623" y="-65927"/>
                      <a:pt x="932662" y="1268632"/>
                      <a:pt x="0" y="968065"/>
                    </a:cubicBezTo>
                    <a:close/>
                  </a:path>
                </a:pathLst>
              </a:custGeom>
              <a:solidFill>
                <a:srgbClr val="64263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" name="Rectangle 7">
                <a:extLst>
                  <a:ext uri="{FF2B5EF4-FFF2-40B4-BE49-F238E27FC236}">
                    <a16:creationId xmlns:a16="http://schemas.microsoft.com/office/drawing/2014/main" id="{C28CF72A-CF1C-DF69-B5A7-7AF05DF19E57}"/>
                  </a:ext>
                </a:extLst>
              </p:cNvPr>
              <p:cNvSpPr/>
              <p:nvPr/>
            </p:nvSpPr>
            <p:spPr>
              <a:xfrm rot="17188420" flipH="1">
                <a:off x="4412435" y="2911181"/>
                <a:ext cx="1032418" cy="483290"/>
              </a:xfrm>
              <a:custGeom>
                <a:avLst/>
                <a:gdLst>
                  <a:gd name="connsiteX0" fmla="*/ 0 w 1007285"/>
                  <a:gd name="connsiteY0" fmla="*/ 0 h 94954"/>
                  <a:gd name="connsiteX1" fmla="*/ 1007285 w 1007285"/>
                  <a:gd name="connsiteY1" fmla="*/ 0 h 94954"/>
                  <a:gd name="connsiteX2" fmla="*/ 1007285 w 1007285"/>
                  <a:gd name="connsiteY2" fmla="*/ 94954 h 94954"/>
                  <a:gd name="connsiteX3" fmla="*/ 0 w 1007285"/>
                  <a:gd name="connsiteY3" fmla="*/ 94954 h 94954"/>
                  <a:gd name="connsiteX4" fmla="*/ 0 w 1007285"/>
                  <a:gd name="connsiteY4" fmla="*/ 0 h 94954"/>
                  <a:gd name="connsiteX0" fmla="*/ 2819400 w 3826685"/>
                  <a:gd name="connsiteY0" fmla="*/ 0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4" fmla="*/ 2819400 w 3826685"/>
                  <a:gd name="connsiteY4" fmla="*/ 0 h 869654"/>
                  <a:gd name="connsiteX0" fmla="*/ 0 w 3826685"/>
                  <a:gd name="connsiteY0" fmla="*/ 869654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968065 h 1033547"/>
                  <a:gd name="connsiteX1" fmla="*/ 3826685 w 3826685"/>
                  <a:gd name="connsiteY1" fmla="*/ 98411 h 1033547"/>
                  <a:gd name="connsiteX2" fmla="*/ 3826685 w 3826685"/>
                  <a:gd name="connsiteY2" fmla="*/ 193365 h 1033547"/>
                  <a:gd name="connsiteX3" fmla="*/ 0 w 3826685"/>
                  <a:gd name="connsiteY3" fmla="*/ 968065 h 1033547"/>
                  <a:gd name="connsiteX0" fmla="*/ 0 w 3826685"/>
                  <a:gd name="connsiteY0" fmla="*/ 968065 h 1013810"/>
                  <a:gd name="connsiteX1" fmla="*/ 3826685 w 3826685"/>
                  <a:gd name="connsiteY1" fmla="*/ 98411 h 1013810"/>
                  <a:gd name="connsiteX2" fmla="*/ 3826685 w 3826685"/>
                  <a:gd name="connsiteY2" fmla="*/ 193365 h 1013810"/>
                  <a:gd name="connsiteX3" fmla="*/ 0 w 3826685"/>
                  <a:gd name="connsiteY3" fmla="*/ 968065 h 1013810"/>
                  <a:gd name="connsiteX0" fmla="*/ 0 w 3826685"/>
                  <a:gd name="connsiteY0" fmla="*/ 968065 h 1012429"/>
                  <a:gd name="connsiteX1" fmla="*/ 3826685 w 3826685"/>
                  <a:gd name="connsiteY1" fmla="*/ 98411 h 1012429"/>
                  <a:gd name="connsiteX2" fmla="*/ 3826685 w 3826685"/>
                  <a:gd name="connsiteY2" fmla="*/ 193365 h 1012429"/>
                  <a:gd name="connsiteX3" fmla="*/ 0 w 3826685"/>
                  <a:gd name="connsiteY3" fmla="*/ 968065 h 101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6685" h="1012429">
                    <a:moveTo>
                      <a:pt x="0" y="968065"/>
                    </a:moveTo>
                    <a:cubicBezTo>
                      <a:pt x="1199362" y="1008380"/>
                      <a:pt x="2779723" y="-373704"/>
                      <a:pt x="3826685" y="98411"/>
                    </a:cubicBezTo>
                    <a:lnTo>
                      <a:pt x="3826685" y="193365"/>
                    </a:lnTo>
                    <a:cubicBezTo>
                      <a:pt x="2614623" y="-65927"/>
                      <a:pt x="932662" y="1268632"/>
                      <a:pt x="0" y="968065"/>
                    </a:cubicBezTo>
                    <a:close/>
                  </a:path>
                </a:pathLst>
              </a:custGeom>
              <a:solidFill>
                <a:srgbClr val="64263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" name="Rectangle 7">
                <a:extLst>
                  <a:ext uri="{FF2B5EF4-FFF2-40B4-BE49-F238E27FC236}">
                    <a16:creationId xmlns:a16="http://schemas.microsoft.com/office/drawing/2014/main" id="{BD9B0E83-B287-8487-7554-383EF98CC40E}"/>
                  </a:ext>
                </a:extLst>
              </p:cNvPr>
              <p:cNvSpPr/>
              <p:nvPr/>
            </p:nvSpPr>
            <p:spPr>
              <a:xfrm rot="17188420" flipH="1">
                <a:off x="4450248" y="2270119"/>
                <a:ext cx="868238" cy="406435"/>
              </a:xfrm>
              <a:custGeom>
                <a:avLst/>
                <a:gdLst>
                  <a:gd name="connsiteX0" fmla="*/ 0 w 1007285"/>
                  <a:gd name="connsiteY0" fmla="*/ 0 h 94954"/>
                  <a:gd name="connsiteX1" fmla="*/ 1007285 w 1007285"/>
                  <a:gd name="connsiteY1" fmla="*/ 0 h 94954"/>
                  <a:gd name="connsiteX2" fmla="*/ 1007285 w 1007285"/>
                  <a:gd name="connsiteY2" fmla="*/ 94954 h 94954"/>
                  <a:gd name="connsiteX3" fmla="*/ 0 w 1007285"/>
                  <a:gd name="connsiteY3" fmla="*/ 94954 h 94954"/>
                  <a:gd name="connsiteX4" fmla="*/ 0 w 1007285"/>
                  <a:gd name="connsiteY4" fmla="*/ 0 h 94954"/>
                  <a:gd name="connsiteX0" fmla="*/ 2819400 w 3826685"/>
                  <a:gd name="connsiteY0" fmla="*/ 0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4" fmla="*/ 2819400 w 3826685"/>
                  <a:gd name="connsiteY4" fmla="*/ 0 h 869654"/>
                  <a:gd name="connsiteX0" fmla="*/ 0 w 3826685"/>
                  <a:gd name="connsiteY0" fmla="*/ 869654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968065 h 1033547"/>
                  <a:gd name="connsiteX1" fmla="*/ 3826685 w 3826685"/>
                  <a:gd name="connsiteY1" fmla="*/ 98411 h 1033547"/>
                  <a:gd name="connsiteX2" fmla="*/ 3826685 w 3826685"/>
                  <a:gd name="connsiteY2" fmla="*/ 193365 h 1033547"/>
                  <a:gd name="connsiteX3" fmla="*/ 0 w 3826685"/>
                  <a:gd name="connsiteY3" fmla="*/ 968065 h 1033547"/>
                  <a:gd name="connsiteX0" fmla="*/ 0 w 3826685"/>
                  <a:gd name="connsiteY0" fmla="*/ 968065 h 1013810"/>
                  <a:gd name="connsiteX1" fmla="*/ 3826685 w 3826685"/>
                  <a:gd name="connsiteY1" fmla="*/ 98411 h 1013810"/>
                  <a:gd name="connsiteX2" fmla="*/ 3826685 w 3826685"/>
                  <a:gd name="connsiteY2" fmla="*/ 193365 h 1013810"/>
                  <a:gd name="connsiteX3" fmla="*/ 0 w 3826685"/>
                  <a:gd name="connsiteY3" fmla="*/ 968065 h 1013810"/>
                  <a:gd name="connsiteX0" fmla="*/ 0 w 3826685"/>
                  <a:gd name="connsiteY0" fmla="*/ 968065 h 1012429"/>
                  <a:gd name="connsiteX1" fmla="*/ 3826685 w 3826685"/>
                  <a:gd name="connsiteY1" fmla="*/ 98411 h 1012429"/>
                  <a:gd name="connsiteX2" fmla="*/ 3826685 w 3826685"/>
                  <a:gd name="connsiteY2" fmla="*/ 193365 h 1012429"/>
                  <a:gd name="connsiteX3" fmla="*/ 0 w 3826685"/>
                  <a:gd name="connsiteY3" fmla="*/ 968065 h 101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6685" h="1012429">
                    <a:moveTo>
                      <a:pt x="0" y="968065"/>
                    </a:moveTo>
                    <a:cubicBezTo>
                      <a:pt x="1199362" y="1008380"/>
                      <a:pt x="2779723" y="-373704"/>
                      <a:pt x="3826685" y="98411"/>
                    </a:cubicBezTo>
                    <a:lnTo>
                      <a:pt x="3826685" y="193365"/>
                    </a:lnTo>
                    <a:cubicBezTo>
                      <a:pt x="2614623" y="-65927"/>
                      <a:pt x="932662" y="1268632"/>
                      <a:pt x="0" y="968065"/>
                    </a:cubicBezTo>
                    <a:close/>
                  </a:path>
                </a:pathLst>
              </a:custGeom>
              <a:solidFill>
                <a:srgbClr val="64263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2584DE3F-0F6D-3E2B-46F3-7323A5600D41}"/>
                  </a:ext>
                </a:extLst>
              </p:cNvPr>
              <p:cNvSpPr/>
              <p:nvPr/>
            </p:nvSpPr>
            <p:spPr>
              <a:xfrm rot="16546531" flipH="1">
                <a:off x="4454596" y="1250533"/>
                <a:ext cx="1032418" cy="483290"/>
              </a:xfrm>
              <a:custGeom>
                <a:avLst/>
                <a:gdLst>
                  <a:gd name="connsiteX0" fmla="*/ 0 w 1007285"/>
                  <a:gd name="connsiteY0" fmla="*/ 0 h 94954"/>
                  <a:gd name="connsiteX1" fmla="*/ 1007285 w 1007285"/>
                  <a:gd name="connsiteY1" fmla="*/ 0 h 94954"/>
                  <a:gd name="connsiteX2" fmla="*/ 1007285 w 1007285"/>
                  <a:gd name="connsiteY2" fmla="*/ 94954 h 94954"/>
                  <a:gd name="connsiteX3" fmla="*/ 0 w 1007285"/>
                  <a:gd name="connsiteY3" fmla="*/ 94954 h 94954"/>
                  <a:gd name="connsiteX4" fmla="*/ 0 w 1007285"/>
                  <a:gd name="connsiteY4" fmla="*/ 0 h 94954"/>
                  <a:gd name="connsiteX0" fmla="*/ 2819400 w 3826685"/>
                  <a:gd name="connsiteY0" fmla="*/ 0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4" fmla="*/ 2819400 w 3826685"/>
                  <a:gd name="connsiteY4" fmla="*/ 0 h 869654"/>
                  <a:gd name="connsiteX0" fmla="*/ 0 w 3826685"/>
                  <a:gd name="connsiteY0" fmla="*/ 869654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968065 h 1033547"/>
                  <a:gd name="connsiteX1" fmla="*/ 3826685 w 3826685"/>
                  <a:gd name="connsiteY1" fmla="*/ 98411 h 1033547"/>
                  <a:gd name="connsiteX2" fmla="*/ 3826685 w 3826685"/>
                  <a:gd name="connsiteY2" fmla="*/ 193365 h 1033547"/>
                  <a:gd name="connsiteX3" fmla="*/ 0 w 3826685"/>
                  <a:gd name="connsiteY3" fmla="*/ 968065 h 1033547"/>
                  <a:gd name="connsiteX0" fmla="*/ 0 w 3826685"/>
                  <a:gd name="connsiteY0" fmla="*/ 968065 h 1013810"/>
                  <a:gd name="connsiteX1" fmla="*/ 3826685 w 3826685"/>
                  <a:gd name="connsiteY1" fmla="*/ 98411 h 1013810"/>
                  <a:gd name="connsiteX2" fmla="*/ 3826685 w 3826685"/>
                  <a:gd name="connsiteY2" fmla="*/ 193365 h 1013810"/>
                  <a:gd name="connsiteX3" fmla="*/ 0 w 3826685"/>
                  <a:gd name="connsiteY3" fmla="*/ 968065 h 1013810"/>
                  <a:gd name="connsiteX0" fmla="*/ 0 w 3826685"/>
                  <a:gd name="connsiteY0" fmla="*/ 968065 h 1012429"/>
                  <a:gd name="connsiteX1" fmla="*/ 3826685 w 3826685"/>
                  <a:gd name="connsiteY1" fmla="*/ 98411 h 1012429"/>
                  <a:gd name="connsiteX2" fmla="*/ 3826685 w 3826685"/>
                  <a:gd name="connsiteY2" fmla="*/ 193365 h 1012429"/>
                  <a:gd name="connsiteX3" fmla="*/ 0 w 3826685"/>
                  <a:gd name="connsiteY3" fmla="*/ 968065 h 101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6685" h="1012429">
                    <a:moveTo>
                      <a:pt x="0" y="968065"/>
                    </a:moveTo>
                    <a:cubicBezTo>
                      <a:pt x="1199362" y="1008380"/>
                      <a:pt x="2779723" y="-373704"/>
                      <a:pt x="3826685" y="98411"/>
                    </a:cubicBezTo>
                    <a:lnTo>
                      <a:pt x="3826685" y="193365"/>
                    </a:lnTo>
                    <a:cubicBezTo>
                      <a:pt x="2614623" y="-65927"/>
                      <a:pt x="932662" y="1268632"/>
                      <a:pt x="0" y="968065"/>
                    </a:cubicBezTo>
                    <a:close/>
                  </a:path>
                </a:pathLst>
              </a:custGeom>
              <a:solidFill>
                <a:srgbClr val="64263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59">
                <a:extLst>
                  <a:ext uri="{FF2B5EF4-FFF2-40B4-BE49-F238E27FC236}">
                    <a16:creationId xmlns:a16="http://schemas.microsoft.com/office/drawing/2014/main" id="{AC35813F-CE04-1057-CAC3-AF1DAB9A6C7C}"/>
                  </a:ext>
                </a:extLst>
              </p:cNvPr>
              <p:cNvSpPr/>
              <p:nvPr/>
            </p:nvSpPr>
            <p:spPr>
              <a:xfrm rot="316924">
                <a:off x="4446016" y="969466"/>
                <a:ext cx="286726" cy="4005924"/>
              </a:xfrm>
              <a:custGeom>
                <a:avLst/>
                <a:gdLst>
                  <a:gd name="connsiteX0" fmla="*/ 0 w 196226"/>
                  <a:gd name="connsiteY0" fmla="*/ 0 h 3725706"/>
                  <a:gd name="connsiteX1" fmla="*/ 196226 w 196226"/>
                  <a:gd name="connsiteY1" fmla="*/ 0 h 3725706"/>
                  <a:gd name="connsiteX2" fmla="*/ 196226 w 196226"/>
                  <a:gd name="connsiteY2" fmla="*/ 3725706 h 3725706"/>
                  <a:gd name="connsiteX3" fmla="*/ 0 w 196226"/>
                  <a:gd name="connsiteY3" fmla="*/ 3725706 h 3725706"/>
                  <a:gd name="connsiteX4" fmla="*/ 0 w 196226"/>
                  <a:gd name="connsiteY4" fmla="*/ 0 h 3725706"/>
                  <a:gd name="connsiteX0" fmla="*/ 0 w 196226"/>
                  <a:gd name="connsiteY0" fmla="*/ 3725706 h 3725706"/>
                  <a:gd name="connsiteX1" fmla="*/ 196226 w 196226"/>
                  <a:gd name="connsiteY1" fmla="*/ 0 h 3725706"/>
                  <a:gd name="connsiteX2" fmla="*/ 196226 w 196226"/>
                  <a:gd name="connsiteY2" fmla="*/ 3725706 h 3725706"/>
                  <a:gd name="connsiteX3" fmla="*/ 0 w 196226"/>
                  <a:gd name="connsiteY3" fmla="*/ 3725706 h 3725706"/>
                  <a:gd name="connsiteX0" fmla="*/ 0 w 196226"/>
                  <a:gd name="connsiteY0" fmla="*/ 3741025 h 3741025"/>
                  <a:gd name="connsiteX1" fmla="*/ 177626 w 196226"/>
                  <a:gd name="connsiteY1" fmla="*/ 0 h 3741025"/>
                  <a:gd name="connsiteX2" fmla="*/ 196226 w 196226"/>
                  <a:gd name="connsiteY2" fmla="*/ 3741025 h 3741025"/>
                  <a:gd name="connsiteX3" fmla="*/ 0 w 196226"/>
                  <a:gd name="connsiteY3" fmla="*/ 3741025 h 3741025"/>
                  <a:gd name="connsiteX0" fmla="*/ 0 w 196226"/>
                  <a:gd name="connsiteY0" fmla="*/ 3760392 h 3760392"/>
                  <a:gd name="connsiteX1" fmla="*/ 165482 w 196226"/>
                  <a:gd name="connsiteY1" fmla="*/ 0 h 3760392"/>
                  <a:gd name="connsiteX2" fmla="*/ 196226 w 196226"/>
                  <a:gd name="connsiteY2" fmla="*/ 3760392 h 3760392"/>
                  <a:gd name="connsiteX3" fmla="*/ 0 w 196226"/>
                  <a:gd name="connsiteY3" fmla="*/ 3760392 h 3760392"/>
                  <a:gd name="connsiteX0" fmla="*/ 0 w 196226"/>
                  <a:gd name="connsiteY0" fmla="*/ 3760392 h 3760392"/>
                  <a:gd name="connsiteX1" fmla="*/ 165482 w 196226"/>
                  <a:gd name="connsiteY1" fmla="*/ 0 h 3760392"/>
                  <a:gd name="connsiteX2" fmla="*/ 196226 w 196226"/>
                  <a:gd name="connsiteY2" fmla="*/ 3760392 h 3760392"/>
                  <a:gd name="connsiteX3" fmla="*/ 0 w 196226"/>
                  <a:gd name="connsiteY3" fmla="*/ 3760392 h 3760392"/>
                  <a:gd name="connsiteX0" fmla="*/ 0 w 203788"/>
                  <a:gd name="connsiteY0" fmla="*/ 3760392 h 3760392"/>
                  <a:gd name="connsiteX1" fmla="*/ 165482 w 203788"/>
                  <a:gd name="connsiteY1" fmla="*/ 0 h 3760392"/>
                  <a:gd name="connsiteX2" fmla="*/ 196226 w 203788"/>
                  <a:gd name="connsiteY2" fmla="*/ 3760392 h 3760392"/>
                  <a:gd name="connsiteX3" fmla="*/ 0 w 203788"/>
                  <a:gd name="connsiteY3" fmla="*/ 3760392 h 3760392"/>
                  <a:gd name="connsiteX0" fmla="*/ 0 w 232892"/>
                  <a:gd name="connsiteY0" fmla="*/ 3742664 h 3760392"/>
                  <a:gd name="connsiteX1" fmla="*/ 194586 w 232892"/>
                  <a:gd name="connsiteY1" fmla="*/ 0 h 3760392"/>
                  <a:gd name="connsiteX2" fmla="*/ 225330 w 232892"/>
                  <a:gd name="connsiteY2" fmla="*/ 3760392 h 3760392"/>
                  <a:gd name="connsiteX3" fmla="*/ 0 w 232892"/>
                  <a:gd name="connsiteY3" fmla="*/ 3742664 h 3760392"/>
                  <a:gd name="connsiteX0" fmla="*/ 0 w 232030"/>
                  <a:gd name="connsiteY0" fmla="*/ 3742664 h 3914670"/>
                  <a:gd name="connsiteX1" fmla="*/ 194586 w 232030"/>
                  <a:gd name="connsiteY1" fmla="*/ 0 h 3914670"/>
                  <a:gd name="connsiteX2" fmla="*/ 223135 w 232030"/>
                  <a:gd name="connsiteY2" fmla="*/ 3914670 h 3914670"/>
                  <a:gd name="connsiteX3" fmla="*/ 0 w 232030"/>
                  <a:gd name="connsiteY3" fmla="*/ 3742664 h 3914670"/>
                  <a:gd name="connsiteX0" fmla="*/ 0 w 247137"/>
                  <a:gd name="connsiteY0" fmla="*/ 3905038 h 3914670"/>
                  <a:gd name="connsiteX1" fmla="*/ 209693 w 247137"/>
                  <a:gd name="connsiteY1" fmla="*/ 0 h 3914670"/>
                  <a:gd name="connsiteX2" fmla="*/ 238242 w 247137"/>
                  <a:gd name="connsiteY2" fmla="*/ 3914670 h 3914670"/>
                  <a:gd name="connsiteX3" fmla="*/ 0 w 247137"/>
                  <a:gd name="connsiteY3" fmla="*/ 3905038 h 3914670"/>
                  <a:gd name="connsiteX0" fmla="*/ 0 w 250938"/>
                  <a:gd name="connsiteY0" fmla="*/ 3905038 h 3972005"/>
                  <a:gd name="connsiteX1" fmla="*/ 209693 w 250938"/>
                  <a:gd name="connsiteY1" fmla="*/ 0 h 3972005"/>
                  <a:gd name="connsiteX2" fmla="*/ 247212 w 250938"/>
                  <a:gd name="connsiteY2" fmla="*/ 3972005 h 3972005"/>
                  <a:gd name="connsiteX3" fmla="*/ 0 w 250938"/>
                  <a:gd name="connsiteY3" fmla="*/ 3905038 h 3972005"/>
                  <a:gd name="connsiteX0" fmla="*/ 0 w 264616"/>
                  <a:gd name="connsiteY0" fmla="*/ 3940598 h 3972005"/>
                  <a:gd name="connsiteX1" fmla="*/ 223371 w 264616"/>
                  <a:gd name="connsiteY1" fmla="*/ 0 h 3972005"/>
                  <a:gd name="connsiteX2" fmla="*/ 260890 w 264616"/>
                  <a:gd name="connsiteY2" fmla="*/ 3972005 h 3972005"/>
                  <a:gd name="connsiteX3" fmla="*/ 0 w 264616"/>
                  <a:gd name="connsiteY3" fmla="*/ 3940598 h 3972005"/>
                  <a:gd name="connsiteX0" fmla="*/ 0 w 262936"/>
                  <a:gd name="connsiteY0" fmla="*/ 3974517 h 4005924"/>
                  <a:gd name="connsiteX1" fmla="*/ 220090 w 262936"/>
                  <a:gd name="connsiteY1" fmla="*/ 0 h 4005924"/>
                  <a:gd name="connsiteX2" fmla="*/ 260890 w 262936"/>
                  <a:gd name="connsiteY2" fmla="*/ 4005924 h 4005924"/>
                  <a:gd name="connsiteX3" fmla="*/ 0 w 262936"/>
                  <a:gd name="connsiteY3" fmla="*/ 3974517 h 4005924"/>
                  <a:gd name="connsiteX0" fmla="*/ 0 w 286726"/>
                  <a:gd name="connsiteY0" fmla="*/ 3974517 h 4005924"/>
                  <a:gd name="connsiteX1" fmla="*/ 220090 w 286726"/>
                  <a:gd name="connsiteY1" fmla="*/ 0 h 4005924"/>
                  <a:gd name="connsiteX2" fmla="*/ 260890 w 286726"/>
                  <a:gd name="connsiteY2" fmla="*/ 4005924 h 4005924"/>
                  <a:gd name="connsiteX3" fmla="*/ 0 w 286726"/>
                  <a:gd name="connsiteY3" fmla="*/ 3974517 h 4005924"/>
                  <a:gd name="connsiteX0" fmla="*/ 0 w 286726"/>
                  <a:gd name="connsiteY0" fmla="*/ 3974517 h 4065957"/>
                  <a:gd name="connsiteX1" fmla="*/ 220090 w 286726"/>
                  <a:gd name="connsiteY1" fmla="*/ 0 h 4065957"/>
                  <a:gd name="connsiteX2" fmla="*/ 260890 w 286726"/>
                  <a:gd name="connsiteY2" fmla="*/ 4005924 h 4065957"/>
                  <a:gd name="connsiteX3" fmla="*/ 91440 w 286726"/>
                  <a:gd name="connsiteY3" fmla="*/ 4065957 h 4065957"/>
                  <a:gd name="connsiteX0" fmla="*/ 0 w 286726"/>
                  <a:gd name="connsiteY0" fmla="*/ 3974517 h 4005924"/>
                  <a:gd name="connsiteX1" fmla="*/ 220090 w 286726"/>
                  <a:gd name="connsiteY1" fmla="*/ 0 h 4005924"/>
                  <a:gd name="connsiteX2" fmla="*/ 260890 w 286726"/>
                  <a:gd name="connsiteY2" fmla="*/ 4005924 h 4005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86726" h="4005924">
                    <a:moveTo>
                      <a:pt x="0" y="3974517"/>
                    </a:moveTo>
                    <a:cubicBezTo>
                      <a:pt x="55161" y="2721053"/>
                      <a:pt x="8137" y="1189886"/>
                      <a:pt x="220090" y="0"/>
                    </a:cubicBezTo>
                    <a:cubicBezTo>
                      <a:pt x="290188" y="1305877"/>
                      <a:pt x="306997" y="2627180"/>
                      <a:pt x="260890" y="4005924"/>
                    </a:cubicBezTo>
                  </a:path>
                </a:pathLst>
              </a:custGeom>
              <a:solidFill>
                <a:srgbClr val="64263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D5E1D4E8-77DB-F78A-87A2-714D550007E9}"/>
              </a:ext>
            </a:extLst>
          </p:cNvPr>
          <p:cNvGrpSpPr/>
          <p:nvPr/>
        </p:nvGrpSpPr>
        <p:grpSpPr>
          <a:xfrm>
            <a:off x="-3266836" y="-275817"/>
            <a:ext cx="6830426" cy="7198317"/>
            <a:chOff x="2313934" y="407891"/>
            <a:chExt cx="6830426" cy="7198317"/>
          </a:xfrm>
        </p:grpSpPr>
        <p:sp>
          <p:nvSpPr>
            <p:cNvPr id="3" name="Rectangle 48">
              <a:extLst>
                <a:ext uri="{FF2B5EF4-FFF2-40B4-BE49-F238E27FC236}">
                  <a16:creationId xmlns:a16="http://schemas.microsoft.com/office/drawing/2014/main" id="{C2F0C9F0-96C3-F095-22C0-A7BF431129D2}"/>
                </a:ext>
              </a:extLst>
            </p:cNvPr>
            <p:cNvSpPr/>
            <p:nvPr/>
          </p:nvSpPr>
          <p:spPr>
            <a:xfrm>
              <a:off x="2313934" y="4720116"/>
              <a:ext cx="3335360" cy="2886092"/>
            </a:xfrm>
            <a:custGeom>
              <a:avLst/>
              <a:gdLst>
                <a:gd name="connsiteX0" fmla="*/ 0 w 1084882"/>
                <a:gd name="connsiteY0" fmla="*/ 0 h 1269480"/>
                <a:gd name="connsiteX1" fmla="*/ 1084882 w 1084882"/>
                <a:gd name="connsiteY1" fmla="*/ 0 h 1269480"/>
                <a:gd name="connsiteX2" fmla="*/ 1084882 w 1084882"/>
                <a:gd name="connsiteY2" fmla="*/ 1269480 h 1269480"/>
                <a:gd name="connsiteX3" fmla="*/ 0 w 1084882"/>
                <a:gd name="connsiteY3" fmla="*/ 1269480 h 1269480"/>
                <a:gd name="connsiteX4" fmla="*/ 0 w 1084882"/>
                <a:gd name="connsiteY4" fmla="*/ 0 h 1269480"/>
                <a:gd name="connsiteX0" fmla="*/ 0 w 1952787"/>
                <a:gd name="connsiteY0" fmla="*/ 46495 h 1315975"/>
                <a:gd name="connsiteX1" fmla="*/ 1952787 w 1952787"/>
                <a:gd name="connsiteY1" fmla="*/ 0 h 1315975"/>
                <a:gd name="connsiteX2" fmla="*/ 1084882 w 1952787"/>
                <a:gd name="connsiteY2" fmla="*/ 1315975 h 1315975"/>
                <a:gd name="connsiteX3" fmla="*/ 0 w 1952787"/>
                <a:gd name="connsiteY3" fmla="*/ 1315975 h 1315975"/>
                <a:gd name="connsiteX4" fmla="*/ 0 w 1952787"/>
                <a:gd name="connsiteY4" fmla="*/ 46495 h 1315975"/>
                <a:gd name="connsiteX0" fmla="*/ 991892 w 1952787"/>
                <a:gd name="connsiteY0" fmla="*/ 0 h 1966904"/>
                <a:gd name="connsiteX1" fmla="*/ 1952787 w 1952787"/>
                <a:gd name="connsiteY1" fmla="*/ 650929 h 1966904"/>
                <a:gd name="connsiteX2" fmla="*/ 1084882 w 1952787"/>
                <a:gd name="connsiteY2" fmla="*/ 1966904 h 1966904"/>
                <a:gd name="connsiteX3" fmla="*/ 0 w 1952787"/>
                <a:gd name="connsiteY3" fmla="*/ 1966904 h 1966904"/>
                <a:gd name="connsiteX4" fmla="*/ 991892 w 1952787"/>
                <a:gd name="connsiteY4" fmla="*/ 0 h 1966904"/>
                <a:gd name="connsiteX0" fmla="*/ 1983784 w 2944679"/>
                <a:gd name="connsiteY0" fmla="*/ 0 h 2772816"/>
                <a:gd name="connsiteX1" fmla="*/ 2944679 w 2944679"/>
                <a:gd name="connsiteY1" fmla="*/ 650929 h 2772816"/>
                <a:gd name="connsiteX2" fmla="*/ 2076774 w 2944679"/>
                <a:gd name="connsiteY2" fmla="*/ 1966904 h 2772816"/>
                <a:gd name="connsiteX3" fmla="*/ 0 w 2944679"/>
                <a:gd name="connsiteY3" fmla="*/ 2772816 h 2772816"/>
                <a:gd name="connsiteX4" fmla="*/ 1983784 w 2944679"/>
                <a:gd name="connsiteY4" fmla="*/ 0 h 2772816"/>
                <a:gd name="connsiteX0" fmla="*/ 1983784 w 2944679"/>
                <a:gd name="connsiteY0" fmla="*/ 0 h 2772816"/>
                <a:gd name="connsiteX1" fmla="*/ 2944679 w 2944679"/>
                <a:gd name="connsiteY1" fmla="*/ 650929 h 2772816"/>
                <a:gd name="connsiteX2" fmla="*/ 1208869 w 2944679"/>
                <a:gd name="connsiteY2" fmla="*/ 2571338 h 2772816"/>
                <a:gd name="connsiteX3" fmla="*/ 0 w 2944679"/>
                <a:gd name="connsiteY3" fmla="*/ 2772816 h 2772816"/>
                <a:gd name="connsiteX4" fmla="*/ 1983784 w 2944679"/>
                <a:gd name="connsiteY4" fmla="*/ 0 h 2772816"/>
                <a:gd name="connsiteX0" fmla="*/ 1983784 w 2944679"/>
                <a:gd name="connsiteY0" fmla="*/ 0 h 2772816"/>
                <a:gd name="connsiteX1" fmla="*/ 2944679 w 2944679"/>
                <a:gd name="connsiteY1" fmla="*/ 650929 h 2772816"/>
                <a:gd name="connsiteX2" fmla="*/ 1208869 w 2944679"/>
                <a:gd name="connsiteY2" fmla="*/ 2571338 h 2772816"/>
                <a:gd name="connsiteX3" fmla="*/ 0 w 2944679"/>
                <a:gd name="connsiteY3" fmla="*/ 2772816 h 2772816"/>
                <a:gd name="connsiteX4" fmla="*/ 681926 w 2944679"/>
                <a:gd name="connsiteY4" fmla="*/ 2230376 h 2772816"/>
                <a:gd name="connsiteX5" fmla="*/ 1983784 w 2944679"/>
                <a:gd name="connsiteY5" fmla="*/ 0 h 2772816"/>
                <a:gd name="connsiteX0" fmla="*/ 1983784 w 2944679"/>
                <a:gd name="connsiteY0" fmla="*/ 0 h 2772816"/>
                <a:gd name="connsiteX1" fmla="*/ 2944679 w 2944679"/>
                <a:gd name="connsiteY1" fmla="*/ 650929 h 2772816"/>
                <a:gd name="connsiteX2" fmla="*/ 1208869 w 2944679"/>
                <a:gd name="connsiteY2" fmla="*/ 2571338 h 2772816"/>
                <a:gd name="connsiteX3" fmla="*/ 0 w 2944679"/>
                <a:gd name="connsiteY3" fmla="*/ 2772816 h 2772816"/>
                <a:gd name="connsiteX4" fmla="*/ 1983784 w 2944679"/>
                <a:gd name="connsiteY4" fmla="*/ 0 h 2772816"/>
                <a:gd name="connsiteX0" fmla="*/ 1983784 w 2944679"/>
                <a:gd name="connsiteY0" fmla="*/ 108001 h 2880817"/>
                <a:gd name="connsiteX1" fmla="*/ 2944679 w 2944679"/>
                <a:gd name="connsiteY1" fmla="*/ 758930 h 2880817"/>
                <a:gd name="connsiteX2" fmla="*/ 1208869 w 2944679"/>
                <a:gd name="connsiteY2" fmla="*/ 2679339 h 2880817"/>
                <a:gd name="connsiteX3" fmla="*/ 0 w 2944679"/>
                <a:gd name="connsiteY3" fmla="*/ 2880817 h 2880817"/>
                <a:gd name="connsiteX4" fmla="*/ 1983784 w 2944679"/>
                <a:gd name="connsiteY4" fmla="*/ 108001 h 2880817"/>
                <a:gd name="connsiteX0" fmla="*/ 1983784 w 2944679"/>
                <a:gd name="connsiteY0" fmla="*/ 97767 h 2870583"/>
                <a:gd name="connsiteX1" fmla="*/ 2944679 w 2944679"/>
                <a:gd name="connsiteY1" fmla="*/ 748696 h 2870583"/>
                <a:gd name="connsiteX2" fmla="*/ 1208869 w 2944679"/>
                <a:gd name="connsiteY2" fmla="*/ 2669105 h 2870583"/>
                <a:gd name="connsiteX3" fmla="*/ 0 w 2944679"/>
                <a:gd name="connsiteY3" fmla="*/ 2870583 h 2870583"/>
                <a:gd name="connsiteX4" fmla="*/ 1983784 w 2944679"/>
                <a:gd name="connsiteY4" fmla="*/ 97767 h 2870583"/>
                <a:gd name="connsiteX0" fmla="*/ 1983784 w 2944679"/>
                <a:gd name="connsiteY0" fmla="*/ 67385 h 2840201"/>
                <a:gd name="connsiteX1" fmla="*/ 2944679 w 2944679"/>
                <a:gd name="connsiteY1" fmla="*/ 718314 h 2840201"/>
                <a:gd name="connsiteX2" fmla="*/ 1208869 w 2944679"/>
                <a:gd name="connsiteY2" fmla="*/ 2638723 h 2840201"/>
                <a:gd name="connsiteX3" fmla="*/ 0 w 2944679"/>
                <a:gd name="connsiteY3" fmla="*/ 2840201 h 2840201"/>
                <a:gd name="connsiteX4" fmla="*/ 1983784 w 2944679"/>
                <a:gd name="connsiteY4" fmla="*/ 67385 h 2840201"/>
                <a:gd name="connsiteX0" fmla="*/ 1983784 w 2944679"/>
                <a:gd name="connsiteY0" fmla="*/ 70239 h 2843055"/>
                <a:gd name="connsiteX1" fmla="*/ 2944679 w 2944679"/>
                <a:gd name="connsiteY1" fmla="*/ 721168 h 2843055"/>
                <a:gd name="connsiteX2" fmla="*/ 1208869 w 2944679"/>
                <a:gd name="connsiteY2" fmla="*/ 2641577 h 2843055"/>
                <a:gd name="connsiteX3" fmla="*/ 0 w 2944679"/>
                <a:gd name="connsiteY3" fmla="*/ 2843055 h 2843055"/>
                <a:gd name="connsiteX4" fmla="*/ 1983784 w 2944679"/>
                <a:gd name="connsiteY4" fmla="*/ 70239 h 2843055"/>
                <a:gd name="connsiteX0" fmla="*/ 1983784 w 2944679"/>
                <a:gd name="connsiteY0" fmla="*/ 35337 h 2808153"/>
                <a:gd name="connsiteX1" fmla="*/ 2944679 w 2944679"/>
                <a:gd name="connsiteY1" fmla="*/ 686266 h 2808153"/>
                <a:gd name="connsiteX2" fmla="*/ 1208869 w 2944679"/>
                <a:gd name="connsiteY2" fmla="*/ 2606675 h 2808153"/>
                <a:gd name="connsiteX3" fmla="*/ 0 w 2944679"/>
                <a:gd name="connsiteY3" fmla="*/ 2808153 h 2808153"/>
                <a:gd name="connsiteX4" fmla="*/ 1983784 w 2944679"/>
                <a:gd name="connsiteY4" fmla="*/ 35337 h 2808153"/>
                <a:gd name="connsiteX0" fmla="*/ 1983784 w 2944679"/>
                <a:gd name="connsiteY0" fmla="*/ 73527 h 2846343"/>
                <a:gd name="connsiteX1" fmla="*/ 2944679 w 2944679"/>
                <a:gd name="connsiteY1" fmla="*/ 724456 h 2846343"/>
                <a:gd name="connsiteX2" fmla="*/ 1208869 w 2944679"/>
                <a:gd name="connsiteY2" fmla="*/ 2644865 h 2846343"/>
                <a:gd name="connsiteX3" fmla="*/ 0 w 2944679"/>
                <a:gd name="connsiteY3" fmla="*/ 2846343 h 2846343"/>
                <a:gd name="connsiteX4" fmla="*/ 1983784 w 2944679"/>
                <a:gd name="connsiteY4" fmla="*/ 73527 h 2846343"/>
                <a:gd name="connsiteX0" fmla="*/ 1983784 w 2944679"/>
                <a:gd name="connsiteY0" fmla="*/ 70240 h 2843056"/>
                <a:gd name="connsiteX1" fmla="*/ 2944679 w 2944679"/>
                <a:gd name="connsiteY1" fmla="*/ 721169 h 2843056"/>
                <a:gd name="connsiteX2" fmla="*/ 1208869 w 2944679"/>
                <a:gd name="connsiteY2" fmla="*/ 2641578 h 2843056"/>
                <a:gd name="connsiteX3" fmla="*/ 0 w 2944679"/>
                <a:gd name="connsiteY3" fmla="*/ 2843056 h 2843056"/>
                <a:gd name="connsiteX4" fmla="*/ 1983784 w 2944679"/>
                <a:gd name="connsiteY4" fmla="*/ 70240 h 2843056"/>
                <a:gd name="connsiteX0" fmla="*/ 1983784 w 2944679"/>
                <a:gd name="connsiteY0" fmla="*/ 70240 h 2886092"/>
                <a:gd name="connsiteX1" fmla="*/ 2944679 w 2944679"/>
                <a:gd name="connsiteY1" fmla="*/ 721169 h 2886092"/>
                <a:gd name="connsiteX2" fmla="*/ 1208869 w 2944679"/>
                <a:gd name="connsiteY2" fmla="*/ 2641578 h 2886092"/>
                <a:gd name="connsiteX3" fmla="*/ 0 w 2944679"/>
                <a:gd name="connsiteY3" fmla="*/ 2843056 h 2886092"/>
                <a:gd name="connsiteX4" fmla="*/ 1983784 w 2944679"/>
                <a:gd name="connsiteY4" fmla="*/ 70240 h 2886092"/>
                <a:gd name="connsiteX0" fmla="*/ 1983784 w 2944679"/>
                <a:gd name="connsiteY0" fmla="*/ 70240 h 2886092"/>
                <a:gd name="connsiteX1" fmla="*/ 2944679 w 2944679"/>
                <a:gd name="connsiteY1" fmla="*/ 721169 h 2886092"/>
                <a:gd name="connsiteX2" fmla="*/ 1208869 w 2944679"/>
                <a:gd name="connsiteY2" fmla="*/ 2641578 h 2886092"/>
                <a:gd name="connsiteX3" fmla="*/ 0 w 2944679"/>
                <a:gd name="connsiteY3" fmla="*/ 2843056 h 2886092"/>
                <a:gd name="connsiteX4" fmla="*/ 1983784 w 2944679"/>
                <a:gd name="connsiteY4" fmla="*/ 70240 h 2886092"/>
                <a:gd name="connsiteX0" fmla="*/ 1983784 w 3326082"/>
                <a:gd name="connsiteY0" fmla="*/ 70240 h 2886092"/>
                <a:gd name="connsiteX1" fmla="*/ 2944679 w 3326082"/>
                <a:gd name="connsiteY1" fmla="*/ 721169 h 2886092"/>
                <a:gd name="connsiteX2" fmla="*/ 1208869 w 3326082"/>
                <a:gd name="connsiteY2" fmla="*/ 2641578 h 2886092"/>
                <a:gd name="connsiteX3" fmla="*/ 0 w 3326082"/>
                <a:gd name="connsiteY3" fmla="*/ 2843056 h 2886092"/>
                <a:gd name="connsiteX4" fmla="*/ 1983784 w 3326082"/>
                <a:gd name="connsiteY4" fmla="*/ 70240 h 2886092"/>
                <a:gd name="connsiteX0" fmla="*/ 1983784 w 3335360"/>
                <a:gd name="connsiteY0" fmla="*/ 70240 h 2886092"/>
                <a:gd name="connsiteX1" fmla="*/ 2944679 w 3335360"/>
                <a:gd name="connsiteY1" fmla="*/ 721169 h 2886092"/>
                <a:gd name="connsiteX2" fmla="*/ 1208869 w 3335360"/>
                <a:gd name="connsiteY2" fmla="*/ 2641578 h 2886092"/>
                <a:gd name="connsiteX3" fmla="*/ 0 w 3335360"/>
                <a:gd name="connsiteY3" fmla="*/ 2843056 h 2886092"/>
                <a:gd name="connsiteX4" fmla="*/ 1983784 w 3335360"/>
                <a:gd name="connsiteY4" fmla="*/ 70240 h 2886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35360" h="2886092">
                  <a:moveTo>
                    <a:pt x="1983784" y="70240"/>
                  </a:moveTo>
                  <a:lnTo>
                    <a:pt x="2944679" y="721169"/>
                  </a:lnTo>
                  <a:cubicBezTo>
                    <a:pt x="3977900" y="1950241"/>
                    <a:pt x="2810361" y="2760859"/>
                    <a:pt x="1208869" y="2641578"/>
                  </a:cubicBezTo>
                  <a:cubicBezTo>
                    <a:pt x="805913" y="2708737"/>
                    <a:pt x="604434" y="2992874"/>
                    <a:pt x="0" y="2843056"/>
                  </a:cubicBezTo>
                  <a:cubicBezTo>
                    <a:pt x="1725478" y="2646974"/>
                    <a:pt x="-599268" y="-506010"/>
                    <a:pt x="1983784" y="70240"/>
                  </a:cubicBezTo>
                  <a:close/>
                </a:path>
              </a:pathLst>
            </a:custGeom>
            <a:solidFill>
              <a:srgbClr val="642631"/>
            </a:solidFill>
            <a:ln w="571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02AE3C9-4D86-A4C0-1584-25260E738C26}"/>
                </a:ext>
              </a:extLst>
            </p:cNvPr>
            <p:cNvGrpSpPr/>
            <p:nvPr/>
          </p:nvGrpSpPr>
          <p:grpSpPr>
            <a:xfrm>
              <a:off x="4892174" y="3212088"/>
              <a:ext cx="4252186" cy="2470524"/>
              <a:chOff x="4854239" y="3122846"/>
              <a:chExt cx="4252186" cy="2470524"/>
            </a:xfrm>
          </p:grpSpPr>
          <p:sp>
            <p:nvSpPr>
              <p:cNvPr id="41" name="Rectangle 2">
                <a:extLst>
                  <a:ext uri="{FF2B5EF4-FFF2-40B4-BE49-F238E27FC236}">
                    <a16:creationId xmlns:a16="http://schemas.microsoft.com/office/drawing/2014/main" id="{EB8CACFC-6DA3-822D-B480-33982D1A4F07}"/>
                  </a:ext>
                </a:extLst>
              </p:cNvPr>
              <p:cNvSpPr/>
              <p:nvPr/>
            </p:nvSpPr>
            <p:spPr>
              <a:xfrm rot="4147940">
                <a:off x="6002380" y="2402127"/>
                <a:ext cx="2383326" cy="3824764"/>
              </a:xfrm>
              <a:custGeom>
                <a:avLst/>
                <a:gdLst>
                  <a:gd name="connsiteX0" fmla="*/ 0 w 542441"/>
                  <a:gd name="connsiteY0" fmla="*/ 0 h 895027"/>
                  <a:gd name="connsiteX1" fmla="*/ 542441 w 542441"/>
                  <a:gd name="connsiteY1" fmla="*/ 0 h 895027"/>
                  <a:gd name="connsiteX2" fmla="*/ 542441 w 542441"/>
                  <a:gd name="connsiteY2" fmla="*/ 895027 h 895027"/>
                  <a:gd name="connsiteX3" fmla="*/ 0 w 542441"/>
                  <a:gd name="connsiteY3" fmla="*/ 895027 h 895027"/>
                  <a:gd name="connsiteX4" fmla="*/ 0 w 542441"/>
                  <a:gd name="connsiteY4" fmla="*/ 0 h 895027"/>
                  <a:gd name="connsiteX0" fmla="*/ 0 w 834541"/>
                  <a:gd name="connsiteY0" fmla="*/ 635000 h 895027"/>
                  <a:gd name="connsiteX1" fmla="*/ 834541 w 834541"/>
                  <a:gd name="connsiteY1" fmla="*/ 0 h 895027"/>
                  <a:gd name="connsiteX2" fmla="*/ 834541 w 834541"/>
                  <a:gd name="connsiteY2" fmla="*/ 895027 h 895027"/>
                  <a:gd name="connsiteX3" fmla="*/ 292100 w 834541"/>
                  <a:gd name="connsiteY3" fmla="*/ 895027 h 895027"/>
                  <a:gd name="connsiteX4" fmla="*/ 0 w 834541"/>
                  <a:gd name="connsiteY4" fmla="*/ 635000 h 895027"/>
                  <a:gd name="connsiteX0" fmla="*/ 152400 w 986941"/>
                  <a:gd name="connsiteY0" fmla="*/ 635000 h 1885627"/>
                  <a:gd name="connsiteX1" fmla="*/ 986941 w 986941"/>
                  <a:gd name="connsiteY1" fmla="*/ 0 h 1885627"/>
                  <a:gd name="connsiteX2" fmla="*/ 986941 w 986941"/>
                  <a:gd name="connsiteY2" fmla="*/ 895027 h 1885627"/>
                  <a:gd name="connsiteX3" fmla="*/ 0 w 986941"/>
                  <a:gd name="connsiteY3" fmla="*/ 1885627 h 1885627"/>
                  <a:gd name="connsiteX4" fmla="*/ 152400 w 986941"/>
                  <a:gd name="connsiteY4" fmla="*/ 635000 h 1885627"/>
                  <a:gd name="connsiteX0" fmla="*/ 152400 w 986941"/>
                  <a:gd name="connsiteY0" fmla="*/ 635000 h 1974527"/>
                  <a:gd name="connsiteX1" fmla="*/ 986941 w 986941"/>
                  <a:gd name="connsiteY1" fmla="*/ 0 h 1974527"/>
                  <a:gd name="connsiteX2" fmla="*/ 237641 w 986941"/>
                  <a:gd name="connsiteY2" fmla="*/ 1974527 h 1974527"/>
                  <a:gd name="connsiteX3" fmla="*/ 0 w 986941"/>
                  <a:gd name="connsiteY3" fmla="*/ 1885627 h 1974527"/>
                  <a:gd name="connsiteX4" fmla="*/ 152400 w 986941"/>
                  <a:gd name="connsiteY4" fmla="*/ 635000 h 1974527"/>
                  <a:gd name="connsiteX0" fmla="*/ 152400 w 402741"/>
                  <a:gd name="connsiteY0" fmla="*/ 0 h 1339527"/>
                  <a:gd name="connsiteX1" fmla="*/ 402741 w 402741"/>
                  <a:gd name="connsiteY1" fmla="*/ 63500 h 1339527"/>
                  <a:gd name="connsiteX2" fmla="*/ 237641 w 402741"/>
                  <a:gd name="connsiteY2" fmla="*/ 1339527 h 1339527"/>
                  <a:gd name="connsiteX3" fmla="*/ 0 w 402741"/>
                  <a:gd name="connsiteY3" fmla="*/ 1250627 h 1339527"/>
                  <a:gd name="connsiteX4" fmla="*/ 152400 w 402741"/>
                  <a:gd name="connsiteY4" fmla="*/ 0 h 1339527"/>
                  <a:gd name="connsiteX0" fmla="*/ 152400 w 402741"/>
                  <a:gd name="connsiteY0" fmla="*/ 131276 h 1470803"/>
                  <a:gd name="connsiteX1" fmla="*/ 402741 w 402741"/>
                  <a:gd name="connsiteY1" fmla="*/ 194776 h 1470803"/>
                  <a:gd name="connsiteX2" fmla="*/ 237641 w 402741"/>
                  <a:gd name="connsiteY2" fmla="*/ 1470803 h 1470803"/>
                  <a:gd name="connsiteX3" fmla="*/ 0 w 402741"/>
                  <a:gd name="connsiteY3" fmla="*/ 1381903 h 1470803"/>
                  <a:gd name="connsiteX4" fmla="*/ 152400 w 402741"/>
                  <a:gd name="connsiteY4" fmla="*/ 131276 h 1470803"/>
                  <a:gd name="connsiteX0" fmla="*/ 187527 w 437868"/>
                  <a:gd name="connsiteY0" fmla="*/ 395743 h 1735270"/>
                  <a:gd name="connsiteX1" fmla="*/ 4604 w 437868"/>
                  <a:gd name="connsiteY1" fmla="*/ 450 h 1735270"/>
                  <a:gd name="connsiteX2" fmla="*/ 437868 w 437868"/>
                  <a:gd name="connsiteY2" fmla="*/ 459243 h 1735270"/>
                  <a:gd name="connsiteX3" fmla="*/ 272768 w 437868"/>
                  <a:gd name="connsiteY3" fmla="*/ 1735270 h 1735270"/>
                  <a:gd name="connsiteX4" fmla="*/ 35127 w 437868"/>
                  <a:gd name="connsiteY4" fmla="*/ 1646370 h 1735270"/>
                  <a:gd name="connsiteX5" fmla="*/ 187527 w 437868"/>
                  <a:gd name="connsiteY5" fmla="*/ 395743 h 1735270"/>
                  <a:gd name="connsiteX0" fmla="*/ 187527 w 827895"/>
                  <a:gd name="connsiteY0" fmla="*/ 397043 h 1736570"/>
                  <a:gd name="connsiteX1" fmla="*/ 4604 w 827895"/>
                  <a:gd name="connsiteY1" fmla="*/ 1750 h 1736570"/>
                  <a:gd name="connsiteX2" fmla="*/ 819944 w 827895"/>
                  <a:gd name="connsiteY2" fmla="*/ 390370 h 1736570"/>
                  <a:gd name="connsiteX3" fmla="*/ 437868 w 827895"/>
                  <a:gd name="connsiteY3" fmla="*/ 460543 h 1736570"/>
                  <a:gd name="connsiteX4" fmla="*/ 272768 w 827895"/>
                  <a:gd name="connsiteY4" fmla="*/ 1736570 h 1736570"/>
                  <a:gd name="connsiteX5" fmla="*/ 35127 w 827895"/>
                  <a:gd name="connsiteY5" fmla="*/ 1647670 h 1736570"/>
                  <a:gd name="connsiteX6" fmla="*/ 187527 w 827895"/>
                  <a:gd name="connsiteY6" fmla="*/ 397043 h 1736570"/>
                  <a:gd name="connsiteX0" fmla="*/ 187527 w 1079717"/>
                  <a:gd name="connsiteY0" fmla="*/ 399939 h 1739466"/>
                  <a:gd name="connsiteX1" fmla="*/ 4604 w 1079717"/>
                  <a:gd name="connsiteY1" fmla="*/ 4646 h 1739466"/>
                  <a:gd name="connsiteX2" fmla="*/ 1048544 w 1079717"/>
                  <a:gd name="connsiteY2" fmla="*/ 164666 h 1739466"/>
                  <a:gd name="connsiteX3" fmla="*/ 819944 w 1079717"/>
                  <a:gd name="connsiteY3" fmla="*/ 393266 h 1739466"/>
                  <a:gd name="connsiteX4" fmla="*/ 437868 w 1079717"/>
                  <a:gd name="connsiteY4" fmla="*/ 463439 h 1739466"/>
                  <a:gd name="connsiteX5" fmla="*/ 272768 w 1079717"/>
                  <a:gd name="connsiteY5" fmla="*/ 1739466 h 1739466"/>
                  <a:gd name="connsiteX6" fmla="*/ 35127 w 1079717"/>
                  <a:gd name="connsiteY6" fmla="*/ 1650566 h 1739466"/>
                  <a:gd name="connsiteX7" fmla="*/ 187527 w 1079717"/>
                  <a:gd name="connsiteY7" fmla="*/ 399939 h 1739466"/>
                  <a:gd name="connsiteX0" fmla="*/ 187527 w 1491624"/>
                  <a:gd name="connsiteY0" fmla="*/ 447497 h 1787024"/>
                  <a:gd name="connsiteX1" fmla="*/ 4604 w 1491624"/>
                  <a:gd name="connsiteY1" fmla="*/ 52204 h 1787024"/>
                  <a:gd name="connsiteX2" fmla="*/ 1460024 w 1491624"/>
                  <a:gd name="connsiteY2" fmla="*/ 14104 h 1787024"/>
                  <a:gd name="connsiteX3" fmla="*/ 1048544 w 1491624"/>
                  <a:gd name="connsiteY3" fmla="*/ 212224 h 1787024"/>
                  <a:gd name="connsiteX4" fmla="*/ 819944 w 1491624"/>
                  <a:gd name="connsiteY4" fmla="*/ 440824 h 1787024"/>
                  <a:gd name="connsiteX5" fmla="*/ 437868 w 1491624"/>
                  <a:gd name="connsiteY5" fmla="*/ 510997 h 1787024"/>
                  <a:gd name="connsiteX6" fmla="*/ 272768 w 1491624"/>
                  <a:gd name="connsiteY6" fmla="*/ 1787024 h 1787024"/>
                  <a:gd name="connsiteX7" fmla="*/ 35127 w 1491624"/>
                  <a:gd name="connsiteY7" fmla="*/ 1698124 h 1787024"/>
                  <a:gd name="connsiteX8" fmla="*/ 187527 w 1491624"/>
                  <a:gd name="connsiteY8" fmla="*/ 447497 h 1787024"/>
                  <a:gd name="connsiteX0" fmla="*/ 712105 w 2004462"/>
                  <a:gd name="connsiteY0" fmla="*/ 791623 h 2131150"/>
                  <a:gd name="connsiteX1" fmla="*/ 529182 w 2004462"/>
                  <a:gd name="connsiteY1" fmla="*/ 396330 h 2131150"/>
                  <a:gd name="connsiteX2" fmla="*/ 49121 w 2004462"/>
                  <a:gd name="connsiteY2" fmla="*/ 90 h 2131150"/>
                  <a:gd name="connsiteX3" fmla="*/ 1984602 w 2004462"/>
                  <a:gd name="connsiteY3" fmla="*/ 358230 h 2131150"/>
                  <a:gd name="connsiteX4" fmla="*/ 1573122 w 2004462"/>
                  <a:gd name="connsiteY4" fmla="*/ 556350 h 2131150"/>
                  <a:gd name="connsiteX5" fmla="*/ 1344522 w 2004462"/>
                  <a:gd name="connsiteY5" fmla="*/ 784950 h 2131150"/>
                  <a:gd name="connsiteX6" fmla="*/ 962446 w 2004462"/>
                  <a:gd name="connsiteY6" fmla="*/ 855123 h 2131150"/>
                  <a:gd name="connsiteX7" fmla="*/ 797346 w 2004462"/>
                  <a:gd name="connsiteY7" fmla="*/ 2131150 h 2131150"/>
                  <a:gd name="connsiteX8" fmla="*/ 559705 w 2004462"/>
                  <a:gd name="connsiteY8" fmla="*/ 2042250 h 2131150"/>
                  <a:gd name="connsiteX9" fmla="*/ 712105 w 2004462"/>
                  <a:gd name="connsiteY9" fmla="*/ 791623 h 2131150"/>
                  <a:gd name="connsiteX0" fmla="*/ 712105 w 2263745"/>
                  <a:gd name="connsiteY0" fmla="*/ 1036197 h 2375724"/>
                  <a:gd name="connsiteX1" fmla="*/ 529182 w 2263745"/>
                  <a:gd name="connsiteY1" fmla="*/ 640904 h 2375724"/>
                  <a:gd name="connsiteX2" fmla="*/ 49121 w 2263745"/>
                  <a:gd name="connsiteY2" fmla="*/ 244664 h 2375724"/>
                  <a:gd name="connsiteX3" fmla="*/ 2152241 w 2263745"/>
                  <a:gd name="connsiteY3" fmla="*/ 8444 h 2375724"/>
                  <a:gd name="connsiteX4" fmla="*/ 1984602 w 2263745"/>
                  <a:gd name="connsiteY4" fmla="*/ 602804 h 2375724"/>
                  <a:gd name="connsiteX5" fmla="*/ 1573122 w 2263745"/>
                  <a:gd name="connsiteY5" fmla="*/ 800924 h 2375724"/>
                  <a:gd name="connsiteX6" fmla="*/ 1344522 w 2263745"/>
                  <a:gd name="connsiteY6" fmla="*/ 1029524 h 2375724"/>
                  <a:gd name="connsiteX7" fmla="*/ 962446 w 2263745"/>
                  <a:gd name="connsiteY7" fmla="*/ 1099697 h 2375724"/>
                  <a:gd name="connsiteX8" fmla="*/ 797346 w 2263745"/>
                  <a:gd name="connsiteY8" fmla="*/ 2375724 h 2375724"/>
                  <a:gd name="connsiteX9" fmla="*/ 559705 w 2263745"/>
                  <a:gd name="connsiteY9" fmla="*/ 2286824 h 2375724"/>
                  <a:gd name="connsiteX10" fmla="*/ 712105 w 2263745"/>
                  <a:gd name="connsiteY10" fmla="*/ 1036197 h 2375724"/>
                  <a:gd name="connsiteX0" fmla="*/ 712105 w 2247494"/>
                  <a:gd name="connsiteY0" fmla="*/ 1590010 h 2929537"/>
                  <a:gd name="connsiteX1" fmla="*/ 529182 w 2247494"/>
                  <a:gd name="connsiteY1" fmla="*/ 1194717 h 2929537"/>
                  <a:gd name="connsiteX2" fmla="*/ 49121 w 2247494"/>
                  <a:gd name="connsiteY2" fmla="*/ 798477 h 2929537"/>
                  <a:gd name="connsiteX3" fmla="*/ 2087471 w 2247494"/>
                  <a:gd name="connsiteY3" fmla="*/ 2187 h 2929537"/>
                  <a:gd name="connsiteX4" fmla="*/ 2152241 w 2247494"/>
                  <a:gd name="connsiteY4" fmla="*/ 562257 h 2929537"/>
                  <a:gd name="connsiteX5" fmla="*/ 1984602 w 2247494"/>
                  <a:gd name="connsiteY5" fmla="*/ 1156617 h 2929537"/>
                  <a:gd name="connsiteX6" fmla="*/ 1573122 w 2247494"/>
                  <a:gd name="connsiteY6" fmla="*/ 1354737 h 2929537"/>
                  <a:gd name="connsiteX7" fmla="*/ 1344522 w 2247494"/>
                  <a:gd name="connsiteY7" fmla="*/ 1583337 h 2929537"/>
                  <a:gd name="connsiteX8" fmla="*/ 962446 w 2247494"/>
                  <a:gd name="connsiteY8" fmla="*/ 1653510 h 2929537"/>
                  <a:gd name="connsiteX9" fmla="*/ 797346 w 2247494"/>
                  <a:gd name="connsiteY9" fmla="*/ 2929537 h 2929537"/>
                  <a:gd name="connsiteX10" fmla="*/ 559705 w 2247494"/>
                  <a:gd name="connsiteY10" fmla="*/ 2840637 h 2929537"/>
                  <a:gd name="connsiteX11" fmla="*/ 712105 w 2247494"/>
                  <a:gd name="connsiteY11" fmla="*/ 1590010 h 2929537"/>
                  <a:gd name="connsiteX0" fmla="*/ 759565 w 2275936"/>
                  <a:gd name="connsiteY0" fmla="*/ 1588303 h 2927830"/>
                  <a:gd name="connsiteX1" fmla="*/ 576642 w 2275936"/>
                  <a:gd name="connsiteY1" fmla="*/ 1193010 h 2927830"/>
                  <a:gd name="connsiteX2" fmla="*/ 96581 w 2275936"/>
                  <a:gd name="connsiteY2" fmla="*/ 796770 h 2927830"/>
                  <a:gd name="connsiteX3" fmla="*/ 191831 w 2275936"/>
                  <a:gd name="connsiteY3" fmla="*/ 190981 h 2927830"/>
                  <a:gd name="connsiteX4" fmla="*/ 2134931 w 2275936"/>
                  <a:gd name="connsiteY4" fmla="*/ 480 h 2927830"/>
                  <a:gd name="connsiteX5" fmla="*/ 2199701 w 2275936"/>
                  <a:gd name="connsiteY5" fmla="*/ 560550 h 2927830"/>
                  <a:gd name="connsiteX6" fmla="*/ 2032062 w 2275936"/>
                  <a:gd name="connsiteY6" fmla="*/ 1154910 h 2927830"/>
                  <a:gd name="connsiteX7" fmla="*/ 1620582 w 2275936"/>
                  <a:gd name="connsiteY7" fmla="*/ 1353030 h 2927830"/>
                  <a:gd name="connsiteX8" fmla="*/ 1391982 w 2275936"/>
                  <a:gd name="connsiteY8" fmla="*/ 1581630 h 2927830"/>
                  <a:gd name="connsiteX9" fmla="*/ 1009906 w 2275936"/>
                  <a:gd name="connsiteY9" fmla="*/ 1651803 h 2927830"/>
                  <a:gd name="connsiteX10" fmla="*/ 844806 w 2275936"/>
                  <a:gd name="connsiteY10" fmla="*/ 2927830 h 2927830"/>
                  <a:gd name="connsiteX11" fmla="*/ 607165 w 2275936"/>
                  <a:gd name="connsiteY11" fmla="*/ 2838930 h 2927830"/>
                  <a:gd name="connsiteX12" fmla="*/ 759565 w 2275936"/>
                  <a:gd name="connsiteY12" fmla="*/ 1588303 h 2927830"/>
                  <a:gd name="connsiteX0" fmla="*/ 759565 w 2270304"/>
                  <a:gd name="connsiteY0" fmla="*/ 1632823 h 2972350"/>
                  <a:gd name="connsiteX1" fmla="*/ 576642 w 2270304"/>
                  <a:gd name="connsiteY1" fmla="*/ 1237530 h 2972350"/>
                  <a:gd name="connsiteX2" fmla="*/ 96581 w 2270304"/>
                  <a:gd name="connsiteY2" fmla="*/ 841290 h 2972350"/>
                  <a:gd name="connsiteX3" fmla="*/ 191831 w 2270304"/>
                  <a:gd name="connsiteY3" fmla="*/ 235501 h 2972350"/>
                  <a:gd name="connsiteX4" fmla="*/ 410906 w 2270304"/>
                  <a:gd name="connsiteY4" fmla="*/ 35475 h 2972350"/>
                  <a:gd name="connsiteX5" fmla="*/ 2134931 w 2270304"/>
                  <a:gd name="connsiteY5" fmla="*/ 45000 h 2972350"/>
                  <a:gd name="connsiteX6" fmla="*/ 2199701 w 2270304"/>
                  <a:gd name="connsiteY6" fmla="*/ 605070 h 2972350"/>
                  <a:gd name="connsiteX7" fmla="*/ 2032062 w 2270304"/>
                  <a:gd name="connsiteY7" fmla="*/ 1199430 h 2972350"/>
                  <a:gd name="connsiteX8" fmla="*/ 1620582 w 2270304"/>
                  <a:gd name="connsiteY8" fmla="*/ 1397550 h 2972350"/>
                  <a:gd name="connsiteX9" fmla="*/ 1391982 w 2270304"/>
                  <a:gd name="connsiteY9" fmla="*/ 1626150 h 2972350"/>
                  <a:gd name="connsiteX10" fmla="*/ 1009906 w 2270304"/>
                  <a:gd name="connsiteY10" fmla="*/ 1696323 h 2972350"/>
                  <a:gd name="connsiteX11" fmla="*/ 844806 w 2270304"/>
                  <a:gd name="connsiteY11" fmla="*/ 2972350 h 2972350"/>
                  <a:gd name="connsiteX12" fmla="*/ 607165 w 2270304"/>
                  <a:gd name="connsiteY12" fmla="*/ 2883450 h 2972350"/>
                  <a:gd name="connsiteX13" fmla="*/ 759565 w 2270304"/>
                  <a:gd name="connsiteY13" fmla="*/ 1632823 h 2972350"/>
                  <a:gd name="connsiteX0" fmla="*/ 759565 w 2231157"/>
                  <a:gd name="connsiteY0" fmla="*/ 2216476 h 3556003"/>
                  <a:gd name="connsiteX1" fmla="*/ 576642 w 2231157"/>
                  <a:gd name="connsiteY1" fmla="*/ 1821183 h 3556003"/>
                  <a:gd name="connsiteX2" fmla="*/ 96581 w 2231157"/>
                  <a:gd name="connsiteY2" fmla="*/ 1424943 h 3556003"/>
                  <a:gd name="connsiteX3" fmla="*/ 191831 w 2231157"/>
                  <a:gd name="connsiteY3" fmla="*/ 819154 h 3556003"/>
                  <a:gd name="connsiteX4" fmla="*/ 410906 w 2231157"/>
                  <a:gd name="connsiteY4" fmla="*/ 619128 h 3556003"/>
                  <a:gd name="connsiteX5" fmla="*/ 325181 w 2231157"/>
                  <a:gd name="connsiteY5" fmla="*/ 3 h 3556003"/>
                  <a:gd name="connsiteX6" fmla="*/ 2134931 w 2231157"/>
                  <a:gd name="connsiteY6" fmla="*/ 628653 h 3556003"/>
                  <a:gd name="connsiteX7" fmla="*/ 2199701 w 2231157"/>
                  <a:gd name="connsiteY7" fmla="*/ 1188723 h 3556003"/>
                  <a:gd name="connsiteX8" fmla="*/ 2032062 w 2231157"/>
                  <a:gd name="connsiteY8" fmla="*/ 1783083 h 3556003"/>
                  <a:gd name="connsiteX9" fmla="*/ 1620582 w 2231157"/>
                  <a:gd name="connsiteY9" fmla="*/ 1981203 h 3556003"/>
                  <a:gd name="connsiteX10" fmla="*/ 1391982 w 2231157"/>
                  <a:gd name="connsiteY10" fmla="*/ 2209803 h 3556003"/>
                  <a:gd name="connsiteX11" fmla="*/ 1009906 w 2231157"/>
                  <a:gd name="connsiteY11" fmla="*/ 2279976 h 3556003"/>
                  <a:gd name="connsiteX12" fmla="*/ 844806 w 2231157"/>
                  <a:gd name="connsiteY12" fmla="*/ 3556003 h 3556003"/>
                  <a:gd name="connsiteX13" fmla="*/ 607165 w 2231157"/>
                  <a:gd name="connsiteY13" fmla="*/ 3467103 h 3556003"/>
                  <a:gd name="connsiteX14" fmla="*/ 759565 w 2231157"/>
                  <a:gd name="connsiteY14" fmla="*/ 2216476 h 3556003"/>
                  <a:gd name="connsiteX0" fmla="*/ 759565 w 2209496"/>
                  <a:gd name="connsiteY0" fmla="*/ 2373929 h 3713456"/>
                  <a:gd name="connsiteX1" fmla="*/ 576642 w 2209496"/>
                  <a:gd name="connsiteY1" fmla="*/ 1978636 h 3713456"/>
                  <a:gd name="connsiteX2" fmla="*/ 96581 w 2209496"/>
                  <a:gd name="connsiteY2" fmla="*/ 1582396 h 3713456"/>
                  <a:gd name="connsiteX3" fmla="*/ 191831 w 2209496"/>
                  <a:gd name="connsiteY3" fmla="*/ 976607 h 3713456"/>
                  <a:gd name="connsiteX4" fmla="*/ 410906 w 2209496"/>
                  <a:gd name="connsiteY4" fmla="*/ 776581 h 3713456"/>
                  <a:gd name="connsiteX5" fmla="*/ 325181 w 2209496"/>
                  <a:gd name="connsiteY5" fmla="*/ 157456 h 3713456"/>
                  <a:gd name="connsiteX6" fmla="*/ 1772982 w 2209496"/>
                  <a:gd name="connsiteY6" fmla="*/ 30457 h 3713456"/>
                  <a:gd name="connsiteX7" fmla="*/ 2134931 w 2209496"/>
                  <a:gd name="connsiteY7" fmla="*/ 786106 h 3713456"/>
                  <a:gd name="connsiteX8" fmla="*/ 2199701 w 2209496"/>
                  <a:gd name="connsiteY8" fmla="*/ 1346176 h 3713456"/>
                  <a:gd name="connsiteX9" fmla="*/ 2032062 w 2209496"/>
                  <a:gd name="connsiteY9" fmla="*/ 1940536 h 3713456"/>
                  <a:gd name="connsiteX10" fmla="*/ 1620582 w 2209496"/>
                  <a:gd name="connsiteY10" fmla="*/ 2138656 h 3713456"/>
                  <a:gd name="connsiteX11" fmla="*/ 1391982 w 2209496"/>
                  <a:gd name="connsiteY11" fmla="*/ 2367256 h 3713456"/>
                  <a:gd name="connsiteX12" fmla="*/ 1009906 w 2209496"/>
                  <a:gd name="connsiteY12" fmla="*/ 2437429 h 3713456"/>
                  <a:gd name="connsiteX13" fmla="*/ 844806 w 2209496"/>
                  <a:gd name="connsiteY13" fmla="*/ 3713456 h 3713456"/>
                  <a:gd name="connsiteX14" fmla="*/ 607165 w 2209496"/>
                  <a:gd name="connsiteY14" fmla="*/ 3624556 h 3713456"/>
                  <a:gd name="connsiteX15" fmla="*/ 759565 w 2209496"/>
                  <a:gd name="connsiteY15" fmla="*/ 2373929 h 3713456"/>
                  <a:gd name="connsiteX0" fmla="*/ 759565 w 2209496"/>
                  <a:gd name="connsiteY0" fmla="*/ 2801590 h 4141117"/>
                  <a:gd name="connsiteX1" fmla="*/ 576642 w 2209496"/>
                  <a:gd name="connsiteY1" fmla="*/ 2406297 h 4141117"/>
                  <a:gd name="connsiteX2" fmla="*/ 96581 w 2209496"/>
                  <a:gd name="connsiteY2" fmla="*/ 2010057 h 4141117"/>
                  <a:gd name="connsiteX3" fmla="*/ 191831 w 2209496"/>
                  <a:gd name="connsiteY3" fmla="*/ 1404268 h 4141117"/>
                  <a:gd name="connsiteX4" fmla="*/ 410906 w 2209496"/>
                  <a:gd name="connsiteY4" fmla="*/ 1204242 h 4141117"/>
                  <a:gd name="connsiteX5" fmla="*/ 325181 w 2209496"/>
                  <a:gd name="connsiteY5" fmla="*/ 585117 h 4141117"/>
                  <a:gd name="connsiteX6" fmla="*/ 1557082 w 2209496"/>
                  <a:gd name="connsiteY6" fmla="*/ 918 h 4141117"/>
                  <a:gd name="connsiteX7" fmla="*/ 1772982 w 2209496"/>
                  <a:gd name="connsiteY7" fmla="*/ 458118 h 4141117"/>
                  <a:gd name="connsiteX8" fmla="*/ 2134931 w 2209496"/>
                  <a:gd name="connsiteY8" fmla="*/ 1213767 h 4141117"/>
                  <a:gd name="connsiteX9" fmla="*/ 2199701 w 2209496"/>
                  <a:gd name="connsiteY9" fmla="*/ 1773837 h 4141117"/>
                  <a:gd name="connsiteX10" fmla="*/ 2032062 w 2209496"/>
                  <a:gd name="connsiteY10" fmla="*/ 2368197 h 4141117"/>
                  <a:gd name="connsiteX11" fmla="*/ 1620582 w 2209496"/>
                  <a:gd name="connsiteY11" fmla="*/ 2566317 h 4141117"/>
                  <a:gd name="connsiteX12" fmla="*/ 1391982 w 2209496"/>
                  <a:gd name="connsiteY12" fmla="*/ 2794917 h 4141117"/>
                  <a:gd name="connsiteX13" fmla="*/ 1009906 w 2209496"/>
                  <a:gd name="connsiteY13" fmla="*/ 2865090 h 4141117"/>
                  <a:gd name="connsiteX14" fmla="*/ 844806 w 2209496"/>
                  <a:gd name="connsiteY14" fmla="*/ 4141117 h 4141117"/>
                  <a:gd name="connsiteX15" fmla="*/ 607165 w 2209496"/>
                  <a:gd name="connsiteY15" fmla="*/ 4052217 h 4141117"/>
                  <a:gd name="connsiteX16" fmla="*/ 759565 w 2209496"/>
                  <a:gd name="connsiteY16" fmla="*/ 2801590 h 4141117"/>
                  <a:gd name="connsiteX0" fmla="*/ 759565 w 2209496"/>
                  <a:gd name="connsiteY0" fmla="*/ 2800780 h 4140307"/>
                  <a:gd name="connsiteX1" fmla="*/ 576642 w 2209496"/>
                  <a:gd name="connsiteY1" fmla="*/ 2405487 h 4140307"/>
                  <a:gd name="connsiteX2" fmla="*/ 96581 w 2209496"/>
                  <a:gd name="connsiteY2" fmla="*/ 2009247 h 4140307"/>
                  <a:gd name="connsiteX3" fmla="*/ 191831 w 2209496"/>
                  <a:gd name="connsiteY3" fmla="*/ 1403458 h 4140307"/>
                  <a:gd name="connsiteX4" fmla="*/ 410906 w 2209496"/>
                  <a:gd name="connsiteY4" fmla="*/ 1203432 h 4140307"/>
                  <a:gd name="connsiteX5" fmla="*/ 325181 w 2209496"/>
                  <a:gd name="connsiteY5" fmla="*/ 584307 h 4140307"/>
                  <a:gd name="connsiteX6" fmla="*/ 96582 w 2209496"/>
                  <a:gd name="connsiteY6" fmla="*/ 368409 h 4140307"/>
                  <a:gd name="connsiteX7" fmla="*/ 1557082 w 2209496"/>
                  <a:gd name="connsiteY7" fmla="*/ 108 h 4140307"/>
                  <a:gd name="connsiteX8" fmla="*/ 1772982 w 2209496"/>
                  <a:gd name="connsiteY8" fmla="*/ 457308 h 4140307"/>
                  <a:gd name="connsiteX9" fmla="*/ 2134931 w 2209496"/>
                  <a:gd name="connsiteY9" fmla="*/ 1212957 h 4140307"/>
                  <a:gd name="connsiteX10" fmla="*/ 2199701 w 2209496"/>
                  <a:gd name="connsiteY10" fmla="*/ 1773027 h 4140307"/>
                  <a:gd name="connsiteX11" fmla="*/ 2032062 w 2209496"/>
                  <a:gd name="connsiteY11" fmla="*/ 2367387 h 4140307"/>
                  <a:gd name="connsiteX12" fmla="*/ 1620582 w 2209496"/>
                  <a:gd name="connsiteY12" fmla="*/ 2565507 h 4140307"/>
                  <a:gd name="connsiteX13" fmla="*/ 1391982 w 2209496"/>
                  <a:gd name="connsiteY13" fmla="*/ 2794107 h 4140307"/>
                  <a:gd name="connsiteX14" fmla="*/ 1009906 w 2209496"/>
                  <a:gd name="connsiteY14" fmla="*/ 2864280 h 4140307"/>
                  <a:gd name="connsiteX15" fmla="*/ 844806 w 2209496"/>
                  <a:gd name="connsiteY15" fmla="*/ 4140307 h 4140307"/>
                  <a:gd name="connsiteX16" fmla="*/ 607165 w 2209496"/>
                  <a:gd name="connsiteY16" fmla="*/ 4051407 h 4140307"/>
                  <a:gd name="connsiteX17" fmla="*/ 759565 w 2209496"/>
                  <a:gd name="connsiteY17" fmla="*/ 2800780 h 4140307"/>
                  <a:gd name="connsiteX0" fmla="*/ 759565 w 2209496"/>
                  <a:gd name="connsiteY0" fmla="*/ 2886104 h 4225631"/>
                  <a:gd name="connsiteX1" fmla="*/ 576642 w 2209496"/>
                  <a:gd name="connsiteY1" fmla="*/ 2490811 h 4225631"/>
                  <a:gd name="connsiteX2" fmla="*/ 96581 w 2209496"/>
                  <a:gd name="connsiteY2" fmla="*/ 2094571 h 4225631"/>
                  <a:gd name="connsiteX3" fmla="*/ 191831 w 2209496"/>
                  <a:gd name="connsiteY3" fmla="*/ 1488782 h 4225631"/>
                  <a:gd name="connsiteX4" fmla="*/ 410906 w 2209496"/>
                  <a:gd name="connsiteY4" fmla="*/ 1288756 h 4225631"/>
                  <a:gd name="connsiteX5" fmla="*/ 325181 w 2209496"/>
                  <a:gd name="connsiteY5" fmla="*/ 669631 h 4225631"/>
                  <a:gd name="connsiteX6" fmla="*/ 96582 w 2209496"/>
                  <a:gd name="connsiteY6" fmla="*/ 453733 h 4225631"/>
                  <a:gd name="connsiteX7" fmla="*/ 172782 w 2209496"/>
                  <a:gd name="connsiteY7" fmla="*/ 21933 h 4225631"/>
                  <a:gd name="connsiteX8" fmla="*/ 1557082 w 2209496"/>
                  <a:gd name="connsiteY8" fmla="*/ 85432 h 4225631"/>
                  <a:gd name="connsiteX9" fmla="*/ 1772982 w 2209496"/>
                  <a:gd name="connsiteY9" fmla="*/ 542632 h 4225631"/>
                  <a:gd name="connsiteX10" fmla="*/ 2134931 w 2209496"/>
                  <a:gd name="connsiteY10" fmla="*/ 1298281 h 4225631"/>
                  <a:gd name="connsiteX11" fmla="*/ 2199701 w 2209496"/>
                  <a:gd name="connsiteY11" fmla="*/ 1858351 h 4225631"/>
                  <a:gd name="connsiteX12" fmla="*/ 2032062 w 2209496"/>
                  <a:gd name="connsiteY12" fmla="*/ 2452711 h 4225631"/>
                  <a:gd name="connsiteX13" fmla="*/ 1620582 w 2209496"/>
                  <a:gd name="connsiteY13" fmla="*/ 2650831 h 4225631"/>
                  <a:gd name="connsiteX14" fmla="*/ 1391982 w 2209496"/>
                  <a:gd name="connsiteY14" fmla="*/ 2879431 h 4225631"/>
                  <a:gd name="connsiteX15" fmla="*/ 1009906 w 2209496"/>
                  <a:gd name="connsiteY15" fmla="*/ 2949604 h 4225631"/>
                  <a:gd name="connsiteX16" fmla="*/ 844806 w 2209496"/>
                  <a:gd name="connsiteY16" fmla="*/ 4225631 h 4225631"/>
                  <a:gd name="connsiteX17" fmla="*/ 607165 w 2209496"/>
                  <a:gd name="connsiteY17" fmla="*/ 4136731 h 4225631"/>
                  <a:gd name="connsiteX18" fmla="*/ 759565 w 2209496"/>
                  <a:gd name="connsiteY18" fmla="*/ 2886104 h 4225631"/>
                  <a:gd name="connsiteX0" fmla="*/ 759565 w 2209496"/>
                  <a:gd name="connsiteY0" fmla="*/ 3207357 h 4546884"/>
                  <a:gd name="connsiteX1" fmla="*/ 576642 w 2209496"/>
                  <a:gd name="connsiteY1" fmla="*/ 2812064 h 4546884"/>
                  <a:gd name="connsiteX2" fmla="*/ 96581 w 2209496"/>
                  <a:gd name="connsiteY2" fmla="*/ 2415824 h 4546884"/>
                  <a:gd name="connsiteX3" fmla="*/ 191831 w 2209496"/>
                  <a:gd name="connsiteY3" fmla="*/ 1810035 h 4546884"/>
                  <a:gd name="connsiteX4" fmla="*/ 410906 w 2209496"/>
                  <a:gd name="connsiteY4" fmla="*/ 1610009 h 4546884"/>
                  <a:gd name="connsiteX5" fmla="*/ 325181 w 2209496"/>
                  <a:gd name="connsiteY5" fmla="*/ 990884 h 4546884"/>
                  <a:gd name="connsiteX6" fmla="*/ 96582 w 2209496"/>
                  <a:gd name="connsiteY6" fmla="*/ 774986 h 4546884"/>
                  <a:gd name="connsiteX7" fmla="*/ 172782 w 2209496"/>
                  <a:gd name="connsiteY7" fmla="*/ 343186 h 4546884"/>
                  <a:gd name="connsiteX8" fmla="*/ 1328482 w 2209496"/>
                  <a:gd name="connsiteY8" fmla="*/ 286 h 4546884"/>
                  <a:gd name="connsiteX9" fmla="*/ 1557082 w 2209496"/>
                  <a:gd name="connsiteY9" fmla="*/ 406685 h 4546884"/>
                  <a:gd name="connsiteX10" fmla="*/ 1772982 w 2209496"/>
                  <a:gd name="connsiteY10" fmla="*/ 863885 h 4546884"/>
                  <a:gd name="connsiteX11" fmla="*/ 2134931 w 2209496"/>
                  <a:gd name="connsiteY11" fmla="*/ 1619534 h 4546884"/>
                  <a:gd name="connsiteX12" fmla="*/ 2199701 w 2209496"/>
                  <a:gd name="connsiteY12" fmla="*/ 2179604 h 4546884"/>
                  <a:gd name="connsiteX13" fmla="*/ 2032062 w 2209496"/>
                  <a:gd name="connsiteY13" fmla="*/ 2773964 h 4546884"/>
                  <a:gd name="connsiteX14" fmla="*/ 1620582 w 2209496"/>
                  <a:gd name="connsiteY14" fmla="*/ 2972084 h 4546884"/>
                  <a:gd name="connsiteX15" fmla="*/ 1391982 w 2209496"/>
                  <a:gd name="connsiteY15" fmla="*/ 3200684 h 4546884"/>
                  <a:gd name="connsiteX16" fmla="*/ 1009906 w 2209496"/>
                  <a:gd name="connsiteY16" fmla="*/ 3270857 h 4546884"/>
                  <a:gd name="connsiteX17" fmla="*/ 844806 w 2209496"/>
                  <a:gd name="connsiteY17" fmla="*/ 4546884 h 4546884"/>
                  <a:gd name="connsiteX18" fmla="*/ 607165 w 2209496"/>
                  <a:gd name="connsiteY18" fmla="*/ 4457984 h 4546884"/>
                  <a:gd name="connsiteX19" fmla="*/ 759565 w 2209496"/>
                  <a:gd name="connsiteY19" fmla="*/ 3207357 h 4546884"/>
                  <a:gd name="connsiteX0" fmla="*/ 759565 w 2209496"/>
                  <a:gd name="connsiteY0" fmla="*/ 3348198 h 4687725"/>
                  <a:gd name="connsiteX1" fmla="*/ 576642 w 2209496"/>
                  <a:gd name="connsiteY1" fmla="*/ 2952905 h 4687725"/>
                  <a:gd name="connsiteX2" fmla="*/ 96581 w 2209496"/>
                  <a:gd name="connsiteY2" fmla="*/ 2556665 h 4687725"/>
                  <a:gd name="connsiteX3" fmla="*/ 191831 w 2209496"/>
                  <a:gd name="connsiteY3" fmla="*/ 1950876 h 4687725"/>
                  <a:gd name="connsiteX4" fmla="*/ 410906 w 2209496"/>
                  <a:gd name="connsiteY4" fmla="*/ 1750850 h 4687725"/>
                  <a:gd name="connsiteX5" fmla="*/ 325181 w 2209496"/>
                  <a:gd name="connsiteY5" fmla="*/ 1131725 h 4687725"/>
                  <a:gd name="connsiteX6" fmla="*/ 96582 w 2209496"/>
                  <a:gd name="connsiteY6" fmla="*/ 915827 h 4687725"/>
                  <a:gd name="connsiteX7" fmla="*/ 172782 w 2209496"/>
                  <a:gd name="connsiteY7" fmla="*/ 484027 h 4687725"/>
                  <a:gd name="connsiteX8" fmla="*/ 1099882 w 2209496"/>
                  <a:gd name="connsiteY8" fmla="*/ 14127 h 4687725"/>
                  <a:gd name="connsiteX9" fmla="*/ 1328482 w 2209496"/>
                  <a:gd name="connsiteY9" fmla="*/ 141127 h 4687725"/>
                  <a:gd name="connsiteX10" fmla="*/ 1557082 w 2209496"/>
                  <a:gd name="connsiteY10" fmla="*/ 547526 h 4687725"/>
                  <a:gd name="connsiteX11" fmla="*/ 1772982 w 2209496"/>
                  <a:gd name="connsiteY11" fmla="*/ 1004726 h 4687725"/>
                  <a:gd name="connsiteX12" fmla="*/ 2134931 w 2209496"/>
                  <a:gd name="connsiteY12" fmla="*/ 1760375 h 4687725"/>
                  <a:gd name="connsiteX13" fmla="*/ 2199701 w 2209496"/>
                  <a:gd name="connsiteY13" fmla="*/ 2320445 h 4687725"/>
                  <a:gd name="connsiteX14" fmla="*/ 2032062 w 2209496"/>
                  <a:gd name="connsiteY14" fmla="*/ 2914805 h 4687725"/>
                  <a:gd name="connsiteX15" fmla="*/ 1620582 w 2209496"/>
                  <a:gd name="connsiteY15" fmla="*/ 3112925 h 4687725"/>
                  <a:gd name="connsiteX16" fmla="*/ 1391982 w 2209496"/>
                  <a:gd name="connsiteY16" fmla="*/ 3341525 h 4687725"/>
                  <a:gd name="connsiteX17" fmla="*/ 1009906 w 2209496"/>
                  <a:gd name="connsiteY17" fmla="*/ 3411698 h 4687725"/>
                  <a:gd name="connsiteX18" fmla="*/ 844806 w 2209496"/>
                  <a:gd name="connsiteY18" fmla="*/ 4687725 h 4687725"/>
                  <a:gd name="connsiteX19" fmla="*/ 607165 w 2209496"/>
                  <a:gd name="connsiteY19" fmla="*/ 4598825 h 4687725"/>
                  <a:gd name="connsiteX20" fmla="*/ 759565 w 2209496"/>
                  <a:gd name="connsiteY20" fmla="*/ 3348198 h 4687725"/>
                  <a:gd name="connsiteX0" fmla="*/ 759565 w 2209496"/>
                  <a:gd name="connsiteY0" fmla="*/ 3420474 h 4760001"/>
                  <a:gd name="connsiteX1" fmla="*/ 576642 w 2209496"/>
                  <a:gd name="connsiteY1" fmla="*/ 3025181 h 4760001"/>
                  <a:gd name="connsiteX2" fmla="*/ 96581 w 2209496"/>
                  <a:gd name="connsiteY2" fmla="*/ 2628941 h 4760001"/>
                  <a:gd name="connsiteX3" fmla="*/ 191831 w 2209496"/>
                  <a:gd name="connsiteY3" fmla="*/ 2023152 h 4760001"/>
                  <a:gd name="connsiteX4" fmla="*/ 410906 w 2209496"/>
                  <a:gd name="connsiteY4" fmla="*/ 1823126 h 4760001"/>
                  <a:gd name="connsiteX5" fmla="*/ 325181 w 2209496"/>
                  <a:gd name="connsiteY5" fmla="*/ 1204001 h 4760001"/>
                  <a:gd name="connsiteX6" fmla="*/ 96582 w 2209496"/>
                  <a:gd name="connsiteY6" fmla="*/ 988103 h 4760001"/>
                  <a:gd name="connsiteX7" fmla="*/ 172782 w 2209496"/>
                  <a:gd name="connsiteY7" fmla="*/ 556303 h 4760001"/>
                  <a:gd name="connsiteX8" fmla="*/ 871282 w 2209496"/>
                  <a:gd name="connsiteY8" fmla="*/ 22904 h 4760001"/>
                  <a:gd name="connsiteX9" fmla="*/ 1099882 w 2209496"/>
                  <a:gd name="connsiteY9" fmla="*/ 86403 h 4760001"/>
                  <a:gd name="connsiteX10" fmla="*/ 1328482 w 2209496"/>
                  <a:gd name="connsiteY10" fmla="*/ 213403 h 4760001"/>
                  <a:gd name="connsiteX11" fmla="*/ 1557082 w 2209496"/>
                  <a:gd name="connsiteY11" fmla="*/ 619802 h 4760001"/>
                  <a:gd name="connsiteX12" fmla="*/ 1772982 w 2209496"/>
                  <a:gd name="connsiteY12" fmla="*/ 1077002 h 4760001"/>
                  <a:gd name="connsiteX13" fmla="*/ 2134931 w 2209496"/>
                  <a:gd name="connsiteY13" fmla="*/ 1832651 h 4760001"/>
                  <a:gd name="connsiteX14" fmla="*/ 2199701 w 2209496"/>
                  <a:gd name="connsiteY14" fmla="*/ 2392721 h 4760001"/>
                  <a:gd name="connsiteX15" fmla="*/ 2032062 w 2209496"/>
                  <a:gd name="connsiteY15" fmla="*/ 2987081 h 4760001"/>
                  <a:gd name="connsiteX16" fmla="*/ 1620582 w 2209496"/>
                  <a:gd name="connsiteY16" fmla="*/ 3185201 h 4760001"/>
                  <a:gd name="connsiteX17" fmla="*/ 1391982 w 2209496"/>
                  <a:gd name="connsiteY17" fmla="*/ 3413801 h 4760001"/>
                  <a:gd name="connsiteX18" fmla="*/ 1009906 w 2209496"/>
                  <a:gd name="connsiteY18" fmla="*/ 3483974 h 4760001"/>
                  <a:gd name="connsiteX19" fmla="*/ 844806 w 2209496"/>
                  <a:gd name="connsiteY19" fmla="*/ 4760001 h 4760001"/>
                  <a:gd name="connsiteX20" fmla="*/ 607165 w 2209496"/>
                  <a:gd name="connsiteY20" fmla="*/ 4671101 h 4760001"/>
                  <a:gd name="connsiteX21" fmla="*/ 759565 w 2209496"/>
                  <a:gd name="connsiteY21" fmla="*/ 3420474 h 4760001"/>
                  <a:gd name="connsiteX0" fmla="*/ 759565 w 2209496"/>
                  <a:gd name="connsiteY0" fmla="*/ 3403098 h 4742625"/>
                  <a:gd name="connsiteX1" fmla="*/ 576642 w 2209496"/>
                  <a:gd name="connsiteY1" fmla="*/ 3007805 h 4742625"/>
                  <a:gd name="connsiteX2" fmla="*/ 96581 w 2209496"/>
                  <a:gd name="connsiteY2" fmla="*/ 2611565 h 4742625"/>
                  <a:gd name="connsiteX3" fmla="*/ 191831 w 2209496"/>
                  <a:gd name="connsiteY3" fmla="*/ 2005776 h 4742625"/>
                  <a:gd name="connsiteX4" fmla="*/ 410906 w 2209496"/>
                  <a:gd name="connsiteY4" fmla="*/ 1805750 h 4742625"/>
                  <a:gd name="connsiteX5" fmla="*/ 325181 w 2209496"/>
                  <a:gd name="connsiteY5" fmla="*/ 1186625 h 4742625"/>
                  <a:gd name="connsiteX6" fmla="*/ 96582 w 2209496"/>
                  <a:gd name="connsiteY6" fmla="*/ 970727 h 4742625"/>
                  <a:gd name="connsiteX7" fmla="*/ 172782 w 2209496"/>
                  <a:gd name="connsiteY7" fmla="*/ 538927 h 4742625"/>
                  <a:gd name="connsiteX8" fmla="*/ 426782 w 2209496"/>
                  <a:gd name="connsiteY8" fmla="*/ 69028 h 4742625"/>
                  <a:gd name="connsiteX9" fmla="*/ 871282 w 2209496"/>
                  <a:gd name="connsiteY9" fmla="*/ 5528 h 4742625"/>
                  <a:gd name="connsiteX10" fmla="*/ 1099882 w 2209496"/>
                  <a:gd name="connsiteY10" fmla="*/ 69027 h 4742625"/>
                  <a:gd name="connsiteX11" fmla="*/ 1328482 w 2209496"/>
                  <a:gd name="connsiteY11" fmla="*/ 196027 h 4742625"/>
                  <a:gd name="connsiteX12" fmla="*/ 1557082 w 2209496"/>
                  <a:gd name="connsiteY12" fmla="*/ 602426 h 4742625"/>
                  <a:gd name="connsiteX13" fmla="*/ 1772982 w 2209496"/>
                  <a:gd name="connsiteY13" fmla="*/ 1059626 h 4742625"/>
                  <a:gd name="connsiteX14" fmla="*/ 2134931 w 2209496"/>
                  <a:gd name="connsiteY14" fmla="*/ 1815275 h 4742625"/>
                  <a:gd name="connsiteX15" fmla="*/ 2199701 w 2209496"/>
                  <a:gd name="connsiteY15" fmla="*/ 2375345 h 4742625"/>
                  <a:gd name="connsiteX16" fmla="*/ 2032062 w 2209496"/>
                  <a:gd name="connsiteY16" fmla="*/ 2969705 h 4742625"/>
                  <a:gd name="connsiteX17" fmla="*/ 1620582 w 2209496"/>
                  <a:gd name="connsiteY17" fmla="*/ 3167825 h 4742625"/>
                  <a:gd name="connsiteX18" fmla="*/ 1391982 w 2209496"/>
                  <a:gd name="connsiteY18" fmla="*/ 3396425 h 4742625"/>
                  <a:gd name="connsiteX19" fmla="*/ 1009906 w 2209496"/>
                  <a:gd name="connsiteY19" fmla="*/ 3466598 h 4742625"/>
                  <a:gd name="connsiteX20" fmla="*/ 844806 w 2209496"/>
                  <a:gd name="connsiteY20" fmla="*/ 4742625 h 4742625"/>
                  <a:gd name="connsiteX21" fmla="*/ 607165 w 2209496"/>
                  <a:gd name="connsiteY21" fmla="*/ 4653725 h 4742625"/>
                  <a:gd name="connsiteX22" fmla="*/ 759565 w 2209496"/>
                  <a:gd name="connsiteY22" fmla="*/ 3403098 h 4742625"/>
                  <a:gd name="connsiteX0" fmla="*/ 759565 w 2209496"/>
                  <a:gd name="connsiteY0" fmla="*/ 3403098 h 4742625"/>
                  <a:gd name="connsiteX1" fmla="*/ 576642 w 2209496"/>
                  <a:gd name="connsiteY1" fmla="*/ 3007805 h 4742625"/>
                  <a:gd name="connsiteX2" fmla="*/ 96581 w 2209496"/>
                  <a:gd name="connsiteY2" fmla="*/ 2611565 h 4742625"/>
                  <a:gd name="connsiteX3" fmla="*/ 191831 w 2209496"/>
                  <a:gd name="connsiteY3" fmla="*/ 2005776 h 4742625"/>
                  <a:gd name="connsiteX4" fmla="*/ 410906 w 2209496"/>
                  <a:gd name="connsiteY4" fmla="*/ 1805750 h 4742625"/>
                  <a:gd name="connsiteX5" fmla="*/ 325181 w 2209496"/>
                  <a:gd name="connsiteY5" fmla="*/ 1186625 h 4742625"/>
                  <a:gd name="connsiteX6" fmla="*/ 96582 w 2209496"/>
                  <a:gd name="connsiteY6" fmla="*/ 970727 h 4742625"/>
                  <a:gd name="connsiteX7" fmla="*/ 172782 w 2209496"/>
                  <a:gd name="connsiteY7" fmla="*/ 538927 h 4742625"/>
                  <a:gd name="connsiteX8" fmla="*/ 426782 w 2209496"/>
                  <a:gd name="connsiteY8" fmla="*/ 69028 h 4742625"/>
                  <a:gd name="connsiteX9" fmla="*/ 871282 w 2209496"/>
                  <a:gd name="connsiteY9" fmla="*/ 5528 h 4742625"/>
                  <a:gd name="connsiteX10" fmla="*/ 1099882 w 2209496"/>
                  <a:gd name="connsiteY10" fmla="*/ 69027 h 4742625"/>
                  <a:gd name="connsiteX11" fmla="*/ 1328482 w 2209496"/>
                  <a:gd name="connsiteY11" fmla="*/ 196027 h 4742625"/>
                  <a:gd name="connsiteX12" fmla="*/ 1557082 w 2209496"/>
                  <a:gd name="connsiteY12" fmla="*/ 602426 h 4742625"/>
                  <a:gd name="connsiteX13" fmla="*/ 1772982 w 2209496"/>
                  <a:gd name="connsiteY13" fmla="*/ 1059626 h 4742625"/>
                  <a:gd name="connsiteX14" fmla="*/ 2134931 w 2209496"/>
                  <a:gd name="connsiteY14" fmla="*/ 1815275 h 4742625"/>
                  <a:gd name="connsiteX15" fmla="*/ 2199701 w 2209496"/>
                  <a:gd name="connsiteY15" fmla="*/ 2375345 h 4742625"/>
                  <a:gd name="connsiteX16" fmla="*/ 2032062 w 2209496"/>
                  <a:gd name="connsiteY16" fmla="*/ 2969705 h 4742625"/>
                  <a:gd name="connsiteX17" fmla="*/ 1620582 w 2209496"/>
                  <a:gd name="connsiteY17" fmla="*/ 3167825 h 4742625"/>
                  <a:gd name="connsiteX18" fmla="*/ 1391982 w 2209496"/>
                  <a:gd name="connsiteY18" fmla="*/ 3396425 h 4742625"/>
                  <a:gd name="connsiteX19" fmla="*/ 1009906 w 2209496"/>
                  <a:gd name="connsiteY19" fmla="*/ 3466598 h 4742625"/>
                  <a:gd name="connsiteX20" fmla="*/ 844806 w 2209496"/>
                  <a:gd name="connsiteY20" fmla="*/ 4742625 h 4742625"/>
                  <a:gd name="connsiteX21" fmla="*/ 607165 w 2209496"/>
                  <a:gd name="connsiteY21" fmla="*/ 4653725 h 4742625"/>
                  <a:gd name="connsiteX22" fmla="*/ 759565 w 2209496"/>
                  <a:gd name="connsiteY22" fmla="*/ 3403098 h 4742625"/>
                  <a:gd name="connsiteX0" fmla="*/ 759565 w 2226999"/>
                  <a:gd name="connsiteY0" fmla="*/ 3403098 h 4742625"/>
                  <a:gd name="connsiteX1" fmla="*/ 576642 w 2226999"/>
                  <a:gd name="connsiteY1" fmla="*/ 3007805 h 4742625"/>
                  <a:gd name="connsiteX2" fmla="*/ 96581 w 2226999"/>
                  <a:gd name="connsiteY2" fmla="*/ 2611565 h 4742625"/>
                  <a:gd name="connsiteX3" fmla="*/ 191831 w 2226999"/>
                  <a:gd name="connsiteY3" fmla="*/ 2005776 h 4742625"/>
                  <a:gd name="connsiteX4" fmla="*/ 410906 w 2226999"/>
                  <a:gd name="connsiteY4" fmla="*/ 1805750 h 4742625"/>
                  <a:gd name="connsiteX5" fmla="*/ 325181 w 2226999"/>
                  <a:gd name="connsiteY5" fmla="*/ 1186625 h 4742625"/>
                  <a:gd name="connsiteX6" fmla="*/ 96582 w 2226999"/>
                  <a:gd name="connsiteY6" fmla="*/ 970727 h 4742625"/>
                  <a:gd name="connsiteX7" fmla="*/ 172782 w 2226999"/>
                  <a:gd name="connsiteY7" fmla="*/ 538927 h 4742625"/>
                  <a:gd name="connsiteX8" fmla="*/ 426782 w 2226999"/>
                  <a:gd name="connsiteY8" fmla="*/ 69028 h 4742625"/>
                  <a:gd name="connsiteX9" fmla="*/ 871282 w 2226999"/>
                  <a:gd name="connsiteY9" fmla="*/ 5528 h 4742625"/>
                  <a:gd name="connsiteX10" fmla="*/ 1099882 w 2226999"/>
                  <a:gd name="connsiteY10" fmla="*/ 69027 h 4742625"/>
                  <a:gd name="connsiteX11" fmla="*/ 1328482 w 2226999"/>
                  <a:gd name="connsiteY11" fmla="*/ 196027 h 4742625"/>
                  <a:gd name="connsiteX12" fmla="*/ 1557082 w 2226999"/>
                  <a:gd name="connsiteY12" fmla="*/ 602426 h 4742625"/>
                  <a:gd name="connsiteX13" fmla="*/ 1772982 w 2226999"/>
                  <a:gd name="connsiteY13" fmla="*/ 1059626 h 4742625"/>
                  <a:gd name="connsiteX14" fmla="*/ 2134931 w 2226999"/>
                  <a:gd name="connsiteY14" fmla="*/ 1815275 h 4742625"/>
                  <a:gd name="connsiteX15" fmla="*/ 2199701 w 2226999"/>
                  <a:gd name="connsiteY15" fmla="*/ 2375345 h 4742625"/>
                  <a:gd name="connsiteX16" fmla="*/ 2032062 w 2226999"/>
                  <a:gd name="connsiteY16" fmla="*/ 2969705 h 4742625"/>
                  <a:gd name="connsiteX17" fmla="*/ 1620582 w 2226999"/>
                  <a:gd name="connsiteY17" fmla="*/ 3167825 h 4742625"/>
                  <a:gd name="connsiteX18" fmla="*/ 1391982 w 2226999"/>
                  <a:gd name="connsiteY18" fmla="*/ 3396425 h 4742625"/>
                  <a:gd name="connsiteX19" fmla="*/ 1009906 w 2226999"/>
                  <a:gd name="connsiteY19" fmla="*/ 3466598 h 4742625"/>
                  <a:gd name="connsiteX20" fmla="*/ 844806 w 2226999"/>
                  <a:gd name="connsiteY20" fmla="*/ 4742625 h 4742625"/>
                  <a:gd name="connsiteX21" fmla="*/ 607165 w 2226999"/>
                  <a:gd name="connsiteY21" fmla="*/ 4653725 h 4742625"/>
                  <a:gd name="connsiteX22" fmla="*/ 759565 w 2226999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80429"/>
                  <a:gd name="connsiteY0" fmla="*/ 3403098 h 4742625"/>
                  <a:gd name="connsiteX1" fmla="*/ 576642 w 2280429"/>
                  <a:gd name="connsiteY1" fmla="*/ 3007805 h 4742625"/>
                  <a:gd name="connsiteX2" fmla="*/ 96581 w 2280429"/>
                  <a:gd name="connsiteY2" fmla="*/ 2611565 h 4742625"/>
                  <a:gd name="connsiteX3" fmla="*/ 191831 w 2280429"/>
                  <a:gd name="connsiteY3" fmla="*/ 2005776 h 4742625"/>
                  <a:gd name="connsiteX4" fmla="*/ 410906 w 2280429"/>
                  <a:gd name="connsiteY4" fmla="*/ 1805750 h 4742625"/>
                  <a:gd name="connsiteX5" fmla="*/ 325181 w 2280429"/>
                  <a:gd name="connsiteY5" fmla="*/ 1186625 h 4742625"/>
                  <a:gd name="connsiteX6" fmla="*/ 96582 w 2280429"/>
                  <a:gd name="connsiteY6" fmla="*/ 970727 h 4742625"/>
                  <a:gd name="connsiteX7" fmla="*/ 172782 w 2280429"/>
                  <a:gd name="connsiteY7" fmla="*/ 538927 h 4742625"/>
                  <a:gd name="connsiteX8" fmla="*/ 426782 w 2280429"/>
                  <a:gd name="connsiteY8" fmla="*/ 69028 h 4742625"/>
                  <a:gd name="connsiteX9" fmla="*/ 871282 w 2280429"/>
                  <a:gd name="connsiteY9" fmla="*/ 5528 h 4742625"/>
                  <a:gd name="connsiteX10" fmla="*/ 1099882 w 2280429"/>
                  <a:gd name="connsiteY10" fmla="*/ 69027 h 4742625"/>
                  <a:gd name="connsiteX11" fmla="*/ 1328482 w 2280429"/>
                  <a:gd name="connsiteY11" fmla="*/ 196027 h 4742625"/>
                  <a:gd name="connsiteX12" fmla="*/ 2240817 w 2280429"/>
                  <a:gd name="connsiteY12" fmla="*/ 52868 h 4742625"/>
                  <a:gd name="connsiteX13" fmla="*/ 1772982 w 2280429"/>
                  <a:gd name="connsiteY13" fmla="*/ 1059626 h 4742625"/>
                  <a:gd name="connsiteX14" fmla="*/ 2134931 w 2280429"/>
                  <a:gd name="connsiteY14" fmla="*/ 1815275 h 4742625"/>
                  <a:gd name="connsiteX15" fmla="*/ 2199701 w 2280429"/>
                  <a:gd name="connsiteY15" fmla="*/ 2375345 h 4742625"/>
                  <a:gd name="connsiteX16" fmla="*/ 2032062 w 2280429"/>
                  <a:gd name="connsiteY16" fmla="*/ 2969705 h 4742625"/>
                  <a:gd name="connsiteX17" fmla="*/ 1620582 w 2280429"/>
                  <a:gd name="connsiteY17" fmla="*/ 3167825 h 4742625"/>
                  <a:gd name="connsiteX18" fmla="*/ 1391982 w 2280429"/>
                  <a:gd name="connsiteY18" fmla="*/ 3396425 h 4742625"/>
                  <a:gd name="connsiteX19" fmla="*/ 1009906 w 2280429"/>
                  <a:gd name="connsiteY19" fmla="*/ 3466598 h 4742625"/>
                  <a:gd name="connsiteX20" fmla="*/ 844806 w 2280429"/>
                  <a:gd name="connsiteY20" fmla="*/ 4742625 h 4742625"/>
                  <a:gd name="connsiteX21" fmla="*/ 607165 w 2280429"/>
                  <a:gd name="connsiteY21" fmla="*/ 4653725 h 4742625"/>
                  <a:gd name="connsiteX22" fmla="*/ 759565 w 2280429"/>
                  <a:gd name="connsiteY22" fmla="*/ 3403098 h 4742625"/>
                  <a:gd name="connsiteX0" fmla="*/ 759565 w 2280429"/>
                  <a:gd name="connsiteY0" fmla="*/ 3416105 h 4755632"/>
                  <a:gd name="connsiteX1" fmla="*/ 576642 w 2280429"/>
                  <a:gd name="connsiteY1" fmla="*/ 3020812 h 4755632"/>
                  <a:gd name="connsiteX2" fmla="*/ 96581 w 2280429"/>
                  <a:gd name="connsiteY2" fmla="*/ 2624572 h 4755632"/>
                  <a:gd name="connsiteX3" fmla="*/ 191831 w 2280429"/>
                  <a:gd name="connsiteY3" fmla="*/ 2018783 h 4755632"/>
                  <a:gd name="connsiteX4" fmla="*/ 410906 w 2280429"/>
                  <a:gd name="connsiteY4" fmla="*/ 1818757 h 4755632"/>
                  <a:gd name="connsiteX5" fmla="*/ 325181 w 2280429"/>
                  <a:gd name="connsiteY5" fmla="*/ 1199632 h 4755632"/>
                  <a:gd name="connsiteX6" fmla="*/ 96582 w 2280429"/>
                  <a:gd name="connsiteY6" fmla="*/ 983734 h 4755632"/>
                  <a:gd name="connsiteX7" fmla="*/ 172782 w 2280429"/>
                  <a:gd name="connsiteY7" fmla="*/ 551934 h 4755632"/>
                  <a:gd name="connsiteX8" fmla="*/ 426782 w 2280429"/>
                  <a:gd name="connsiteY8" fmla="*/ 82035 h 4755632"/>
                  <a:gd name="connsiteX9" fmla="*/ 871282 w 2280429"/>
                  <a:gd name="connsiteY9" fmla="*/ 18535 h 4755632"/>
                  <a:gd name="connsiteX10" fmla="*/ 1099882 w 2280429"/>
                  <a:gd name="connsiteY10" fmla="*/ 82034 h 4755632"/>
                  <a:gd name="connsiteX11" fmla="*/ 1800538 w 2280429"/>
                  <a:gd name="connsiteY11" fmla="*/ 13907 h 4755632"/>
                  <a:gd name="connsiteX12" fmla="*/ 2240817 w 2280429"/>
                  <a:gd name="connsiteY12" fmla="*/ 65875 h 4755632"/>
                  <a:gd name="connsiteX13" fmla="*/ 1772982 w 2280429"/>
                  <a:gd name="connsiteY13" fmla="*/ 1072633 h 4755632"/>
                  <a:gd name="connsiteX14" fmla="*/ 2134931 w 2280429"/>
                  <a:gd name="connsiteY14" fmla="*/ 1828282 h 4755632"/>
                  <a:gd name="connsiteX15" fmla="*/ 2199701 w 2280429"/>
                  <a:gd name="connsiteY15" fmla="*/ 2388352 h 4755632"/>
                  <a:gd name="connsiteX16" fmla="*/ 2032062 w 2280429"/>
                  <a:gd name="connsiteY16" fmla="*/ 2982712 h 4755632"/>
                  <a:gd name="connsiteX17" fmla="*/ 1620582 w 2280429"/>
                  <a:gd name="connsiteY17" fmla="*/ 3180832 h 4755632"/>
                  <a:gd name="connsiteX18" fmla="*/ 1391982 w 2280429"/>
                  <a:gd name="connsiteY18" fmla="*/ 3409432 h 4755632"/>
                  <a:gd name="connsiteX19" fmla="*/ 1009906 w 2280429"/>
                  <a:gd name="connsiteY19" fmla="*/ 3479605 h 4755632"/>
                  <a:gd name="connsiteX20" fmla="*/ 844806 w 2280429"/>
                  <a:gd name="connsiteY20" fmla="*/ 4755632 h 4755632"/>
                  <a:gd name="connsiteX21" fmla="*/ 607165 w 2280429"/>
                  <a:gd name="connsiteY21" fmla="*/ 4666732 h 4755632"/>
                  <a:gd name="connsiteX22" fmla="*/ 759565 w 2280429"/>
                  <a:gd name="connsiteY22" fmla="*/ 3416105 h 4755632"/>
                  <a:gd name="connsiteX0" fmla="*/ 759565 w 2280429"/>
                  <a:gd name="connsiteY0" fmla="*/ 3422249 h 4761776"/>
                  <a:gd name="connsiteX1" fmla="*/ 576642 w 2280429"/>
                  <a:gd name="connsiteY1" fmla="*/ 3026956 h 4761776"/>
                  <a:gd name="connsiteX2" fmla="*/ 96581 w 2280429"/>
                  <a:gd name="connsiteY2" fmla="*/ 2630716 h 4761776"/>
                  <a:gd name="connsiteX3" fmla="*/ 191831 w 2280429"/>
                  <a:gd name="connsiteY3" fmla="*/ 2024927 h 4761776"/>
                  <a:gd name="connsiteX4" fmla="*/ 410906 w 2280429"/>
                  <a:gd name="connsiteY4" fmla="*/ 1824901 h 4761776"/>
                  <a:gd name="connsiteX5" fmla="*/ 325181 w 2280429"/>
                  <a:gd name="connsiteY5" fmla="*/ 1205776 h 4761776"/>
                  <a:gd name="connsiteX6" fmla="*/ 96582 w 2280429"/>
                  <a:gd name="connsiteY6" fmla="*/ 989878 h 4761776"/>
                  <a:gd name="connsiteX7" fmla="*/ 172782 w 2280429"/>
                  <a:gd name="connsiteY7" fmla="*/ 558078 h 4761776"/>
                  <a:gd name="connsiteX8" fmla="*/ 426782 w 2280429"/>
                  <a:gd name="connsiteY8" fmla="*/ 88179 h 4761776"/>
                  <a:gd name="connsiteX9" fmla="*/ 871282 w 2280429"/>
                  <a:gd name="connsiteY9" fmla="*/ 24679 h 4761776"/>
                  <a:gd name="connsiteX10" fmla="*/ 1437284 w 2280429"/>
                  <a:gd name="connsiteY10" fmla="*/ 41320 h 4761776"/>
                  <a:gd name="connsiteX11" fmla="*/ 1800538 w 2280429"/>
                  <a:gd name="connsiteY11" fmla="*/ 20051 h 4761776"/>
                  <a:gd name="connsiteX12" fmla="*/ 2240817 w 2280429"/>
                  <a:gd name="connsiteY12" fmla="*/ 72019 h 4761776"/>
                  <a:gd name="connsiteX13" fmla="*/ 1772982 w 2280429"/>
                  <a:gd name="connsiteY13" fmla="*/ 1078777 h 4761776"/>
                  <a:gd name="connsiteX14" fmla="*/ 2134931 w 2280429"/>
                  <a:gd name="connsiteY14" fmla="*/ 1834426 h 4761776"/>
                  <a:gd name="connsiteX15" fmla="*/ 2199701 w 2280429"/>
                  <a:gd name="connsiteY15" fmla="*/ 2394496 h 4761776"/>
                  <a:gd name="connsiteX16" fmla="*/ 2032062 w 2280429"/>
                  <a:gd name="connsiteY16" fmla="*/ 2988856 h 4761776"/>
                  <a:gd name="connsiteX17" fmla="*/ 1620582 w 2280429"/>
                  <a:gd name="connsiteY17" fmla="*/ 3186976 h 4761776"/>
                  <a:gd name="connsiteX18" fmla="*/ 1391982 w 2280429"/>
                  <a:gd name="connsiteY18" fmla="*/ 3415576 h 4761776"/>
                  <a:gd name="connsiteX19" fmla="*/ 1009906 w 2280429"/>
                  <a:gd name="connsiteY19" fmla="*/ 3485749 h 4761776"/>
                  <a:gd name="connsiteX20" fmla="*/ 844806 w 2280429"/>
                  <a:gd name="connsiteY20" fmla="*/ 4761776 h 4761776"/>
                  <a:gd name="connsiteX21" fmla="*/ 607165 w 2280429"/>
                  <a:gd name="connsiteY21" fmla="*/ 4672876 h 4761776"/>
                  <a:gd name="connsiteX22" fmla="*/ 759565 w 2280429"/>
                  <a:gd name="connsiteY22" fmla="*/ 3422249 h 4761776"/>
                  <a:gd name="connsiteX0" fmla="*/ 759565 w 2280429"/>
                  <a:gd name="connsiteY0" fmla="*/ 3422249 h 4761776"/>
                  <a:gd name="connsiteX1" fmla="*/ 576642 w 2280429"/>
                  <a:gd name="connsiteY1" fmla="*/ 3026956 h 4761776"/>
                  <a:gd name="connsiteX2" fmla="*/ 96581 w 2280429"/>
                  <a:gd name="connsiteY2" fmla="*/ 2630716 h 4761776"/>
                  <a:gd name="connsiteX3" fmla="*/ 191831 w 2280429"/>
                  <a:gd name="connsiteY3" fmla="*/ 2024927 h 4761776"/>
                  <a:gd name="connsiteX4" fmla="*/ 410906 w 2280429"/>
                  <a:gd name="connsiteY4" fmla="*/ 1824901 h 4761776"/>
                  <a:gd name="connsiteX5" fmla="*/ 325181 w 2280429"/>
                  <a:gd name="connsiteY5" fmla="*/ 1205776 h 4761776"/>
                  <a:gd name="connsiteX6" fmla="*/ 96582 w 2280429"/>
                  <a:gd name="connsiteY6" fmla="*/ 989878 h 4761776"/>
                  <a:gd name="connsiteX7" fmla="*/ 172782 w 2280429"/>
                  <a:gd name="connsiteY7" fmla="*/ 558078 h 4761776"/>
                  <a:gd name="connsiteX8" fmla="*/ 426782 w 2280429"/>
                  <a:gd name="connsiteY8" fmla="*/ 88179 h 4761776"/>
                  <a:gd name="connsiteX9" fmla="*/ 1129614 w 2280429"/>
                  <a:gd name="connsiteY9" fmla="*/ 228408 h 4761776"/>
                  <a:gd name="connsiteX10" fmla="*/ 1437284 w 2280429"/>
                  <a:gd name="connsiteY10" fmla="*/ 41320 h 4761776"/>
                  <a:gd name="connsiteX11" fmla="*/ 1800538 w 2280429"/>
                  <a:gd name="connsiteY11" fmla="*/ 20051 h 4761776"/>
                  <a:gd name="connsiteX12" fmla="*/ 2240817 w 2280429"/>
                  <a:gd name="connsiteY12" fmla="*/ 72019 h 4761776"/>
                  <a:gd name="connsiteX13" fmla="*/ 1772982 w 2280429"/>
                  <a:gd name="connsiteY13" fmla="*/ 1078777 h 4761776"/>
                  <a:gd name="connsiteX14" fmla="*/ 2134931 w 2280429"/>
                  <a:gd name="connsiteY14" fmla="*/ 1834426 h 4761776"/>
                  <a:gd name="connsiteX15" fmla="*/ 2199701 w 2280429"/>
                  <a:gd name="connsiteY15" fmla="*/ 2394496 h 4761776"/>
                  <a:gd name="connsiteX16" fmla="*/ 2032062 w 2280429"/>
                  <a:gd name="connsiteY16" fmla="*/ 2988856 h 4761776"/>
                  <a:gd name="connsiteX17" fmla="*/ 1620582 w 2280429"/>
                  <a:gd name="connsiteY17" fmla="*/ 3186976 h 4761776"/>
                  <a:gd name="connsiteX18" fmla="*/ 1391982 w 2280429"/>
                  <a:gd name="connsiteY18" fmla="*/ 3415576 h 4761776"/>
                  <a:gd name="connsiteX19" fmla="*/ 1009906 w 2280429"/>
                  <a:gd name="connsiteY19" fmla="*/ 3485749 h 4761776"/>
                  <a:gd name="connsiteX20" fmla="*/ 844806 w 2280429"/>
                  <a:gd name="connsiteY20" fmla="*/ 4761776 h 4761776"/>
                  <a:gd name="connsiteX21" fmla="*/ 607165 w 2280429"/>
                  <a:gd name="connsiteY21" fmla="*/ 4672876 h 4761776"/>
                  <a:gd name="connsiteX22" fmla="*/ 759565 w 2280429"/>
                  <a:gd name="connsiteY22" fmla="*/ 3422249 h 4761776"/>
                  <a:gd name="connsiteX0" fmla="*/ 759565 w 2280429"/>
                  <a:gd name="connsiteY0" fmla="*/ 3422249 h 4761776"/>
                  <a:gd name="connsiteX1" fmla="*/ 576642 w 2280429"/>
                  <a:gd name="connsiteY1" fmla="*/ 3026956 h 4761776"/>
                  <a:gd name="connsiteX2" fmla="*/ 96581 w 2280429"/>
                  <a:gd name="connsiteY2" fmla="*/ 2630716 h 4761776"/>
                  <a:gd name="connsiteX3" fmla="*/ 191831 w 2280429"/>
                  <a:gd name="connsiteY3" fmla="*/ 2024927 h 4761776"/>
                  <a:gd name="connsiteX4" fmla="*/ 410906 w 2280429"/>
                  <a:gd name="connsiteY4" fmla="*/ 1824901 h 4761776"/>
                  <a:gd name="connsiteX5" fmla="*/ 325181 w 2280429"/>
                  <a:gd name="connsiteY5" fmla="*/ 1205776 h 4761776"/>
                  <a:gd name="connsiteX6" fmla="*/ 96582 w 2280429"/>
                  <a:gd name="connsiteY6" fmla="*/ 989878 h 4761776"/>
                  <a:gd name="connsiteX7" fmla="*/ 172782 w 2280429"/>
                  <a:gd name="connsiteY7" fmla="*/ 558078 h 4761776"/>
                  <a:gd name="connsiteX8" fmla="*/ 837312 w 2280429"/>
                  <a:gd name="connsiteY8" fmla="*/ 495928 h 4761776"/>
                  <a:gd name="connsiteX9" fmla="*/ 1129614 w 2280429"/>
                  <a:gd name="connsiteY9" fmla="*/ 228408 h 4761776"/>
                  <a:gd name="connsiteX10" fmla="*/ 1437284 w 2280429"/>
                  <a:gd name="connsiteY10" fmla="*/ 41320 h 4761776"/>
                  <a:gd name="connsiteX11" fmla="*/ 1800538 w 2280429"/>
                  <a:gd name="connsiteY11" fmla="*/ 20051 h 4761776"/>
                  <a:gd name="connsiteX12" fmla="*/ 2240817 w 2280429"/>
                  <a:gd name="connsiteY12" fmla="*/ 72019 h 4761776"/>
                  <a:gd name="connsiteX13" fmla="*/ 1772982 w 2280429"/>
                  <a:gd name="connsiteY13" fmla="*/ 1078777 h 4761776"/>
                  <a:gd name="connsiteX14" fmla="*/ 2134931 w 2280429"/>
                  <a:gd name="connsiteY14" fmla="*/ 1834426 h 4761776"/>
                  <a:gd name="connsiteX15" fmla="*/ 2199701 w 2280429"/>
                  <a:gd name="connsiteY15" fmla="*/ 2394496 h 4761776"/>
                  <a:gd name="connsiteX16" fmla="*/ 2032062 w 2280429"/>
                  <a:gd name="connsiteY16" fmla="*/ 2988856 h 4761776"/>
                  <a:gd name="connsiteX17" fmla="*/ 1620582 w 2280429"/>
                  <a:gd name="connsiteY17" fmla="*/ 3186976 h 4761776"/>
                  <a:gd name="connsiteX18" fmla="*/ 1391982 w 2280429"/>
                  <a:gd name="connsiteY18" fmla="*/ 3415576 h 4761776"/>
                  <a:gd name="connsiteX19" fmla="*/ 1009906 w 2280429"/>
                  <a:gd name="connsiteY19" fmla="*/ 3485749 h 4761776"/>
                  <a:gd name="connsiteX20" fmla="*/ 844806 w 2280429"/>
                  <a:gd name="connsiteY20" fmla="*/ 4761776 h 4761776"/>
                  <a:gd name="connsiteX21" fmla="*/ 607165 w 2280429"/>
                  <a:gd name="connsiteY21" fmla="*/ 4672876 h 4761776"/>
                  <a:gd name="connsiteX22" fmla="*/ 759565 w 2280429"/>
                  <a:gd name="connsiteY22" fmla="*/ 3422249 h 4761776"/>
                  <a:gd name="connsiteX0" fmla="*/ 759565 w 2280429"/>
                  <a:gd name="connsiteY0" fmla="*/ 3422249 h 4761776"/>
                  <a:gd name="connsiteX1" fmla="*/ 576642 w 2280429"/>
                  <a:gd name="connsiteY1" fmla="*/ 3026956 h 4761776"/>
                  <a:gd name="connsiteX2" fmla="*/ 96581 w 2280429"/>
                  <a:gd name="connsiteY2" fmla="*/ 2630716 h 4761776"/>
                  <a:gd name="connsiteX3" fmla="*/ 191831 w 2280429"/>
                  <a:gd name="connsiteY3" fmla="*/ 2024927 h 4761776"/>
                  <a:gd name="connsiteX4" fmla="*/ 410906 w 2280429"/>
                  <a:gd name="connsiteY4" fmla="*/ 1824901 h 4761776"/>
                  <a:gd name="connsiteX5" fmla="*/ 325181 w 2280429"/>
                  <a:gd name="connsiteY5" fmla="*/ 1205776 h 4761776"/>
                  <a:gd name="connsiteX6" fmla="*/ 96582 w 2280429"/>
                  <a:gd name="connsiteY6" fmla="*/ 989878 h 4761776"/>
                  <a:gd name="connsiteX7" fmla="*/ 588388 w 2280429"/>
                  <a:gd name="connsiteY7" fmla="*/ 1012758 h 4761776"/>
                  <a:gd name="connsiteX8" fmla="*/ 837312 w 2280429"/>
                  <a:gd name="connsiteY8" fmla="*/ 495928 h 4761776"/>
                  <a:gd name="connsiteX9" fmla="*/ 1129614 w 2280429"/>
                  <a:gd name="connsiteY9" fmla="*/ 228408 h 4761776"/>
                  <a:gd name="connsiteX10" fmla="*/ 1437284 w 2280429"/>
                  <a:gd name="connsiteY10" fmla="*/ 41320 h 4761776"/>
                  <a:gd name="connsiteX11" fmla="*/ 1800538 w 2280429"/>
                  <a:gd name="connsiteY11" fmla="*/ 20051 h 4761776"/>
                  <a:gd name="connsiteX12" fmla="*/ 2240817 w 2280429"/>
                  <a:gd name="connsiteY12" fmla="*/ 72019 h 4761776"/>
                  <a:gd name="connsiteX13" fmla="*/ 1772982 w 2280429"/>
                  <a:gd name="connsiteY13" fmla="*/ 1078777 h 4761776"/>
                  <a:gd name="connsiteX14" fmla="*/ 2134931 w 2280429"/>
                  <a:gd name="connsiteY14" fmla="*/ 1834426 h 4761776"/>
                  <a:gd name="connsiteX15" fmla="*/ 2199701 w 2280429"/>
                  <a:gd name="connsiteY15" fmla="*/ 2394496 h 4761776"/>
                  <a:gd name="connsiteX16" fmla="*/ 2032062 w 2280429"/>
                  <a:gd name="connsiteY16" fmla="*/ 2988856 h 4761776"/>
                  <a:gd name="connsiteX17" fmla="*/ 1620582 w 2280429"/>
                  <a:gd name="connsiteY17" fmla="*/ 3186976 h 4761776"/>
                  <a:gd name="connsiteX18" fmla="*/ 1391982 w 2280429"/>
                  <a:gd name="connsiteY18" fmla="*/ 3415576 h 4761776"/>
                  <a:gd name="connsiteX19" fmla="*/ 1009906 w 2280429"/>
                  <a:gd name="connsiteY19" fmla="*/ 3485749 h 4761776"/>
                  <a:gd name="connsiteX20" fmla="*/ 844806 w 2280429"/>
                  <a:gd name="connsiteY20" fmla="*/ 4761776 h 4761776"/>
                  <a:gd name="connsiteX21" fmla="*/ 607165 w 2280429"/>
                  <a:gd name="connsiteY21" fmla="*/ 4672876 h 4761776"/>
                  <a:gd name="connsiteX22" fmla="*/ 759565 w 2280429"/>
                  <a:gd name="connsiteY22" fmla="*/ 3422249 h 4761776"/>
                  <a:gd name="connsiteX0" fmla="*/ 759565 w 2280429"/>
                  <a:gd name="connsiteY0" fmla="*/ 3422249 h 4761776"/>
                  <a:gd name="connsiteX1" fmla="*/ 576642 w 2280429"/>
                  <a:gd name="connsiteY1" fmla="*/ 3026956 h 4761776"/>
                  <a:gd name="connsiteX2" fmla="*/ 96581 w 2280429"/>
                  <a:gd name="connsiteY2" fmla="*/ 2630716 h 4761776"/>
                  <a:gd name="connsiteX3" fmla="*/ 191831 w 2280429"/>
                  <a:gd name="connsiteY3" fmla="*/ 2024927 h 4761776"/>
                  <a:gd name="connsiteX4" fmla="*/ 410906 w 2280429"/>
                  <a:gd name="connsiteY4" fmla="*/ 1824901 h 4761776"/>
                  <a:gd name="connsiteX5" fmla="*/ 325181 w 2280429"/>
                  <a:gd name="connsiteY5" fmla="*/ 1205776 h 4761776"/>
                  <a:gd name="connsiteX6" fmla="*/ 96582 w 2280429"/>
                  <a:gd name="connsiteY6" fmla="*/ 989878 h 4761776"/>
                  <a:gd name="connsiteX7" fmla="*/ 588388 w 2280429"/>
                  <a:gd name="connsiteY7" fmla="*/ 1012758 h 4761776"/>
                  <a:gd name="connsiteX8" fmla="*/ 837312 w 2280429"/>
                  <a:gd name="connsiteY8" fmla="*/ 495928 h 4761776"/>
                  <a:gd name="connsiteX9" fmla="*/ 1129614 w 2280429"/>
                  <a:gd name="connsiteY9" fmla="*/ 228408 h 4761776"/>
                  <a:gd name="connsiteX10" fmla="*/ 1437284 w 2280429"/>
                  <a:gd name="connsiteY10" fmla="*/ 41320 h 4761776"/>
                  <a:gd name="connsiteX11" fmla="*/ 1800538 w 2280429"/>
                  <a:gd name="connsiteY11" fmla="*/ 20051 h 4761776"/>
                  <a:gd name="connsiteX12" fmla="*/ 2240817 w 2280429"/>
                  <a:gd name="connsiteY12" fmla="*/ 72019 h 4761776"/>
                  <a:gd name="connsiteX13" fmla="*/ 1772982 w 2280429"/>
                  <a:gd name="connsiteY13" fmla="*/ 1078777 h 4761776"/>
                  <a:gd name="connsiteX14" fmla="*/ 2134931 w 2280429"/>
                  <a:gd name="connsiteY14" fmla="*/ 1834426 h 4761776"/>
                  <a:gd name="connsiteX15" fmla="*/ 2199701 w 2280429"/>
                  <a:gd name="connsiteY15" fmla="*/ 2394496 h 4761776"/>
                  <a:gd name="connsiteX16" fmla="*/ 2032062 w 2280429"/>
                  <a:gd name="connsiteY16" fmla="*/ 2988856 h 4761776"/>
                  <a:gd name="connsiteX17" fmla="*/ 1620582 w 2280429"/>
                  <a:gd name="connsiteY17" fmla="*/ 3186976 h 4761776"/>
                  <a:gd name="connsiteX18" fmla="*/ 1391982 w 2280429"/>
                  <a:gd name="connsiteY18" fmla="*/ 3415576 h 4761776"/>
                  <a:gd name="connsiteX19" fmla="*/ 1009906 w 2280429"/>
                  <a:gd name="connsiteY19" fmla="*/ 3485749 h 4761776"/>
                  <a:gd name="connsiteX20" fmla="*/ 844806 w 2280429"/>
                  <a:gd name="connsiteY20" fmla="*/ 4761776 h 4761776"/>
                  <a:gd name="connsiteX21" fmla="*/ 607165 w 2280429"/>
                  <a:gd name="connsiteY21" fmla="*/ 4672876 h 4761776"/>
                  <a:gd name="connsiteX22" fmla="*/ 759565 w 2280429"/>
                  <a:gd name="connsiteY22" fmla="*/ 3422249 h 4761776"/>
                  <a:gd name="connsiteX0" fmla="*/ 759565 w 2280429"/>
                  <a:gd name="connsiteY0" fmla="*/ 3422249 h 4761776"/>
                  <a:gd name="connsiteX1" fmla="*/ 576642 w 2280429"/>
                  <a:gd name="connsiteY1" fmla="*/ 3026956 h 4761776"/>
                  <a:gd name="connsiteX2" fmla="*/ 96581 w 2280429"/>
                  <a:gd name="connsiteY2" fmla="*/ 2630716 h 4761776"/>
                  <a:gd name="connsiteX3" fmla="*/ 191831 w 2280429"/>
                  <a:gd name="connsiteY3" fmla="*/ 2024927 h 4761776"/>
                  <a:gd name="connsiteX4" fmla="*/ 410906 w 2280429"/>
                  <a:gd name="connsiteY4" fmla="*/ 1824901 h 4761776"/>
                  <a:gd name="connsiteX5" fmla="*/ 325181 w 2280429"/>
                  <a:gd name="connsiteY5" fmla="*/ 1205776 h 4761776"/>
                  <a:gd name="connsiteX6" fmla="*/ 96582 w 2280429"/>
                  <a:gd name="connsiteY6" fmla="*/ 989878 h 4761776"/>
                  <a:gd name="connsiteX7" fmla="*/ 588388 w 2280429"/>
                  <a:gd name="connsiteY7" fmla="*/ 1012758 h 4761776"/>
                  <a:gd name="connsiteX8" fmla="*/ 837312 w 2280429"/>
                  <a:gd name="connsiteY8" fmla="*/ 495928 h 4761776"/>
                  <a:gd name="connsiteX9" fmla="*/ 1129614 w 2280429"/>
                  <a:gd name="connsiteY9" fmla="*/ 228408 h 4761776"/>
                  <a:gd name="connsiteX10" fmla="*/ 1437284 w 2280429"/>
                  <a:gd name="connsiteY10" fmla="*/ 41320 h 4761776"/>
                  <a:gd name="connsiteX11" fmla="*/ 1800538 w 2280429"/>
                  <a:gd name="connsiteY11" fmla="*/ 20051 h 4761776"/>
                  <a:gd name="connsiteX12" fmla="*/ 2240817 w 2280429"/>
                  <a:gd name="connsiteY12" fmla="*/ 72019 h 4761776"/>
                  <a:gd name="connsiteX13" fmla="*/ 1772982 w 2280429"/>
                  <a:gd name="connsiteY13" fmla="*/ 1078777 h 4761776"/>
                  <a:gd name="connsiteX14" fmla="*/ 2134931 w 2280429"/>
                  <a:gd name="connsiteY14" fmla="*/ 1834426 h 4761776"/>
                  <a:gd name="connsiteX15" fmla="*/ 2199701 w 2280429"/>
                  <a:gd name="connsiteY15" fmla="*/ 2394496 h 4761776"/>
                  <a:gd name="connsiteX16" fmla="*/ 2032062 w 2280429"/>
                  <a:gd name="connsiteY16" fmla="*/ 2988856 h 4761776"/>
                  <a:gd name="connsiteX17" fmla="*/ 1620582 w 2280429"/>
                  <a:gd name="connsiteY17" fmla="*/ 3186976 h 4761776"/>
                  <a:gd name="connsiteX18" fmla="*/ 1391982 w 2280429"/>
                  <a:gd name="connsiteY18" fmla="*/ 3415576 h 4761776"/>
                  <a:gd name="connsiteX19" fmla="*/ 1009906 w 2280429"/>
                  <a:gd name="connsiteY19" fmla="*/ 3485749 h 4761776"/>
                  <a:gd name="connsiteX20" fmla="*/ 844806 w 2280429"/>
                  <a:gd name="connsiteY20" fmla="*/ 4761776 h 4761776"/>
                  <a:gd name="connsiteX21" fmla="*/ 607165 w 2280429"/>
                  <a:gd name="connsiteY21" fmla="*/ 4672876 h 4761776"/>
                  <a:gd name="connsiteX22" fmla="*/ 759565 w 2280429"/>
                  <a:gd name="connsiteY22" fmla="*/ 3422249 h 4761776"/>
                  <a:gd name="connsiteX0" fmla="*/ 759565 w 2280429"/>
                  <a:gd name="connsiteY0" fmla="*/ 3422249 h 4761776"/>
                  <a:gd name="connsiteX1" fmla="*/ 576642 w 2280429"/>
                  <a:gd name="connsiteY1" fmla="*/ 3026956 h 4761776"/>
                  <a:gd name="connsiteX2" fmla="*/ 96581 w 2280429"/>
                  <a:gd name="connsiteY2" fmla="*/ 2630716 h 4761776"/>
                  <a:gd name="connsiteX3" fmla="*/ 191831 w 2280429"/>
                  <a:gd name="connsiteY3" fmla="*/ 2024927 h 4761776"/>
                  <a:gd name="connsiteX4" fmla="*/ 410906 w 2280429"/>
                  <a:gd name="connsiteY4" fmla="*/ 1824901 h 4761776"/>
                  <a:gd name="connsiteX5" fmla="*/ 325181 w 2280429"/>
                  <a:gd name="connsiteY5" fmla="*/ 1205776 h 4761776"/>
                  <a:gd name="connsiteX6" fmla="*/ 96582 w 2280429"/>
                  <a:gd name="connsiteY6" fmla="*/ 989878 h 4761776"/>
                  <a:gd name="connsiteX7" fmla="*/ 588388 w 2280429"/>
                  <a:gd name="connsiteY7" fmla="*/ 1012758 h 4761776"/>
                  <a:gd name="connsiteX8" fmla="*/ 837312 w 2280429"/>
                  <a:gd name="connsiteY8" fmla="*/ 495928 h 4761776"/>
                  <a:gd name="connsiteX9" fmla="*/ 1129614 w 2280429"/>
                  <a:gd name="connsiteY9" fmla="*/ 228408 h 4761776"/>
                  <a:gd name="connsiteX10" fmla="*/ 1437284 w 2280429"/>
                  <a:gd name="connsiteY10" fmla="*/ 41320 h 4761776"/>
                  <a:gd name="connsiteX11" fmla="*/ 1800538 w 2280429"/>
                  <a:gd name="connsiteY11" fmla="*/ 20051 h 4761776"/>
                  <a:gd name="connsiteX12" fmla="*/ 2240817 w 2280429"/>
                  <a:gd name="connsiteY12" fmla="*/ 72019 h 4761776"/>
                  <a:gd name="connsiteX13" fmla="*/ 1772982 w 2280429"/>
                  <a:gd name="connsiteY13" fmla="*/ 1078777 h 4761776"/>
                  <a:gd name="connsiteX14" fmla="*/ 2134931 w 2280429"/>
                  <a:gd name="connsiteY14" fmla="*/ 1834426 h 4761776"/>
                  <a:gd name="connsiteX15" fmla="*/ 2199701 w 2280429"/>
                  <a:gd name="connsiteY15" fmla="*/ 2394496 h 4761776"/>
                  <a:gd name="connsiteX16" fmla="*/ 2032062 w 2280429"/>
                  <a:gd name="connsiteY16" fmla="*/ 2988856 h 4761776"/>
                  <a:gd name="connsiteX17" fmla="*/ 1620582 w 2280429"/>
                  <a:gd name="connsiteY17" fmla="*/ 3186976 h 4761776"/>
                  <a:gd name="connsiteX18" fmla="*/ 1391982 w 2280429"/>
                  <a:gd name="connsiteY18" fmla="*/ 3415576 h 4761776"/>
                  <a:gd name="connsiteX19" fmla="*/ 1009906 w 2280429"/>
                  <a:gd name="connsiteY19" fmla="*/ 3485749 h 4761776"/>
                  <a:gd name="connsiteX20" fmla="*/ 844806 w 2280429"/>
                  <a:gd name="connsiteY20" fmla="*/ 4761776 h 4761776"/>
                  <a:gd name="connsiteX21" fmla="*/ 607165 w 2280429"/>
                  <a:gd name="connsiteY21" fmla="*/ 4672876 h 4761776"/>
                  <a:gd name="connsiteX22" fmla="*/ 759565 w 2280429"/>
                  <a:gd name="connsiteY22" fmla="*/ 3422249 h 4761776"/>
                  <a:gd name="connsiteX0" fmla="*/ 759565 w 2280429"/>
                  <a:gd name="connsiteY0" fmla="*/ 3460821 h 4800348"/>
                  <a:gd name="connsiteX1" fmla="*/ 576642 w 2280429"/>
                  <a:gd name="connsiteY1" fmla="*/ 3065528 h 4800348"/>
                  <a:gd name="connsiteX2" fmla="*/ 96581 w 2280429"/>
                  <a:gd name="connsiteY2" fmla="*/ 2669288 h 4800348"/>
                  <a:gd name="connsiteX3" fmla="*/ 191831 w 2280429"/>
                  <a:gd name="connsiteY3" fmla="*/ 2063499 h 4800348"/>
                  <a:gd name="connsiteX4" fmla="*/ 410906 w 2280429"/>
                  <a:gd name="connsiteY4" fmla="*/ 1863473 h 4800348"/>
                  <a:gd name="connsiteX5" fmla="*/ 325181 w 2280429"/>
                  <a:gd name="connsiteY5" fmla="*/ 1244348 h 4800348"/>
                  <a:gd name="connsiteX6" fmla="*/ 96582 w 2280429"/>
                  <a:gd name="connsiteY6" fmla="*/ 1028450 h 4800348"/>
                  <a:gd name="connsiteX7" fmla="*/ 588388 w 2280429"/>
                  <a:gd name="connsiteY7" fmla="*/ 1051330 h 4800348"/>
                  <a:gd name="connsiteX8" fmla="*/ 837312 w 2280429"/>
                  <a:gd name="connsiteY8" fmla="*/ 534500 h 4800348"/>
                  <a:gd name="connsiteX9" fmla="*/ 1129614 w 2280429"/>
                  <a:gd name="connsiteY9" fmla="*/ 266980 h 4800348"/>
                  <a:gd name="connsiteX10" fmla="*/ 1437284 w 2280429"/>
                  <a:gd name="connsiteY10" fmla="*/ 79892 h 4800348"/>
                  <a:gd name="connsiteX11" fmla="*/ 1800538 w 2280429"/>
                  <a:gd name="connsiteY11" fmla="*/ 58623 h 4800348"/>
                  <a:gd name="connsiteX12" fmla="*/ 2240817 w 2280429"/>
                  <a:gd name="connsiteY12" fmla="*/ 110591 h 4800348"/>
                  <a:gd name="connsiteX13" fmla="*/ 1772982 w 2280429"/>
                  <a:gd name="connsiteY13" fmla="*/ 1117349 h 4800348"/>
                  <a:gd name="connsiteX14" fmla="*/ 2134931 w 2280429"/>
                  <a:gd name="connsiteY14" fmla="*/ 1872998 h 4800348"/>
                  <a:gd name="connsiteX15" fmla="*/ 2199701 w 2280429"/>
                  <a:gd name="connsiteY15" fmla="*/ 2433068 h 4800348"/>
                  <a:gd name="connsiteX16" fmla="*/ 2032062 w 2280429"/>
                  <a:gd name="connsiteY16" fmla="*/ 3027428 h 4800348"/>
                  <a:gd name="connsiteX17" fmla="*/ 1620582 w 2280429"/>
                  <a:gd name="connsiteY17" fmla="*/ 3225548 h 4800348"/>
                  <a:gd name="connsiteX18" fmla="*/ 1391982 w 2280429"/>
                  <a:gd name="connsiteY18" fmla="*/ 3454148 h 4800348"/>
                  <a:gd name="connsiteX19" fmla="*/ 1009906 w 2280429"/>
                  <a:gd name="connsiteY19" fmla="*/ 3524321 h 4800348"/>
                  <a:gd name="connsiteX20" fmla="*/ 844806 w 2280429"/>
                  <a:gd name="connsiteY20" fmla="*/ 4800348 h 4800348"/>
                  <a:gd name="connsiteX21" fmla="*/ 607165 w 2280429"/>
                  <a:gd name="connsiteY21" fmla="*/ 4711448 h 4800348"/>
                  <a:gd name="connsiteX22" fmla="*/ 759565 w 2280429"/>
                  <a:gd name="connsiteY22" fmla="*/ 3460821 h 4800348"/>
                  <a:gd name="connsiteX0" fmla="*/ 759565 w 2280429"/>
                  <a:gd name="connsiteY0" fmla="*/ 3465500 h 4805027"/>
                  <a:gd name="connsiteX1" fmla="*/ 576642 w 2280429"/>
                  <a:gd name="connsiteY1" fmla="*/ 3070207 h 4805027"/>
                  <a:gd name="connsiteX2" fmla="*/ 96581 w 2280429"/>
                  <a:gd name="connsiteY2" fmla="*/ 2673967 h 4805027"/>
                  <a:gd name="connsiteX3" fmla="*/ 191831 w 2280429"/>
                  <a:gd name="connsiteY3" fmla="*/ 2068178 h 4805027"/>
                  <a:gd name="connsiteX4" fmla="*/ 410906 w 2280429"/>
                  <a:gd name="connsiteY4" fmla="*/ 1868152 h 4805027"/>
                  <a:gd name="connsiteX5" fmla="*/ 325181 w 2280429"/>
                  <a:gd name="connsiteY5" fmla="*/ 1249027 h 4805027"/>
                  <a:gd name="connsiteX6" fmla="*/ 96582 w 2280429"/>
                  <a:gd name="connsiteY6" fmla="*/ 1033129 h 4805027"/>
                  <a:gd name="connsiteX7" fmla="*/ 588388 w 2280429"/>
                  <a:gd name="connsiteY7" fmla="*/ 1056009 h 4805027"/>
                  <a:gd name="connsiteX8" fmla="*/ 837312 w 2280429"/>
                  <a:gd name="connsiteY8" fmla="*/ 539179 h 4805027"/>
                  <a:gd name="connsiteX9" fmla="*/ 1129614 w 2280429"/>
                  <a:gd name="connsiteY9" fmla="*/ 271659 h 4805027"/>
                  <a:gd name="connsiteX10" fmla="*/ 1437284 w 2280429"/>
                  <a:gd name="connsiteY10" fmla="*/ 84571 h 4805027"/>
                  <a:gd name="connsiteX11" fmla="*/ 1800538 w 2280429"/>
                  <a:gd name="connsiteY11" fmla="*/ 63302 h 4805027"/>
                  <a:gd name="connsiteX12" fmla="*/ 2240817 w 2280429"/>
                  <a:gd name="connsiteY12" fmla="*/ 115270 h 4805027"/>
                  <a:gd name="connsiteX13" fmla="*/ 1772982 w 2280429"/>
                  <a:gd name="connsiteY13" fmla="*/ 1122028 h 4805027"/>
                  <a:gd name="connsiteX14" fmla="*/ 2134931 w 2280429"/>
                  <a:gd name="connsiteY14" fmla="*/ 1877677 h 4805027"/>
                  <a:gd name="connsiteX15" fmla="*/ 2199701 w 2280429"/>
                  <a:gd name="connsiteY15" fmla="*/ 2437747 h 4805027"/>
                  <a:gd name="connsiteX16" fmla="*/ 2032062 w 2280429"/>
                  <a:gd name="connsiteY16" fmla="*/ 3032107 h 4805027"/>
                  <a:gd name="connsiteX17" fmla="*/ 1620582 w 2280429"/>
                  <a:gd name="connsiteY17" fmla="*/ 3230227 h 4805027"/>
                  <a:gd name="connsiteX18" fmla="*/ 1391982 w 2280429"/>
                  <a:gd name="connsiteY18" fmla="*/ 3458827 h 4805027"/>
                  <a:gd name="connsiteX19" fmla="*/ 1009906 w 2280429"/>
                  <a:gd name="connsiteY19" fmla="*/ 3529000 h 4805027"/>
                  <a:gd name="connsiteX20" fmla="*/ 844806 w 2280429"/>
                  <a:gd name="connsiteY20" fmla="*/ 4805027 h 4805027"/>
                  <a:gd name="connsiteX21" fmla="*/ 607165 w 2280429"/>
                  <a:gd name="connsiteY21" fmla="*/ 4716127 h 4805027"/>
                  <a:gd name="connsiteX22" fmla="*/ 759565 w 2280429"/>
                  <a:gd name="connsiteY22" fmla="*/ 3465500 h 4805027"/>
                  <a:gd name="connsiteX0" fmla="*/ 759565 w 2277255"/>
                  <a:gd name="connsiteY0" fmla="*/ 3465500 h 4805027"/>
                  <a:gd name="connsiteX1" fmla="*/ 576642 w 2277255"/>
                  <a:gd name="connsiteY1" fmla="*/ 3070207 h 4805027"/>
                  <a:gd name="connsiteX2" fmla="*/ 96581 w 2277255"/>
                  <a:gd name="connsiteY2" fmla="*/ 2673967 h 4805027"/>
                  <a:gd name="connsiteX3" fmla="*/ 191831 w 2277255"/>
                  <a:gd name="connsiteY3" fmla="*/ 2068178 h 4805027"/>
                  <a:gd name="connsiteX4" fmla="*/ 410906 w 2277255"/>
                  <a:gd name="connsiteY4" fmla="*/ 1868152 h 4805027"/>
                  <a:gd name="connsiteX5" fmla="*/ 325181 w 2277255"/>
                  <a:gd name="connsiteY5" fmla="*/ 1249027 h 4805027"/>
                  <a:gd name="connsiteX6" fmla="*/ 96582 w 2277255"/>
                  <a:gd name="connsiteY6" fmla="*/ 1033129 h 4805027"/>
                  <a:gd name="connsiteX7" fmla="*/ 588388 w 2277255"/>
                  <a:gd name="connsiteY7" fmla="*/ 1056009 h 4805027"/>
                  <a:gd name="connsiteX8" fmla="*/ 837312 w 2277255"/>
                  <a:gd name="connsiteY8" fmla="*/ 539179 h 4805027"/>
                  <a:gd name="connsiteX9" fmla="*/ 1129614 w 2277255"/>
                  <a:gd name="connsiteY9" fmla="*/ 271659 h 4805027"/>
                  <a:gd name="connsiteX10" fmla="*/ 1437284 w 2277255"/>
                  <a:gd name="connsiteY10" fmla="*/ 84571 h 4805027"/>
                  <a:gd name="connsiteX11" fmla="*/ 1800538 w 2277255"/>
                  <a:gd name="connsiteY11" fmla="*/ 63302 h 4805027"/>
                  <a:gd name="connsiteX12" fmla="*/ 2240817 w 2277255"/>
                  <a:gd name="connsiteY12" fmla="*/ 115270 h 4805027"/>
                  <a:gd name="connsiteX13" fmla="*/ 1695329 w 2277255"/>
                  <a:gd name="connsiteY13" fmla="*/ 1132336 h 4805027"/>
                  <a:gd name="connsiteX14" fmla="*/ 2134931 w 2277255"/>
                  <a:gd name="connsiteY14" fmla="*/ 1877677 h 4805027"/>
                  <a:gd name="connsiteX15" fmla="*/ 2199701 w 2277255"/>
                  <a:gd name="connsiteY15" fmla="*/ 2437747 h 4805027"/>
                  <a:gd name="connsiteX16" fmla="*/ 2032062 w 2277255"/>
                  <a:gd name="connsiteY16" fmla="*/ 3032107 h 4805027"/>
                  <a:gd name="connsiteX17" fmla="*/ 1620582 w 2277255"/>
                  <a:gd name="connsiteY17" fmla="*/ 3230227 h 4805027"/>
                  <a:gd name="connsiteX18" fmla="*/ 1391982 w 2277255"/>
                  <a:gd name="connsiteY18" fmla="*/ 3458827 h 4805027"/>
                  <a:gd name="connsiteX19" fmla="*/ 1009906 w 2277255"/>
                  <a:gd name="connsiteY19" fmla="*/ 3529000 h 4805027"/>
                  <a:gd name="connsiteX20" fmla="*/ 844806 w 2277255"/>
                  <a:gd name="connsiteY20" fmla="*/ 4805027 h 4805027"/>
                  <a:gd name="connsiteX21" fmla="*/ 607165 w 2277255"/>
                  <a:gd name="connsiteY21" fmla="*/ 4716127 h 4805027"/>
                  <a:gd name="connsiteX22" fmla="*/ 759565 w 2277255"/>
                  <a:gd name="connsiteY22" fmla="*/ 3465500 h 4805027"/>
                  <a:gd name="connsiteX0" fmla="*/ 759565 w 2277160"/>
                  <a:gd name="connsiteY0" fmla="*/ 3465500 h 4805027"/>
                  <a:gd name="connsiteX1" fmla="*/ 576642 w 2277160"/>
                  <a:gd name="connsiteY1" fmla="*/ 3070207 h 4805027"/>
                  <a:gd name="connsiteX2" fmla="*/ 96581 w 2277160"/>
                  <a:gd name="connsiteY2" fmla="*/ 2673967 h 4805027"/>
                  <a:gd name="connsiteX3" fmla="*/ 191831 w 2277160"/>
                  <a:gd name="connsiteY3" fmla="*/ 2068178 h 4805027"/>
                  <a:gd name="connsiteX4" fmla="*/ 410906 w 2277160"/>
                  <a:gd name="connsiteY4" fmla="*/ 1868152 h 4805027"/>
                  <a:gd name="connsiteX5" fmla="*/ 325181 w 2277160"/>
                  <a:gd name="connsiteY5" fmla="*/ 1249027 h 4805027"/>
                  <a:gd name="connsiteX6" fmla="*/ 96582 w 2277160"/>
                  <a:gd name="connsiteY6" fmla="*/ 1033129 h 4805027"/>
                  <a:gd name="connsiteX7" fmla="*/ 588388 w 2277160"/>
                  <a:gd name="connsiteY7" fmla="*/ 1056009 h 4805027"/>
                  <a:gd name="connsiteX8" fmla="*/ 837312 w 2277160"/>
                  <a:gd name="connsiteY8" fmla="*/ 539179 h 4805027"/>
                  <a:gd name="connsiteX9" fmla="*/ 1129614 w 2277160"/>
                  <a:gd name="connsiteY9" fmla="*/ 271659 h 4805027"/>
                  <a:gd name="connsiteX10" fmla="*/ 1437284 w 2277160"/>
                  <a:gd name="connsiteY10" fmla="*/ 84571 h 4805027"/>
                  <a:gd name="connsiteX11" fmla="*/ 1800538 w 2277160"/>
                  <a:gd name="connsiteY11" fmla="*/ 63302 h 4805027"/>
                  <a:gd name="connsiteX12" fmla="*/ 2240817 w 2277160"/>
                  <a:gd name="connsiteY12" fmla="*/ 115270 h 4805027"/>
                  <a:gd name="connsiteX13" fmla="*/ 1695329 w 2277160"/>
                  <a:gd name="connsiteY13" fmla="*/ 1132336 h 4805027"/>
                  <a:gd name="connsiteX14" fmla="*/ 2134931 w 2277160"/>
                  <a:gd name="connsiteY14" fmla="*/ 1877677 h 4805027"/>
                  <a:gd name="connsiteX15" fmla="*/ 2199701 w 2277160"/>
                  <a:gd name="connsiteY15" fmla="*/ 2437747 h 4805027"/>
                  <a:gd name="connsiteX16" fmla="*/ 2032062 w 2277160"/>
                  <a:gd name="connsiteY16" fmla="*/ 3032107 h 4805027"/>
                  <a:gd name="connsiteX17" fmla="*/ 1620582 w 2277160"/>
                  <a:gd name="connsiteY17" fmla="*/ 3230227 h 4805027"/>
                  <a:gd name="connsiteX18" fmla="*/ 1391982 w 2277160"/>
                  <a:gd name="connsiteY18" fmla="*/ 3458827 h 4805027"/>
                  <a:gd name="connsiteX19" fmla="*/ 1009906 w 2277160"/>
                  <a:gd name="connsiteY19" fmla="*/ 3529000 h 4805027"/>
                  <a:gd name="connsiteX20" fmla="*/ 844806 w 2277160"/>
                  <a:gd name="connsiteY20" fmla="*/ 4805027 h 4805027"/>
                  <a:gd name="connsiteX21" fmla="*/ 607165 w 2277160"/>
                  <a:gd name="connsiteY21" fmla="*/ 4716127 h 4805027"/>
                  <a:gd name="connsiteX22" fmla="*/ 759565 w 2277160"/>
                  <a:gd name="connsiteY22" fmla="*/ 3465500 h 4805027"/>
                  <a:gd name="connsiteX0" fmla="*/ 759565 w 2383326"/>
                  <a:gd name="connsiteY0" fmla="*/ 3465500 h 4805027"/>
                  <a:gd name="connsiteX1" fmla="*/ 576642 w 2383326"/>
                  <a:gd name="connsiteY1" fmla="*/ 3070207 h 4805027"/>
                  <a:gd name="connsiteX2" fmla="*/ 96581 w 2383326"/>
                  <a:gd name="connsiteY2" fmla="*/ 2673967 h 4805027"/>
                  <a:gd name="connsiteX3" fmla="*/ 191831 w 2383326"/>
                  <a:gd name="connsiteY3" fmla="*/ 2068178 h 4805027"/>
                  <a:gd name="connsiteX4" fmla="*/ 410906 w 2383326"/>
                  <a:gd name="connsiteY4" fmla="*/ 1868152 h 4805027"/>
                  <a:gd name="connsiteX5" fmla="*/ 325181 w 2383326"/>
                  <a:gd name="connsiteY5" fmla="*/ 1249027 h 4805027"/>
                  <a:gd name="connsiteX6" fmla="*/ 96582 w 2383326"/>
                  <a:gd name="connsiteY6" fmla="*/ 1033129 h 4805027"/>
                  <a:gd name="connsiteX7" fmla="*/ 588388 w 2383326"/>
                  <a:gd name="connsiteY7" fmla="*/ 1056009 h 4805027"/>
                  <a:gd name="connsiteX8" fmla="*/ 837312 w 2383326"/>
                  <a:gd name="connsiteY8" fmla="*/ 539179 h 4805027"/>
                  <a:gd name="connsiteX9" fmla="*/ 1129614 w 2383326"/>
                  <a:gd name="connsiteY9" fmla="*/ 271659 h 4805027"/>
                  <a:gd name="connsiteX10" fmla="*/ 1437284 w 2383326"/>
                  <a:gd name="connsiteY10" fmla="*/ 84571 h 4805027"/>
                  <a:gd name="connsiteX11" fmla="*/ 1800538 w 2383326"/>
                  <a:gd name="connsiteY11" fmla="*/ 63302 h 4805027"/>
                  <a:gd name="connsiteX12" fmla="*/ 2240817 w 2383326"/>
                  <a:gd name="connsiteY12" fmla="*/ 115270 h 4805027"/>
                  <a:gd name="connsiteX13" fmla="*/ 1695329 w 2383326"/>
                  <a:gd name="connsiteY13" fmla="*/ 1132336 h 4805027"/>
                  <a:gd name="connsiteX14" fmla="*/ 2134931 w 2383326"/>
                  <a:gd name="connsiteY14" fmla="*/ 1877677 h 4805027"/>
                  <a:gd name="connsiteX15" fmla="*/ 2199701 w 2383326"/>
                  <a:gd name="connsiteY15" fmla="*/ 2437747 h 4805027"/>
                  <a:gd name="connsiteX16" fmla="*/ 2032062 w 2383326"/>
                  <a:gd name="connsiteY16" fmla="*/ 3032107 h 4805027"/>
                  <a:gd name="connsiteX17" fmla="*/ 1620582 w 2383326"/>
                  <a:gd name="connsiteY17" fmla="*/ 3230227 h 4805027"/>
                  <a:gd name="connsiteX18" fmla="*/ 1391982 w 2383326"/>
                  <a:gd name="connsiteY18" fmla="*/ 3458827 h 4805027"/>
                  <a:gd name="connsiteX19" fmla="*/ 1009906 w 2383326"/>
                  <a:gd name="connsiteY19" fmla="*/ 3529000 h 4805027"/>
                  <a:gd name="connsiteX20" fmla="*/ 844806 w 2383326"/>
                  <a:gd name="connsiteY20" fmla="*/ 4805027 h 4805027"/>
                  <a:gd name="connsiteX21" fmla="*/ 607165 w 2383326"/>
                  <a:gd name="connsiteY21" fmla="*/ 4716127 h 4805027"/>
                  <a:gd name="connsiteX22" fmla="*/ 759565 w 2383326"/>
                  <a:gd name="connsiteY22" fmla="*/ 3465500 h 4805027"/>
                  <a:gd name="connsiteX0" fmla="*/ 759565 w 2383326"/>
                  <a:gd name="connsiteY0" fmla="*/ 3465500 h 4805027"/>
                  <a:gd name="connsiteX1" fmla="*/ 576642 w 2383326"/>
                  <a:gd name="connsiteY1" fmla="*/ 3070207 h 4805027"/>
                  <a:gd name="connsiteX2" fmla="*/ 96581 w 2383326"/>
                  <a:gd name="connsiteY2" fmla="*/ 2673967 h 4805027"/>
                  <a:gd name="connsiteX3" fmla="*/ 191831 w 2383326"/>
                  <a:gd name="connsiteY3" fmla="*/ 2068178 h 4805027"/>
                  <a:gd name="connsiteX4" fmla="*/ 410906 w 2383326"/>
                  <a:gd name="connsiteY4" fmla="*/ 1868152 h 4805027"/>
                  <a:gd name="connsiteX5" fmla="*/ 325181 w 2383326"/>
                  <a:gd name="connsiteY5" fmla="*/ 1249027 h 4805027"/>
                  <a:gd name="connsiteX6" fmla="*/ 96582 w 2383326"/>
                  <a:gd name="connsiteY6" fmla="*/ 1033129 h 4805027"/>
                  <a:gd name="connsiteX7" fmla="*/ 588388 w 2383326"/>
                  <a:gd name="connsiteY7" fmla="*/ 1056009 h 4805027"/>
                  <a:gd name="connsiteX8" fmla="*/ 837312 w 2383326"/>
                  <a:gd name="connsiteY8" fmla="*/ 539179 h 4805027"/>
                  <a:gd name="connsiteX9" fmla="*/ 1129614 w 2383326"/>
                  <a:gd name="connsiteY9" fmla="*/ 271659 h 4805027"/>
                  <a:gd name="connsiteX10" fmla="*/ 1437284 w 2383326"/>
                  <a:gd name="connsiteY10" fmla="*/ 84571 h 4805027"/>
                  <a:gd name="connsiteX11" fmla="*/ 1800538 w 2383326"/>
                  <a:gd name="connsiteY11" fmla="*/ 63302 h 4805027"/>
                  <a:gd name="connsiteX12" fmla="*/ 2240817 w 2383326"/>
                  <a:gd name="connsiteY12" fmla="*/ 115270 h 4805027"/>
                  <a:gd name="connsiteX13" fmla="*/ 1695329 w 2383326"/>
                  <a:gd name="connsiteY13" fmla="*/ 1132336 h 4805027"/>
                  <a:gd name="connsiteX14" fmla="*/ 1852839 w 2383326"/>
                  <a:gd name="connsiteY14" fmla="*/ 1770931 h 4805027"/>
                  <a:gd name="connsiteX15" fmla="*/ 2199701 w 2383326"/>
                  <a:gd name="connsiteY15" fmla="*/ 2437747 h 4805027"/>
                  <a:gd name="connsiteX16" fmla="*/ 2032062 w 2383326"/>
                  <a:gd name="connsiteY16" fmla="*/ 3032107 h 4805027"/>
                  <a:gd name="connsiteX17" fmla="*/ 1620582 w 2383326"/>
                  <a:gd name="connsiteY17" fmla="*/ 3230227 h 4805027"/>
                  <a:gd name="connsiteX18" fmla="*/ 1391982 w 2383326"/>
                  <a:gd name="connsiteY18" fmla="*/ 3458827 h 4805027"/>
                  <a:gd name="connsiteX19" fmla="*/ 1009906 w 2383326"/>
                  <a:gd name="connsiteY19" fmla="*/ 3529000 h 4805027"/>
                  <a:gd name="connsiteX20" fmla="*/ 844806 w 2383326"/>
                  <a:gd name="connsiteY20" fmla="*/ 4805027 h 4805027"/>
                  <a:gd name="connsiteX21" fmla="*/ 607165 w 2383326"/>
                  <a:gd name="connsiteY21" fmla="*/ 4716127 h 4805027"/>
                  <a:gd name="connsiteX22" fmla="*/ 759565 w 2383326"/>
                  <a:gd name="connsiteY22" fmla="*/ 3465500 h 4805027"/>
                  <a:gd name="connsiteX0" fmla="*/ 759565 w 2383326"/>
                  <a:gd name="connsiteY0" fmla="*/ 3465500 h 4805027"/>
                  <a:gd name="connsiteX1" fmla="*/ 576642 w 2383326"/>
                  <a:gd name="connsiteY1" fmla="*/ 3070207 h 4805027"/>
                  <a:gd name="connsiteX2" fmla="*/ 96581 w 2383326"/>
                  <a:gd name="connsiteY2" fmla="*/ 2673967 h 4805027"/>
                  <a:gd name="connsiteX3" fmla="*/ 191831 w 2383326"/>
                  <a:gd name="connsiteY3" fmla="*/ 2068178 h 4805027"/>
                  <a:gd name="connsiteX4" fmla="*/ 410906 w 2383326"/>
                  <a:gd name="connsiteY4" fmla="*/ 1868152 h 4805027"/>
                  <a:gd name="connsiteX5" fmla="*/ 325181 w 2383326"/>
                  <a:gd name="connsiteY5" fmla="*/ 1249027 h 4805027"/>
                  <a:gd name="connsiteX6" fmla="*/ 96582 w 2383326"/>
                  <a:gd name="connsiteY6" fmla="*/ 1033129 h 4805027"/>
                  <a:gd name="connsiteX7" fmla="*/ 588388 w 2383326"/>
                  <a:gd name="connsiteY7" fmla="*/ 1056009 h 4805027"/>
                  <a:gd name="connsiteX8" fmla="*/ 837312 w 2383326"/>
                  <a:gd name="connsiteY8" fmla="*/ 539179 h 4805027"/>
                  <a:gd name="connsiteX9" fmla="*/ 1129614 w 2383326"/>
                  <a:gd name="connsiteY9" fmla="*/ 271659 h 4805027"/>
                  <a:gd name="connsiteX10" fmla="*/ 1437284 w 2383326"/>
                  <a:gd name="connsiteY10" fmla="*/ 84571 h 4805027"/>
                  <a:gd name="connsiteX11" fmla="*/ 1800538 w 2383326"/>
                  <a:gd name="connsiteY11" fmla="*/ 63302 h 4805027"/>
                  <a:gd name="connsiteX12" fmla="*/ 2240817 w 2383326"/>
                  <a:gd name="connsiteY12" fmla="*/ 115270 h 4805027"/>
                  <a:gd name="connsiteX13" fmla="*/ 1695329 w 2383326"/>
                  <a:gd name="connsiteY13" fmla="*/ 1132336 h 4805027"/>
                  <a:gd name="connsiteX14" fmla="*/ 1852839 w 2383326"/>
                  <a:gd name="connsiteY14" fmla="*/ 1770931 h 4805027"/>
                  <a:gd name="connsiteX15" fmla="*/ 2010524 w 2383326"/>
                  <a:gd name="connsiteY15" fmla="*/ 2303488 h 4805027"/>
                  <a:gd name="connsiteX16" fmla="*/ 2032062 w 2383326"/>
                  <a:gd name="connsiteY16" fmla="*/ 3032107 h 4805027"/>
                  <a:gd name="connsiteX17" fmla="*/ 1620582 w 2383326"/>
                  <a:gd name="connsiteY17" fmla="*/ 3230227 h 4805027"/>
                  <a:gd name="connsiteX18" fmla="*/ 1391982 w 2383326"/>
                  <a:gd name="connsiteY18" fmla="*/ 3458827 h 4805027"/>
                  <a:gd name="connsiteX19" fmla="*/ 1009906 w 2383326"/>
                  <a:gd name="connsiteY19" fmla="*/ 3529000 h 4805027"/>
                  <a:gd name="connsiteX20" fmla="*/ 844806 w 2383326"/>
                  <a:gd name="connsiteY20" fmla="*/ 4805027 h 4805027"/>
                  <a:gd name="connsiteX21" fmla="*/ 607165 w 2383326"/>
                  <a:gd name="connsiteY21" fmla="*/ 4716127 h 4805027"/>
                  <a:gd name="connsiteX22" fmla="*/ 759565 w 2383326"/>
                  <a:gd name="connsiteY22" fmla="*/ 3465500 h 4805027"/>
                  <a:gd name="connsiteX0" fmla="*/ 759565 w 2383326"/>
                  <a:gd name="connsiteY0" fmla="*/ 3465500 h 4805027"/>
                  <a:gd name="connsiteX1" fmla="*/ 576642 w 2383326"/>
                  <a:gd name="connsiteY1" fmla="*/ 3070207 h 4805027"/>
                  <a:gd name="connsiteX2" fmla="*/ 96581 w 2383326"/>
                  <a:gd name="connsiteY2" fmla="*/ 2673967 h 4805027"/>
                  <a:gd name="connsiteX3" fmla="*/ 191831 w 2383326"/>
                  <a:gd name="connsiteY3" fmla="*/ 2068178 h 4805027"/>
                  <a:gd name="connsiteX4" fmla="*/ 410906 w 2383326"/>
                  <a:gd name="connsiteY4" fmla="*/ 1868152 h 4805027"/>
                  <a:gd name="connsiteX5" fmla="*/ 325181 w 2383326"/>
                  <a:gd name="connsiteY5" fmla="*/ 1249027 h 4805027"/>
                  <a:gd name="connsiteX6" fmla="*/ 96582 w 2383326"/>
                  <a:gd name="connsiteY6" fmla="*/ 1033129 h 4805027"/>
                  <a:gd name="connsiteX7" fmla="*/ 588388 w 2383326"/>
                  <a:gd name="connsiteY7" fmla="*/ 1056009 h 4805027"/>
                  <a:gd name="connsiteX8" fmla="*/ 837312 w 2383326"/>
                  <a:gd name="connsiteY8" fmla="*/ 539179 h 4805027"/>
                  <a:gd name="connsiteX9" fmla="*/ 1129614 w 2383326"/>
                  <a:gd name="connsiteY9" fmla="*/ 271659 h 4805027"/>
                  <a:gd name="connsiteX10" fmla="*/ 1437284 w 2383326"/>
                  <a:gd name="connsiteY10" fmla="*/ 84571 h 4805027"/>
                  <a:gd name="connsiteX11" fmla="*/ 1800538 w 2383326"/>
                  <a:gd name="connsiteY11" fmla="*/ 63302 h 4805027"/>
                  <a:gd name="connsiteX12" fmla="*/ 2240817 w 2383326"/>
                  <a:gd name="connsiteY12" fmla="*/ 115270 h 4805027"/>
                  <a:gd name="connsiteX13" fmla="*/ 1695329 w 2383326"/>
                  <a:gd name="connsiteY13" fmla="*/ 1132336 h 4805027"/>
                  <a:gd name="connsiteX14" fmla="*/ 1852839 w 2383326"/>
                  <a:gd name="connsiteY14" fmla="*/ 1770931 h 4805027"/>
                  <a:gd name="connsiteX15" fmla="*/ 2010524 w 2383326"/>
                  <a:gd name="connsiteY15" fmla="*/ 2303488 h 4805027"/>
                  <a:gd name="connsiteX16" fmla="*/ 1637030 w 2383326"/>
                  <a:gd name="connsiteY16" fmla="*/ 3021072 h 4805027"/>
                  <a:gd name="connsiteX17" fmla="*/ 1620582 w 2383326"/>
                  <a:gd name="connsiteY17" fmla="*/ 3230227 h 4805027"/>
                  <a:gd name="connsiteX18" fmla="*/ 1391982 w 2383326"/>
                  <a:gd name="connsiteY18" fmla="*/ 3458827 h 4805027"/>
                  <a:gd name="connsiteX19" fmla="*/ 1009906 w 2383326"/>
                  <a:gd name="connsiteY19" fmla="*/ 3529000 h 4805027"/>
                  <a:gd name="connsiteX20" fmla="*/ 844806 w 2383326"/>
                  <a:gd name="connsiteY20" fmla="*/ 4805027 h 4805027"/>
                  <a:gd name="connsiteX21" fmla="*/ 607165 w 2383326"/>
                  <a:gd name="connsiteY21" fmla="*/ 4716127 h 4805027"/>
                  <a:gd name="connsiteX22" fmla="*/ 759565 w 2383326"/>
                  <a:gd name="connsiteY22" fmla="*/ 3465500 h 4805027"/>
                  <a:gd name="connsiteX0" fmla="*/ 759565 w 2383326"/>
                  <a:gd name="connsiteY0" fmla="*/ 3465500 h 4805027"/>
                  <a:gd name="connsiteX1" fmla="*/ 576642 w 2383326"/>
                  <a:gd name="connsiteY1" fmla="*/ 3070207 h 4805027"/>
                  <a:gd name="connsiteX2" fmla="*/ 96581 w 2383326"/>
                  <a:gd name="connsiteY2" fmla="*/ 2673967 h 4805027"/>
                  <a:gd name="connsiteX3" fmla="*/ 191831 w 2383326"/>
                  <a:gd name="connsiteY3" fmla="*/ 2068178 h 4805027"/>
                  <a:gd name="connsiteX4" fmla="*/ 410906 w 2383326"/>
                  <a:gd name="connsiteY4" fmla="*/ 1868152 h 4805027"/>
                  <a:gd name="connsiteX5" fmla="*/ 325181 w 2383326"/>
                  <a:gd name="connsiteY5" fmla="*/ 1249027 h 4805027"/>
                  <a:gd name="connsiteX6" fmla="*/ 96582 w 2383326"/>
                  <a:gd name="connsiteY6" fmla="*/ 1033129 h 4805027"/>
                  <a:gd name="connsiteX7" fmla="*/ 588388 w 2383326"/>
                  <a:gd name="connsiteY7" fmla="*/ 1056009 h 4805027"/>
                  <a:gd name="connsiteX8" fmla="*/ 837312 w 2383326"/>
                  <a:gd name="connsiteY8" fmla="*/ 539179 h 4805027"/>
                  <a:gd name="connsiteX9" fmla="*/ 1129614 w 2383326"/>
                  <a:gd name="connsiteY9" fmla="*/ 271659 h 4805027"/>
                  <a:gd name="connsiteX10" fmla="*/ 1437284 w 2383326"/>
                  <a:gd name="connsiteY10" fmla="*/ 84571 h 4805027"/>
                  <a:gd name="connsiteX11" fmla="*/ 1800538 w 2383326"/>
                  <a:gd name="connsiteY11" fmla="*/ 63302 h 4805027"/>
                  <a:gd name="connsiteX12" fmla="*/ 2240817 w 2383326"/>
                  <a:gd name="connsiteY12" fmla="*/ 115270 h 4805027"/>
                  <a:gd name="connsiteX13" fmla="*/ 1695329 w 2383326"/>
                  <a:gd name="connsiteY13" fmla="*/ 1132336 h 4805027"/>
                  <a:gd name="connsiteX14" fmla="*/ 1852839 w 2383326"/>
                  <a:gd name="connsiteY14" fmla="*/ 1770931 h 4805027"/>
                  <a:gd name="connsiteX15" fmla="*/ 2010524 w 2383326"/>
                  <a:gd name="connsiteY15" fmla="*/ 2303488 h 4805027"/>
                  <a:gd name="connsiteX16" fmla="*/ 1637030 w 2383326"/>
                  <a:gd name="connsiteY16" fmla="*/ 3021072 h 4805027"/>
                  <a:gd name="connsiteX17" fmla="*/ 1391982 w 2383326"/>
                  <a:gd name="connsiteY17" fmla="*/ 3458827 h 4805027"/>
                  <a:gd name="connsiteX18" fmla="*/ 1009906 w 2383326"/>
                  <a:gd name="connsiteY18" fmla="*/ 3529000 h 4805027"/>
                  <a:gd name="connsiteX19" fmla="*/ 844806 w 2383326"/>
                  <a:gd name="connsiteY19" fmla="*/ 4805027 h 4805027"/>
                  <a:gd name="connsiteX20" fmla="*/ 607165 w 2383326"/>
                  <a:gd name="connsiteY20" fmla="*/ 4716127 h 4805027"/>
                  <a:gd name="connsiteX21" fmla="*/ 759565 w 2383326"/>
                  <a:gd name="connsiteY21" fmla="*/ 3465500 h 4805027"/>
                  <a:gd name="connsiteX0" fmla="*/ 759565 w 2383326"/>
                  <a:gd name="connsiteY0" fmla="*/ 3465500 h 4805027"/>
                  <a:gd name="connsiteX1" fmla="*/ 576642 w 2383326"/>
                  <a:gd name="connsiteY1" fmla="*/ 3070207 h 4805027"/>
                  <a:gd name="connsiteX2" fmla="*/ 96581 w 2383326"/>
                  <a:gd name="connsiteY2" fmla="*/ 2673967 h 4805027"/>
                  <a:gd name="connsiteX3" fmla="*/ 191831 w 2383326"/>
                  <a:gd name="connsiteY3" fmla="*/ 2068178 h 4805027"/>
                  <a:gd name="connsiteX4" fmla="*/ 410906 w 2383326"/>
                  <a:gd name="connsiteY4" fmla="*/ 1868152 h 4805027"/>
                  <a:gd name="connsiteX5" fmla="*/ 325181 w 2383326"/>
                  <a:gd name="connsiteY5" fmla="*/ 1249027 h 4805027"/>
                  <a:gd name="connsiteX6" fmla="*/ 96582 w 2383326"/>
                  <a:gd name="connsiteY6" fmla="*/ 1033129 h 4805027"/>
                  <a:gd name="connsiteX7" fmla="*/ 588388 w 2383326"/>
                  <a:gd name="connsiteY7" fmla="*/ 1056009 h 4805027"/>
                  <a:gd name="connsiteX8" fmla="*/ 837312 w 2383326"/>
                  <a:gd name="connsiteY8" fmla="*/ 539179 h 4805027"/>
                  <a:gd name="connsiteX9" fmla="*/ 1129614 w 2383326"/>
                  <a:gd name="connsiteY9" fmla="*/ 271659 h 4805027"/>
                  <a:gd name="connsiteX10" fmla="*/ 1437284 w 2383326"/>
                  <a:gd name="connsiteY10" fmla="*/ 84571 h 4805027"/>
                  <a:gd name="connsiteX11" fmla="*/ 1800538 w 2383326"/>
                  <a:gd name="connsiteY11" fmla="*/ 63302 h 4805027"/>
                  <a:gd name="connsiteX12" fmla="*/ 2240817 w 2383326"/>
                  <a:gd name="connsiteY12" fmla="*/ 115270 h 4805027"/>
                  <a:gd name="connsiteX13" fmla="*/ 1695329 w 2383326"/>
                  <a:gd name="connsiteY13" fmla="*/ 1132336 h 4805027"/>
                  <a:gd name="connsiteX14" fmla="*/ 1852839 w 2383326"/>
                  <a:gd name="connsiteY14" fmla="*/ 1770931 h 4805027"/>
                  <a:gd name="connsiteX15" fmla="*/ 2010524 w 2383326"/>
                  <a:gd name="connsiteY15" fmla="*/ 2303488 h 4805027"/>
                  <a:gd name="connsiteX16" fmla="*/ 1637030 w 2383326"/>
                  <a:gd name="connsiteY16" fmla="*/ 3021072 h 4805027"/>
                  <a:gd name="connsiteX17" fmla="*/ 1391982 w 2383326"/>
                  <a:gd name="connsiteY17" fmla="*/ 3458827 h 4805027"/>
                  <a:gd name="connsiteX18" fmla="*/ 1009906 w 2383326"/>
                  <a:gd name="connsiteY18" fmla="*/ 3529000 h 4805027"/>
                  <a:gd name="connsiteX19" fmla="*/ 844806 w 2383326"/>
                  <a:gd name="connsiteY19" fmla="*/ 4805027 h 4805027"/>
                  <a:gd name="connsiteX20" fmla="*/ 607165 w 2383326"/>
                  <a:gd name="connsiteY20" fmla="*/ 4716127 h 4805027"/>
                  <a:gd name="connsiteX21" fmla="*/ 759565 w 2383326"/>
                  <a:gd name="connsiteY21" fmla="*/ 3465500 h 4805027"/>
                  <a:gd name="connsiteX0" fmla="*/ 759565 w 2383326"/>
                  <a:gd name="connsiteY0" fmla="*/ 3465500 h 4805027"/>
                  <a:gd name="connsiteX1" fmla="*/ 576642 w 2383326"/>
                  <a:gd name="connsiteY1" fmla="*/ 3070207 h 4805027"/>
                  <a:gd name="connsiteX2" fmla="*/ 96581 w 2383326"/>
                  <a:gd name="connsiteY2" fmla="*/ 2673967 h 4805027"/>
                  <a:gd name="connsiteX3" fmla="*/ 191831 w 2383326"/>
                  <a:gd name="connsiteY3" fmla="*/ 2068178 h 4805027"/>
                  <a:gd name="connsiteX4" fmla="*/ 410906 w 2383326"/>
                  <a:gd name="connsiteY4" fmla="*/ 1868152 h 4805027"/>
                  <a:gd name="connsiteX5" fmla="*/ 325181 w 2383326"/>
                  <a:gd name="connsiteY5" fmla="*/ 1249027 h 4805027"/>
                  <a:gd name="connsiteX6" fmla="*/ 96582 w 2383326"/>
                  <a:gd name="connsiteY6" fmla="*/ 1033129 h 4805027"/>
                  <a:gd name="connsiteX7" fmla="*/ 588388 w 2383326"/>
                  <a:gd name="connsiteY7" fmla="*/ 1056009 h 4805027"/>
                  <a:gd name="connsiteX8" fmla="*/ 837312 w 2383326"/>
                  <a:gd name="connsiteY8" fmla="*/ 539179 h 4805027"/>
                  <a:gd name="connsiteX9" fmla="*/ 1129614 w 2383326"/>
                  <a:gd name="connsiteY9" fmla="*/ 271659 h 4805027"/>
                  <a:gd name="connsiteX10" fmla="*/ 1437284 w 2383326"/>
                  <a:gd name="connsiteY10" fmla="*/ 84571 h 4805027"/>
                  <a:gd name="connsiteX11" fmla="*/ 1800538 w 2383326"/>
                  <a:gd name="connsiteY11" fmla="*/ 63302 h 4805027"/>
                  <a:gd name="connsiteX12" fmla="*/ 2240817 w 2383326"/>
                  <a:gd name="connsiteY12" fmla="*/ 115270 h 4805027"/>
                  <a:gd name="connsiteX13" fmla="*/ 1695329 w 2383326"/>
                  <a:gd name="connsiteY13" fmla="*/ 1132336 h 4805027"/>
                  <a:gd name="connsiteX14" fmla="*/ 1852839 w 2383326"/>
                  <a:gd name="connsiteY14" fmla="*/ 1770931 h 4805027"/>
                  <a:gd name="connsiteX15" fmla="*/ 2010524 w 2383326"/>
                  <a:gd name="connsiteY15" fmla="*/ 2303488 h 4805027"/>
                  <a:gd name="connsiteX16" fmla="*/ 1637030 w 2383326"/>
                  <a:gd name="connsiteY16" fmla="*/ 3021072 h 4805027"/>
                  <a:gd name="connsiteX17" fmla="*/ 1391982 w 2383326"/>
                  <a:gd name="connsiteY17" fmla="*/ 3458827 h 4805027"/>
                  <a:gd name="connsiteX18" fmla="*/ 1009906 w 2383326"/>
                  <a:gd name="connsiteY18" fmla="*/ 3529000 h 4805027"/>
                  <a:gd name="connsiteX19" fmla="*/ 844806 w 2383326"/>
                  <a:gd name="connsiteY19" fmla="*/ 4805027 h 4805027"/>
                  <a:gd name="connsiteX20" fmla="*/ 607165 w 2383326"/>
                  <a:gd name="connsiteY20" fmla="*/ 4716127 h 4805027"/>
                  <a:gd name="connsiteX21" fmla="*/ 759565 w 2383326"/>
                  <a:gd name="connsiteY21" fmla="*/ 3465500 h 4805027"/>
                  <a:gd name="connsiteX0" fmla="*/ 759565 w 2383326"/>
                  <a:gd name="connsiteY0" fmla="*/ 3465500 h 4716127"/>
                  <a:gd name="connsiteX1" fmla="*/ 576642 w 2383326"/>
                  <a:gd name="connsiteY1" fmla="*/ 3070207 h 4716127"/>
                  <a:gd name="connsiteX2" fmla="*/ 96581 w 2383326"/>
                  <a:gd name="connsiteY2" fmla="*/ 2673967 h 4716127"/>
                  <a:gd name="connsiteX3" fmla="*/ 191831 w 2383326"/>
                  <a:gd name="connsiteY3" fmla="*/ 2068178 h 4716127"/>
                  <a:gd name="connsiteX4" fmla="*/ 410906 w 2383326"/>
                  <a:gd name="connsiteY4" fmla="*/ 1868152 h 4716127"/>
                  <a:gd name="connsiteX5" fmla="*/ 325181 w 2383326"/>
                  <a:gd name="connsiteY5" fmla="*/ 1249027 h 4716127"/>
                  <a:gd name="connsiteX6" fmla="*/ 96582 w 2383326"/>
                  <a:gd name="connsiteY6" fmla="*/ 1033129 h 4716127"/>
                  <a:gd name="connsiteX7" fmla="*/ 588388 w 2383326"/>
                  <a:gd name="connsiteY7" fmla="*/ 1056009 h 4716127"/>
                  <a:gd name="connsiteX8" fmla="*/ 837312 w 2383326"/>
                  <a:gd name="connsiteY8" fmla="*/ 539179 h 4716127"/>
                  <a:gd name="connsiteX9" fmla="*/ 1129614 w 2383326"/>
                  <a:gd name="connsiteY9" fmla="*/ 271659 h 4716127"/>
                  <a:gd name="connsiteX10" fmla="*/ 1437284 w 2383326"/>
                  <a:gd name="connsiteY10" fmla="*/ 84571 h 4716127"/>
                  <a:gd name="connsiteX11" fmla="*/ 1800538 w 2383326"/>
                  <a:gd name="connsiteY11" fmla="*/ 63302 h 4716127"/>
                  <a:gd name="connsiteX12" fmla="*/ 2240817 w 2383326"/>
                  <a:gd name="connsiteY12" fmla="*/ 115270 h 4716127"/>
                  <a:gd name="connsiteX13" fmla="*/ 1695329 w 2383326"/>
                  <a:gd name="connsiteY13" fmla="*/ 1132336 h 4716127"/>
                  <a:gd name="connsiteX14" fmla="*/ 1852839 w 2383326"/>
                  <a:gd name="connsiteY14" fmla="*/ 1770931 h 4716127"/>
                  <a:gd name="connsiteX15" fmla="*/ 2010524 w 2383326"/>
                  <a:gd name="connsiteY15" fmla="*/ 2303488 h 4716127"/>
                  <a:gd name="connsiteX16" fmla="*/ 1637030 w 2383326"/>
                  <a:gd name="connsiteY16" fmla="*/ 3021072 h 4716127"/>
                  <a:gd name="connsiteX17" fmla="*/ 1391982 w 2383326"/>
                  <a:gd name="connsiteY17" fmla="*/ 3458827 h 4716127"/>
                  <a:gd name="connsiteX18" fmla="*/ 1009906 w 2383326"/>
                  <a:gd name="connsiteY18" fmla="*/ 3529000 h 4716127"/>
                  <a:gd name="connsiteX19" fmla="*/ 607165 w 2383326"/>
                  <a:gd name="connsiteY19" fmla="*/ 4716127 h 4716127"/>
                  <a:gd name="connsiteX20" fmla="*/ 759565 w 2383326"/>
                  <a:gd name="connsiteY20" fmla="*/ 3465500 h 4716127"/>
                  <a:gd name="connsiteX0" fmla="*/ 759565 w 2383326"/>
                  <a:gd name="connsiteY0" fmla="*/ 3465500 h 3529000"/>
                  <a:gd name="connsiteX1" fmla="*/ 576642 w 2383326"/>
                  <a:gd name="connsiteY1" fmla="*/ 3070207 h 3529000"/>
                  <a:gd name="connsiteX2" fmla="*/ 96581 w 2383326"/>
                  <a:gd name="connsiteY2" fmla="*/ 2673967 h 3529000"/>
                  <a:gd name="connsiteX3" fmla="*/ 191831 w 2383326"/>
                  <a:gd name="connsiteY3" fmla="*/ 2068178 h 3529000"/>
                  <a:gd name="connsiteX4" fmla="*/ 410906 w 2383326"/>
                  <a:gd name="connsiteY4" fmla="*/ 1868152 h 3529000"/>
                  <a:gd name="connsiteX5" fmla="*/ 325181 w 2383326"/>
                  <a:gd name="connsiteY5" fmla="*/ 1249027 h 3529000"/>
                  <a:gd name="connsiteX6" fmla="*/ 96582 w 2383326"/>
                  <a:gd name="connsiteY6" fmla="*/ 1033129 h 3529000"/>
                  <a:gd name="connsiteX7" fmla="*/ 588388 w 2383326"/>
                  <a:gd name="connsiteY7" fmla="*/ 1056009 h 3529000"/>
                  <a:gd name="connsiteX8" fmla="*/ 837312 w 2383326"/>
                  <a:gd name="connsiteY8" fmla="*/ 539179 h 3529000"/>
                  <a:gd name="connsiteX9" fmla="*/ 1129614 w 2383326"/>
                  <a:gd name="connsiteY9" fmla="*/ 271659 h 3529000"/>
                  <a:gd name="connsiteX10" fmla="*/ 1437284 w 2383326"/>
                  <a:gd name="connsiteY10" fmla="*/ 84571 h 3529000"/>
                  <a:gd name="connsiteX11" fmla="*/ 1800538 w 2383326"/>
                  <a:gd name="connsiteY11" fmla="*/ 63302 h 3529000"/>
                  <a:gd name="connsiteX12" fmla="*/ 2240817 w 2383326"/>
                  <a:gd name="connsiteY12" fmla="*/ 115270 h 3529000"/>
                  <a:gd name="connsiteX13" fmla="*/ 1695329 w 2383326"/>
                  <a:gd name="connsiteY13" fmla="*/ 1132336 h 3529000"/>
                  <a:gd name="connsiteX14" fmla="*/ 1852839 w 2383326"/>
                  <a:gd name="connsiteY14" fmla="*/ 1770931 h 3529000"/>
                  <a:gd name="connsiteX15" fmla="*/ 2010524 w 2383326"/>
                  <a:gd name="connsiteY15" fmla="*/ 2303488 h 3529000"/>
                  <a:gd name="connsiteX16" fmla="*/ 1637030 w 2383326"/>
                  <a:gd name="connsiteY16" fmla="*/ 3021072 h 3529000"/>
                  <a:gd name="connsiteX17" fmla="*/ 1391982 w 2383326"/>
                  <a:gd name="connsiteY17" fmla="*/ 3458827 h 3529000"/>
                  <a:gd name="connsiteX18" fmla="*/ 1009906 w 2383326"/>
                  <a:gd name="connsiteY18" fmla="*/ 3529000 h 3529000"/>
                  <a:gd name="connsiteX19" fmla="*/ 759565 w 2383326"/>
                  <a:gd name="connsiteY19" fmla="*/ 3465500 h 3529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383326" h="3529000">
                    <a:moveTo>
                      <a:pt x="759565" y="3465500"/>
                    </a:moveTo>
                    <a:cubicBezTo>
                      <a:pt x="745588" y="3389300"/>
                      <a:pt x="618739" y="3356804"/>
                      <a:pt x="576642" y="3070207"/>
                    </a:cubicBezTo>
                    <a:cubicBezTo>
                      <a:pt x="589335" y="2997975"/>
                      <a:pt x="-145989" y="2680317"/>
                      <a:pt x="96581" y="2673967"/>
                    </a:cubicBezTo>
                    <a:cubicBezTo>
                      <a:pt x="59433" y="2586337"/>
                      <a:pt x="-147894" y="2200893"/>
                      <a:pt x="191831" y="2068178"/>
                    </a:cubicBezTo>
                    <a:cubicBezTo>
                      <a:pt x="247393" y="1954513"/>
                      <a:pt x="87056" y="1899902"/>
                      <a:pt x="410906" y="1868152"/>
                    </a:cubicBezTo>
                    <a:cubicBezTo>
                      <a:pt x="538964" y="1831110"/>
                      <a:pt x="37844" y="1247440"/>
                      <a:pt x="325181" y="1249027"/>
                    </a:cubicBezTo>
                    <a:cubicBezTo>
                      <a:pt x="355344" y="1118323"/>
                      <a:pt x="-108735" y="1130495"/>
                      <a:pt x="96582" y="1033129"/>
                    </a:cubicBezTo>
                    <a:cubicBezTo>
                      <a:pt x="136799" y="969629"/>
                      <a:pt x="344971" y="1117392"/>
                      <a:pt x="588388" y="1056009"/>
                    </a:cubicBezTo>
                    <a:cubicBezTo>
                      <a:pt x="511158" y="705264"/>
                      <a:pt x="720895" y="628079"/>
                      <a:pt x="837312" y="539179"/>
                    </a:cubicBezTo>
                    <a:cubicBezTo>
                      <a:pt x="953729" y="450279"/>
                      <a:pt x="950016" y="293453"/>
                      <a:pt x="1129614" y="271659"/>
                    </a:cubicBezTo>
                    <a:cubicBezTo>
                      <a:pt x="1222747" y="242025"/>
                      <a:pt x="1200298" y="78689"/>
                      <a:pt x="1437284" y="84571"/>
                    </a:cubicBezTo>
                    <a:cubicBezTo>
                      <a:pt x="1532534" y="78221"/>
                      <a:pt x="1618853" y="-77233"/>
                      <a:pt x="1800538" y="63302"/>
                    </a:cubicBezTo>
                    <a:cubicBezTo>
                      <a:pt x="2009719" y="-67944"/>
                      <a:pt x="2145567" y="32720"/>
                      <a:pt x="2240817" y="115270"/>
                    </a:cubicBezTo>
                    <a:cubicBezTo>
                      <a:pt x="2775601" y="640702"/>
                      <a:pt x="1628136" y="671995"/>
                      <a:pt x="1695329" y="1132336"/>
                    </a:cubicBezTo>
                    <a:cubicBezTo>
                      <a:pt x="1881807" y="1199434"/>
                      <a:pt x="1747853" y="1640545"/>
                      <a:pt x="1852839" y="1770931"/>
                    </a:cubicBezTo>
                    <a:cubicBezTo>
                      <a:pt x="2064505" y="1870837"/>
                      <a:pt x="1953056" y="2207921"/>
                      <a:pt x="2010524" y="2303488"/>
                    </a:cubicBezTo>
                    <a:cubicBezTo>
                      <a:pt x="2067992" y="2399055"/>
                      <a:pt x="2592046" y="3020191"/>
                      <a:pt x="1637030" y="3021072"/>
                    </a:cubicBezTo>
                    <a:cubicBezTo>
                      <a:pt x="1581067" y="3237729"/>
                      <a:pt x="1496503" y="3374172"/>
                      <a:pt x="1391982" y="3458827"/>
                    </a:cubicBezTo>
                    <a:cubicBezTo>
                      <a:pt x="1379103" y="3499732"/>
                      <a:pt x="1165872" y="3406233"/>
                      <a:pt x="1009906" y="3529000"/>
                    </a:cubicBezTo>
                    <a:lnTo>
                      <a:pt x="759565" y="3465500"/>
                    </a:lnTo>
                    <a:close/>
                  </a:path>
                </a:pathLst>
              </a:custGeom>
              <a:solidFill>
                <a:srgbClr val="3FB441"/>
              </a:solidFill>
              <a:ln w="571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8FE60133-EF03-99A7-5AE2-3F8E55375FDB}"/>
                  </a:ext>
                </a:extLst>
              </p:cNvPr>
              <p:cNvGrpSpPr/>
              <p:nvPr/>
            </p:nvGrpSpPr>
            <p:grpSpPr>
              <a:xfrm rot="3314844">
                <a:off x="6000499" y="2639134"/>
                <a:ext cx="1807976" cy="4100495"/>
                <a:chOff x="4016626" y="838564"/>
                <a:chExt cx="1807976" cy="4100495"/>
              </a:xfrm>
            </p:grpSpPr>
            <p:sp>
              <p:nvSpPr>
                <p:cNvPr id="43" name="Rectangle 7">
                  <a:extLst>
                    <a:ext uri="{FF2B5EF4-FFF2-40B4-BE49-F238E27FC236}">
                      <a16:creationId xmlns:a16="http://schemas.microsoft.com/office/drawing/2014/main" id="{13C8D170-8155-F5FD-FDAF-1DCD85366B74}"/>
                    </a:ext>
                  </a:extLst>
                </p:cNvPr>
                <p:cNvSpPr/>
                <p:nvPr/>
              </p:nvSpPr>
              <p:spPr>
                <a:xfrm rot="5130453">
                  <a:off x="4176599" y="2443612"/>
                  <a:ext cx="704825" cy="329939"/>
                </a:xfrm>
                <a:custGeom>
                  <a:avLst/>
                  <a:gdLst>
                    <a:gd name="connsiteX0" fmla="*/ 0 w 1007285"/>
                    <a:gd name="connsiteY0" fmla="*/ 0 h 94954"/>
                    <a:gd name="connsiteX1" fmla="*/ 1007285 w 1007285"/>
                    <a:gd name="connsiteY1" fmla="*/ 0 h 94954"/>
                    <a:gd name="connsiteX2" fmla="*/ 1007285 w 1007285"/>
                    <a:gd name="connsiteY2" fmla="*/ 94954 h 94954"/>
                    <a:gd name="connsiteX3" fmla="*/ 0 w 1007285"/>
                    <a:gd name="connsiteY3" fmla="*/ 94954 h 94954"/>
                    <a:gd name="connsiteX4" fmla="*/ 0 w 1007285"/>
                    <a:gd name="connsiteY4" fmla="*/ 0 h 94954"/>
                    <a:gd name="connsiteX0" fmla="*/ 2819400 w 3826685"/>
                    <a:gd name="connsiteY0" fmla="*/ 0 h 869654"/>
                    <a:gd name="connsiteX1" fmla="*/ 3826685 w 3826685"/>
                    <a:gd name="connsiteY1" fmla="*/ 0 h 869654"/>
                    <a:gd name="connsiteX2" fmla="*/ 3826685 w 3826685"/>
                    <a:gd name="connsiteY2" fmla="*/ 94954 h 869654"/>
                    <a:gd name="connsiteX3" fmla="*/ 0 w 3826685"/>
                    <a:gd name="connsiteY3" fmla="*/ 869654 h 869654"/>
                    <a:gd name="connsiteX4" fmla="*/ 2819400 w 3826685"/>
                    <a:gd name="connsiteY4" fmla="*/ 0 h 869654"/>
                    <a:gd name="connsiteX0" fmla="*/ 0 w 3826685"/>
                    <a:gd name="connsiteY0" fmla="*/ 869654 h 869654"/>
                    <a:gd name="connsiteX1" fmla="*/ 3826685 w 3826685"/>
                    <a:gd name="connsiteY1" fmla="*/ 0 h 869654"/>
                    <a:gd name="connsiteX2" fmla="*/ 3826685 w 3826685"/>
                    <a:gd name="connsiteY2" fmla="*/ 94954 h 869654"/>
                    <a:gd name="connsiteX3" fmla="*/ 0 w 3826685"/>
                    <a:gd name="connsiteY3" fmla="*/ 869654 h 869654"/>
                    <a:gd name="connsiteX0" fmla="*/ 0 w 3826685"/>
                    <a:gd name="connsiteY0" fmla="*/ 869654 h 935136"/>
                    <a:gd name="connsiteX1" fmla="*/ 3826685 w 3826685"/>
                    <a:gd name="connsiteY1" fmla="*/ 0 h 935136"/>
                    <a:gd name="connsiteX2" fmla="*/ 3826685 w 3826685"/>
                    <a:gd name="connsiteY2" fmla="*/ 94954 h 935136"/>
                    <a:gd name="connsiteX3" fmla="*/ 0 w 3826685"/>
                    <a:gd name="connsiteY3" fmla="*/ 869654 h 935136"/>
                    <a:gd name="connsiteX0" fmla="*/ 0 w 3826685"/>
                    <a:gd name="connsiteY0" fmla="*/ 869654 h 935136"/>
                    <a:gd name="connsiteX1" fmla="*/ 3826685 w 3826685"/>
                    <a:gd name="connsiteY1" fmla="*/ 0 h 935136"/>
                    <a:gd name="connsiteX2" fmla="*/ 3826685 w 3826685"/>
                    <a:gd name="connsiteY2" fmla="*/ 94954 h 935136"/>
                    <a:gd name="connsiteX3" fmla="*/ 0 w 3826685"/>
                    <a:gd name="connsiteY3" fmla="*/ 869654 h 935136"/>
                    <a:gd name="connsiteX0" fmla="*/ 0 w 3826685"/>
                    <a:gd name="connsiteY0" fmla="*/ 968065 h 1033547"/>
                    <a:gd name="connsiteX1" fmla="*/ 3826685 w 3826685"/>
                    <a:gd name="connsiteY1" fmla="*/ 98411 h 1033547"/>
                    <a:gd name="connsiteX2" fmla="*/ 3826685 w 3826685"/>
                    <a:gd name="connsiteY2" fmla="*/ 193365 h 1033547"/>
                    <a:gd name="connsiteX3" fmla="*/ 0 w 3826685"/>
                    <a:gd name="connsiteY3" fmla="*/ 968065 h 1033547"/>
                    <a:gd name="connsiteX0" fmla="*/ 0 w 3826685"/>
                    <a:gd name="connsiteY0" fmla="*/ 968065 h 1013810"/>
                    <a:gd name="connsiteX1" fmla="*/ 3826685 w 3826685"/>
                    <a:gd name="connsiteY1" fmla="*/ 98411 h 1013810"/>
                    <a:gd name="connsiteX2" fmla="*/ 3826685 w 3826685"/>
                    <a:gd name="connsiteY2" fmla="*/ 193365 h 1013810"/>
                    <a:gd name="connsiteX3" fmla="*/ 0 w 3826685"/>
                    <a:gd name="connsiteY3" fmla="*/ 968065 h 1013810"/>
                    <a:gd name="connsiteX0" fmla="*/ 0 w 3826685"/>
                    <a:gd name="connsiteY0" fmla="*/ 968065 h 1012429"/>
                    <a:gd name="connsiteX1" fmla="*/ 3826685 w 3826685"/>
                    <a:gd name="connsiteY1" fmla="*/ 98411 h 1012429"/>
                    <a:gd name="connsiteX2" fmla="*/ 3826685 w 3826685"/>
                    <a:gd name="connsiteY2" fmla="*/ 193365 h 1012429"/>
                    <a:gd name="connsiteX3" fmla="*/ 0 w 3826685"/>
                    <a:gd name="connsiteY3" fmla="*/ 968065 h 10124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826685" h="1012429">
                      <a:moveTo>
                        <a:pt x="0" y="968065"/>
                      </a:moveTo>
                      <a:cubicBezTo>
                        <a:pt x="1199362" y="1008380"/>
                        <a:pt x="2779723" y="-373704"/>
                        <a:pt x="3826685" y="98411"/>
                      </a:cubicBezTo>
                      <a:lnTo>
                        <a:pt x="3826685" y="193365"/>
                      </a:lnTo>
                      <a:cubicBezTo>
                        <a:pt x="2614623" y="-65927"/>
                        <a:pt x="932662" y="1268632"/>
                        <a:pt x="0" y="968065"/>
                      </a:cubicBezTo>
                      <a:close/>
                    </a:path>
                  </a:pathLst>
                </a:custGeom>
                <a:solidFill>
                  <a:srgbClr val="642631"/>
                </a:solidFill>
                <a:ln w="381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4" name="Rectangle 7">
                  <a:extLst>
                    <a:ext uri="{FF2B5EF4-FFF2-40B4-BE49-F238E27FC236}">
                      <a16:creationId xmlns:a16="http://schemas.microsoft.com/office/drawing/2014/main" id="{A9FD2358-7717-DCCF-8BB8-F8C9B3B3A827}"/>
                    </a:ext>
                  </a:extLst>
                </p:cNvPr>
                <p:cNvSpPr/>
                <p:nvPr/>
              </p:nvSpPr>
              <p:spPr>
                <a:xfrm rot="4411580">
                  <a:off x="3742062" y="3134570"/>
                  <a:ext cx="1032418" cy="483290"/>
                </a:xfrm>
                <a:custGeom>
                  <a:avLst/>
                  <a:gdLst>
                    <a:gd name="connsiteX0" fmla="*/ 0 w 1007285"/>
                    <a:gd name="connsiteY0" fmla="*/ 0 h 94954"/>
                    <a:gd name="connsiteX1" fmla="*/ 1007285 w 1007285"/>
                    <a:gd name="connsiteY1" fmla="*/ 0 h 94954"/>
                    <a:gd name="connsiteX2" fmla="*/ 1007285 w 1007285"/>
                    <a:gd name="connsiteY2" fmla="*/ 94954 h 94954"/>
                    <a:gd name="connsiteX3" fmla="*/ 0 w 1007285"/>
                    <a:gd name="connsiteY3" fmla="*/ 94954 h 94954"/>
                    <a:gd name="connsiteX4" fmla="*/ 0 w 1007285"/>
                    <a:gd name="connsiteY4" fmla="*/ 0 h 94954"/>
                    <a:gd name="connsiteX0" fmla="*/ 2819400 w 3826685"/>
                    <a:gd name="connsiteY0" fmla="*/ 0 h 869654"/>
                    <a:gd name="connsiteX1" fmla="*/ 3826685 w 3826685"/>
                    <a:gd name="connsiteY1" fmla="*/ 0 h 869654"/>
                    <a:gd name="connsiteX2" fmla="*/ 3826685 w 3826685"/>
                    <a:gd name="connsiteY2" fmla="*/ 94954 h 869654"/>
                    <a:gd name="connsiteX3" fmla="*/ 0 w 3826685"/>
                    <a:gd name="connsiteY3" fmla="*/ 869654 h 869654"/>
                    <a:gd name="connsiteX4" fmla="*/ 2819400 w 3826685"/>
                    <a:gd name="connsiteY4" fmla="*/ 0 h 869654"/>
                    <a:gd name="connsiteX0" fmla="*/ 0 w 3826685"/>
                    <a:gd name="connsiteY0" fmla="*/ 869654 h 869654"/>
                    <a:gd name="connsiteX1" fmla="*/ 3826685 w 3826685"/>
                    <a:gd name="connsiteY1" fmla="*/ 0 h 869654"/>
                    <a:gd name="connsiteX2" fmla="*/ 3826685 w 3826685"/>
                    <a:gd name="connsiteY2" fmla="*/ 94954 h 869654"/>
                    <a:gd name="connsiteX3" fmla="*/ 0 w 3826685"/>
                    <a:gd name="connsiteY3" fmla="*/ 869654 h 869654"/>
                    <a:gd name="connsiteX0" fmla="*/ 0 w 3826685"/>
                    <a:gd name="connsiteY0" fmla="*/ 869654 h 935136"/>
                    <a:gd name="connsiteX1" fmla="*/ 3826685 w 3826685"/>
                    <a:gd name="connsiteY1" fmla="*/ 0 h 935136"/>
                    <a:gd name="connsiteX2" fmla="*/ 3826685 w 3826685"/>
                    <a:gd name="connsiteY2" fmla="*/ 94954 h 935136"/>
                    <a:gd name="connsiteX3" fmla="*/ 0 w 3826685"/>
                    <a:gd name="connsiteY3" fmla="*/ 869654 h 935136"/>
                    <a:gd name="connsiteX0" fmla="*/ 0 w 3826685"/>
                    <a:gd name="connsiteY0" fmla="*/ 869654 h 935136"/>
                    <a:gd name="connsiteX1" fmla="*/ 3826685 w 3826685"/>
                    <a:gd name="connsiteY1" fmla="*/ 0 h 935136"/>
                    <a:gd name="connsiteX2" fmla="*/ 3826685 w 3826685"/>
                    <a:gd name="connsiteY2" fmla="*/ 94954 h 935136"/>
                    <a:gd name="connsiteX3" fmla="*/ 0 w 3826685"/>
                    <a:gd name="connsiteY3" fmla="*/ 869654 h 935136"/>
                    <a:gd name="connsiteX0" fmla="*/ 0 w 3826685"/>
                    <a:gd name="connsiteY0" fmla="*/ 968065 h 1033547"/>
                    <a:gd name="connsiteX1" fmla="*/ 3826685 w 3826685"/>
                    <a:gd name="connsiteY1" fmla="*/ 98411 h 1033547"/>
                    <a:gd name="connsiteX2" fmla="*/ 3826685 w 3826685"/>
                    <a:gd name="connsiteY2" fmla="*/ 193365 h 1033547"/>
                    <a:gd name="connsiteX3" fmla="*/ 0 w 3826685"/>
                    <a:gd name="connsiteY3" fmla="*/ 968065 h 1033547"/>
                    <a:gd name="connsiteX0" fmla="*/ 0 w 3826685"/>
                    <a:gd name="connsiteY0" fmla="*/ 968065 h 1013810"/>
                    <a:gd name="connsiteX1" fmla="*/ 3826685 w 3826685"/>
                    <a:gd name="connsiteY1" fmla="*/ 98411 h 1013810"/>
                    <a:gd name="connsiteX2" fmla="*/ 3826685 w 3826685"/>
                    <a:gd name="connsiteY2" fmla="*/ 193365 h 1013810"/>
                    <a:gd name="connsiteX3" fmla="*/ 0 w 3826685"/>
                    <a:gd name="connsiteY3" fmla="*/ 968065 h 1013810"/>
                    <a:gd name="connsiteX0" fmla="*/ 0 w 3826685"/>
                    <a:gd name="connsiteY0" fmla="*/ 968065 h 1012429"/>
                    <a:gd name="connsiteX1" fmla="*/ 3826685 w 3826685"/>
                    <a:gd name="connsiteY1" fmla="*/ 98411 h 1012429"/>
                    <a:gd name="connsiteX2" fmla="*/ 3826685 w 3826685"/>
                    <a:gd name="connsiteY2" fmla="*/ 193365 h 1012429"/>
                    <a:gd name="connsiteX3" fmla="*/ 0 w 3826685"/>
                    <a:gd name="connsiteY3" fmla="*/ 968065 h 10124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826685" h="1012429">
                      <a:moveTo>
                        <a:pt x="0" y="968065"/>
                      </a:moveTo>
                      <a:cubicBezTo>
                        <a:pt x="1199362" y="1008380"/>
                        <a:pt x="2779723" y="-373704"/>
                        <a:pt x="3826685" y="98411"/>
                      </a:cubicBezTo>
                      <a:lnTo>
                        <a:pt x="3826685" y="193365"/>
                      </a:lnTo>
                      <a:cubicBezTo>
                        <a:pt x="2614623" y="-65927"/>
                        <a:pt x="932662" y="1268632"/>
                        <a:pt x="0" y="968065"/>
                      </a:cubicBezTo>
                      <a:close/>
                    </a:path>
                  </a:pathLst>
                </a:custGeom>
                <a:solidFill>
                  <a:srgbClr val="642631"/>
                </a:solidFill>
                <a:ln w="381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5" name="Rectangle 7">
                  <a:extLst>
                    <a:ext uri="{FF2B5EF4-FFF2-40B4-BE49-F238E27FC236}">
                      <a16:creationId xmlns:a16="http://schemas.microsoft.com/office/drawing/2014/main" id="{417D5361-A604-25A7-7AEB-04EA13309F04}"/>
                    </a:ext>
                  </a:extLst>
                </p:cNvPr>
                <p:cNvSpPr/>
                <p:nvPr/>
              </p:nvSpPr>
              <p:spPr>
                <a:xfrm rot="7092579">
                  <a:off x="4464562" y="1382198"/>
                  <a:ext cx="963083" cy="329939"/>
                </a:xfrm>
                <a:custGeom>
                  <a:avLst/>
                  <a:gdLst>
                    <a:gd name="connsiteX0" fmla="*/ 0 w 1007285"/>
                    <a:gd name="connsiteY0" fmla="*/ 0 h 94954"/>
                    <a:gd name="connsiteX1" fmla="*/ 1007285 w 1007285"/>
                    <a:gd name="connsiteY1" fmla="*/ 0 h 94954"/>
                    <a:gd name="connsiteX2" fmla="*/ 1007285 w 1007285"/>
                    <a:gd name="connsiteY2" fmla="*/ 94954 h 94954"/>
                    <a:gd name="connsiteX3" fmla="*/ 0 w 1007285"/>
                    <a:gd name="connsiteY3" fmla="*/ 94954 h 94954"/>
                    <a:gd name="connsiteX4" fmla="*/ 0 w 1007285"/>
                    <a:gd name="connsiteY4" fmla="*/ 0 h 94954"/>
                    <a:gd name="connsiteX0" fmla="*/ 2819400 w 3826685"/>
                    <a:gd name="connsiteY0" fmla="*/ 0 h 869654"/>
                    <a:gd name="connsiteX1" fmla="*/ 3826685 w 3826685"/>
                    <a:gd name="connsiteY1" fmla="*/ 0 h 869654"/>
                    <a:gd name="connsiteX2" fmla="*/ 3826685 w 3826685"/>
                    <a:gd name="connsiteY2" fmla="*/ 94954 h 869654"/>
                    <a:gd name="connsiteX3" fmla="*/ 0 w 3826685"/>
                    <a:gd name="connsiteY3" fmla="*/ 869654 h 869654"/>
                    <a:gd name="connsiteX4" fmla="*/ 2819400 w 3826685"/>
                    <a:gd name="connsiteY4" fmla="*/ 0 h 869654"/>
                    <a:gd name="connsiteX0" fmla="*/ 0 w 3826685"/>
                    <a:gd name="connsiteY0" fmla="*/ 869654 h 869654"/>
                    <a:gd name="connsiteX1" fmla="*/ 3826685 w 3826685"/>
                    <a:gd name="connsiteY1" fmla="*/ 0 h 869654"/>
                    <a:gd name="connsiteX2" fmla="*/ 3826685 w 3826685"/>
                    <a:gd name="connsiteY2" fmla="*/ 94954 h 869654"/>
                    <a:gd name="connsiteX3" fmla="*/ 0 w 3826685"/>
                    <a:gd name="connsiteY3" fmla="*/ 869654 h 869654"/>
                    <a:gd name="connsiteX0" fmla="*/ 0 w 3826685"/>
                    <a:gd name="connsiteY0" fmla="*/ 869654 h 935136"/>
                    <a:gd name="connsiteX1" fmla="*/ 3826685 w 3826685"/>
                    <a:gd name="connsiteY1" fmla="*/ 0 h 935136"/>
                    <a:gd name="connsiteX2" fmla="*/ 3826685 w 3826685"/>
                    <a:gd name="connsiteY2" fmla="*/ 94954 h 935136"/>
                    <a:gd name="connsiteX3" fmla="*/ 0 w 3826685"/>
                    <a:gd name="connsiteY3" fmla="*/ 869654 h 935136"/>
                    <a:gd name="connsiteX0" fmla="*/ 0 w 3826685"/>
                    <a:gd name="connsiteY0" fmla="*/ 869654 h 935136"/>
                    <a:gd name="connsiteX1" fmla="*/ 3826685 w 3826685"/>
                    <a:gd name="connsiteY1" fmla="*/ 0 h 935136"/>
                    <a:gd name="connsiteX2" fmla="*/ 3826685 w 3826685"/>
                    <a:gd name="connsiteY2" fmla="*/ 94954 h 935136"/>
                    <a:gd name="connsiteX3" fmla="*/ 0 w 3826685"/>
                    <a:gd name="connsiteY3" fmla="*/ 869654 h 935136"/>
                    <a:gd name="connsiteX0" fmla="*/ 0 w 3826685"/>
                    <a:gd name="connsiteY0" fmla="*/ 968065 h 1033547"/>
                    <a:gd name="connsiteX1" fmla="*/ 3826685 w 3826685"/>
                    <a:gd name="connsiteY1" fmla="*/ 98411 h 1033547"/>
                    <a:gd name="connsiteX2" fmla="*/ 3826685 w 3826685"/>
                    <a:gd name="connsiteY2" fmla="*/ 193365 h 1033547"/>
                    <a:gd name="connsiteX3" fmla="*/ 0 w 3826685"/>
                    <a:gd name="connsiteY3" fmla="*/ 968065 h 1033547"/>
                    <a:gd name="connsiteX0" fmla="*/ 0 w 3826685"/>
                    <a:gd name="connsiteY0" fmla="*/ 968065 h 1013810"/>
                    <a:gd name="connsiteX1" fmla="*/ 3826685 w 3826685"/>
                    <a:gd name="connsiteY1" fmla="*/ 98411 h 1013810"/>
                    <a:gd name="connsiteX2" fmla="*/ 3826685 w 3826685"/>
                    <a:gd name="connsiteY2" fmla="*/ 193365 h 1013810"/>
                    <a:gd name="connsiteX3" fmla="*/ 0 w 3826685"/>
                    <a:gd name="connsiteY3" fmla="*/ 968065 h 1013810"/>
                    <a:gd name="connsiteX0" fmla="*/ 0 w 3826685"/>
                    <a:gd name="connsiteY0" fmla="*/ 968065 h 1012429"/>
                    <a:gd name="connsiteX1" fmla="*/ 3826685 w 3826685"/>
                    <a:gd name="connsiteY1" fmla="*/ 98411 h 1012429"/>
                    <a:gd name="connsiteX2" fmla="*/ 3826685 w 3826685"/>
                    <a:gd name="connsiteY2" fmla="*/ 193365 h 1012429"/>
                    <a:gd name="connsiteX3" fmla="*/ 0 w 3826685"/>
                    <a:gd name="connsiteY3" fmla="*/ 968065 h 10124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826685" h="1012429">
                      <a:moveTo>
                        <a:pt x="0" y="968065"/>
                      </a:moveTo>
                      <a:cubicBezTo>
                        <a:pt x="1199362" y="1008380"/>
                        <a:pt x="2779723" y="-373704"/>
                        <a:pt x="3826685" y="98411"/>
                      </a:cubicBezTo>
                      <a:lnTo>
                        <a:pt x="3826685" y="193365"/>
                      </a:lnTo>
                      <a:cubicBezTo>
                        <a:pt x="2614623" y="-65927"/>
                        <a:pt x="932662" y="1268632"/>
                        <a:pt x="0" y="968065"/>
                      </a:cubicBezTo>
                      <a:close/>
                    </a:path>
                  </a:pathLst>
                </a:custGeom>
                <a:solidFill>
                  <a:srgbClr val="642631"/>
                </a:solidFill>
                <a:ln w="381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6" name="Rectangle 7">
                  <a:extLst>
                    <a:ext uri="{FF2B5EF4-FFF2-40B4-BE49-F238E27FC236}">
                      <a16:creationId xmlns:a16="http://schemas.microsoft.com/office/drawing/2014/main" id="{89CEF7C9-7976-4CFF-B964-F7E9098CE41C}"/>
                    </a:ext>
                  </a:extLst>
                </p:cNvPr>
                <p:cNvSpPr/>
                <p:nvPr/>
              </p:nvSpPr>
              <p:spPr>
                <a:xfrm rot="17188420" flipH="1">
                  <a:off x="4412435" y="2911181"/>
                  <a:ext cx="1032418" cy="483290"/>
                </a:xfrm>
                <a:custGeom>
                  <a:avLst/>
                  <a:gdLst>
                    <a:gd name="connsiteX0" fmla="*/ 0 w 1007285"/>
                    <a:gd name="connsiteY0" fmla="*/ 0 h 94954"/>
                    <a:gd name="connsiteX1" fmla="*/ 1007285 w 1007285"/>
                    <a:gd name="connsiteY1" fmla="*/ 0 h 94954"/>
                    <a:gd name="connsiteX2" fmla="*/ 1007285 w 1007285"/>
                    <a:gd name="connsiteY2" fmla="*/ 94954 h 94954"/>
                    <a:gd name="connsiteX3" fmla="*/ 0 w 1007285"/>
                    <a:gd name="connsiteY3" fmla="*/ 94954 h 94954"/>
                    <a:gd name="connsiteX4" fmla="*/ 0 w 1007285"/>
                    <a:gd name="connsiteY4" fmla="*/ 0 h 94954"/>
                    <a:gd name="connsiteX0" fmla="*/ 2819400 w 3826685"/>
                    <a:gd name="connsiteY0" fmla="*/ 0 h 869654"/>
                    <a:gd name="connsiteX1" fmla="*/ 3826685 w 3826685"/>
                    <a:gd name="connsiteY1" fmla="*/ 0 h 869654"/>
                    <a:gd name="connsiteX2" fmla="*/ 3826685 w 3826685"/>
                    <a:gd name="connsiteY2" fmla="*/ 94954 h 869654"/>
                    <a:gd name="connsiteX3" fmla="*/ 0 w 3826685"/>
                    <a:gd name="connsiteY3" fmla="*/ 869654 h 869654"/>
                    <a:gd name="connsiteX4" fmla="*/ 2819400 w 3826685"/>
                    <a:gd name="connsiteY4" fmla="*/ 0 h 869654"/>
                    <a:gd name="connsiteX0" fmla="*/ 0 w 3826685"/>
                    <a:gd name="connsiteY0" fmla="*/ 869654 h 869654"/>
                    <a:gd name="connsiteX1" fmla="*/ 3826685 w 3826685"/>
                    <a:gd name="connsiteY1" fmla="*/ 0 h 869654"/>
                    <a:gd name="connsiteX2" fmla="*/ 3826685 w 3826685"/>
                    <a:gd name="connsiteY2" fmla="*/ 94954 h 869654"/>
                    <a:gd name="connsiteX3" fmla="*/ 0 w 3826685"/>
                    <a:gd name="connsiteY3" fmla="*/ 869654 h 869654"/>
                    <a:gd name="connsiteX0" fmla="*/ 0 w 3826685"/>
                    <a:gd name="connsiteY0" fmla="*/ 869654 h 935136"/>
                    <a:gd name="connsiteX1" fmla="*/ 3826685 w 3826685"/>
                    <a:gd name="connsiteY1" fmla="*/ 0 h 935136"/>
                    <a:gd name="connsiteX2" fmla="*/ 3826685 w 3826685"/>
                    <a:gd name="connsiteY2" fmla="*/ 94954 h 935136"/>
                    <a:gd name="connsiteX3" fmla="*/ 0 w 3826685"/>
                    <a:gd name="connsiteY3" fmla="*/ 869654 h 935136"/>
                    <a:gd name="connsiteX0" fmla="*/ 0 w 3826685"/>
                    <a:gd name="connsiteY0" fmla="*/ 869654 h 935136"/>
                    <a:gd name="connsiteX1" fmla="*/ 3826685 w 3826685"/>
                    <a:gd name="connsiteY1" fmla="*/ 0 h 935136"/>
                    <a:gd name="connsiteX2" fmla="*/ 3826685 w 3826685"/>
                    <a:gd name="connsiteY2" fmla="*/ 94954 h 935136"/>
                    <a:gd name="connsiteX3" fmla="*/ 0 w 3826685"/>
                    <a:gd name="connsiteY3" fmla="*/ 869654 h 935136"/>
                    <a:gd name="connsiteX0" fmla="*/ 0 w 3826685"/>
                    <a:gd name="connsiteY0" fmla="*/ 968065 h 1033547"/>
                    <a:gd name="connsiteX1" fmla="*/ 3826685 w 3826685"/>
                    <a:gd name="connsiteY1" fmla="*/ 98411 h 1033547"/>
                    <a:gd name="connsiteX2" fmla="*/ 3826685 w 3826685"/>
                    <a:gd name="connsiteY2" fmla="*/ 193365 h 1033547"/>
                    <a:gd name="connsiteX3" fmla="*/ 0 w 3826685"/>
                    <a:gd name="connsiteY3" fmla="*/ 968065 h 1033547"/>
                    <a:gd name="connsiteX0" fmla="*/ 0 w 3826685"/>
                    <a:gd name="connsiteY0" fmla="*/ 968065 h 1013810"/>
                    <a:gd name="connsiteX1" fmla="*/ 3826685 w 3826685"/>
                    <a:gd name="connsiteY1" fmla="*/ 98411 h 1013810"/>
                    <a:gd name="connsiteX2" fmla="*/ 3826685 w 3826685"/>
                    <a:gd name="connsiteY2" fmla="*/ 193365 h 1013810"/>
                    <a:gd name="connsiteX3" fmla="*/ 0 w 3826685"/>
                    <a:gd name="connsiteY3" fmla="*/ 968065 h 1013810"/>
                    <a:gd name="connsiteX0" fmla="*/ 0 w 3826685"/>
                    <a:gd name="connsiteY0" fmla="*/ 968065 h 1012429"/>
                    <a:gd name="connsiteX1" fmla="*/ 3826685 w 3826685"/>
                    <a:gd name="connsiteY1" fmla="*/ 98411 h 1012429"/>
                    <a:gd name="connsiteX2" fmla="*/ 3826685 w 3826685"/>
                    <a:gd name="connsiteY2" fmla="*/ 193365 h 1012429"/>
                    <a:gd name="connsiteX3" fmla="*/ 0 w 3826685"/>
                    <a:gd name="connsiteY3" fmla="*/ 968065 h 10124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826685" h="1012429">
                      <a:moveTo>
                        <a:pt x="0" y="968065"/>
                      </a:moveTo>
                      <a:cubicBezTo>
                        <a:pt x="1199362" y="1008380"/>
                        <a:pt x="2779723" y="-373704"/>
                        <a:pt x="3826685" y="98411"/>
                      </a:cubicBezTo>
                      <a:lnTo>
                        <a:pt x="3826685" y="193365"/>
                      </a:lnTo>
                      <a:cubicBezTo>
                        <a:pt x="2614623" y="-65927"/>
                        <a:pt x="932662" y="1268632"/>
                        <a:pt x="0" y="968065"/>
                      </a:cubicBezTo>
                      <a:close/>
                    </a:path>
                  </a:pathLst>
                </a:custGeom>
                <a:solidFill>
                  <a:srgbClr val="642631"/>
                </a:solidFill>
                <a:ln w="381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7" name="Rectangle 7">
                  <a:extLst>
                    <a:ext uri="{FF2B5EF4-FFF2-40B4-BE49-F238E27FC236}">
                      <a16:creationId xmlns:a16="http://schemas.microsoft.com/office/drawing/2014/main" id="{1BB718EC-E774-0AF1-1F9B-448F731AB4D7}"/>
                    </a:ext>
                  </a:extLst>
                </p:cNvPr>
                <p:cNvSpPr/>
                <p:nvPr/>
              </p:nvSpPr>
              <p:spPr>
                <a:xfrm rot="17188420" flipH="1">
                  <a:off x="4552865" y="2140602"/>
                  <a:ext cx="868238" cy="406435"/>
                </a:xfrm>
                <a:custGeom>
                  <a:avLst/>
                  <a:gdLst>
                    <a:gd name="connsiteX0" fmla="*/ 0 w 1007285"/>
                    <a:gd name="connsiteY0" fmla="*/ 0 h 94954"/>
                    <a:gd name="connsiteX1" fmla="*/ 1007285 w 1007285"/>
                    <a:gd name="connsiteY1" fmla="*/ 0 h 94954"/>
                    <a:gd name="connsiteX2" fmla="*/ 1007285 w 1007285"/>
                    <a:gd name="connsiteY2" fmla="*/ 94954 h 94954"/>
                    <a:gd name="connsiteX3" fmla="*/ 0 w 1007285"/>
                    <a:gd name="connsiteY3" fmla="*/ 94954 h 94954"/>
                    <a:gd name="connsiteX4" fmla="*/ 0 w 1007285"/>
                    <a:gd name="connsiteY4" fmla="*/ 0 h 94954"/>
                    <a:gd name="connsiteX0" fmla="*/ 2819400 w 3826685"/>
                    <a:gd name="connsiteY0" fmla="*/ 0 h 869654"/>
                    <a:gd name="connsiteX1" fmla="*/ 3826685 w 3826685"/>
                    <a:gd name="connsiteY1" fmla="*/ 0 h 869654"/>
                    <a:gd name="connsiteX2" fmla="*/ 3826685 w 3826685"/>
                    <a:gd name="connsiteY2" fmla="*/ 94954 h 869654"/>
                    <a:gd name="connsiteX3" fmla="*/ 0 w 3826685"/>
                    <a:gd name="connsiteY3" fmla="*/ 869654 h 869654"/>
                    <a:gd name="connsiteX4" fmla="*/ 2819400 w 3826685"/>
                    <a:gd name="connsiteY4" fmla="*/ 0 h 869654"/>
                    <a:gd name="connsiteX0" fmla="*/ 0 w 3826685"/>
                    <a:gd name="connsiteY0" fmla="*/ 869654 h 869654"/>
                    <a:gd name="connsiteX1" fmla="*/ 3826685 w 3826685"/>
                    <a:gd name="connsiteY1" fmla="*/ 0 h 869654"/>
                    <a:gd name="connsiteX2" fmla="*/ 3826685 w 3826685"/>
                    <a:gd name="connsiteY2" fmla="*/ 94954 h 869654"/>
                    <a:gd name="connsiteX3" fmla="*/ 0 w 3826685"/>
                    <a:gd name="connsiteY3" fmla="*/ 869654 h 869654"/>
                    <a:gd name="connsiteX0" fmla="*/ 0 w 3826685"/>
                    <a:gd name="connsiteY0" fmla="*/ 869654 h 935136"/>
                    <a:gd name="connsiteX1" fmla="*/ 3826685 w 3826685"/>
                    <a:gd name="connsiteY1" fmla="*/ 0 h 935136"/>
                    <a:gd name="connsiteX2" fmla="*/ 3826685 w 3826685"/>
                    <a:gd name="connsiteY2" fmla="*/ 94954 h 935136"/>
                    <a:gd name="connsiteX3" fmla="*/ 0 w 3826685"/>
                    <a:gd name="connsiteY3" fmla="*/ 869654 h 935136"/>
                    <a:gd name="connsiteX0" fmla="*/ 0 w 3826685"/>
                    <a:gd name="connsiteY0" fmla="*/ 869654 h 935136"/>
                    <a:gd name="connsiteX1" fmla="*/ 3826685 w 3826685"/>
                    <a:gd name="connsiteY1" fmla="*/ 0 h 935136"/>
                    <a:gd name="connsiteX2" fmla="*/ 3826685 w 3826685"/>
                    <a:gd name="connsiteY2" fmla="*/ 94954 h 935136"/>
                    <a:gd name="connsiteX3" fmla="*/ 0 w 3826685"/>
                    <a:gd name="connsiteY3" fmla="*/ 869654 h 935136"/>
                    <a:gd name="connsiteX0" fmla="*/ 0 w 3826685"/>
                    <a:gd name="connsiteY0" fmla="*/ 968065 h 1033547"/>
                    <a:gd name="connsiteX1" fmla="*/ 3826685 w 3826685"/>
                    <a:gd name="connsiteY1" fmla="*/ 98411 h 1033547"/>
                    <a:gd name="connsiteX2" fmla="*/ 3826685 w 3826685"/>
                    <a:gd name="connsiteY2" fmla="*/ 193365 h 1033547"/>
                    <a:gd name="connsiteX3" fmla="*/ 0 w 3826685"/>
                    <a:gd name="connsiteY3" fmla="*/ 968065 h 1033547"/>
                    <a:gd name="connsiteX0" fmla="*/ 0 w 3826685"/>
                    <a:gd name="connsiteY0" fmla="*/ 968065 h 1013810"/>
                    <a:gd name="connsiteX1" fmla="*/ 3826685 w 3826685"/>
                    <a:gd name="connsiteY1" fmla="*/ 98411 h 1013810"/>
                    <a:gd name="connsiteX2" fmla="*/ 3826685 w 3826685"/>
                    <a:gd name="connsiteY2" fmla="*/ 193365 h 1013810"/>
                    <a:gd name="connsiteX3" fmla="*/ 0 w 3826685"/>
                    <a:gd name="connsiteY3" fmla="*/ 968065 h 1013810"/>
                    <a:gd name="connsiteX0" fmla="*/ 0 w 3826685"/>
                    <a:gd name="connsiteY0" fmla="*/ 968065 h 1012429"/>
                    <a:gd name="connsiteX1" fmla="*/ 3826685 w 3826685"/>
                    <a:gd name="connsiteY1" fmla="*/ 98411 h 1012429"/>
                    <a:gd name="connsiteX2" fmla="*/ 3826685 w 3826685"/>
                    <a:gd name="connsiteY2" fmla="*/ 193365 h 1012429"/>
                    <a:gd name="connsiteX3" fmla="*/ 0 w 3826685"/>
                    <a:gd name="connsiteY3" fmla="*/ 968065 h 10124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826685" h="1012429">
                      <a:moveTo>
                        <a:pt x="0" y="968065"/>
                      </a:moveTo>
                      <a:cubicBezTo>
                        <a:pt x="1199362" y="1008380"/>
                        <a:pt x="2779723" y="-373704"/>
                        <a:pt x="3826685" y="98411"/>
                      </a:cubicBezTo>
                      <a:lnTo>
                        <a:pt x="3826685" y="193365"/>
                      </a:lnTo>
                      <a:cubicBezTo>
                        <a:pt x="2614623" y="-65927"/>
                        <a:pt x="932662" y="1268632"/>
                        <a:pt x="0" y="968065"/>
                      </a:cubicBezTo>
                      <a:close/>
                    </a:path>
                  </a:pathLst>
                </a:custGeom>
                <a:solidFill>
                  <a:srgbClr val="642631"/>
                </a:solidFill>
                <a:ln w="381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8" name="Rectangle 7">
                  <a:extLst>
                    <a:ext uri="{FF2B5EF4-FFF2-40B4-BE49-F238E27FC236}">
                      <a16:creationId xmlns:a16="http://schemas.microsoft.com/office/drawing/2014/main" id="{BEEA95CD-2310-7934-DE89-47B8F0C61B4C}"/>
                    </a:ext>
                  </a:extLst>
                </p:cNvPr>
                <p:cNvSpPr/>
                <p:nvPr/>
              </p:nvSpPr>
              <p:spPr>
                <a:xfrm rot="18478518" flipH="1">
                  <a:off x="5066748" y="1113128"/>
                  <a:ext cx="1032418" cy="483290"/>
                </a:xfrm>
                <a:custGeom>
                  <a:avLst/>
                  <a:gdLst>
                    <a:gd name="connsiteX0" fmla="*/ 0 w 1007285"/>
                    <a:gd name="connsiteY0" fmla="*/ 0 h 94954"/>
                    <a:gd name="connsiteX1" fmla="*/ 1007285 w 1007285"/>
                    <a:gd name="connsiteY1" fmla="*/ 0 h 94954"/>
                    <a:gd name="connsiteX2" fmla="*/ 1007285 w 1007285"/>
                    <a:gd name="connsiteY2" fmla="*/ 94954 h 94954"/>
                    <a:gd name="connsiteX3" fmla="*/ 0 w 1007285"/>
                    <a:gd name="connsiteY3" fmla="*/ 94954 h 94954"/>
                    <a:gd name="connsiteX4" fmla="*/ 0 w 1007285"/>
                    <a:gd name="connsiteY4" fmla="*/ 0 h 94954"/>
                    <a:gd name="connsiteX0" fmla="*/ 2819400 w 3826685"/>
                    <a:gd name="connsiteY0" fmla="*/ 0 h 869654"/>
                    <a:gd name="connsiteX1" fmla="*/ 3826685 w 3826685"/>
                    <a:gd name="connsiteY1" fmla="*/ 0 h 869654"/>
                    <a:gd name="connsiteX2" fmla="*/ 3826685 w 3826685"/>
                    <a:gd name="connsiteY2" fmla="*/ 94954 h 869654"/>
                    <a:gd name="connsiteX3" fmla="*/ 0 w 3826685"/>
                    <a:gd name="connsiteY3" fmla="*/ 869654 h 869654"/>
                    <a:gd name="connsiteX4" fmla="*/ 2819400 w 3826685"/>
                    <a:gd name="connsiteY4" fmla="*/ 0 h 869654"/>
                    <a:gd name="connsiteX0" fmla="*/ 0 w 3826685"/>
                    <a:gd name="connsiteY0" fmla="*/ 869654 h 869654"/>
                    <a:gd name="connsiteX1" fmla="*/ 3826685 w 3826685"/>
                    <a:gd name="connsiteY1" fmla="*/ 0 h 869654"/>
                    <a:gd name="connsiteX2" fmla="*/ 3826685 w 3826685"/>
                    <a:gd name="connsiteY2" fmla="*/ 94954 h 869654"/>
                    <a:gd name="connsiteX3" fmla="*/ 0 w 3826685"/>
                    <a:gd name="connsiteY3" fmla="*/ 869654 h 869654"/>
                    <a:gd name="connsiteX0" fmla="*/ 0 w 3826685"/>
                    <a:gd name="connsiteY0" fmla="*/ 869654 h 935136"/>
                    <a:gd name="connsiteX1" fmla="*/ 3826685 w 3826685"/>
                    <a:gd name="connsiteY1" fmla="*/ 0 h 935136"/>
                    <a:gd name="connsiteX2" fmla="*/ 3826685 w 3826685"/>
                    <a:gd name="connsiteY2" fmla="*/ 94954 h 935136"/>
                    <a:gd name="connsiteX3" fmla="*/ 0 w 3826685"/>
                    <a:gd name="connsiteY3" fmla="*/ 869654 h 935136"/>
                    <a:gd name="connsiteX0" fmla="*/ 0 w 3826685"/>
                    <a:gd name="connsiteY0" fmla="*/ 869654 h 935136"/>
                    <a:gd name="connsiteX1" fmla="*/ 3826685 w 3826685"/>
                    <a:gd name="connsiteY1" fmla="*/ 0 h 935136"/>
                    <a:gd name="connsiteX2" fmla="*/ 3826685 w 3826685"/>
                    <a:gd name="connsiteY2" fmla="*/ 94954 h 935136"/>
                    <a:gd name="connsiteX3" fmla="*/ 0 w 3826685"/>
                    <a:gd name="connsiteY3" fmla="*/ 869654 h 935136"/>
                    <a:gd name="connsiteX0" fmla="*/ 0 w 3826685"/>
                    <a:gd name="connsiteY0" fmla="*/ 968065 h 1033547"/>
                    <a:gd name="connsiteX1" fmla="*/ 3826685 w 3826685"/>
                    <a:gd name="connsiteY1" fmla="*/ 98411 h 1033547"/>
                    <a:gd name="connsiteX2" fmla="*/ 3826685 w 3826685"/>
                    <a:gd name="connsiteY2" fmla="*/ 193365 h 1033547"/>
                    <a:gd name="connsiteX3" fmla="*/ 0 w 3826685"/>
                    <a:gd name="connsiteY3" fmla="*/ 968065 h 1033547"/>
                    <a:gd name="connsiteX0" fmla="*/ 0 w 3826685"/>
                    <a:gd name="connsiteY0" fmla="*/ 968065 h 1013810"/>
                    <a:gd name="connsiteX1" fmla="*/ 3826685 w 3826685"/>
                    <a:gd name="connsiteY1" fmla="*/ 98411 h 1013810"/>
                    <a:gd name="connsiteX2" fmla="*/ 3826685 w 3826685"/>
                    <a:gd name="connsiteY2" fmla="*/ 193365 h 1013810"/>
                    <a:gd name="connsiteX3" fmla="*/ 0 w 3826685"/>
                    <a:gd name="connsiteY3" fmla="*/ 968065 h 1013810"/>
                    <a:gd name="connsiteX0" fmla="*/ 0 w 3826685"/>
                    <a:gd name="connsiteY0" fmla="*/ 968065 h 1012429"/>
                    <a:gd name="connsiteX1" fmla="*/ 3826685 w 3826685"/>
                    <a:gd name="connsiteY1" fmla="*/ 98411 h 1012429"/>
                    <a:gd name="connsiteX2" fmla="*/ 3826685 w 3826685"/>
                    <a:gd name="connsiteY2" fmla="*/ 193365 h 1012429"/>
                    <a:gd name="connsiteX3" fmla="*/ 0 w 3826685"/>
                    <a:gd name="connsiteY3" fmla="*/ 968065 h 10124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826685" h="1012429">
                      <a:moveTo>
                        <a:pt x="0" y="968065"/>
                      </a:moveTo>
                      <a:cubicBezTo>
                        <a:pt x="1199362" y="1008380"/>
                        <a:pt x="2779723" y="-373704"/>
                        <a:pt x="3826685" y="98411"/>
                      </a:cubicBezTo>
                      <a:lnTo>
                        <a:pt x="3826685" y="193365"/>
                      </a:lnTo>
                      <a:cubicBezTo>
                        <a:pt x="2614623" y="-65927"/>
                        <a:pt x="932662" y="1268632"/>
                        <a:pt x="0" y="968065"/>
                      </a:cubicBezTo>
                      <a:close/>
                    </a:path>
                  </a:pathLst>
                </a:custGeom>
                <a:solidFill>
                  <a:srgbClr val="642631"/>
                </a:solidFill>
                <a:ln w="381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0" name="Rectangle 59">
                  <a:extLst>
                    <a:ext uri="{FF2B5EF4-FFF2-40B4-BE49-F238E27FC236}">
                      <a16:creationId xmlns:a16="http://schemas.microsoft.com/office/drawing/2014/main" id="{D5FE1A56-448E-3AD3-55B4-8F1417FB9B8A}"/>
                    </a:ext>
                  </a:extLst>
                </p:cNvPr>
                <p:cNvSpPr/>
                <p:nvPr/>
              </p:nvSpPr>
              <p:spPr>
                <a:xfrm rot="316924">
                  <a:off x="4495499" y="926657"/>
                  <a:ext cx="957550" cy="4012402"/>
                </a:xfrm>
                <a:custGeom>
                  <a:avLst/>
                  <a:gdLst>
                    <a:gd name="connsiteX0" fmla="*/ 0 w 196226"/>
                    <a:gd name="connsiteY0" fmla="*/ 0 h 3725706"/>
                    <a:gd name="connsiteX1" fmla="*/ 196226 w 196226"/>
                    <a:gd name="connsiteY1" fmla="*/ 0 h 3725706"/>
                    <a:gd name="connsiteX2" fmla="*/ 196226 w 196226"/>
                    <a:gd name="connsiteY2" fmla="*/ 3725706 h 3725706"/>
                    <a:gd name="connsiteX3" fmla="*/ 0 w 196226"/>
                    <a:gd name="connsiteY3" fmla="*/ 3725706 h 3725706"/>
                    <a:gd name="connsiteX4" fmla="*/ 0 w 196226"/>
                    <a:gd name="connsiteY4" fmla="*/ 0 h 3725706"/>
                    <a:gd name="connsiteX0" fmla="*/ 0 w 196226"/>
                    <a:gd name="connsiteY0" fmla="*/ 3725706 h 3725706"/>
                    <a:gd name="connsiteX1" fmla="*/ 196226 w 196226"/>
                    <a:gd name="connsiteY1" fmla="*/ 0 h 3725706"/>
                    <a:gd name="connsiteX2" fmla="*/ 196226 w 196226"/>
                    <a:gd name="connsiteY2" fmla="*/ 3725706 h 3725706"/>
                    <a:gd name="connsiteX3" fmla="*/ 0 w 196226"/>
                    <a:gd name="connsiteY3" fmla="*/ 3725706 h 3725706"/>
                    <a:gd name="connsiteX0" fmla="*/ 0 w 196226"/>
                    <a:gd name="connsiteY0" fmla="*/ 3741025 h 3741025"/>
                    <a:gd name="connsiteX1" fmla="*/ 177626 w 196226"/>
                    <a:gd name="connsiteY1" fmla="*/ 0 h 3741025"/>
                    <a:gd name="connsiteX2" fmla="*/ 196226 w 196226"/>
                    <a:gd name="connsiteY2" fmla="*/ 3741025 h 3741025"/>
                    <a:gd name="connsiteX3" fmla="*/ 0 w 196226"/>
                    <a:gd name="connsiteY3" fmla="*/ 3741025 h 3741025"/>
                    <a:gd name="connsiteX0" fmla="*/ 0 w 196226"/>
                    <a:gd name="connsiteY0" fmla="*/ 3760392 h 3760392"/>
                    <a:gd name="connsiteX1" fmla="*/ 165482 w 196226"/>
                    <a:gd name="connsiteY1" fmla="*/ 0 h 3760392"/>
                    <a:gd name="connsiteX2" fmla="*/ 196226 w 196226"/>
                    <a:gd name="connsiteY2" fmla="*/ 3760392 h 3760392"/>
                    <a:gd name="connsiteX3" fmla="*/ 0 w 196226"/>
                    <a:gd name="connsiteY3" fmla="*/ 3760392 h 3760392"/>
                    <a:gd name="connsiteX0" fmla="*/ 0 w 196226"/>
                    <a:gd name="connsiteY0" fmla="*/ 3760392 h 3760392"/>
                    <a:gd name="connsiteX1" fmla="*/ 165482 w 196226"/>
                    <a:gd name="connsiteY1" fmla="*/ 0 h 3760392"/>
                    <a:gd name="connsiteX2" fmla="*/ 196226 w 196226"/>
                    <a:gd name="connsiteY2" fmla="*/ 3760392 h 3760392"/>
                    <a:gd name="connsiteX3" fmla="*/ 0 w 196226"/>
                    <a:gd name="connsiteY3" fmla="*/ 3760392 h 3760392"/>
                    <a:gd name="connsiteX0" fmla="*/ 0 w 203788"/>
                    <a:gd name="connsiteY0" fmla="*/ 3760392 h 3760392"/>
                    <a:gd name="connsiteX1" fmla="*/ 165482 w 203788"/>
                    <a:gd name="connsiteY1" fmla="*/ 0 h 3760392"/>
                    <a:gd name="connsiteX2" fmla="*/ 196226 w 203788"/>
                    <a:gd name="connsiteY2" fmla="*/ 3760392 h 3760392"/>
                    <a:gd name="connsiteX3" fmla="*/ 0 w 203788"/>
                    <a:gd name="connsiteY3" fmla="*/ 3760392 h 3760392"/>
                    <a:gd name="connsiteX0" fmla="*/ 0 w 232892"/>
                    <a:gd name="connsiteY0" fmla="*/ 3742664 h 3760392"/>
                    <a:gd name="connsiteX1" fmla="*/ 194586 w 232892"/>
                    <a:gd name="connsiteY1" fmla="*/ 0 h 3760392"/>
                    <a:gd name="connsiteX2" fmla="*/ 225330 w 232892"/>
                    <a:gd name="connsiteY2" fmla="*/ 3760392 h 3760392"/>
                    <a:gd name="connsiteX3" fmla="*/ 0 w 232892"/>
                    <a:gd name="connsiteY3" fmla="*/ 3742664 h 3760392"/>
                    <a:gd name="connsiteX0" fmla="*/ 0 w 232030"/>
                    <a:gd name="connsiteY0" fmla="*/ 3742664 h 3914670"/>
                    <a:gd name="connsiteX1" fmla="*/ 194586 w 232030"/>
                    <a:gd name="connsiteY1" fmla="*/ 0 h 3914670"/>
                    <a:gd name="connsiteX2" fmla="*/ 223135 w 232030"/>
                    <a:gd name="connsiteY2" fmla="*/ 3914670 h 3914670"/>
                    <a:gd name="connsiteX3" fmla="*/ 0 w 232030"/>
                    <a:gd name="connsiteY3" fmla="*/ 3742664 h 3914670"/>
                    <a:gd name="connsiteX0" fmla="*/ 0 w 247137"/>
                    <a:gd name="connsiteY0" fmla="*/ 3905038 h 3914670"/>
                    <a:gd name="connsiteX1" fmla="*/ 209693 w 247137"/>
                    <a:gd name="connsiteY1" fmla="*/ 0 h 3914670"/>
                    <a:gd name="connsiteX2" fmla="*/ 238242 w 247137"/>
                    <a:gd name="connsiteY2" fmla="*/ 3914670 h 3914670"/>
                    <a:gd name="connsiteX3" fmla="*/ 0 w 247137"/>
                    <a:gd name="connsiteY3" fmla="*/ 3905038 h 3914670"/>
                    <a:gd name="connsiteX0" fmla="*/ 0 w 250938"/>
                    <a:gd name="connsiteY0" fmla="*/ 3905038 h 3972005"/>
                    <a:gd name="connsiteX1" fmla="*/ 209693 w 250938"/>
                    <a:gd name="connsiteY1" fmla="*/ 0 h 3972005"/>
                    <a:gd name="connsiteX2" fmla="*/ 247212 w 250938"/>
                    <a:gd name="connsiteY2" fmla="*/ 3972005 h 3972005"/>
                    <a:gd name="connsiteX3" fmla="*/ 0 w 250938"/>
                    <a:gd name="connsiteY3" fmla="*/ 3905038 h 3972005"/>
                    <a:gd name="connsiteX0" fmla="*/ 0 w 264616"/>
                    <a:gd name="connsiteY0" fmla="*/ 3940598 h 3972005"/>
                    <a:gd name="connsiteX1" fmla="*/ 223371 w 264616"/>
                    <a:gd name="connsiteY1" fmla="*/ 0 h 3972005"/>
                    <a:gd name="connsiteX2" fmla="*/ 260890 w 264616"/>
                    <a:gd name="connsiteY2" fmla="*/ 3972005 h 3972005"/>
                    <a:gd name="connsiteX3" fmla="*/ 0 w 264616"/>
                    <a:gd name="connsiteY3" fmla="*/ 3940598 h 3972005"/>
                    <a:gd name="connsiteX0" fmla="*/ 0 w 262936"/>
                    <a:gd name="connsiteY0" fmla="*/ 3974517 h 4005924"/>
                    <a:gd name="connsiteX1" fmla="*/ 220090 w 262936"/>
                    <a:gd name="connsiteY1" fmla="*/ 0 h 4005924"/>
                    <a:gd name="connsiteX2" fmla="*/ 260890 w 262936"/>
                    <a:gd name="connsiteY2" fmla="*/ 4005924 h 4005924"/>
                    <a:gd name="connsiteX3" fmla="*/ 0 w 262936"/>
                    <a:gd name="connsiteY3" fmla="*/ 3974517 h 4005924"/>
                    <a:gd name="connsiteX0" fmla="*/ 0 w 286726"/>
                    <a:gd name="connsiteY0" fmla="*/ 3974517 h 4005924"/>
                    <a:gd name="connsiteX1" fmla="*/ 220090 w 286726"/>
                    <a:gd name="connsiteY1" fmla="*/ 0 h 4005924"/>
                    <a:gd name="connsiteX2" fmla="*/ 260890 w 286726"/>
                    <a:gd name="connsiteY2" fmla="*/ 4005924 h 4005924"/>
                    <a:gd name="connsiteX3" fmla="*/ 0 w 286726"/>
                    <a:gd name="connsiteY3" fmla="*/ 3974517 h 4005924"/>
                    <a:gd name="connsiteX0" fmla="*/ 0 w 286726"/>
                    <a:gd name="connsiteY0" fmla="*/ 3974517 h 4065957"/>
                    <a:gd name="connsiteX1" fmla="*/ 220090 w 286726"/>
                    <a:gd name="connsiteY1" fmla="*/ 0 h 4065957"/>
                    <a:gd name="connsiteX2" fmla="*/ 260890 w 286726"/>
                    <a:gd name="connsiteY2" fmla="*/ 4005924 h 4065957"/>
                    <a:gd name="connsiteX3" fmla="*/ 91440 w 286726"/>
                    <a:gd name="connsiteY3" fmla="*/ 4065957 h 4065957"/>
                    <a:gd name="connsiteX0" fmla="*/ 0 w 286726"/>
                    <a:gd name="connsiteY0" fmla="*/ 3974517 h 4005924"/>
                    <a:gd name="connsiteX1" fmla="*/ 220090 w 286726"/>
                    <a:gd name="connsiteY1" fmla="*/ 0 h 4005924"/>
                    <a:gd name="connsiteX2" fmla="*/ 260890 w 286726"/>
                    <a:gd name="connsiteY2" fmla="*/ 4005924 h 4005924"/>
                    <a:gd name="connsiteX0" fmla="*/ 0 w 439818"/>
                    <a:gd name="connsiteY0" fmla="*/ 3974517 h 3974517"/>
                    <a:gd name="connsiteX1" fmla="*/ 220090 w 439818"/>
                    <a:gd name="connsiteY1" fmla="*/ 0 h 3974517"/>
                    <a:gd name="connsiteX2" fmla="*/ 432646 w 439818"/>
                    <a:gd name="connsiteY2" fmla="*/ 3824933 h 3974517"/>
                    <a:gd name="connsiteX0" fmla="*/ 22519 w 324389"/>
                    <a:gd name="connsiteY0" fmla="*/ 3934326 h 3934326"/>
                    <a:gd name="connsiteX1" fmla="*/ 104661 w 324389"/>
                    <a:gd name="connsiteY1" fmla="*/ 0 h 3934326"/>
                    <a:gd name="connsiteX2" fmla="*/ 317217 w 324389"/>
                    <a:gd name="connsiteY2" fmla="*/ 3824933 h 3934326"/>
                    <a:gd name="connsiteX0" fmla="*/ 71419 w 373289"/>
                    <a:gd name="connsiteY0" fmla="*/ 3934326 h 3934326"/>
                    <a:gd name="connsiteX1" fmla="*/ 153561 w 373289"/>
                    <a:gd name="connsiteY1" fmla="*/ 0 h 3934326"/>
                    <a:gd name="connsiteX2" fmla="*/ 366117 w 373289"/>
                    <a:gd name="connsiteY2" fmla="*/ 3824933 h 3934326"/>
                    <a:gd name="connsiteX0" fmla="*/ 25087 w 353558"/>
                    <a:gd name="connsiteY0" fmla="*/ 3915590 h 3915590"/>
                    <a:gd name="connsiteX1" fmla="*/ 299760 w 353558"/>
                    <a:gd name="connsiteY1" fmla="*/ 0 h 3915590"/>
                    <a:gd name="connsiteX2" fmla="*/ 319785 w 353558"/>
                    <a:gd name="connsiteY2" fmla="*/ 3806197 h 3915590"/>
                    <a:gd name="connsiteX0" fmla="*/ 25087 w 320679"/>
                    <a:gd name="connsiteY0" fmla="*/ 3915590 h 3915590"/>
                    <a:gd name="connsiteX1" fmla="*/ 299760 w 320679"/>
                    <a:gd name="connsiteY1" fmla="*/ 0 h 3915590"/>
                    <a:gd name="connsiteX2" fmla="*/ 319785 w 320679"/>
                    <a:gd name="connsiteY2" fmla="*/ 3806197 h 3915590"/>
                    <a:gd name="connsiteX0" fmla="*/ 50244 w 344942"/>
                    <a:gd name="connsiteY0" fmla="*/ 3324011 h 3324011"/>
                    <a:gd name="connsiteX1" fmla="*/ 188602 w 344942"/>
                    <a:gd name="connsiteY1" fmla="*/ 0 h 3324011"/>
                    <a:gd name="connsiteX2" fmla="*/ 344942 w 344942"/>
                    <a:gd name="connsiteY2" fmla="*/ 3214618 h 3324011"/>
                    <a:gd name="connsiteX0" fmla="*/ 20739 w 362178"/>
                    <a:gd name="connsiteY0" fmla="*/ 3902284 h 3902284"/>
                    <a:gd name="connsiteX1" fmla="*/ 346058 w 362178"/>
                    <a:gd name="connsiteY1" fmla="*/ 0 h 3902284"/>
                    <a:gd name="connsiteX2" fmla="*/ 315437 w 362178"/>
                    <a:gd name="connsiteY2" fmla="*/ 3792891 h 3902284"/>
                    <a:gd name="connsiteX0" fmla="*/ 7045 w 875636"/>
                    <a:gd name="connsiteY0" fmla="*/ 4012402 h 4012402"/>
                    <a:gd name="connsiteX1" fmla="*/ 870853 w 875636"/>
                    <a:gd name="connsiteY1" fmla="*/ 0 h 4012402"/>
                    <a:gd name="connsiteX2" fmla="*/ 301743 w 875636"/>
                    <a:gd name="connsiteY2" fmla="*/ 3903009 h 4012402"/>
                    <a:gd name="connsiteX0" fmla="*/ 93742 w 962333"/>
                    <a:gd name="connsiteY0" fmla="*/ 4012402 h 4012402"/>
                    <a:gd name="connsiteX1" fmla="*/ 957550 w 962333"/>
                    <a:gd name="connsiteY1" fmla="*/ 0 h 4012402"/>
                    <a:gd name="connsiteX2" fmla="*/ 388440 w 962333"/>
                    <a:gd name="connsiteY2" fmla="*/ 3903009 h 4012402"/>
                    <a:gd name="connsiteX0" fmla="*/ 93742 w 957550"/>
                    <a:gd name="connsiteY0" fmla="*/ 4012402 h 4012402"/>
                    <a:gd name="connsiteX1" fmla="*/ 957550 w 957550"/>
                    <a:gd name="connsiteY1" fmla="*/ 0 h 4012402"/>
                    <a:gd name="connsiteX2" fmla="*/ 388440 w 957550"/>
                    <a:gd name="connsiteY2" fmla="*/ 3903009 h 40124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57550" h="4012402">
                      <a:moveTo>
                        <a:pt x="93742" y="4012402"/>
                      </a:moveTo>
                      <a:cubicBezTo>
                        <a:pt x="7017" y="2753508"/>
                        <a:pt x="-289971" y="1070681"/>
                        <a:pt x="957550" y="0"/>
                      </a:cubicBezTo>
                      <a:cubicBezTo>
                        <a:pt x="-69426" y="1457139"/>
                        <a:pt x="302709" y="2553322"/>
                        <a:pt x="388440" y="3903009"/>
                      </a:cubicBezTo>
                    </a:path>
                  </a:pathLst>
                </a:custGeom>
                <a:solidFill>
                  <a:srgbClr val="64263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206E89C-09C6-60D9-BEC8-664E519F7C76}"/>
                </a:ext>
              </a:extLst>
            </p:cNvPr>
            <p:cNvGrpSpPr/>
            <p:nvPr/>
          </p:nvGrpSpPr>
          <p:grpSpPr>
            <a:xfrm rot="614954">
              <a:off x="4275576" y="546163"/>
              <a:ext cx="2233404" cy="4752318"/>
              <a:chOff x="3675319" y="223072"/>
              <a:chExt cx="2233404" cy="4752318"/>
            </a:xfrm>
          </p:grpSpPr>
          <p:sp>
            <p:nvSpPr>
              <p:cNvPr id="33" name="Rectangle 2">
                <a:extLst>
                  <a:ext uri="{FF2B5EF4-FFF2-40B4-BE49-F238E27FC236}">
                    <a16:creationId xmlns:a16="http://schemas.microsoft.com/office/drawing/2014/main" id="{0B9503D5-83D0-AB84-E3FE-EE64B141B4F5}"/>
                  </a:ext>
                </a:extLst>
              </p:cNvPr>
              <p:cNvSpPr/>
              <p:nvPr/>
            </p:nvSpPr>
            <p:spPr>
              <a:xfrm>
                <a:off x="3675319" y="223072"/>
                <a:ext cx="2233404" cy="3466598"/>
              </a:xfrm>
              <a:custGeom>
                <a:avLst/>
                <a:gdLst>
                  <a:gd name="connsiteX0" fmla="*/ 0 w 542441"/>
                  <a:gd name="connsiteY0" fmla="*/ 0 h 895027"/>
                  <a:gd name="connsiteX1" fmla="*/ 542441 w 542441"/>
                  <a:gd name="connsiteY1" fmla="*/ 0 h 895027"/>
                  <a:gd name="connsiteX2" fmla="*/ 542441 w 542441"/>
                  <a:gd name="connsiteY2" fmla="*/ 895027 h 895027"/>
                  <a:gd name="connsiteX3" fmla="*/ 0 w 542441"/>
                  <a:gd name="connsiteY3" fmla="*/ 895027 h 895027"/>
                  <a:gd name="connsiteX4" fmla="*/ 0 w 542441"/>
                  <a:gd name="connsiteY4" fmla="*/ 0 h 895027"/>
                  <a:gd name="connsiteX0" fmla="*/ 0 w 834541"/>
                  <a:gd name="connsiteY0" fmla="*/ 635000 h 895027"/>
                  <a:gd name="connsiteX1" fmla="*/ 834541 w 834541"/>
                  <a:gd name="connsiteY1" fmla="*/ 0 h 895027"/>
                  <a:gd name="connsiteX2" fmla="*/ 834541 w 834541"/>
                  <a:gd name="connsiteY2" fmla="*/ 895027 h 895027"/>
                  <a:gd name="connsiteX3" fmla="*/ 292100 w 834541"/>
                  <a:gd name="connsiteY3" fmla="*/ 895027 h 895027"/>
                  <a:gd name="connsiteX4" fmla="*/ 0 w 834541"/>
                  <a:gd name="connsiteY4" fmla="*/ 635000 h 895027"/>
                  <a:gd name="connsiteX0" fmla="*/ 152400 w 986941"/>
                  <a:gd name="connsiteY0" fmla="*/ 635000 h 1885627"/>
                  <a:gd name="connsiteX1" fmla="*/ 986941 w 986941"/>
                  <a:gd name="connsiteY1" fmla="*/ 0 h 1885627"/>
                  <a:gd name="connsiteX2" fmla="*/ 986941 w 986941"/>
                  <a:gd name="connsiteY2" fmla="*/ 895027 h 1885627"/>
                  <a:gd name="connsiteX3" fmla="*/ 0 w 986941"/>
                  <a:gd name="connsiteY3" fmla="*/ 1885627 h 1885627"/>
                  <a:gd name="connsiteX4" fmla="*/ 152400 w 986941"/>
                  <a:gd name="connsiteY4" fmla="*/ 635000 h 1885627"/>
                  <a:gd name="connsiteX0" fmla="*/ 152400 w 986941"/>
                  <a:gd name="connsiteY0" fmla="*/ 635000 h 1974527"/>
                  <a:gd name="connsiteX1" fmla="*/ 986941 w 986941"/>
                  <a:gd name="connsiteY1" fmla="*/ 0 h 1974527"/>
                  <a:gd name="connsiteX2" fmla="*/ 237641 w 986941"/>
                  <a:gd name="connsiteY2" fmla="*/ 1974527 h 1974527"/>
                  <a:gd name="connsiteX3" fmla="*/ 0 w 986941"/>
                  <a:gd name="connsiteY3" fmla="*/ 1885627 h 1974527"/>
                  <a:gd name="connsiteX4" fmla="*/ 152400 w 986941"/>
                  <a:gd name="connsiteY4" fmla="*/ 635000 h 1974527"/>
                  <a:gd name="connsiteX0" fmla="*/ 152400 w 402741"/>
                  <a:gd name="connsiteY0" fmla="*/ 0 h 1339527"/>
                  <a:gd name="connsiteX1" fmla="*/ 402741 w 402741"/>
                  <a:gd name="connsiteY1" fmla="*/ 63500 h 1339527"/>
                  <a:gd name="connsiteX2" fmla="*/ 237641 w 402741"/>
                  <a:gd name="connsiteY2" fmla="*/ 1339527 h 1339527"/>
                  <a:gd name="connsiteX3" fmla="*/ 0 w 402741"/>
                  <a:gd name="connsiteY3" fmla="*/ 1250627 h 1339527"/>
                  <a:gd name="connsiteX4" fmla="*/ 152400 w 402741"/>
                  <a:gd name="connsiteY4" fmla="*/ 0 h 1339527"/>
                  <a:gd name="connsiteX0" fmla="*/ 152400 w 402741"/>
                  <a:gd name="connsiteY0" fmla="*/ 131276 h 1470803"/>
                  <a:gd name="connsiteX1" fmla="*/ 402741 w 402741"/>
                  <a:gd name="connsiteY1" fmla="*/ 194776 h 1470803"/>
                  <a:gd name="connsiteX2" fmla="*/ 237641 w 402741"/>
                  <a:gd name="connsiteY2" fmla="*/ 1470803 h 1470803"/>
                  <a:gd name="connsiteX3" fmla="*/ 0 w 402741"/>
                  <a:gd name="connsiteY3" fmla="*/ 1381903 h 1470803"/>
                  <a:gd name="connsiteX4" fmla="*/ 152400 w 402741"/>
                  <a:gd name="connsiteY4" fmla="*/ 131276 h 1470803"/>
                  <a:gd name="connsiteX0" fmla="*/ 187527 w 437868"/>
                  <a:gd name="connsiteY0" fmla="*/ 395743 h 1735270"/>
                  <a:gd name="connsiteX1" fmla="*/ 4604 w 437868"/>
                  <a:gd name="connsiteY1" fmla="*/ 450 h 1735270"/>
                  <a:gd name="connsiteX2" fmla="*/ 437868 w 437868"/>
                  <a:gd name="connsiteY2" fmla="*/ 459243 h 1735270"/>
                  <a:gd name="connsiteX3" fmla="*/ 272768 w 437868"/>
                  <a:gd name="connsiteY3" fmla="*/ 1735270 h 1735270"/>
                  <a:gd name="connsiteX4" fmla="*/ 35127 w 437868"/>
                  <a:gd name="connsiteY4" fmla="*/ 1646370 h 1735270"/>
                  <a:gd name="connsiteX5" fmla="*/ 187527 w 437868"/>
                  <a:gd name="connsiteY5" fmla="*/ 395743 h 1735270"/>
                  <a:gd name="connsiteX0" fmla="*/ 187527 w 827895"/>
                  <a:gd name="connsiteY0" fmla="*/ 397043 h 1736570"/>
                  <a:gd name="connsiteX1" fmla="*/ 4604 w 827895"/>
                  <a:gd name="connsiteY1" fmla="*/ 1750 h 1736570"/>
                  <a:gd name="connsiteX2" fmla="*/ 819944 w 827895"/>
                  <a:gd name="connsiteY2" fmla="*/ 390370 h 1736570"/>
                  <a:gd name="connsiteX3" fmla="*/ 437868 w 827895"/>
                  <a:gd name="connsiteY3" fmla="*/ 460543 h 1736570"/>
                  <a:gd name="connsiteX4" fmla="*/ 272768 w 827895"/>
                  <a:gd name="connsiteY4" fmla="*/ 1736570 h 1736570"/>
                  <a:gd name="connsiteX5" fmla="*/ 35127 w 827895"/>
                  <a:gd name="connsiteY5" fmla="*/ 1647670 h 1736570"/>
                  <a:gd name="connsiteX6" fmla="*/ 187527 w 827895"/>
                  <a:gd name="connsiteY6" fmla="*/ 397043 h 1736570"/>
                  <a:gd name="connsiteX0" fmla="*/ 187527 w 1079717"/>
                  <a:gd name="connsiteY0" fmla="*/ 399939 h 1739466"/>
                  <a:gd name="connsiteX1" fmla="*/ 4604 w 1079717"/>
                  <a:gd name="connsiteY1" fmla="*/ 4646 h 1739466"/>
                  <a:gd name="connsiteX2" fmla="*/ 1048544 w 1079717"/>
                  <a:gd name="connsiteY2" fmla="*/ 164666 h 1739466"/>
                  <a:gd name="connsiteX3" fmla="*/ 819944 w 1079717"/>
                  <a:gd name="connsiteY3" fmla="*/ 393266 h 1739466"/>
                  <a:gd name="connsiteX4" fmla="*/ 437868 w 1079717"/>
                  <a:gd name="connsiteY4" fmla="*/ 463439 h 1739466"/>
                  <a:gd name="connsiteX5" fmla="*/ 272768 w 1079717"/>
                  <a:gd name="connsiteY5" fmla="*/ 1739466 h 1739466"/>
                  <a:gd name="connsiteX6" fmla="*/ 35127 w 1079717"/>
                  <a:gd name="connsiteY6" fmla="*/ 1650566 h 1739466"/>
                  <a:gd name="connsiteX7" fmla="*/ 187527 w 1079717"/>
                  <a:gd name="connsiteY7" fmla="*/ 399939 h 1739466"/>
                  <a:gd name="connsiteX0" fmla="*/ 187527 w 1491624"/>
                  <a:gd name="connsiteY0" fmla="*/ 447497 h 1787024"/>
                  <a:gd name="connsiteX1" fmla="*/ 4604 w 1491624"/>
                  <a:gd name="connsiteY1" fmla="*/ 52204 h 1787024"/>
                  <a:gd name="connsiteX2" fmla="*/ 1460024 w 1491624"/>
                  <a:gd name="connsiteY2" fmla="*/ 14104 h 1787024"/>
                  <a:gd name="connsiteX3" fmla="*/ 1048544 w 1491624"/>
                  <a:gd name="connsiteY3" fmla="*/ 212224 h 1787024"/>
                  <a:gd name="connsiteX4" fmla="*/ 819944 w 1491624"/>
                  <a:gd name="connsiteY4" fmla="*/ 440824 h 1787024"/>
                  <a:gd name="connsiteX5" fmla="*/ 437868 w 1491624"/>
                  <a:gd name="connsiteY5" fmla="*/ 510997 h 1787024"/>
                  <a:gd name="connsiteX6" fmla="*/ 272768 w 1491624"/>
                  <a:gd name="connsiteY6" fmla="*/ 1787024 h 1787024"/>
                  <a:gd name="connsiteX7" fmla="*/ 35127 w 1491624"/>
                  <a:gd name="connsiteY7" fmla="*/ 1698124 h 1787024"/>
                  <a:gd name="connsiteX8" fmla="*/ 187527 w 1491624"/>
                  <a:gd name="connsiteY8" fmla="*/ 447497 h 1787024"/>
                  <a:gd name="connsiteX0" fmla="*/ 712105 w 2004462"/>
                  <a:gd name="connsiteY0" fmla="*/ 791623 h 2131150"/>
                  <a:gd name="connsiteX1" fmla="*/ 529182 w 2004462"/>
                  <a:gd name="connsiteY1" fmla="*/ 396330 h 2131150"/>
                  <a:gd name="connsiteX2" fmla="*/ 49121 w 2004462"/>
                  <a:gd name="connsiteY2" fmla="*/ 90 h 2131150"/>
                  <a:gd name="connsiteX3" fmla="*/ 1984602 w 2004462"/>
                  <a:gd name="connsiteY3" fmla="*/ 358230 h 2131150"/>
                  <a:gd name="connsiteX4" fmla="*/ 1573122 w 2004462"/>
                  <a:gd name="connsiteY4" fmla="*/ 556350 h 2131150"/>
                  <a:gd name="connsiteX5" fmla="*/ 1344522 w 2004462"/>
                  <a:gd name="connsiteY5" fmla="*/ 784950 h 2131150"/>
                  <a:gd name="connsiteX6" fmla="*/ 962446 w 2004462"/>
                  <a:gd name="connsiteY6" fmla="*/ 855123 h 2131150"/>
                  <a:gd name="connsiteX7" fmla="*/ 797346 w 2004462"/>
                  <a:gd name="connsiteY7" fmla="*/ 2131150 h 2131150"/>
                  <a:gd name="connsiteX8" fmla="*/ 559705 w 2004462"/>
                  <a:gd name="connsiteY8" fmla="*/ 2042250 h 2131150"/>
                  <a:gd name="connsiteX9" fmla="*/ 712105 w 2004462"/>
                  <a:gd name="connsiteY9" fmla="*/ 791623 h 2131150"/>
                  <a:gd name="connsiteX0" fmla="*/ 712105 w 2263745"/>
                  <a:gd name="connsiteY0" fmla="*/ 1036197 h 2375724"/>
                  <a:gd name="connsiteX1" fmla="*/ 529182 w 2263745"/>
                  <a:gd name="connsiteY1" fmla="*/ 640904 h 2375724"/>
                  <a:gd name="connsiteX2" fmla="*/ 49121 w 2263745"/>
                  <a:gd name="connsiteY2" fmla="*/ 244664 h 2375724"/>
                  <a:gd name="connsiteX3" fmla="*/ 2152241 w 2263745"/>
                  <a:gd name="connsiteY3" fmla="*/ 8444 h 2375724"/>
                  <a:gd name="connsiteX4" fmla="*/ 1984602 w 2263745"/>
                  <a:gd name="connsiteY4" fmla="*/ 602804 h 2375724"/>
                  <a:gd name="connsiteX5" fmla="*/ 1573122 w 2263745"/>
                  <a:gd name="connsiteY5" fmla="*/ 800924 h 2375724"/>
                  <a:gd name="connsiteX6" fmla="*/ 1344522 w 2263745"/>
                  <a:gd name="connsiteY6" fmla="*/ 1029524 h 2375724"/>
                  <a:gd name="connsiteX7" fmla="*/ 962446 w 2263745"/>
                  <a:gd name="connsiteY7" fmla="*/ 1099697 h 2375724"/>
                  <a:gd name="connsiteX8" fmla="*/ 797346 w 2263745"/>
                  <a:gd name="connsiteY8" fmla="*/ 2375724 h 2375724"/>
                  <a:gd name="connsiteX9" fmla="*/ 559705 w 2263745"/>
                  <a:gd name="connsiteY9" fmla="*/ 2286824 h 2375724"/>
                  <a:gd name="connsiteX10" fmla="*/ 712105 w 2263745"/>
                  <a:gd name="connsiteY10" fmla="*/ 1036197 h 2375724"/>
                  <a:gd name="connsiteX0" fmla="*/ 712105 w 2247494"/>
                  <a:gd name="connsiteY0" fmla="*/ 1590010 h 2929537"/>
                  <a:gd name="connsiteX1" fmla="*/ 529182 w 2247494"/>
                  <a:gd name="connsiteY1" fmla="*/ 1194717 h 2929537"/>
                  <a:gd name="connsiteX2" fmla="*/ 49121 w 2247494"/>
                  <a:gd name="connsiteY2" fmla="*/ 798477 h 2929537"/>
                  <a:gd name="connsiteX3" fmla="*/ 2087471 w 2247494"/>
                  <a:gd name="connsiteY3" fmla="*/ 2187 h 2929537"/>
                  <a:gd name="connsiteX4" fmla="*/ 2152241 w 2247494"/>
                  <a:gd name="connsiteY4" fmla="*/ 562257 h 2929537"/>
                  <a:gd name="connsiteX5" fmla="*/ 1984602 w 2247494"/>
                  <a:gd name="connsiteY5" fmla="*/ 1156617 h 2929537"/>
                  <a:gd name="connsiteX6" fmla="*/ 1573122 w 2247494"/>
                  <a:gd name="connsiteY6" fmla="*/ 1354737 h 2929537"/>
                  <a:gd name="connsiteX7" fmla="*/ 1344522 w 2247494"/>
                  <a:gd name="connsiteY7" fmla="*/ 1583337 h 2929537"/>
                  <a:gd name="connsiteX8" fmla="*/ 962446 w 2247494"/>
                  <a:gd name="connsiteY8" fmla="*/ 1653510 h 2929537"/>
                  <a:gd name="connsiteX9" fmla="*/ 797346 w 2247494"/>
                  <a:gd name="connsiteY9" fmla="*/ 2929537 h 2929537"/>
                  <a:gd name="connsiteX10" fmla="*/ 559705 w 2247494"/>
                  <a:gd name="connsiteY10" fmla="*/ 2840637 h 2929537"/>
                  <a:gd name="connsiteX11" fmla="*/ 712105 w 2247494"/>
                  <a:gd name="connsiteY11" fmla="*/ 1590010 h 2929537"/>
                  <a:gd name="connsiteX0" fmla="*/ 759565 w 2275936"/>
                  <a:gd name="connsiteY0" fmla="*/ 1588303 h 2927830"/>
                  <a:gd name="connsiteX1" fmla="*/ 576642 w 2275936"/>
                  <a:gd name="connsiteY1" fmla="*/ 1193010 h 2927830"/>
                  <a:gd name="connsiteX2" fmla="*/ 96581 w 2275936"/>
                  <a:gd name="connsiteY2" fmla="*/ 796770 h 2927830"/>
                  <a:gd name="connsiteX3" fmla="*/ 191831 w 2275936"/>
                  <a:gd name="connsiteY3" fmla="*/ 190981 h 2927830"/>
                  <a:gd name="connsiteX4" fmla="*/ 2134931 w 2275936"/>
                  <a:gd name="connsiteY4" fmla="*/ 480 h 2927830"/>
                  <a:gd name="connsiteX5" fmla="*/ 2199701 w 2275936"/>
                  <a:gd name="connsiteY5" fmla="*/ 560550 h 2927830"/>
                  <a:gd name="connsiteX6" fmla="*/ 2032062 w 2275936"/>
                  <a:gd name="connsiteY6" fmla="*/ 1154910 h 2927830"/>
                  <a:gd name="connsiteX7" fmla="*/ 1620582 w 2275936"/>
                  <a:gd name="connsiteY7" fmla="*/ 1353030 h 2927830"/>
                  <a:gd name="connsiteX8" fmla="*/ 1391982 w 2275936"/>
                  <a:gd name="connsiteY8" fmla="*/ 1581630 h 2927830"/>
                  <a:gd name="connsiteX9" fmla="*/ 1009906 w 2275936"/>
                  <a:gd name="connsiteY9" fmla="*/ 1651803 h 2927830"/>
                  <a:gd name="connsiteX10" fmla="*/ 844806 w 2275936"/>
                  <a:gd name="connsiteY10" fmla="*/ 2927830 h 2927830"/>
                  <a:gd name="connsiteX11" fmla="*/ 607165 w 2275936"/>
                  <a:gd name="connsiteY11" fmla="*/ 2838930 h 2927830"/>
                  <a:gd name="connsiteX12" fmla="*/ 759565 w 2275936"/>
                  <a:gd name="connsiteY12" fmla="*/ 1588303 h 2927830"/>
                  <a:gd name="connsiteX0" fmla="*/ 759565 w 2270304"/>
                  <a:gd name="connsiteY0" fmla="*/ 1632823 h 2972350"/>
                  <a:gd name="connsiteX1" fmla="*/ 576642 w 2270304"/>
                  <a:gd name="connsiteY1" fmla="*/ 1237530 h 2972350"/>
                  <a:gd name="connsiteX2" fmla="*/ 96581 w 2270304"/>
                  <a:gd name="connsiteY2" fmla="*/ 841290 h 2972350"/>
                  <a:gd name="connsiteX3" fmla="*/ 191831 w 2270304"/>
                  <a:gd name="connsiteY3" fmla="*/ 235501 h 2972350"/>
                  <a:gd name="connsiteX4" fmla="*/ 410906 w 2270304"/>
                  <a:gd name="connsiteY4" fmla="*/ 35475 h 2972350"/>
                  <a:gd name="connsiteX5" fmla="*/ 2134931 w 2270304"/>
                  <a:gd name="connsiteY5" fmla="*/ 45000 h 2972350"/>
                  <a:gd name="connsiteX6" fmla="*/ 2199701 w 2270304"/>
                  <a:gd name="connsiteY6" fmla="*/ 605070 h 2972350"/>
                  <a:gd name="connsiteX7" fmla="*/ 2032062 w 2270304"/>
                  <a:gd name="connsiteY7" fmla="*/ 1199430 h 2972350"/>
                  <a:gd name="connsiteX8" fmla="*/ 1620582 w 2270304"/>
                  <a:gd name="connsiteY8" fmla="*/ 1397550 h 2972350"/>
                  <a:gd name="connsiteX9" fmla="*/ 1391982 w 2270304"/>
                  <a:gd name="connsiteY9" fmla="*/ 1626150 h 2972350"/>
                  <a:gd name="connsiteX10" fmla="*/ 1009906 w 2270304"/>
                  <a:gd name="connsiteY10" fmla="*/ 1696323 h 2972350"/>
                  <a:gd name="connsiteX11" fmla="*/ 844806 w 2270304"/>
                  <a:gd name="connsiteY11" fmla="*/ 2972350 h 2972350"/>
                  <a:gd name="connsiteX12" fmla="*/ 607165 w 2270304"/>
                  <a:gd name="connsiteY12" fmla="*/ 2883450 h 2972350"/>
                  <a:gd name="connsiteX13" fmla="*/ 759565 w 2270304"/>
                  <a:gd name="connsiteY13" fmla="*/ 1632823 h 2972350"/>
                  <a:gd name="connsiteX0" fmla="*/ 759565 w 2231157"/>
                  <a:gd name="connsiteY0" fmla="*/ 2216476 h 3556003"/>
                  <a:gd name="connsiteX1" fmla="*/ 576642 w 2231157"/>
                  <a:gd name="connsiteY1" fmla="*/ 1821183 h 3556003"/>
                  <a:gd name="connsiteX2" fmla="*/ 96581 w 2231157"/>
                  <a:gd name="connsiteY2" fmla="*/ 1424943 h 3556003"/>
                  <a:gd name="connsiteX3" fmla="*/ 191831 w 2231157"/>
                  <a:gd name="connsiteY3" fmla="*/ 819154 h 3556003"/>
                  <a:gd name="connsiteX4" fmla="*/ 410906 w 2231157"/>
                  <a:gd name="connsiteY4" fmla="*/ 619128 h 3556003"/>
                  <a:gd name="connsiteX5" fmla="*/ 325181 w 2231157"/>
                  <a:gd name="connsiteY5" fmla="*/ 3 h 3556003"/>
                  <a:gd name="connsiteX6" fmla="*/ 2134931 w 2231157"/>
                  <a:gd name="connsiteY6" fmla="*/ 628653 h 3556003"/>
                  <a:gd name="connsiteX7" fmla="*/ 2199701 w 2231157"/>
                  <a:gd name="connsiteY7" fmla="*/ 1188723 h 3556003"/>
                  <a:gd name="connsiteX8" fmla="*/ 2032062 w 2231157"/>
                  <a:gd name="connsiteY8" fmla="*/ 1783083 h 3556003"/>
                  <a:gd name="connsiteX9" fmla="*/ 1620582 w 2231157"/>
                  <a:gd name="connsiteY9" fmla="*/ 1981203 h 3556003"/>
                  <a:gd name="connsiteX10" fmla="*/ 1391982 w 2231157"/>
                  <a:gd name="connsiteY10" fmla="*/ 2209803 h 3556003"/>
                  <a:gd name="connsiteX11" fmla="*/ 1009906 w 2231157"/>
                  <a:gd name="connsiteY11" fmla="*/ 2279976 h 3556003"/>
                  <a:gd name="connsiteX12" fmla="*/ 844806 w 2231157"/>
                  <a:gd name="connsiteY12" fmla="*/ 3556003 h 3556003"/>
                  <a:gd name="connsiteX13" fmla="*/ 607165 w 2231157"/>
                  <a:gd name="connsiteY13" fmla="*/ 3467103 h 3556003"/>
                  <a:gd name="connsiteX14" fmla="*/ 759565 w 2231157"/>
                  <a:gd name="connsiteY14" fmla="*/ 2216476 h 3556003"/>
                  <a:gd name="connsiteX0" fmla="*/ 759565 w 2209496"/>
                  <a:gd name="connsiteY0" fmla="*/ 2373929 h 3713456"/>
                  <a:gd name="connsiteX1" fmla="*/ 576642 w 2209496"/>
                  <a:gd name="connsiteY1" fmla="*/ 1978636 h 3713456"/>
                  <a:gd name="connsiteX2" fmla="*/ 96581 w 2209496"/>
                  <a:gd name="connsiteY2" fmla="*/ 1582396 h 3713456"/>
                  <a:gd name="connsiteX3" fmla="*/ 191831 w 2209496"/>
                  <a:gd name="connsiteY3" fmla="*/ 976607 h 3713456"/>
                  <a:gd name="connsiteX4" fmla="*/ 410906 w 2209496"/>
                  <a:gd name="connsiteY4" fmla="*/ 776581 h 3713456"/>
                  <a:gd name="connsiteX5" fmla="*/ 325181 w 2209496"/>
                  <a:gd name="connsiteY5" fmla="*/ 157456 h 3713456"/>
                  <a:gd name="connsiteX6" fmla="*/ 1772982 w 2209496"/>
                  <a:gd name="connsiteY6" fmla="*/ 30457 h 3713456"/>
                  <a:gd name="connsiteX7" fmla="*/ 2134931 w 2209496"/>
                  <a:gd name="connsiteY7" fmla="*/ 786106 h 3713456"/>
                  <a:gd name="connsiteX8" fmla="*/ 2199701 w 2209496"/>
                  <a:gd name="connsiteY8" fmla="*/ 1346176 h 3713456"/>
                  <a:gd name="connsiteX9" fmla="*/ 2032062 w 2209496"/>
                  <a:gd name="connsiteY9" fmla="*/ 1940536 h 3713456"/>
                  <a:gd name="connsiteX10" fmla="*/ 1620582 w 2209496"/>
                  <a:gd name="connsiteY10" fmla="*/ 2138656 h 3713456"/>
                  <a:gd name="connsiteX11" fmla="*/ 1391982 w 2209496"/>
                  <a:gd name="connsiteY11" fmla="*/ 2367256 h 3713456"/>
                  <a:gd name="connsiteX12" fmla="*/ 1009906 w 2209496"/>
                  <a:gd name="connsiteY12" fmla="*/ 2437429 h 3713456"/>
                  <a:gd name="connsiteX13" fmla="*/ 844806 w 2209496"/>
                  <a:gd name="connsiteY13" fmla="*/ 3713456 h 3713456"/>
                  <a:gd name="connsiteX14" fmla="*/ 607165 w 2209496"/>
                  <a:gd name="connsiteY14" fmla="*/ 3624556 h 3713456"/>
                  <a:gd name="connsiteX15" fmla="*/ 759565 w 2209496"/>
                  <a:gd name="connsiteY15" fmla="*/ 2373929 h 3713456"/>
                  <a:gd name="connsiteX0" fmla="*/ 759565 w 2209496"/>
                  <a:gd name="connsiteY0" fmla="*/ 2801590 h 4141117"/>
                  <a:gd name="connsiteX1" fmla="*/ 576642 w 2209496"/>
                  <a:gd name="connsiteY1" fmla="*/ 2406297 h 4141117"/>
                  <a:gd name="connsiteX2" fmla="*/ 96581 w 2209496"/>
                  <a:gd name="connsiteY2" fmla="*/ 2010057 h 4141117"/>
                  <a:gd name="connsiteX3" fmla="*/ 191831 w 2209496"/>
                  <a:gd name="connsiteY3" fmla="*/ 1404268 h 4141117"/>
                  <a:gd name="connsiteX4" fmla="*/ 410906 w 2209496"/>
                  <a:gd name="connsiteY4" fmla="*/ 1204242 h 4141117"/>
                  <a:gd name="connsiteX5" fmla="*/ 325181 w 2209496"/>
                  <a:gd name="connsiteY5" fmla="*/ 585117 h 4141117"/>
                  <a:gd name="connsiteX6" fmla="*/ 1557082 w 2209496"/>
                  <a:gd name="connsiteY6" fmla="*/ 918 h 4141117"/>
                  <a:gd name="connsiteX7" fmla="*/ 1772982 w 2209496"/>
                  <a:gd name="connsiteY7" fmla="*/ 458118 h 4141117"/>
                  <a:gd name="connsiteX8" fmla="*/ 2134931 w 2209496"/>
                  <a:gd name="connsiteY8" fmla="*/ 1213767 h 4141117"/>
                  <a:gd name="connsiteX9" fmla="*/ 2199701 w 2209496"/>
                  <a:gd name="connsiteY9" fmla="*/ 1773837 h 4141117"/>
                  <a:gd name="connsiteX10" fmla="*/ 2032062 w 2209496"/>
                  <a:gd name="connsiteY10" fmla="*/ 2368197 h 4141117"/>
                  <a:gd name="connsiteX11" fmla="*/ 1620582 w 2209496"/>
                  <a:gd name="connsiteY11" fmla="*/ 2566317 h 4141117"/>
                  <a:gd name="connsiteX12" fmla="*/ 1391982 w 2209496"/>
                  <a:gd name="connsiteY12" fmla="*/ 2794917 h 4141117"/>
                  <a:gd name="connsiteX13" fmla="*/ 1009906 w 2209496"/>
                  <a:gd name="connsiteY13" fmla="*/ 2865090 h 4141117"/>
                  <a:gd name="connsiteX14" fmla="*/ 844806 w 2209496"/>
                  <a:gd name="connsiteY14" fmla="*/ 4141117 h 4141117"/>
                  <a:gd name="connsiteX15" fmla="*/ 607165 w 2209496"/>
                  <a:gd name="connsiteY15" fmla="*/ 4052217 h 4141117"/>
                  <a:gd name="connsiteX16" fmla="*/ 759565 w 2209496"/>
                  <a:gd name="connsiteY16" fmla="*/ 2801590 h 4141117"/>
                  <a:gd name="connsiteX0" fmla="*/ 759565 w 2209496"/>
                  <a:gd name="connsiteY0" fmla="*/ 2800780 h 4140307"/>
                  <a:gd name="connsiteX1" fmla="*/ 576642 w 2209496"/>
                  <a:gd name="connsiteY1" fmla="*/ 2405487 h 4140307"/>
                  <a:gd name="connsiteX2" fmla="*/ 96581 w 2209496"/>
                  <a:gd name="connsiteY2" fmla="*/ 2009247 h 4140307"/>
                  <a:gd name="connsiteX3" fmla="*/ 191831 w 2209496"/>
                  <a:gd name="connsiteY3" fmla="*/ 1403458 h 4140307"/>
                  <a:gd name="connsiteX4" fmla="*/ 410906 w 2209496"/>
                  <a:gd name="connsiteY4" fmla="*/ 1203432 h 4140307"/>
                  <a:gd name="connsiteX5" fmla="*/ 325181 w 2209496"/>
                  <a:gd name="connsiteY5" fmla="*/ 584307 h 4140307"/>
                  <a:gd name="connsiteX6" fmla="*/ 96582 w 2209496"/>
                  <a:gd name="connsiteY6" fmla="*/ 368409 h 4140307"/>
                  <a:gd name="connsiteX7" fmla="*/ 1557082 w 2209496"/>
                  <a:gd name="connsiteY7" fmla="*/ 108 h 4140307"/>
                  <a:gd name="connsiteX8" fmla="*/ 1772982 w 2209496"/>
                  <a:gd name="connsiteY8" fmla="*/ 457308 h 4140307"/>
                  <a:gd name="connsiteX9" fmla="*/ 2134931 w 2209496"/>
                  <a:gd name="connsiteY9" fmla="*/ 1212957 h 4140307"/>
                  <a:gd name="connsiteX10" fmla="*/ 2199701 w 2209496"/>
                  <a:gd name="connsiteY10" fmla="*/ 1773027 h 4140307"/>
                  <a:gd name="connsiteX11" fmla="*/ 2032062 w 2209496"/>
                  <a:gd name="connsiteY11" fmla="*/ 2367387 h 4140307"/>
                  <a:gd name="connsiteX12" fmla="*/ 1620582 w 2209496"/>
                  <a:gd name="connsiteY12" fmla="*/ 2565507 h 4140307"/>
                  <a:gd name="connsiteX13" fmla="*/ 1391982 w 2209496"/>
                  <a:gd name="connsiteY13" fmla="*/ 2794107 h 4140307"/>
                  <a:gd name="connsiteX14" fmla="*/ 1009906 w 2209496"/>
                  <a:gd name="connsiteY14" fmla="*/ 2864280 h 4140307"/>
                  <a:gd name="connsiteX15" fmla="*/ 844806 w 2209496"/>
                  <a:gd name="connsiteY15" fmla="*/ 4140307 h 4140307"/>
                  <a:gd name="connsiteX16" fmla="*/ 607165 w 2209496"/>
                  <a:gd name="connsiteY16" fmla="*/ 4051407 h 4140307"/>
                  <a:gd name="connsiteX17" fmla="*/ 759565 w 2209496"/>
                  <a:gd name="connsiteY17" fmla="*/ 2800780 h 4140307"/>
                  <a:gd name="connsiteX0" fmla="*/ 759565 w 2209496"/>
                  <a:gd name="connsiteY0" fmla="*/ 2886104 h 4225631"/>
                  <a:gd name="connsiteX1" fmla="*/ 576642 w 2209496"/>
                  <a:gd name="connsiteY1" fmla="*/ 2490811 h 4225631"/>
                  <a:gd name="connsiteX2" fmla="*/ 96581 w 2209496"/>
                  <a:gd name="connsiteY2" fmla="*/ 2094571 h 4225631"/>
                  <a:gd name="connsiteX3" fmla="*/ 191831 w 2209496"/>
                  <a:gd name="connsiteY3" fmla="*/ 1488782 h 4225631"/>
                  <a:gd name="connsiteX4" fmla="*/ 410906 w 2209496"/>
                  <a:gd name="connsiteY4" fmla="*/ 1288756 h 4225631"/>
                  <a:gd name="connsiteX5" fmla="*/ 325181 w 2209496"/>
                  <a:gd name="connsiteY5" fmla="*/ 669631 h 4225631"/>
                  <a:gd name="connsiteX6" fmla="*/ 96582 w 2209496"/>
                  <a:gd name="connsiteY6" fmla="*/ 453733 h 4225631"/>
                  <a:gd name="connsiteX7" fmla="*/ 172782 w 2209496"/>
                  <a:gd name="connsiteY7" fmla="*/ 21933 h 4225631"/>
                  <a:gd name="connsiteX8" fmla="*/ 1557082 w 2209496"/>
                  <a:gd name="connsiteY8" fmla="*/ 85432 h 4225631"/>
                  <a:gd name="connsiteX9" fmla="*/ 1772982 w 2209496"/>
                  <a:gd name="connsiteY9" fmla="*/ 542632 h 4225631"/>
                  <a:gd name="connsiteX10" fmla="*/ 2134931 w 2209496"/>
                  <a:gd name="connsiteY10" fmla="*/ 1298281 h 4225631"/>
                  <a:gd name="connsiteX11" fmla="*/ 2199701 w 2209496"/>
                  <a:gd name="connsiteY11" fmla="*/ 1858351 h 4225631"/>
                  <a:gd name="connsiteX12" fmla="*/ 2032062 w 2209496"/>
                  <a:gd name="connsiteY12" fmla="*/ 2452711 h 4225631"/>
                  <a:gd name="connsiteX13" fmla="*/ 1620582 w 2209496"/>
                  <a:gd name="connsiteY13" fmla="*/ 2650831 h 4225631"/>
                  <a:gd name="connsiteX14" fmla="*/ 1391982 w 2209496"/>
                  <a:gd name="connsiteY14" fmla="*/ 2879431 h 4225631"/>
                  <a:gd name="connsiteX15" fmla="*/ 1009906 w 2209496"/>
                  <a:gd name="connsiteY15" fmla="*/ 2949604 h 4225631"/>
                  <a:gd name="connsiteX16" fmla="*/ 844806 w 2209496"/>
                  <a:gd name="connsiteY16" fmla="*/ 4225631 h 4225631"/>
                  <a:gd name="connsiteX17" fmla="*/ 607165 w 2209496"/>
                  <a:gd name="connsiteY17" fmla="*/ 4136731 h 4225631"/>
                  <a:gd name="connsiteX18" fmla="*/ 759565 w 2209496"/>
                  <a:gd name="connsiteY18" fmla="*/ 2886104 h 4225631"/>
                  <a:gd name="connsiteX0" fmla="*/ 759565 w 2209496"/>
                  <a:gd name="connsiteY0" fmla="*/ 3207357 h 4546884"/>
                  <a:gd name="connsiteX1" fmla="*/ 576642 w 2209496"/>
                  <a:gd name="connsiteY1" fmla="*/ 2812064 h 4546884"/>
                  <a:gd name="connsiteX2" fmla="*/ 96581 w 2209496"/>
                  <a:gd name="connsiteY2" fmla="*/ 2415824 h 4546884"/>
                  <a:gd name="connsiteX3" fmla="*/ 191831 w 2209496"/>
                  <a:gd name="connsiteY3" fmla="*/ 1810035 h 4546884"/>
                  <a:gd name="connsiteX4" fmla="*/ 410906 w 2209496"/>
                  <a:gd name="connsiteY4" fmla="*/ 1610009 h 4546884"/>
                  <a:gd name="connsiteX5" fmla="*/ 325181 w 2209496"/>
                  <a:gd name="connsiteY5" fmla="*/ 990884 h 4546884"/>
                  <a:gd name="connsiteX6" fmla="*/ 96582 w 2209496"/>
                  <a:gd name="connsiteY6" fmla="*/ 774986 h 4546884"/>
                  <a:gd name="connsiteX7" fmla="*/ 172782 w 2209496"/>
                  <a:gd name="connsiteY7" fmla="*/ 343186 h 4546884"/>
                  <a:gd name="connsiteX8" fmla="*/ 1328482 w 2209496"/>
                  <a:gd name="connsiteY8" fmla="*/ 286 h 4546884"/>
                  <a:gd name="connsiteX9" fmla="*/ 1557082 w 2209496"/>
                  <a:gd name="connsiteY9" fmla="*/ 406685 h 4546884"/>
                  <a:gd name="connsiteX10" fmla="*/ 1772982 w 2209496"/>
                  <a:gd name="connsiteY10" fmla="*/ 863885 h 4546884"/>
                  <a:gd name="connsiteX11" fmla="*/ 2134931 w 2209496"/>
                  <a:gd name="connsiteY11" fmla="*/ 1619534 h 4546884"/>
                  <a:gd name="connsiteX12" fmla="*/ 2199701 w 2209496"/>
                  <a:gd name="connsiteY12" fmla="*/ 2179604 h 4546884"/>
                  <a:gd name="connsiteX13" fmla="*/ 2032062 w 2209496"/>
                  <a:gd name="connsiteY13" fmla="*/ 2773964 h 4546884"/>
                  <a:gd name="connsiteX14" fmla="*/ 1620582 w 2209496"/>
                  <a:gd name="connsiteY14" fmla="*/ 2972084 h 4546884"/>
                  <a:gd name="connsiteX15" fmla="*/ 1391982 w 2209496"/>
                  <a:gd name="connsiteY15" fmla="*/ 3200684 h 4546884"/>
                  <a:gd name="connsiteX16" fmla="*/ 1009906 w 2209496"/>
                  <a:gd name="connsiteY16" fmla="*/ 3270857 h 4546884"/>
                  <a:gd name="connsiteX17" fmla="*/ 844806 w 2209496"/>
                  <a:gd name="connsiteY17" fmla="*/ 4546884 h 4546884"/>
                  <a:gd name="connsiteX18" fmla="*/ 607165 w 2209496"/>
                  <a:gd name="connsiteY18" fmla="*/ 4457984 h 4546884"/>
                  <a:gd name="connsiteX19" fmla="*/ 759565 w 2209496"/>
                  <a:gd name="connsiteY19" fmla="*/ 3207357 h 4546884"/>
                  <a:gd name="connsiteX0" fmla="*/ 759565 w 2209496"/>
                  <a:gd name="connsiteY0" fmla="*/ 3348198 h 4687725"/>
                  <a:gd name="connsiteX1" fmla="*/ 576642 w 2209496"/>
                  <a:gd name="connsiteY1" fmla="*/ 2952905 h 4687725"/>
                  <a:gd name="connsiteX2" fmla="*/ 96581 w 2209496"/>
                  <a:gd name="connsiteY2" fmla="*/ 2556665 h 4687725"/>
                  <a:gd name="connsiteX3" fmla="*/ 191831 w 2209496"/>
                  <a:gd name="connsiteY3" fmla="*/ 1950876 h 4687725"/>
                  <a:gd name="connsiteX4" fmla="*/ 410906 w 2209496"/>
                  <a:gd name="connsiteY4" fmla="*/ 1750850 h 4687725"/>
                  <a:gd name="connsiteX5" fmla="*/ 325181 w 2209496"/>
                  <a:gd name="connsiteY5" fmla="*/ 1131725 h 4687725"/>
                  <a:gd name="connsiteX6" fmla="*/ 96582 w 2209496"/>
                  <a:gd name="connsiteY6" fmla="*/ 915827 h 4687725"/>
                  <a:gd name="connsiteX7" fmla="*/ 172782 w 2209496"/>
                  <a:gd name="connsiteY7" fmla="*/ 484027 h 4687725"/>
                  <a:gd name="connsiteX8" fmla="*/ 1099882 w 2209496"/>
                  <a:gd name="connsiteY8" fmla="*/ 14127 h 4687725"/>
                  <a:gd name="connsiteX9" fmla="*/ 1328482 w 2209496"/>
                  <a:gd name="connsiteY9" fmla="*/ 141127 h 4687725"/>
                  <a:gd name="connsiteX10" fmla="*/ 1557082 w 2209496"/>
                  <a:gd name="connsiteY10" fmla="*/ 547526 h 4687725"/>
                  <a:gd name="connsiteX11" fmla="*/ 1772982 w 2209496"/>
                  <a:gd name="connsiteY11" fmla="*/ 1004726 h 4687725"/>
                  <a:gd name="connsiteX12" fmla="*/ 2134931 w 2209496"/>
                  <a:gd name="connsiteY12" fmla="*/ 1760375 h 4687725"/>
                  <a:gd name="connsiteX13" fmla="*/ 2199701 w 2209496"/>
                  <a:gd name="connsiteY13" fmla="*/ 2320445 h 4687725"/>
                  <a:gd name="connsiteX14" fmla="*/ 2032062 w 2209496"/>
                  <a:gd name="connsiteY14" fmla="*/ 2914805 h 4687725"/>
                  <a:gd name="connsiteX15" fmla="*/ 1620582 w 2209496"/>
                  <a:gd name="connsiteY15" fmla="*/ 3112925 h 4687725"/>
                  <a:gd name="connsiteX16" fmla="*/ 1391982 w 2209496"/>
                  <a:gd name="connsiteY16" fmla="*/ 3341525 h 4687725"/>
                  <a:gd name="connsiteX17" fmla="*/ 1009906 w 2209496"/>
                  <a:gd name="connsiteY17" fmla="*/ 3411698 h 4687725"/>
                  <a:gd name="connsiteX18" fmla="*/ 844806 w 2209496"/>
                  <a:gd name="connsiteY18" fmla="*/ 4687725 h 4687725"/>
                  <a:gd name="connsiteX19" fmla="*/ 607165 w 2209496"/>
                  <a:gd name="connsiteY19" fmla="*/ 4598825 h 4687725"/>
                  <a:gd name="connsiteX20" fmla="*/ 759565 w 2209496"/>
                  <a:gd name="connsiteY20" fmla="*/ 3348198 h 4687725"/>
                  <a:gd name="connsiteX0" fmla="*/ 759565 w 2209496"/>
                  <a:gd name="connsiteY0" fmla="*/ 3420474 h 4760001"/>
                  <a:gd name="connsiteX1" fmla="*/ 576642 w 2209496"/>
                  <a:gd name="connsiteY1" fmla="*/ 3025181 h 4760001"/>
                  <a:gd name="connsiteX2" fmla="*/ 96581 w 2209496"/>
                  <a:gd name="connsiteY2" fmla="*/ 2628941 h 4760001"/>
                  <a:gd name="connsiteX3" fmla="*/ 191831 w 2209496"/>
                  <a:gd name="connsiteY3" fmla="*/ 2023152 h 4760001"/>
                  <a:gd name="connsiteX4" fmla="*/ 410906 w 2209496"/>
                  <a:gd name="connsiteY4" fmla="*/ 1823126 h 4760001"/>
                  <a:gd name="connsiteX5" fmla="*/ 325181 w 2209496"/>
                  <a:gd name="connsiteY5" fmla="*/ 1204001 h 4760001"/>
                  <a:gd name="connsiteX6" fmla="*/ 96582 w 2209496"/>
                  <a:gd name="connsiteY6" fmla="*/ 988103 h 4760001"/>
                  <a:gd name="connsiteX7" fmla="*/ 172782 w 2209496"/>
                  <a:gd name="connsiteY7" fmla="*/ 556303 h 4760001"/>
                  <a:gd name="connsiteX8" fmla="*/ 871282 w 2209496"/>
                  <a:gd name="connsiteY8" fmla="*/ 22904 h 4760001"/>
                  <a:gd name="connsiteX9" fmla="*/ 1099882 w 2209496"/>
                  <a:gd name="connsiteY9" fmla="*/ 86403 h 4760001"/>
                  <a:gd name="connsiteX10" fmla="*/ 1328482 w 2209496"/>
                  <a:gd name="connsiteY10" fmla="*/ 213403 h 4760001"/>
                  <a:gd name="connsiteX11" fmla="*/ 1557082 w 2209496"/>
                  <a:gd name="connsiteY11" fmla="*/ 619802 h 4760001"/>
                  <a:gd name="connsiteX12" fmla="*/ 1772982 w 2209496"/>
                  <a:gd name="connsiteY12" fmla="*/ 1077002 h 4760001"/>
                  <a:gd name="connsiteX13" fmla="*/ 2134931 w 2209496"/>
                  <a:gd name="connsiteY13" fmla="*/ 1832651 h 4760001"/>
                  <a:gd name="connsiteX14" fmla="*/ 2199701 w 2209496"/>
                  <a:gd name="connsiteY14" fmla="*/ 2392721 h 4760001"/>
                  <a:gd name="connsiteX15" fmla="*/ 2032062 w 2209496"/>
                  <a:gd name="connsiteY15" fmla="*/ 2987081 h 4760001"/>
                  <a:gd name="connsiteX16" fmla="*/ 1620582 w 2209496"/>
                  <a:gd name="connsiteY16" fmla="*/ 3185201 h 4760001"/>
                  <a:gd name="connsiteX17" fmla="*/ 1391982 w 2209496"/>
                  <a:gd name="connsiteY17" fmla="*/ 3413801 h 4760001"/>
                  <a:gd name="connsiteX18" fmla="*/ 1009906 w 2209496"/>
                  <a:gd name="connsiteY18" fmla="*/ 3483974 h 4760001"/>
                  <a:gd name="connsiteX19" fmla="*/ 844806 w 2209496"/>
                  <a:gd name="connsiteY19" fmla="*/ 4760001 h 4760001"/>
                  <a:gd name="connsiteX20" fmla="*/ 607165 w 2209496"/>
                  <a:gd name="connsiteY20" fmla="*/ 4671101 h 4760001"/>
                  <a:gd name="connsiteX21" fmla="*/ 759565 w 2209496"/>
                  <a:gd name="connsiteY21" fmla="*/ 3420474 h 4760001"/>
                  <a:gd name="connsiteX0" fmla="*/ 759565 w 2209496"/>
                  <a:gd name="connsiteY0" fmla="*/ 3403098 h 4742625"/>
                  <a:gd name="connsiteX1" fmla="*/ 576642 w 2209496"/>
                  <a:gd name="connsiteY1" fmla="*/ 3007805 h 4742625"/>
                  <a:gd name="connsiteX2" fmla="*/ 96581 w 2209496"/>
                  <a:gd name="connsiteY2" fmla="*/ 2611565 h 4742625"/>
                  <a:gd name="connsiteX3" fmla="*/ 191831 w 2209496"/>
                  <a:gd name="connsiteY3" fmla="*/ 2005776 h 4742625"/>
                  <a:gd name="connsiteX4" fmla="*/ 410906 w 2209496"/>
                  <a:gd name="connsiteY4" fmla="*/ 1805750 h 4742625"/>
                  <a:gd name="connsiteX5" fmla="*/ 325181 w 2209496"/>
                  <a:gd name="connsiteY5" fmla="*/ 1186625 h 4742625"/>
                  <a:gd name="connsiteX6" fmla="*/ 96582 w 2209496"/>
                  <a:gd name="connsiteY6" fmla="*/ 970727 h 4742625"/>
                  <a:gd name="connsiteX7" fmla="*/ 172782 w 2209496"/>
                  <a:gd name="connsiteY7" fmla="*/ 538927 h 4742625"/>
                  <a:gd name="connsiteX8" fmla="*/ 426782 w 2209496"/>
                  <a:gd name="connsiteY8" fmla="*/ 69028 h 4742625"/>
                  <a:gd name="connsiteX9" fmla="*/ 871282 w 2209496"/>
                  <a:gd name="connsiteY9" fmla="*/ 5528 h 4742625"/>
                  <a:gd name="connsiteX10" fmla="*/ 1099882 w 2209496"/>
                  <a:gd name="connsiteY10" fmla="*/ 69027 h 4742625"/>
                  <a:gd name="connsiteX11" fmla="*/ 1328482 w 2209496"/>
                  <a:gd name="connsiteY11" fmla="*/ 196027 h 4742625"/>
                  <a:gd name="connsiteX12" fmla="*/ 1557082 w 2209496"/>
                  <a:gd name="connsiteY12" fmla="*/ 602426 h 4742625"/>
                  <a:gd name="connsiteX13" fmla="*/ 1772982 w 2209496"/>
                  <a:gd name="connsiteY13" fmla="*/ 1059626 h 4742625"/>
                  <a:gd name="connsiteX14" fmla="*/ 2134931 w 2209496"/>
                  <a:gd name="connsiteY14" fmla="*/ 1815275 h 4742625"/>
                  <a:gd name="connsiteX15" fmla="*/ 2199701 w 2209496"/>
                  <a:gd name="connsiteY15" fmla="*/ 2375345 h 4742625"/>
                  <a:gd name="connsiteX16" fmla="*/ 2032062 w 2209496"/>
                  <a:gd name="connsiteY16" fmla="*/ 2969705 h 4742625"/>
                  <a:gd name="connsiteX17" fmla="*/ 1620582 w 2209496"/>
                  <a:gd name="connsiteY17" fmla="*/ 3167825 h 4742625"/>
                  <a:gd name="connsiteX18" fmla="*/ 1391982 w 2209496"/>
                  <a:gd name="connsiteY18" fmla="*/ 3396425 h 4742625"/>
                  <a:gd name="connsiteX19" fmla="*/ 1009906 w 2209496"/>
                  <a:gd name="connsiteY19" fmla="*/ 3466598 h 4742625"/>
                  <a:gd name="connsiteX20" fmla="*/ 844806 w 2209496"/>
                  <a:gd name="connsiteY20" fmla="*/ 4742625 h 4742625"/>
                  <a:gd name="connsiteX21" fmla="*/ 607165 w 2209496"/>
                  <a:gd name="connsiteY21" fmla="*/ 4653725 h 4742625"/>
                  <a:gd name="connsiteX22" fmla="*/ 759565 w 2209496"/>
                  <a:gd name="connsiteY22" fmla="*/ 3403098 h 4742625"/>
                  <a:gd name="connsiteX0" fmla="*/ 759565 w 2209496"/>
                  <a:gd name="connsiteY0" fmla="*/ 3403098 h 4742625"/>
                  <a:gd name="connsiteX1" fmla="*/ 576642 w 2209496"/>
                  <a:gd name="connsiteY1" fmla="*/ 3007805 h 4742625"/>
                  <a:gd name="connsiteX2" fmla="*/ 96581 w 2209496"/>
                  <a:gd name="connsiteY2" fmla="*/ 2611565 h 4742625"/>
                  <a:gd name="connsiteX3" fmla="*/ 191831 w 2209496"/>
                  <a:gd name="connsiteY3" fmla="*/ 2005776 h 4742625"/>
                  <a:gd name="connsiteX4" fmla="*/ 410906 w 2209496"/>
                  <a:gd name="connsiteY4" fmla="*/ 1805750 h 4742625"/>
                  <a:gd name="connsiteX5" fmla="*/ 325181 w 2209496"/>
                  <a:gd name="connsiteY5" fmla="*/ 1186625 h 4742625"/>
                  <a:gd name="connsiteX6" fmla="*/ 96582 w 2209496"/>
                  <a:gd name="connsiteY6" fmla="*/ 970727 h 4742625"/>
                  <a:gd name="connsiteX7" fmla="*/ 172782 w 2209496"/>
                  <a:gd name="connsiteY7" fmla="*/ 538927 h 4742625"/>
                  <a:gd name="connsiteX8" fmla="*/ 426782 w 2209496"/>
                  <a:gd name="connsiteY8" fmla="*/ 69028 h 4742625"/>
                  <a:gd name="connsiteX9" fmla="*/ 871282 w 2209496"/>
                  <a:gd name="connsiteY9" fmla="*/ 5528 h 4742625"/>
                  <a:gd name="connsiteX10" fmla="*/ 1099882 w 2209496"/>
                  <a:gd name="connsiteY10" fmla="*/ 69027 h 4742625"/>
                  <a:gd name="connsiteX11" fmla="*/ 1328482 w 2209496"/>
                  <a:gd name="connsiteY11" fmla="*/ 196027 h 4742625"/>
                  <a:gd name="connsiteX12" fmla="*/ 1557082 w 2209496"/>
                  <a:gd name="connsiteY12" fmla="*/ 602426 h 4742625"/>
                  <a:gd name="connsiteX13" fmla="*/ 1772982 w 2209496"/>
                  <a:gd name="connsiteY13" fmla="*/ 1059626 h 4742625"/>
                  <a:gd name="connsiteX14" fmla="*/ 2134931 w 2209496"/>
                  <a:gd name="connsiteY14" fmla="*/ 1815275 h 4742625"/>
                  <a:gd name="connsiteX15" fmla="*/ 2199701 w 2209496"/>
                  <a:gd name="connsiteY15" fmla="*/ 2375345 h 4742625"/>
                  <a:gd name="connsiteX16" fmla="*/ 2032062 w 2209496"/>
                  <a:gd name="connsiteY16" fmla="*/ 2969705 h 4742625"/>
                  <a:gd name="connsiteX17" fmla="*/ 1620582 w 2209496"/>
                  <a:gd name="connsiteY17" fmla="*/ 3167825 h 4742625"/>
                  <a:gd name="connsiteX18" fmla="*/ 1391982 w 2209496"/>
                  <a:gd name="connsiteY18" fmla="*/ 3396425 h 4742625"/>
                  <a:gd name="connsiteX19" fmla="*/ 1009906 w 2209496"/>
                  <a:gd name="connsiteY19" fmla="*/ 3466598 h 4742625"/>
                  <a:gd name="connsiteX20" fmla="*/ 844806 w 2209496"/>
                  <a:gd name="connsiteY20" fmla="*/ 4742625 h 4742625"/>
                  <a:gd name="connsiteX21" fmla="*/ 607165 w 2209496"/>
                  <a:gd name="connsiteY21" fmla="*/ 4653725 h 4742625"/>
                  <a:gd name="connsiteX22" fmla="*/ 759565 w 2209496"/>
                  <a:gd name="connsiteY22" fmla="*/ 3403098 h 4742625"/>
                  <a:gd name="connsiteX0" fmla="*/ 759565 w 2226999"/>
                  <a:gd name="connsiteY0" fmla="*/ 3403098 h 4742625"/>
                  <a:gd name="connsiteX1" fmla="*/ 576642 w 2226999"/>
                  <a:gd name="connsiteY1" fmla="*/ 3007805 h 4742625"/>
                  <a:gd name="connsiteX2" fmla="*/ 96581 w 2226999"/>
                  <a:gd name="connsiteY2" fmla="*/ 2611565 h 4742625"/>
                  <a:gd name="connsiteX3" fmla="*/ 191831 w 2226999"/>
                  <a:gd name="connsiteY3" fmla="*/ 2005776 h 4742625"/>
                  <a:gd name="connsiteX4" fmla="*/ 410906 w 2226999"/>
                  <a:gd name="connsiteY4" fmla="*/ 1805750 h 4742625"/>
                  <a:gd name="connsiteX5" fmla="*/ 325181 w 2226999"/>
                  <a:gd name="connsiteY5" fmla="*/ 1186625 h 4742625"/>
                  <a:gd name="connsiteX6" fmla="*/ 96582 w 2226999"/>
                  <a:gd name="connsiteY6" fmla="*/ 970727 h 4742625"/>
                  <a:gd name="connsiteX7" fmla="*/ 172782 w 2226999"/>
                  <a:gd name="connsiteY7" fmla="*/ 538927 h 4742625"/>
                  <a:gd name="connsiteX8" fmla="*/ 426782 w 2226999"/>
                  <a:gd name="connsiteY8" fmla="*/ 69028 h 4742625"/>
                  <a:gd name="connsiteX9" fmla="*/ 871282 w 2226999"/>
                  <a:gd name="connsiteY9" fmla="*/ 5528 h 4742625"/>
                  <a:gd name="connsiteX10" fmla="*/ 1099882 w 2226999"/>
                  <a:gd name="connsiteY10" fmla="*/ 69027 h 4742625"/>
                  <a:gd name="connsiteX11" fmla="*/ 1328482 w 2226999"/>
                  <a:gd name="connsiteY11" fmla="*/ 196027 h 4742625"/>
                  <a:gd name="connsiteX12" fmla="*/ 1557082 w 2226999"/>
                  <a:gd name="connsiteY12" fmla="*/ 602426 h 4742625"/>
                  <a:gd name="connsiteX13" fmla="*/ 1772982 w 2226999"/>
                  <a:gd name="connsiteY13" fmla="*/ 1059626 h 4742625"/>
                  <a:gd name="connsiteX14" fmla="*/ 2134931 w 2226999"/>
                  <a:gd name="connsiteY14" fmla="*/ 1815275 h 4742625"/>
                  <a:gd name="connsiteX15" fmla="*/ 2199701 w 2226999"/>
                  <a:gd name="connsiteY15" fmla="*/ 2375345 h 4742625"/>
                  <a:gd name="connsiteX16" fmla="*/ 2032062 w 2226999"/>
                  <a:gd name="connsiteY16" fmla="*/ 2969705 h 4742625"/>
                  <a:gd name="connsiteX17" fmla="*/ 1620582 w 2226999"/>
                  <a:gd name="connsiteY17" fmla="*/ 3167825 h 4742625"/>
                  <a:gd name="connsiteX18" fmla="*/ 1391982 w 2226999"/>
                  <a:gd name="connsiteY18" fmla="*/ 3396425 h 4742625"/>
                  <a:gd name="connsiteX19" fmla="*/ 1009906 w 2226999"/>
                  <a:gd name="connsiteY19" fmla="*/ 3466598 h 4742625"/>
                  <a:gd name="connsiteX20" fmla="*/ 844806 w 2226999"/>
                  <a:gd name="connsiteY20" fmla="*/ 4742625 h 4742625"/>
                  <a:gd name="connsiteX21" fmla="*/ 607165 w 2226999"/>
                  <a:gd name="connsiteY21" fmla="*/ 4653725 h 4742625"/>
                  <a:gd name="connsiteX22" fmla="*/ 759565 w 2226999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653725"/>
                  <a:gd name="connsiteX1" fmla="*/ 576642 w 2233404"/>
                  <a:gd name="connsiteY1" fmla="*/ 3007805 h 4653725"/>
                  <a:gd name="connsiteX2" fmla="*/ 96581 w 2233404"/>
                  <a:gd name="connsiteY2" fmla="*/ 2611565 h 4653725"/>
                  <a:gd name="connsiteX3" fmla="*/ 191831 w 2233404"/>
                  <a:gd name="connsiteY3" fmla="*/ 2005776 h 4653725"/>
                  <a:gd name="connsiteX4" fmla="*/ 410906 w 2233404"/>
                  <a:gd name="connsiteY4" fmla="*/ 1805750 h 4653725"/>
                  <a:gd name="connsiteX5" fmla="*/ 325181 w 2233404"/>
                  <a:gd name="connsiteY5" fmla="*/ 1186625 h 4653725"/>
                  <a:gd name="connsiteX6" fmla="*/ 96582 w 2233404"/>
                  <a:gd name="connsiteY6" fmla="*/ 970727 h 4653725"/>
                  <a:gd name="connsiteX7" fmla="*/ 172782 w 2233404"/>
                  <a:gd name="connsiteY7" fmla="*/ 538927 h 4653725"/>
                  <a:gd name="connsiteX8" fmla="*/ 426782 w 2233404"/>
                  <a:gd name="connsiteY8" fmla="*/ 69028 h 4653725"/>
                  <a:gd name="connsiteX9" fmla="*/ 871282 w 2233404"/>
                  <a:gd name="connsiteY9" fmla="*/ 5528 h 4653725"/>
                  <a:gd name="connsiteX10" fmla="*/ 1099882 w 2233404"/>
                  <a:gd name="connsiteY10" fmla="*/ 69027 h 4653725"/>
                  <a:gd name="connsiteX11" fmla="*/ 1328482 w 2233404"/>
                  <a:gd name="connsiteY11" fmla="*/ 196027 h 4653725"/>
                  <a:gd name="connsiteX12" fmla="*/ 1557082 w 2233404"/>
                  <a:gd name="connsiteY12" fmla="*/ 602426 h 4653725"/>
                  <a:gd name="connsiteX13" fmla="*/ 1772982 w 2233404"/>
                  <a:gd name="connsiteY13" fmla="*/ 1059626 h 4653725"/>
                  <a:gd name="connsiteX14" fmla="*/ 2134931 w 2233404"/>
                  <a:gd name="connsiteY14" fmla="*/ 1815275 h 4653725"/>
                  <a:gd name="connsiteX15" fmla="*/ 2199701 w 2233404"/>
                  <a:gd name="connsiteY15" fmla="*/ 2375345 h 4653725"/>
                  <a:gd name="connsiteX16" fmla="*/ 2032062 w 2233404"/>
                  <a:gd name="connsiteY16" fmla="*/ 2969705 h 4653725"/>
                  <a:gd name="connsiteX17" fmla="*/ 1620582 w 2233404"/>
                  <a:gd name="connsiteY17" fmla="*/ 3167825 h 4653725"/>
                  <a:gd name="connsiteX18" fmla="*/ 1391982 w 2233404"/>
                  <a:gd name="connsiteY18" fmla="*/ 3396425 h 4653725"/>
                  <a:gd name="connsiteX19" fmla="*/ 1009906 w 2233404"/>
                  <a:gd name="connsiteY19" fmla="*/ 3466598 h 4653725"/>
                  <a:gd name="connsiteX20" fmla="*/ 607165 w 2233404"/>
                  <a:gd name="connsiteY20" fmla="*/ 4653725 h 4653725"/>
                  <a:gd name="connsiteX21" fmla="*/ 759565 w 2233404"/>
                  <a:gd name="connsiteY21" fmla="*/ 3403098 h 4653725"/>
                  <a:gd name="connsiteX0" fmla="*/ 759565 w 2233404"/>
                  <a:gd name="connsiteY0" fmla="*/ 3403098 h 3466598"/>
                  <a:gd name="connsiteX1" fmla="*/ 576642 w 2233404"/>
                  <a:gd name="connsiteY1" fmla="*/ 3007805 h 3466598"/>
                  <a:gd name="connsiteX2" fmla="*/ 96581 w 2233404"/>
                  <a:gd name="connsiteY2" fmla="*/ 2611565 h 3466598"/>
                  <a:gd name="connsiteX3" fmla="*/ 191831 w 2233404"/>
                  <a:gd name="connsiteY3" fmla="*/ 2005776 h 3466598"/>
                  <a:gd name="connsiteX4" fmla="*/ 410906 w 2233404"/>
                  <a:gd name="connsiteY4" fmla="*/ 1805750 h 3466598"/>
                  <a:gd name="connsiteX5" fmla="*/ 325181 w 2233404"/>
                  <a:gd name="connsiteY5" fmla="*/ 1186625 h 3466598"/>
                  <a:gd name="connsiteX6" fmla="*/ 96582 w 2233404"/>
                  <a:gd name="connsiteY6" fmla="*/ 970727 h 3466598"/>
                  <a:gd name="connsiteX7" fmla="*/ 172782 w 2233404"/>
                  <a:gd name="connsiteY7" fmla="*/ 538927 h 3466598"/>
                  <a:gd name="connsiteX8" fmla="*/ 426782 w 2233404"/>
                  <a:gd name="connsiteY8" fmla="*/ 69028 h 3466598"/>
                  <a:gd name="connsiteX9" fmla="*/ 871282 w 2233404"/>
                  <a:gd name="connsiteY9" fmla="*/ 5528 h 3466598"/>
                  <a:gd name="connsiteX10" fmla="*/ 1099882 w 2233404"/>
                  <a:gd name="connsiteY10" fmla="*/ 69027 h 3466598"/>
                  <a:gd name="connsiteX11" fmla="*/ 1328482 w 2233404"/>
                  <a:gd name="connsiteY11" fmla="*/ 196027 h 3466598"/>
                  <a:gd name="connsiteX12" fmla="*/ 1557082 w 2233404"/>
                  <a:gd name="connsiteY12" fmla="*/ 602426 h 3466598"/>
                  <a:gd name="connsiteX13" fmla="*/ 1772982 w 2233404"/>
                  <a:gd name="connsiteY13" fmla="*/ 1059626 h 3466598"/>
                  <a:gd name="connsiteX14" fmla="*/ 2134931 w 2233404"/>
                  <a:gd name="connsiteY14" fmla="*/ 1815275 h 3466598"/>
                  <a:gd name="connsiteX15" fmla="*/ 2199701 w 2233404"/>
                  <a:gd name="connsiteY15" fmla="*/ 2375345 h 3466598"/>
                  <a:gd name="connsiteX16" fmla="*/ 2032062 w 2233404"/>
                  <a:gd name="connsiteY16" fmla="*/ 2969705 h 3466598"/>
                  <a:gd name="connsiteX17" fmla="*/ 1620582 w 2233404"/>
                  <a:gd name="connsiteY17" fmla="*/ 3167825 h 3466598"/>
                  <a:gd name="connsiteX18" fmla="*/ 1391982 w 2233404"/>
                  <a:gd name="connsiteY18" fmla="*/ 3396425 h 3466598"/>
                  <a:gd name="connsiteX19" fmla="*/ 1009906 w 2233404"/>
                  <a:gd name="connsiteY19" fmla="*/ 3466598 h 3466598"/>
                  <a:gd name="connsiteX20" fmla="*/ 759565 w 2233404"/>
                  <a:gd name="connsiteY20" fmla="*/ 3403098 h 34665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233404" h="3466598">
                    <a:moveTo>
                      <a:pt x="759565" y="3403098"/>
                    </a:moveTo>
                    <a:cubicBezTo>
                      <a:pt x="745588" y="3326898"/>
                      <a:pt x="618739" y="3294402"/>
                      <a:pt x="576642" y="3007805"/>
                    </a:cubicBezTo>
                    <a:cubicBezTo>
                      <a:pt x="589335" y="2935573"/>
                      <a:pt x="-145989" y="2617915"/>
                      <a:pt x="96581" y="2611565"/>
                    </a:cubicBezTo>
                    <a:cubicBezTo>
                      <a:pt x="59433" y="2523935"/>
                      <a:pt x="-147894" y="2138491"/>
                      <a:pt x="191831" y="2005776"/>
                    </a:cubicBezTo>
                    <a:cubicBezTo>
                      <a:pt x="247393" y="1892111"/>
                      <a:pt x="87056" y="1837500"/>
                      <a:pt x="410906" y="1805750"/>
                    </a:cubicBezTo>
                    <a:cubicBezTo>
                      <a:pt x="538964" y="1768708"/>
                      <a:pt x="37844" y="1185038"/>
                      <a:pt x="325181" y="1186625"/>
                    </a:cubicBezTo>
                    <a:cubicBezTo>
                      <a:pt x="355344" y="1055921"/>
                      <a:pt x="-108735" y="1068093"/>
                      <a:pt x="96582" y="970727"/>
                    </a:cubicBezTo>
                    <a:cubicBezTo>
                      <a:pt x="136799" y="907227"/>
                      <a:pt x="-70635" y="600310"/>
                      <a:pt x="172782" y="538927"/>
                    </a:cubicBezTo>
                    <a:cubicBezTo>
                      <a:pt x="43665" y="215077"/>
                      <a:pt x="310365" y="157928"/>
                      <a:pt x="426782" y="69028"/>
                    </a:cubicBezTo>
                    <a:cubicBezTo>
                      <a:pt x="543199" y="-19872"/>
                      <a:pt x="778149" y="35162"/>
                      <a:pt x="871282" y="5528"/>
                    </a:cubicBezTo>
                    <a:cubicBezTo>
                      <a:pt x="964415" y="-24106"/>
                      <a:pt x="1004632" y="75377"/>
                      <a:pt x="1099882" y="69027"/>
                    </a:cubicBezTo>
                    <a:cubicBezTo>
                      <a:pt x="1195132" y="62677"/>
                      <a:pt x="1224765" y="143110"/>
                      <a:pt x="1328482" y="196027"/>
                    </a:cubicBezTo>
                    <a:cubicBezTo>
                      <a:pt x="1597299" y="236244"/>
                      <a:pt x="1461832" y="519876"/>
                      <a:pt x="1557082" y="602426"/>
                    </a:cubicBezTo>
                    <a:cubicBezTo>
                      <a:pt x="1774252" y="692596"/>
                      <a:pt x="1708424" y="908708"/>
                      <a:pt x="1772982" y="1059626"/>
                    </a:cubicBezTo>
                    <a:cubicBezTo>
                      <a:pt x="1959460" y="1126724"/>
                      <a:pt x="2029945" y="1684889"/>
                      <a:pt x="2134931" y="1815275"/>
                    </a:cubicBezTo>
                    <a:cubicBezTo>
                      <a:pt x="2346597" y="1915181"/>
                      <a:pt x="2142233" y="2279778"/>
                      <a:pt x="2199701" y="2375345"/>
                    </a:cubicBezTo>
                    <a:cubicBezTo>
                      <a:pt x="2257169" y="2470912"/>
                      <a:pt x="2233992" y="2876995"/>
                      <a:pt x="2032062" y="2969705"/>
                    </a:cubicBezTo>
                    <a:cubicBezTo>
                      <a:pt x="2020632" y="3016695"/>
                      <a:pt x="1924112" y="3236405"/>
                      <a:pt x="1620582" y="3167825"/>
                    </a:cubicBezTo>
                    <a:cubicBezTo>
                      <a:pt x="1637092" y="3221165"/>
                      <a:pt x="1404861" y="3355520"/>
                      <a:pt x="1391982" y="3396425"/>
                    </a:cubicBezTo>
                    <a:cubicBezTo>
                      <a:pt x="1379103" y="3437330"/>
                      <a:pt x="1165872" y="3343831"/>
                      <a:pt x="1009906" y="3466598"/>
                    </a:cubicBezTo>
                    <a:lnTo>
                      <a:pt x="759565" y="3403098"/>
                    </a:lnTo>
                    <a:close/>
                  </a:path>
                </a:pathLst>
              </a:custGeom>
              <a:solidFill>
                <a:srgbClr val="3FB441"/>
              </a:solidFill>
              <a:ln w="571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4" name="Rectangle 7">
                <a:extLst>
                  <a:ext uri="{FF2B5EF4-FFF2-40B4-BE49-F238E27FC236}">
                    <a16:creationId xmlns:a16="http://schemas.microsoft.com/office/drawing/2014/main" id="{2B39EB83-1E78-75A3-8A0F-A2FDA9B677B0}"/>
                  </a:ext>
                </a:extLst>
              </p:cNvPr>
              <p:cNvSpPr/>
              <p:nvPr/>
            </p:nvSpPr>
            <p:spPr>
              <a:xfrm rot="5130453">
                <a:off x="4109726" y="2429414"/>
                <a:ext cx="704825" cy="329939"/>
              </a:xfrm>
              <a:custGeom>
                <a:avLst/>
                <a:gdLst>
                  <a:gd name="connsiteX0" fmla="*/ 0 w 1007285"/>
                  <a:gd name="connsiteY0" fmla="*/ 0 h 94954"/>
                  <a:gd name="connsiteX1" fmla="*/ 1007285 w 1007285"/>
                  <a:gd name="connsiteY1" fmla="*/ 0 h 94954"/>
                  <a:gd name="connsiteX2" fmla="*/ 1007285 w 1007285"/>
                  <a:gd name="connsiteY2" fmla="*/ 94954 h 94954"/>
                  <a:gd name="connsiteX3" fmla="*/ 0 w 1007285"/>
                  <a:gd name="connsiteY3" fmla="*/ 94954 h 94954"/>
                  <a:gd name="connsiteX4" fmla="*/ 0 w 1007285"/>
                  <a:gd name="connsiteY4" fmla="*/ 0 h 94954"/>
                  <a:gd name="connsiteX0" fmla="*/ 2819400 w 3826685"/>
                  <a:gd name="connsiteY0" fmla="*/ 0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4" fmla="*/ 2819400 w 3826685"/>
                  <a:gd name="connsiteY4" fmla="*/ 0 h 869654"/>
                  <a:gd name="connsiteX0" fmla="*/ 0 w 3826685"/>
                  <a:gd name="connsiteY0" fmla="*/ 869654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968065 h 1033547"/>
                  <a:gd name="connsiteX1" fmla="*/ 3826685 w 3826685"/>
                  <a:gd name="connsiteY1" fmla="*/ 98411 h 1033547"/>
                  <a:gd name="connsiteX2" fmla="*/ 3826685 w 3826685"/>
                  <a:gd name="connsiteY2" fmla="*/ 193365 h 1033547"/>
                  <a:gd name="connsiteX3" fmla="*/ 0 w 3826685"/>
                  <a:gd name="connsiteY3" fmla="*/ 968065 h 1033547"/>
                  <a:gd name="connsiteX0" fmla="*/ 0 w 3826685"/>
                  <a:gd name="connsiteY0" fmla="*/ 968065 h 1013810"/>
                  <a:gd name="connsiteX1" fmla="*/ 3826685 w 3826685"/>
                  <a:gd name="connsiteY1" fmla="*/ 98411 h 1013810"/>
                  <a:gd name="connsiteX2" fmla="*/ 3826685 w 3826685"/>
                  <a:gd name="connsiteY2" fmla="*/ 193365 h 1013810"/>
                  <a:gd name="connsiteX3" fmla="*/ 0 w 3826685"/>
                  <a:gd name="connsiteY3" fmla="*/ 968065 h 1013810"/>
                  <a:gd name="connsiteX0" fmla="*/ 0 w 3826685"/>
                  <a:gd name="connsiteY0" fmla="*/ 968065 h 1012429"/>
                  <a:gd name="connsiteX1" fmla="*/ 3826685 w 3826685"/>
                  <a:gd name="connsiteY1" fmla="*/ 98411 h 1012429"/>
                  <a:gd name="connsiteX2" fmla="*/ 3826685 w 3826685"/>
                  <a:gd name="connsiteY2" fmla="*/ 193365 h 1012429"/>
                  <a:gd name="connsiteX3" fmla="*/ 0 w 3826685"/>
                  <a:gd name="connsiteY3" fmla="*/ 968065 h 101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6685" h="1012429">
                    <a:moveTo>
                      <a:pt x="0" y="968065"/>
                    </a:moveTo>
                    <a:cubicBezTo>
                      <a:pt x="1199362" y="1008380"/>
                      <a:pt x="2779723" y="-373704"/>
                      <a:pt x="3826685" y="98411"/>
                    </a:cubicBezTo>
                    <a:lnTo>
                      <a:pt x="3826685" y="193365"/>
                    </a:lnTo>
                    <a:cubicBezTo>
                      <a:pt x="2614623" y="-65927"/>
                      <a:pt x="932662" y="1268632"/>
                      <a:pt x="0" y="968065"/>
                    </a:cubicBezTo>
                    <a:close/>
                  </a:path>
                </a:pathLst>
              </a:custGeom>
              <a:solidFill>
                <a:srgbClr val="642631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angle 7">
                <a:extLst>
                  <a:ext uri="{FF2B5EF4-FFF2-40B4-BE49-F238E27FC236}">
                    <a16:creationId xmlns:a16="http://schemas.microsoft.com/office/drawing/2014/main" id="{9FF1537C-E6FA-1535-2F69-6465A81DD8FF}"/>
                  </a:ext>
                </a:extLst>
              </p:cNvPr>
              <p:cNvSpPr/>
              <p:nvPr/>
            </p:nvSpPr>
            <p:spPr>
              <a:xfrm rot="4411580">
                <a:off x="3803813" y="2701273"/>
                <a:ext cx="1032418" cy="483290"/>
              </a:xfrm>
              <a:custGeom>
                <a:avLst/>
                <a:gdLst>
                  <a:gd name="connsiteX0" fmla="*/ 0 w 1007285"/>
                  <a:gd name="connsiteY0" fmla="*/ 0 h 94954"/>
                  <a:gd name="connsiteX1" fmla="*/ 1007285 w 1007285"/>
                  <a:gd name="connsiteY1" fmla="*/ 0 h 94954"/>
                  <a:gd name="connsiteX2" fmla="*/ 1007285 w 1007285"/>
                  <a:gd name="connsiteY2" fmla="*/ 94954 h 94954"/>
                  <a:gd name="connsiteX3" fmla="*/ 0 w 1007285"/>
                  <a:gd name="connsiteY3" fmla="*/ 94954 h 94954"/>
                  <a:gd name="connsiteX4" fmla="*/ 0 w 1007285"/>
                  <a:gd name="connsiteY4" fmla="*/ 0 h 94954"/>
                  <a:gd name="connsiteX0" fmla="*/ 2819400 w 3826685"/>
                  <a:gd name="connsiteY0" fmla="*/ 0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4" fmla="*/ 2819400 w 3826685"/>
                  <a:gd name="connsiteY4" fmla="*/ 0 h 869654"/>
                  <a:gd name="connsiteX0" fmla="*/ 0 w 3826685"/>
                  <a:gd name="connsiteY0" fmla="*/ 869654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968065 h 1033547"/>
                  <a:gd name="connsiteX1" fmla="*/ 3826685 w 3826685"/>
                  <a:gd name="connsiteY1" fmla="*/ 98411 h 1033547"/>
                  <a:gd name="connsiteX2" fmla="*/ 3826685 w 3826685"/>
                  <a:gd name="connsiteY2" fmla="*/ 193365 h 1033547"/>
                  <a:gd name="connsiteX3" fmla="*/ 0 w 3826685"/>
                  <a:gd name="connsiteY3" fmla="*/ 968065 h 1033547"/>
                  <a:gd name="connsiteX0" fmla="*/ 0 w 3826685"/>
                  <a:gd name="connsiteY0" fmla="*/ 968065 h 1013810"/>
                  <a:gd name="connsiteX1" fmla="*/ 3826685 w 3826685"/>
                  <a:gd name="connsiteY1" fmla="*/ 98411 h 1013810"/>
                  <a:gd name="connsiteX2" fmla="*/ 3826685 w 3826685"/>
                  <a:gd name="connsiteY2" fmla="*/ 193365 h 1013810"/>
                  <a:gd name="connsiteX3" fmla="*/ 0 w 3826685"/>
                  <a:gd name="connsiteY3" fmla="*/ 968065 h 1013810"/>
                  <a:gd name="connsiteX0" fmla="*/ 0 w 3826685"/>
                  <a:gd name="connsiteY0" fmla="*/ 968065 h 1012429"/>
                  <a:gd name="connsiteX1" fmla="*/ 3826685 w 3826685"/>
                  <a:gd name="connsiteY1" fmla="*/ 98411 h 1012429"/>
                  <a:gd name="connsiteX2" fmla="*/ 3826685 w 3826685"/>
                  <a:gd name="connsiteY2" fmla="*/ 193365 h 1012429"/>
                  <a:gd name="connsiteX3" fmla="*/ 0 w 3826685"/>
                  <a:gd name="connsiteY3" fmla="*/ 968065 h 101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6685" h="1012429">
                    <a:moveTo>
                      <a:pt x="0" y="968065"/>
                    </a:moveTo>
                    <a:cubicBezTo>
                      <a:pt x="1199362" y="1008380"/>
                      <a:pt x="2779723" y="-373704"/>
                      <a:pt x="3826685" y="98411"/>
                    </a:cubicBezTo>
                    <a:lnTo>
                      <a:pt x="3826685" y="193365"/>
                    </a:lnTo>
                    <a:cubicBezTo>
                      <a:pt x="2614623" y="-65927"/>
                      <a:pt x="932662" y="1268632"/>
                      <a:pt x="0" y="968065"/>
                    </a:cubicBezTo>
                    <a:close/>
                  </a:path>
                </a:pathLst>
              </a:custGeom>
              <a:solidFill>
                <a:srgbClr val="642631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Rectangle 7">
                <a:extLst>
                  <a:ext uri="{FF2B5EF4-FFF2-40B4-BE49-F238E27FC236}">
                    <a16:creationId xmlns:a16="http://schemas.microsoft.com/office/drawing/2014/main" id="{51A5DF6C-5D5F-A362-870B-0C3CCE11053D}"/>
                  </a:ext>
                </a:extLst>
              </p:cNvPr>
              <p:cNvSpPr/>
              <p:nvPr/>
            </p:nvSpPr>
            <p:spPr>
              <a:xfrm rot="5130453">
                <a:off x="4020432" y="1677001"/>
                <a:ext cx="963083" cy="329939"/>
              </a:xfrm>
              <a:custGeom>
                <a:avLst/>
                <a:gdLst>
                  <a:gd name="connsiteX0" fmla="*/ 0 w 1007285"/>
                  <a:gd name="connsiteY0" fmla="*/ 0 h 94954"/>
                  <a:gd name="connsiteX1" fmla="*/ 1007285 w 1007285"/>
                  <a:gd name="connsiteY1" fmla="*/ 0 h 94954"/>
                  <a:gd name="connsiteX2" fmla="*/ 1007285 w 1007285"/>
                  <a:gd name="connsiteY2" fmla="*/ 94954 h 94954"/>
                  <a:gd name="connsiteX3" fmla="*/ 0 w 1007285"/>
                  <a:gd name="connsiteY3" fmla="*/ 94954 h 94954"/>
                  <a:gd name="connsiteX4" fmla="*/ 0 w 1007285"/>
                  <a:gd name="connsiteY4" fmla="*/ 0 h 94954"/>
                  <a:gd name="connsiteX0" fmla="*/ 2819400 w 3826685"/>
                  <a:gd name="connsiteY0" fmla="*/ 0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4" fmla="*/ 2819400 w 3826685"/>
                  <a:gd name="connsiteY4" fmla="*/ 0 h 869654"/>
                  <a:gd name="connsiteX0" fmla="*/ 0 w 3826685"/>
                  <a:gd name="connsiteY0" fmla="*/ 869654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968065 h 1033547"/>
                  <a:gd name="connsiteX1" fmla="*/ 3826685 w 3826685"/>
                  <a:gd name="connsiteY1" fmla="*/ 98411 h 1033547"/>
                  <a:gd name="connsiteX2" fmla="*/ 3826685 w 3826685"/>
                  <a:gd name="connsiteY2" fmla="*/ 193365 h 1033547"/>
                  <a:gd name="connsiteX3" fmla="*/ 0 w 3826685"/>
                  <a:gd name="connsiteY3" fmla="*/ 968065 h 1033547"/>
                  <a:gd name="connsiteX0" fmla="*/ 0 w 3826685"/>
                  <a:gd name="connsiteY0" fmla="*/ 968065 h 1013810"/>
                  <a:gd name="connsiteX1" fmla="*/ 3826685 w 3826685"/>
                  <a:gd name="connsiteY1" fmla="*/ 98411 h 1013810"/>
                  <a:gd name="connsiteX2" fmla="*/ 3826685 w 3826685"/>
                  <a:gd name="connsiteY2" fmla="*/ 193365 h 1013810"/>
                  <a:gd name="connsiteX3" fmla="*/ 0 w 3826685"/>
                  <a:gd name="connsiteY3" fmla="*/ 968065 h 1013810"/>
                  <a:gd name="connsiteX0" fmla="*/ 0 w 3826685"/>
                  <a:gd name="connsiteY0" fmla="*/ 968065 h 1012429"/>
                  <a:gd name="connsiteX1" fmla="*/ 3826685 w 3826685"/>
                  <a:gd name="connsiteY1" fmla="*/ 98411 h 1012429"/>
                  <a:gd name="connsiteX2" fmla="*/ 3826685 w 3826685"/>
                  <a:gd name="connsiteY2" fmla="*/ 193365 h 1012429"/>
                  <a:gd name="connsiteX3" fmla="*/ 0 w 3826685"/>
                  <a:gd name="connsiteY3" fmla="*/ 968065 h 101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6685" h="1012429">
                    <a:moveTo>
                      <a:pt x="0" y="968065"/>
                    </a:moveTo>
                    <a:cubicBezTo>
                      <a:pt x="1199362" y="1008380"/>
                      <a:pt x="2779723" y="-373704"/>
                      <a:pt x="3826685" y="98411"/>
                    </a:cubicBezTo>
                    <a:lnTo>
                      <a:pt x="3826685" y="193365"/>
                    </a:lnTo>
                    <a:cubicBezTo>
                      <a:pt x="2614623" y="-65927"/>
                      <a:pt x="932662" y="1268632"/>
                      <a:pt x="0" y="968065"/>
                    </a:cubicBezTo>
                    <a:close/>
                  </a:path>
                </a:pathLst>
              </a:custGeom>
              <a:solidFill>
                <a:srgbClr val="642631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Rectangle 7">
                <a:extLst>
                  <a:ext uri="{FF2B5EF4-FFF2-40B4-BE49-F238E27FC236}">
                    <a16:creationId xmlns:a16="http://schemas.microsoft.com/office/drawing/2014/main" id="{42806C31-048C-08BD-28DA-7F79BD9F1478}"/>
                  </a:ext>
                </a:extLst>
              </p:cNvPr>
              <p:cNvSpPr/>
              <p:nvPr/>
            </p:nvSpPr>
            <p:spPr>
              <a:xfrm rot="17188420" flipH="1">
                <a:off x="4412435" y="2911181"/>
                <a:ext cx="1032418" cy="483290"/>
              </a:xfrm>
              <a:custGeom>
                <a:avLst/>
                <a:gdLst>
                  <a:gd name="connsiteX0" fmla="*/ 0 w 1007285"/>
                  <a:gd name="connsiteY0" fmla="*/ 0 h 94954"/>
                  <a:gd name="connsiteX1" fmla="*/ 1007285 w 1007285"/>
                  <a:gd name="connsiteY1" fmla="*/ 0 h 94954"/>
                  <a:gd name="connsiteX2" fmla="*/ 1007285 w 1007285"/>
                  <a:gd name="connsiteY2" fmla="*/ 94954 h 94954"/>
                  <a:gd name="connsiteX3" fmla="*/ 0 w 1007285"/>
                  <a:gd name="connsiteY3" fmla="*/ 94954 h 94954"/>
                  <a:gd name="connsiteX4" fmla="*/ 0 w 1007285"/>
                  <a:gd name="connsiteY4" fmla="*/ 0 h 94954"/>
                  <a:gd name="connsiteX0" fmla="*/ 2819400 w 3826685"/>
                  <a:gd name="connsiteY0" fmla="*/ 0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4" fmla="*/ 2819400 w 3826685"/>
                  <a:gd name="connsiteY4" fmla="*/ 0 h 869654"/>
                  <a:gd name="connsiteX0" fmla="*/ 0 w 3826685"/>
                  <a:gd name="connsiteY0" fmla="*/ 869654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968065 h 1033547"/>
                  <a:gd name="connsiteX1" fmla="*/ 3826685 w 3826685"/>
                  <a:gd name="connsiteY1" fmla="*/ 98411 h 1033547"/>
                  <a:gd name="connsiteX2" fmla="*/ 3826685 w 3826685"/>
                  <a:gd name="connsiteY2" fmla="*/ 193365 h 1033547"/>
                  <a:gd name="connsiteX3" fmla="*/ 0 w 3826685"/>
                  <a:gd name="connsiteY3" fmla="*/ 968065 h 1033547"/>
                  <a:gd name="connsiteX0" fmla="*/ 0 w 3826685"/>
                  <a:gd name="connsiteY0" fmla="*/ 968065 h 1013810"/>
                  <a:gd name="connsiteX1" fmla="*/ 3826685 w 3826685"/>
                  <a:gd name="connsiteY1" fmla="*/ 98411 h 1013810"/>
                  <a:gd name="connsiteX2" fmla="*/ 3826685 w 3826685"/>
                  <a:gd name="connsiteY2" fmla="*/ 193365 h 1013810"/>
                  <a:gd name="connsiteX3" fmla="*/ 0 w 3826685"/>
                  <a:gd name="connsiteY3" fmla="*/ 968065 h 1013810"/>
                  <a:gd name="connsiteX0" fmla="*/ 0 w 3826685"/>
                  <a:gd name="connsiteY0" fmla="*/ 968065 h 1012429"/>
                  <a:gd name="connsiteX1" fmla="*/ 3826685 w 3826685"/>
                  <a:gd name="connsiteY1" fmla="*/ 98411 h 1012429"/>
                  <a:gd name="connsiteX2" fmla="*/ 3826685 w 3826685"/>
                  <a:gd name="connsiteY2" fmla="*/ 193365 h 1012429"/>
                  <a:gd name="connsiteX3" fmla="*/ 0 w 3826685"/>
                  <a:gd name="connsiteY3" fmla="*/ 968065 h 101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6685" h="1012429">
                    <a:moveTo>
                      <a:pt x="0" y="968065"/>
                    </a:moveTo>
                    <a:cubicBezTo>
                      <a:pt x="1199362" y="1008380"/>
                      <a:pt x="2779723" y="-373704"/>
                      <a:pt x="3826685" y="98411"/>
                    </a:cubicBezTo>
                    <a:lnTo>
                      <a:pt x="3826685" y="193365"/>
                    </a:lnTo>
                    <a:cubicBezTo>
                      <a:pt x="2614623" y="-65927"/>
                      <a:pt x="932662" y="1268632"/>
                      <a:pt x="0" y="968065"/>
                    </a:cubicBezTo>
                    <a:close/>
                  </a:path>
                </a:pathLst>
              </a:custGeom>
              <a:solidFill>
                <a:srgbClr val="642631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Rectangle 7">
                <a:extLst>
                  <a:ext uri="{FF2B5EF4-FFF2-40B4-BE49-F238E27FC236}">
                    <a16:creationId xmlns:a16="http://schemas.microsoft.com/office/drawing/2014/main" id="{92223E3F-401F-9AD6-3D9B-FFED7DDAC5E6}"/>
                  </a:ext>
                </a:extLst>
              </p:cNvPr>
              <p:cNvSpPr/>
              <p:nvPr/>
            </p:nvSpPr>
            <p:spPr>
              <a:xfrm rot="17188420" flipH="1">
                <a:off x="4450248" y="2270119"/>
                <a:ext cx="868238" cy="406435"/>
              </a:xfrm>
              <a:custGeom>
                <a:avLst/>
                <a:gdLst>
                  <a:gd name="connsiteX0" fmla="*/ 0 w 1007285"/>
                  <a:gd name="connsiteY0" fmla="*/ 0 h 94954"/>
                  <a:gd name="connsiteX1" fmla="*/ 1007285 w 1007285"/>
                  <a:gd name="connsiteY1" fmla="*/ 0 h 94954"/>
                  <a:gd name="connsiteX2" fmla="*/ 1007285 w 1007285"/>
                  <a:gd name="connsiteY2" fmla="*/ 94954 h 94954"/>
                  <a:gd name="connsiteX3" fmla="*/ 0 w 1007285"/>
                  <a:gd name="connsiteY3" fmla="*/ 94954 h 94954"/>
                  <a:gd name="connsiteX4" fmla="*/ 0 w 1007285"/>
                  <a:gd name="connsiteY4" fmla="*/ 0 h 94954"/>
                  <a:gd name="connsiteX0" fmla="*/ 2819400 w 3826685"/>
                  <a:gd name="connsiteY0" fmla="*/ 0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4" fmla="*/ 2819400 w 3826685"/>
                  <a:gd name="connsiteY4" fmla="*/ 0 h 869654"/>
                  <a:gd name="connsiteX0" fmla="*/ 0 w 3826685"/>
                  <a:gd name="connsiteY0" fmla="*/ 869654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968065 h 1033547"/>
                  <a:gd name="connsiteX1" fmla="*/ 3826685 w 3826685"/>
                  <a:gd name="connsiteY1" fmla="*/ 98411 h 1033547"/>
                  <a:gd name="connsiteX2" fmla="*/ 3826685 w 3826685"/>
                  <a:gd name="connsiteY2" fmla="*/ 193365 h 1033547"/>
                  <a:gd name="connsiteX3" fmla="*/ 0 w 3826685"/>
                  <a:gd name="connsiteY3" fmla="*/ 968065 h 1033547"/>
                  <a:gd name="connsiteX0" fmla="*/ 0 w 3826685"/>
                  <a:gd name="connsiteY0" fmla="*/ 968065 h 1013810"/>
                  <a:gd name="connsiteX1" fmla="*/ 3826685 w 3826685"/>
                  <a:gd name="connsiteY1" fmla="*/ 98411 h 1013810"/>
                  <a:gd name="connsiteX2" fmla="*/ 3826685 w 3826685"/>
                  <a:gd name="connsiteY2" fmla="*/ 193365 h 1013810"/>
                  <a:gd name="connsiteX3" fmla="*/ 0 w 3826685"/>
                  <a:gd name="connsiteY3" fmla="*/ 968065 h 1013810"/>
                  <a:gd name="connsiteX0" fmla="*/ 0 w 3826685"/>
                  <a:gd name="connsiteY0" fmla="*/ 968065 h 1012429"/>
                  <a:gd name="connsiteX1" fmla="*/ 3826685 w 3826685"/>
                  <a:gd name="connsiteY1" fmla="*/ 98411 h 1012429"/>
                  <a:gd name="connsiteX2" fmla="*/ 3826685 w 3826685"/>
                  <a:gd name="connsiteY2" fmla="*/ 193365 h 1012429"/>
                  <a:gd name="connsiteX3" fmla="*/ 0 w 3826685"/>
                  <a:gd name="connsiteY3" fmla="*/ 968065 h 101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6685" h="1012429">
                    <a:moveTo>
                      <a:pt x="0" y="968065"/>
                    </a:moveTo>
                    <a:cubicBezTo>
                      <a:pt x="1199362" y="1008380"/>
                      <a:pt x="2779723" y="-373704"/>
                      <a:pt x="3826685" y="98411"/>
                    </a:cubicBezTo>
                    <a:lnTo>
                      <a:pt x="3826685" y="193365"/>
                    </a:lnTo>
                    <a:cubicBezTo>
                      <a:pt x="2614623" y="-65927"/>
                      <a:pt x="932662" y="1268632"/>
                      <a:pt x="0" y="968065"/>
                    </a:cubicBezTo>
                    <a:close/>
                  </a:path>
                </a:pathLst>
              </a:custGeom>
              <a:solidFill>
                <a:srgbClr val="642631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Rectangle 7">
                <a:extLst>
                  <a:ext uri="{FF2B5EF4-FFF2-40B4-BE49-F238E27FC236}">
                    <a16:creationId xmlns:a16="http://schemas.microsoft.com/office/drawing/2014/main" id="{9C8766F3-6B8D-6D95-8F86-CFF15E8E62B4}"/>
                  </a:ext>
                </a:extLst>
              </p:cNvPr>
              <p:cNvSpPr/>
              <p:nvPr/>
            </p:nvSpPr>
            <p:spPr>
              <a:xfrm rot="16546531" flipH="1">
                <a:off x="4454596" y="1250533"/>
                <a:ext cx="1032418" cy="483290"/>
              </a:xfrm>
              <a:custGeom>
                <a:avLst/>
                <a:gdLst>
                  <a:gd name="connsiteX0" fmla="*/ 0 w 1007285"/>
                  <a:gd name="connsiteY0" fmla="*/ 0 h 94954"/>
                  <a:gd name="connsiteX1" fmla="*/ 1007285 w 1007285"/>
                  <a:gd name="connsiteY1" fmla="*/ 0 h 94954"/>
                  <a:gd name="connsiteX2" fmla="*/ 1007285 w 1007285"/>
                  <a:gd name="connsiteY2" fmla="*/ 94954 h 94954"/>
                  <a:gd name="connsiteX3" fmla="*/ 0 w 1007285"/>
                  <a:gd name="connsiteY3" fmla="*/ 94954 h 94954"/>
                  <a:gd name="connsiteX4" fmla="*/ 0 w 1007285"/>
                  <a:gd name="connsiteY4" fmla="*/ 0 h 94954"/>
                  <a:gd name="connsiteX0" fmla="*/ 2819400 w 3826685"/>
                  <a:gd name="connsiteY0" fmla="*/ 0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4" fmla="*/ 2819400 w 3826685"/>
                  <a:gd name="connsiteY4" fmla="*/ 0 h 869654"/>
                  <a:gd name="connsiteX0" fmla="*/ 0 w 3826685"/>
                  <a:gd name="connsiteY0" fmla="*/ 869654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968065 h 1033547"/>
                  <a:gd name="connsiteX1" fmla="*/ 3826685 w 3826685"/>
                  <a:gd name="connsiteY1" fmla="*/ 98411 h 1033547"/>
                  <a:gd name="connsiteX2" fmla="*/ 3826685 w 3826685"/>
                  <a:gd name="connsiteY2" fmla="*/ 193365 h 1033547"/>
                  <a:gd name="connsiteX3" fmla="*/ 0 w 3826685"/>
                  <a:gd name="connsiteY3" fmla="*/ 968065 h 1033547"/>
                  <a:gd name="connsiteX0" fmla="*/ 0 w 3826685"/>
                  <a:gd name="connsiteY0" fmla="*/ 968065 h 1013810"/>
                  <a:gd name="connsiteX1" fmla="*/ 3826685 w 3826685"/>
                  <a:gd name="connsiteY1" fmla="*/ 98411 h 1013810"/>
                  <a:gd name="connsiteX2" fmla="*/ 3826685 w 3826685"/>
                  <a:gd name="connsiteY2" fmla="*/ 193365 h 1013810"/>
                  <a:gd name="connsiteX3" fmla="*/ 0 w 3826685"/>
                  <a:gd name="connsiteY3" fmla="*/ 968065 h 1013810"/>
                  <a:gd name="connsiteX0" fmla="*/ 0 w 3826685"/>
                  <a:gd name="connsiteY0" fmla="*/ 968065 h 1012429"/>
                  <a:gd name="connsiteX1" fmla="*/ 3826685 w 3826685"/>
                  <a:gd name="connsiteY1" fmla="*/ 98411 h 1012429"/>
                  <a:gd name="connsiteX2" fmla="*/ 3826685 w 3826685"/>
                  <a:gd name="connsiteY2" fmla="*/ 193365 h 1012429"/>
                  <a:gd name="connsiteX3" fmla="*/ 0 w 3826685"/>
                  <a:gd name="connsiteY3" fmla="*/ 968065 h 101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6685" h="1012429">
                    <a:moveTo>
                      <a:pt x="0" y="968065"/>
                    </a:moveTo>
                    <a:cubicBezTo>
                      <a:pt x="1199362" y="1008380"/>
                      <a:pt x="2779723" y="-373704"/>
                      <a:pt x="3826685" y="98411"/>
                    </a:cubicBezTo>
                    <a:lnTo>
                      <a:pt x="3826685" y="193365"/>
                    </a:lnTo>
                    <a:cubicBezTo>
                      <a:pt x="2614623" y="-65927"/>
                      <a:pt x="932662" y="1268632"/>
                      <a:pt x="0" y="968065"/>
                    </a:cubicBezTo>
                    <a:close/>
                  </a:path>
                </a:pathLst>
              </a:custGeom>
              <a:solidFill>
                <a:srgbClr val="642631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Rectangle 59">
                <a:extLst>
                  <a:ext uri="{FF2B5EF4-FFF2-40B4-BE49-F238E27FC236}">
                    <a16:creationId xmlns:a16="http://schemas.microsoft.com/office/drawing/2014/main" id="{F3976816-D036-CAD4-2A55-44200A73F705}"/>
                  </a:ext>
                </a:extLst>
              </p:cNvPr>
              <p:cNvSpPr/>
              <p:nvPr/>
            </p:nvSpPr>
            <p:spPr>
              <a:xfrm rot="316924">
                <a:off x="4446016" y="969466"/>
                <a:ext cx="286726" cy="4005924"/>
              </a:xfrm>
              <a:custGeom>
                <a:avLst/>
                <a:gdLst>
                  <a:gd name="connsiteX0" fmla="*/ 0 w 196226"/>
                  <a:gd name="connsiteY0" fmla="*/ 0 h 3725706"/>
                  <a:gd name="connsiteX1" fmla="*/ 196226 w 196226"/>
                  <a:gd name="connsiteY1" fmla="*/ 0 h 3725706"/>
                  <a:gd name="connsiteX2" fmla="*/ 196226 w 196226"/>
                  <a:gd name="connsiteY2" fmla="*/ 3725706 h 3725706"/>
                  <a:gd name="connsiteX3" fmla="*/ 0 w 196226"/>
                  <a:gd name="connsiteY3" fmla="*/ 3725706 h 3725706"/>
                  <a:gd name="connsiteX4" fmla="*/ 0 w 196226"/>
                  <a:gd name="connsiteY4" fmla="*/ 0 h 3725706"/>
                  <a:gd name="connsiteX0" fmla="*/ 0 w 196226"/>
                  <a:gd name="connsiteY0" fmla="*/ 3725706 h 3725706"/>
                  <a:gd name="connsiteX1" fmla="*/ 196226 w 196226"/>
                  <a:gd name="connsiteY1" fmla="*/ 0 h 3725706"/>
                  <a:gd name="connsiteX2" fmla="*/ 196226 w 196226"/>
                  <a:gd name="connsiteY2" fmla="*/ 3725706 h 3725706"/>
                  <a:gd name="connsiteX3" fmla="*/ 0 w 196226"/>
                  <a:gd name="connsiteY3" fmla="*/ 3725706 h 3725706"/>
                  <a:gd name="connsiteX0" fmla="*/ 0 w 196226"/>
                  <a:gd name="connsiteY0" fmla="*/ 3741025 h 3741025"/>
                  <a:gd name="connsiteX1" fmla="*/ 177626 w 196226"/>
                  <a:gd name="connsiteY1" fmla="*/ 0 h 3741025"/>
                  <a:gd name="connsiteX2" fmla="*/ 196226 w 196226"/>
                  <a:gd name="connsiteY2" fmla="*/ 3741025 h 3741025"/>
                  <a:gd name="connsiteX3" fmla="*/ 0 w 196226"/>
                  <a:gd name="connsiteY3" fmla="*/ 3741025 h 3741025"/>
                  <a:gd name="connsiteX0" fmla="*/ 0 w 196226"/>
                  <a:gd name="connsiteY0" fmla="*/ 3760392 h 3760392"/>
                  <a:gd name="connsiteX1" fmla="*/ 165482 w 196226"/>
                  <a:gd name="connsiteY1" fmla="*/ 0 h 3760392"/>
                  <a:gd name="connsiteX2" fmla="*/ 196226 w 196226"/>
                  <a:gd name="connsiteY2" fmla="*/ 3760392 h 3760392"/>
                  <a:gd name="connsiteX3" fmla="*/ 0 w 196226"/>
                  <a:gd name="connsiteY3" fmla="*/ 3760392 h 3760392"/>
                  <a:gd name="connsiteX0" fmla="*/ 0 w 196226"/>
                  <a:gd name="connsiteY0" fmla="*/ 3760392 h 3760392"/>
                  <a:gd name="connsiteX1" fmla="*/ 165482 w 196226"/>
                  <a:gd name="connsiteY1" fmla="*/ 0 h 3760392"/>
                  <a:gd name="connsiteX2" fmla="*/ 196226 w 196226"/>
                  <a:gd name="connsiteY2" fmla="*/ 3760392 h 3760392"/>
                  <a:gd name="connsiteX3" fmla="*/ 0 w 196226"/>
                  <a:gd name="connsiteY3" fmla="*/ 3760392 h 3760392"/>
                  <a:gd name="connsiteX0" fmla="*/ 0 w 203788"/>
                  <a:gd name="connsiteY0" fmla="*/ 3760392 h 3760392"/>
                  <a:gd name="connsiteX1" fmla="*/ 165482 w 203788"/>
                  <a:gd name="connsiteY1" fmla="*/ 0 h 3760392"/>
                  <a:gd name="connsiteX2" fmla="*/ 196226 w 203788"/>
                  <a:gd name="connsiteY2" fmla="*/ 3760392 h 3760392"/>
                  <a:gd name="connsiteX3" fmla="*/ 0 w 203788"/>
                  <a:gd name="connsiteY3" fmla="*/ 3760392 h 3760392"/>
                  <a:gd name="connsiteX0" fmla="*/ 0 w 232892"/>
                  <a:gd name="connsiteY0" fmla="*/ 3742664 h 3760392"/>
                  <a:gd name="connsiteX1" fmla="*/ 194586 w 232892"/>
                  <a:gd name="connsiteY1" fmla="*/ 0 h 3760392"/>
                  <a:gd name="connsiteX2" fmla="*/ 225330 w 232892"/>
                  <a:gd name="connsiteY2" fmla="*/ 3760392 h 3760392"/>
                  <a:gd name="connsiteX3" fmla="*/ 0 w 232892"/>
                  <a:gd name="connsiteY3" fmla="*/ 3742664 h 3760392"/>
                  <a:gd name="connsiteX0" fmla="*/ 0 w 232030"/>
                  <a:gd name="connsiteY0" fmla="*/ 3742664 h 3914670"/>
                  <a:gd name="connsiteX1" fmla="*/ 194586 w 232030"/>
                  <a:gd name="connsiteY1" fmla="*/ 0 h 3914670"/>
                  <a:gd name="connsiteX2" fmla="*/ 223135 w 232030"/>
                  <a:gd name="connsiteY2" fmla="*/ 3914670 h 3914670"/>
                  <a:gd name="connsiteX3" fmla="*/ 0 w 232030"/>
                  <a:gd name="connsiteY3" fmla="*/ 3742664 h 3914670"/>
                  <a:gd name="connsiteX0" fmla="*/ 0 w 247137"/>
                  <a:gd name="connsiteY0" fmla="*/ 3905038 h 3914670"/>
                  <a:gd name="connsiteX1" fmla="*/ 209693 w 247137"/>
                  <a:gd name="connsiteY1" fmla="*/ 0 h 3914670"/>
                  <a:gd name="connsiteX2" fmla="*/ 238242 w 247137"/>
                  <a:gd name="connsiteY2" fmla="*/ 3914670 h 3914670"/>
                  <a:gd name="connsiteX3" fmla="*/ 0 w 247137"/>
                  <a:gd name="connsiteY3" fmla="*/ 3905038 h 3914670"/>
                  <a:gd name="connsiteX0" fmla="*/ 0 w 250938"/>
                  <a:gd name="connsiteY0" fmla="*/ 3905038 h 3972005"/>
                  <a:gd name="connsiteX1" fmla="*/ 209693 w 250938"/>
                  <a:gd name="connsiteY1" fmla="*/ 0 h 3972005"/>
                  <a:gd name="connsiteX2" fmla="*/ 247212 w 250938"/>
                  <a:gd name="connsiteY2" fmla="*/ 3972005 h 3972005"/>
                  <a:gd name="connsiteX3" fmla="*/ 0 w 250938"/>
                  <a:gd name="connsiteY3" fmla="*/ 3905038 h 3972005"/>
                  <a:gd name="connsiteX0" fmla="*/ 0 w 264616"/>
                  <a:gd name="connsiteY0" fmla="*/ 3940598 h 3972005"/>
                  <a:gd name="connsiteX1" fmla="*/ 223371 w 264616"/>
                  <a:gd name="connsiteY1" fmla="*/ 0 h 3972005"/>
                  <a:gd name="connsiteX2" fmla="*/ 260890 w 264616"/>
                  <a:gd name="connsiteY2" fmla="*/ 3972005 h 3972005"/>
                  <a:gd name="connsiteX3" fmla="*/ 0 w 264616"/>
                  <a:gd name="connsiteY3" fmla="*/ 3940598 h 3972005"/>
                  <a:gd name="connsiteX0" fmla="*/ 0 w 262936"/>
                  <a:gd name="connsiteY0" fmla="*/ 3974517 h 4005924"/>
                  <a:gd name="connsiteX1" fmla="*/ 220090 w 262936"/>
                  <a:gd name="connsiteY1" fmla="*/ 0 h 4005924"/>
                  <a:gd name="connsiteX2" fmla="*/ 260890 w 262936"/>
                  <a:gd name="connsiteY2" fmla="*/ 4005924 h 4005924"/>
                  <a:gd name="connsiteX3" fmla="*/ 0 w 262936"/>
                  <a:gd name="connsiteY3" fmla="*/ 3974517 h 4005924"/>
                  <a:gd name="connsiteX0" fmla="*/ 0 w 286726"/>
                  <a:gd name="connsiteY0" fmla="*/ 3974517 h 4005924"/>
                  <a:gd name="connsiteX1" fmla="*/ 220090 w 286726"/>
                  <a:gd name="connsiteY1" fmla="*/ 0 h 4005924"/>
                  <a:gd name="connsiteX2" fmla="*/ 260890 w 286726"/>
                  <a:gd name="connsiteY2" fmla="*/ 4005924 h 4005924"/>
                  <a:gd name="connsiteX3" fmla="*/ 0 w 286726"/>
                  <a:gd name="connsiteY3" fmla="*/ 3974517 h 4005924"/>
                  <a:gd name="connsiteX0" fmla="*/ 0 w 286726"/>
                  <a:gd name="connsiteY0" fmla="*/ 3974517 h 4065957"/>
                  <a:gd name="connsiteX1" fmla="*/ 220090 w 286726"/>
                  <a:gd name="connsiteY1" fmla="*/ 0 h 4065957"/>
                  <a:gd name="connsiteX2" fmla="*/ 260890 w 286726"/>
                  <a:gd name="connsiteY2" fmla="*/ 4005924 h 4065957"/>
                  <a:gd name="connsiteX3" fmla="*/ 91440 w 286726"/>
                  <a:gd name="connsiteY3" fmla="*/ 4065957 h 4065957"/>
                  <a:gd name="connsiteX0" fmla="*/ 0 w 286726"/>
                  <a:gd name="connsiteY0" fmla="*/ 3974517 h 4005924"/>
                  <a:gd name="connsiteX1" fmla="*/ 220090 w 286726"/>
                  <a:gd name="connsiteY1" fmla="*/ 0 h 4005924"/>
                  <a:gd name="connsiteX2" fmla="*/ 260890 w 286726"/>
                  <a:gd name="connsiteY2" fmla="*/ 4005924 h 4005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86726" h="4005924">
                    <a:moveTo>
                      <a:pt x="0" y="3974517"/>
                    </a:moveTo>
                    <a:cubicBezTo>
                      <a:pt x="55161" y="2721053"/>
                      <a:pt x="8137" y="1189886"/>
                      <a:pt x="220090" y="0"/>
                    </a:cubicBezTo>
                    <a:cubicBezTo>
                      <a:pt x="290188" y="1305877"/>
                      <a:pt x="306997" y="2627180"/>
                      <a:pt x="260890" y="4005924"/>
                    </a:cubicBezTo>
                  </a:path>
                </a:pathLst>
              </a:custGeom>
              <a:solidFill>
                <a:srgbClr val="64263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54D6822-B932-8331-71D6-23277605863C}"/>
                </a:ext>
              </a:extLst>
            </p:cNvPr>
            <p:cNvGrpSpPr/>
            <p:nvPr/>
          </p:nvGrpSpPr>
          <p:grpSpPr>
            <a:xfrm rot="21294633">
              <a:off x="3544846" y="407891"/>
              <a:ext cx="2233404" cy="4752318"/>
              <a:chOff x="3675319" y="223072"/>
              <a:chExt cx="2233404" cy="4752318"/>
            </a:xfrm>
          </p:grpSpPr>
          <p:sp>
            <p:nvSpPr>
              <p:cNvPr id="25" name="Rectangle 2">
                <a:extLst>
                  <a:ext uri="{FF2B5EF4-FFF2-40B4-BE49-F238E27FC236}">
                    <a16:creationId xmlns:a16="http://schemas.microsoft.com/office/drawing/2014/main" id="{9634A07D-748F-B5AF-60EC-FA80CB7CBA10}"/>
                  </a:ext>
                </a:extLst>
              </p:cNvPr>
              <p:cNvSpPr/>
              <p:nvPr/>
            </p:nvSpPr>
            <p:spPr>
              <a:xfrm>
                <a:off x="3675319" y="223072"/>
                <a:ext cx="2233404" cy="3466598"/>
              </a:xfrm>
              <a:custGeom>
                <a:avLst/>
                <a:gdLst>
                  <a:gd name="connsiteX0" fmla="*/ 0 w 542441"/>
                  <a:gd name="connsiteY0" fmla="*/ 0 h 895027"/>
                  <a:gd name="connsiteX1" fmla="*/ 542441 w 542441"/>
                  <a:gd name="connsiteY1" fmla="*/ 0 h 895027"/>
                  <a:gd name="connsiteX2" fmla="*/ 542441 w 542441"/>
                  <a:gd name="connsiteY2" fmla="*/ 895027 h 895027"/>
                  <a:gd name="connsiteX3" fmla="*/ 0 w 542441"/>
                  <a:gd name="connsiteY3" fmla="*/ 895027 h 895027"/>
                  <a:gd name="connsiteX4" fmla="*/ 0 w 542441"/>
                  <a:gd name="connsiteY4" fmla="*/ 0 h 895027"/>
                  <a:gd name="connsiteX0" fmla="*/ 0 w 834541"/>
                  <a:gd name="connsiteY0" fmla="*/ 635000 h 895027"/>
                  <a:gd name="connsiteX1" fmla="*/ 834541 w 834541"/>
                  <a:gd name="connsiteY1" fmla="*/ 0 h 895027"/>
                  <a:gd name="connsiteX2" fmla="*/ 834541 w 834541"/>
                  <a:gd name="connsiteY2" fmla="*/ 895027 h 895027"/>
                  <a:gd name="connsiteX3" fmla="*/ 292100 w 834541"/>
                  <a:gd name="connsiteY3" fmla="*/ 895027 h 895027"/>
                  <a:gd name="connsiteX4" fmla="*/ 0 w 834541"/>
                  <a:gd name="connsiteY4" fmla="*/ 635000 h 895027"/>
                  <a:gd name="connsiteX0" fmla="*/ 152400 w 986941"/>
                  <a:gd name="connsiteY0" fmla="*/ 635000 h 1885627"/>
                  <a:gd name="connsiteX1" fmla="*/ 986941 w 986941"/>
                  <a:gd name="connsiteY1" fmla="*/ 0 h 1885627"/>
                  <a:gd name="connsiteX2" fmla="*/ 986941 w 986941"/>
                  <a:gd name="connsiteY2" fmla="*/ 895027 h 1885627"/>
                  <a:gd name="connsiteX3" fmla="*/ 0 w 986941"/>
                  <a:gd name="connsiteY3" fmla="*/ 1885627 h 1885627"/>
                  <a:gd name="connsiteX4" fmla="*/ 152400 w 986941"/>
                  <a:gd name="connsiteY4" fmla="*/ 635000 h 1885627"/>
                  <a:gd name="connsiteX0" fmla="*/ 152400 w 986941"/>
                  <a:gd name="connsiteY0" fmla="*/ 635000 h 1974527"/>
                  <a:gd name="connsiteX1" fmla="*/ 986941 w 986941"/>
                  <a:gd name="connsiteY1" fmla="*/ 0 h 1974527"/>
                  <a:gd name="connsiteX2" fmla="*/ 237641 w 986941"/>
                  <a:gd name="connsiteY2" fmla="*/ 1974527 h 1974527"/>
                  <a:gd name="connsiteX3" fmla="*/ 0 w 986941"/>
                  <a:gd name="connsiteY3" fmla="*/ 1885627 h 1974527"/>
                  <a:gd name="connsiteX4" fmla="*/ 152400 w 986941"/>
                  <a:gd name="connsiteY4" fmla="*/ 635000 h 1974527"/>
                  <a:gd name="connsiteX0" fmla="*/ 152400 w 402741"/>
                  <a:gd name="connsiteY0" fmla="*/ 0 h 1339527"/>
                  <a:gd name="connsiteX1" fmla="*/ 402741 w 402741"/>
                  <a:gd name="connsiteY1" fmla="*/ 63500 h 1339527"/>
                  <a:gd name="connsiteX2" fmla="*/ 237641 w 402741"/>
                  <a:gd name="connsiteY2" fmla="*/ 1339527 h 1339527"/>
                  <a:gd name="connsiteX3" fmla="*/ 0 w 402741"/>
                  <a:gd name="connsiteY3" fmla="*/ 1250627 h 1339527"/>
                  <a:gd name="connsiteX4" fmla="*/ 152400 w 402741"/>
                  <a:gd name="connsiteY4" fmla="*/ 0 h 1339527"/>
                  <a:gd name="connsiteX0" fmla="*/ 152400 w 402741"/>
                  <a:gd name="connsiteY0" fmla="*/ 131276 h 1470803"/>
                  <a:gd name="connsiteX1" fmla="*/ 402741 w 402741"/>
                  <a:gd name="connsiteY1" fmla="*/ 194776 h 1470803"/>
                  <a:gd name="connsiteX2" fmla="*/ 237641 w 402741"/>
                  <a:gd name="connsiteY2" fmla="*/ 1470803 h 1470803"/>
                  <a:gd name="connsiteX3" fmla="*/ 0 w 402741"/>
                  <a:gd name="connsiteY3" fmla="*/ 1381903 h 1470803"/>
                  <a:gd name="connsiteX4" fmla="*/ 152400 w 402741"/>
                  <a:gd name="connsiteY4" fmla="*/ 131276 h 1470803"/>
                  <a:gd name="connsiteX0" fmla="*/ 187527 w 437868"/>
                  <a:gd name="connsiteY0" fmla="*/ 395743 h 1735270"/>
                  <a:gd name="connsiteX1" fmla="*/ 4604 w 437868"/>
                  <a:gd name="connsiteY1" fmla="*/ 450 h 1735270"/>
                  <a:gd name="connsiteX2" fmla="*/ 437868 w 437868"/>
                  <a:gd name="connsiteY2" fmla="*/ 459243 h 1735270"/>
                  <a:gd name="connsiteX3" fmla="*/ 272768 w 437868"/>
                  <a:gd name="connsiteY3" fmla="*/ 1735270 h 1735270"/>
                  <a:gd name="connsiteX4" fmla="*/ 35127 w 437868"/>
                  <a:gd name="connsiteY4" fmla="*/ 1646370 h 1735270"/>
                  <a:gd name="connsiteX5" fmla="*/ 187527 w 437868"/>
                  <a:gd name="connsiteY5" fmla="*/ 395743 h 1735270"/>
                  <a:gd name="connsiteX0" fmla="*/ 187527 w 827895"/>
                  <a:gd name="connsiteY0" fmla="*/ 397043 h 1736570"/>
                  <a:gd name="connsiteX1" fmla="*/ 4604 w 827895"/>
                  <a:gd name="connsiteY1" fmla="*/ 1750 h 1736570"/>
                  <a:gd name="connsiteX2" fmla="*/ 819944 w 827895"/>
                  <a:gd name="connsiteY2" fmla="*/ 390370 h 1736570"/>
                  <a:gd name="connsiteX3" fmla="*/ 437868 w 827895"/>
                  <a:gd name="connsiteY3" fmla="*/ 460543 h 1736570"/>
                  <a:gd name="connsiteX4" fmla="*/ 272768 w 827895"/>
                  <a:gd name="connsiteY4" fmla="*/ 1736570 h 1736570"/>
                  <a:gd name="connsiteX5" fmla="*/ 35127 w 827895"/>
                  <a:gd name="connsiteY5" fmla="*/ 1647670 h 1736570"/>
                  <a:gd name="connsiteX6" fmla="*/ 187527 w 827895"/>
                  <a:gd name="connsiteY6" fmla="*/ 397043 h 1736570"/>
                  <a:gd name="connsiteX0" fmla="*/ 187527 w 1079717"/>
                  <a:gd name="connsiteY0" fmla="*/ 399939 h 1739466"/>
                  <a:gd name="connsiteX1" fmla="*/ 4604 w 1079717"/>
                  <a:gd name="connsiteY1" fmla="*/ 4646 h 1739466"/>
                  <a:gd name="connsiteX2" fmla="*/ 1048544 w 1079717"/>
                  <a:gd name="connsiteY2" fmla="*/ 164666 h 1739466"/>
                  <a:gd name="connsiteX3" fmla="*/ 819944 w 1079717"/>
                  <a:gd name="connsiteY3" fmla="*/ 393266 h 1739466"/>
                  <a:gd name="connsiteX4" fmla="*/ 437868 w 1079717"/>
                  <a:gd name="connsiteY4" fmla="*/ 463439 h 1739466"/>
                  <a:gd name="connsiteX5" fmla="*/ 272768 w 1079717"/>
                  <a:gd name="connsiteY5" fmla="*/ 1739466 h 1739466"/>
                  <a:gd name="connsiteX6" fmla="*/ 35127 w 1079717"/>
                  <a:gd name="connsiteY6" fmla="*/ 1650566 h 1739466"/>
                  <a:gd name="connsiteX7" fmla="*/ 187527 w 1079717"/>
                  <a:gd name="connsiteY7" fmla="*/ 399939 h 1739466"/>
                  <a:gd name="connsiteX0" fmla="*/ 187527 w 1491624"/>
                  <a:gd name="connsiteY0" fmla="*/ 447497 h 1787024"/>
                  <a:gd name="connsiteX1" fmla="*/ 4604 w 1491624"/>
                  <a:gd name="connsiteY1" fmla="*/ 52204 h 1787024"/>
                  <a:gd name="connsiteX2" fmla="*/ 1460024 w 1491624"/>
                  <a:gd name="connsiteY2" fmla="*/ 14104 h 1787024"/>
                  <a:gd name="connsiteX3" fmla="*/ 1048544 w 1491624"/>
                  <a:gd name="connsiteY3" fmla="*/ 212224 h 1787024"/>
                  <a:gd name="connsiteX4" fmla="*/ 819944 w 1491624"/>
                  <a:gd name="connsiteY4" fmla="*/ 440824 h 1787024"/>
                  <a:gd name="connsiteX5" fmla="*/ 437868 w 1491624"/>
                  <a:gd name="connsiteY5" fmla="*/ 510997 h 1787024"/>
                  <a:gd name="connsiteX6" fmla="*/ 272768 w 1491624"/>
                  <a:gd name="connsiteY6" fmla="*/ 1787024 h 1787024"/>
                  <a:gd name="connsiteX7" fmla="*/ 35127 w 1491624"/>
                  <a:gd name="connsiteY7" fmla="*/ 1698124 h 1787024"/>
                  <a:gd name="connsiteX8" fmla="*/ 187527 w 1491624"/>
                  <a:gd name="connsiteY8" fmla="*/ 447497 h 1787024"/>
                  <a:gd name="connsiteX0" fmla="*/ 712105 w 2004462"/>
                  <a:gd name="connsiteY0" fmla="*/ 791623 h 2131150"/>
                  <a:gd name="connsiteX1" fmla="*/ 529182 w 2004462"/>
                  <a:gd name="connsiteY1" fmla="*/ 396330 h 2131150"/>
                  <a:gd name="connsiteX2" fmla="*/ 49121 w 2004462"/>
                  <a:gd name="connsiteY2" fmla="*/ 90 h 2131150"/>
                  <a:gd name="connsiteX3" fmla="*/ 1984602 w 2004462"/>
                  <a:gd name="connsiteY3" fmla="*/ 358230 h 2131150"/>
                  <a:gd name="connsiteX4" fmla="*/ 1573122 w 2004462"/>
                  <a:gd name="connsiteY4" fmla="*/ 556350 h 2131150"/>
                  <a:gd name="connsiteX5" fmla="*/ 1344522 w 2004462"/>
                  <a:gd name="connsiteY5" fmla="*/ 784950 h 2131150"/>
                  <a:gd name="connsiteX6" fmla="*/ 962446 w 2004462"/>
                  <a:gd name="connsiteY6" fmla="*/ 855123 h 2131150"/>
                  <a:gd name="connsiteX7" fmla="*/ 797346 w 2004462"/>
                  <a:gd name="connsiteY7" fmla="*/ 2131150 h 2131150"/>
                  <a:gd name="connsiteX8" fmla="*/ 559705 w 2004462"/>
                  <a:gd name="connsiteY8" fmla="*/ 2042250 h 2131150"/>
                  <a:gd name="connsiteX9" fmla="*/ 712105 w 2004462"/>
                  <a:gd name="connsiteY9" fmla="*/ 791623 h 2131150"/>
                  <a:gd name="connsiteX0" fmla="*/ 712105 w 2263745"/>
                  <a:gd name="connsiteY0" fmla="*/ 1036197 h 2375724"/>
                  <a:gd name="connsiteX1" fmla="*/ 529182 w 2263745"/>
                  <a:gd name="connsiteY1" fmla="*/ 640904 h 2375724"/>
                  <a:gd name="connsiteX2" fmla="*/ 49121 w 2263745"/>
                  <a:gd name="connsiteY2" fmla="*/ 244664 h 2375724"/>
                  <a:gd name="connsiteX3" fmla="*/ 2152241 w 2263745"/>
                  <a:gd name="connsiteY3" fmla="*/ 8444 h 2375724"/>
                  <a:gd name="connsiteX4" fmla="*/ 1984602 w 2263745"/>
                  <a:gd name="connsiteY4" fmla="*/ 602804 h 2375724"/>
                  <a:gd name="connsiteX5" fmla="*/ 1573122 w 2263745"/>
                  <a:gd name="connsiteY5" fmla="*/ 800924 h 2375724"/>
                  <a:gd name="connsiteX6" fmla="*/ 1344522 w 2263745"/>
                  <a:gd name="connsiteY6" fmla="*/ 1029524 h 2375724"/>
                  <a:gd name="connsiteX7" fmla="*/ 962446 w 2263745"/>
                  <a:gd name="connsiteY7" fmla="*/ 1099697 h 2375724"/>
                  <a:gd name="connsiteX8" fmla="*/ 797346 w 2263745"/>
                  <a:gd name="connsiteY8" fmla="*/ 2375724 h 2375724"/>
                  <a:gd name="connsiteX9" fmla="*/ 559705 w 2263745"/>
                  <a:gd name="connsiteY9" fmla="*/ 2286824 h 2375724"/>
                  <a:gd name="connsiteX10" fmla="*/ 712105 w 2263745"/>
                  <a:gd name="connsiteY10" fmla="*/ 1036197 h 2375724"/>
                  <a:gd name="connsiteX0" fmla="*/ 712105 w 2247494"/>
                  <a:gd name="connsiteY0" fmla="*/ 1590010 h 2929537"/>
                  <a:gd name="connsiteX1" fmla="*/ 529182 w 2247494"/>
                  <a:gd name="connsiteY1" fmla="*/ 1194717 h 2929537"/>
                  <a:gd name="connsiteX2" fmla="*/ 49121 w 2247494"/>
                  <a:gd name="connsiteY2" fmla="*/ 798477 h 2929537"/>
                  <a:gd name="connsiteX3" fmla="*/ 2087471 w 2247494"/>
                  <a:gd name="connsiteY3" fmla="*/ 2187 h 2929537"/>
                  <a:gd name="connsiteX4" fmla="*/ 2152241 w 2247494"/>
                  <a:gd name="connsiteY4" fmla="*/ 562257 h 2929537"/>
                  <a:gd name="connsiteX5" fmla="*/ 1984602 w 2247494"/>
                  <a:gd name="connsiteY5" fmla="*/ 1156617 h 2929537"/>
                  <a:gd name="connsiteX6" fmla="*/ 1573122 w 2247494"/>
                  <a:gd name="connsiteY6" fmla="*/ 1354737 h 2929537"/>
                  <a:gd name="connsiteX7" fmla="*/ 1344522 w 2247494"/>
                  <a:gd name="connsiteY7" fmla="*/ 1583337 h 2929537"/>
                  <a:gd name="connsiteX8" fmla="*/ 962446 w 2247494"/>
                  <a:gd name="connsiteY8" fmla="*/ 1653510 h 2929537"/>
                  <a:gd name="connsiteX9" fmla="*/ 797346 w 2247494"/>
                  <a:gd name="connsiteY9" fmla="*/ 2929537 h 2929537"/>
                  <a:gd name="connsiteX10" fmla="*/ 559705 w 2247494"/>
                  <a:gd name="connsiteY10" fmla="*/ 2840637 h 2929537"/>
                  <a:gd name="connsiteX11" fmla="*/ 712105 w 2247494"/>
                  <a:gd name="connsiteY11" fmla="*/ 1590010 h 2929537"/>
                  <a:gd name="connsiteX0" fmla="*/ 759565 w 2275936"/>
                  <a:gd name="connsiteY0" fmla="*/ 1588303 h 2927830"/>
                  <a:gd name="connsiteX1" fmla="*/ 576642 w 2275936"/>
                  <a:gd name="connsiteY1" fmla="*/ 1193010 h 2927830"/>
                  <a:gd name="connsiteX2" fmla="*/ 96581 w 2275936"/>
                  <a:gd name="connsiteY2" fmla="*/ 796770 h 2927830"/>
                  <a:gd name="connsiteX3" fmla="*/ 191831 w 2275936"/>
                  <a:gd name="connsiteY3" fmla="*/ 190981 h 2927830"/>
                  <a:gd name="connsiteX4" fmla="*/ 2134931 w 2275936"/>
                  <a:gd name="connsiteY4" fmla="*/ 480 h 2927830"/>
                  <a:gd name="connsiteX5" fmla="*/ 2199701 w 2275936"/>
                  <a:gd name="connsiteY5" fmla="*/ 560550 h 2927830"/>
                  <a:gd name="connsiteX6" fmla="*/ 2032062 w 2275936"/>
                  <a:gd name="connsiteY6" fmla="*/ 1154910 h 2927830"/>
                  <a:gd name="connsiteX7" fmla="*/ 1620582 w 2275936"/>
                  <a:gd name="connsiteY7" fmla="*/ 1353030 h 2927830"/>
                  <a:gd name="connsiteX8" fmla="*/ 1391982 w 2275936"/>
                  <a:gd name="connsiteY8" fmla="*/ 1581630 h 2927830"/>
                  <a:gd name="connsiteX9" fmla="*/ 1009906 w 2275936"/>
                  <a:gd name="connsiteY9" fmla="*/ 1651803 h 2927830"/>
                  <a:gd name="connsiteX10" fmla="*/ 844806 w 2275936"/>
                  <a:gd name="connsiteY10" fmla="*/ 2927830 h 2927830"/>
                  <a:gd name="connsiteX11" fmla="*/ 607165 w 2275936"/>
                  <a:gd name="connsiteY11" fmla="*/ 2838930 h 2927830"/>
                  <a:gd name="connsiteX12" fmla="*/ 759565 w 2275936"/>
                  <a:gd name="connsiteY12" fmla="*/ 1588303 h 2927830"/>
                  <a:gd name="connsiteX0" fmla="*/ 759565 w 2270304"/>
                  <a:gd name="connsiteY0" fmla="*/ 1632823 h 2972350"/>
                  <a:gd name="connsiteX1" fmla="*/ 576642 w 2270304"/>
                  <a:gd name="connsiteY1" fmla="*/ 1237530 h 2972350"/>
                  <a:gd name="connsiteX2" fmla="*/ 96581 w 2270304"/>
                  <a:gd name="connsiteY2" fmla="*/ 841290 h 2972350"/>
                  <a:gd name="connsiteX3" fmla="*/ 191831 w 2270304"/>
                  <a:gd name="connsiteY3" fmla="*/ 235501 h 2972350"/>
                  <a:gd name="connsiteX4" fmla="*/ 410906 w 2270304"/>
                  <a:gd name="connsiteY4" fmla="*/ 35475 h 2972350"/>
                  <a:gd name="connsiteX5" fmla="*/ 2134931 w 2270304"/>
                  <a:gd name="connsiteY5" fmla="*/ 45000 h 2972350"/>
                  <a:gd name="connsiteX6" fmla="*/ 2199701 w 2270304"/>
                  <a:gd name="connsiteY6" fmla="*/ 605070 h 2972350"/>
                  <a:gd name="connsiteX7" fmla="*/ 2032062 w 2270304"/>
                  <a:gd name="connsiteY7" fmla="*/ 1199430 h 2972350"/>
                  <a:gd name="connsiteX8" fmla="*/ 1620582 w 2270304"/>
                  <a:gd name="connsiteY8" fmla="*/ 1397550 h 2972350"/>
                  <a:gd name="connsiteX9" fmla="*/ 1391982 w 2270304"/>
                  <a:gd name="connsiteY9" fmla="*/ 1626150 h 2972350"/>
                  <a:gd name="connsiteX10" fmla="*/ 1009906 w 2270304"/>
                  <a:gd name="connsiteY10" fmla="*/ 1696323 h 2972350"/>
                  <a:gd name="connsiteX11" fmla="*/ 844806 w 2270304"/>
                  <a:gd name="connsiteY11" fmla="*/ 2972350 h 2972350"/>
                  <a:gd name="connsiteX12" fmla="*/ 607165 w 2270304"/>
                  <a:gd name="connsiteY12" fmla="*/ 2883450 h 2972350"/>
                  <a:gd name="connsiteX13" fmla="*/ 759565 w 2270304"/>
                  <a:gd name="connsiteY13" fmla="*/ 1632823 h 2972350"/>
                  <a:gd name="connsiteX0" fmla="*/ 759565 w 2231157"/>
                  <a:gd name="connsiteY0" fmla="*/ 2216476 h 3556003"/>
                  <a:gd name="connsiteX1" fmla="*/ 576642 w 2231157"/>
                  <a:gd name="connsiteY1" fmla="*/ 1821183 h 3556003"/>
                  <a:gd name="connsiteX2" fmla="*/ 96581 w 2231157"/>
                  <a:gd name="connsiteY2" fmla="*/ 1424943 h 3556003"/>
                  <a:gd name="connsiteX3" fmla="*/ 191831 w 2231157"/>
                  <a:gd name="connsiteY3" fmla="*/ 819154 h 3556003"/>
                  <a:gd name="connsiteX4" fmla="*/ 410906 w 2231157"/>
                  <a:gd name="connsiteY4" fmla="*/ 619128 h 3556003"/>
                  <a:gd name="connsiteX5" fmla="*/ 325181 w 2231157"/>
                  <a:gd name="connsiteY5" fmla="*/ 3 h 3556003"/>
                  <a:gd name="connsiteX6" fmla="*/ 2134931 w 2231157"/>
                  <a:gd name="connsiteY6" fmla="*/ 628653 h 3556003"/>
                  <a:gd name="connsiteX7" fmla="*/ 2199701 w 2231157"/>
                  <a:gd name="connsiteY7" fmla="*/ 1188723 h 3556003"/>
                  <a:gd name="connsiteX8" fmla="*/ 2032062 w 2231157"/>
                  <a:gd name="connsiteY8" fmla="*/ 1783083 h 3556003"/>
                  <a:gd name="connsiteX9" fmla="*/ 1620582 w 2231157"/>
                  <a:gd name="connsiteY9" fmla="*/ 1981203 h 3556003"/>
                  <a:gd name="connsiteX10" fmla="*/ 1391982 w 2231157"/>
                  <a:gd name="connsiteY10" fmla="*/ 2209803 h 3556003"/>
                  <a:gd name="connsiteX11" fmla="*/ 1009906 w 2231157"/>
                  <a:gd name="connsiteY11" fmla="*/ 2279976 h 3556003"/>
                  <a:gd name="connsiteX12" fmla="*/ 844806 w 2231157"/>
                  <a:gd name="connsiteY12" fmla="*/ 3556003 h 3556003"/>
                  <a:gd name="connsiteX13" fmla="*/ 607165 w 2231157"/>
                  <a:gd name="connsiteY13" fmla="*/ 3467103 h 3556003"/>
                  <a:gd name="connsiteX14" fmla="*/ 759565 w 2231157"/>
                  <a:gd name="connsiteY14" fmla="*/ 2216476 h 3556003"/>
                  <a:gd name="connsiteX0" fmla="*/ 759565 w 2209496"/>
                  <a:gd name="connsiteY0" fmla="*/ 2373929 h 3713456"/>
                  <a:gd name="connsiteX1" fmla="*/ 576642 w 2209496"/>
                  <a:gd name="connsiteY1" fmla="*/ 1978636 h 3713456"/>
                  <a:gd name="connsiteX2" fmla="*/ 96581 w 2209496"/>
                  <a:gd name="connsiteY2" fmla="*/ 1582396 h 3713456"/>
                  <a:gd name="connsiteX3" fmla="*/ 191831 w 2209496"/>
                  <a:gd name="connsiteY3" fmla="*/ 976607 h 3713456"/>
                  <a:gd name="connsiteX4" fmla="*/ 410906 w 2209496"/>
                  <a:gd name="connsiteY4" fmla="*/ 776581 h 3713456"/>
                  <a:gd name="connsiteX5" fmla="*/ 325181 w 2209496"/>
                  <a:gd name="connsiteY5" fmla="*/ 157456 h 3713456"/>
                  <a:gd name="connsiteX6" fmla="*/ 1772982 w 2209496"/>
                  <a:gd name="connsiteY6" fmla="*/ 30457 h 3713456"/>
                  <a:gd name="connsiteX7" fmla="*/ 2134931 w 2209496"/>
                  <a:gd name="connsiteY7" fmla="*/ 786106 h 3713456"/>
                  <a:gd name="connsiteX8" fmla="*/ 2199701 w 2209496"/>
                  <a:gd name="connsiteY8" fmla="*/ 1346176 h 3713456"/>
                  <a:gd name="connsiteX9" fmla="*/ 2032062 w 2209496"/>
                  <a:gd name="connsiteY9" fmla="*/ 1940536 h 3713456"/>
                  <a:gd name="connsiteX10" fmla="*/ 1620582 w 2209496"/>
                  <a:gd name="connsiteY10" fmla="*/ 2138656 h 3713456"/>
                  <a:gd name="connsiteX11" fmla="*/ 1391982 w 2209496"/>
                  <a:gd name="connsiteY11" fmla="*/ 2367256 h 3713456"/>
                  <a:gd name="connsiteX12" fmla="*/ 1009906 w 2209496"/>
                  <a:gd name="connsiteY12" fmla="*/ 2437429 h 3713456"/>
                  <a:gd name="connsiteX13" fmla="*/ 844806 w 2209496"/>
                  <a:gd name="connsiteY13" fmla="*/ 3713456 h 3713456"/>
                  <a:gd name="connsiteX14" fmla="*/ 607165 w 2209496"/>
                  <a:gd name="connsiteY14" fmla="*/ 3624556 h 3713456"/>
                  <a:gd name="connsiteX15" fmla="*/ 759565 w 2209496"/>
                  <a:gd name="connsiteY15" fmla="*/ 2373929 h 3713456"/>
                  <a:gd name="connsiteX0" fmla="*/ 759565 w 2209496"/>
                  <a:gd name="connsiteY0" fmla="*/ 2801590 h 4141117"/>
                  <a:gd name="connsiteX1" fmla="*/ 576642 w 2209496"/>
                  <a:gd name="connsiteY1" fmla="*/ 2406297 h 4141117"/>
                  <a:gd name="connsiteX2" fmla="*/ 96581 w 2209496"/>
                  <a:gd name="connsiteY2" fmla="*/ 2010057 h 4141117"/>
                  <a:gd name="connsiteX3" fmla="*/ 191831 w 2209496"/>
                  <a:gd name="connsiteY3" fmla="*/ 1404268 h 4141117"/>
                  <a:gd name="connsiteX4" fmla="*/ 410906 w 2209496"/>
                  <a:gd name="connsiteY4" fmla="*/ 1204242 h 4141117"/>
                  <a:gd name="connsiteX5" fmla="*/ 325181 w 2209496"/>
                  <a:gd name="connsiteY5" fmla="*/ 585117 h 4141117"/>
                  <a:gd name="connsiteX6" fmla="*/ 1557082 w 2209496"/>
                  <a:gd name="connsiteY6" fmla="*/ 918 h 4141117"/>
                  <a:gd name="connsiteX7" fmla="*/ 1772982 w 2209496"/>
                  <a:gd name="connsiteY7" fmla="*/ 458118 h 4141117"/>
                  <a:gd name="connsiteX8" fmla="*/ 2134931 w 2209496"/>
                  <a:gd name="connsiteY8" fmla="*/ 1213767 h 4141117"/>
                  <a:gd name="connsiteX9" fmla="*/ 2199701 w 2209496"/>
                  <a:gd name="connsiteY9" fmla="*/ 1773837 h 4141117"/>
                  <a:gd name="connsiteX10" fmla="*/ 2032062 w 2209496"/>
                  <a:gd name="connsiteY10" fmla="*/ 2368197 h 4141117"/>
                  <a:gd name="connsiteX11" fmla="*/ 1620582 w 2209496"/>
                  <a:gd name="connsiteY11" fmla="*/ 2566317 h 4141117"/>
                  <a:gd name="connsiteX12" fmla="*/ 1391982 w 2209496"/>
                  <a:gd name="connsiteY12" fmla="*/ 2794917 h 4141117"/>
                  <a:gd name="connsiteX13" fmla="*/ 1009906 w 2209496"/>
                  <a:gd name="connsiteY13" fmla="*/ 2865090 h 4141117"/>
                  <a:gd name="connsiteX14" fmla="*/ 844806 w 2209496"/>
                  <a:gd name="connsiteY14" fmla="*/ 4141117 h 4141117"/>
                  <a:gd name="connsiteX15" fmla="*/ 607165 w 2209496"/>
                  <a:gd name="connsiteY15" fmla="*/ 4052217 h 4141117"/>
                  <a:gd name="connsiteX16" fmla="*/ 759565 w 2209496"/>
                  <a:gd name="connsiteY16" fmla="*/ 2801590 h 4141117"/>
                  <a:gd name="connsiteX0" fmla="*/ 759565 w 2209496"/>
                  <a:gd name="connsiteY0" fmla="*/ 2800780 h 4140307"/>
                  <a:gd name="connsiteX1" fmla="*/ 576642 w 2209496"/>
                  <a:gd name="connsiteY1" fmla="*/ 2405487 h 4140307"/>
                  <a:gd name="connsiteX2" fmla="*/ 96581 w 2209496"/>
                  <a:gd name="connsiteY2" fmla="*/ 2009247 h 4140307"/>
                  <a:gd name="connsiteX3" fmla="*/ 191831 w 2209496"/>
                  <a:gd name="connsiteY3" fmla="*/ 1403458 h 4140307"/>
                  <a:gd name="connsiteX4" fmla="*/ 410906 w 2209496"/>
                  <a:gd name="connsiteY4" fmla="*/ 1203432 h 4140307"/>
                  <a:gd name="connsiteX5" fmla="*/ 325181 w 2209496"/>
                  <a:gd name="connsiteY5" fmla="*/ 584307 h 4140307"/>
                  <a:gd name="connsiteX6" fmla="*/ 96582 w 2209496"/>
                  <a:gd name="connsiteY6" fmla="*/ 368409 h 4140307"/>
                  <a:gd name="connsiteX7" fmla="*/ 1557082 w 2209496"/>
                  <a:gd name="connsiteY7" fmla="*/ 108 h 4140307"/>
                  <a:gd name="connsiteX8" fmla="*/ 1772982 w 2209496"/>
                  <a:gd name="connsiteY8" fmla="*/ 457308 h 4140307"/>
                  <a:gd name="connsiteX9" fmla="*/ 2134931 w 2209496"/>
                  <a:gd name="connsiteY9" fmla="*/ 1212957 h 4140307"/>
                  <a:gd name="connsiteX10" fmla="*/ 2199701 w 2209496"/>
                  <a:gd name="connsiteY10" fmla="*/ 1773027 h 4140307"/>
                  <a:gd name="connsiteX11" fmla="*/ 2032062 w 2209496"/>
                  <a:gd name="connsiteY11" fmla="*/ 2367387 h 4140307"/>
                  <a:gd name="connsiteX12" fmla="*/ 1620582 w 2209496"/>
                  <a:gd name="connsiteY12" fmla="*/ 2565507 h 4140307"/>
                  <a:gd name="connsiteX13" fmla="*/ 1391982 w 2209496"/>
                  <a:gd name="connsiteY13" fmla="*/ 2794107 h 4140307"/>
                  <a:gd name="connsiteX14" fmla="*/ 1009906 w 2209496"/>
                  <a:gd name="connsiteY14" fmla="*/ 2864280 h 4140307"/>
                  <a:gd name="connsiteX15" fmla="*/ 844806 w 2209496"/>
                  <a:gd name="connsiteY15" fmla="*/ 4140307 h 4140307"/>
                  <a:gd name="connsiteX16" fmla="*/ 607165 w 2209496"/>
                  <a:gd name="connsiteY16" fmla="*/ 4051407 h 4140307"/>
                  <a:gd name="connsiteX17" fmla="*/ 759565 w 2209496"/>
                  <a:gd name="connsiteY17" fmla="*/ 2800780 h 4140307"/>
                  <a:gd name="connsiteX0" fmla="*/ 759565 w 2209496"/>
                  <a:gd name="connsiteY0" fmla="*/ 2886104 h 4225631"/>
                  <a:gd name="connsiteX1" fmla="*/ 576642 w 2209496"/>
                  <a:gd name="connsiteY1" fmla="*/ 2490811 h 4225631"/>
                  <a:gd name="connsiteX2" fmla="*/ 96581 w 2209496"/>
                  <a:gd name="connsiteY2" fmla="*/ 2094571 h 4225631"/>
                  <a:gd name="connsiteX3" fmla="*/ 191831 w 2209496"/>
                  <a:gd name="connsiteY3" fmla="*/ 1488782 h 4225631"/>
                  <a:gd name="connsiteX4" fmla="*/ 410906 w 2209496"/>
                  <a:gd name="connsiteY4" fmla="*/ 1288756 h 4225631"/>
                  <a:gd name="connsiteX5" fmla="*/ 325181 w 2209496"/>
                  <a:gd name="connsiteY5" fmla="*/ 669631 h 4225631"/>
                  <a:gd name="connsiteX6" fmla="*/ 96582 w 2209496"/>
                  <a:gd name="connsiteY6" fmla="*/ 453733 h 4225631"/>
                  <a:gd name="connsiteX7" fmla="*/ 172782 w 2209496"/>
                  <a:gd name="connsiteY7" fmla="*/ 21933 h 4225631"/>
                  <a:gd name="connsiteX8" fmla="*/ 1557082 w 2209496"/>
                  <a:gd name="connsiteY8" fmla="*/ 85432 h 4225631"/>
                  <a:gd name="connsiteX9" fmla="*/ 1772982 w 2209496"/>
                  <a:gd name="connsiteY9" fmla="*/ 542632 h 4225631"/>
                  <a:gd name="connsiteX10" fmla="*/ 2134931 w 2209496"/>
                  <a:gd name="connsiteY10" fmla="*/ 1298281 h 4225631"/>
                  <a:gd name="connsiteX11" fmla="*/ 2199701 w 2209496"/>
                  <a:gd name="connsiteY11" fmla="*/ 1858351 h 4225631"/>
                  <a:gd name="connsiteX12" fmla="*/ 2032062 w 2209496"/>
                  <a:gd name="connsiteY12" fmla="*/ 2452711 h 4225631"/>
                  <a:gd name="connsiteX13" fmla="*/ 1620582 w 2209496"/>
                  <a:gd name="connsiteY13" fmla="*/ 2650831 h 4225631"/>
                  <a:gd name="connsiteX14" fmla="*/ 1391982 w 2209496"/>
                  <a:gd name="connsiteY14" fmla="*/ 2879431 h 4225631"/>
                  <a:gd name="connsiteX15" fmla="*/ 1009906 w 2209496"/>
                  <a:gd name="connsiteY15" fmla="*/ 2949604 h 4225631"/>
                  <a:gd name="connsiteX16" fmla="*/ 844806 w 2209496"/>
                  <a:gd name="connsiteY16" fmla="*/ 4225631 h 4225631"/>
                  <a:gd name="connsiteX17" fmla="*/ 607165 w 2209496"/>
                  <a:gd name="connsiteY17" fmla="*/ 4136731 h 4225631"/>
                  <a:gd name="connsiteX18" fmla="*/ 759565 w 2209496"/>
                  <a:gd name="connsiteY18" fmla="*/ 2886104 h 4225631"/>
                  <a:gd name="connsiteX0" fmla="*/ 759565 w 2209496"/>
                  <a:gd name="connsiteY0" fmla="*/ 3207357 h 4546884"/>
                  <a:gd name="connsiteX1" fmla="*/ 576642 w 2209496"/>
                  <a:gd name="connsiteY1" fmla="*/ 2812064 h 4546884"/>
                  <a:gd name="connsiteX2" fmla="*/ 96581 w 2209496"/>
                  <a:gd name="connsiteY2" fmla="*/ 2415824 h 4546884"/>
                  <a:gd name="connsiteX3" fmla="*/ 191831 w 2209496"/>
                  <a:gd name="connsiteY3" fmla="*/ 1810035 h 4546884"/>
                  <a:gd name="connsiteX4" fmla="*/ 410906 w 2209496"/>
                  <a:gd name="connsiteY4" fmla="*/ 1610009 h 4546884"/>
                  <a:gd name="connsiteX5" fmla="*/ 325181 w 2209496"/>
                  <a:gd name="connsiteY5" fmla="*/ 990884 h 4546884"/>
                  <a:gd name="connsiteX6" fmla="*/ 96582 w 2209496"/>
                  <a:gd name="connsiteY6" fmla="*/ 774986 h 4546884"/>
                  <a:gd name="connsiteX7" fmla="*/ 172782 w 2209496"/>
                  <a:gd name="connsiteY7" fmla="*/ 343186 h 4546884"/>
                  <a:gd name="connsiteX8" fmla="*/ 1328482 w 2209496"/>
                  <a:gd name="connsiteY8" fmla="*/ 286 h 4546884"/>
                  <a:gd name="connsiteX9" fmla="*/ 1557082 w 2209496"/>
                  <a:gd name="connsiteY9" fmla="*/ 406685 h 4546884"/>
                  <a:gd name="connsiteX10" fmla="*/ 1772982 w 2209496"/>
                  <a:gd name="connsiteY10" fmla="*/ 863885 h 4546884"/>
                  <a:gd name="connsiteX11" fmla="*/ 2134931 w 2209496"/>
                  <a:gd name="connsiteY11" fmla="*/ 1619534 h 4546884"/>
                  <a:gd name="connsiteX12" fmla="*/ 2199701 w 2209496"/>
                  <a:gd name="connsiteY12" fmla="*/ 2179604 h 4546884"/>
                  <a:gd name="connsiteX13" fmla="*/ 2032062 w 2209496"/>
                  <a:gd name="connsiteY13" fmla="*/ 2773964 h 4546884"/>
                  <a:gd name="connsiteX14" fmla="*/ 1620582 w 2209496"/>
                  <a:gd name="connsiteY14" fmla="*/ 2972084 h 4546884"/>
                  <a:gd name="connsiteX15" fmla="*/ 1391982 w 2209496"/>
                  <a:gd name="connsiteY15" fmla="*/ 3200684 h 4546884"/>
                  <a:gd name="connsiteX16" fmla="*/ 1009906 w 2209496"/>
                  <a:gd name="connsiteY16" fmla="*/ 3270857 h 4546884"/>
                  <a:gd name="connsiteX17" fmla="*/ 844806 w 2209496"/>
                  <a:gd name="connsiteY17" fmla="*/ 4546884 h 4546884"/>
                  <a:gd name="connsiteX18" fmla="*/ 607165 w 2209496"/>
                  <a:gd name="connsiteY18" fmla="*/ 4457984 h 4546884"/>
                  <a:gd name="connsiteX19" fmla="*/ 759565 w 2209496"/>
                  <a:gd name="connsiteY19" fmla="*/ 3207357 h 4546884"/>
                  <a:gd name="connsiteX0" fmla="*/ 759565 w 2209496"/>
                  <a:gd name="connsiteY0" fmla="*/ 3348198 h 4687725"/>
                  <a:gd name="connsiteX1" fmla="*/ 576642 w 2209496"/>
                  <a:gd name="connsiteY1" fmla="*/ 2952905 h 4687725"/>
                  <a:gd name="connsiteX2" fmla="*/ 96581 w 2209496"/>
                  <a:gd name="connsiteY2" fmla="*/ 2556665 h 4687725"/>
                  <a:gd name="connsiteX3" fmla="*/ 191831 w 2209496"/>
                  <a:gd name="connsiteY3" fmla="*/ 1950876 h 4687725"/>
                  <a:gd name="connsiteX4" fmla="*/ 410906 w 2209496"/>
                  <a:gd name="connsiteY4" fmla="*/ 1750850 h 4687725"/>
                  <a:gd name="connsiteX5" fmla="*/ 325181 w 2209496"/>
                  <a:gd name="connsiteY5" fmla="*/ 1131725 h 4687725"/>
                  <a:gd name="connsiteX6" fmla="*/ 96582 w 2209496"/>
                  <a:gd name="connsiteY6" fmla="*/ 915827 h 4687725"/>
                  <a:gd name="connsiteX7" fmla="*/ 172782 w 2209496"/>
                  <a:gd name="connsiteY7" fmla="*/ 484027 h 4687725"/>
                  <a:gd name="connsiteX8" fmla="*/ 1099882 w 2209496"/>
                  <a:gd name="connsiteY8" fmla="*/ 14127 h 4687725"/>
                  <a:gd name="connsiteX9" fmla="*/ 1328482 w 2209496"/>
                  <a:gd name="connsiteY9" fmla="*/ 141127 h 4687725"/>
                  <a:gd name="connsiteX10" fmla="*/ 1557082 w 2209496"/>
                  <a:gd name="connsiteY10" fmla="*/ 547526 h 4687725"/>
                  <a:gd name="connsiteX11" fmla="*/ 1772982 w 2209496"/>
                  <a:gd name="connsiteY11" fmla="*/ 1004726 h 4687725"/>
                  <a:gd name="connsiteX12" fmla="*/ 2134931 w 2209496"/>
                  <a:gd name="connsiteY12" fmla="*/ 1760375 h 4687725"/>
                  <a:gd name="connsiteX13" fmla="*/ 2199701 w 2209496"/>
                  <a:gd name="connsiteY13" fmla="*/ 2320445 h 4687725"/>
                  <a:gd name="connsiteX14" fmla="*/ 2032062 w 2209496"/>
                  <a:gd name="connsiteY14" fmla="*/ 2914805 h 4687725"/>
                  <a:gd name="connsiteX15" fmla="*/ 1620582 w 2209496"/>
                  <a:gd name="connsiteY15" fmla="*/ 3112925 h 4687725"/>
                  <a:gd name="connsiteX16" fmla="*/ 1391982 w 2209496"/>
                  <a:gd name="connsiteY16" fmla="*/ 3341525 h 4687725"/>
                  <a:gd name="connsiteX17" fmla="*/ 1009906 w 2209496"/>
                  <a:gd name="connsiteY17" fmla="*/ 3411698 h 4687725"/>
                  <a:gd name="connsiteX18" fmla="*/ 844806 w 2209496"/>
                  <a:gd name="connsiteY18" fmla="*/ 4687725 h 4687725"/>
                  <a:gd name="connsiteX19" fmla="*/ 607165 w 2209496"/>
                  <a:gd name="connsiteY19" fmla="*/ 4598825 h 4687725"/>
                  <a:gd name="connsiteX20" fmla="*/ 759565 w 2209496"/>
                  <a:gd name="connsiteY20" fmla="*/ 3348198 h 4687725"/>
                  <a:gd name="connsiteX0" fmla="*/ 759565 w 2209496"/>
                  <a:gd name="connsiteY0" fmla="*/ 3420474 h 4760001"/>
                  <a:gd name="connsiteX1" fmla="*/ 576642 w 2209496"/>
                  <a:gd name="connsiteY1" fmla="*/ 3025181 h 4760001"/>
                  <a:gd name="connsiteX2" fmla="*/ 96581 w 2209496"/>
                  <a:gd name="connsiteY2" fmla="*/ 2628941 h 4760001"/>
                  <a:gd name="connsiteX3" fmla="*/ 191831 w 2209496"/>
                  <a:gd name="connsiteY3" fmla="*/ 2023152 h 4760001"/>
                  <a:gd name="connsiteX4" fmla="*/ 410906 w 2209496"/>
                  <a:gd name="connsiteY4" fmla="*/ 1823126 h 4760001"/>
                  <a:gd name="connsiteX5" fmla="*/ 325181 w 2209496"/>
                  <a:gd name="connsiteY5" fmla="*/ 1204001 h 4760001"/>
                  <a:gd name="connsiteX6" fmla="*/ 96582 w 2209496"/>
                  <a:gd name="connsiteY6" fmla="*/ 988103 h 4760001"/>
                  <a:gd name="connsiteX7" fmla="*/ 172782 w 2209496"/>
                  <a:gd name="connsiteY7" fmla="*/ 556303 h 4760001"/>
                  <a:gd name="connsiteX8" fmla="*/ 871282 w 2209496"/>
                  <a:gd name="connsiteY8" fmla="*/ 22904 h 4760001"/>
                  <a:gd name="connsiteX9" fmla="*/ 1099882 w 2209496"/>
                  <a:gd name="connsiteY9" fmla="*/ 86403 h 4760001"/>
                  <a:gd name="connsiteX10" fmla="*/ 1328482 w 2209496"/>
                  <a:gd name="connsiteY10" fmla="*/ 213403 h 4760001"/>
                  <a:gd name="connsiteX11" fmla="*/ 1557082 w 2209496"/>
                  <a:gd name="connsiteY11" fmla="*/ 619802 h 4760001"/>
                  <a:gd name="connsiteX12" fmla="*/ 1772982 w 2209496"/>
                  <a:gd name="connsiteY12" fmla="*/ 1077002 h 4760001"/>
                  <a:gd name="connsiteX13" fmla="*/ 2134931 w 2209496"/>
                  <a:gd name="connsiteY13" fmla="*/ 1832651 h 4760001"/>
                  <a:gd name="connsiteX14" fmla="*/ 2199701 w 2209496"/>
                  <a:gd name="connsiteY14" fmla="*/ 2392721 h 4760001"/>
                  <a:gd name="connsiteX15" fmla="*/ 2032062 w 2209496"/>
                  <a:gd name="connsiteY15" fmla="*/ 2987081 h 4760001"/>
                  <a:gd name="connsiteX16" fmla="*/ 1620582 w 2209496"/>
                  <a:gd name="connsiteY16" fmla="*/ 3185201 h 4760001"/>
                  <a:gd name="connsiteX17" fmla="*/ 1391982 w 2209496"/>
                  <a:gd name="connsiteY17" fmla="*/ 3413801 h 4760001"/>
                  <a:gd name="connsiteX18" fmla="*/ 1009906 w 2209496"/>
                  <a:gd name="connsiteY18" fmla="*/ 3483974 h 4760001"/>
                  <a:gd name="connsiteX19" fmla="*/ 844806 w 2209496"/>
                  <a:gd name="connsiteY19" fmla="*/ 4760001 h 4760001"/>
                  <a:gd name="connsiteX20" fmla="*/ 607165 w 2209496"/>
                  <a:gd name="connsiteY20" fmla="*/ 4671101 h 4760001"/>
                  <a:gd name="connsiteX21" fmla="*/ 759565 w 2209496"/>
                  <a:gd name="connsiteY21" fmla="*/ 3420474 h 4760001"/>
                  <a:gd name="connsiteX0" fmla="*/ 759565 w 2209496"/>
                  <a:gd name="connsiteY0" fmla="*/ 3403098 h 4742625"/>
                  <a:gd name="connsiteX1" fmla="*/ 576642 w 2209496"/>
                  <a:gd name="connsiteY1" fmla="*/ 3007805 h 4742625"/>
                  <a:gd name="connsiteX2" fmla="*/ 96581 w 2209496"/>
                  <a:gd name="connsiteY2" fmla="*/ 2611565 h 4742625"/>
                  <a:gd name="connsiteX3" fmla="*/ 191831 w 2209496"/>
                  <a:gd name="connsiteY3" fmla="*/ 2005776 h 4742625"/>
                  <a:gd name="connsiteX4" fmla="*/ 410906 w 2209496"/>
                  <a:gd name="connsiteY4" fmla="*/ 1805750 h 4742625"/>
                  <a:gd name="connsiteX5" fmla="*/ 325181 w 2209496"/>
                  <a:gd name="connsiteY5" fmla="*/ 1186625 h 4742625"/>
                  <a:gd name="connsiteX6" fmla="*/ 96582 w 2209496"/>
                  <a:gd name="connsiteY6" fmla="*/ 970727 h 4742625"/>
                  <a:gd name="connsiteX7" fmla="*/ 172782 w 2209496"/>
                  <a:gd name="connsiteY7" fmla="*/ 538927 h 4742625"/>
                  <a:gd name="connsiteX8" fmla="*/ 426782 w 2209496"/>
                  <a:gd name="connsiteY8" fmla="*/ 69028 h 4742625"/>
                  <a:gd name="connsiteX9" fmla="*/ 871282 w 2209496"/>
                  <a:gd name="connsiteY9" fmla="*/ 5528 h 4742625"/>
                  <a:gd name="connsiteX10" fmla="*/ 1099882 w 2209496"/>
                  <a:gd name="connsiteY10" fmla="*/ 69027 h 4742625"/>
                  <a:gd name="connsiteX11" fmla="*/ 1328482 w 2209496"/>
                  <a:gd name="connsiteY11" fmla="*/ 196027 h 4742625"/>
                  <a:gd name="connsiteX12" fmla="*/ 1557082 w 2209496"/>
                  <a:gd name="connsiteY12" fmla="*/ 602426 h 4742625"/>
                  <a:gd name="connsiteX13" fmla="*/ 1772982 w 2209496"/>
                  <a:gd name="connsiteY13" fmla="*/ 1059626 h 4742625"/>
                  <a:gd name="connsiteX14" fmla="*/ 2134931 w 2209496"/>
                  <a:gd name="connsiteY14" fmla="*/ 1815275 h 4742625"/>
                  <a:gd name="connsiteX15" fmla="*/ 2199701 w 2209496"/>
                  <a:gd name="connsiteY15" fmla="*/ 2375345 h 4742625"/>
                  <a:gd name="connsiteX16" fmla="*/ 2032062 w 2209496"/>
                  <a:gd name="connsiteY16" fmla="*/ 2969705 h 4742625"/>
                  <a:gd name="connsiteX17" fmla="*/ 1620582 w 2209496"/>
                  <a:gd name="connsiteY17" fmla="*/ 3167825 h 4742625"/>
                  <a:gd name="connsiteX18" fmla="*/ 1391982 w 2209496"/>
                  <a:gd name="connsiteY18" fmla="*/ 3396425 h 4742625"/>
                  <a:gd name="connsiteX19" fmla="*/ 1009906 w 2209496"/>
                  <a:gd name="connsiteY19" fmla="*/ 3466598 h 4742625"/>
                  <a:gd name="connsiteX20" fmla="*/ 844806 w 2209496"/>
                  <a:gd name="connsiteY20" fmla="*/ 4742625 h 4742625"/>
                  <a:gd name="connsiteX21" fmla="*/ 607165 w 2209496"/>
                  <a:gd name="connsiteY21" fmla="*/ 4653725 h 4742625"/>
                  <a:gd name="connsiteX22" fmla="*/ 759565 w 2209496"/>
                  <a:gd name="connsiteY22" fmla="*/ 3403098 h 4742625"/>
                  <a:gd name="connsiteX0" fmla="*/ 759565 w 2209496"/>
                  <a:gd name="connsiteY0" fmla="*/ 3403098 h 4742625"/>
                  <a:gd name="connsiteX1" fmla="*/ 576642 w 2209496"/>
                  <a:gd name="connsiteY1" fmla="*/ 3007805 h 4742625"/>
                  <a:gd name="connsiteX2" fmla="*/ 96581 w 2209496"/>
                  <a:gd name="connsiteY2" fmla="*/ 2611565 h 4742625"/>
                  <a:gd name="connsiteX3" fmla="*/ 191831 w 2209496"/>
                  <a:gd name="connsiteY3" fmla="*/ 2005776 h 4742625"/>
                  <a:gd name="connsiteX4" fmla="*/ 410906 w 2209496"/>
                  <a:gd name="connsiteY4" fmla="*/ 1805750 h 4742625"/>
                  <a:gd name="connsiteX5" fmla="*/ 325181 w 2209496"/>
                  <a:gd name="connsiteY5" fmla="*/ 1186625 h 4742625"/>
                  <a:gd name="connsiteX6" fmla="*/ 96582 w 2209496"/>
                  <a:gd name="connsiteY6" fmla="*/ 970727 h 4742625"/>
                  <a:gd name="connsiteX7" fmla="*/ 172782 w 2209496"/>
                  <a:gd name="connsiteY7" fmla="*/ 538927 h 4742625"/>
                  <a:gd name="connsiteX8" fmla="*/ 426782 w 2209496"/>
                  <a:gd name="connsiteY8" fmla="*/ 69028 h 4742625"/>
                  <a:gd name="connsiteX9" fmla="*/ 871282 w 2209496"/>
                  <a:gd name="connsiteY9" fmla="*/ 5528 h 4742625"/>
                  <a:gd name="connsiteX10" fmla="*/ 1099882 w 2209496"/>
                  <a:gd name="connsiteY10" fmla="*/ 69027 h 4742625"/>
                  <a:gd name="connsiteX11" fmla="*/ 1328482 w 2209496"/>
                  <a:gd name="connsiteY11" fmla="*/ 196027 h 4742625"/>
                  <a:gd name="connsiteX12" fmla="*/ 1557082 w 2209496"/>
                  <a:gd name="connsiteY12" fmla="*/ 602426 h 4742625"/>
                  <a:gd name="connsiteX13" fmla="*/ 1772982 w 2209496"/>
                  <a:gd name="connsiteY13" fmla="*/ 1059626 h 4742625"/>
                  <a:gd name="connsiteX14" fmla="*/ 2134931 w 2209496"/>
                  <a:gd name="connsiteY14" fmla="*/ 1815275 h 4742625"/>
                  <a:gd name="connsiteX15" fmla="*/ 2199701 w 2209496"/>
                  <a:gd name="connsiteY15" fmla="*/ 2375345 h 4742625"/>
                  <a:gd name="connsiteX16" fmla="*/ 2032062 w 2209496"/>
                  <a:gd name="connsiteY16" fmla="*/ 2969705 h 4742625"/>
                  <a:gd name="connsiteX17" fmla="*/ 1620582 w 2209496"/>
                  <a:gd name="connsiteY17" fmla="*/ 3167825 h 4742625"/>
                  <a:gd name="connsiteX18" fmla="*/ 1391982 w 2209496"/>
                  <a:gd name="connsiteY18" fmla="*/ 3396425 h 4742625"/>
                  <a:gd name="connsiteX19" fmla="*/ 1009906 w 2209496"/>
                  <a:gd name="connsiteY19" fmla="*/ 3466598 h 4742625"/>
                  <a:gd name="connsiteX20" fmla="*/ 844806 w 2209496"/>
                  <a:gd name="connsiteY20" fmla="*/ 4742625 h 4742625"/>
                  <a:gd name="connsiteX21" fmla="*/ 607165 w 2209496"/>
                  <a:gd name="connsiteY21" fmla="*/ 4653725 h 4742625"/>
                  <a:gd name="connsiteX22" fmla="*/ 759565 w 2209496"/>
                  <a:gd name="connsiteY22" fmla="*/ 3403098 h 4742625"/>
                  <a:gd name="connsiteX0" fmla="*/ 759565 w 2226999"/>
                  <a:gd name="connsiteY0" fmla="*/ 3403098 h 4742625"/>
                  <a:gd name="connsiteX1" fmla="*/ 576642 w 2226999"/>
                  <a:gd name="connsiteY1" fmla="*/ 3007805 h 4742625"/>
                  <a:gd name="connsiteX2" fmla="*/ 96581 w 2226999"/>
                  <a:gd name="connsiteY2" fmla="*/ 2611565 h 4742625"/>
                  <a:gd name="connsiteX3" fmla="*/ 191831 w 2226999"/>
                  <a:gd name="connsiteY3" fmla="*/ 2005776 h 4742625"/>
                  <a:gd name="connsiteX4" fmla="*/ 410906 w 2226999"/>
                  <a:gd name="connsiteY4" fmla="*/ 1805750 h 4742625"/>
                  <a:gd name="connsiteX5" fmla="*/ 325181 w 2226999"/>
                  <a:gd name="connsiteY5" fmla="*/ 1186625 h 4742625"/>
                  <a:gd name="connsiteX6" fmla="*/ 96582 w 2226999"/>
                  <a:gd name="connsiteY6" fmla="*/ 970727 h 4742625"/>
                  <a:gd name="connsiteX7" fmla="*/ 172782 w 2226999"/>
                  <a:gd name="connsiteY7" fmla="*/ 538927 h 4742625"/>
                  <a:gd name="connsiteX8" fmla="*/ 426782 w 2226999"/>
                  <a:gd name="connsiteY8" fmla="*/ 69028 h 4742625"/>
                  <a:gd name="connsiteX9" fmla="*/ 871282 w 2226999"/>
                  <a:gd name="connsiteY9" fmla="*/ 5528 h 4742625"/>
                  <a:gd name="connsiteX10" fmla="*/ 1099882 w 2226999"/>
                  <a:gd name="connsiteY10" fmla="*/ 69027 h 4742625"/>
                  <a:gd name="connsiteX11" fmla="*/ 1328482 w 2226999"/>
                  <a:gd name="connsiteY11" fmla="*/ 196027 h 4742625"/>
                  <a:gd name="connsiteX12" fmla="*/ 1557082 w 2226999"/>
                  <a:gd name="connsiteY12" fmla="*/ 602426 h 4742625"/>
                  <a:gd name="connsiteX13" fmla="*/ 1772982 w 2226999"/>
                  <a:gd name="connsiteY13" fmla="*/ 1059626 h 4742625"/>
                  <a:gd name="connsiteX14" fmla="*/ 2134931 w 2226999"/>
                  <a:gd name="connsiteY14" fmla="*/ 1815275 h 4742625"/>
                  <a:gd name="connsiteX15" fmla="*/ 2199701 w 2226999"/>
                  <a:gd name="connsiteY15" fmla="*/ 2375345 h 4742625"/>
                  <a:gd name="connsiteX16" fmla="*/ 2032062 w 2226999"/>
                  <a:gd name="connsiteY16" fmla="*/ 2969705 h 4742625"/>
                  <a:gd name="connsiteX17" fmla="*/ 1620582 w 2226999"/>
                  <a:gd name="connsiteY17" fmla="*/ 3167825 h 4742625"/>
                  <a:gd name="connsiteX18" fmla="*/ 1391982 w 2226999"/>
                  <a:gd name="connsiteY18" fmla="*/ 3396425 h 4742625"/>
                  <a:gd name="connsiteX19" fmla="*/ 1009906 w 2226999"/>
                  <a:gd name="connsiteY19" fmla="*/ 3466598 h 4742625"/>
                  <a:gd name="connsiteX20" fmla="*/ 844806 w 2226999"/>
                  <a:gd name="connsiteY20" fmla="*/ 4742625 h 4742625"/>
                  <a:gd name="connsiteX21" fmla="*/ 607165 w 2226999"/>
                  <a:gd name="connsiteY21" fmla="*/ 4653725 h 4742625"/>
                  <a:gd name="connsiteX22" fmla="*/ 759565 w 2226999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653725"/>
                  <a:gd name="connsiteX1" fmla="*/ 576642 w 2233404"/>
                  <a:gd name="connsiteY1" fmla="*/ 3007805 h 4653725"/>
                  <a:gd name="connsiteX2" fmla="*/ 96581 w 2233404"/>
                  <a:gd name="connsiteY2" fmla="*/ 2611565 h 4653725"/>
                  <a:gd name="connsiteX3" fmla="*/ 191831 w 2233404"/>
                  <a:gd name="connsiteY3" fmla="*/ 2005776 h 4653725"/>
                  <a:gd name="connsiteX4" fmla="*/ 410906 w 2233404"/>
                  <a:gd name="connsiteY4" fmla="*/ 1805750 h 4653725"/>
                  <a:gd name="connsiteX5" fmla="*/ 325181 w 2233404"/>
                  <a:gd name="connsiteY5" fmla="*/ 1186625 h 4653725"/>
                  <a:gd name="connsiteX6" fmla="*/ 96582 w 2233404"/>
                  <a:gd name="connsiteY6" fmla="*/ 970727 h 4653725"/>
                  <a:gd name="connsiteX7" fmla="*/ 172782 w 2233404"/>
                  <a:gd name="connsiteY7" fmla="*/ 538927 h 4653725"/>
                  <a:gd name="connsiteX8" fmla="*/ 426782 w 2233404"/>
                  <a:gd name="connsiteY8" fmla="*/ 69028 h 4653725"/>
                  <a:gd name="connsiteX9" fmla="*/ 871282 w 2233404"/>
                  <a:gd name="connsiteY9" fmla="*/ 5528 h 4653725"/>
                  <a:gd name="connsiteX10" fmla="*/ 1099882 w 2233404"/>
                  <a:gd name="connsiteY10" fmla="*/ 69027 h 4653725"/>
                  <a:gd name="connsiteX11" fmla="*/ 1328482 w 2233404"/>
                  <a:gd name="connsiteY11" fmla="*/ 196027 h 4653725"/>
                  <a:gd name="connsiteX12" fmla="*/ 1557082 w 2233404"/>
                  <a:gd name="connsiteY12" fmla="*/ 602426 h 4653725"/>
                  <a:gd name="connsiteX13" fmla="*/ 1772982 w 2233404"/>
                  <a:gd name="connsiteY13" fmla="*/ 1059626 h 4653725"/>
                  <a:gd name="connsiteX14" fmla="*/ 2134931 w 2233404"/>
                  <a:gd name="connsiteY14" fmla="*/ 1815275 h 4653725"/>
                  <a:gd name="connsiteX15" fmla="*/ 2199701 w 2233404"/>
                  <a:gd name="connsiteY15" fmla="*/ 2375345 h 4653725"/>
                  <a:gd name="connsiteX16" fmla="*/ 2032062 w 2233404"/>
                  <a:gd name="connsiteY16" fmla="*/ 2969705 h 4653725"/>
                  <a:gd name="connsiteX17" fmla="*/ 1620582 w 2233404"/>
                  <a:gd name="connsiteY17" fmla="*/ 3167825 h 4653725"/>
                  <a:gd name="connsiteX18" fmla="*/ 1391982 w 2233404"/>
                  <a:gd name="connsiteY18" fmla="*/ 3396425 h 4653725"/>
                  <a:gd name="connsiteX19" fmla="*/ 1009906 w 2233404"/>
                  <a:gd name="connsiteY19" fmla="*/ 3466598 h 4653725"/>
                  <a:gd name="connsiteX20" fmla="*/ 607165 w 2233404"/>
                  <a:gd name="connsiteY20" fmla="*/ 4653725 h 4653725"/>
                  <a:gd name="connsiteX21" fmla="*/ 759565 w 2233404"/>
                  <a:gd name="connsiteY21" fmla="*/ 3403098 h 4653725"/>
                  <a:gd name="connsiteX0" fmla="*/ 759565 w 2233404"/>
                  <a:gd name="connsiteY0" fmla="*/ 3403098 h 3466598"/>
                  <a:gd name="connsiteX1" fmla="*/ 576642 w 2233404"/>
                  <a:gd name="connsiteY1" fmla="*/ 3007805 h 3466598"/>
                  <a:gd name="connsiteX2" fmla="*/ 96581 w 2233404"/>
                  <a:gd name="connsiteY2" fmla="*/ 2611565 h 3466598"/>
                  <a:gd name="connsiteX3" fmla="*/ 191831 w 2233404"/>
                  <a:gd name="connsiteY3" fmla="*/ 2005776 h 3466598"/>
                  <a:gd name="connsiteX4" fmla="*/ 410906 w 2233404"/>
                  <a:gd name="connsiteY4" fmla="*/ 1805750 h 3466598"/>
                  <a:gd name="connsiteX5" fmla="*/ 325181 w 2233404"/>
                  <a:gd name="connsiteY5" fmla="*/ 1186625 h 3466598"/>
                  <a:gd name="connsiteX6" fmla="*/ 96582 w 2233404"/>
                  <a:gd name="connsiteY6" fmla="*/ 970727 h 3466598"/>
                  <a:gd name="connsiteX7" fmla="*/ 172782 w 2233404"/>
                  <a:gd name="connsiteY7" fmla="*/ 538927 h 3466598"/>
                  <a:gd name="connsiteX8" fmla="*/ 426782 w 2233404"/>
                  <a:gd name="connsiteY8" fmla="*/ 69028 h 3466598"/>
                  <a:gd name="connsiteX9" fmla="*/ 871282 w 2233404"/>
                  <a:gd name="connsiteY9" fmla="*/ 5528 h 3466598"/>
                  <a:gd name="connsiteX10" fmla="*/ 1099882 w 2233404"/>
                  <a:gd name="connsiteY10" fmla="*/ 69027 h 3466598"/>
                  <a:gd name="connsiteX11" fmla="*/ 1328482 w 2233404"/>
                  <a:gd name="connsiteY11" fmla="*/ 196027 h 3466598"/>
                  <a:gd name="connsiteX12" fmla="*/ 1557082 w 2233404"/>
                  <a:gd name="connsiteY12" fmla="*/ 602426 h 3466598"/>
                  <a:gd name="connsiteX13" fmla="*/ 1772982 w 2233404"/>
                  <a:gd name="connsiteY13" fmla="*/ 1059626 h 3466598"/>
                  <a:gd name="connsiteX14" fmla="*/ 2134931 w 2233404"/>
                  <a:gd name="connsiteY14" fmla="*/ 1815275 h 3466598"/>
                  <a:gd name="connsiteX15" fmla="*/ 2199701 w 2233404"/>
                  <a:gd name="connsiteY15" fmla="*/ 2375345 h 3466598"/>
                  <a:gd name="connsiteX16" fmla="*/ 2032062 w 2233404"/>
                  <a:gd name="connsiteY16" fmla="*/ 2969705 h 3466598"/>
                  <a:gd name="connsiteX17" fmla="*/ 1620582 w 2233404"/>
                  <a:gd name="connsiteY17" fmla="*/ 3167825 h 3466598"/>
                  <a:gd name="connsiteX18" fmla="*/ 1391982 w 2233404"/>
                  <a:gd name="connsiteY18" fmla="*/ 3396425 h 3466598"/>
                  <a:gd name="connsiteX19" fmla="*/ 1009906 w 2233404"/>
                  <a:gd name="connsiteY19" fmla="*/ 3466598 h 3466598"/>
                  <a:gd name="connsiteX20" fmla="*/ 759565 w 2233404"/>
                  <a:gd name="connsiteY20" fmla="*/ 3403098 h 34665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233404" h="3466598">
                    <a:moveTo>
                      <a:pt x="759565" y="3403098"/>
                    </a:moveTo>
                    <a:cubicBezTo>
                      <a:pt x="745588" y="3326898"/>
                      <a:pt x="618739" y="3294402"/>
                      <a:pt x="576642" y="3007805"/>
                    </a:cubicBezTo>
                    <a:cubicBezTo>
                      <a:pt x="589335" y="2935573"/>
                      <a:pt x="-145989" y="2617915"/>
                      <a:pt x="96581" y="2611565"/>
                    </a:cubicBezTo>
                    <a:cubicBezTo>
                      <a:pt x="59433" y="2523935"/>
                      <a:pt x="-147894" y="2138491"/>
                      <a:pt x="191831" y="2005776"/>
                    </a:cubicBezTo>
                    <a:cubicBezTo>
                      <a:pt x="247393" y="1892111"/>
                      <a:pt x="87056" y="1837500"/>
                      <a:pt x="410906" y="1805750"/>
                    </a:cubicBezTo>
                    <a:cubicBezTo>
                      <a:pt x="538964" y="1768708"/>
                      <a:pt x="37844" y="1185038"/>
                      <a:pt x="325181" y="1186625"/>
                    </a:cubicBezTo>
                    <a:cubicBezTo>
                      <a:pt x="355344" y="1055921"/>
                      <a:pt x="-108735" y="1068093"/>
                      <a:pt x="96582" y="970727"/>
                    </a:cubicBezTo>
                    <a:cubicBezTo>
                      <a:pt x="136799" y="907227"/>
                      <a:pt x="-70635" y="600310"/>
                      <a:pt x="172782" y="538927"/>
                    </a:cubicBezTo>
                    <a:cubicBezTo>
                      <a:pt x="43665" y="215077"/>
                      <a:pt x="310365" y="157928"/>
                      <a:pt x="426782" y="69028"/>
                    </a:cubicBezTo>
                    <a:cubicBezTo>
                      <a:pt x="543199" y="-19872"/>
                      <a:pt x="778149" y="35162"/>
                      <a:pt x="871282" y="5528"/>
                    </a:cubicBezTo>
                    <a:cubicBezTo>
                      <a:pt x="964415" y="-24106"/>
                      <a:pt x="1004632" y="75377"/>
                      <a:pt x="1099882" y="69027"/>
                    </a:cubicBezTo>
                    <a:cubicBezTo>
                      <a:pt x="1195132" y="62677"/>
                      <a:pt x="1224765" y="143110"/>
                      <a:pt x="1328482" y="196027"/>
                    </a:cubicBezTo>
                    <a:cubicBezTo>
                      <a:pt x="1597299" y="236244"/>
                      <a:pt x="1461832" y="519876"/>
                      <a:pt x="1557082" y="602426"/>
                    </a:cubicBezTo>
                    <a:cubicBezTo>
                      <a:pt x="1774252" y="692596"/>
                      <a:pt x="1708424" y="908708"/>
                      <a:pt x="1772982" y="1059626"/>
                    </a:cubicBezTo>
                    <a:cubicBezTo>
                      <a:pt x="1959460" y="1126724"/>
                      <a:pt x="2029945" y="1684889"/>
                      <a:pt x="2134931" y="1815275"/>
                    </a:cubicBezTo>
                    <a:cubicBezTo>
                      <a:pt x="2346597" y="1915181"/>
                      <a:pt x="2142233" y="2279778"/>
                      <a:pt x="2199701" y="2375345"/>
                    </a:cubicBezTo>
                    <a:cubicBezTo>
                      <a:pt x="2257169" y="2470912"/>
                      <a:pt x="2233992" y="2876995"/>
                      <a:pt x="2032062" y="2969705"/>
                    </a:cubicBezTo>
                    <a:cubicBezTo>
                      <a:pt x="2020632" y="3016695"/>
                      <a:pt x="1924112" y="3236405"/>
                      <a:pt x="1620582" y="3167825"/>
                    </a:cubicBezTo>
                    <a:cubicBezTo>
                      <a:pt x="1637092" y="3221165"/>
                      <a:pt x="1404861" y="3355520"/>
                      <a:pt x="1391982" y="3396425"/>
                    </a:cubicBezTo>
                    <a:cubicBezTo>
                      <a:pt x="1379103" y="3437330"/>
                      <a:pt x="1165872" y="3343831"/>
                      <a:pt x="1009906" y="3466598"/>
                    </a:cubicBezTo>
                    <a:lnTo>
                      <a:pt x="759565" y="3403098"/>
                    </a:lnTo>
                    <a:close/>
                  </a:path>
                </a:pathLst>
              </a:custGeom>
              <a:solidFill>
                <a:srgbClr val="3FB441"/>
              </a:solidFill>
              <a:ln w="571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6" name="Rectangle 7">
                <a:extLst>
                  <a:ext uri="{FF2B5EF4-FFF2-40B4-BE49-F238E27FC236}">
                    <a16:creationId xmlns:a16="http://schemas.microsoft.com/office/drawing/2014/main" id="{786B75CC-17F3-FFAE-7A66-DB2D4F2F5E4C}"/>
                  </a:ext>
                </a:extLst>
              </p:cNvPr>
              <p:cNvSpPr/>
              <p:nvPr/>
            </p:nvSpPr>
            <p:spPr>
              <a:xfrm rot="5130453">
                <a:off x="4109726" y="2429414"/>
                <a:ext cx="704825" cy="329939"/>
              </a:xfrm>
              <a:custGeom>
                <a:avLst/>
                <a:gdLst>
                  <a:gd name="connsiteX0" fmla="*/ 0 w 1007285"/>
                  <a:gd name="connsiteY0" fmla="*/ 0 h 94954"/>
                  <a:gd name="connsiteX1" fmla="*/ 1007285 w 1007285"/>
                  <a:gd name="connsiteY1" fmla="*/ 0 h 94954"/>
                  <a:gd name="connsiteX2" fmla="*/ 1007285 w 1007285"/>
                  <a:gd name="connsiteY2" fmla="*/ 94954 h 94954"/>
                  <a:gd name="connsiteX3" fmla="*/ 0 w 1007285"/>
                  <a:gd name="connsiteY3" fmla="*/ 94954 h 94954"/>
                  <a:gd name="connsiteX4" fmla="*/ 0 w 1007285"/>
                  <a:gd name="connsiteY4" fmla="*/ 0 h 94954"/>
                  <a:gd name="connsiteX0" fmla="*/ 2819400 w 3826685"/>
                  <a:gd name="connsiteY0" fmla="*/ 0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4" fmla="*/ 2819400 w 3826685"/>
                  <a:gd name="connsiteY4" fmla="*/ 0 h 869654"/>
                  <a:gd name="connsiteX0" fmla="*/ 0 w 3826685"/>
                  <a:gd name="connsiteY0" fmla="*/ 869654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968065 h 1033547"/>
                  <a:gd name="connsiteX1" fmla="*/ 3826685 w 3826685"/>
                  <a:gd name="connsiteY1" fmla="*/ 98411 h 1033547"/>
                  <a:gd name="connsiteX2" fmla="*/ 3826685 w 3826685"/>
                  <a:gd name="connsiteY2" fmla="*/ 193365 h 1033547"/>
                  <a:gd name="connsiteX3" fmla="*/ 0 w 3826685"/>
                  <a:gd name="connsiteY3" fmla="*/ 968065 h 1033547"/>
                  <a:gd name="connsiteX0" fmla="*/ 0 w 3826685"/>
                  <a:gd name="connsiteY0" fmla="*/ 968065 h 1013810"/>
                  <a:gd name="connsiteX1" fmla="*/ 3826685 w 3826685"/>
                  <a:gd name="connsiteY1" fmla="*/ 98411 h 1013810"/>
                  <a:gd name="connsiteX2" fmla="*/ 3826685 w 3826685"/>
                  <a:gd name="connsiteY2" fmla="*/ 193365 h 1013810"/>
                  <a:gd name="connsiteX3" fmla="*/ 0 w 3826685"/>
                  <a:gd name="connsiteY3" fmla="*/ 968065 h 1013810"/>
                  <a:gd name="connsiteX0" fmla="*/ 0 w 3826685"/>
                  <a:gd name="connsiteY0" fmla="*/ 968065 h 1012429"/>
                  <a:gd name="connsiteX1" fmla="*/ 3826685 w 3826685"/>
                  <a:gd name="connsiteY1" fmla="*/ 98411 h 1012429"/>
                  <a:gd name="connsiteX2" fmla="*/ 3826685 w 3826685"/>
                  <a:gd name="connsiteY2" fmla="*/ 193365 h 1012429"/>
                  <a:gd name="connsiteX3" fmla="*/ 0 w 3826685"/>
                  <a:gd name="connsiteY3" fmla="*/ 968065 h 101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6685" h="1012429">
                    <a:moveTo>
                      <a:pt x="0" y="968065"/>
                    </a:moveTo>
                    <a:cubicBezTo>
                      <a:pt x="1199362" y="1008380"/>
                      <a:pt x="2779723" y="-373704"/>
                      <a:pt x="3826685" y="98411"/>
                    </a:cubicBezTo>
                    <a:lnTo>
                      <a:pt x="3826685" y="193365"/>
                    </a:lnTo>
                    <a:cubicBezTo>
                      <a:pt x="2614623" y="-65927"/>
                      <a:pt x="932662" y="1268632"/>
                      <a:pt x="0" y="968065"/>
                    </a:cubicBezTo>
                    <a:close/>
                  </a:path>
                </a:pathLst>
              </a:custGeom>
              <a:solidFill>
                <a:srgbClr val="642631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Rectangle 7">
                <a:extLst>
                  <a:ext uri="{FF2B5EF4-FFF2-40B4-BE49-F238E27FC236}">
                    <a16:creationId xmlns:a16="http://schemas.microsoft.com/office/drawing/2014/main" id="{686F40BB-AEAB-03EA-D9A3-412A8843F44D}"/>
                  </a:ext>
                </a:extLst>
              </p:cNvPr>
              <p:cNvSpPr/>
              <p:nvPr/>
            </p:nvSpPr>
            <p:spPr>
              <a:xfrm rot="4411580">
                <a:off x="3803813" y="2701273"/>
                <a:ext cx="1032418" cy="483290"/>
              </a:xfrm>
              <a:custGeom>
                <a:avLst/>
                <a:gdLst>
                  <a:gd name="connsiteX0" fmla="*/ 0 w 1007285"/>
                  <a:gd name="connsiteY0" fmla="*/ 0 h 94954"/>
                  <a:gd name="connsiteX1" fmla="*/ 1007285 w 1007285"/>
                  <a:gd name="connsiteY1" fmla="*/ 0 h 94954"/>
                  <a:gd name="connsiteX2" fmla="*/ 1007285 w 1007285"/>
                  <a:gd name="connsiteY2" fmla="*/ 94954 h 94954"/>
                  <a:gd name="connsiteX3" fmla="*/ 0 w 1007285"/>
                  <a:gd name="connsiteY3" fmla="*/ 94954 h 94954"/>
                  <a:gd name="connsiteX4" fmla="*/ 0 w 1007285"/>
                  <a:gd name="connsiteY4" fmla="*/ 0 h 94954"/>
                  <a:gd name="connsiteX0" fmla="*/ 2819400 w 3826685"/>
                  <a:gd name="connsiteY0" fmla="*/ 0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4" fmla="*/ 2819400 w 3826685"/>
                  <a:gd name="connsiteY4" fmla="*/ 0 h 869654"/>
                  <a:gd name="connsiteX0" fmla="*/ 0 w 3826685"/>
                  <a:gd name="connsiteY0" fmla="*/ 869654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968065 h 1033547"/>
                  <a:gd name="connsiteX1" fmla="*/ 3826685 w 3826685"/>
                  <a:gd name="connsiteY1" fmla="*/ 98411 h 1033547"/>
                  <a:gd name="connsiteX2" fmla="*/ 3826685 w 3826685"/>
                  <a:gd name="connsiteY2" fmla="*/ 193365 h 1033547"/>
                  <a:gd name="connsiteX3" fmla="*/ 0 w 3826685"/>
                  <a:gd name="connsiteY3" fmla="*/ 968065 h 1033547"/>
                  <a:gd name="connsiteX0" fmla="*/ 0 w 3826685"/>
                  <a:gd name="connsiteY0" fmla="*/ 968065 h 1013810"/>
                  <a:gd name="connsiteX1" fmla="*/ 3826685 w 3826685"/>
                  <a:gd name="connsiteY1" fmla="*/ 98411 h 1013810"/>
                  <a:gd name="connsiteX2" fmla="*/ 3826685 w 3826685"/>
                  <a:gd name="connsiteY2" fmla="*/ 193365 h 1013810"/>
                  <a:gd name="connsiteX3" fmla="*/ 0 w 3826685"/>
                  <a:gd name="connsiteY3" fmla="*/ 968065 h 1013810"/>
                  <a:gd name="connsiteX0" fmla="*/ 0 w 3826685"/>
                  <a:gd name="connsiteY0" fmla="*/ 968065 h 1012429"/>
                  <a:gd name="connsiteX1" fmla="*/ 3826685 w 3826685"/>
                  <a:gd name="connsiteY1" fmla="*/ 98411 h 1012429"/>
                  <a:gd name="connsiteX2" fmla="*/ 3826685 w 3826685"/>
                  <a:gd name="connsiteY2" fmla="*/ 193365 h 1012429"/>
                  <a:gd name="connsiteX3" fmla="*/ 0 w 3826685"/>
                  <a:gd name="connsiteY3" fmla="*/ 968065 h 101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6685" h="1012429">
                    <a:moveTo>
                      <a:pt x="0" y="968065"/>
                    </a:moveTo>
                    <a:cubicBezTo>
                      <a:pt x="1199362" y="1008380"/>
                      <a:pt x="2779723" y="-373704"/>
                      <a:pt x="3826685" y="98411"/>
                    </a:cubicBezTo>
                    <a:lnTo>
                      <a:pt x="3826685" y="193365"/>
                    </a:lnTo>
                    <a:cubicBezTo>
                      <a:pt x="2614623" y="-65927"/>
                      <a:pt x="932662" y="1268632"/>
                      <a:pt x="0" y="968065"/>
                    </a:cubicBezTo>
                    <a:close/>
                  </a:path>
                </a:pathLst>
              </a:custGeom>
              <a:solidFill>
                <a:srgbClr val="642631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Rectangle 7">
                <a:extLst>
                  <a:ext uri="{FF2B5EF4-FFF2-40B4-BE49-F238E27FC236}">
                    <a16:creationId xmlns:a16="http://schemas.microsoft.com/office/drawing/2014/main" id="{25AC7B3D-C14F-BD04-B321-CC374D80838C}"/>
                  </a:ext>
                </a:extLst>
              </p:cNvPr>
              <p:cNvSpPr/>
              <p:nvPr/>
            </p:nvSpPr>
            <p:spPr>
              <a:xfrm rot="5130453">
                <a:off x="4020432" y="1677001"/>
                <a:ext cx="963083" cy="329939"/>
              </a:xfrm>
              <a:custGeom>
                <a:avLst/>
                <a:gdLst>
                  <a:gd name="connsiteX0" fmla="*/ 0 w 1007285"/>
                  <a:gd name="connsiteY0" fmla="*/ 0 h 94954"/>
                  <a:gd name="connsiteX1" fmla="*/ 1007285 w 1007285"/>
                  <a:gd name="connsiteY1" fmla="*/ 0 h 94954"/>
                  <a:gd name="connsiteX2" fmla="*/ 1007285 w 1007285"/>
                  <a:gd name="connsiteY2" fmla="*/ 94954 h 94954"/>
                  <a:gd name="connsiteX3" fmla="*/ 0 w 1007285"/>
                  <a:gd name="connsiteY3" fmla="*/ 94954 h 94954"/>
                  <a:gd name="connsiteX4" fmla="*/ 0 w 1007285"/>
                  <a:gd name="connsiteY4" fmla="*/ 0 h 94954"/>
                  <a:gd name="connsiteX0" fmla="*/ 2819400 w 3826685"/>
                  <a:gd name="connsiteY0" fmla="*/ 0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4" fmla="*/ 2819400 w 3826685"/>
                  <a:gd name="connsiteY4" fmla="*/ 0 h 869654"/>
                  <a:gd name="connsiteX0" fmla="*/ 0 w 3826685"/>
                  <a:gd name="connsiteY0" fmla="*/ 869654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968065 h 1033547"/>
                  <a:gd name="connsiteX1" fmla="*/ 3826685 w 3826685"/>
                  <a:gd name="connsiteY1" fmla="*/ 98411 h 1033547"/>
                  <a:gd name="connsiteX2" fmla="*/ 3826685 w 3826685"/>
                  <a:gd name="connsiteY2" fmla="*/ 193365 h 1033547"/>
                  <a:gd name="connsiteX3" fmla="*/ 0 w 3826685"/>
                  <a:gd name="connsiteY3" fmla="*/ 968065 h 1033547"/>
                  <a:gd name="connsiteX0" fmla="*/ 0 w 3826685"/>
                  <a:gd name="connsiteY0" fmla="*/ 968065 h 1013810"/>
                  <a:gd name="connsiteX1" fmla="*/ 3826685 w 3826685"/>
                  <a:gd name="connsiteY1" fmla="*/ 98411 h 1013810"/>
                  <a:gd name="connsiteX2" fmla="*/ 3826685 w 3826685"/>
                  <a:gd name="connsiteY2" fmla="*/ 193365 h 1013810"/>
                  <a:gd name="connsiteX3" fmla="*/ 0 w 3826685"/>
                  <a:gd name="connsiteY3" fmla="*/ 968065 h 1013810"/>
                  <a:gd name="connsiteX0" fmla="*/ 0 w 3826685"/>
                  <a:gd name="connsiteY0" fmla="*/ 968065 h 1012429"/>
                  <a:gd name="connsiteX1" fmla="*/ 3826685 w 3826685"/>
                  <a:gd name="connsiteY1" fmla="*/ 98411 h 1012429"/>
                  <a:gd name="connsiteX2" fmla="*/ 3826685 w 3826685"/>
                  <a:gd name="connsiteY2" fmla="*/ 193365 h 1012429"/>
                  <a:gd name="connsiteX3" fmla="*/ 0 w 3826685"/>
                  <a:gd name="connsiteY3" fmla="*/ 968065 h 101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6685" h="1012429">
                    <a:moveTo>
                      <a:pt x="0" y="968065"/>
                    </a:moveTo>
                    <a:cubicBezTo>
                      <a:pt x="1199362" y="1008380"/>
                      <a:pt x="2779723" y="-373704"/>
                      <a:pt x="3826685" y="98411"/>
                    </a:cubicBezTo>
                    <a:lnTo>
                      <a:pt x="3826685" y="193365"/>
                    </a:lnTo>
                    <a:cubicBezTo>
                      <a:pt x="2614623" y="-65927"/>
                      <a:pt x="932662" y="1268632"/>
                      <a:pt x="0" y="968065"/>
                    </a:cubicBezTo>
                    <a:close/>
                  </a:path>
                </a:pathLst>
              </a:custGeom>
              <a:solidFill>
                <a:srgbClr val="642631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Rectangle 7">
                <a:extLst>
                  <a:ext uri="{FF2B5EF4-FFF2-40B4-BE49-F238E27FC236}">
                    <a16:creationId xmlns:a16="http://schemas.microsoft.com/office/drawing/2014/main" id="{D0C5507F-3DFC-C39D-700E-285132148A9D}"/>
                  </a:ext>
                </a:extLst>
              </p:cNvPr>
              <p:cNvSpPr/>
              <p:nvPr/>
            </p:nvSpPr>
            <p:spPr>
              <a:xfrm rot="17188420" flipH="1">
                <a:off x="4412435" y="2911181"/>
                <a:ext cx="1032418" cy="483290"/>
              </a:xfrm>
              <a:custGeom>
                <a:avLst/>
                <a:gdLst>
                  <a:gd name="connsiteX0" fmla="*/ 0 w 1007285"/>
                  <a:gd name="connsiteY0" fmla="*/ 0 h 94954"/>
                  <a:gd name="connsiteX1" fmla="*/ 1007285 w 1007285"/>
                  <a:gd name="connsiteY1" fmla="*/ 0 h 94954"/>
                  <a:gd name="connsiteX2" fmla="*/ 1007285 w 1007285"/>
                  <a:gd name="connsiteY2" fmla="*/ 94954 h 94954"/>
                  <a:gd name="connsiteX3" fmla="*/ 0 w 1007285"/>
                  <a:gd name="connsiteY3" fmla="*/ 94954 h 94954"/>
                  <a:gd name="connsiteX4" fmla="*/ 0 w 1007285"/>
                  <a:gd name="connsiteY4" fmla="*/ 0 h 94954"/>
                  <a:gd name="connsiteX0" fmla="*/ 2819400 w 3826685"/>
                  <a:gd name="connsiteY0" fmla="*/ 0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4" fmla="*/ 2819400 w 3826685"/>
                  <a:gd name="connsiteY4" fmla="*/ 0 h 869654"/>
                  <a:gd name="connsiteX0" fmla="*/ 0 w 3826685"/>
                  <a:gd name="connsiteY0" fmla="*/ 869654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968065 h 1033547"/>
                  <a:gd name="connsiteX1" fmla="*/ 3826685 w 3826685"/>
                  <a:gd name="connsiteY1" fmla="*/ 98411 h 1033547"/>
                  <a:gd name="connsiteX2" fmla="*/ 3826685 w 3826685"/>
                  <a:gd name="connsiteY2" fmla="*/ 193365 h 1033547"/>
                  <a:gd name="connsiteX3" fmla="*/ 0 w 3826685"/>
                  <a:gd name="connsiteY3" fmla="*/ 968065 h 1033547"/>
                  <a:gd name="connsiteX0" fmla="*/ 0 w 3826685"/>
                  <a:gd name="connsiteY0" fmla="*/ 968065 h 1013810"/>
                  <a:gd name="connsiteX1" fmla="*/ 3826685 w 3826685"/>
                  <a:gd name="connsiteY1" fmla="*/ 98411 h 1013810"/>
                  <a:gd name="connsiteX2" fmla="*/ 3826685 w 3826685"/>
                  <a:gd name="connsiteY2" fmla="*/ 193365 h 1013810"/>
                  <a:gd name="connsiteX3" fmla="*/ 0 w 3826685"/>
                  <a:gd name="connsiteY3" fmla="*/ 968065 h 1013810"/>
                  <a:gd name="connsiteX0" fmla="*/ 0 w 3826685"/>
                  <a:gd name="connsiteY0" fmla="*/ 968065 h 1012429"/>
                  <a:gd name="connsiteX1" fmla="*/ 3826685 w 3826685"/>
                  <a:gd name="connsiteY1" fmla="*/ 98411 h 1012429"/>
                  <a:gd name="connsiteX2" fmla="*/ 3826685 w 3826685"/>
                  <a:gd name="connsiteY2" fmla="*/ 193365 h 1012429"/>
                  <a:gd name="connsiteX3" fmla="*/ 0 w 3826685"/>
                  <a:gd name="connsiteY3" fmla="*/ 968065 h 101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6685" h="1012429">
                    <a:moveTo>
                      <a:pt x="0" y="968065"/>
                    </a:moveTo>
                    <a:cubicBezTo>
                      <a:pt x="1199362" y="1008380"/>
                      <a:pt x="2779723" y="-373704"/>
                      <a:pt x="3826685" y="98411"/>
                    </a:cubicBezTo>
                    <a:lnTo>
                      <a:pt x="3826685" y="193365"/>
                    </a:lnTo>
                    <a:cubicBezTo>
                      <a:pt x="2614623" y="-65927"/>
                      <a:pt x="932662" y="1268632"/>
                      <a:pt x="0" y="968065"/>
                    </a:cubicBezTo>
                    <a:close/>
                  </a:path>
                </a:pathLst>
              </a:custGeom>
              <a:solidFill>
                <a:srgbClr val="642631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Rectangle 7">
                <a:extLst>
                  <a:ext uri="{FF2B5EF4-FFF2-40B4-BE49-F238E27FC236}">
                    <a16:creationId xmlns:a16="http://schemas.microsoft.com/office/drawing/2014/main" id="{B1B1B3E5-3F15-BB55-3234-AA234070E1B9}"/>
                  </a:ext>
                </a:extLst>
              </p:cNvPr>
              <p:cNvSpPr/>
              <p:nvPr/>
            </p:nvSpPr>
            <p:spPr>
              <a:xfrm rot="17188420" flipH="1">
                <a:off x="4450248" y="2270119"/>
                <a:ext cx="868238" cy="406435"/>
              </a:xfrm>
              <a:custGeom>
                <a:avLst/>
                <a:gdLst>
                  <a:gd name="connsiteX0" fmla="*/ 0 w 1007285"/>
                  <a:gd name="connsiteY0" fmla="*/ 0 h 94954"/>
                  <a:gd name="connsiteX1" fmla="*/ 1007285 w 1007285"/>
                  <a:gd name="connsiteY1" fmla="*/ 0 h 94954"/>
                  <a:gd name="connsiteX2" fmla="*/ 1007285 w 1007285"/>
                  <a:gd name="connsiteY2" fmla="*/ 94954 h 94954"/>
                  <a:gd name="connsiteX3" fmla="*/ 0 w 1007285"/>
                  <a:gd name="connsiteY3" fmla="*/ 94954 h 94954"/>
                  <a:gd name="connsiteX4" fmla="*/ 0 w 1007285"/>
                  <a:gd name="connsiteY4" fmla="*/ 0 h 94954"/>
                  <a:gd name="connsiteX0" fmla="*/ 2819400 w 3826685"/>
                  <a:gd name="connsiteY0" fmla="*/ 0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4" fmla="*/ 2819400 w 3826685"/>
                  <a:gd name="connsiteY4" fmla="*/ 0 h 869654"/>
                  <a:gd name="connsiteX0" fmla="*/ 0 w 3826685"/>
                  <a:gd name="connsiteY0" fmla="*/ 869654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968065 h 1033547"/>
                  <a:gd name="connsiteX1" fmla="*/ 3826685 w 3826685"/>
                  <a:gd name="connsiteY1" fmla="*/ 98411 h 1033547"/>
                  <a:gd name="connsiteX2" fmla="*/ 3826685 w 3826685"/>
                  <a:gd name="connsiteY2" fmla="*/ 193365 h 1033547"/>
                  <a:gd name="connsiteX3" fmla="*/ 0 w 3826685"/>
                  <a:gd name="connsiteY3" fmla="*/ 968065 h 1033547"/>
                  <a:gd name="connsiteX0" fmla="*/ 0 w 3826685"/>
                  <a:gd name="connsiteY0" fmla="*/ 968065 h 1013810"/>
                  <a:gd name="connsiteX1" fmla="*/ 3826685 w 3826685"/>
                  <a:gd name="connsiteY1" fmla="*/ 98411 h 1013810"/>
                  <a:gd name="connsiteX2" fmla="*/ 3826685 w 3826685"/>
                  <a:gd name="connsiteY2" fmla="*/ 193365 h 1013810"/>
                  <a:gd name="connsiteX3" fmla="*/ 0 w 3826685"/>
                  <a:gd name="connsiteY3" fmla="*/ 968065 h 1013810"/>
                  <a:gd name="connsiteX0" fmla="*/ 0 w 3826685"/>
                  <a:gd name="connsiteY0" fmla="*/ 968065 h 1012429"/>
                  <a:gd name="connsiteX1" fmla="*/ 3826685 w 3826685"/>
                  <a:gd name="connsiteY1" fmla="*/ 98411 h 1012429"/>
                  <a:gd name="connsiteX2" fmla="*/ 3826685 w 3826685"/>
                  <a:gd name="connsiteY2" fmla="*/ 193365 h 1012429"/>
                  <a:gd name="connsiteX3" fmla="*/ 0 w 3826685"/>
                  <a:gd name="connsiteY3" fmla="*/ 968065 h 101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6685" h="1012429">
                    <a:moveTo>
                      <a:pt x="0" y="968065"/>
                    </a:moveTo>
                    <a:cubicBezTo>
                      <a:pt x="1199362" y="1008380"/>
                      <a:pt x="2779723" y="-373704"/>
                      <a:pt x="3826685" y="98411"/>
                    </a:cubicBezTo>
                    <a:lnTo>
                      <a:pt x="3826685" y="193365"/>
                    </a:lnTo>
                    <a:cubicBezTo>
                      <a:pt x="2614623" y="-65927"/>
                      <a:pt x="932662" y="1268632"/>
                      <a:pt x="0" y="968065"/>
                    </a:cubicBezTo>
                    <a:close/>
                  </a:path>
                </a:pathLst>
              </a:custGeom>
              <a:solidFill>
                <a:srgbClr val="642631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Rectangle 7">
                <a:extLst>
                  <a:ext uri="{FF2B5EF4-FFF2-40B4-BE49-F238E27FC236}">
                    <a16:creationId xmlns:a16="http://schemas.microsoft.com/office/drawing/2014/main" id="{65A2EFBA-4A6E-884F-A0BD-FC7BE9658E6D}"/>
                  </a:ext>
                </a:extLst>
              </p:cNvPr>
              <p:cNvSpPr/>
              <p:nvPr/>
            </p:nvSpPr>
            <p:spPr>
              <a:xfrm rot="16546531" flipH="1">
                <a:off x="4454596" y="1250533"/>
                <a:ext cx="1032418" cy="483290"/>
              </a:xfrm>
              <a:custGeom>
                <a:avLst/>
                <a:gdLst>
                  <a:gd name="connsiteX0" fmla="*/ 0 w 1007285"/>
                  <a:gd name="connsiteY0" fmla="*/ 0 h 94954"/>
                  <a:gd name="connsiteX1" fmla="*/ 1007285 w 1007285"/>
                  <a:gd name="connsiteY1" fmla="*/ 0 h 94954"/>
                  <a:gd name="connsiteX2" fmla="*/ 1007285 w 1007285"/>
                  <a:gd name="connsiteY2" fmla="*/ 94954 h 94954"/>
                  <a:gd name="connsiteX3" fmla="*/ 0 w 1007285"/>
                  <a:gd name="connsiteY3" fmla="*/ 94954 h 94954"/>
                  <a:gd name="connsiteX4" fmla="*/ 0 w 1007285"/>
                  <a:gd name="connsiteY4" fmla="*/ 0 h 94954"/>
                  <a:gd name="connsiteX0" fmla="*/ 2819400 w 3826685"/>
                  <a:gd name="connsiteY0" fmla="*/ 0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4" fmla="*/ 2819400 w 3826685"/>
                  <a:gd name="connsiteY4" fmla="*/ 0 h 869654"/>
                  <a:gd name="connsiteX0" fmla="*/ 0 w 3826685"/>
                  <a:gd name="connsiteY0" fmla="*/ 869654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968065 h 1033547"/>
                  <a:gd name="connsiteX1" fmla="*/ 3826685 w 3826685"/>
                  <a:gd name="connsiteY1" fmla="*/ 98411 h 1033547"/>
                  <a:gd name="connsiteX2" fmla="*/ 3826685 w 3826685"/>
                  <a:gd name="connsiteY2" fmla="*/ 193365 h 1033547"/>
                  <a:gd name="connsiteX3" fmla="*/ 0 w 3826685"/>
                  <a:gd name="connsiteY3" fmla="*/ 968065 h 1033547"/>
                  <a:gd name="connsiteX0" fmla="*/ 0 w 3826685"/>
                  <a:gd name="connsiteY0" fmla="*/ 968065 h 1013810"/>
                  <a:gd name="connsiteX1" fmla="*/ 3826685 w 3826685"/>
                  <a:gd name="connsiteY1" fmla="*/ 98411 h 1013810"/>
                  <a:gd name="connsiteX2" fmla="*/ 3826685 w 3826685"/>
                  <a:gd name="connsiteY2" fmla="*/ 193365 h 1013810"/>
                  <a:gd name="connsiteX3" fmla="*/ 0 w 3826685"/>
                  <a:gd name="connsiteY3" fmla="*/ 968065 h 1013810"/>
                  <a:gd name="connsiteX0" fmla="*/ 0 w 3826685"/>
                  <a:gd name="connsiteY0" fmla="*/ 968065 h 1012429"/>
                  <a:gd name="connsiteX1" fmla="*/ 3826685 w 3826685"/>
                  <a:gd name="connsiteY1" fmla="*/ 98411 h 1012429"/>
                  <a:gd name="connsiteX2" fmla="*/ 3826685 w 3826685"/>
                  <a:gd name="connsiteY2" fmla="*/ 193365 h 1012429"/>
                  <a:gd name="connsiteX3" fmla="*/ 0 w 3826685"/>
                  <a:gd name="connsiteY3" fmla="*/ 968065 h 101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6685" h="1012429">
                    <a:moveTo>
                      <a:pt x="0" y="968065"/>
                    </a:moveTo>
                    <a:cubicBezTo>
                      <a:pt x="1199362" y="1008380"/>
                      <a:pt x="2779723" y="-373704"/>
                      <a:pt x="3826685" y="98411"/>
                    </a:cubicBezTo>
                    <a:lnTo>
                      <a:pt x="3826685" y="193365"/>
                    </a:lnTo>
                    <a:cubicBezTo>
                      <a:pt x="2614623" y="-65927"/>
                      <a:pt x="932662" y="1268632"/>
                      <a:pt x="0" y="968065"/>
                    </a:cubicBezTo>
                    <a:close/>
                  </a:path>
                </a:pathLst>
              </a:custGeom>
              <a:solidFill>
                <a:srgbClr val="642631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Rectangle 59">
                <a:extLst>
                  <a:ext uri="{FF2B5EF4-FFF2-40B4-BE49-F238E27FC236}">
                    <a16:creationId xmlns:a16="http://schemas.microsoft.com/office/drawing/2014/main" id="{DECFD5D2-DFBC-9182-AB73-B00FC40E680E}"/>
                  </a:ext>
                </a:extLst>
              </p:cNvPr>
              <p:cNvSpPr/>
              <p:nvPr/>
            </p:nvSpPr>
            <p:spPr>
              <a:xfrm rot="316924">
                <a:off x="4446016" y="969466"/>
                <a:ext cx="286726" cy="4005924"/>
              </a:xfrm>
              <a:custGeom>
                <a:avLst/>
                <a:gdLst>
                  <a:gd name="connsiteX0" fmla="*/ 0 w 196226"/>
                  <a:gd name="connsiteY0" fmla="*/ 0 h 3725706"/>
                  <a:gd name="connsiteX1" fmla="*/ 196226 w 196226"/>
                  <a:gd name="connsiteY1" fmla="*/ 0 h 3725706"/>
                  <a:gd name="connsiteX2" fmla="*/ 196226 w 196226"/>
                  <a:gd name="connsiteY2" fmla="*/ 3725706 h 3725706"/>
                  <a:gd name="connsiteX3" fmla="*/ 0 w 196226"/>
                  <a:gd name="connsiteY3" fmla="*/ 3725706 h 3725706"/>
                  <a:gd name="connsiteX4" fmla="*/ 0 w 196226"/>
                  <a:gd name="connsiteY4" fmla="*/ 0 h 3725706"/>
                  <a:gd name="connsiteX0" fmla="*/ 0 w 196226"/>
                  <a:gd name="connsiteY0" fmla="*/ 3725706 h 3725706"/>
                  <a:gd name="connsiteX1" fmla="*/ 196226 w 196226"/>
                  <a:gd name="connsiteY1" fmla="*/ 0 h 3725706"/>
                  <a:gd name="connsiteX2" fmla="*/ 196226 w 196226"/>
                  <a:gd name="connsiteY2" fmla="*/ 3725706 h 3725706"/>
                  <a:gd name="connsiteX3" fmla="*/ 0 w 196226"/>
                  <a:gd name="connsiteY3" fmla="*/ 3725706 h 3725706"/>
                  <a:gd name="connsiteX0" fmla="*/ 0 w 196226"/>
                  <a:gd name="connsiteY0" fmla="*/ 3741025 h 3741025"/>
                  <a:gd name="connsiteX1" fmla="*/ 177626 w 196226"/>
                  <a:gd name="connsiteY1" fmla="*/ 0 h 3741025"/>
                  <a:gd name="connsiteX2" fmla="*/ 196226 w 196226"/>
                  <a:gd name="connsiteY2" fmla="*/ 3741025 h 3741025"/>
                  <a:gd name="connsiteX3" fmla="*/ 0 w 196226"/>
                  <a:gd name="connsiteY3" fmla="*/ 3741025 h 3741025"/>
                  <a:gd name="connsiteX0" fmla="*/ 0 w 196226"/>
                  <a:gd name="connsiteY0" fmla="*/ 3760392 h 3760392"/>
                  <a:gd name="connsiteX1" fmla="*/ 165482 w 196226"/>
                  <a:gd name="connsiteY1" fmla="*/ 0 h 3760392"/>
                  <a:gd name="connsiteX2" fmla="*/ 196226 w 196226"/>
                  <a:gd name="connsiteY2" fmla="*/ 3760392 h 3760392"/>
                  <a:gd name="connsiteX3" fmla="*/ 0 w 196226"/>
                  <a:gd name="connsiteY3" fmla="*/ 3760392 h 3760392"/>
                  <a:gd name="connsiteX0" fmla="*/ 0 w 196226"/>
                  <a:gd name="connsiteY0" fmla="*/ 3760392 h 3760392"/>
                  <a:gd name="connsiteX1" fmla="*/ 165482 w 196226"/>
                  <a:gd name="connsiteY1" fmla="*/ 0 h 3760392"/>
                  <a:gd name="connsiteX2" fmla="*/ 196226 w 196226"/>
                  <a:gd name="connsiteY2" fmla="*/ 3760392 h 3760392"/>
                  <a:gd name="connsiteX3" fmla="*/ 0 w 196226"/>
                  <a:gd name="connsiteY3" fmla="*/ 3760392 h 3760392"/>
                  <a:gd name="connsiteX0" fmla="*/ 0 w 203788"/>
                  <a:gd name="connsiteY0" fmla="*/ 3760392 h 3760392"/>
                  <a:gd name="connsiteX1" fmla="*/ 165482 w 203788"/>
                  <a:gd name="connsiteY1" fmla="*/ 0 h 3760392"/>
                  <a:gd name="connsiteX2" fmla="*/ 196226 w 203788"/>
                  <a:gd name="connsiteY2" fmla="*/ 3760392 h 3760392"/>
                  <a:gd name="connsiteX3" fmla="*/ 0 w 203788"/>
                  <a:gd name="connsiteY3" fmla="*/ 3760392 h 3760392"/>
                  <a:gd name="connsiteX0" fmla="*/ 0 w 232892"/>
                  <a:gd name="connsiteY0" fmla="*/ 3742664 h 3760392"/>
                  <a:gd name="connsiteX1" fmla="*/ 194586 w 232892"/>
                  <a:gd name="connsiteY1" fmla="*/ 0 h 3760392"/>
                  <a:gd name="connsiteX2" fmla="*/ 225330 w 232892"/>
                  <a:gd name="connsiteY2" fmla="*/ 3760392 h 3760392"/>
                  <a:gd name="connsiteX3" fmla="*/ 0 w 232892"/>
                  <a:gd name="connsiteY3" fmla="*/ 3742664 h 3760392"/>
                  <a:gd name="connsiteX0" fmla="*/ 0 w 232030"/>
                  <a:gd name="connsiteY0" fmla="*/ 3742664 h 3914670"/>
                  <a:gd name="connsiteX1" fmla="*/ 194586 w 232030"/>
                  <a:gd name="connsiteY1" fmla="*/ 0 h 3914670"/>
                  <a:gd name="connsiteX2" fmla="*/ 223135 w 232030"/>
                  <a:gd name="connsiteY2" fmla="*/ 3914670 h 3914670"/>
                  <a:gd name="connsiteX3" fmla="*/ 0 w 232030"/>
                  <a:gd name="connsiteY3" fmla="*/ 3742664 h 3914670"/>
                  <a:gd name="connsiteX0" fmla="*/ 0 w 247137"/>
                  <a:gd name="connsiteY0" fmla="*/ 3905038 h 3914670"/>
                  <a:gd name="connsiteX1" fmla="*/ 209693 w 247137"/>
                  <a:gd name="connsiteY1" fmla="*/ 0 h 3914670"/>
                  <a:gd name="connsiteX2" fmla="*/ 238242 w 247137"/>
                  <a:gd name="connsiteY2" fmla="*/ 3914670 h 3914670"/>
                  <a:gd name="connsiteX3" fmla="*/ 0 w 247137"/>
                  <a:gd name="connsiteY3" fmla="*/ 3905038 h 3914670"/>
                  <a:gd name="connsiteX0" fmla="*/ 0 w 250938"/>
                  <a:gd name="connsiteY0" fmla="*/ 3905038 h 3972005"/>
                  <a:gd name="connsiteX1" fmla="*/ 209693 w 250938"/>
                  <a:gd name="connsiteY1" fmla="*/ 0 h 3972005"/>
                  <a:gd name="connsiteX2" fmla="*/ 247212 w 250938"/>
                  <a:gd name="connsiteY2" fmla="*/ 3972005 h 3972005"/>
                  <a:gd name="connsiteX3" fmla="*/ 0 w 250938"/>
                  <a:gd name="connsiteY3" fmla="*/ 3905038 h 3972005"/>
                  <a:gd name="connsiteX0" fmla="*/ 0 w 264616"/>
                  <a:gd name="connsiteY0" fmla="*/ 3940598 h 3972005"/>
                  <a:gd name="connsiteX1" fmla="*/ 223371 w 264616"/>
                  <a:gd name="connsiteY1" fmla="*/ 0 h 3972005"/>
                  <a:gd name="connsiteX2" fmla="*/ 260890 w 264616"/>
                  <a:gd name="connsiteY2" fmla="*/ 3972005 h 3972005"/>
                  <a:gd name="connsiteX3" fmla="*/ 0 w 264616"/>
                  <a:gd name="connsiteY3" fmla="*/ 3940598 h 3972005"/>
                  <a:gd name="connsiteX0" fmla="*/ 0 w 262936"/>
                  <a:gd name="connsiteY0" fmla="*/ 3974517 h 4005924"/>
                  <a:gd name="connsiteX1" fmla="*/ 220090 w 262936"/>
                  <a:gd name="connsiteY1" fmla="*/ 0 h 4005924"/>
                  <a:gd name="connsiteX2" fmla="*/ 260890 w 262936"/>
                  <a:gd name="connsiteY2" fmla="*/ 4005924 h 4005924"/>
                  <a:gd name="connsiteX3" fmla="*/ 0 w 262936"/>
                  <a:gd name="connsiteY3" fmla="*/ 3974517 h 4005924"/>
                  <a:gd name="connsiteX0" fmla="*/ 0 w 286726"/>
                  <a:gd name="connsiteY0" fmla="*/ 3974517 h 4005924"/>
                  <a:gd name="connsiteX1" fmla="*/ 220090 w 286726"/>
                  <a:gd name="connsiteY1" fmla="*/ 0 h 4005924"/>
                  <a:gd name="connsiteX2" fmla="*/ 260890 w 286726"/>
                  <a:gd name="connsiteY2" fmla="*/ 4005924 h 4005924"/>
                  <a:gd name="connsiteX3" fmla="*/ 0 w 286726"/>
                  <a:gd name="connsiteY3" fmla="*/ 3974517 h 4005924"/>
                  <a:gd name="connsiteX0" fmla="*/ 0 w 286726"/>
                  <a:gd name="connsiteY0" fmla="*/ 3974517 h 4065957"/>
                  <a:gd name="connsiteX1" fmla="*/ 220090 w 286726"/>
                  <a:gd name="connsiteY1" fmla="*/ 0 h 4065957"/>
                  <a:gd name="connsiteX2" fmla="*/ 260890 w 286726"/>
                  <a:gd name="connsiteY2" fmla="*/ 4005924 h 4065957"/>
                  <a:gd name="connsiteX3" fmla="*/ 91440 w 286726"/>
                  <a:gd name="connsiteY3" fmla="*/ 4065957 h 4065957"/>
                  <a:gd name="connsiteX0" fmla="*/ 0 w 286726"/>
                  <a:gd name="connsiteY0" fmla="*/ 3974517 h 4005924"/>
                  <a:gd name="connsiteX1" fmla="*/ 220090 w 286726"/>
                  <a:gd name="connsiteY1" fmla="*/ 0 h 4005924"/>
                  <a:gd name="connsiteX2" fmla="*/ 260890 w 286726"/>
                  <a:gd name="connsiteY2" fmla="*/ 4005924 h 4005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86726" h="4005924">
                    <a:moveTo>
                      <a:pt x="0" y="3974517"/>
                    </a:moveTo>
                    <a:cubicBezTo>
                      <a:pt x="55161" y="2721053"/>
                      <a:pt x="8137" y="1189886"/>
                      <a:pt x="220090" y="0"/>
                    </a:cubicBezTo>
                    <a:cubicBezTo>
                      <a:pt x="290188" y="1305877"/>
                      <a:pt x="306997" y="2627180"/>
                      <a:pt x="260890" y="4005924"/>
                    </a:cubicBezTo>
                  </a:path>
                </a:pathLst>
              </a:custGeom>
              <a:solidFill>
                <a:srgbClr val="64263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853C591-2C56-710C-9185-BA1B95D2C790}"/>
                </a:ext>
              </a:extLst>
            </p:cNvPr>
            <p:cNvGrpSpPr/>
            <p:nvPr/>
          </p:nvGrpSpPr>
          <p:grpSpPr>
            <a:xfrm rot="1608485">
              <a:off x="4891825" y="968872"/>
              <a:ext cx="2233404" cy="4752318"/>
              <a:chOff x="3675319" y="223072"/>
              <a:chExt cx="2233404" cy="4752318"/>
            </a:xfrm>
          </p:grpSpPr>
          <p:sp>
            <p:nvSpPr>
              <p:cNvPr id="17" name="Rectangle 2">
                <a:extLst>
                  <a:ext uri="{FF2B5EF4-FFF2-40B4-BE49-F238E27FC236}">
                    <a16:creationId xmlns:a16="http://schemas.microsoft.com/office/drawing/2014/main" id="{0008D244-3E89-E5D8-4FED-EC0069186397}"/>
                  </a:ext>
                </a:extLst>
              </p:cNvPr>
              <p:cNvSpPr/>
              <p:nvPr/>
            </p:nvSpPr>
            <p:spPr>
              <a:xfrm>
                <a:off x="3675319" y="223072"/>
                <a:ext cx="2233404" cy="3466598"/>
              </a:xfrm>
              <a:custGeom>
                <a:avLst/>
                <a:gdLst>
                  <a:gd name="connsiteX0" fmla="*/ 0 w 542441"/>
                  <a:gd name="connsiteY0" fmla="*/ 0 h 895027"/>
                  <a:gd name="connsiteX1" fmla="*/ 542441 w 542441"/>
                  <a:gd name="connsiteY1" fmla="*/ 0 h 895027"/>
                  <a:gd name="connsiteX2" fmla="*/ 542441 w 542441"/>
                  <a:gd name="connsiteY2" fmla="*/ 895027 h 895027"/>
                  <a:gd name="connsiteX3" fmla="*/ 0 w 542441"/>
                  <a:gd name="connsiteY3" fmla="*/ 895027 h 895027"/>
                  <a:gd name="connsiteX4" fmla="*/ 0 w 542441"/>
                  <a:gd name="connsiteY4" fmla="*/ 0 h 895027"/>
                  <a:gd name="connsiteX0" fmla="*/ 0 w 834541"/>
                  <a:gd name="connsiteY0" fmla="*/ 635000 h 895027"/>
                  <a:gd name="connsiteX1" fmla="*/ 834541 w 834541"/>
                  <a:gd name="connsiteY1" fmla="*/ 0 h 895027"/>
                  <a:gd name="connsiteX2" fmla="*/ 834541 w 834541"/>
                  <a:gd name="connsiteY2" fmla="*/ 895027 h 895027"/>
                  <a:gd name="connsiteX3" fmla="*/ 292100 w 834541"/>
                  <a:gd name="connsiteY3" fmla="*/ 895027 h 895027"/>
                  <a:gd name="connsiteX4" fmla="*/ 0 w 834541"/>
                  <a:gd name="connsiteY4" fmla="*/ 635000 h 895027"/>
                  <a:gd name="connsiteX0" fmla="*/ 152400 w 986941"/>
                  <a:gd name="connsiteY0" fmla="*/ 635000 h 1885627"/>
                  <a:gd name="connsiteX1" fmla="*/ 986941 w 986941"/>
                  <a:gd name="connsiteY1" fmla="*/ 0 h 1885627"/>
                  <a:gd name="connsiteX2" fmla="*/ 986941 w 986941"/>
                  <a:gd name="connsiteY2" fmla="*/ 895027 h 1885627"/>
                  <a:gd name="connsiteX3" fmla="*/ 0 w 986941"/>
                  <a:gd name="connsiteY3" fmla="*/ 1885627 h 1885627"/>
                  <a:gd name="connsiteX4" fmla="*/ 152400 w 986941"/>
                  <a:gd name="connsiteY4" fmla="*/ 635000 h 1885627"/>
                  <a:gd name="connsiteX0" fmla="*/ 152400 w 986941"/>
                  <a:gd name="connsiteY0" fmla="*/ 635000 h 1974527"/>
                  <a:gd name="connsiteX1" fmla="*/ 986941 w 986941"/>
                  <a:gd name="connsiteY1" fmla="*/ 0 h 1974527"/>
                  <a:gd name="connsiteX2" fmla="*/ 237641 w 986941"/>
                  <a:gd name="connsiteY2" fmla="*/ 1974527 h 1974527"/>
                  <a:gd name="connsiteX3" fmla="*/ 0 w 986941"/>
                  <a:gd name="connsiteY3" fmla="*/ 1885627 h 1974527"/>
                  <a:gd name="connsiteX4" fmla="*/ 152400 w 986941"/>
                  <a:gd name="connsiteY4" fmla="*/ 635000 h 1974527"/>
                  <a:gd name="connsiteX0" fmla="*/ 152400 w 402741"/>
                  <a:gd name="connsiteY0" fmla="*/ 0 h 1339527"/>
                  <a:gd name="connsiteX1" fmla="*/ 402741 w 402741"/>
                  <a:gd name="connsiteY1" fmla="*/ 63500 h 1339527"/>
                  <a:gd name="connsiteX2" fmla="*/ 237641 w 402741"/>
                  <a:gd name="connsiteY2" fmla="*/ 1339527 h 1339527"/>
                  <a:gd name="connsiteX3" fmla="*/ 0 w 402741"/>
                  <a:gd name="connsiteY3" fmla="*/ 1250627 h 1339527"/>
                  <a:gd name="connsiteX4" fmla="*/ 152400 w 402741"/>
                  <a:gd name="connsiteY4" fmla="*/ 0 h 1339527"/>
                  <a:gd name="connsiteX0" fmla="*/ 152400 w 402741"/>
                  <a:gd name="connsiteY0" fmla="*/ 131276 h 1470803"/>
                  <a:gd name="connsiteX1" fmla="*/ 402741 w 402741"/>
                  <a:gd name="connsiteY1" fmla="*/ 194776 h 1470803"/>
                  <a:gd name="connsiteX2" fmla="*/ 237641 w 402741"/>
                  <a:gd name="connsiteY2" fmla="*/ 1470803 h 1470803"/>
                  <a:gd name="connsiteX3" fmla="*/ 0 w 402741"/>
                  <a:gd name="connsiteY3" fmla="*/ 1381903 h 1470803"/>
                  <a:gd name="connsiteX4" fmla="*/ 152400 w 402741"/>
                  <a:gd name="connsiteY4" fmla="*/ 131276 h 1470803"/>
                  <a:gd name="connsiteX0" fmla="*/ 187527 w 437868"/>
                  <a:gd name="connsiteY0" fmla="*/ 395743 h 1735270"/>
                  <a:gd name="connsiteX1" fmla="*/ 4604 w 437868"/>
                  <a:gd name="connsiteY1" fmla="*/ 450 h 1735270"/>
                  <a:gd name="connsiteX2" fmla="*/ 437868 w 437868"/>
                  <a:gd name="connsiteY2" fmla="*/ 459243 h 1735270"/>
                  <a:gd name="connsiteX3" fmla="*/ 272768 w 437868"/>
                  <a:gd name="connsiteY3" fmla="*/ 1735270 h 1735270"/>
                  <a:gd name="connsiteX4" fmla="*/ 35127 w 437868"/>
                  <a:gd name="connsiteY4" fmla="*/ 1646370 h 1735270"/>
                  <a:gd name="connsiteX5" fmla="*/ 187527 w 437868"/>
                  <a:gd name="connsiteY5" fmla="*/ 395743 h 1735270"/>
                  <a:gd name="connsiteX0" fmla="*/ 187527 w 827895"/>
                  <a:gd name="connsiteY0" fmla="*/ 397043 h 1736570"/>
                  <a:gd name="connsiteX1" fmla="*/ 4604 w 827895"/>
                  <a:gd name="connsiteY1" fmla="*/ 1750 h 1736570"/>
                  <a:gd name="connsiteX2" fmla="*/ 819944 w 827895"/>
                  <a:gd name="connsiteY2" fmla="*/ 390370 h 1736570"/>
                  <a:gd name="connsiteX3" fmla="*/ 437868 w 827895"/>
                  <a:gd name="connsiteY3" fmla="*/ 460543 h 1736570"/>
                  <a:gd name="connsiteX4" fmla="*/ 272768 w 827895"/>
                  <a:gd name="connsiteY4" fmla="*/ 1736570 h 1736570"/>
                  <a:gd name="connsiteX5" fmla="*/ 35127 w 827895"/>
                  <a:gd name="connsiteY5" fmla="*/ 1647670 h 1736570"/>
                  <a:gd name="connsiteX6" fmla="*/ 187527 w 827895"/>
                  <a:gd name="connsiteY6" fmla="*/ 397043 h 1736570"/>
                  <a:gd name="connsiteX0" fmla="*/ 187527 w 1079717"/>
                  <a:gd name="connsiteY0" fmla="*/ 399939 h 1739466"/>
                  <a:gd name="connsiteX1" fmla="*/ 4604 w 1079717"/>
                  <a:gd name="connsiteY1" fmla="*/ 4646 h 1739466"/>
                  <a:gd name="connsiteX2" fmla="*/ 1048544 w 1079717"/>
                  <a:gd name="connsiteY2" fmla="*/ 164666 h 1739466"/>
                  <a:gd name="connsiteX3" fmla="*/ 819944 w 1079717"/>
                  <a:gd name="connsiteY3" fmla="*/ 393266 h 1739466"/>
                  <a:gd name="connsiteX4" fmla="*/ 437868 w 1079717"/>
                  <a:gd name="connsiteY4" fmla="*/ 463439 h 1739466"/>
                  <a:gd name="connsiteX5" fmla="*/ 272768 w 1079717"/>
                  <a:gd name="connsiteY5" fmla="*/ 1739466 h 1739466"/>
                  <a:gd name="connsiteX6" fmla="*/ 35127 w 1079717"/>
                  <a:gd name="connsiteY6" fmla="*/ 1650566 h 1739466"/>
                  <a:gd name="connsiteX7" fmla="*/ 187527 w 1079717"/>
                  <a:gd name="connsiteY7" fmla="*/ 399939 h 1739466"/>
                  <a:gd name="connsiteX0" fmla="*/ 187527 w 1491624"/>
                  <a:gd name="connsiteY0" fmla="*/ 447497 h 1787024"/>
                  <a:gd name="connsiteX1" fmla="*/ 4604 w 1491624"/>
                  <a:gd name="connsiteY1" fmla="*/ 52204 h 1787024"/>
                  <a:gd name="connsiteX2" fmla="*/ 1460024 w 1491624"/>
                  <a:gd name="connsiteY2" fmla="*/ 14104 h 1787024"/>
                  <a:gd name="connsiteX3" fmla="*/ 1048544 w 1491624"/>
                  <a:gd name="connsiteY3" fmla="*/ 212224 h 1787024"/>
                  <a:gd name="connsiteX4" fmla="*/ 819944 w 1491624"/>
                  <a:gd name="connsiteY4" fmla="*/ 440824 h 1787024"/>
                  <a:gd name="connsiteX5" fmla="*/ 437868 w 1491624"/>
                  <a:gd name="connsiteY5" fmla="*/ 510997 h 1787024"/>
                  <a:gd name="connsiteX6" fmla="*/ 272768 w 1491624"/>
                  <a:gd name="connsiteY6" fmla="*/ 1787024 h 1787024"/>
                  <a:gd name="connsiteX7" fmla="*/ 35127 w 1491624"/>
                  <a:gd name="connsiteY7" fmla="*/ 1698124 h 1787024"/>
                  <a:gd name="connsiteX8" fmla="*/ 187527 w 1491624"/>
                  <a:gd name="connsiteY8" fmla="*/ 447497 h 1787024"/>
                  <a:gd name="connsiteX0" fmla="*/ 712105 w 2004462"/>
                  <a:gd name="connsiteY0" fmla="*/ 791623 h 2131150"/>
                  <a:gd name="connsiteX1" fmla="*/ 529182 w 2004462"/>
                  <a:gd name="connsiteY1" fmla="*/ 396330 h 2131150"/>
                  <a:gd name="connsiteX2" fmla="*/ 49121 w 2004462"/>
                  <a:gd name="connsiteY2" fmla="*/ 90 h 2131150"/>
                  <a:gd name="connsiteX3" fmla="*/ 1984602 w 2004462"/>
                  <a:gd name="connsiteY3" fmla="*/ 358230 h 2131150"/>
                  <a:gd name="connsiteX4" fmla="*/ 1573122 w 2004462"/>
                  <a:gd name="connsiteY4" fmla="*/ 556350 h 2131150"/>
                  <a:gd name="connsiteX5" fmla="*/ 1344522 w 2004462"/>
                  <a:gd name="connsiteY5" fmla="*/ 784950 h 2131150"/>
                  <a:gd name="connsiteX6" fmla="*/ 962446 w 2004462"/>
                  <a:gd name="connsiteY6" fmla="*/ 855123 h 2131150"/>
                  <a:gd name="connsiteX7" fmla="*/ 797346 w 2004462"/>
                  <a:gd name="connsiteY7" fmla="*/ 2131150 h 2131150"/>
                  <a:gd name="connsiteX8" fmla="*/ 559705 w 2004462"/>
                  <a:gd name="connsiteY8" fmla="*/ 2042250 h 2131150"/>
                  <a:gd name="connsiteX9" fmla="*/ 712105 w 2004462"/>
                  <a:gd name="connsiteY9" fmla="*/ 791623 h 2131150"/>
                  <a:gd name="connsiteX0" fmla="*/ 712105 w 2263745"/>
                  <a:gd name="connsiteY0" fmla="*/ 1036197 h 2375724"/>
                  <a:gd name="connsiteX1" fmla="*/ 529182 w 2263745"/>
                  <a:gd name="connsiteY1" fmla="*/ 640904 h 2375724"/>
                  <a:gd name="connsiteX2" fmla="*/ 49121 w 2263745"/>
                  <a:gd name="connsiteY2" fmla="*/ 244664 h 2375724"/>
                  <a:gd name="connsiteX3" fmla="*/ 2152241 w 2263745"/>
                  <a:gd name="connsiteY3" fmla="*/ 8444 h 2375724"/>
                  <a:gd name="connsiteX4" fmla="*/ 1984602 w 2263745"/>
                  <a:gd name="connsiteY4" fmla="*/ 602804 h 2375724"/>
                  <a:gd name="connsiteX5" fmla="*/ 1573122 w 2263745"/>
                  <a:gd name="connsiteY5" fmla="*/ 800924 h 2375724"/>
                  <a:gd name="connsiteX6" fmla="*/ 1344522 w 2263745"/>
                  <a:gd name="connsiteY6" fmla="*/ 1029524 h 2375724"/>
                  <a:gd name="connsiteX7" fmla="*/ 962446 w 2263745"/>
                  <a:gd name="connsiteY7" fmla="*/ 1099697 h 2375724"/>
                  <a:gd name="connsiteX8" fmla="*/ 797346 w 2263745"/>
                  <a:gd name="connsiteY8" fmla="*/ 2375724 h 2375724"/>
                  <a:gd name="connsiteX9" fmla="*/ 559705 w 2263745"/>
                  <a:gd name="connsiteY9" fmla="*/ 2286824 h 2375724"/>
                  <a:gd name="connsiteX10" fmla="*/ 712105 w 2263745"/>
                  <a:gd name="connsiteY10" fmla="*/ 1036197 h 2375724"/>
                  <a:gd name="connsiteX0" fmla="*/ 712105 w 2247494"/>
                  <a:gd name="connsiteY0" fmla="*/ 1590010 h 2929537"/>
                  <a:gd name="connsiteX1" fmla="*/ 529182 w 2247494"/>
                  <a:gd name="connsiteY1" fmla="*/ 1194717 h 2929537"/>
                  <a:gd name="connsiteX2" fmla="*/ 49121 w 2247494"/>
                  <a:gd name="connsiteY2" fmla="*/ 798477 h 2929537"/>
                  <a:gd name="connsiteX3" fmla="*/ 2087471 w 2247494"/>
                  <a:gd name="connsiteY3" fmla="*/ 2187 h 2929537"/>
                  <a:gd name="connsiteX4" fmla="*/ 2152241 w 2247494"/>
                  <a:gd name="connsiteY4" fmla="*/ 562257 h 2929537"/>
                  <a:gd name="connsiteX5" fmla="*/ 1984602 w 2247494"/>
                  <a:gd name="connsiteY5" fmla="*/ 1156617 h 2929537"/>
                  <a:gd name="connsiteX6" fmla="*/ 1573122 w 2247494"/>
                  <a:gd name="connsiteY6" fmla="*/ 1354737 h 2929537"/>
                  <a:gd name="connsiteX7" fmla="*/ 1344522 w 2247494"/>
                  <a:gd name="connsiteY7" fmla="*/ 1583337 h 2929537"/>
                  <a:gd name="connsiteX8" fmla="*/ 962446 w 2247494"/>
                  <a:gd name="connsiteY8" fmla="*/ 1653510 h 2929537"/>
                  <a:gd name="connsiteX9" fmla="*/ 797346 w 2247494"/>
                  <a:gd name="connsiteY9" fmla="*/ 2929537 h 2929537"/>
                  <a:gd name="connsiteX10" fmla="*/ 559705 w 2247494"/>
                  <a:gd name="connsiteY10" fmla="*/ 2840637 h 2929537"/>
                  <a:gd name="connsiteX11" fmla="*/ 712105 w 2247494"/>
                  <a:gd name="connsiteY11" fmla="*/ 1590010 h 2929537"/>
                  <a:gd name="connsiteX0" fmla="*/ 759565 w 2275936"/>
                  <a:gd name="connsiteY0" fmla="*/ 1588303 h 2927830"/>
                  <a:gd name="connsiteX1" fmla="*/ 576642 w 2275936"/>
                  <a:gd name="connsiteY1" fmla="*/ 1193010 h 2927830"/>
                  <a:gd name="connsiteX2" fmla="*/ 96581 w 2275936"/>
                  <a:gd name="connsiteY2" fmla="*/ 796770 h 2927830"/>
                  <a:gd name="connsiteX3" fmla="*/ 191831 w 2275936"/>
                  <a:gd name="connsiteY3" fmla="*/ 190981 h 2927830"/>
                  <a:gd name="connsiteX4" fmla="*/ 2134931 w 2275936"/>
                  <a:gd name="connsiteY4" fmla="*/ 480 h 2927830"/>
                  <a:gd name="connsiteX5" fmla="*/ 2199701 w 2275936"/>
                  <a:gd name="connsiteY5" fmla="*/ 560550 h 2927830"/>
                  <a:gd name="connsiteX6" fmla="*/ 2032062 w 2275936"/>
                  <a:gd name="connsiteY6" fmla="*/ 1154910 h 2927830"/>
                  <a:gd name="connsiteX7" fmla="*/ 1620582 w 2275936"/>
                  <a:gd name="connsiteY7" fmla="*/ 1353030 h 2927830"/>
                  <a:gd name="connsiteX8" fmla="*/ 1391982 w 2275936"/>
                  <a:gd name="connsiteY8" fmla="*/ 1581630 h 2927830"/>
                  <a:gd name="connsiteX9" fmla="*/ 1009906 w 2275936"/>
                  <a:gd name="connsiteY9" fmla="*/ 1651803 h 2927830"/>
                  <a:gd name="connsiteX10" fmla="*/ 844806 w 2275936"/>
                  <a:gd name="connsiteY10" fmla="*/ 2927830 h 2927830"/>
                  <a:gd name="connsiteX11" fmla="*/ 607165 w 2275936"/>
                  <a:gd name="connsiteY11" fmla="*/ 2838930 h 2927830"/>
                  <a:gd name="connsiteX12" fmla="*/ 759565 w 2275936"/>
                  <a:gd name="connsiteY12" fmla="*/ 1588303 h 2927830"/>
                  <a:gd name="connsiteX0" fmla="*/ 759565 w 2270304"/>
                  <a:gd name="connsiteY0" fmla="*/ 1632823 h 2972350"/>
                  <a:gd name="connsiteX1" fmla="*/ 576642 w 2270304"/>
                  <a:gd name="connsiteY1" fmla="*/ 1237530 h 2972350"/>
                  <a:gd name="connsiteX2" fmla="*/ 96581 w 2270304"/>
                  <a:gd name="connsiteY2" fmla="*/ 841290 h 2972350"/>
                  <a:gd name="connsiteX3" fmla="*/ 191831 w 2270304"/>
                  <a:gd name="connsiteY3" fmla="*/ 235501 h 2972350"/>
                  <a:gd name="connsiteX4" fmla="*/ 410906 w 2270304"/>
                  <a:gd name="connsiteY4" fmla="*/ 35475 h 2972350"/>
                  <a:gd name="connsiteX5" fmla="*/ 2134931 w 2270304"/>
                  <a:gd name="connsiteY5" fmla="*/ 45000 h 2972350"/>
                  <a:gd name="connsiteX6" fmla="*/ 2199701 w 2270304"/>
                  <a:gd name="connsiteY6" fmla="*/ 605070 h 2972350"/>
                  <a:gd name="connsiteX7" fmla="*/ 2032062 w 2270304"/>
                  <a:gd name="connsiteY7" fmla="*/ 1199430 h 2972350"/>
                  <a:gd name="connsiteX8" fmla="*/ 1620582 w 2270304"/>
                  <a:gd name="connsiteY8" fmla="*/ 1397550 h 2972350"/>
                  <a:gd name="connsiteX9" fmla="*/ 1391982 w 2270304"/>
                  <a:gd name="connsiteY9" fmla="*/ 1626150 h 2972350"/>
                  <a:gd name="connsiteX10" fmla="*/ 1009906 w 2270304"/>
                  <a:gd name="connsiteY10" fmla="*/ 1696323 h 2972350"/>
                  <a:gd name="connsiteX11" fmla="*/ 844806 w 2270304"/>
                  <a:gd name="connsiteY11" fmla="*/ 2972350 h 2972350"/>
                  <a:gd name="connsiteX12" fmla="*/ 607165 w 2270304"/>
                  <a:gd name="connsiteY12" fmla="*/ 2883450 h 2972350"/>
                  <a:gd name="connsiteX13" fmla="*/ 759565 w 2270304"/>
                  <a:gd name="connsiteY13" fmla="*/ 1632823 h 2972350"/>
                  <a:gd name="connsiteX0" fmla="*/ 759565 w 2231157"/>
                  <a:gd name="connsiteY0" fmla="*/ 2216476 h 3556003"/>
                  <a:gd name="connsiteX1" fmla="*/ 576642 w 2231157"/>
                  <a:gd name="connsiteY1" fmla="*/ 1821183 h 3556003"/>
                  <a:gd name="connsiteX2" fmla="*/ 96581 w 2231157"/>
                  <a:gd name="connsiteY2" fmla="*/ 1424943 h 3556003"/>
                  <a:gd name="connsiteX3" fmla="*/ 191831 w 2231157"/>
                  <a:gd name="connsiteY3" fmla="*/ 819154 h 3556003"/>
                  <a:gd name="connsiteX4" fmla="*/ 410906 w 2231157"/>
                  <a:gd name="connsiteY4" fmla="*/ 619128 h 3556003"/>
                  <a:gd name="connsiteX5" fmla="*/ 325181 w 2231157"/>
                  <a:gd name="connsiteY5" fmla="*/ 3 h 3556003"/>
                  <a:gd name="connsiteX6" fmla="*/ 2134931 w 2231157"/>
                  <a:gd name="connsiteY6" fmla="*/ 628653 h 3556003"/>
                  <a:gd name="connsiteX7" fmla="*/ 2199701 w 2231157"/>
                  <a:gd name="connsiteY7" fmla="*/ 1188723 h 3556003"/>
                  <a:gd name="connsiteX8" fmla="*/ 2032062 w 2231157"/>
                  <a:gd name="connsiteY8" fmla="*/ 1783083 h 3556003"/>
                  <a:gd name="connsiteX9" fmla="*/ 1620582 w 2231157"/>
                  <a:gd name="connsiteY9" fmla="*/ 1981203 h 3556003"/>
                  <a:gd name="connsiteX10" fmla="*/ 1391982 w 2231157"/>
                  <a:gd name="connsiteY10" fmla="*/ 2209803 h 3556003"/>
                  <a:gd name="connsiteX11" fmla="*/ 1009906 w 2231157"/>
                  <a:gd name="connsiteY11" fmla="*/ 2279976 h 3556003"/>
                  <a:gd name="connsiteX12" fmla="*/ 844806 w 2231157"/>
                  <a:gd name="connsiteY12" fmla="*/ 3556003 h 3556003"/>
                  <a:gd name="connsiteX13" fmla="*/ 607165 w 2231157"/>
                  <a:gd name="connsiteY13" fmla="*/ 3467103 h 3556003"/>
                  <a:gd name="connsiteX14" fmla="*/ 759565 w 2231157"/>
                  <a:gd name="connsiteY14" fmla="*/ 2216476 h 3556003"/>
                  <a:gd name="connsiteX0" fmla="*/ 759565 w 2209496"/>
                  <a:gd name="connsiteY0" fmla="*/ 2373929 h 3713456"/>
                  <a:gd name="connsiteX1" fmla="*/ 576642 w 2209496"/>
                  <a:gd name="connsiteY1" fmla="*/ 1978636 h 3713456"/>
                  <a:gd name="connsiteX2" fmla="*/ 96581 w 2209496"/>
                  <a:gd name="connsiteY2" fmla="*/ 1582396 h 3713456"/>
                  <a:gd name="connsiteX3" fmla="*/ 191831 w 2209496"/>
                  <a:gd name="connsiteY3" fmla="*/ 976607 h 3713456"/>
                  <a:gd name="connsiteX4" fmla="*/ 410906 w 2209496"/>
                  <a:gd name="connsiteY4" fmla="*/ 776581 h 3713456"/>
                  <a:gd name="connsiteX5" fmla="*/ 325181 w 2209496"/>
                  <a:gd name="connsiteY5" fmla="*/ 157456 h 3713456"/>
                  <a:gd name="connsiteX6" fmla="*/ 1772982 w 2209496"/>
                  <a:gd name="connsiteY6" fmla="*/ 30457 h 3713456"/>
                  <a:gd name="connsiteX7" fmla="*/ 2134931 w 2209496"/>
                  <a:gd name="connsiteY7" fmla="*/ 786106 h 3713456"/>
                  <a:gd name="connsiteX8" fmla="*/ 2199701 w 2209496"/>
                  <a:gd name="connsiteY8" fmla="*/ 1346176 h 3713456"/>
                  <a:gd name="connsiteX9" fmla="*/ 2032062 w 2209496"/>
                  <a:gd name="connsiteY9" fmla="*/ 1940536 h 3713456"/>
                  <a:gd name="connsiteX10" fmla="*/ 1620582 w 2209496"/>
                  <a:gd name="connsiteY10" fmla="*/ 2138656 h 3713456"/>
                  <a:gd name="connsiteX11" fmla="*/ 1391982 w 2209496"/>
                  <a:gd name="connsiteY11" fmla="*/ 2367256 h 3713456"/>
                  <a:gd name="connsiteX12" fmla="*/ 1009906 w 2209496"/>
                  <a:gd name="connsiteY12" fmla="*/ 2437429 h 3713456"/>
                  <a:gd name="connsiteX13" fmla="*/ 844806 w 2209496"/>
                  <a:gd name="connsiteY13" fmla="*/ 3713456 h 3713456"/>
                  <a:gd name="connsiteX14" fmla="*/ 607165 w 2209496"/>
                  <a:gd name="connsiteY14" fmla="*/ 3624556 h 3713456"/>
                  <a:gd name="connsiteX15" fmla="*/ 759565 w 2209496"/>
                  <a:gd name="connsiteY15" fmla="*/ 2373929 h 3713456"/>
                  <a:gd name="connsiteX0" fmla="*/ 759565 w 2209496"/>
                  <a:gd name="connsiteY0" fmla="*/ 2801590 h 4141117"/>
                  <a:gd name="connsiteX1" fmla="*/ 576642 w 2209496"/>
                  <a:gd name="connsiteY1" fmla="*/ 2406297 h 4141117"/>
                  <a:gd name="connsiteX2" fmla="*/ 96581 w 2209496"/>
                  <a:gd name="connsiteY2" fmla="*/ 2010057 h 4141117"/>
                  <a:gd name="connsiteX3" fmla="*/ 191831 w 2209496"/>
                  <a:gd name="connsiteY3" fmla="*/ 1404268 h 4141117"/>
                  <a:gd name="connsiteX4" fmla="*/ 410906 w 2209496"/>
                  <a:gd name="connsiteY4" fmla="*/ 1204242 h 4141117"/>
                  <a:gd name="connsiteX5" fmla="*/ 325181 w 2209496"/>
                  <a:gd name="connsiteY5" fmla="*/ 585117 h 4141117"/>
                  <a:gd name="connsiteX6" fmla="*/ 1557082 w 2209496"/>
                  <a:gd name="connsiteY6" fmla="*/ 918 h 4141117"/>
                  <a:gd name="connsiteX7" fmla="*/ 1772982 w 2209496"/>
                  <a:gd name="connsiteY7" fmla="*/ 458118 h 4141117"/>
                  <a:gd name="connsiteX8" fmla="*/ 2134931 w 2209496"/>
                  <a:gd name="connsiteY8" fmla="*/ 1213767 h 4141117"/>
                  <a:gd name="connsiteX9" fmla="*/ 2199701 w 2209496"/>
                  <a:gd name="connsiteY9" fmla="*/ 1773837 h 4141117"/>
                  <a:gd name="connsiteX10" fmla="*/ 2032062 w 2209496"/>
                  <a:gd name="connsiteY10" fmla="*/ 2368197 h 4141117"/>
                  <a:gd name="connsiteX11" fmla="*/ 1620582 w 2209496"/>
                  <a:gd name="connsiteY11" fmla="*/ 2566317 h 4141117"/>
                  <a:gd name="connsiteX12" fmla="*/ 1391982 w 2209496"/>
                  <a:gd name="connsiteY12" fmla="*/ 2794917 h 4141117"/>
                  <a:gd name="connsiteX13" fmla="*/ 1009906 w 2209496"/>
                  <a:gd name="connsiteY13" fmla="*/ 2865090 h 4141117"/>
                  <a:gd name="connsiteX14" fmla="*/ 844806 w 2209496"/>
                  <a:gd name="connsiteY14" fmla="*/ 4141117 h 4141117"/>
                  <a:gd name="connsiteX15" fmla="*/ 607165 w 2209496"/>
                  <a:gd name="connsiteY15" fmla="*/ 4052217 h 4141117"/>
                  <a:gd name="connsiteX16" fmla="*/ 759565 w 2209496"/>
                  <a:gd name="connsiteY16" fmla="*/ 2801590 h 4141117"/>
                  <a:gd name="connsiteX0" fmla="*/ 759565 w 2209496"/>
                  <a:gd name="connsiteY0" fmla="*/ 2800780 h 4140307"/>
                  <a:gd name="connsiteX1" fmla="*/ 576642 w 2209496"/>
                  <a:gd name="connsiteY1" fmla="*/ 2405487 h 4140307"/>
                  <a:gd name="connsiteX2" fmla="*/ 96581 w 2209496"/>
                  <a:gd name="connsiteY2" fmla="*/ 2009247 h 4140307"/>
                  <a:gd name="connsiteX3" fmla="*/ 191831 w 2209496"/>
                  <a:gd name="connsiteY3" fmla="*/ 1403458 h 4140307"/>
                  <a:gd name="connsiteX4" fmla="*/ 410906 w 2209496"/>
                  <a:gd name="connsiteY4" fmla="*/ 1203432 h 4140307"/>
                  <a:gd name="connsiteX5" fmla="*/ 325181 w 2209496"/>
                  <a:gd name="connsiteY5" fmla="*/ 584307 h 4140307"/>
                  <a:gd name="connsiteX6" fmla="*/ 96582 w 2209496"/>
                  <a:gd name="connsiteY6" fmla="*/ 368409 h 4140307"/>
                  <a:gd name="connsiteX7" fmla="*/ 1557082 w 2209496"/>
                  <a:gd name="connsiteY7" fmla="*/ 108 h 4140307"/>
                  <a:gd name="connsiteX8" fmla="*/ 1772982 w 2209496"/>
                  <a:gd name="connsiteY8" fmla="*/ 457308 h 4140307"/>
                  <a:gd name="connsiteX9" fmla="*/ 2134931 w 2209496"/>
                  <a:gd name="connsiteY9" fmla="*/ 1212957 h 4140307"/>
                  <a:gd name="connsiteX10" fmla="*/ 2199701 w 2209496"/>
                  <a:gd name="connsiteY10" fmla="*/ 1773027 h 4140307"/>
                  <a:gd name="connsiteX11" fmla="*/ 2032062 w 2209496"/>
                  <a:gd name="connsiteY11" fmla="*/ 2367387 h 4140307"/>
                  <a:gd name="connsiteX12" fmla="*/ 1620582 w 2209496"/>
                  <a:gd name="connsiteY12" fmla="*/ 2565507 h 4140307"/>
                  <a:gd name="connsiteX13" fmla="*/ 1391982 w 2209496"/>
                  <a:gd name="connsiteY13" fmla="*/ 2794107 h 4140307"/>
                  <a:gd name="connsiteX14" fmla="*/ 1009906 w 2209496"/>
                  <a:gd name="connsiteY14" fmla="*/ 2864280 h 4140307"/>
                  <a:gd name="connsiteX15" fmla="*/ 844806 w 2209496"/>
                  <a:gd name="connsiteY15" fmla="*/ 4140307 h 4140307"/>
                  <a:gd name="connsiteX16" fmla="*/ 607165 w 2209496"/>
                  <a:gd name="connsiteY16" fmla="*/ 4051407 h 4140307"/>
                  <a:gd name="connsiteX17" fmla="*/ 759565 w 2209496"/>
                  <a:gd name="connsiteY17" fmla="*/ 2800780 h 4140307"/>
                  <a:gd name="connsiteX0" fmla="*/ 759565 w 2209496"/>
                  <a:gd name="connsiteY0" fmla="*/ 2886104 h 4225631"/>
                  <a:gd name="connsiteX1" fmla="*/ 576642 w 2209496"/>
                  <a:gd name="connsiteY1" fmla="*/ 2490811 h 4225631"/>
                  <a:gd name="connsiteX2" fmla="*/ 96581 w 2209496"/>
                  <a:gd name="connsiteY2" fmla="*/ 2094571 h 4225631"/>
                  <a:gd name="connsiteX3" fmla="*/ 191831 w 2209496"/>
                  <a:gd name="connsiteY3" fmla="*/ 1488782 h 4225631"/>
                  <a:gd name="connsiteX4" fmla="*/ 410906 w 2209496"/>
                  <a:gd name="connsiteY4" fmla="*/ 1288756 h 4225631"/>
                  <a:gd name="connsiteX5" fmla="*/ 325181 w 2209496"/>
                  <a:gd name="connsiteY5" fmla="*/ 669631 h 4225631"/>
                  <a:gd name="connsiteX6" fmla="*/ 96582 w 2209496"/>
                  <a:gd name="connsiteY6" fmla="*/ 453733 h 4225631"/>
                  <a:gd name="connsiteX7" fmla="*/ 172782 w 2209496"/>
                  <a:gd name="connsiteY7" fmla="*/ 21933 h 4225631"/>
                  <a:gd name="connsiteX8" fmla="*/ 1557082 w 2209496"/>
                  <a:gd name="connsiteY8" fmla="*/ 85432 h 4225631"/>
                  <a:gd name="connsiteX9" fmla="*/ 1772982 w 2209496"/>
                  <a:gd name="connsiteY9" fmla="*/ 542632 h 4225631"/>
                  <a:gd name="connsiteX10" fmla="*/ 2134931 w 2209496"/>
                  <a:gd name="connsiteY10" fmla="*/ 1298281 h 4225631"/>
                  <a:gd name="connsiteX11" fmla="*/ 2199701 w 2209496"/>
                  <a:gd name="connsiteY11" fmla="*/ 1858351 h 4225631"/>
                  <a:gd name="connsiteX12" fmla="*/ 2032062 w 2209496"/>
                  <a:gd name="connsiteY12" fmla="*/ 2452711 h 4225631"/>
                  <a:gd name="connsiteX13" fmla="*/ 1620582 w 2209496"/>
                  <a:gd name="connsiteY13" fmla="*/ 2650831 h 4225631"/>
                  <a:gd name="connsiteX14" fmla="*/ 1391982 w 2209496"/>
                  <a:gd name="connsiteY14" fmla="*/ 2879431 h 4225631"/>
                  <a:gd name="connsiteX15" fmla="*/ 1009906 w 2209496"/>
                  <a:gd name="connsiteY15" fmla="*/ 2949604 h 4225631"/>
                  <a:gd name="connsiteX16" fmla="*/ 844806 w 2209496"/>
                  <a:gd name="connsiteY16" fmla="*/ 4225631 h 4225631"/>
                  <a:gd name="connsiteX17" fmla="*/ 607165 w 2209496"/>
                  <a:gd name="connsiteY17" fmla="*/ 4136731 h 4225631"/>
                  <a:gd name="connsiteX18" fmla="*/ 759565 w 2209496"/>
                  <a:gd name="connsiteY18" fmla="*/ 2886104 h 4225631"/>
                  <a:gd name="connsiteX0" fmla="*/ 759565 w 2209496"/>
                  <a:gd name="connsiteY0" fmla="*/ 3207357 h 4546884"/>
                  <a:gd name="connsiteX1" fmla="*/ 576642 w 2209496"/>
                  <a:gd name="connsiteY1" fmla="*/ 2812064 h 4546884"/>
                  <a:gd name="connsiteX2" fmla="*/ 96581 w 2209496"/>
                  <a:gd name="connsiteY2" fmla="*/ 2415824 h 4546884"/>
                  <a:gd name="connsiteX3" fmla="*/ 191831 w 2209496"/>
                  <a:gd name="connsiteY3" fmla="*/ 1810035 h 4546884"/>
                  <a:gd name="connsiteX4" fmla="*/ 410906 w 2209496"/>
                  <a:gd name="connsiteY4" fmla="*/ 1610009 h 4546884"/>
                  <a:gd name="connsiteX5" fmla="*/ 325181 w 2209496"/>
                  <a:gd name="connsiteY5" fmla="*/ 990884 h 4546884"/>
                  <a:gd name="connsiteX6" fmla="*/ 96582 w 2209496"/>
                  <a:gd name="connsiteY6" fmla="*/ 774986 h 4546884"/>
                  <a:gd name="connsiteX7" fmla="*/ 172782 w 2209496"/>
                  <a:gd name="connsiteY7" fmla="*/ 343186 h 4546884"/>
                  <a:gd name="connsiteX8" fmla="*/ 1328482 w 2209496"/>
                  <a:gd name="connsiteY8" fmla="*/ 286 h 4546884"/>
                  <a:gd name="connsiteX9" fmla="*/ 1557082 w 2209496"/>
                  <a:gd name="connsiteY9" fmla="*/ 406685 h 4546884"/>
                  <a:gd name="connsiteX10" fmla="*/ 1772982 w 2209496"/>
                  <a:gd name="connsiteY10" fmla="*/ 863885 h 4546884"/>
                  <a:gd name="connsiteX11" fmla="*/ 2134931 w 2209496"/>
                  <a:gd name="connsiteY11" fmla="*/ 1619534 h 4546884"/>
                  <a:gd name="connsiteX12" fmla="*/ 2199701 w 2209496"/>
                  <a:gd name="connsiteY12" fmla="*/ 2179604 h 4546884"/>
                  <a:gd name="connsiteX13" fmla="*/ 2032062 w 2209496"/>
                  <a:gd name="connsiteY13" fmla="*/ 2773964 h 4546884"/>
                  <a:gd name="connsiteX14" fmla="*/ 1620582 w 2209496"/>
                  <a:gd name="connsiteY14" fmla="*/ 2972084 h 4546884"/>
                  <a:gd name="connsiteX15" fmla="*/ 1391982 w 2209496"/>
                  <a:gd name="connsiteY15" fmla="*/ 3200684 h 4546884"/>
                  <a:gd name="connsiteX16" fmla="*/ 1009906 w 2209496"/>
                  <a:gd name="connsiteY16" fmla="*/ 3270857 h 4546884"/>
                  <a:gd name="connsiteX17" fmla="*/ 844806 w 2209496"/>
                  <a:gd name="connsiteY17" fmla="*/ 4546884 h 4546884"/>
                  <a:gd name="connsiteX18" fmla="*/ 607165 w 2209496"/>
                  <a:gd name="connsiteY18" fmla="*/ 4457984 h 4546884"/>
                  <a:gd name="connsiteX19" fmla="*/ 759565 w 2209496"/>
                  <a:gd name="connsiteY19" fmla="*/ 3207357 h 4546884"/>
                  <a:gd name="connsiteX0" fmla="*/ 759565 w 2209496"/>
                  <a:gd name="connsiteY0" fmla="*/ 3348198 h 4687725"/>
                  <a:gd name="connsiteX1" fmla="*/ 576642 w 2209496"/>
                  <a:gd name="connsiteY1" fmla="*/ 2952905 h 4687725"/>
                  <a:gd name="connsiteX2" fmla="*/ 96581 w 2209496"/>
                  <a:gd name="connsiteY2" fmla="*/ 2556665 h 4687725"/>
                  <a:gd name="connsiteX3" fmla="*/ 191831 w 2209496"/>
                  <a:gd name="connsiteY3" fmla="*/ 1950876 h 4687725"/>
                  <a:gd name="connsiteX4" fmla="*/ 410906 w 2209496"/>
                  <a:gd name="connsiteY4" fmla="*/ 1750850 h 4687725"/>
                  <a:gd name="connsiteX5" fmla="*/ 325181 w 2209496"/>
                  <a:gd name="connsiteY5" fmla="*/ 1131725 h 4687725"/>
                  <a:gd name="connsiteX6" fmla="*/ 96582 w 2209496"/>
                  <a:gd name="connsiteY6" fmla="*/ 915827 h 4687725"/>
                  <a:gd name="connsiteX7" fmla="*/ 172782 w 2209496"/>
                  <a:gd name="connsiteY7" fmla="*/ 484027 h 4687725"/>
                  <a:gd name="connsiteX8" fmla="*/ 1099882 w 2209496"/>
                  <a:gd name="connsiteY8" fmla="*/ 14127 h 4687725"/>
                  <a:gd name="connsiteX9" fmla="*/ 1328482 w 2209496"/>
                  <a:gd name="connsiteY9" fmla="*/ 141127 h 4687725"/>
                  <a:gd name="connsiteX10" fmla="*/ 1557082 w 2209496"/>
                  <a:gd name="connsiteY10" fmla="*/ 547526 h 4687725"/>
                  <a:gd name="connsiteX11" fmla="*/ 1772982 w 2209496"/>
                  <a:gd name="connsiteY11" fmla="*/ 1004726 h 4687725"/>
                  <a:gd name="connsiteX12" fmla="*/ 2134931 w 2209496"/>
                  <a:gd name="connsiteY12" fmla="*/ 1760375 h 4687725"/>
                  <a:gd name="connsiteX13" fmla="*/ 2199701 w 2209496"/>
                  <a:gd name="connsiteY13" fmla="*/ 2320445 h 4687725"/>
                  <a:gd name="connsiteX14" fmla="*/ 2032062 w 2209496"/>
                  <a:gd name="connsiteY14" fmla="*/ 2914805 h 4687725"/>
                  <a:gd name="connsiteX15" fmla="*/ 1620582 w 2209496"/>
                  <a:gd name="connsiteY15" fmla="*/ 3112925 h 4687725"/>
                  <a:gd name="connsiteX16" fmla="*/ 1391982 w 2209496"/>
                  <a:gd name="connsiteY16" fmla="*/ 3341525 h 4687725"/>
                  <a:gd name="connsiteX17" fmla="*/ 1009906 w 2209496"/>
                  <a:gd name="connsiteY17" fmla="*/ 3411698 h 4687725"/>
                  <a:gd name="connsiteX18" fmla="*/ 844806 w 2209496"/>
                  <a:gd name="connsiteY18" fmla="*/ 4687725 h 4687725"/>
                  <a:gd name="connsiteX19" fmla="*/ 607165 w 2209496"/>
                  <a:gd name="connsiteY19" fmla="*/ 4598825 h 4687725"/>
                  <a:gd name="connsiteX20" fmla="*/ 759565 w 2209496"/>
                  <a:gd name="connsiteY20" fmla="*/ 3348198 h 4687725"/>
                  <a:gd name="connsiteX0" fmla="*/ 759565 w 2209496"/>
                  <a:gd name="connsiteY0" fmla="*/ 3420474 h 4760001"/>
                  <a:gd name="connsiteX1" fmla="*/ 576642 w 2209496"/>
                  <a:gd name="connsiteY1" fmla="*/ 3025181 h 4760001"/>
                  <a:gd name="connsiteX2" fmla="*/ 96581 w 2209496"/>
                  <a:gd name="connsiteY2" fmla="*/ 2628941 h 4760001"/>
                  <a:gd name="connsiteX3" fmla="*/ 191831 w 2209496"/>
                  <a:gd name="connsiteY3" fmla="*/ 2023152 h 4760001"/>
                  <a:gd name="connsiteX4" fmla="*/ 410906 w 2209496"/>
                  <a:gd name="connsiteY4" fmla="*/ 1823126 h 4760001"/>
                  <a:gd name="connsiteX5" fmla="*/ 325181 w 2209496"/>
                  <a:gd name="connsiteY5" fmla="*/ 1204001 h 4760001"/>
                  <a:gd name="connsiteX6" fmla="*/ 96582 w 2209496"/>
                  <a:gd name="connsiteY6" fmla="*/ 988103 h 4760001"/>
                  <a:gd name="connsiteX7" fmla="*/ 172782 w 2209496"/>
                  <a:gd name="connsiteY7" fmla="*/ 556303 h 4760001"/>
                  <a:gd name="connsiteX8" fmla="*/ 871282 w 2209496"/>
                  <a:gd name="connsiteY8" fmla="*/ 22904 h 4760001"/>
                  <a:gd name="connsiteX9" fmla="*/ 1099882 w 2209496"/>
                  <a:gd name="connsiteY9" fmla="*/ 86403 h 4760001"/>
                  <a:gd name="connsiteX10" fmla="*/ 1328482 w 2209496"/>
                  <a:gd name="connsiteY10" fmla="*/ 213403 h 4760001"/>
                  <a:gd name="connsiteX11" fmla="*/ 1557082 w 2209496"/>
                  <a:gd name="connsiteY11" fmla="*/ 619802 h 4760001"/>
                  <a:gd name="connsiteX12" fmla="*/ 1772982 w 2209496"/>
                  <a:gd name="connsiteY12" fmla="*/ 1077002 h 4760001"/>
                  <a:gd name="connsiteX13" fmla="*/ 2134931 w 2209496"/>
                  <a:gd name="connsiteY13" fmla="*/ 1832651 h 4760001"/>
                  <a:gd name="connsiteX14" fmla="*/ 2199701 w 2209496"/>
                  <a:gd name="connsiteY14" fmla="*/ 2392721 h 4760001"/>
                  <a:gd name="connsiteX15" fmla="*/ 2032062 w 2209496"/>
                  <a:gd name="connsiteY15" fmla="*/ 2987081 h 4760001"/>
                  <a:gd name="connsiteX16" fmla="*/ 1620582 w 2209496"/>
                  <a:gd name="connsiteY16" fmla="*/ 3185201 h 4760001"/>
                  <a:gd name="connsiteX17" fmla="*/ 1391982 w 2209496"/>
                  <a:gd name="connsiteY17" fmla="*/ 3413801 h 4760001"/>
                  <a:gd name="connsiteX18" fmla="*/ 1009906 w 2209496"/>
                  <a:gd name="connsiteY18" fmla="*/ 3483974 h 4760001"/>
                  <a:gd name="connsiteX19" fmla="*/ 844806 w 2209496"/>
                  <a:gd name="connsiteY19" fmla="*/ 4760001 h 4760001"/>
                  <a:gd name="connsiteX20" fmla="*/ 607165 w 2209496"/>
                  <a:gd name="connsiteY20" fmla="*/ 4671101 h 4760001"/>
                  <a:gd name="connsiteX21" fmla="*/ 759565 w 2209496"/>
                  <a:gd name="connsiteY21" fmla="*/ 3420474 h 4760001"/>
                  <a:gd name="connsiteX0" fmla="*/ 759565 w 2209496"/>
                  <a:gd name="connsiteY0" fmla="*/ 3403098 h 4742625"/>
                  <a:gd name="connsiteX1" fmla="*/ 576642 w 2209496"/>
                  <a:gd name="connsiteY1" fmla="*/ 3007805 h 4742625"/>
                  <a:gd name="connsiteX2" fmla="*/ 96581 w 2209496"/>
                  <a:gd name="connsiteY2" fmla="*/ 2611565 h 4742625"/>
                  <a:gd name="connsiteX3" fmla="*/ 191831 w 2209496"/>
                  <a:gd name="connsiteY3" fmla="*/ 2005776 h 4742625"/>
                  <a:gd name="connsiteX4" fmla="*/ 410906 w 2209496"/>
                  <a:gd name="connsiteY4" fmla="*/ 1805750 h 4742625"/>
                  <a:gd name="connsiteX5" fmla="*/ 325181 w 2209496"/>
                  <a:gd name="connsiteY5" fmla="*/ 1186625 h 4742625"/>
                  <a:gd name="connsiteX6" fmla="*/ 96582 w 2209496"/>
                  <a:gd name="connsiteY6" fmla="*/ 970727 h 4742625"/>
                  <a:gd name="connsiteX7" fmla="*/ 172782 w 2209496"/>
                  <a:gd name="connsiteY7" fmla="*/ 538927 h 4742625"/>
                  <a:gd name="connsiteX8" fmla="*/ 426782 w 2209496"/>
                  <a:gd name="connsiteY8" fmla="*/ 69028 h 4742625"/>
                  <a:gd name="connsiteX9" fmla="*/ 871282 w 2209496"/>
                  <a:gd name="connsiteY9" fmla="*/ 5528 h 4742625"/>
                  <a:gd name="connsiteX10" fmla="*/ 1099882 w 2209496"/>
                  <a:gd name="connsiteY10" fmla="*/ 69027 h 4742625"/>
                  <a:gd name="connsiteX11" fmla="*/ 1328482 w 2209496"/>
                  <a:gd name="connsiteY11" fmla="*/ 196027 h 4742625"/>
                  <a:gd name="connsiteX12" fmla="*/ 1557082 w 2209496"/>
                  <a:gd name="connsiteY12" fmla="*/ 602426 h 4742625"/>
                  <a:gd name="connsiteX13" fmla="*/ 1772982 w 2209496"/>
                  <a:gd name="connsiteY13" fmla="*/ 1059626 h 4742625"/>
                  <a:gd name="connsiteX14" fmla="*/ 2134931 w 2209496"/>
                  <a:gd name="connsiteY14" fmla="*/ 1815275 h 4742625"/>
                  <a:gd name="connsiteX15" fmla="*/ 2199701 w 2209496"/>
                  <a:gd name="connsiteY15" fmla="*/ 2375345 h 4742625"/>
                  <a:gd name="connsiteX16" fmla="*/ 2032062 w 2209496"/>
                  <a:gd name="connsiteY16" fmla="*/ 2969705 h 4742625"/>
                  <a:gd name="connsiteX17" fmla="*/ 1620582 w 2209496"/>
                  <a:gd name="connsiteY17" fmla="*/ 3167825 h 4742625"/>
                  <a:gd name="connsiteX18" fmla="*/ 1391982 w 2209496"/>
                  <a:gd name="connsiteY18" fmla="*/ 3396425 h 4742625"/>
                  <a:gd name="connsiteX19" fmla="*/ 1009906 w 2209496"/>
                  <a:gd name="connsiteY19" fmla="*/ 3466598 h 4742625"/>
                  <a:gd name="connsiteX20" fmla="*/ 844806 w 2209496"/>
                  <a:gd name="connsiteY20" fmla="*/ 4742625 h 4742625"/>
                  <a:gd name="connsiteX21" fmla="*/ 607165 w 2209496"/>
                  <a:gd name="connsiteY21" fmla="*/ 4653725 h 4742625"/>
                  <a:gd name="connsiteX22" fmla="*/ 759565 w 2209496"/>
                  <a:gd name="connsiteY22" fmla="*/ 3403098 h 4742625"/>
                  <a:gd name="connsiteX0" fmla="*/ 759565 w 2209496"/>
                  <a:gd name="connsiteY0" fmla="*/ 3403098 h 4742625"/>
                  <a:gd name="connsiteX1" fmla="*/ 576642 w 2209496"/>
                  <a:gd name="connsiteY1" fmla="*/ 3007805 h 4742625"/>
                  <a:gd name="connsiteX2" fmla="*/ 96581 w 2209496"/>
                  <a:gd name="connsiteY2" fmla="*/ 2611565 h 4742625"/>
                  <a:gd name="connsiteX3" fmla="*/ 191831 w 2209496"/>
                  <a:gd name="connsiteY3" fmla="*/ 2005776 h 4742625"/>
                  <a:gd name="connsiteX4" fmla="*/ 410906 w 2209496"/>
                  <a:gd name="connsiteY4" fmla="*/ 1805750 h 4742625"/>
                  <a:gd name="connsiteX5" fmla="*/ 325181 w 2209496"/>
                  <a:gd name="connsiteY5" fmla="*/ 1186625 h 4742625"/>
                  <a:gd name="connsiteX6" fmla="*/ 96582 w 2209496"/>
                  <a:gd name="connsiteY6" fmla="*/ 970727 h 4742625"/>
                  <a:gd name="connsiteX7" fmla="*/ 172782 w 2209496"/>
                  <a:gd name="connsiteY7" fmla="*/ 538927 h 4742625"/>
                  <a:gd name="connsiteX8" fmla="*/ 426782 w 2209496"/>
                  <a:gd name="connsiteY8" fmla="*/ 69028 h 4742625"/>
                  <a:gd name="connsiteX9" fmla="*/ 871282 w 2209496"/>
                  <a:gd name="connsiteY9" fmla="*/ 5528 h 4742625"/>
                  <a:gd name="connsiteX10" fmla="*/ 1099882 w 2209496"/>
                  <a:gd name="connsiteY10" fmla="*/ 69027 h 4742625"/>
                  <a:gd name="connsiteX11" fmla="*/ 1328482 w 2209496"/>
                  <a:gd name="connsiteY11" fmla="*/ 196027 h 4742625"/>
                  <a:gd name="connsiteX12" fmla="*/ 1557082 w 2209496"/>
                  <a:gd name="connsiteY12" fmla="*/ 602426 h 4742625"/>
                  <a:gd name="connsiteX13" fmla="*/ 1772982 w 2209496"/>
                  <a:gd name="connsiteY13" fmla="*/ 1059626 h 4742625"/>
                  <a:gd name="connsiteX14" fmla="*/ 2134931 w 2209496"/>
                  <a:gd name="connsiteY14" fmla="*/ 1815275 h 4742625"/>
                  <a:gd name="connsiteX15" fmla="*/ 2199701 w 2209496"/>
                  <a:gd name="connsiteY15" fmla="*/ 2375345 h 4742625"/>
                  <a:gd name="connsiteX16" fmla="*/ 2032062 w 2209496"/>
                  <a:gd name="connsiteY16" fmla="*/ 2969705 h 4742625"/>
                  <a:gd name="connsiteX17" fmla="*/ 1620582 w 2209496"/>
                  <a:gd name="connsiteY17" fmla="*/ 3167825 h 4742625"/>
                  <a:gd name="connsiteX18" fmla="*/ 1391982 w 2209496"/>
                  <a:gd name="connsiteY18" fmla="*/ 3396425 h 4742625"/>
                  <a:gd name="connsiteX19" fmla="*/ 1009906 w 2209496"/>
                  <a:gd name="connsiteY19" fmla="*/ 3466598 h 4742625"/>
                  <a:gd name="connsiteX20" fmla="*/ 844806 w 2209496"/>
                  <a:gd name="connsiteY20" fmla="*/ 4742625 h 4742625"/>
                  <a:gd name="connsiteX21" fmla="*/ 607165 w 2209496"/>
                  <a:gd name="connsiteY21" fmla="*/ 4653725 h 4742625"/>
                  <a:gd name="connsiteX22" fmla="*/ 759565 w 2209496"/>
                  <a:gd name="connsiteY22" fmla="*/ 3403098 h 4742625"/>
                  <a:gd name="connsiteX0" fmla="*/ 759565 w 2226999"/>
                  <a:gd name="connsiteY0" fmla="*/ 3403098 h 4742625"/>
                  <a:gd name="connsiteX1" fmla="*/ 576642 w 2226999"/>
                  <a:gd name="connsiteY1" fmla="*/ 3007805 h 4742625"/>
                  <a:gd name="connsiteX2" fmla="*/ 96581 w 2226999"/>
                  <a:gd name="connsiteY2" fmla="*/ 2611565 h 4742625"/>
                  <a:gd name="connsiteX3" fmla="*/ 191831 w 2226999"/>
                  <a:gd name="connsiteY3" fmla="*/ 2005776 h 4742625"/>
                  <a:gd name="connsiteX4" fmla="*/ 410906 w 2226999"/>
                  <a:gd name="connsiteY4" fmla="*/ 1805750 h 4742625"/>
                  <a:gd name="connsiteX5" fmla="*/ 325181 w 2226999"/>
                  <a:gd name="connsiteY5" fmla="*/ 1186625 h 4742625"/>
                  <a:gd name="connsiteX6" fmla="*/ 96582 w 2226999"/>
                  <a:gd name="connsiteY6" fmla="*/ 970727 h 4742625"/>
                  <a:gd name="connsiteX7" fmla="*/ 172782 w 2226999"/>
                  <a:gd name="connsiteY7" fmla="*/ 538927 h 4742625"/>
                  <a:gd name="connsiteX8" fmla="*/ 426782 w 2226999"/>
                  <a:gd name="connsiteY8" fmla="*/ 69028 h 4742625"/>
                  <a:gd name="connsiteX9" fmla="*/ 871282 w 2226999"/>
                  <a:gd name="connsiteY9" fmla="*/ 5528 h 4742625"/>
                  <a:gd name="connsiteX10" fmla="*/ 1099882 w 2226999"/>
                  <a:gd name="connsiteY10" fmla="*/ 69027 h 4742625"/>
                  <a:gd name="connsiteX11" fmla="*/ 1328482 w 2226999"/>
                  <a:gd name="connsiteY11" fmla="*/ 196027 h 4742625"/>
                  <a:gd name="connsiteX12" fmla="*/ 1557082 w 2226999"/>
                  <a:gd name="connsiteY12" fmla="*/ 602426 h 4742625"/>
                  <a:gd name="connsiteX13" fmla="*/ 1772982 w 2226999"/>
                  <a:gd name="connsiteY13" fmla="*/ 1059626 h 4742625"/>
                  <a:gd name="connsiteX14" fmla="*/ 2134931 w 2226999"/>
                  <a:gd name="connsiteY14" fmla="*/ 1815275 h 4742625"/>
                  <a:gd name="connsiteX15" fmla="*/ 2199701 w 2226999"/>
                  <a:gd name="connsiteY15" fmla="*/ 2375345 h 4742625"/>
                  <a:gd name="connsiteX16" fmla="*/ 2032062 w 2226999"/>
                  <a:gd name="connsiteY16" fmla="*/ 2969705 h 4742625"/>
                  <a:gd name="connsiteX17" fmla="*/ 1620582 w 2226999"/>
                  <a:gd name="connsiteY17" fmla="*/ 3167825 h 4742625"/>
                  <a:gd name="connsiteX18" fmla="*/ 1391982 w 2226999"/>
                  <a:gd name="connsiteY18" fmla="*/ 3396425 h 4742625"/>
                  <a:gd name="connsiteX19" fmla="*/ 1009906 w 2226999"/>
                  <a:gd name="connsiteY19" fmla="*/ 3466598 h 4742625"/>
                  <a:gd name="connsiteX20" fmla="*/ 844806 w 2226999"/>
                  <a:gd name="connsiteY20" fmla="*/ 4742625 h 4742625"/>
                  <a:gd name="connsiteX21" fmla="*/ 607165 w 2226999"/>
                  <a:gd name="connsiteY21" fmla="*/ 4653725 h 4742625"/>
                  <a:gd name="connsiteX22" fmla="*/ 759565 w 2226999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653725"/>
                  <a:gd name="connsiteX1" fmla="*/ 576642 w 2233404"/>
                  <a:gd name="connsiteY1" fmla="*/ 3007805 h 4653725"/>
                  <a:gd name="connsiteX2" fmla="*/ 96581 w 2233404"/>
                  <a:gd name="connsiteY2" fmla="*/ 2611565 h 4653725"/>
                  <a:gd name="connsiteX3" fmla="*/ 191831 w 2233404"/>
                  <a:gd name="connsiteY3" fmla="*/ 2005776 h 4653725"/>
                  <a:gd name="connsiteX4" fmla="*/ 410906 w 2233404"/>
                  <a:gd name="connsiteY4" fmla="*/ 1805750 h 4653725"/>
                  <a:gd name="connsiteX5" fmla="*/ 325181 w 2233404"/>
                  <a:gd name="connsiteY5" fmla="*/ 1186625 h 4653725"/>
                  <a:gd name="connsiteX6" fmla="*/ 96582 w 2233404"/>
                  <a:gd name="connsiteY6" fmla="*/ 970727 h 4653725"/>
                  <a:gd name="connsiteX7" fmla="*/ 172782 w 2233404"/>
                  <a:gd name="connsiteY7" fmla="*/ 538927 h 4653725"/>
                  <a:gd name="connsiteX8" fmla="*/ 426782 w 2233404"/>
                  <a:gd name="connsiteY8" fmla="*/ 69028 h 4653725"/>
                  <a:gd name="connsiteX9" fmla="*/ 871282 w 2233404"/>
                  <a:gd name="connsiteY9" fmla="*/ 5528 h 4653725"/>
                  <a:gd name="connsiteX10" fmla="*/ 1099882 w 2233404"/>
                  <a:gd name="connsiteY10" fmla="*/ 69027 h 4653725"/>
                  <a:gd name="connsiteX11" fmla="*/ 1328482 w 2233404"/>
                  <a:gd name="connsiteY11" fmla="*/ 196027 h 4653725"/>
                  <a:gd name="connsiteX12" fmla="*/ 1557082 w 2233404"/>
                  <a:gd name="connsiteY12" fmla="*/ 602426 h 4653725"/>
                  <a:gd name="connsiteX13" fmla="*/ 1772982 w 2233404"/>
                  <a:gd name="connsiteY13" fmla="*/ 1059626 h 4653725"/>
                  <a:gd name="connsiteX14" fmla="*/ 2134931 w 2233404"/>
                  <a:gd name="connsiteY14" fmla="*/ 1815275 h 4653725"/>
                  <a:gd name="connsiteX15" fmla="*/ 2199701 w 2233404"/>
                  <a:gd name="connsiteY15" fmla="*/ 2375345 h 4653725"/>
                  <a:gd name="connsiteX16" fmla="*/ 2032062 w 2233404"/>
                  <a:gd name="connsiteY16" fmla="*/ 2969705 h 4653725"/>
                  <a:gd name="connsiteX17" fmla="*/ 1620582 w 2233404"/>
                  <a:gd name="connsiteY17" fmla="*/ 3167825 h 4653725"/>
                  <a:gd name="connsiteX18" fmla="*/ 1391982 w 2233404"/>
                  <a:gd name="connsiteY18" fmla="*/ 3396425 h 4653725"/>
                  <a:gd name="connsiteX19" fmla="*/ 1009906 w 2233404"/>
                  <a:gd name="connsiteY19" fmla="*/ 3466598 h 4653725"/>
                  <a:gd name="connsiteX20" fmla="*/ 607165 w 2233404"/>
                  <a:gd name="connsiteY20" fmla="*/ 4653725 h 4653725"/>
                  <a:gd name="connsiteX21" fmla="*/ 759565 w 2233404"/>
                  <a:gd name="connsiteY21" fmla="*/ 3403098 h 4653725"/>
                  <a:gd name="connsiteX0" fmla="*/ 759565 w 2233404"/>
                  <a:gd name="connsiteY0" fmla="*/ 3403098 h 3466598"/>
                  <a:gd name="connsiteX1" fmla="*/ 576642 w 2233404"/>
                  <a:gd name="connsiteY1" fmla="*/ 3007805 h 3466598"/>
                  <a:gd name="connsiteX2" fmla="*/ 96581 w 2233404"/>
                  <a:gd name="connsiteY2" fmla="*/ 2611565 h 3466598"/>
                  <a:gd name="connsiteX3" fmla="*/ 191831 w 2233404"/>
                  <a:gd name="connsiteY3" fmla="*/ 2005776 h 3466598"/>
                  <a:gd name="connsiteX4" fmla="*/ 410906 w 2233404"/>
                  <a:gd name="connsiteY4" fmla="*/ 1805750 h 3466598"/>
                  <a:gd name="connsiteX5" fmla="*/ 325181 w 2233404"/>
                  <a:gd name="connsiteY5" fmla="*/ 1186625 h 3466598"/>
                  <a:gd name="connsiteX6" fmla="*/ 96582 w 2233404"/>
                  <a:gd name="connsiteY6" fmla="*/ 970727 h 3466598"/>
                  <a:gd name="connsiteX7" fmla="*/ 172782 w 2233404"/>
                  <a:gd name="connsiteY7" fmla="*/ 538927 h 3466598"/>
                  <a:gd name="connsiteX8" fmla="*/ 426782 w 2233404"/>
                  <a:gd name="connsiteY8" fmla="*/ 69028 h 3466598"/>
                  <a:gd name="connsiteX9" fmla="*/ 871282 w 2233404"/>
                  <a:gd name="connsiteY9" fmla="*/ 5528 h 3466598"/>
                  <a:gd name="connsiteX10" fmla="*/ 1099882 w 2233404"/>
                  <a:gd name="connsiteY10" fmla="*/ 69027 h 3466598"/>
                  <a:gd name="connsiteX11" fmla="*/ 1328482 w 2233404"/>
                  <a:gd name="connsiteY11" fmla="*/ 196027 h 3466598"/>
                  <a:gd name="connsiteX12" fmla="*/ 1557082 w 2233404"/>
                  <a:gd name="connsiteY12" fmla="*/ 602426 h 3466598"/>
                  <a:gd name="connsiteX13" fmla="*/ 1772982 w 2233404"/>
                  <a:gd name="connsiteY13" fmla="*/ 1059626 h 3466598"/>
                  <a:gd name="connsiteX14" fmla="*/ 2134931 w 2233404"/>
                  <a:gd name="connsiteY14" fmla="*/ 1815275 h 3466598"/>
                  <a:gd name="connsiteX15" fmla="*/ 2199701 w 2233404"/>
                  <a:gd name="connsiteY15" fmla="*/ 2375345 h 3466598"/>
                  <a:gd name="connsiteX16" fmla="*/ 2032062 w 2233404"/>
                  <a:gd name="connsiteY16" fmla="*/ 2969705 h 3466598"/>
                  <a:gd name="connsiteX17" fmla="*/ 1620582 w 2233404"/>
                  <a:gd name="connsiteY17" fmla="*/ 3167825 h 3466598"/>
                  <a:gd name="connsiteX18" fmla="*/ 1391982 w 2233404"/>
                  <a:gd name="connsiteY18" fmla="*/ 3396425 h 3466598"/>
                  <a:gd name="connsiteX19" fmla="*/ 1009906 w 2233404"/>
                  <a:gd name="connsiteY19" fmla="*/ 3466598 h 3466598"/>
                  <a:gd name="connsiteX20" fmla="*/ 759565 w 2233404"/>
                  <a:gd name="connsiteY20" fmla="*/ 3403098 h 34665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233404" h="3466598">
                    <a:moveTo>
                      <a:pt x="759565" y="3403098"/>
                    </a:moveTo>
                    <a:cubicBezTo>
                      <a:pt x="745588" y="3326898"/>
                      <a:pt x="618739" y="3294402"/>
                      <a:pt x="576642" y="3007805"/>
                    </a:cubicBezTo>
                    <a:cubicBezTo>
                      <a:pt x="589335" y="2935573"/>
                      <a:pt x="-145989" y="2617915"/>
                      <a:pt x="96581" y="2611565"/>
                    </a:cubicBezTo>
                    <a:cubicBezTo>
                      <a:pt x="59433" y="2523935"/>
                      <a:pt x="-147894" y="2138491"/>
                      <a:pt x="191831" y="2005776"/>
                    </a:cubicBezTo>
                    <a:cubicBezTo>
                      <a:pt x="247393" y="1892111"/>
                      <a:pt x="87056" y="1837500"/>
                      <a:pt x="410906" y="1805750"/>
                    </a:cubicBezTo>
                    <a:cubicBezTo>
                      <a:pt x="538964" y="1768708"/>
                      <a:pt x="37844" y="1185038"/>
                      <a:pt x="325181" y="1186625"/>
                    </a:cubicBezTo>
                    <a:cubicBezTo>
                      <a:pt x="355344" y="1055921"/>
                      <a:pt x="-108735" y="1068093"/>
                      <a:pt x="96582" y="970727"/>
                    </a:cubicBezTo>
                    <a:cubicBezTo>
                      <a:pt x="136799" y="907227"/>
                      <a:pt x="-70635" y="600310"/>
                      <a:pt x="172782" y="538927"/>
                    </a:cubicBezTo>
                    <a:cubicBezTo>
                      <a:pt x="43665" y="215077"/>
                      <a:pt x="310365" y="157928"/>
                      <a:pt x="426782" y="69028"/>
                    </a:cubicBezTo>
                    <a:cubicBezTo>
                      <a:pt x="543199" y="-19872"/>
                      <a:pt x="778149" y="35162"/>
                      <a:pt x="871282" y="5528"/>
                    </a:cubicBezTo>
                    <a:cubicBezTo>
                      <a:pt x="964415" y="-24106"/>
                      <a:pt x="1004632" y="75377"/>
                      <a:pt x="1099882" y="69027"/>
                    </a:cubicBezTo>
                    <a:cubicBezTo>
                      <a:pt x="1195132" y="62677"/>
                      <a:pt x="1224765" y="143110"/>
                      <a:pt x="1328482" y="196027"/>
                    </a:cubicBezTo>
                    <a:cubicBezTo>
                      <a:pt x="1597299" y="236244"/>
                      <a:pt x="1461832" y="519876"/>
                      <a:pt x="1557082" y="602426"/>
                    </a:cubicBezTo>
                    <a:cubicBezTo>
                      <a:pt x="1774252" y="692596"/>
                      <a:pt x="1708424" y="908708"/>
                      <a:pt x="1772982" y="1059626"/>
                    </a:cubicBezTo>
                    <a:cubicBezTo>
                      <a:pt x="1959460" y="1126724"/>
                      <a:pt x="2029945" y="1684889"/>
                      <a:pt x="2134931" y="1815275"/>
                    </a:cubicBezTo>
                    <a:cubicBezTo>
                      <a:pt x="2346597" y="1915181"/>
                      <a:pt x="2142233" y="2279778"/>
                      <a:pt x="2199701" y="2375345"/>
                    </a:cubicBezTo>
                    <a:cubicBezTo>
                      <a:pt x="2257169" y="2470912"/>
                      <a:pt x="2233992" y="2876995"/>
                      <a:pt x="2032062" y="2969705"/>
                    </a:cubicBezTo>
                    <a:cubicBezTo>
                      <a:pt x="2020632" y="3016695"/>
                      <a:pt x="1924112" y="3236405"/>
                      <a:pt x="1620582" y="3167825"/>
                    </a:cubicBezTo>
                    <a:cubicBezTo>
                      <a:pt x="1637092" y="3221165"/>
                      <a:pt x="1404861" y="3355520"/>
                      <a:pt x="1391982" y="3396425"/>
                    </a:cubicBezTo>
                    <a:cubicBezTo>
                      <a:pt x="1379103" y="3437330"/>
                      <a:pt x="1165872" y="3343831"/>
                      <a:pt x="1009906" y="3466598"/>
                    </a:cubicBezTo>
                    <a:lnTo>
                      <a:pt x="759565" y="3403098"/>
                    </a:lnTo>
                    <a:close/>
                  </a:path>
                </a:pathLst>
              </a:custGeom>
              <a:solidFill>
                <a:srgbClr val="3FB441"/>
              </a:solidFill>
              <a:ln w="571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Rectangle 7">
                <a:extLst>
                  <a:ext uri="{FF2B5EF4-FFF2-40B4-BE49-F238E27FC236}">
                    <a16:creationId xmlns:a16="http://schemas.microsoft.com/office/drawing/2014/main" id="{A06C402A-C9C5-0B45-0106-179B37E557DC}"/>
                  </a:ext>
                </a:extLst>
              </p:cNvPr>
              <p:cNvSpPr/>
              <p:nvPr/>
            </p:nvSpPr>
            <p:spPr>
              <a:xfrm rot="5130453">
                <a:off x="4109726" y="2429414"/>
                <a:ext cx="704825" cy="329939"/>
              </a:xfrm>
              <a:custGeom>
                <a:avLst/>
                <a:gdLst>
                  <a:gd name="connsiteX0" fmla="*/ 0 w 1007285"/>
                  <a:gd name="connsiteY0" fmla="*/ 0 h 94954"/>
                  <a:gd name="connsiteX1" fmla="*/ 1007285 w 1007285"/>
                  <a:gd name="connsiteY1" fmla="*/ 0 h 94954"/>
                  <a:gd name="connsiteX2" fmla="*/ 1007285 w 1007285"/>
                  <a:gd name="connsiteY2" fmla="*/ 94954 h 94954"/>
                  <a:gd name="connsiteX3" fmla="*/ 0 w 1007285"/>
                  <a:gd name="connsiteY3" fmla="*/ 94954 h 94954"/>
                  <a:gd name="connsiteX4" fmla="*/ 0 w 1007285"/>
                  <a:gd name="connsiteY4" fmla="*/ 0 h 94954"/>
                  <a:gd name="connsiteX0" fmla="*/ 2819400 w 3826685"/>
                  <a:gd name="connsiteY0" fmla="*/ 0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4" fmla="*/ 2819400 w 3826685"/>
                  <a:gd name="connsiteY4" fmla="*/ 0 h 869654"/>
                  <a:gd name="connsiteX0" fmla="*/ 0 w 3826685"/>
                  <a:gd name="connsiteY0" fmla="*/ 869654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968065 h 1033547"/>
                  <a:gd name="connsiteX1" fmla="*/ 3826685 w 3826685"/>
                  <a:gd name="connsiteY1" fmla="*/ 98411 h 1033547"/>
                  <a:gd name="connsiteX2" fmla="*/ 3826685 w 3826685"/>
                  <a:gd name="connsiteY2" fmla="*/ 193365 h 1033547"/>
                  <a:gd name="connsiteX3" fmla="*/ 0 w 3826685"/>
                  <a:gd name="connsiteY3" fmla="*/ 968065 h 1033547"/>
                  <a:gd name="connsiteX0" fmla="*/ 0 w 3826685"/>
                  <a:gd name="connsiteY0" fmla="*/ 968065 h 1013810"/>
                  <a:gd name="connsiteX1" fmla="*/ 3826685 w 3826685"/>
                  <a:gd name="connsiteY1" fmla="*/ 98411 h 1013810"/>
                  <a:gd name="connsiteX2" fmla="*/ 3826685 w 3826685"/>
                  <a:gd name="connsiteY2" fmla="*/ 193365 h 1013810"/>
                  <a:gd name="connsiteX3" fmla="*/ 0 w 3826685"/>
                  <a:gd name="connsiteY3" fmla="*/ 968065 h 1013810"/>
                  <a:gd name="connsiteX0" fmla="*/ 0 w 3826685"/>
                  <a:gd name="connsiteY0" fmla="*/ 968065 h 1012429"/>
                  <a:gd name="connsiteX1" fmla="*/ 3826685 w 3826685"/>
                  <a:gd name="connsiteY1" fmla="*/ 98411 h 1012429"/>
                  <a:gd name="connsiteX2" fmla="*/ 3826685 w 3826685"/>
                  <a:gd name="connsiteY2" fmla="*/ 193365 h 1012429"/>
                  <a:gd name="connsiteX3" fmla="*/ 0 w 3826685"/>
                  <a:gd name="connsiteY3" fmla="*/ 968065 h 101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6685" h="1012429">
                    <a:moveTo>
                      <a:pt x="0" y="968065"/>
                    </a:moveTo>
                    <a:cubicBezTo>
                      <a:pt x="1199362" y="1008380"/>
                      <a:pt x="2779723" y="-373704"/>
                      <a:pt x="3826685" y="98411"/>
                    </a:cubicBezTo>
                    <a:lnTo>
                      <a:pt x="3826685" y="193365"/>
                    </a:lnTo>
                    <a:cubicBezTo>
                      <a:pt x="2614623" y="-65927"/>
                      <a:pt x="932662" y="1268632"/>
                      <a:pt x="0" y="968065"/>
                    </a:cubicBezTo>
                    <a:close/>
                  </a:path>
                </a:pathLst>
              </a:custGeom>
              <a:solidFill>
                <a:srgbClr val="642631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7">
                <a:extLst>
                  <a:ext uri="{FF2B5EF4-FFF2-40B4-BE49-F238E27FC236}">
                    <a16:creationId xmlns:a16="http://schemas.microsoft.com/office/drawing/2014/main" id="{5E4FE4FF-D00A-A9AE-F886-DCAC1C8872BE}"/>
                  </a:ext>
                </a:extLst>
              </p:cNvPr>
              <p:cNvSpPr/>
              <p:nvPr/>
            </p:nvSpPr>
            <p:spPr>
              <a:xfrm rot="4411580">
                <a:off x="3803813" y="2701273"/>
                <a:ext cx="1032418" cy="483290"/>
              </a:xfrm>
              <a:custGeom>
                <a:avLst/>
                <a:gdLst>
                  <a:gd name="connsiteX0" fmla="*/ 0 w 1007285"/>
                  <a:gd name="connsiteY0" fmla="*/ 0 h 94954"/>
                  <a:gd name="connsiteX1" fmla="*/ 1007285 w 1007285"/>
                  <a:gd name="connsiteY1" fmla="*/ 0 h 94954"/>
                  <a:gd name="connsiteX2" fmla="*/ 1007285 w 1007285"/>
                  <a:gd name="connsiteY2" fmla="*/ 94954 h 94954"/>
                  <a:gd name="connsiteX3" fmla="*/ 0 w 1007285"/>
                  <a:gd name="connsiteY3" fmla="*/ 94954 h 94954"/>
                  <a:gd name="connsiteX4" fmla="*/ 0 w 1007285"/>
                  <a:gd name="connsiteY4" fmla="*/ 0 h 94954"/>
                  <a:gd name="connsiteX0" fmla="*/ 2819400 w 3826685"/>
                  <a:gd name="connsiteY0" fmla="*/ 0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4" fmla="*/ 2819400 w 3826685"/>
                  <a:gd name="connsiteY4" fmla="*/ 0 h 869654"/>
                  <a:gd name="connsiteX0" fmla="*/ 0 w 3826685"/>
                  <a:gd name="connsiteY0" fmla="*/ 869654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968065 h 1033547"/>
                  <a:gd name="connsiteX1" fmla="*/ 3826685 w 3826685"/>
                  <a:gd name="connsiteY1" fmla="*/ 98411 h 1033547"/>
                  <a:gd name="connsiteX2" fmla="*/ 3826685 w 3826685"/>
                  <a:gd name="connsiteY2" fmla="*/ 193365 h 1033547"/>
                  <a:gd name="connsiteX3" fmla="*/ 0 w 3826685"/>
                  <a:gd name="connsiteY3" fmla="*/ 968065 h 1033547"/>
                  <a:gd name="connsiteX0" fmla="*/ 0 w 3826685"/>
                  <a:gd name="connsiteY0" fmla="*/ 968065 h 1013810"/>
                  <a:gd name="connsiteX1" fmla="*/ 3826685 w 3826685"/>
                  <a:gd name="connsiteY1" fmla="*/ 98411 h 1013810"/>
                  <a:gd name="connsiteX2" fmla="*/ 3826685 w 3826685"/>
                  <a:gd name="connsiteY2" fmla="*/ 193365 h 1013810"/>
                  <a:gd name="connsiteX3" fmla="*/ 0 w 3826685"/>
                  <a:gd name="connsiteY3" fmla="*/ 968065 h 1013810"/>
                  <a:gd name="connsiteX0" fmla="*/ 0 w 3826685"/>
                  <a:gd name="connsiteY0" fmla="*/ 968065 h 1012429"/>
                  <a:gd name="connsiteX1" fmla="*/ 3826685 w 3826685"/>
                  <a:gd name="connsiteY1" fmla="*/ 98411 h 1012429"/>
                  <a:gd name="connsiteX2" fmla="*/ 3826685 w 3826685"/>
                  <a:gd name="connsiteY2" fmla="*/ 193365 h 1012429"/>
                  <a:gd name="connsiteX3" fmla="*/ 0 w 3826685"/>
                  <a:gd name="connsiteY3" fmla="*/ 968065 h 101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6685" h="1012429">
                    <a:moveTo>
                      <a:pt x="0" y="968065"/>
                    </a:moveTo>
                    <a:cubicBezTo>
                      <a:pt x="1199362" y="1008380"/>
                      <a:pt x="2779723" y="-373704"/>
                      <a:pt x="3826685" y="98411"/>
                    </a:cubicBezTo>
                    <a:lnTo>
                      <a:pt x="3826685" y="193365"/>
                    </a:lnTo>
                    <a:cubicBezTo>
                      <a:pt x="2614623" y="-65927"/>
                      <a:pt x="932662" y="1268632"/>
                      <a:pt x="0" y="968065"/>
                    </a:cubicBezTo>
                    <a:close/>
                  </a:path>
                </a:pathLst>
              </a:custGeom>
              <a:solidFill>
                <a:srgbClr val="642631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7">
                <a:extLst>
                  <a:ext uri="{FF2B5EF4-FFF2-40B4-BE49-F238E27FC236}">
                    <a16:creationId xmlns:a16="http://schemas.microsoft.com/office/drawing/2014/main" id="{6CED7242-45FB-4894-1F4F-BDBDEF416895}"/>
                  </a:ext>
                </a:extLst>
              </p:cNvPr>
              <p:cNvSpPr/>
              <p:nvPr/>
            </p:nvSpPr>
            <p:spPr>
              <a:xfrm rot="5130453">
                <a:off x="4020432" y="1677001"/>
                <a:ext cx="963083" cy="329939"/>
              </a:xfrm>
              <a:custGeom>
                <a:avLst/>
                <a:gdLst>
                  <a:gd name="connsiteX0" fmla="*/ 0 w 1007285"/>
                  <a:gd name="connsiteY0" fmla="*/ 0 h 94954"/>
                  <a:gd name="connsiteX1" fmla="*/ 1007285 w 1007285"/>
                  <a:gd name="connsiteY1" fmla="*/ 0 h 94954"/>
                  <a:gd name="connsiteX2" fmla="*/ 1007285 w 1007285"/>
                  <a:gd name="connsiteY2" fmla="*/ 94954 h 94954"/>
                  <a:gd name="connsiteX3" fmla="*/ 0 w 1007285"/>
                  <a:gd name="connsiteY3" fmla="*/ 94954 h 94954"/>
                  <a:gd name="connsiteX4" fmla="*/ 0 w 1007285"/>
                  <a:gd name="connsiteY4" fmla="*/ 0 h 94954"/>
                  <a:gd name="connsiteX0" fmla="*/ 2819400 w 3826685"/>
                  <a:gd name="connsiteY0" fmla="*/ 0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4" fmla="*/ 2819400 w 3826685"/>
                  <a:gd name="connsiteY4" fmla="*/ 0 h 869654"/>
                  <a:gd name="connsiteX0" fmla="*/ 0 w 3826685"/>
                  <a:gd name="connsiteY0" fmla="*/ 869654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968065 h 1033547"/>
                  <a:gd name="connsiteX1" fmla="*/ 3826685 w 3826685"/>
                  <a:gd name="connsiteY1" fmla="*/ 98411 h 1033547"/>
                  <a:gd name="connsiteX2" fmla="*/ 3826685 w 3826685"/>
                  <a:gd name="connsiteY2" fmla="*/ 193365 h 1033547"/>
                  <a:gd name="connsiteX3" fmla="*/ 0 w 3826685"/>
                  <a:gd name="connsiteY3" fmla="*/ 968065 h 1033547"/>
                  <a:gd name="connsiteX0" fmla="*/ 0 w 3826685"/>
                  <a:gd name="connsiteY0" fmla="*/ 968065 h 1013810"/>
                  <a:gd name="connsiteX1" fmla="*/ 3826685 w 3826685"/>
                  <a:gd name="connsiteY1" fmla="*/ 98411 h 1013810"/>
                  <a:gd name="connsiteX2" fmla="*/ 3826685 w 3826685"/>
                  <a:gd name="connsiteY2" fmla="*/ 193365 h 1013810"/>
                  <a:gd name="connsiteX3" fmla="*/ 0 w 3826685"/>
                  <a:gd name="connsiteY3" fmla="*/ 968065 h 1013810"/>
                  <a:gd name="connsiteX0" fmla="*/ 0 w 3826685"/>
                  <a:gd name="connsiteY0" fmla="*/ 968065 h 1012429"/>
                  <a:gd name="connsiteX1" fmla="*/ 3826685 w 3826685"/>
                  <a:gd name="connsiteY1" fmla="*/ 98411 h 1012429"/>
                  <a:gd name="connsiteX2" fmla="*/ 3826685 w 3826685"/>
                  <a:gd name="connsiteY2" fmla="*/ 193365 h 1012429"/>
                  <a:gd name="connsiteX3" fmla="*/ 0 w 3826685"/>
                  <a:gd name="connsiteY3" fmla="*/ 968065 h 101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6685" h="1012429">
                    <a:moveTo>
                      <a:pt x="0" y="968065"/>
                    </a:moveTo>
                    <a:cubicBezTo>
                      <a:pt x="1199362" y="1008380"/>
                      <a:pt x="2779723" y="-373704"/>
                      <a:pt x="3826685" y="98411"/>
                    </a:cubicBezTo>
                    <a:lnTo>
                      <a:pt x="3826685" y="193365"/>
                    </a:lnTo>
                    <a:cubicBezTo>
                      <a:pt x="2614623" y="-65927"/>
                      <a:pt x="932662" y="1268632"/>
                      <a:pt x="0" y="968065"/>
                    </a:cubicBezTo>
                    <a:close/>
                  </a:path>
                </a:pathLst>
              </a:custGeom>
              <a:solidFill>
                <a:srgbClr val="642631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7">
                <a:extLst>
                  <a:ext uri="{FF2B5EF4-FFF2-40B4-BE49-F238E27FC236}">
                    <a16:creationId xmlns:a16="http://schemas.microsoft.com/office/drawing/2014/main" id="{D4D16D8E-9F2B-5FFE-0CB7-0CCAA034684E}"/>
                  </a:ext>
                </a:extLst>
              </p:cNvPr>
              <p:cNvSpPr/>
              <p:nvPr/>
            </p:nvSpPr>
            <p:spPr>
              <a:xfrm rot="17188420" flipH="1">
                <a:off x="4412435" y="2911181"/>
                <a:ext cx="1032418" cy="483290"/>
              </a:xfrm>
              <a:custGeom>
                <a:avLst/>
                <a:gdLst>
                  <a:gd name="connsiteX0" fmla="*/ 0 w 1007285"/>
                  <a:gd name="connsiteY0" fmla="*/ 0 h 94954"/>
                  <a:gd name="connsiteX1" fmla="*/ 1007285 w 1007285"/>
                  <a:gd name="connsiteY1" fmla="*/ 0 h 94954"/>
                  <a:gd name="connsiteX2" fmla="*/ 1007285 w 1007285"/>
                  <a:gd name="connsiteY2" fmla="*/ 94954 h 94954"/>
                  <a:gd name="connsiteX3" fmla="*/ 0 w 1007285"/>
                  <a:gd name="connsiteY3" fmla="*/ 94954 h 94954"/>
                  <a:gd name="connsiteX4" fmla="*/ 0 w 1007285"/>
                  <a:gd name="connsiteY4" fmla="*/ 0 h 94954"/>
                  <a:gd name="connsiteX0" fmla="*/ 2819400 w 3826685"/>
                  <a:gd name="connsiteY0" fmla="*/ 0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4" fmla="*/ 2819400 w 3826685"/>
                  <a:gd name="connsiteY4" fmla="*/ 0 h 869654"/>
                  <a:gd name="connsiteX0" fmla="*/ 0 w 3826685"/>
                  <a:gd name="connsiteY0" fmla="*/ 869654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968065 h 1033547"/>
                  <a:gd name="connsiteX1" fmla="*/ 3826685 w 3826685"/>
                  <a:gd name="connsiteY1" fmla="*/ 98411 h 1033547"/>
                  <a:gd name="connsiteX2" fmla="*/ 3826685 w 3826685"/>
                  <a:gd name="connsiteY2" fmla="*/ 193365 h 1033547"/>
                  <a:gd name="connsiteX3" fmla="*/ 0 w 3826685"/>
                  <a:gd name="connsiteY3" fmla="*/ 968065 h 1033547"/>
                  <a:gd name="connsiteX0" fmla="*/ 0 w 3826685"/>
                  <a:gd name="connsiteY0" fmla="*/ 968065 h 1013810"/>
                  <a:gd name="connsiteX1" fmla="*/ 3826685 w 3826685"/>
                  <a:gd name="connsiteY1" fmla="*/ 98411 h 1013810"/>
                  <a:gd name="connsiteX2" fmla="*/ 3826685 w 3826685"/>
                  <a:gd name="connsiteY2" fmla="*/ 193365 h 1013810"/>
                  <a:gd name="connsiteX3" fmla="*/ 0 w 3826685"/>
                  <a:gd name="connsiteY3" fmla="*/ 968065 h 1013810"/>
                  <a:gd name="connsiteX0" fmla="*/ 0 w 3826685"/>
                  <a:gd name="connsiteY0" fmla="*/ 968065 h 1012429"/>
                  <a:gd name="connsiteX1" fmla="*/ 3826685 w 3826685"/>
                  <a:gd name="connsiteY1" fmla="*/ 98411 h 1012429"/>
                  <a:gd name="connsiteX2" fmla="*/ 3826685 w 3826685"/>
                  <a:gd name="connsiteY2" fmla="*/ 193365 h 1012429"/>
                  <a:gd name="connsiteX3" fmla="*/ 0 w 3826685"/>
                  <a:gd name="connsiteY3" fmla="*/ 968065 h 101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6685" h="1012429">
                    <a:moveTo>
                      <a:pt x="0" y="968065"/>
                    </a:moveTo>
                    <a:cubicBezTo>
                      <a:pt x="1199362" y="1008380"/>
                      <a:pt x="2779723" y="-373704"/>
                      <a:pt x="3826685" y="98411"/>
                    </a:cubicBezTo>
                    <a:lnTo>
                      <a:pt x="3826685" y="193365"/>
                    </a:lnTo>
                    <a:cubicBezTo>
                      <a:pt x="2614623" y="-65927"/>
                      <a:pt x="932662" y="1268632"/>
                      <a:pt x="0" y="968065"/>
                    </a:cubicBezTo>
                    <a:close/>
                  </a:path>
                </a:pathLst>
              </a:custGeom>
              <a:solidFill>
                <a:srgbClr val="642631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 7">
                <a:extLst>
                  <a:ext uri="{FF2B5EF4-FFF2-40B4-BE49-F238E27FC236}">
                    <a16:creationId xmlns:a16="http://schemas.microsoft.com/office/drawing/2014/main" id="{EF9876A1-84A6-A25F-365B-E438A61DB524}"/>
                  </a:ext>
                </a:extLst>
              </p:cNvPr>
              <p:cNvSpPr/>
              <p:nvPr/>
            </p:nvSpPr>
            <p:spPr>
              <a:xfrm rot="17188420" flipH="1">
                <a:off x="4450248" y="2270119"/>
                <a:ext cx="868238" cy="406435"/>
              </a:xfrm>
              <a:custGeom>
                <a:avLst/>
                <a:gdLst>
                  <a:gd name="connsiteX0" fmla="*/ 0 w 1007285"/>
                  <a:gd name="connsiteY0" fmla="*/ 0 h 94954"/>
                  <a:gd name="connsiteX1" fmla="*/ 1007285 w 1007285"/>
                  <a:gd name="connsiteY1" fmla="*/ 0 h 94954"/>
                  <a:gd name="connsiteX2" fmla="*/ 1007285 w 1007285"/>
                  <a:gd name="connsiteY2" fmla="*/ 94954 h 94954"/>
                  <a:gd name="connsiteX3" fmla="*/ 0 w 1007285"/>
                  <a:gd name="connsiteY3" fmla="*/ 94954 h 94954"/>
                  <a:gd name="connsiteX4" fmla="*/ 0 w 1007285"/>
                  <a:gd name="connsiteY4" fmla="*/ 0 h 94954"/>
                  <a:gd name="connsiteX0" fmla="*/ 2819400 w 3826685"/>
                  <a:gd name="connsiteY0" fmla="*/ 0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4" fmla="*/ 2819400 w 3826685"/>
                  <a:gd name="connsiteY4" fmla="*/ 0 h 869654"/>
                  <a:gd name="connsiteX0" fmla="*/ 0 w 3826685"/>
                  <a:gd name="connsiteY0" fmla="*/ 869654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968065 h 1033547"/>
                  <a:gd name="connsiteX1" fmla="*/ 3826685 w 3826685"/>
                  <a:gd name="connsiteY1" fmla="*/ 98411 h 1033547"/>
                  <a:gd name="connsiteX2" fmla="*/ 3826685 w 3826685"/>
                  <a:gd name="connsiteY2" fmla="*/ 193365 h 1033547"/>
                  <a:gd name="connsiteX3" fmla="*/ 0 w 3826685"/>
                  <a:gd name="connsiteY3" fmla="*/ 968065 h 1033547"/>
                  <a:gd name="connsiteX0" fmla="*/ 0 w 3826685"/>
                  <a:gd name="connsiteY0" fmla="*/ 968065 h 1013810"/>
                  <a:gd name="connsiteX1" fmla="*/ 3826685 w 3826685"/>
                  <a:gd name="connsiteY1" fmla="*/ 98411 h 1013810"/>
                  <a:gd name="connsiteX2" fmla="*/ 3826685 w 3826685"/>
                  <a:gd name="connsiteY2" fmla="*/ 193365 h 1013810"/>
                  <a:gd name="connsiteX3" fmla="*/ 0 w 3826685"/>
                  <a:gd name="connsiteY3" fmla="*/ 968065 h 1013810"/>
                  <a:gd name="connsiteX0" fmla="*/ 0 w 3826685"/>
                  <a:gd name="connsiteY0" fmla="*/ 968065 h 1012429"/>
                  <a:gd name="connsiteX1" fmla="*/ 3826685 w 3826685"/>
                  <a:gd name="connsiteY1" fmla="*/ 98411 h 1012429"/>
                  <a:gd name="connsiteX2" fmla="*/ 3826685 w 3826685"/>
                  <a:gd name="connsiteY2" fmla="*/ 193365 h 1012429"/>
                  <a:gd name="connsiteX3" fmla="*/ 0 w 3826685"/>
                  <a:gd name="connsiteY3" fmla="*/ 968065 h 101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6685" h="1012429">
                    <a:moveTo>
                      <a:pt x="0" y="968065"/>
                    </a:moveTo>
                    <a:cubicBezTo>
                      <a:pt x="1199362" y="1008380"/>
                      <a:pt x="2779723" y="-373704"/>
                      <a:pt x="3826685" y="98411"/>
                    </a:cubicBezTo>
                    <a:lnTo>
                      <a:pt x="3826685" y="193365"/>
                    </a:lnTo>
                    <a:cubicBezTo>
                      <a:pt x="2614623" y="-65927"/>
                      <a:pt x="932662" y="1268632"/>
                      <a:pt x="0" y="968065"/>
                    </a:cubicBezTo>
                    <a:close/>
                  </a:path>
                </a:pathLst>
              </a:custGeom>
              <a:solidFill>
                <a:srgbClr val="642631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 7">
                <a:extLst>
                  <a:ext uri="{FF2B5EF4-FFF2-40B4-BE49-F238E27FC236}">
                    <a16:creationId xmlns:a16="http://schemas.microsoft.com/office/drawing/2014/main" id="{49BCF530-2F1F-42C1-85E3-1B1562ED2BF9}"/>
                  </a:ext>
                </a:extLst>
              </p:cNvPr>
              <p:cNvSpPr/>
              <p:nvPr/>
            </p:nvSpPr>
            <p:spPr>
              <a:xfrm rot="16546531" flipH="1">
                <a:off x="4454596" y="1250533"/>
                <a:ext cx="1032418" cy="483290"/>
              </a:xfrm>
              <a:custGeom>
                <a:avLst/>
                <a:gdLst>
                  <a:gd name="connsiteX0" fmla="*/ 0 w 1007285"/>
                  <a:gd name="connsiteY0" fmla="*/ 0 h 94954"/>
                  <a:gd name="connsiteX1" fmla="*/ 1007285 w 1007285"/>
                  <a:gd name="connsiteY1" fmla="*/ 0 h 94954"/>
                  <a:gd name="connsiteX2" fmla="*/ 1007285 w 1007285"/>
                  <a:gd name="connsiteY2" fmla="*/ 94954 h 94954"/>
                  <a:gd name="connsiteX3" fmla="*/ 0 w 1007285"/>
                  <a:gd name="connsiteY3" fmla="*/ 94954 h 94954"/>
                  <a:gd name="connsiteX4" fmla="*/ 0 w 1007285"/>
                  <a:gd name="connsiteY4" fmla="*/ 0 h 94954"/>
                  <a:gd name="connsiteX0" fmla="*/ 2819400 w 3826685"/>
                  <a:gd name="connsiteY0" fmla="*/ 0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4" fmla="*/ 2819400 w 3826685"/>
                  <a:gd name="connsiteY4" fmla="*/ 0 h 869654"/>
                  <a:gd name="connsiteX0" fmla="*/ 0 w 3826685"/>
                  <a:gd name="connsiteY0" fmla="*/ 869654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968065 h 1033547"/>
                  <a:gd name="connsiteX1" fmla="*/ 3826685 w 3826685"/>
                  <a:gd name="connsiteY1" fmla="*/ 98411 h 1033547"/>
                  <a:gd name="connsiteX2" fmla="*/ 3826685 w 3826685"/>
                  <a:gd name="connsiteY2" fmla="*/ 193365 h 1033547"/>
                  <a:gd name="connsiteX3" fmla="*/ 0 w 3826685"/>
                  <a:gd name="connsiteY3" fmla="*/ 968065 h 1033547"/>
                  <a:gd name="connsiteX0" fmla="*/ 0 w 3826685"/>
                  <a:gd name="connsiteY0" fmla="*/ 968065 h 1013810"/>
                  <a:gd name="connsiteX1" fmla="*/ 3826685 w 3826685"/>
                  <a:gd name="connsiteY1" fmla="*/ 98411 h 1013810"/>
                  <a:gd name="connsiteX2" fmla="*/ 3826685 w 3826685"/>
                  <a:gd name="connsiteY2" fmla="*/ 193365 h 1013810"/>
                  <a:gd name="connsiteX3" fmla="*/ 0 w 3826685"/>
                  <a:gd name="connsiteY3" fmla="*/ 968065 h 1013810"/>
                  <a:gd name="connsiteX0" fmla="*/ 0 w 3826685"/>
                  <a:gd name="connsiteY0" fmla="*/ 968065 h 1012429"/>
                  <a:gd name="connsiteX1" fmla="*/ 3826685 w 3826685"/>
                  <a:gd name="connsiteY1" fmla="*/ 98411 h 1012429"/>
                  <a:gd name="connsiteX2" fmla="*/ 3826685 w 3826685"/>
                  <a:gd name="connsiteY2" fmla="*/ 193365 h 1012429"/>
                  <a:gd name="connsiteX3" fmla="*/ 0 w 3826685"/>
                  <a:gd name="connsiteY3" fmla="*/ 968065 h 101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6685" h="1012429">
                    <a:moveTo>
                      <a:pt x="0" y="968065"/>
                    </a:moveTo>
                    <a:cubicBezTo>
                      <a:pt x="1199362" y="1008380"/>
                      <a:pt x="2779723" y="-373704"/>
                      <a:pt x="3826685" y="98411"/>
                    </a:cubicBezTo>
                    <a:lnTo>
                      <a:pt x="3826685" y="193365"/>
                    </a:lnTo>
                    <a:cubicBezTo>
                      <a:pt x="2614623" y="-65927"/>
                      <a:pt x="932662" y="1268632"/>
                      <a:pt x="0" y="968065"/>
                    </a:cubicBezTo>
                    <a:close/>
                  </a:path>
                </a:pathLst>
              </a:custGeom>
              <a:solidFill>
                <a:srgbClr val="642631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 59">
                <a:extLst>
                  <a:ext uri="{FF2B5EF4-FFF2-40B4-BE49-F238E27FC236}">
                    <a16:creationId xmlns:a16="http://schemas.microsoft.com/office/drawing/2014/main" id="{7BEBEBC4-B94C-5B35-B61A-16EBBF8E7CAC}"/>
                  </a:ext>
                </a:extLst>
              </p:cNvPr>
              <p:cNvSpPr/>
              <p:nvPr/>
            </p:nvSpPr>
            <p:spPr>
              <a:xfrm rot="316924">
                <a:off x="4446016" y="969466"/>
                <a:ext cx="286726" cy="4005924"/>
              </a:xfrm>
              <a:custGeom>
                <a:avLst/>
                <a:gdLst>
                  <a:gd name="connsiteX0" fmla="*/ 0 w 196226"/>
                  <a:gd name="connsiteY0" fmla="*/ 0 h 3725706"/>
                  <a:gd name="connsiteX1" fmla="*/ 196226 w 196226"/>
                  <a:gd name="connsiteY1" fmla="*/ 0 h 3725706"/>
                  <a:gd name="connsiteX2" fmla="*/ 196226 w 196226"/>
                  <a:gd name="connsiteY2" fmla="*/ 3725706 h 3725706"/>
                  <a:gd name="connsiteX3" fmla="*/ 0 w 196226"/>
                  <a:gd name="connsiteY3" fmla="*/ 3725706 h 3725706"/>
                  <a:gd name="connsiteX4" fmla="*/ 0 w 196226"/>
                  <a:gd name="connsiteY4" fmla="*/ 0 h 3725706"/>
                  <a:gd name="connsiteX0" fmla="*/ 0 w 196226"/>
                  <a:gd name="connsiteY0" fmla="*/ 3725706 h 3725706"/>
                  <a:gd name="connsiteX1" fmla="*/ 196226 w 196226"/>
                  <a:gd name="connsiteY1" fmla="*/ 0 h 3725706"/>
                  <a:gd name="connsiteX2" fmla="*/ 196226 w 196226"/>
                  <a:gd name="connsiteY2" fmla="*/ 3725706 h 3725706"/>
                  <a:gd name="connsiteX3" fmla="*/ 0 w 196226"/>
                  <a:gd name="connsiteY3" fmla="*/ 3725706 h 3725706"/>
                  <a:gd name="connsiteX0" fmla="*/ 0 w 196226"/>
                  <a:gd name="connsiteY0" fmla="*/ 3741025 h 3741025"/>
                  <a:gd name="connsiteX1" fmla="*/ 177626 w 196226"/>
                  <a:gd name="connsiteY1" fmla="*/ 0 h 3741025"/>
                  <a:gd name="connsiteX2" fmla="*/ 196226 w 196226"/>
                  <a:gd name="connsiteY2" fmla="*/ 3741025 h 3741025"/>
                  <a:gd name="connsiteX3" fmla="*/ 0 w 196226"/>
                  <a:gd name="connsiteY3" fmla="*/ 3741025 h 3741025"/>
                  <a:gd name="connsiteX0" fmla="*/ 0 w 196226"/>
                  <a:gd name="connsiteY0" fmla="*/ 3760392 h 3760392"/>
                  <a:gd name="connsiteX1" fmla="*/ 165482 w 196226"/>
                  <a:gd name="connsiteY1" fmla="*/ 0 h 3760392"/>
                  <a:gd name="connsiteX2" fmla="*/ 196226 w 196226"/>
                  <a:gd name="connsiteY2" fmla="*/ 3760392 h 3760392"/>
                  <a:gd name="connsiteX3" fmla="*/ 0 w 196226"/>
                  <a:gd name="connsiteY3" fmla="*/ 3760392 h 3760392"/>
                  <a:gd name="connsiteX0" fmla="*/ 0 w 196226"/>
                  <a:gd name="connsiteY0" fmla="*/ 3760392 h 3760392"/>
                  <a:gd name="connsiteX1" fmla="*/ 165482 w 196226"/>
                  <a:gd name="connsiteY1" fmla="*/ 0 h 3760392"/>
                  <a:gd name="connsiteX2" fmla="*/ 196226 w 196226"/>
                  <a:gd name="connsiteY2" fmla="*/ 3760392 h 3760392"/>
                  <a:gd name="connsiteX3" fmla="*/ 0 w 196226"/>
                  <a:gd name="connsiteY3" fmla="*/ 3760392 h 3760392"/>
                  <a:gd name="connsiteX0" fmla="*/ 0 w 203788"/>
                  <a:gd name="connsiteY0" fmla="*/ 3760392 h 3760392"/>
                  <a:gd name="connsiteX1" fmla="*/ 165482 w 203788"/>
                  <a:gd name="connsiteY1" fmla="*/ 0 h 3760392"/>
                  <a:gd name="connsiteX2" fmla="*/ 196226 w 203788"/>
                  <a:gd name="connsiteY2" fmla="*/ 3760392 h 3760392"/>
                  <a:gd name="connsiteX3" fmla="*/ 0 w 203788"/>
                  <a:gd name="connsiteY3" fmla="*/ 3760392 h 3760392"/>
                  <a:gd name="connsiteX0" fmla="*/ 0 w 232892"/>
                  <a:gd name="connsiteY0" fmla="*/ 3742664 h 3760392"/>
                  <a:gd name="connsiteX1" fmla="*/ 194586 w 232892"/>
                  <a:gd name="connsiteY1" fmla="*/ 0 h 3760392"/>
                  <a:gd name="connsiteX2" fmla="*/ 225330 w 232892"/>
                  <a:gd name="connsiteY2" fmla="*/ 3760392 h 3760392"/>
                  <a:gd name="connsiteX3" fmla="*/ 0 w 232892"/>
                  <a:gd name="connsiteY3" fmla="*/ 3742664 h 3760392"/>
                  <a:gd name="connsiteX0" fmla="*/ 0 w 232030"/>
                  <a:gd name="connsiteY0" fmla="*/ 3742664 h 3914670"/>
                  <a:gd name="connsiteX1" fmla="*/ 194586 w 232030"/>
                  <a:gd name="connsiteY1" fmla="*/ 0 h 3914670"/>
                  <a:gd name="connsiteX2" fmla="*/ 223135 w 232030"/>
                  <a:gd name="connsiteY2" fmla="*/ 3914670 h 3914670"/>
                  <a:gd name="connsiteX3" fmla="*/ 0 w 232030"/>
                  <a:gd name="connsiteY3" fmla="*/ 3742664 h 3914670"/>
                  <a:gd name="connsiteX0" fmla="*/ 0 w 247137"/>
                  <a:gd name="connsiteY0" fmla="*/ 3905038 h 3914670"/>
                  <a:gd name="connsiteX1" fmla="*/ 209693 w 247137"/>
                  <a:gd name="connsiteY1" fmla="*/ 0 h 3914670"/>
                  <a:gd name="connsiteX2" fmla="*/ 238242 w 247137"/>
                  <a:gd name="connsiteY2" fmla="*/ 3914670 h 3914670"/>
                  <a:gd name="connsiteX3" fmla="*/ 0 w 247137"/>
                  <a:gd name="connsiteY3" fmla="*/ 3905038 h 3914670"/>
                  <a:gd name="connsiteX0" fmla="*/ 0 w 250938"/>
                  <a:gd name="connsiteY0" fmla="*/ 3905038 h 3972005"/>
                  <a:gd name="connsiteX1" fmla="*/ 209693 w 250938"/>
                  <a:gd name="connsiteY1" fmla="*/ 0 h 3972005"/>
                  <a:gd name="connsiteX2" fmla="*/ 247212 w 250938"/>
                  <a:gd name="connsiteY2" fmla="*/ 3972005 h 3972005"/>
                  <a:gd name="connsiteX3" fmla="*/ 0 w 250938"/>
                  <a:gd name="connsiteY3" fmla="*/ 3905038 h 3972005"/>
                  <a:gd name="connsiteX0" fmla="*/ 0 w 264616"/>
                  <a:gd name="connsiteY0" fmla="*/ 3940598 h 3972005"/>
                  <a:gd name="connsiteX1" fmla="*/ 223371 w 264616"/>
                  <a:gd name="connsiteY1" fmla="*/ 0 h 3972005"/>
                  <a:gd name="connsiteX2" fmla="*/ 260890 w 264616"/>
                  <a:gd name="connsiteY2" fmla="*/ 3972005 h 3972005"/>
                  <a:gd name="connsiteX3" fmla="*/ 0 w 264616"/>
                  <a:gd name="connsiteY3" fmla="*/ 3940598 h 3972005"/>
                  <a:gd name="connsiteX0" fmla="*/ 0 w 262936"/>
                  <a:gd name="connsiteY0" fmla="*/ 3974517 h 4005924"/>
                  <a:gd name="connsiteX1" fmla="*/ 220090 w 262936"/>
                  <a:gd name="connsiteY1" fmla="*/ 0 h 4005924"/>
                  <a:gd name="connsiteX2" fmla="*/ 260890 w 262936"/>
                  <a:gd name="connsiteY2" fmla="*/ 4005924 h 4005924"/>
                  <a:gd name="connsiteX3" fmla="*/ 0 w 262936"/>
                  <a:gd name="connsiteY3" fmla="*/ 3974517 h 4005924"/>
                  <a:gd name="connsiteX0" fmla="*/ 0 w 286726"/>
                  <a:gd name="connsiteY0" fmla="*/ 3974517 h 4005924"/>
                  <a:gd name="connsiteX1" fmla="*/ 220090 w 286726"/>
                  <a:gd name="connsiteY1" fmla="*/ 0 h 4005924"/>
                  <a:gd name="connsiteX2" fmla="*/ 260890 w 286726"/>
                  <a:gd name="connsiteY2" fmla="*/ 4005924 h 4005924"/>
                  <a:gd name="connsiteX3" fmla="*/ 0 w 286726"/>
                  <a:gd name="connsiteY3" fmla="*/ 3974517 h 4005924"/>
                  <a:gd name="connsiteX0" fmla="*/ 0 w 286726"/>
                  <a:gd name="connsiteY0" fmla="*/ 3974517 h 4065957"/>
                  <a:gd name="connsiteX1" fmla="*/ 220090 w 286726"/>
                  <a:gd name="connsiteY1" fmla="*/ 0 h 4065957"/>
                  <a:gd name="connsiteX2" fmla="*/ 260890 w 286726"/>
                  <a:gd name="connsiteY2" fmla="*/ 4005924 h 4065957"/>
                  <a:gd name="connsiteX3" fmla="*/ 91440 w 286726"/>
                  <a:gd name="connsiteY3" fmla="*/ 4065957 h 4065957"/>
                  <a:gd name="connsiteX0" fmla="*/ 0 w 286726"/>
                  <a:gd name="connsiteY0" fmla="*/ 3974517 h 4005924"/>
                  <a:gd name="connsiteX1" fmla="*/ 220090 w 286726"/>
                  <a:gd name="connsiteY1" fmla="*/ 0 h 4005924"/>
                  <a:gd name="connsiteX2" fmla="*/ 260890 w 286726"/>
                  <a:gd name="connsiteY2" fmla="*/ 4005924 h 4005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86726" h="4005924">
                    <a:moveTo>
                      <a:pt x="0" y="3974517"/>
                    </a:moveTo>
                    <a:cubicBezTo>
                      <a:pt x="55161" y="2721053"/>
                      <a:pt x="8137" y="1189886"/>
                      <a:pt x="220090" y="0"/>
                    </a:cubicBezTo>
                    <a:cubicBezTo>
                      <a:pt x="290188" y="1305877"/>
                      <a:pt x="306997" y="2627180"/>
                      <a:pt x="260890" y="4005924"/>
                    </a:cubicBezTo>
                  </a:path>
                </a:pathLst>
              </a:custGeom>
              <a:solidFill>
                <a:srgbClr val="64263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A40D73D-054F-D1BD-D1EA-2B920BBF9136}"/>
                </a:ext>
              </a:extLst>
            </p:cNvPr>
            <p:cNvGrpSpPr/>
            <p:nvPr/>
          </p:nvGrpSpPr>
          <p:grpSpPr>
            <a:xfrm rot="3369149" flipH="1">
              <a:off x="5384200" y="1377476"/>
              <a:ext cx="2233404" cy="4752318"/>
              <a:chOff x="3675319" y="223072"/>
              <a:chExt cx="2233404" cy="4752318"/>
            </a:xfrm>
          </p:grpSpPr>
          <p:sp>
            <p:nvSpPr>
              <p:cNvPr id="9" name="Rectangle 2">
                <a:extLst>
                  <a:ext uri="{FF2B5EF4-FFF2-40B4-BE49-F238E27FC236}">
                    <a16:creationId xmlns:a16="http://schemas.microsoft.com/office/drawing/2014/main" id="{6CD2B6C5-7385-5080-C4F1-E43B6FD671BA}"/>
                  </a:ext>
                </a:extLst>
              </p:cNvPr>
              <p:cNvSpPr/>
              <p:nvPr/>
            </p:nvSpPr>
            <p:spPr>
              <a:xfrm>
                <a:off x="3675319" y="223072"/>
                <a:ext cx="2233404" cy="3466598"/>
              </a:xfrm>
              <a:custGeom>
                <a:avLst/>
                <a:gdLst>
                  <a:gd name="connsiteX0" fmla="*/ 0 w 542441"/>
                  <a:gd name="connsiteY0" fmla="*/ 0 h 895027"/>
                  <a:gd name="connsiteX1" fmla="*/ 542441 w 542441"/>
                  <a:gd name="connsiteY1" fmla="*/ 0 h 895027"/>
                  <a:gd name="connsiteX2" fmla="*/ 542441 w 542441"/>
                  <a:gd name="connsiteY2" fmla="*/ 895027 h 895027"/>
                  <a:gd name="connsiteX3" fmla="*/ 0 w 542441"/>
                  <a:gd name="connsiteY3" fmla="*/ 895027 h 895027"/>
                  <a:gd name="connsiteX4" fmla="*/ 0 w 542441"/>
                  <a:gd name="connsiteY4" fmla="*/ 0 h 895027"/>
                  <a:gd name="connsiteX0" fmla="*/ 0 w 834541"/>
                  <a:gd name="connsiteY0" fmla="*/ 635000 h 895027"/>
                  <a:gd name="connsiteX1" fmla="*/ 834541 w 834541"/>
                  <a:gd name="connsiteY1" fmla="*/ 0 h 895027"/>
                  <a:gd name="connsiteX2" fmla="*/ 834541 w 834541"/>
                  <a:gd name="connsiteY2" fmla="*/ 895027 h 895027"/>
                  <a:gd name="connsiteX3" fmla="*/ 292100 w 834541"/>
                  <a:gd name="connsiteY3" fmla="*/ 895027 h 895027"/>
                  <a:gd name="connsiteX4" fmla="*/ 0 w 834541"/>
                  <a:gd name="connsiteY4" fmla="*/ 635000 h 895027"/>
                  <a:gd name="connsiteX0" fmla="*/ 152400 w 986941"/>
                  <a:gd name="connsiteY0" fmla="*/ 635000 h 1885627"/>
                  <a:gd name="connsiteX1" fmla="*/ 986941 w 986941"/>
                  <a:gd name="connsiteY1" fmla="*/ 0 h 1885627"/>
                  <a:gd name="connsiteX2" fmla="*/ 986941 w 986941"/>
                  <a:gd name="connsiteY2" fmla="*/ 895027 h 1885627"/>
                  <a:gd name="connsiteX3" fmla="*/ 0 w 986941"/>
                  <a:gd name="connsiteY3" fmla="*/ 1885627 h 1885627"/>
                  <a:gd name="connsiteX4" fmla="*/ 152400 w 986941"/>
                  <a:gd name="connsiteY4" fmla="*/ 635000 h 1885627"/>
                  <a:gd name="connsiteX0" fmla="*/ 152400 w 986941"/>
                  <a:gd name="connsiteY0" fmla="*/ 635000 h 1974527"/>
                  <a:gd name="connsiteX1" fmla="*/ 986941 w 986941"/>
                  <a:gd name="connsiteY1" fmla="*/ 0 h 1974527"/>
                  <a:gd name="connsiteX2" fmla="*/ 237641 w 986941"/>
                  <a:gd name="connsiteY2" fmla="*/ 1974527 h 1974527"/>
                  <a:gd name="connsiteX3" fmla="*/ 0 w 986941"/>
                  <a:gd name="connsiteY3" fmla="*/ 1885627 h 1974527"/>
                  <a:gd name="connsiteX4" fmla="*/ 152400 w 986941"/>
                  <a:gd name="connsiteY4" fmla="*/ 635000 h 1974527"/>
                  <a:gd name="connsiteX0" fmla="*/ 152400 w 402741"/>
                  <a:gd name="connsiteY0" fmla="*/ 0 h 1339527"/>
                  <a:gd name="connsiteX1" fmla="*/ 402741 w 402741"/>
                  <a:gd name="connsiteY1" fmla="*/ 63500 h 1339527"/>
                  <a:gd name="connsiteX2" fmla="*/ 237641 w 402741"/>
                  <a:gd name="connsiteY2" fmla="*/ 1339527 h 1339527"/>
                  <a:gd name="connsiteX3" fmla="*/ 0 w 402741"/>
                  <a:gd name="connsiteY3" fmla="*/ 1250627 h 1339527"/>
                  <a:gd name="connsiteX4" fmla="*/ 152400 w 402741"/>
                  <a:gd name="connsiteY4" fmla="*/ 0 h 1339527"/>
                  <a:gd name="connsiteX0" fmla="*/ 152400 w 402741"/>
                  <a:gd name="connsiteY0" fmla="*/ 131276 h 1470803"/>
                  <a:gd name="connsiteX1" fmla="*/ 402741 w 402741"/>
                  <a:gd name="connsiteY1" fmla="*/ 194776 h 1470803"/>
                  <a:gd name="connsiteX2" fmla="*/ 237641 w 402741"/>
                  <a:gd name="connsiteY2" fmla="*/ 1470803 h 1470803"/>
                  <a:gd name="connsiteX3" fmla="*/ 0 w 402741"/>
                  <a:gd name="connsiteY3" fmla="*/ 1381903 h 1470803"/>
                  <a:gd name="connsiteX4" fmla="*/ 152400 w 402741"/>
                  <a:gd name="connsiteY4" fmla="*/ 131276 h 1470803"/>
                  <a:gd name="connsiteX0" fmla="*/ 187527 w 437868"/>
                  <a:gd name="connsiteY0" fmla="*/ 395743 h 1735270"/>
                  <a:gd name="connsiteX1" fmla="*/ 4604 w 437868"/>
                  <a:gd name="connsiteY1" fmla="*/ 450 h 1735270"/>
                  <a:gd name="connsiteX2" fmla="*/ 437868 w 437868"/>
                  <a:gd name="connsiteY2" fmla="*/ 459243 h 1735270"/>
                  <a:gd name="connsiteX3" fmla="*/ 272768 w 437868"/>
                  <a:gd name="connsiteY3" fmla="*/ 1735270 h 1735270"/>
                  <a:gd name="connsiteX4" fmla="*/ 35127 w 437868"/>
                  <a:gd name="connsiteY4" fmla="*/ 1646370 h 1735270"/>
                  <a:gd name="connsiteX5" fmla="*/ 187527 w 437868"/>
                  <a:gd name="connsiteY5" fmla="*/ 395743 h 1735270"/>
                  <a:gd name="connsiteX0" fmla="*/ 187527 w 827895"/>
                  <a:gd name="connsiteY0" fmla="*/ 397043 h 1736570"/>
                  <a:gd name="connsiteX1" fmla="*/ 4604 w 827895"/>
                  <a:gd name="connsiteY1" fmla="*/ 1750 h 1736570"/>
                  <a:gd name="connsiteX2" fmla="*/ 819944 w 827895"/>
                  <a:gd name="connsiteY2" fmla="*/ 390370 h 1736570"/>
                  <a:gd name="connsiteX3" fmla="*/ 437868 w 827895"/>
                  <a:gd name="connsiteY3" fmla="*/ 460543 h 1736570"/>
                  <a:gd name="connsiteX4" fmla="*/ 272768 w 827895"/>
                  <a:gd name="connsiteY4" fmla="*/ 1736570 h 1736570"/>
                  <a:gd name="connsiteX5" fmla="*/ 35127 w 827895"/>
                  <a:gd name="connsiteY5" fmla="*/ 1647670 h 1736570"/>
                  <a:gd name="connsiteX6" fmla="*/ 187527 w 827895"/>
                  <a:gd name="connsiteY6" fmla="*/ 397043 h 1736570"/>
                  <a:gd name="connsiteX0" fmla="*/ 187527 w 1079717"/>
                  <a:gd name="connsiteY0" fmla="*/ 399939 h 1739466"/>
                  <a:gd name="connsiteX1" fmla="*/ 4604 w 1079717"/>
                  <a:gd name="connsiteY1" fmla="*/ 4646 h 1739466"/>
                  <a:gd name="connsiteX2" fmla="*/ 1048544 w 1079717"/>
                  <a:gd name="connsiteY2" fmla="*/ 164666 h 1739466"/>
                  <a:gd name="connsiteX3" fmla="*/ 819944 w 1079717"/>
                  <a:gd name="connsiteY3" fmla="*/ 393266 h 1739466"/>
                  <a:gd name="connsiteX4" fmla="*/ 437868 w 1079717"/>
                  <a:gd name="connsiteY4" fmla="*/ 463439 h 1739466"/>
                  <a:gd name="connsiteX5" fmla="*/ 272768 w 1079717"/>
                  <a:gd name="connsiteY5" fmla="*/ 1739466 h 1739466"/>
                  <a:gd name="connsiteX6" fmla="*/ 35127 w 1079717"/>
                  <a:gd name="connsiteY6" fmla="*/ 1650566 h 1739466"/>
                  <a:gd name="connsiteX7" fmla="*/ 187527 w 1079717"/>
                  <a:gd name="connsiteY7" fmla="*/ 399939 h 1739466"/>
                  <a:gd name="connsiteX0" fmla="*/ 187527 w 1491624"/>
                  <a:gd name="connsiteY0" fmla="*/ 447497 h 1787024"/>
                  <a:gd name="connsiteX1" fmla="*/ 4604 w 1491624"/>
                  <a:gd name="connsiteY1" fmla="*/ 52204 h 1787024"/>
                  <a:gd name="connsiteX2" fmla="*/ 1460024 w 1491624"/>
                  <a:gd name="connsiteY2" fmla="*/ 14104 h 1787024"/>
                  <a:gd name="connsiteX3" fmla="*/ 1048544 w 1491624"/>
                  <a:gd name="connsiteY3" fmla="*/ 212224 h 1787024"/>
                  <a:gd name="connsiteX4" fmla="*/ 819944 w 1491624"/>
                  <a:gd name="connsiteY4" fmla="*/ 440824 h 1787024"/>
                  <a:gd name="connsiteX5" fmla="*/ 437868 w 1491624"/>
                  <a:gd name="connsiteY5" fmla="*/ 510997 h 1787024"/>
                  <a:gd name="connsiteX6" fmla="*/ 272768 w 1491624"/>
                  <a:gd name="connsiteY6" fmla="*/ 1787024 h 1787024"/>
                  <a:gd name="connsiteX7" fmla="*/ 35127 w 1491624"/>
                  <a:gd name="connsiteY7" fmla="*/ 1698124 h 1787024"/>
                  <a:gd name="connsiteX8" fmla="*/ 187527 w 1491624"/>
                  <a:gd name="connsiteY8" fmla="*/ 447497 h 1787024"/>
                  <a:gd name="connsiteX0" fmla="*/ 712105 w 2004462"/>
                  <a:gd name="connsiteY0" fmla="*/ 791623 h 2131150"/>
                  <a:gd name="connsiteX1" fmla="*/ 529182 w 2004462"/>
                  <a:gd name="connsiteY1" fmla="*/ 396330 h 2131150"/>
                  <a:gd name="connsiteX2" fmla="*/ 49121 w 2004462"/>
                  <a:gd name="connsiteY2" fmla="*/ 90 h 2131150"/>
                  <a:gd name="connsiteX3" fmla="*/ 1984602 w 2004462"/>
                  <a:gd name="connsiteY3" fmla="*/ 358230 h 2131150"/>
                  <a:gd name="connsiteX4" fmla="*/ 1573122 w 2004462"/>
                  <a:gd name="connsiteY4" fmla="*/ 556350 h 2131150"/>
                  <a:gd name="connsiteX5" fmla="*/ 1344522 w 2004462"/>
                  <a:gd name="connsiteY5" fmla="*/ 784950 h 2131150"/>
                  <a:gd name="connsiteX6" fmla="*/ 962446 w 2004462"/>
                  <a:gd name="connsiteY6" fmla="*/ 855123 h 2131150"/>
                  <a:gd name="connsiteX7" fmla="*/ 797346 w 2004462"/>
                  <a:gd name="connsiteY7" fmla="*/ 2131150 h 2131150"/>
                  <a:gd name="connsiteX8" fmla="*/ 559705 w 2004462"/>
                  <a:gd name="connsiteY8" fmla="*/ 2042250 h 2131150"/>
                  <a:gd name="connsiteX9" fmla="*/ 712105 w 2004462"/>
                  <a:gd name="connsiteY9" fmla="*/ 791623 h 2131150"/>
                  <a:gd name="connsiteX0" fmla="*/ 712105 w 2263745"/>
                  <a:gd name="connsiteY0" fmla="*/ 1036197 h 2375724"/>
                  <a:gd name="connsiteX1" fmla="*/ 529182 w 2263745"/>
                  <a:gd name="connsiteY1" fmla="*/ 640904 h 2375724"/>
                  <a:gd name="connsiteX2" fmla="*/ 49121 w 2263745"/>
                  <a:gd name="connsiteY2" fmla="*/ 244664 h 2375724"/>
                  <a:gd name="connsiteX3" fmla="*/ 2152241 w 2263745"/>
                  <a:gd name="connsiteY3" fmla="*/ 8444 h 2375724"/>
                  <a:gd name="connsiteX4" fmla="*/ 1984602 w 2263745"/>
                  <a:gd name="connsiteY4" fmla="*/ 602804 h 2375724"/>
                  <a:gd name="connsiteX5" fmla="*/ 1573122 w 2263745"/>
                  <a:gd name="connsiteY5" fmla="*/ 800924 h 2375724"/>
                  <a:gd name="connsiteX6" fmla="*/ 1344522 w 2263745"/>
                  <a:gd name="connsiteY6" fmla="*/ 1029524 h 2375724"/>
                  <a:gd name="connsiteX7" fmla="*/ 962446 w 2263745"/>
                  <a:gd name="connsiteY7" fmla="*/ 1099697 h 2375724"/>
                  <a:gd name="connsiteX8" fmla="*/ 797346 w 2263745"/>
                  <a:gd name="connsiteY8" fmla="*/ 2375724 h 2375724"/>
                  <a:gd name="connsiteX9" fmla="*/ 559705 w 2263745"/>
                  <a:gd name="connsiteY9" fmla="*/ 2286824 h 2375724"/>
                  <a:gd name="connsiteX10" fmla="*/ 712105 w 2263745"/>
                  <a:gd name="connsiteY10" fmla="*/ 1036197 h 2375724"/>
                  <a:gd name="connsiteX0" fmla="*/ 712105 w 2247494"/>
                  <a:gd name="connsiteY0" fmla="*/ 1590010 h 2929537"/>
                  <a:gd name="connsiteX1" fmla="*/ 529182 w 2247494"/>
                  <a:gd name="connsiteY1" fmla="*/ 1194717 h 2929537"/>
                  <a:gd name="connsiteX2" fmla="*/ 49121 w 2247494"/>
                  <a:gd name="connsiteY2" fmla="*/ 798477 h 2929537"/>
                  <a:gd name="connsiteX3" fmla="*/ 2087471 w 2247494"/>
                  <a:gd name="connsiteY3" fmla="*/ 2187 h 2929537"/>
                  <a:gd name="connsiteX4" fmla="*/ 2152241 w 2247494"/>
                  <a:gd name="connsiteY4" fmla="*/ 562257 h 2929537"/>
                  <a:gd name="connsiteX5" fmla="*/ 1984602 w 2247494"/>
                  <a:gd name="connsiteY5" fmla="*/ 1156617 h 2929537"/>
                  <a:gd name="connsiteX6" fmla="*/ 1573122 w 2247494"/>
                  <a:gd name="connsiteY6" fmla="*/ 1354737 h 2929537"/>
                  <a:gd name="connsiteX7" fmla="*/ 1344522 w 2247494"/>
                  <a:gd name="connsiteY7" fmla="*/ 1583337 h 2929537"/>
                  <a:gd name="connsiteX8" fmla="*/ 962446 w 2247494"/>
                  <a:gd name="connsiteY8" fmla="*/ 1653510 h 2929537"/>
                  <a:gd name="connsiteX9" fmla="*/ 797346 w 2247494"/>
                  <a:gd name="connsiteY9" fmla="*/ 2929537 h 2929537"/>
                  <a:gd name="connsiteX10" fmla="*/ 559705 w 2247494"/>
                  <a:gd name="connsiteY10" fmla="*/ 2840637 h 2929537"/>
                  <a:gd name="connsiteX11" fmla="*/ 712105 w 2247494"/>
                  <a:gd name="connsiteY11" fmla="*/ 1590010 h 2929537"/>
                  <a:gd name="connsiteX0" fmla="*/ 759565 w 2275936"/>
                  <a:gd name="connsiteY0" fmla="*/ 1588303 h 2927830"/>
                  <a:gd name="connsiteX1" fmla="*/ 576642 w 2275936"/>
                  <a:gd name="connsiteY1" fmla="*/ 1193010 h 2927830"/>
                  <a:gd name="connsiteX2" fmla="*/ 96581 w 2275936"/>
                  <a:gd name="connsiteY2" fmla="*/ 796770 h 2927830"/>
                  <a:gd name="connsiteX3" fmla="*/ 191831 w 2275936"/>
                  <a:gd name="connsiteY3" fmla="*/ 190981 h 2927830"/>
                  <a:gd name="connsiteX4" fmla="*/ 2134931 w 2275936"/>
                  <a:gd name="connsiteY4" fmla="*/ 480 h 2927830"/>
                  <a:gd name="connsiteX5" fmla="*/ 2199701 w 2275936"/>
                  <a:gd name="connsiteY5" fmla="*/ 560550 h 2927830"/>
                  <a:gd name="connsiteX6" fmla="*/ 2032062 w 2275936"/>
                  <a:gd name="connsiteY6" fmla="*/ 1154910 h 2927830"/>
                  <a:gd name="connsiteX7" fmla="*/ 1620582 w 2275936"/>
                  <a:gd name="connsiteY7" fmla="*/ 1353030 h 2927830"/>
                  <a:gd name="connsiteX8" fmla="*/ 1391982 w 2275936"/>
                  <a:gd name="connsiteY8" fmla="*/ 1581630 h 2927830"/>
                  <a:gd name="connsiteX9" fmla="*/ 1009906 w 2275936"/>
                  <a:gd name="connsiteY9" fmla="*/ 1651803 h 2927830"/>
                  <a:gd name="connsiteX10" fmla="*/ 844806 w 2275936"/>
                  <a:gd name="connsiteY10" fmla="*/ 2927830 h 2927830"/>
                  <a:gd name="connsiteX11" fmla="*/ 607165 w 2275936"/>
                  <a:gd name="connsiteY11" fmla="*/ 2838930 h 2927830"/>
                  <a:gd name="connsiteX12" fmla="*/ 759565 w 2275936"/>
                  <a:gd name="connsiteY12" fmla="*/ 1588303 h 2927830"/>
                  <a:gd name="connsiteX0" fmla="*/ 759565 w 2270304"/>
                  <a:gd name="connsiteY0" fmla="*/ 1632823 h 2972350"/>
                  <a:gd name="connsiteX1" fmla="*/ 576642 w 2270304"/>
                  <a:gd name="connsiteY1" fmla="*/ 1237530 h 2972350"/>
                  <a:gd name="connsiteX2" fmla="*/ 96581 w 2270304"/>
                  <a:gd name="connsiteY2" fmla="*/ 841290 h 2972350"/>
                  <a:gd name="connsiteX3" fmla="*/ 191831 w 2270304"/>
                  <a:gd name="connsiteY3" fmla="*/ 235501 h 2972350"/>
                  <a:gd name="connsiteX4" fmla="*/ 410906 w 2270304"/>
                  <a:gd name="connsiteY4" fmla="*/ 35475 h 2972350"/>
                  <a:gd name="connsiteX5" fmla="*/ 2134931 w 2270304"/>
                  <a:gd name="connsiteY5" fmla="*/ 45000 h 2972350"/>
                  <a:gd name="connsiteX6" fmla="*/ 2199701 w 2270304"/>
                  <a:gd name="connsiteY6" fmla="*/ 605070 h 2972350"/>
                  <a:gd name="connsiteX7" fmla="*/ 2032062 w 2270304"/>
                  <a:gd name="connsiteY7" fmla="*/ 1199430 h 2972350"/>
                  <a:gd name="connsiteX8" fmla="*/ 1620582 w 2270304"/>
                  <a:gd name="connsiteY8" fmla="*/ 1397550 h 2972350"/>
                  <a:gd name="connsiteX9" fmla="*/ 1391982 w 2270304"/>
                  <a:gd name="connsiteY9" fmla="*/ 1626150 h 2972350"/>
                  <a:gd name="connsiteX10" fmla="*/ 1009906 w 2270304"/>
                  <a:gd name="connsiteY10" fmla="*/ 1696323 h 2972350"/>
                  <a:gd name="connsiteX11" fmla="*/ 844806 w 2270304"/>
                  <a:gd name="connsiteY11" fmla="*/ 2972350 h 2972350"/>
                  <a:gd name="connsiteX12" fmla="*/ 607165 w 2270304"/>
                  <a:gd name="connsiteY12" fmla="*/ 2883450 h 2972350"/>
                  <a:gd name="connsiteX13" fmla="*/ 759565 w 2270304"/>
                  <a:gd name="connsiteY13" fmla="*/ 1632823 h 2972350"/>
                  <a:gd name="connsiteX0" fmla="*/ 759565 w 2231157"/>
                  <a:gd name="connsiteY0" fmla="*/ 2216476 h 3556003"/>
                  <a:gd name="connsiteX1" fmla="*/ 576642 w 2231157"/>
                  <a:gd name="connsiteY1" fmla="*/ 1821183 h 3556003"/>
                  <a:gd name="connsiteX2" fmla="*/ 96581 w 2231157"/>
                  <a:gd name="connsiteY2" fmla="*/ 1424943 h 3556003"/>
                  <a:gd name="connsiteX3" fmla="*/ 191831 w 2231157"/>
                  <a:gd name="connsiteY3" fmla="*/ 819154 h 3556003"/>
                  <a:gd name="connsiteX4" fmla="*/ 410906 w 2231157"/>
                  <a:gd name="connsiteY4" fmla="*/ 619128 h 3556003"/>
                  <a:gd name="connsiteX5" fmla="*/ 325181 w 2231157"/>
                  <a:gd name="connsiteY5" fmla="*/ 3 h 3556003"/>
                  <a:gd name="connsiteX6" fmla="*/ 2134931 w 2231157"/>
                  <a:gd name="connsiteY6" fmla="*/ 628653 h 3556003"/>
                  <a:gd name="connsiteX7" fmla="*/ 2199701 w 2231157"/>
                  <a:gd name="connsiteY7" fmla="*/ 1188723 h 3556003"/>
                  <a:gd name="connsiteX8" fmla="*/ 2032062 w 2231157"/>
                  <a:gd name="connsiteY8" fmla="*/ 1783083 h 3556003"/>
                  <a:gd name="connsiteX9" fmla="*/ 1620582 w 2231157"/>
                  <a:gd name="connsiteY9" fmla="*/ 1981203 h 3556003"/>
                  <a:gd name="connsiteX10" fmla="*/ 1391982 w 2231157"/>
                  <a:gd name="connsiteY10" fmla="*/ 2209803 h 3556003"/>
                  <a:gd name="connsiteX11" fmla="*/ 1009906 w 2231157"/>
                  <a:gd name="connsiteY11" fmla="*/ 2279976 h 3556003"/>
                  <a:gd name="connsiteX12" fmla="*/ 844806 w 2231157"/>
                  <a:gd name="connsiteY12" fmla="*/ 3556003 h 3556003"/>
                  <a:gd name="connsiteX13" fmla="*/ 607165 w 2231157"/>
                  <a:gd name="connsiteY13" fmla="*/ 3467103 h 3556003"/>
                  <a:gd name="connsiteX14" fmla="*/ 759565 w 2231157"/>
                  <a:gd name="connsiteY14" fmla="*/ 2216476 h 3556003"/>
                  <a:gd name="connsiteX0" fmla="*/ 759565 w 2209496"/>
                  <a:gd name="connsiteY0" fmla="*/ 2373929 h 3713456"/>
                  <a:gd name="connsiteX1" fmla="*/ 576642 w 2209496"/>
                  <a:gd name="connsiteY1" fmla="*/ 1978636 h 3713456"/>
                  <a:gd name="connsiteX2" fmla="*/ 96581 w 2209496"/>
                  <a:gd name="connsiteY2" fmla="*/ 1582396 h 3713456"/>
                  <a:gd name="connsiteX3" fmla="*/ 191831 w 2209496"/>
                  <a:gd name="connsiteY3" fmla="*/ 976607 h 3713456"/>
                  <a:gd name="connsiteX4" fmla="*/ 410906 w 2209496"/>
                  <a:gd name="connsiteY4" fmla="*/ 776581 h 3713456"/>
                  <a:gd name="connsiteX5" fmla="*/ 325181 w 2209496"/>
                  <a:gd name="connsiteY5" fmla="*/ 157456 h 3713456"/>
                  <a:gd name="connsiteX6" fmla="*/ 1772982 w 2209496"/>
                  <a:gd name="connsiteY6" fmla="*/ 30457 h 3713456"/>
                  <a:gd name="connsiteX7" fmla="*/ 2134931 w 2209496"/>
                  <a:gd name="connsiteY7" fmla="*/ 786106 h 3713456"/>
                  <a:gd name="connsiteX8" fmla="*/ 2199701 w 2209496"/>
                  <a:gd name="connsiteY8" fmla="*/ 1346176 h 3713456"/>
                  <a:gd name="connsiteX9" fmla="*/ 2032062 w 2209496"/>
                  <a:gd name="connsiteY9" fmla="*/ 1940536 h 3713456"/>
                  <a:gd name="connsiteX10" fmla="*/ 1620582 w 2209496"/>
                  <a:gd name="connsiteY10" fmla="*/ 2138656 h 3713456"/>
                  <a:gd name="connsiteX11" fmla="*/ 1391982 w 2209496"/>
                  <a:gd name="connsiteY11" fmla="*/ 2367256 h 3713456"/>
                  <a:gd name="connsiteX12" fmla="*/ 1009906 w 2209496"/>
                  <a:gd name="connsiteY12" fmla="*/ 2437429 h 3713456"/>
                  <a:gd name="connsiteX13" fmla="*/ 844806 w 2209496"/>
                  <a:gd name="connsiteY13" fmla="*/ 3713456 h 3713456"/>
                  <a:gd name="connsiteX14" fmla="*/ 607165 w 2209496"/>
                  <a:gd name="connsiteY14" fmla="*/ 3624556 h 3713456"/>
                  <a:gd name="connsiteX15" fmla="*/ 759565 w 2209496"/>
                  <a:gd name="connsiteY15" fmla="*/ 2373929 h 3713456"/>
                  <a:gd name="connsiteX0" fmla="*/ 759565 w 2209496"/>
                  <a:gd name="connsiteY0" fmla="*/ 2801590 h 4141117"/>
                  <a:gd name="connsiteX1" fmla="*/ 576642 w 2209496"/>
                  <a:gd name="connsiteY1" fmla="*/ 2406297 h 4141117"/>
                  <a:gd name="connsiteX2" fmla="*/ 96581 w 2209496"/>
                  <a:gd name="connsiteY2" fmla="*/ 2010057 h 4141117"/>
                  <a:gd name="connsiteX3" fmla="*/ 191831 w 2209496"/>
                  <a:gd name="connsiteY3" fmla="*/ 1404268 h 4141117"/>
                  <a:gd name="connsiteX4" fmla="*/ 410906 w 2209496"/>
                  <a:gd name="connsiteY4" fmla="*/ 1204242 h 4141117"/>
                  <a:gd name="connsiteX5" fmla="*/ 325181 w 2209496"/>
                  <a:gd name="connsiteY5" fmla="*/ 585117 h 4141117"/>
                  <a:gd name="connsiteX6" fmla="*/ 1557082 w 2209496"/>
                  <a:gd name="connsiteY6" fmla="*/ 918 h 4141117"/>
                  <a:gd name="connsiteX7" fmla="*/ 1772982 w 2209496"/>
                  <a:gd name="connsiteY7" fmla="*/ 458118 h 4141117"/>
                  <a:gd name="connsiteX8" fmla="*/ 2134931 w 2209496"/>
                  <a:gd name="connsiteY8" fmla="*/ 1213767 h 4141117"/>
                  <a:gd name="connsiteX9" fmla="*/ 2199701 w 2209496"/>
                  <a:gd name="connsiteY9" fmla="*/ 1773837 h 4141117"/>
                  <a:gd name="connsiteX10" fmla="*/ 2032062 w 2209496"/>
                  <a:gd name="connsiteY10" fmla="*/ 2368197 h 4141117"/>
                  <a:gd name="connsiteX11" fmla="*/ 1620582 w 2209496"/>
                  <a:gd name="connsiteY11" fmla="*/ 2566317 h 4141117"/>
                  <a:gd name="connsiteX12" fmla="*/ 1391982 w 2209496"/>
                  <a:gd name="connsiteY12" fmla="*/ 2794917 h 4141117"/>
                  <a:gd name="connsiteX13" fmla="*/ 1009906 w 2209496"/>
                  <a:gd name="connsiteY13" fmla="*/ 2865090 h 4141117"/>
                  <a:gd name="connsiteX14" fmla="*/ 844806 w 2209496"/>
                  <a:gd name="connsiteY14" fmla="*/ 4141117 h 4141117"/>
                  <a:gd name="connsiteX15" fmla="*/ 607165 w 2209496"/>
                  <a:gd name="connsiteY15" fmla="*/ 4052217 h 4141117"/>
                  <a:gd name="connsiteX16" fmla="*/ 759565 w 2209496"/>
                  <a:gd name="connsiteY16" fmla="*/ 2801590 h 4141117"/>
                  <a:gd name="connsiteX0" fmla="*/ 759565 w 2209496"/>
                  <a:gd name="connsiteY0" fmla="*/ 2800780 h 4140307"/>
                  <a:gd name="connsiteX1" fmla="*/ 576642 w 2209496"/>
                  <a:gd name="connsiteY1" fmla="*/ 2405487 h 4140307"/>
                  <a:gd name="connsiteX2" fmla="*/ 96581 w 2209496"/>
                  <a:gd name="connsiteY2" fmla="*/ 2009247 h 4140307"/>
                  <a:gd name="connsiteX3" fmla="*/ 191831 w 2209496"/>
                  <a:gd name="connsiteY3" fmla="*/ 1403458 h 4140307"/>
                  <a:gd name="connsiteX4" fmla="*/ 410906 w 2209496"/>
                  <a:gd name="connsiteY4" fmla="*/ 1203432 h 4140307"/>
                  <a:gd name="connsiteX5" fmla="*/ 325181 w 2209496"/>
                  <a:gd name="connsiteY5" fmla="*/ 584307 h 4140307"/>
                  <a:gd name="connsiteX6" fmla="*/ 96582 w 2209496"/>
                  <a:gd name="connsiteY6" fmla="*/ 368409 h 4140307"/>
                  <a:gd name="connsiteX7" fmla="*/ 1557082 w 2209496"/>
                  <a:gd name="connsiteY7" fmla="*/ 108 h 4140307"/>
                  <a:gd name="connsiteX8" fmla="*/ 1772982 w 2209496"/>
                  <a:gd name="connsiteY8" fmla="*/ 457308 h 4140307"/>
                  <a:gd name="connsiteX9" fmla="*/ 2134931 w 2209496"/>
                  <a:gd name="connsiteY9" fmla="*/ 1212957 h 4140307"/>
                  <a:gd name="connsiteX10" fmla="*/ 2199701 w 2209496"/>
                  <a:gd name="connsiteY10" fmla="*/ 1773027 h 4140307"/>
                  <a:gd name="connsiteX11" fmla="*/ 2032062 w 2209496"/>
                  <a:gd name="connsiteY11" fmla="*/ 2367387 h 4140307"/>
                  <a:gd name="connsiteX12" fmla="*/ 1620582 w 2209496"/>
                  <a:gd name="connsiteY12" fmla="*/ 2565507 h 4140307"/>
                  <a:gd name="connsiteX13" fmla="*/ 1391982 w 2209496"/>
                  <a:gd name="connsiteY13" fmla="*/ 2794107 h 4140307"/>
                  <a:gd name="connsiteX14" fmla="*/ 1009906 w 2209496"/>
                  <a:gd name="connsiteY14" fmla="*/ 2864280 h 4140307"/>
                  <a:gd name="connsiteX15" fmla="*/ 844806 w 2209496"/>
                  <a:gd name="connsiteY15" fmla="*/ 4140307 h 4140307"/>
                  <a:gd name="connsiteX16" fmla="*/ 607165 w 2209496"/>
                  <a:gd name="connsiteY16" fmla="*/ 4051407 h 4140307"/>
                  <a:gd name="connsiteX17" fmla="*/ 759565 w 2209496"/>
                  <a:gd name="connsiteY17" fmla="*/ 2800780 h 4140307"/>
                  <a:gd name="connsiteX0" fmla="*/ 759565 w 2209496"/>
                  <a:gd name="connsiteY0" fmla="*/ 2886104 h 4225631"/>
                  <a:gd name="connsiteX1" fmla="*/ 576642 w 2209496"/>
                  <a:gd name="connsiteY1" fmla="*/ 2490811 h 4225631"/>
                  <a:gd name="connsiteX2" fmla="*/ 96581 w 2209496"/>
                  <a:gd name="connsiteY2" fmla="*/ 2094571 h 4225631"/>
                  <a:gd name="connsiteX3" fmla="*/ 191831 w 2209496"/>
                  <a:gd name="connsiteY3" fmla="*/ 1488782 h 4225631"/>
                  <a:gd name="connsiteX4" fmla="*/ 410906 w 2209496"/>
                  <a:gd name="connsiteY4" fmla="*/ 1288756 h 4225631"/>
                  <a:gd name="connsiteX5" fmla="*/ 325181 w 2209496"/>
                  <a:gd name="connsiteY5" fmla="*/ 669631 h 4225631"/>
                  <a:gd name="connsiteX6" fmla="*/ 96582 w 2209496"/>
                  <a:gd name="connsiteY6" fmla="*/ 453733 h 4225631"/>
                  <a:gd name="connsiteX7" fmla="*/ 172782 w 2209496"/>
                  <a:gd name="connsiteY7" fmla="*/ 21933 h 4225631"/>
                  <a:gd name="connsiteX8" fmla="*/ 1557082 w 2209496"/>
                  <a:gd name="connsiteY8" fmla="*/ 85432 h 4225631"/>
                  <a:gd name="connsiteX9" fmla="*/ 1772982 w 2209496"/>
                  <a:gd name="connsiteY9" fmla="*/ 542632 h 4225631"/>
                  <a:gd name="connsiteX10" fmla="*/ 2134931 w 2209496"/>
                  <a:gd name="connsiteY10" fmla="*/ 1298281 h 4225631"/>
                  <a:gd name="connsiteX11" fmla="*/ 2199701 w 2209496"/>
                  <a:gd name="connsiteY11" fmla="*/ 1858351 h 4225631"/>
                  <a:gd name="connsiteX12" fmla="*/ 2032062 w 2209496"/>
                  <a:gd name="connsiteY12" fmla="*/ 2452711 h 4225631"/>
                  <a:gd name="connsiteX13" fmla="*/ 1620582 w 2209496"/>
                  <a:gd name="connsiteY13" fmla="*/ 2650831 h 4225631"/>
                  <a:gd name="connsiteX14" fmla="*/ 1391982 w 2209496"/>
                  <a:gd name="connsiteY14" fmla="*/ 2879431 h 4225631"/>
                  <a:gd name="connsiteX15" fmla="*/ 1009906 w 2209496"/>
                  <a:gd name="connsiteY15" fmla="*/ 2949604 h 4225631"/>
                  <a:gd name="connsiteX16" fmla="*/ 844806 w 2209496"/>
                  <a:gd name="connsiteY16" fmla="*/ 4225631 h 4225631"/>
                  <a:gd name="connsiteX17" fmla="*/ 607165 w 2209496"/>
                  <a:gd name="connsiteY17" fmla="*/ 4136731 h 4225631"/>
                  <a:gd name="connsiteX18" fmla="*/ 759565 w 2209496"/>
                  <a:gd name="connsiteY18" fmla="*/ 2886104 h 4225631"/>
                  <a:gd name="connsiteX0" fmla="*/ 759565 w 2209496"/>
                  <a:gd name="connsiteY0" fmla="*/ 3207357 h 4546884"/>
                  <a:gd name="connsiteX1" fmla="*/ 576642 w 2209496"/>
                  <a:gd name="connsiteY1" fmla="*/ 2812064 h 4546884"/>
                  <a:gd name="connsiteX2" fmla="*/ 96581 w 2209496"/>
                  <a:gd name="connsiteY2" fmla="*/ 2415824 h 4546884"/>
                  <a:gd name="connsiteX3" fmla="*/ 191831 w 2209496"/>
                  <a:gd name="connsiteY3" fmla="*/ 1810035 h 4546884"/>
                  <a:gd name="connsiteX4" fmla="*/ 410906 w 2209496"/>
                  <a:gd name="connsiteY4" fmla="*/ 1610009 h 4546884"/>
                  <a:gd name="connsiteX5" fmla="*/ 325181 w 2209496"/>
                  <a:gd name="connsiteY5" fmla="*/ 990884 h 4546884"/>
                  <a:gd name="connsiteX6" fmla="*/ 96582 w 2209496"/>
                  <a:gd name="connsiteY6" fmla="*/ 774986 h 4546884"/>
                  <a:gd name="connsiteX7" fmla="*/ 172782 w 2209496"/>
                  <a:gd name="connsiteY7" fmla="*/ 343186 h 4546884"/>
                  <a:gd name="connsiteX8" fmla="*/ 1328482 w 2209496"/>
                  <a:gd name="connsiteY8" fmla="*/ 286 h 4546884"/>
                  <a:gd name="connsiteX9" fmla="*/ 1557082 w 2209496"/>
                  <a:gd name="connsiteY9" fmla="*/ 406685 h 4546884"/>
                  <a:gd name="connsiteX10" fmla="*/ 1772982 w 2209496"/>
                  <a:gd name="connsiteY10" fmla="*/ 863885 h 4546884"/>
                  <a:gd name="connsiteX11" fmla="*/ 2134931 w 2209496"/>
                  <a:gd name="connsiteY11" fmla="*/ 1619534 h 4546884"/>
                  <a:gd name="connsiteX12" fmla="*/ 2199701 w 2209496"/>
                  <a:gd name="connsiteY12" fmla="*/ 2179604 h 4546884"/>
                  <a:gd name="connsiteX13" fmla="*/ 2032062 w 2209496"/>
                  <a:gd name="connsiteY13" fmla="*/ 2773964 h 4546884"/>
                  <a:gd name="connsiteX14" fmla="*/ 1620582 w 2209496"/>
                  <a:gd name="connsiteY14" fmla="*/ 2972084 h 4546884"/>
                  <a:gd name="connsiteX15" fmla="*/ 1391982 w 2209496"/>
                  <a:gd name="connsiteY15" fmla="*/ 3200684 h 4546884"/>
                  <a:gd name="connsiteX16" fmla="*/ 1009906 w 2209496"/>
                  <a:gd name="connsiteY16" fmla="*/ 3270857 h 4546884"/>
                  <a:gd name="connsiteX17" fmla="*/ 844806 w 2209496"/>
                  <a:gd name="connsiteY17" fmla="*/ 4546884 h 4546884"/>
                  <a:gd name="connsiteX18" fmla="*/ 607165 w 2209496"/>
                  <a:gd name="connsiteY18" fmla="*/ 4457984 h 4546884"/>
                  <a:gd name="connsiteX19" fmla="*/ 759565 w 2209496"/>
                  <a:gd name="connsiteY19" fmla="*/ 3207357 h 4546884"/>
                  <a:gd name="connsiteX0" fmla="*/ 759565 w 2209496"/>
                  <a:gd name="connsiteY0" fmla="*/ 3348198 h 4687725"/>
                  <a:gd name="connsiteX1" fmla="*/ 576642 w 2209496"/>
                  <a:gd name="connsiteY1" fmla="*/ 2952905 h 4687725"/>
                  <a:gd name="connsiteX2" fmla="*/ 96581 w 2209496"/>
                  <a:gd name="connsiteY2" fmla="*/ 2556665 h 4687725"/>
                  <a:gd name="connsiteX3" fmla="*/ 191831 w 2209496"/>
                  <a:gd name="connsiteY3" fmla="*/ 1950876 h 4687725"/>
                  <a:gd name="connsiteX4" fmla="*/ 410906 w 2209496"/>
                  <a:gd name="connsiteY4" fmla="*/ 1750850 h 4687725"/>
                  <a:gd name="connsiteX5" fmla="*/ 325181 w 2209496"/>
                  <a:gd name="connsiteY5" fmla="*/ 1131725 h 4687725"/>
                  <a:gd name="connsiteX6" fmla="*/ 96582 w 2209496"/>
                  <a:gd name="connsiteY6" fmla="*/ 915827 h 4687725"/>
                  <a:gd name="connsiteX7" fmla="*/ 172782 w 2209496"/>
                  <a:gd name="connsiteY7" fmla="*/ 484027 h 4687725"/>
                  <a:gd name="connsiteX8" fmla="*/ 1099882 w 2209496"/>
                  <a:gd name="connsiteY8" fmla="*/ 14127 h 4687725"/>
                  <a:gd name="connsiteX9" fmla="*/ 1328482 w 2209496"/>
                  <a:gd name="connsiteY9" fmla="*/ 141127 h 4687725"/>
                  <a:gd name="connsiteX10" fmla="*/ 1557082 w 2209496"/>
                  <a:gd name="connsiteY10" fmla="*/ 547526 h 4687725"/>
                  <a:gd name="connsiteX11" fmla="*/ 1772982 w 2209496"/>
                  <a:gd name="connsiteY11" fmla="*/ 1004726 h 4687725"/>
                  <a:gd name="connsiteX12" fmla="*/ 2134931 w 2209496"/>
                  <a:gd name="connsiteY12" fmla="*/ 1760375 h 4687725"/>
                  <a:gd name="connsiteX13" fmla="*/ 2199701 w 2209496"/>
                  <a:gd name="connsiteY13" fmla="*/ 2320445 h 4687725"/>
                  <a:gd name="connsiteX14" fmla="*/ 2032062 w 2209496"/>
                  <a:gd name="connsiteY14" fmla="*/ 2914805 h 4687725"/>
                  <a:gd name="connsiteX15" fmla="*/ 1620582 w 2209496"/>
                  <a:gd name="connsiteY15" fmla="*/ 3112925 h 4687725"/>
                  <a:gd name="connsiteX16" fmla="*/ 1391982 w 2209496"/>
                  <a:gd name="connsiteY16" fmla="*/ 3341525 h 4687725"/>
                  <a:gd name="connsiteX17" fmla="*/ 1009906 w 2209496"/>
                  <a:gd name="connsiteY17" fmla="*/ 3411698 h 4687725"/>
                  <a:gd name="connsiteX18" fmla="*/ 844806 w 2209496"/>
                  <a:gd name="connsiteY18" fmla="*/ 4687725 h 4687725"/>
                  <a:gd name="connsiteX19" fmla="*/ 607165 w 2209496"/>
                  <a:gd name="connsiteY19" fmla="*/ 4598825 h 4687725"/>
                  <a:gd name="connsiteX20" fmla="*/ 759565 w 2209496"/>
                  <a:gd name="connsiteY20" fmla="*/ 3348198 h 4687725"/>
                  <a:gd name="connsiteX0" fmla="*/ 759565 w 2209496"/>
                  <a:gd name="connsiteY0" fmla="*/ 3420474 h 4760001"/>
                  <a:gd name="connsiteX1" fmla="*/ 576642 w 2209496"/>
                  <a:gd name="connsiteY1" fmla="*/ 3025181 h 4760001"/>
                  <a:gd name="connsiteX2" fmla="*/ 96581 w 2209496"/>
                  <a:gd name="connsiteY2" fmla="*/ 2628941 h 4760001"/>
                  <a:gd name="connsiteX3" fmla="*/ 191831 w 2209496"/>
                  <a:gd name="connsiteY3" fmla="*/ 2023152 h 4760001"/>
                  <a:gd name="connsiteX4" fmla="*/ 410906 w 2209496"/>
                  <a:gd name="connsiteY4" fmla="*/ 1823126 h 4760001"/>
                  <a:gd name="connsiteX5" fmla="*/ 325181 w 2209496"/>
                  <a:gd name="connsiteY5" fmla="*/ 1204001 h 4760001"/>
                  <a:gd name="connsiteX6" fmla="*/ 96582 w 2209496"/>
                  <a:gd name="connsiteY6" fmla="*/ 988103 h 4760001"/>
                  <a:gd name="connsiteX7" fmla="*/ 172782 w 2209496"/>
                  <a:gd name="connsiteY7" fmla="*/ 556303 h 4760001"/>
                  <a:gd name="connsiteX8" fmla="*/ 871282 w 2209496"/>
                  <a:gd name="connsiteY8" fmla="*/ 22904 h 4760001"/>
                  <a:gd name="connsiteX9" fmla="*/ 1099882 w 2209496"/>
                  <a:gd name="connsiteY9" fmla="*/ 86403 h 4760001"/>
                  <a:gd name="connsiteX10" fmla="*/ 1328482 w 2209496"/>
                  <a:gd name="connsiteY10" fmla="*/ 213403 h 4760001"/>
                  <a:gd name="connsiteX11" fmla="*/ 1557082 w 2209496"/>
                  <a:gd name="connsiteY11" fmla="*/ 619802 h 4760001"/>
                  <a:gd name="connsiteX12" fmla="*/ 1772982 w 2209496"/>
                  <a:gd name="connsiteY12" fmla="*/ 1077002 h 4760001"/>
                  <a:gd name="connsiteX13" fmla="*/ 2134931 w 2209496"/>
                  <a:gd name="connsiteY13" fmla="*/ 1832651 h 4760001"/>
                  <a:gd name="connsiteX14" fmla="*/ 2199701 w 2209496"/>
                  <a:gd name="connsiteY14" fmla="*/ 2392721 h 4760001"/>
                  <a:gd name="connsiteX15" fmla="*/ 2032062 w 2209496"/>
                  <a:gd name="connsiteY15" fmla="*/ 2987081 h 4760001"/>
                  <a:gd name="connsiteX16" fmla="*/ 1620582 w 2209496"/>
                  <a:gd name="connsiteY16" fmla="*/ 3185201 h 4760001"/>
                  <a:gd name="connsiteX17" fmla="*/ 1391982 w 2209496"/>
                  <a:gd name="connsiteY17" fmla="*/ 3413801 h 4760001"/>
                  <a:gd name="connsiteX18" fmla="*/ 1009906 w 2209496"/>
                  <a:gd name="connsiteY18" fmla="*/ 3483974 h 4760001"/>
                  <a:gd name="connsiteX19" fmla="*/ 844806 w 2209496"/>
                  <a:gd name="connsiteY19" fmla="*/ 4760001 h 4760001"/>
                  <a:gd name="connsiteX20" fmla="*/ 607165 w 2209496"/>
                  <a:gd name="connsiteY20" fmla="*/ 4671101 h 4760001"/>
                  <a:gd name="connsiteX21" fmla="*/ 759565 w 2209496"/>
                  <a:gd name="connsiteY21" fmla="*/ 3420474 h 4760001"/>
                  <a:gd name="connsiteX0" fmla="*/ 759565 w 2209496"/>
                  <a:gd name="connsiteY0" fmla="*/ 3403098 h 4742625"/>
                  <a:gd name="connsiteX1" fmla="*/ 576642 w 2209496"/>
                  <a:gd name="connsiteY1" fmla="*/ 3007805 h 4742625"/>
                  <a:gd name="connsiteX2" fmla="*/ 96581 w 2209496"/>
                  <a:gd name="connsiteY2" fmla="*/ 2611565 h 4742625"/>
                  <a:gd name="connsiteX3" fmla="*/ 191831 w 2209496"/>
                  <a:gd name="connsiteY3" fmla="*/ 2005776 h 4742625"/>
                  <a:gd name="connsiteX4" fmla="*/ 410906 w 2209496"/>
                  <a:gd name="connsiteY4" fmla="*/ 1805750 h 4742625"/>
                  <a:gd name="connsiteX5" fmla="*/ 325181 w 2209496"/>
                  <a:gd name="connsiteY5" fmla="*/ 1186625 h 4742625"/>
                  <a:gd name="connsiteX6" fmla="*/ 96582 w 2209496"/>
                  <a:gd name="connsiteY6" fmla="*/ 970727 h 4742625"/>
                  <a:gd name="connsiteX7" fmla="*/ 172782 w 2209496"/>
                  <a:gd name="connsiteY7" fmla="*/ 538927 h 4742625"/>
                  <a:gd name="connsiteX8" fmla="*/ 426782 w 2209496"/>
                  <a:gd name="connsiteY8" fmla="*/ 69028 h 4742625"/>
                  <a:gd name="connsiteX9" fmla="*/ 871282 w 2209496"/>
                  <a:gd name="connsiteY9" fmla="*/ 5528 h 4742625"/>
                  <a:gd name="connsiteX10" fmla="*/ 1099882 w 2209496"/>
                  <a:gd name="connsiteY10" fmla="*/ 69027 h 4742625"/>
                  <a:gd name="connsiteX11" fmla="*/ 1328482 w 2209496"/>
                  <a:gd name="connsiteY11" fmla="*/ 196027 h 4742625"/>
                  <a:gd name="connsiteX12" fmla="*/ 1557082 w 2209496"/>
                  <a:gd name="connsiteY12" fmla="*/ 602426 h 4742625"/>
                  <a:gd name="connsiteX13" fmla="*/ 1772982 w 2209496"/>
                  <a:gd name="connsiteY13" fmla="*/ 1059626 h 4742625"/>
                  <a:gd name="connsiteX14" fmla="*/ 2134931 w 2209496"/>
                  <a:gd name="connsiteY14" fmla="*/ 1815275 h 4742625"/>
                  <a:gd name="connsiteX15" fmla="*/ 2199701 w 2209496"/>
                  <a:gd name="connsiteY15" fmla="*/ 2375345 h 4742625"/>
                  <a:gd name="connsiteX16" fmla="*/ 2032062 w 2209496"/>
                  <a:gd name="connsiteY16" fmla="*/ 2969705 h 4742625"/>
                  <a:gd name="connsiteX17" fmla="*/ 1620582 w 2209496"/>
                  <a:gd name="connsiteY17" fmla="*/ 3167825 h 4742625"/>
                  <a:gd name="connsiteX18" fmla="*/ 1391982 w 2209496"/>
                  <a:gd name="connsiteY18" fmla="*/ 3396425 h 4742625"/>
                  <a:gd name="connsiteX19" fmla="*/ 1009906 w 2209496"/>
                  <a:gd name="connsiteY19" fmla="*/ 3466598 h 4742625"/>
                  <a:gd name="connsiteX20" fmla="*/ 844806 w 2209496"/>
                  <a:gd name="connsiteY20" fmla="*/ 4742625 h 4742625"/>
                  <a:gd name="connsiteX21" fmla="*/ 607165 w 2209496"/>
                  <a:gd name="connsiteY21" fmla="*/ 4653725 h 4742625"/>
                  <a:gd name="connsiteX22" fmla="*/ 759565 w 2209496"/>
                  <a:gd name="connsiteY22" fmla="*/ 3403098 h 4742625"/>
                  <a:gd name="connsiteX0" fmla="*/ 759565 w 2209496"/>
                  <a:gd name="connsiteY0" fmla="*/ 3403098 h 4742625"/>
                  <a:gd name="connsiteX1" fmla="*/ 576642 w 2209496"/>
                  <a:gd name="connsiteY1" fmla="*/ 3007805 h 4742625"/>
                  <a:gd name="connsiteX2" fmla="*/ 96581 w 2209496"/>
                  <a:gd name="connsiteY2" fmla="*/ 2611565 h 4742625"/>
                  <a:gd name="connsiteX3" fmla="*/ 191831 w 2209496"/>
                  <a:gd name="connsiteY3" fmla="*/ 2005776 h 4742625"/>
                  <a:gd name="connsiteX4" fmla="*/ 410906 w 2209496"/>
                  <a:gd name="connsiteY4" fmla="*/ 1805750 h 4742625"/>
                  <a:gd name="connsiteX5" fmla="*/ 325181 w 2209496"/>
                  <a:gd name="connsiteY5" fmla="*/ 1186625 h 4742625"/>
                  <a:gd name="connsiteX6" fmla="*/ 96582 w 2209496"/>
                  <a:gd name="connsiteY6" fmla="*/ 970727 h 4742625"/>
                  <a:gd name="connsiteX7" fmla="*/ 172782 w 2209496"/>
                  <a:gd name="connsiteY7" fmla="*/ 538927 h 4742625"/>
                  <a:gd name="connsiteX8" fmla="*/ 426782 w 2209496"/>
                  <a:gd name="connsiteY8" fmla="*/ 69028 h 4742625"/>
                  <a:gd name="connsiteX9" fmla="*/ 871282 w 2209496"/>
                  <a:gd name="connsiteY9" fmla="*/ 5528 h 4742625"/>
                  <a:gd name="connsiteX10" fmla="*/ 1099882 w 2209496"/>
                  <a:gd name="connsiteY10" fmla="*/ 69027 h 4742625"/>
                  <a:gd name="connsiteX11" fmla="*/ 1328482 w 2209496"/>
                  <a:gd name="connsiteY11" fmla="*/ 196027 h 4742625"/>
                  <a:gd name="connsiteX12" fmla="*/ 1557082 w 2209496"/>
                  <a:gd name="connsiteY12" fmla="*/ 602426 h 4742625"/>
                  <a:gd name="connsiteX13" fmla="*/ 1772982 w 2209496"/>
                  <a:gd name="connsiteY13" fmla="*/ 1059626 h 4742625"/>
                  <a:gd name="connsiteX14" fmla="*/ 2134931 w 2209496"/>
                  <a:gd name="connsiteY14" fmla="*/ 1815275 h 4742625"/>
                  <a:gd name="connsiteX15" fmla="*/ 2199701 w 2209496"/>
                  <a:gd name="connsiteY15" fmla="*/ 2375345 h 4742625"/>
                  <a:gd name="connsiteX16" fmla="*/ 2032062 w 2209496"/>
                  <a:gd name="connsiteY16" fmla="*/ 2969705 h 4742625"/>
                  <a:gd name="connsiteX17" fmla="*/ 1620582 w 2209496"/>
                  <a:gd name="connsiteY17" fmla="*/ 3167825 h 4742625"/>
                  <a:gd name="connsiteX18" fmla="*/ 1391982 w 2209496"/>
                  <a:gd name="connsiteY18" fmla="*/ 3396425 h 4742625"/>
                  <a:gd name="connsiteX19" fmla="*/ 1009906 w 2209496"/>
                  <a:gd name="connsiteY19" fmla="*/ 3466598 h 4742625"/>
                  <a:gd name="connsiteX20" fmla="*/ 844806 w 2209496"/>
                  <a:gd name="connsiteY20" fmla="*/ 4742625 h 4742625"/>
                  <a:gd name="connsiteX21" fmla="*/ 607165 w 2209496"/>
                  <a:gd name="connsiteY21" fmla="*/ 4653725 h 4742625"/>
                  <a:gd name="connsiteX22" fmla="*/ 759565 w 2209496"/>
                  <a:gd name="connsiteY22" fmla="*/ 3403098 h 4742625"/>
                  <a:gd name="connsiteX0" fmla="*/ 759565 w 2226999"/>
                  <a:gd name="connsiteY0" fmla="*/ 3403098 h 4742625"/>
                  <a:gd name="connsiteX1" fmla="*/ 576642 w 2226999"/>
                  <a:gd name="connsiteY1" fmla="*/ 3007805 h 4742625"/>
                  <a:gd name="connsiteX2" fmla="*/ 96581 w 2226999"/>
                  <a:gd name="connsiteY2" fmla="*/ 2611565 h 4742625"/>
                  <a:gd name="connsiteX3" fmla="*/ 191831 w 2226999"/>
                  <a:gd name="connsiteY3" fmla="*/ 2005776 h 4742625"/>
                  <a:gd name="connsiteX4" fmla="*/ 410906 w 2226999"/>
                  <a:gd name="connsiteY4" fmla="*/ 1805750 h 4742625"/>
                  <a:gd name="connsiteX5" fmla="*/ 325181 w 2226999"/>
                  <a:gd name="connsiteY5" fmla="*/ 1186625 h 4742625"/>
                  <a:gd name="connsiteX6" fmla="*/ 96582 w 2226999"/>
                  <a:gd name="connsiteY6" fmla="*/ 970727 h 4742625"/>
                  <a:gd name="connsiteX7" fmla="*/ 172782 w 2226999"/>
                  <a:gd name="connsiteY7" fmla="*/ 538927 h 4742625"/>
                  <a:gd name="connsiteX8" fmla="*/ 426782 w 2226999"/>
                  <a:gd name="connsiteY8" fmla="*/ 69028 h 4742625"/>
                  <a:gd name="connsiteX9" fmla="*/ 871282 w 2226999"/>
                  <a:gd name="connsiteY9" fmla="*/ 5528 h 4742625"/>
                  <a:gd name="connsiteX10" fmla="*/ 1099882 w 2226999"/>
                  <a:gd name="connsiteY10" fmla="*/ 69027 h 4742625"/>
                  <a:gd name="connsiteX11" fmla="*/ 1328482 w 2226999"/>
                  <a:gd name="connsiteY11" fmla="*/ 196027 h 4742625"/>
                  <a:gd name="connsiteX12" fmla="*/ 1557082 w 2226999"/>
                  <a:gd name="connsiteY12" fmla="*/ 602426 h 4742625"/>
                  <a:gd name="connsiteX13" fmla="*/ 1772982 w 2226999"/>
                  <a:gd name="connsiteY13" fmla="*/ 1059626 h 4742625"/>
                  <a:gd name="connsiteX14" fmla="*/ 2134931 w 2226999"/>
                  <a:gd name="connsiteY14" fmla="*/ 1815275 h 4742625"/>
                  <a:gd name="connsiteX15" fmla="*/ 2199701 w 2226999"/>
                  <a:gd name="connsiteY15" fmla="*/ 2375345 h 4742625"/>
                  <a:gd name="connsiteX16" fmla="*/ 2032062 w 2226999"/>
                  <a:gd name="connsiteY16" fmla="*/ 2969705 h 4742625"/>
                  <a:gd name="connsiteX17" fmla="*/ 1620582 w 2226999"/>
                  <a:gd name="connsiteY17" fmla="*/ 3167825 h 4742625"/>
                  <a:gd name="connsiteX18" fmla="*/ 1391982 w 2226999"/>
                  <a:gd name="connsiteY18" fmla="*/ 3396425 h 4742625"/>
                  <a:gd name="connsiteX19" fmla="*/ 1009906 w 2226999"/>
                  <a:gd name="connsiteY19" fmla="*/ 3466598 h 4742625"/>
                  <a:gd name="connsiteX20" fmla="*/ 844806 w 2226999"/>
                  <a:gd name="connsiteY20" fmla="*/ 4742625 h 4742625"/>
                  <a:gd name="connsiteX21" fmla="*/ 607165 w 2226999"/>
                  <a:gd name="connsiteY21" fmla="*/ 4653725 h 4742625"/>
                  <a:gd name="connsiteX22" fmla="*/ 759565 w 2226999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653725"/>
                  <a:gd name="connsiteX1" fmla="*/ 576642 w 2233404"/>
                  <a:gd name="connsiteY1" fmla="*/ 3007805 h 4653725"/>
                  <a:gd name="connsiteX2" fmla="*/ 96581 w 2233404"/>
                  <a:gd name="connsiteY2" fmla="*/ 2611565 h 4653725"/>
                  <a:gd name="connsiteX3" fmla="*/ 191831 w 2233404"/>
                  <a:gd name="connsiteY3" fmla="*/ 2005776 h 4653725"/>
                  <a:gd name="connsiteX4" fmla="*/ 410906 w 2233404"/>
                  <a:gd name="connsiteY4" fmla="*/ 1805750 h 4653725"/>
                  <a:gd name="connsiteX5" fmla="*/ 325181 w 2233404"/>
                  <a:gd name="connsiteY5" fmla="*/ 1186625 h 4653725"/>
                  <a:gd name="connsiteX6" fmla="*/ 96582 w 2233404"/>
                  <a:gd name="connsiteY6" fmla="*/ 970727 h 4653725"/>
                  <a:gd name="connsiteX7" fmla="*/ 172782 w 2233404"/>
                  <a:gd name="connsiteY7" fmla="*/ 538927 h 4653725"/>
                  <a:gd name="connsiteX8" fmla="*/ 426782 w 2233404"/>
                  <a:gd name="connsiteY8" fmla="*/ 69028 h 4653725"/>
                  <a:gd name="connsiteX9" fmla="*/ 871282 w 2233404"/>
                  <a:gd name="connsiteY9" fmla="*/ 5528 h 4653725"/>
                  <a:gd name="connsiteX10" fmla="*/ 1099882 w 2233404"/>
                  <a:gd name="connsiteY10" fmla="*/ 69027 h 4653725"/>
                  <a:gd name="connsiteX11" fmla="*/ 1328482 w 2233404"/>
                  <a:gd name="connsiteY11" fmla="*/ 196027 h 4653725"/>
                  <a:gd name="connsiteX12" fmla="*/ 1557082 w 2233404"/>
                  <a:gd name="connsiteY12" fmla="*/ 602426 h 4653725"/>
                  <a:gd name="connsiteX13" fmla="*/ 1772982 w 2233404"/>
                  <a:gd name="connsiteY13" fmla="*/ 1059626 h 4653725"/>
                  <a:gd name="connsiteX14" fmla="*/ 2134931 w 2233404"/>
                  <a:gd name="connsiteY14" fmla="*/ 1815275 h 4653725"/>
                  <a:gd name="connsiteX15" fmla="*/ 2199701 w 2233404"/>
                  <a:gd name="connsiteY15" fmla="*/ 2375345 h 4653725"/>
                  <a:gd name="connsiteX16" fmla="*/ 2032062 w 2233404"/>
                  <a:gd name="connsiteY16" fmla="*/ 2969705 h 4653725"/>
                  <a:gd name="connsiteX17" fmla="*/ 1620582 w 2233404"/>
                  <a:gd name="connsiteY17" fmla="*/ 3167825 h 4653725"/>
                  <a:gd name="connsiteX18" fmla="*/ 1391982 w 2233404"/>
                  <a:gd name="connsiteY18" fmla="*/ 3396425 h 4653725"/>
                  <a:gd name="connsiteX19" fmla="*/ 1009906 w 2233404"/>
                  <a:gd name="connsiteY19" fmla="*/ 3466598 h 4653725"/>
                  <a:gd name="connsiteX20" fmla="*/ 607165 w 2233404"/>
                  <a:gd name="connsiteY20" fmla="*/ 4653725 h 4653725"/>
                  <a:gd name="connsiteX21" fmla="*/ 759565 w 2233404"/>
                  <a:gd name="connsiteY21" fmla="*/ 3403098 h 4653725"/>
                  <a:gd name="connsiteX0" fmla="*/ 759565 w 2233404"/>
                  <a:gd name="connsiteY0" fmla="*/ 3403098 h 3466598"/>
                  <a:gd name="connsiteX1" fmla="*/ 576642 w 2233404"/>
                  <a:gd name="connsiteY1" fmla="*/ 3007805 h 3466598"/>
                  <a:gd name="connsiteX2" fmla="*/ 96581 w 2233404"/>
                  <a:gd name="connsiteY2" fmla="*/ 2611565 h 3466598"/>
                  <a:gd name="connsiteX3" fmla="*/ 191831 w 2233404"/>
                  <a:gd name="connsiteY3" fmla="*/ 2005776 h 3466598"/>
                  <a:gd name="connsiteX4" fmla="*/ 410906 w 2233404"/>
                  <a:gd name="connsiteY4" fmla="*/ 1805750 h 3466598"/>
                  <a:gd name="connsiteX5" fmla="*/ 325181 w 2233404"/>
                  <a:gd name="connsiteY5" fmla="*/ 1186625 h 3466598"/>
                  <a:gd name="connsiteX6" fmla="*/ 96582 w 2233404"/>
                  <a:gd name="connsiteY6" fmla="*/ 970727 h 3466598"/>
                  <a:gd name="connsiteX7" fmla="*/ 172782 w 2233404"/>
                  <a:gd name="connsiteY7" fmla="*/ 538927 h 3466598"/>
                  <a:gd name="connsiteX8" fmla="*/ 426782 w 2233404"/>
                  <a:gd name="connsiteY8" fmla="*/ 69028 h 3466598"/>
                  <a:gd name="connsiteX9" fmla="*/ 871282 w 2233404"/>
                  <a:gd name="connsiteY9" fmla="*/ 5528 h 3466598"/>
                  <a:gd name="connsiteX10" fmla="*/ 1099882 w 2233404"/>
                  <a:gd name="connsiteY10" fmla="*/ 69027 h 3466598"/>
                  <a:gd name="connsiteX11" fmla="*/ 1328482 w 2233404"/>
                  <a:gd name="connsiteY11" fmla="*/ 196027 h 3466598"/>
                  <a:gd name="connsiteX12" fmla="*/ 1557082 w 2233404"/>
                  <a:gd name="connsiteY12" fmla="*/ 602426 h 3466598"/>
                  <a:gd name="connsiteX13" fmla="*/ 1772982 w 2233404"/>
                  <a:gd name="connsiteY13" fmla="*/ 1059626 h 3466598"/>
                  <a:gd name="connsiteX14" fmla="*/ 2134931 w 2233404"/>
                  <a:gd name="connsiteY14" fmla="*/ 1815275 h 3466598"/>
                  <a:gd name="connsiteX15" fmla="*/ 2199701 w 2233404"/>
                  <a:gd name="connsiteY15" fmla="*/ 2375345 h 3466598"/>
                  <a:gd name="connsiteX16" fmla="*/ 2032062 w 2233404"/>
                  <a:gd name="connsiteY16" fmla="*/ 2969705 h 3466598"/>
                  <a:gd name="connsiteX17" fmla="*/ 1620582 w 2233404"/>
                  <a:gd name="connsiteY17" fmla="*/ 3167825 h 3466598"/>
                  <a:gd name="connsiteX18" fmla="*/ 1391982 w 2233404"/>
                  <a:gd name="connsiteY18" fmla="*/ 3396425 h 3466598"/>
                  <a:gd name="connsiteX19" fmla="*/ 1009906 w 2233404"/>
                  <a:gd name="connsiteY19" fmla="*/ 3466598 h 3466598"/>
                  <a:gd name="connsiteX20" fmla="*/ 759565 w 2233404"/>
                  <a:gd name="connsiteY20" fmla="*/ 3403098 h 34665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233404" h="3466598">
                    <a:moveTo>
                      <a:pt x="759565" y="3403098"/>
                    </a:moveTo>
                    <a:cubicBezTo>
                      <a:pt x="745588" y="3326898"/>
                      <a:pt x="618739" y="3294402"/>
                      <a:pt x="576642" y="3007805"/>
                    </a:cubicBezTo>
                    <a:cubicBezTo>
                      <a:pt x="589335" y="2935573"/>
                      <a:pt x="-145989" y="2617915"/>
                      <a:pt x="96581" y="2611565"/>
                    </a:cubicBezTo>
                    <a:cubicBezTo>
                      <a:pt x="59433" y="2523935"/>
                      <a:pt x="-147894" y="2138491"/>
                      <a:pt x="191831" y="2005776"/>
                    </a:cubicBezTo>
                    <a:cubicBezTo>
                      <a:pt x="247393" y="1892111"/>
                      <a:pt x="87056" y="1837500"/>
                      <a:pt x="410906" y="1805750"/>
                    </a:cubicBezTo>
                    <a:cubicBezTo>
                      <a:pt x="538964" y="1768708"/>
                      <a:pt x="37844" y="1185038"/>
                      <a:pt x="325181" y="1186625"/>
                    </a:cubicBezTo>
                    <a:cubicBezTo>
                      <a:pt x="355344" y="1055921"/>
                      <a:pt x="-108735" y="1068093"/>
                      <a:pt x="96582" y="970727"/>
                    </a:cubicBezTo>
                    <a:cubicBezTo>
                      <a:pt x="136799" y="907227"/>
                      <a:pt x="-70635" y="600310"/>
                      <a:pt x="172782" y="538927"/>
                    </a:cubicBezTo>
                    <a:cubicBezTo>
                      <a:pt x="43665" y="215077"/>
                      <a:pt x="310365" y="157928"/>
                      <a:pt x="426782" y="69028"/>
                    </a:cubicBezTo>
                    <a:cubicBezTo>
                      <a:pt x="543199" y="-19872"/>
                      <a:pt x="778149" y="35162"/>
                      <a:pt x="871282" y="5528"/>
                    </a:cubicBezTo>
                    <a:cubicBezTo>
                      <a:pt x="964415" y="-24106"/>
                      <a:pt x="1004632" y="75377"/>
                      <a:pt x="1099882" y="69027"/>
                    </a:cubicBezTo>
                    <a:cubicBezTo>
                      <a:pt x="1195132" y="62677"/>
                      <a:pt x="1224765" y="143110"/>
                      <a:pt x="1328482" y="196027"/>
                    </a:cubicBezTo>
                    <a:cubicBezTo>
                      <a:pt x="1597299" y="236244"/>
                      <a:pt x="1461832" y="519876"/>
                      <a:pt x="1557082" y="602426"/>
                    </a:cubicBezTo>
                    <a:cubicBezTo>
                      <a:pt x="1774252" y="692596"/>
                      <a:pt x="1708424" y="908708"/>
                      <a:pt x="1772982" y="1059626"/>
                    </a:cubicBezTo>
                    <a:cubicBezTo>
                      <a:pt x="1959460" y="1126724"/>
                      <a:pt x="2029945" y="1684889"/>
                      <a:pt x="2134931" y="1815275"/>
                    </a:cubicBezTo>
                    <a:cubicBezTo>
                      <a:pt x="2346597" y="1915181"/>
                      <a:pt x="2142233" y="2279778"/>
                      <a:pt x="2199701" y="2375345"/>
                    </a:cubicBezTo>
                    <a:cubicBezTo>
                      <a:pt x="2257169" y="2470912"/>
                      <a:pt x="2233992" y="2876995"/>
                      <a:pt x="2032062" y="2969705"/>
                    </a:cubicBezTo>
                    <a:cubicBezTo>
                      <a:pt x="2020632" y="3016695"/>
                      <a:pt x="1924112" y="3236405"/>
                      <a:pt x="1620582" y="3167825"/>
                    </a:cubicBezTo>
                    <a:cubicBezTo>
                      <a:pt x="1637092" y="3221165"/>
                      <a:pt x="1404861" y="3355520"/>
                      <a:pt x="1391982" y="3396425"/>
                    </a:cubicBezTo>
                    <a:cubicBezTo>
                      <a:pt x="1379103" y="3437330"/>
                      <a:pt x="1165872" y="3343831"/>
                      <a:pt x="1009906" y="3466598"/>
                    </a:cubicBezTo>
                    <a:lnTo>
                      <a:pt x="759565" y="3403098"/>
                    </a:lnTo>
                    <a:close/>
                  </a:path>
                </a:pathLst>
              </a:custGeom>
              <a:solidFill>
                <a:srgbClr val="3FB441"/>
              </a:solidFill>
              <a:ln w="571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" name="Rectangle 7">
                <a:extLst>
                  <a:ext uri="{FF2B5EF4-FFF2-40B4-BE49-F238E27FC236}">
                    <a16:creationId xmlns:a16="http://schemas.microsoft.com/office/drawing/2014/main" id="{D8381FCD-18F5-D467-D346-7807C267BA89}"/>
                  </a:ext>
                </a:extLst>
              </p:cNvPr>
              <p:cNvSpPr/>
              <p:nvPr/>
            </p:nvSpPr>
            <p:spPr>
              <a:xfrm rot="5130453">
                <a:off x="4109726" y="2429414"/>
                <a:ext cx="704825" cy="329939"/>
              </a:xfrm>
              <a:custGeom>
                <a:avLst/>
                <a:gdLst>
                  <a:gd name="connsiteX0" fmla="*/ 0 w 1007285"/>
                  <a:gd name="connsiteY0" fmla="*/ 0 h 94954"/>
                  <a:gd name="connsiteX1" fmla="*/ 1007285 w 1007285"/>
                  <a:gd name="connsiteY1" fmla="*/ 0 h 94954"/>
                  <a:gd name="connsiteX2" fmla="*/ 1007285 w 1007285"/>
                  <a:gd name="connsiteY2" fmla="*/ 94954 h 94954"/>
                  <a:gd name="connsiteX3" fmla="*/ 0 w 1007285"/>
                  <a:gd name="connsiteY3" fmla="*/ 94954 h 94954"/>
                  <a:gd name="connsiteX4" fmla="*/ 0 w 1007285"/>
                  <a:gd name="connsiteY4" fmla="*/ 0 h 94954"/>
                  <a:gd name="connsiteX0" fmla="*/ 2819400 w 3826685"/>
                  <a:gd name="connsiteY0" fmla="*/ 0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4" fmla="*/ 2819400 w 3826685"/>
                  <a:gd name="connsiteY4" fmla="*/ 0 h 869654"/>
                  <a:gd name="connsiteX0" fmla="*/ 0 w 3826685"/>
                  <a:gd name="connsiteY0" fmla="*/ 869654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968065 h 1033547"/>
                  <a:gd name="connsiteX1" fmla="*/ 3826685 w 3826685"/>
                  <a:gd name="connsiteY1" fmla="*/ 98411 h 1033547"/>
                  <a:gd name="connsiteX2" fmla="*/ 3826685 w 3826685"/>
                  <a:gd name="connsiteY2" fmla="*/ 193365 h 1033547"/>
                  <a:gd name="connsiteX3" fmla="*/ 0 w 3826685"/>
                  <a:gd name="connsiteY3" fmla="*/ 968065 h 1033547"/>
                  <a:gd name="connsiteX0" fmla="*/ 0 w 3826685"/>
                  <a:gd name="connsiteY0" fmla="*/ 968065 h 1013810"/>
                  <a:gd name="connsiteX1" fmla="*/ 3826685 w 3826685"/>
                  <a:gd name="connsiteY1" fmla="*/ 98411 h 1013810"/>
                  <a:gd name="connsiteX2" fmla="*/ 3826685 w 3826685"/>
                  <a:gd name="connsiteY2" fmla="*/ 193365 h 1013810"/>
                  <a:gd name="connsiteX3" fmla="*/ 0 w 3826685"/>
                  <a:gd name="connsiteY3" fmla="*/ 968065 h 1013810"/>
                  <a:gd name="connsiteX0" fmla="*/ 0 w 3826685"/>
                  <a:gd name="connsiteY0" fmla="*/ 968065 h 1012429"/>
                  <a:gd name="connsiteX1" fmla="*/ 3826685 w 3826685"/>
                  <a:gd name="connsiteY1" fmla="*/ 98411 h 1012429"/>
                  <a:gd name="connsiteX2" fmla="*/ 3826685 w 3826685"/>
                  <a:gd name="connsiteY2" fmla="*/ 193365 h 1012429"/>
                  <a:gd name="connsiteX3" fmla="*/ 0 w 3826685"/>
                  <a:gd name="connsiteY3" fmla="*/ 968065 h 101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6685" h="1012429">
                    <a:moveTo>
                      <a:pt x="0" y="968065"/>
                    </a:moveTo>
                    <a:cubicBezTo>
                      <a:pt x="1199362" y="1008380"/>
                      <a:pt x="2779723" y="-373704"/>
                      <a:pt x="3826685" y="98411"/>
                    </a:cubicBezTo>
                    <a:lnTo>
                      <a:pt x="3826685" y="193365"/>
                    </a:lnTo>
                    <a:cubicBezTo>
                      <a:pt x="2614623" y="-65927"/>
                      <a:pt x="932662" y="1268632"/>
                      <a:pt x="0" y="968065"/>
                    </a:cubicBezTo>
                    <a:close/>
                  </a:path>
                </a:pathLst>
              </a:custGeom>
              <a:solidFill>
                <a:srgbClr val="642631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ectangle 7">
                <a:extLst>
                  <a:ext uri="{FF2B5EF4-FFF2-40B4-BE49-F238E27FC236}">
                    <a16:creationId xmlns:a16="http://schemas.microsoft.com/office/drawing/2014/main" id="{D2A21469-E777-D764-DD8C-6917F74C031C}"/>
                  </a:ext>
                </a:extLst>
              </p:cNvPr>
              <p:cNvSpPr/>
              <p:nvPr/>
            </p:nvSpPr>
            <p:spPr>
              <a:xfrm rot="4411580">
                <a:off x="3803813" y="2701273"/>
                <a:ext cx="1032418" cy="483290"/>
              </a:xfrm>
              <a:custGeom>
                <a:avLst/>
                <a:gdLst>
                  <a:gd name="connsiteX0" fmla="*/ 0 w 1007285"/>
                  <a:gd name="connsiteY0" fmla="*/ 0 h 94954"/>
                  <a:gd name="connsiteX1" fmla="*/ 1007285 w 1007285"/>
                  <a:gd name="connsiteY1" fmla="*/ 0 h 94954"/>
                  <a:gd name="connsiteX2" fmla="*/ 1007285 w 1007285"/>
                  <a:gd name="connsiteY2" fmla="*/ 94954 h 94954"/>
                  <a:gd name="connsiteX3" fmla="*/ 0 w 1007285"/>
                  <a:gd name="connsiteY3" fmla="*/ 94954 h 94954"/>
                  <a:gd name="connsiteX4" fmla="*/ 0 w 1007285"/>
                  <a:gd name="connsiteY4" fmla="*/ 0 h 94954"/>
                  <a:gd name="connsiteX0" fmla="*/ 2819400 w 3826685"/>
                  <a:gd name="connsiteY0" fmla="*/ 0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4" fmla="*/ 2819400 w 3826685"/>
                  <a:gd name="connsiteY4" fmla="*/ 0 h 869654"/>
                  <a:gd name="connsiteX0" fmla="*/ 0 w 3826685"/>
                  <a:gd name="connsiteY0" fmla="*/ 869654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968065 h 1033547"/>
                  <a:gd name="connsiteX1" fmla="*/ 3826685 w 3826685"/>
                  <a:gd name="connsiteY1" fmla="*/ 98411 h 1033547"/>
                  <a:gd name="connsiteX2" fmla="*/ 3826685 w 3826685"/>
                  <a:gd name="connsiteY2" fmla="*/ 193365 h 1033547"/>
                  <a:gd name="connsiteX3" fmla="*/ 0 w 3826685"/>
                  <a:gd name="connsiteY3" fmla="*/ 968065 h 1033547"/>
                  <a:gd name="connsiteX0" fmla="*/ 0 w 3826685"/>
                  <a:gd name="connsiteY0" fmla="*/ 968065 h 1013810"/>
                  <a:gd name="connsiteX1" fmla="*/ 3826685 w 3826685"/>
                  <a:gd name="connsiteY1" fmla="*/ 98411 h 1013810"/>
                  <a:gd name="connsiteX2" fmla="*/ 3826685 w 3826685"/>
                  <a:gd name="connsiteY2" fmla="*/ 193365 h 1013810"/>
                  <a:gd name="connsiteX3" fmla="*/ 0 w 3826685"/>
                  <a:gd name="connsiteY3" fmla="*/ 968065 h 1013810"/>
                  <a:gd name="connsiteX0" fmla="*/ 0 w 3826685"/>
                  <a:gd name="connsiteY0" fmla="*/ 968065 h 1012429"/>
                  <a:gd name="connsiteX1" fmla="*/ 3826685 w 3826685"/>
                  <a:gd name="connsiteY1" fmla="*/ 98411 h 1012429"/>
                  <a:gd name="connsiteX2" fmla="*/ 3826685 w 3826685"/>
                  <a:gd name="connsiteY2" fmla="*/ 193365 h 1012429"/>
                  <a:gd name="connsiteX3" fmla="*/ 0 w 3826685"/>
                  <a:gd name="connsiteY3" fmla="*/ 968065 h 101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6685" h="1012429">
                    <a:moveTo>
                      <a:pt x="0" y="968065"/>
                    </a:moveTo>
                    <a:cubicBezTo>
                      <a:pt x="1199362" y="1008380"/>
                      <a:pt x="2779723" y="-373704"/>
                      <a:pt x="3826685" y="98411"/>
                    </a:cubicBezTo>
                    <a:lnTo>
                      <a:pt x="3826685" y="193365"/>
                    </a:lnTo>
                    <a:cubicBezTo>
                      <a:pt x="2614623" y="-65927"/>
                      <a:pt x="932662" y="1268632"/>
                      <a:pt x="0" y="968065"/>
                    </a:cubicBezTo>
                    <a:close/>
                  </a:path>
                </a:pathLst>
              </a:custGeom>
              <a:solidFill>
                <a:srgbClr val="642631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tangle 7">
                <a:extLst>
                  <a:ext uri="{FF2B5EF4-FFF2-40B4-BE49-F238E27FC236}">
                    <a16:creationId xmlns:a16="http://schemas.microsoft.com/office/drawing/2014/main" id="{FCF79506-7C7C-6C4F-0BCC-60A2D3514611}"/>
                  </a:ext>
                </a:extLst>
              </p:cNvPr>
              <p:cNvSpPr/>
              <p:nvPr/>
            </p:nvSpPr>
            <p:spPr>
              <a:xfrm rot="5130453">
                <a:off x="4020432" y="1677001"/>
                <a:ext cx="963083" cy="329939"/>
              </a:xfrm>
              <a:custGeom>
                <a:avLst/>
                <a:gdLst>
                  <a:gd name="connsiteX0" fmla="*/ 0 w 1007285"/>
                  <a:gd name="connsiteY0" fmla="*/ 0 h 94954"/>
                  <a:gd name="connsiteX1" fmla="*/ 1007285 w 1007285"/>
                  <a:gd name="connsiteY1" fmla="*/ 0 h 94954"/>
                  <a:gd name="connsiteX2" fmla="*/ 1007285 w 1007285"/>
                  <a:gd name="connsiteY2" fmla="*/ 94954 h 94954"/>
                  <a:gd name="connsiteX3" fmla="*/ 0 w 1007285"/>
                  <a:gd name="connsiteY3" fmla="*/ 94954 h 94954"/>
                  <a:gd name="connsiteX4" fmla="*/ 0 w 1007285"/>
                  <a:gd name="connsiteY4" fmla="*/ 0 h 94954"/>
                  <a:gd name="connsiteX0" fmla="*/ 2819400 w 3826685"/>
                  <a:gd name="connsiteY0" fmla="*/ 0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4" fmla="*/ 2819400 w 3826685"/>
                  <a:gd name="connsiteY4" fmla="*/ 0 h 869654"/>
                  <a:gd name="connsiteX0" fmla="*/ 0 w 3826685"/>
                  <a:gd name="connsiteY0" fmla="*/ 869654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968065 h 1033547"/>
                  <a:gd name="connsiteX1" fmla="*/ 3826685 w 3826685"/>
                  <a:gd name="connsiteY1" fmla="*/ 98411 h 1033547"/>
                  <a:gd name="connsiteX2" fmla="*/ 3826685 w 3826685"/>
                  <a:gd name="connsiteY2" fmla="*/ 193365 h 1033547"/>
                  <a:gd name="connsiteX3" fmla="*/ 0 w 3826685"/>
                  <a:gd name="connsiteY3" fmla="*/ 968065 h 1033547"/>
                  <a:gd name="connsiteX0" fmla="*/ 0 w 3826685"/>
                  <a:gd name="connsiteY0" fmla="*/ 968065 h 1013810"/>
                  <a:gd name="connsiteX1" fmla="*/ 3826685 w 3826685"/>
                  <a:gd name="connsiteY1" fmla="*/ 98411 h 1013810"/>
                  <a:gd name="connsiteX2" fmla="*/ 3826685 w 3826685"/>
                  <a:gd name="connsiteY2" fmla="*/ 193365 h 1013810"/>
                  <a:gd name="connsiteX3" fmla="*/ 0 w 3826685"/>
                  <a:gd name="connsiteY3" fmla="*/ 968065 h 1013810"/>
                  <a:gd name="connsiteX0" fmla="*/ 0 w 3826685"/>
                  <a:gd name="connsiteY0" fmla="*/ 968065 h 1012429"/>
                  <a:gd name="connsiteX1" fmla="*/ 3826685 w 3826685"/>
                  <a:gd name="connsiteY1" fmla="*/ 98411 h 1012429"/>
                  <a:gd name="connsiteX2" fmla="*/ 3826685 w 3826685"/>
                  <a:gd name="connsiteY2" fmla="*/ 193365 h 1012429"/>
                  <a:gd name="connsiteX3" fmla="*/ 0 w 3826685"/>
                  <a:gd name="connsiteY3" fmla="*/ 968065 h 101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6685" h="1012429">
                    <a:moveTo>
                      <a:pt x="0" y="968065"/>
                    </a:moveTo>
                    <a:cubicBezTo>
                      <a:pt x="1199362" y="1008380"/>
                      <a:pt x="2779723" y="-373704"/>
                      <a:pt x="3826685" y="98411"/>
                    </a:cubicBezTo>
                    <a:lnTo>
                      <a:pt x="3826685" y="193365"/>
                    </a:lnTo>
                    <a:cubicBezTo>
                      <a:pt x="2614623" y="-65927"/>
                      <a:pt x="932662" y="1268632"/>
                      <a:pt x="0" y="968065"/>
                    </a:cubicBezTo>
                    <a:close/>
                  </a:path>
                </a:pathLst>
              </a:custGeom>
              <a:solidFill>
                <a:srgbClr val="642631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7">
                <a:extLst>
                  <a:ext uri="{FF2B5EF4-FFF2-40B4-BE49-F238E27FC236}">
                    <a16:creationId xmlns:a16="http://schemas.microsoft.com/office/drawing/2014/main" id="{37793059-2990-1F3B-26DA-991EF364C2AA}"/>
                  </a:ext>
                </a:extLst>
              </p:cNvPr>
              <p:cNvSpPr/>
              <p:nvPr/>
            </p:nvSpPr>
            <p:spPr>
              <a:xfrm rot="17188420" flipH="1">
                <a:off x="4412435" y="2911181"/>
                <a:ext cx="1032418" cy="483290"/>
              </a:xfrm>
              <a:custGeom>
                <a:avLst/>
                <a:gdLst>
                  <a:gd name="connsiteX0" fmla="*/ 0 w 1007285"/>
                  <a:gd name="connsiteY0" fmla="*/ 0 h 94954"/>
                  <a:gd name="connsiteX1" fmla="*/ 1007285 w 1007285"/>
                  <a:gd name="connsiteY1" fmla="*/ 0 h 94954"/>
                  <a:gd name="connsiteX2" fmla="*/ 1007285 w 1007285"/>
                  <a:gd name="connsiteY2" fmla="*/ 94954 h 94954"/>
                  <a:gd name="connsiteX3" fmla="*/ 0 w 1007285"/>
                  <a:gd name="connsiteY3" fmla="*/ 94954 h 94954"/>
                  <a:gd name="connsiteX4" fmla="*/ 0 w 1007285"/>
                  <a:gd name="connsiteY4" fmla="*/ 0 h 94954"/>
                  <a:gd name="connsiteX0" fmla="*/ 2819400 w 3826685"/>
                  <a:gd name="connsiteY0" fmla="*/ 0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4" fmla="*/ 2819400 w 3826685"/>
                  <a:gd name="connsiteY4" fmla="*/ 0 h 869654"/>
                  <a:gd name="connsiteX0" fmla="*/ 0 w 3826685"/>
                  <a:gd name="connsiteY0" fmla="*/ 869654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968065 h 1033547"/>
                  <a:gd name="connsiteX1" fmla="*/ 3826685 w 3826685"/>
                  <a:gd name="connsiteY1" fmla="*/ 98411 h 1033547"/>
                  <a:gd name="connsiteX2" fmla="*/ 3826685 w 3826685"/>
                  <a:gd name="connsiteY2" fmla="*/ 193365 h 1033547"/>
                  <a:gd name="connsiteX3" fmla="*/ 0 w 3826685"/>
                  <a:gd name="connsiteY3" fmla="*/ 968065 h 1033547"/>
                  <a:gd name="connsiteX0" fmla="*/ 0 w 3826685"/>
                  <a:gd name="connsiteY0" fmla="*/ 968065 h 1013810"/>
                  <a:gd name="connsiteX1" fmla="*/ 3826685 w 3826685"/>
                  <a:gd name="connsiteY1" fmla="*/ 98411 h 1013810"/>
                  <a:gd name="connsiteX2" fmla="*/ 3826685 w 3826685"/>
                  <a:gd name="connsiteY2" fmla="*/ 193365 h 1013810"/>
                  <a:gd name="connsiteX3" fmla="*/ 0 w 3826685"/>
                  <a:gd name="connsiteY3" fmla="*/ 968065 h 1013810"/>
                  <a:gd name="connsiteX0" fmla="*/ 0 w 3826685"/>
                  <a:gd name="connsiteY0" fmla="*/ 968065 h 1012429"/>
                  <a:gd name="connsiteX1" fmla="*/ 3826685 w 3826685"/>
                  <a:gd name="connsiteY1" fmla="*/ 98411 h 1012429"/>
                  <a:gd name="connsiteX2" fmla="*/ 3826685 w 3826685"/>
                  <a:gd name="connsiteY2" fmla="*/ 193365 h 1012429"/>
                  <a:gd name="connsiteX3" fmla="*/ 0 w 3826685"/>
                  <a:gd name="connsiteY3" fmla="*/ 968065 h 101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6685" h="1012429">
                    <a:moveTo>
                      <a:pt x="0" y="968065"/>
                    </a:moveTo>
                    <a:cubicBezTo>
                      <a:pt x="1199362" y="1008380"/>
                      <a:pt x="2779723" y="-373704"/>
                      <a:pt x="3826685" y="98411"/>
                    </a:cubicBezTo>
                    <a:lnTo>
                      <a:pt x="3826685" y="193365"/>
                    </a:lnTo>
                    <a:cubicBezTo>
                      <a:pt x="2614623" y="-65927"/>
                      <a:pt x="932662" y="1268632"/>
                      <a:pt x="0" y="968065"/>
                    </a:cubicBezTo>
                    <a:close/>
                  </a:path>
                </a:pathLst>
              </a:custGeom>
              <a:solidFill>
                <a:srgbClr val="642631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 7">
                <a:extLst>
                  <a:ext uri="{FF2B5EF4-FFF2-40B4-BE49-F238E27FC236}">
                    <a16:creationId xmlns:a16="http://schemas.microsoft.com/office/drawing/2014/main" id="{E2061A0B-F9BA-EDB9-1C60-01192D1AAF94}"/>
                  </a:ext>
                </a:extLst>
              </p:cNvPr>
              <p:cNvSpPr/>
              <p:nvPr/>
            </p:nvSpPr>
            <p:spPr>
              <a:xfrm rot="17188420" flipH="1">
                <a:off x="4450248" y="2270119"/>
                <a:ext cx="868238" cy="406435"/>
              </a:xfrm>
              <a:custGeom>
                <a:avLst/>
                <a:gdLst>
                  <a:gd name="connsiteX0" fmla="*/ 0 w 1007285"/>
                  <a:gd name="connsiteY0" fmla="*/ 0 h 94954"/>
                  <a:gd name="connsiteX1" fmla="*/ 1007285 w 1007285"/>
                  <a:gd name="connsiteY1" fmla="*/ 0 h 94954"/>
                  <a:gd name="connsiteX2" fmla="*/ 1007285 w 1007285"/>
                  <a:gd name="connsiteY2" fmla="*/ 94954 h 94954"/>
                  <a:gd name="connsiteX3" fmla="*/ 0 w 1007285"/>
                  <a:gd name="connsiteY3" fmla="*/ 94954 h 94954"/>
                  <a:gd name="connsiteX4" fmla="*/ 0 w 1007285"/>
                  <a:gd name="connsiteY4" fmla="*/ 0 h 94954"/>
                  <a:gd name="connsiteX0" fmla="*/ 2819400 w 3826685"/>
                  <a:gd name="connsiteY0" fmla="*/ 0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4" fmla="*/ 2819400 w 3826685"/>
                  <a:gd name="connsiteY4" fmla="*/ 0 h 869654"/>
                  <a:gd name="connsiteX0" fmla="*/ 0 w 3826685"/>
                  <a:gd name="connsiteY0" fmla="*/ 869654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968065 h 1033547"/>
                  <a:gd name="connsiteX1" fmla="*/ 3826685 w 3826685"/>
                  <a:gd name="connsiteY1" fmla="*/ 98411 h 1033547"/>
                  <a:gd name="connsiteX2" fmla="*/ 3826685 w 3826685"/>
                  <a:gd name="connsiteY2" fmla="*/ 193365 h 1033547"/>
                  <a:gd name="connsiteX3" fmla="*/ 0 w 3826685"/>
                  <a:gd name="connsiteY3" fmla="*/ 968065 h 1033547"/>
                  <a:gd name="connsiteX0" fmla="*/ 0 w 3826685"/>
                  <a:gd name="connsiteY0" fmla="*/ 968065 h 1013810"/>
                  <a:gd name="connsiteX1" fmla="*/ 3826685 w 3826685"/>
                  <a:gd name="connsiteY1" fmla="*/ 98411 h 1013810"/>
                  <a:gd name="connsiteX2" fmla="*/ 3826685 w 3826685"/>
                  <a:gd name="connsiteY2" fmla="*/ 193365 h 1013810"/>
                  <a:gd name="connsiteX3" fmla="*/ 0 w 3826685"/>
                  <a:gd name="connsiteY3" fmla="*/ 968065 h 1013810"/>
                  <a:gd name="connsiteX0" fmla="*/ 0 w 3826685"/>
                  <a:gd name="connsiteY0" fmla="*/ 968065 h 1012429"/>
                  <a:gd name="connsiteX1" fmla="*/ 3826685 w 3826685"/>
                  <a:gd name="connsiteY1" fmla="*/ 98411 h 1012429"/>
                  <a:gd name="connsiteX2" fmla="*/ 3826685 w 3826685"/>
                  <a:gd name="connsiteY2" fmla="*/ 193365 h 1012429"/>
                  <a:gd name="connsiteX3" fmla="*/ 0 w 3826685"/>
                  <a:gd name="connsiteY3" fmla="*/ 968065 h 101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6685" h="1012429">
                    <a:moveTo>
                      <a:pt x="0" y="968065"/>
                    </a:moveTo>
                    <a:cubicBezTo>
                      <a:pt x="1199362" y="1008380"/>
                      <a:pt x="2779723" y="-373704"/>
                      <a:pt x="3826685" y="98411"/>
                    </a:cubicBezTo>
                    <a:lnTo>
                      <a:pt x="3826685" y="193365"/>
                    </a:lnTo>
                    <a:cubicBezTo>
                      <a:pt x="2614623" y="-65927"/>
                      <a:pt x="932662" y="1268632"/>
                      <a:pt x="0" y="968065"/>
                    </a:cubicBezTo>
                    <a:close/>
                  </a:path>
                </a:pathLst>
              </a:custGeom>
              <a:solidFill>
                <a:srgbClr val="642631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7">
                <a:extLst>
                  <a:ext uri="{FF2B5EF4-FFF2-40B4-BE49-F238E27FC236}">
                    <a16:creationId xmlns:a16="http://schemas.microsoft.com/office/drawing/2014/main" id="{EE8ECA32-5DBD-20B1-EEB3-488537040168}"/>
                  </a:ext>
                </a:extLst>
              </p:cNvPr>
              <p:cNvSpPr/>
              <p:nvPr/>
            </p:nvSpPr>
            <p:spPr>
              <a:xfrm rot="16546531" flipH="1">
                <a:off x="4454596" y="1250533"/>
                <a:ext cx="1032418" cy="483290"/>
              </a:xfrm>
              <a:custGeom>
                <a:avLst/>
                <a:gdLst>
                  <a:gd name="connsiteX0" fmla="*/ 0 w 1007285"/>
                  <a:gd name="connsiteY0" fmla="*/ 0 h 94954"/>
                  <a:gd name="connsiteX1" fmla="*/ 1007285 w 1007285"/>
                  <a:gd name="connsiteY1" fmla="*/ 0 h 94954"/>
                  <a:gd name="connsiteX2" fmla="*/ 1007285 w 1007285"/>
                  <a:gd name="connsiteY2" fmla="*/ 94954 h 94954"/>
                  <a:gd name="connsiteX3" fmla="*/ 0 w 1007285"/>
                  <a:gd name="connsiteY3" fmla="*/ 94954 h 94954"/>
                  <a:gd name="connsiteX4" fmla="*/ 0 w 1007285"/>
                  <a:gd name="connsiteY4" fmla="*/ 0 h 94954"/>
                  <a:gd name="connsiteX0" fmla="*/ 2819400 w 3826685"/>
                  <a:gd name="connsiteY0" fmla="*/ 0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4" fmla="*/ 2819400 w 3826685"/>
                  <a:gd name="connsiteY4" fmla="*/ 0 h 869654"/>
                  <a:gd name="connsiteX0" fmla="*/ 0 w 3826685"/>
                  <a:gd name="connsiteY0" fmla="*/ 869654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968065 h 1033547"/>
                  <a:gd name="connsiteX1" fmla="*/ 3826685 w 3826685"/>
                  <a:gd name="connsiteY1" fmla="*/ 98411 h 1033547"/>
                  <a:gd name="connsiteX2" fmla="*/ 3826685 w 3826685"/>
                  <a:gd name="connsiteY2" fmla="*/ 193365 h 1033547"/>
                  <a:gd name="connsiteX3" fmla="*/ 0 w 3826685"/>
                  <a:gd name="connsiteY3" fmla="*/ 968065 h 1033547"/>
                  <a:gd name="connsiteX0" fmla="*/ 0 w 3826685"/>
                  <a:gd name="connsiteY0" fmla="*/ 968065 h 1013810"/>
                  <a:gd name="connsiteX1" fmla="*/ 3826685 w 3826685"/>
                  <a:gd name="connsiteY1" fmla="*/ 98411 h 1013810"/>
                  <a:gd name="connsiteX2" fmla="*/ 3826685 w 3826685"/>
                  <a:gd name="connsiteY2" fmla="*/ 193365 h 1013810"/>
                  <a:gd name="connsiteX3" fmla="*/ 0 w 3826685"/>
                  <a:gd name="connsiteY3" fmla="*/ 968065 h 1013810"/>
                  <a:gd name="connsiteX0" fmla="*/ 0 w 3826685"/>
                  <a:gd name="connsiteY0" fmla="*/ 968065 h 1012429"/>
                  <a:gd name="connsiteX1" fmla="*/ 3826685 w 3826685"/>
                  <a:gd name="connsiteY1" fmla="*/ 98411 h 1012429"/>
                  <a:gd name="connsiteX2" fmla="*/ 3826685 w 3826685"/>
                  <a:gd name="connsiteY2" fmla="*/ 193365 h 1012429"/>
                  <a:gd name="connsiteX3" fmla="*/ 0 w 3826685"/>
                  <a:gd name="connsiteY3" fmla="*/ 968065 h 101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6685" h="1012429">
                    <a:moveTo>
                      <a:pt x="0" y="968065"/>
                    </a:moveTo>
                    <a:cubicBezTo>
                      <a:pt x="1199362" y="1008380"/>
                      <a:pt x="2779723" y="-373704"/>
                      <a:pt x="3826685" y="98411"/>
                    </a:cubicBezTo>
                    <a:lnTo>
                      <a:pt x="3826685" y="193365"/>
                    </a:lnTo>
                    <a:cubicBezTo>
                      <a:pt x="2614623" y="-65927"/>
                      <a:pt x="932662" y="1268632"/>
                      <a:pt x="0" y="968065"/>
                    </a:cubicBezTo>
                    <a:close/>
                  </a:path>
                </a:pathLst>
              </a:custGeom>
              <a:solidFill>
                <a:srgbClr val="642631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59">
                <a:extLst>
                  <a:ext uri="{FF2B5EF4-FFF2-40B4-BE49-F238E27FC236}">
                    <a16:creationId xmlns:a16="http://schemas.microsoft.com/office/drawing/2014/main" id="{52529C6C-7C4B-E7A6-4081-E3C4C18D0F7D}"/>
                  </a:ext>
                </a:extLst>
              </p:cNvPr>
              <p:cNvSpPr/>
              <p:nvPr/>
            </p:nvSpPr>
            <p:spPr>
              <a:xfrm rot="316924">
                <a:off x="4446016" y="969466"/>
                <a:ext cx="286726" cy="4005924"/>
              </a:xfrm>
              <a:custGeom>
                <a:avLst/>
                <a:gdLst>
                  <a:gd name="connsiteX0" fmla="*/ 0 w 196226"/>
                  <a:gd name="connsiteY0" fmla="*/ 0 h 3725706"/>
                  <a:gd name="connsiteX1" fmla="*/ 196226 w 196226"/>
                  <a:gd name="connsiteY1" fmla="*/ 0 h 3725706"/>
                  <a:gd name="connsiteX2" fmla="*/ 196226 w 196226"/>
                  <a:gd name="connsiteY2" fmla="*/ 3725706 h 3725706"/>
                  <a:gd name="connsiteX3" fmla="*/ 0 w 196226"/>
                  <a:gd name="connsiteY3" fmla="*/ 3725706 h 3725706"/>
                  <a:gd name="connsiteX4" fmla="*/ 0 w 196226"/>
                  <a:gd name="connsiteY4" fmla="*/ 0 h 3725706"/>
                  <a:gd name="connsiteX0" fmla="*/ 0 w 196226"/>
                  <a:gd name="connsiteY0" fmla="*/ 3725706 h 3725706"/>
                  <a:gd name="connsiteX1" fmla="*/ 196226 w 196226"/>
                  <a:gd name="connsiteY1" fmla="*/ 0 h 3725706"/>
                  <a:gd name="connsiteX2" fmla="*/ 196226 w 196226"/>
                  <a:gd name="connsiteY2" fmla="*/ 3725706 h 3725706"/>
                  <a:gd name="connsiteX3" fmla="*/ 0 w 196226"/>
                  <a:gd name="connsiteY3" fmla="*/ 3725706 h 3725706"/>
                  <a:gd name="connsiteX0" fmla="*/ 0 w 196226"/>
                  <a:gd name="connsiteY0" fmla="*/ 3741025 h 3741025"/>
                  <a:gd name="connsiteX1" fmla="*/ 177626 w 196226"/>
                  <a:gd name="connsiteY1" fmla="*/ 0 h 3741025"/>
                  <a:gd name="connsiteX2" fmla="*/ 196226 w 196226"/>
                  <a:gd name="connsiteY2" fmla="*/ 3741025 h 3741025"/>
                  <a:gd name="connsiteX3" fmla="*/ 0 w 196226"/>
                  <a:gd name="connsiteY3" fmla="*/ 3741025 h 3741025"/>
                  <a:gd name="connsiteX0" fmla="*/ 0 w 196226"/>
                  <a:gd name="connsiteY0" fmla="*/ 3760392 h 3760392"/>
                  <a:gd name="connsiteX1" fmla="*/ 165482 w 196226"/>
                  <a:gd name="connsiteY1" fmla="*/ 0 h 3760392"/>
                  <a:gd name="connsiteX2" fmla="*/ 196226 w 196226"/>
                  <a:gd name="connsiteY2" fmla="*/ 3760392 h 3760392"/>
                  <a:gd name="connsiteX3" fmla="*/ 0 w 196226"/>
                  <a:gd name="connsiteY3" fmla="*/ 3760392 h 3760392"/>
                  <a:gd name="connsiteX0" fmla="*/ 0 w 196226"/>
                  <a:gd name="connsiteY0" fmla="*/ 3760392 h 3760392"/>
                  <a:gd name="connsiteX1" fmla="*/ 165482 w 196226"/>
                  <a:gd name="connsiteY1" fmla="*/ 0 h 3760392"/>
                  <a:gd name="connsiteX2" fmla="*/ 196226 w 196226"/>
                  <a:gd name="connsiteY2" fmla="*/ 3760392 h 3760392"/>
                  <a:gd name="connsiteX3" fmla="*/ 0 w 196226"/>
                  <a:gd name="connsiteY3" fmla="*/ 3760392 h 3760392"/>
                  <a:gd name="connsiteX0" fmla="*/ 0 w 203788"/>
                  <a:gd name="connsiteY0" fmla="*/ 3760392 h 3760392"/>
                  <a:gd name="connsiteX1" fmla="*/ 165482 w 203788"/>
                  <a:gd name="connsiteY1" fmla="*/ 0 h 3760392"/>
                  <a:gd name="connsiteX2" fmla="*/ 196226 w 203788"/>
                  <a:gd name="connsiteY2" fmla="*/ 3760392 h 3760392"/>
                  <a:gd name="connsiteX3" fmla="*/ 0 w 203788"/>
                  <a:gd name="connsiteY3" fmla="*/ 3760392 h 3760392"/>
                  <a:gd name="connsiteX0" fmla="*/ 0 w 232892"/>
                  <a:gd name="connsiteY0" fmla="*/ 3742664 h 3760392"/>
                  <a:gd name="connsiteX1" fmla="*/ 194586 w 232892"/>
                  <a:gd name="connsiteY1" fmla="*/ 0 h 3760392"/>
                  <a:gd name="connsiteX2" fmla="*/ 225330 w 232892"/>
                  <a:gd name="connsiteY2" fmla="*/ 3760392 h 3760392"/>
                  <a:gd name="connsiteX3" fmla="*/ 0 w 232892"/>
                  <a:gd name="connsiteY3" fmla="*/ 3742664 h 3760392"/>
                  <a:gd name="connsiteX0" fmla="*/ 0 w 232030"/>
                  <a:gd name="connsiteY0" fmla="*/ 3742664 h 3914670"/>
                  <a:gd name="connsiteX1" fmla="*/ 194586 w 232030"/>
                  <a:gd name="connsiteY1" fmla="*/ 0 h 3914670"/>
                  <a:gd name="connsiteX2" fmla="*/ 223135 w 232030"/>
                  <a:gd name="connsiteY2" fmla="*/ 3914670 h 3914670"/>
                  <a:gd name="connsiteX3" fmla="*/ 0 w 232030"/>
                  <a:gd name="connsiteY3" fmla="*/ 3742664 h 3914670"/>
                  <a:gd name="connsiteX0" fmla="*/ 0 w 247137"/>
                  <a:gd name="connsiteY0" fmla="*/ 3905038 h 3914670"/>
                  <a:gd name="connsiteX1" fmla="*/ 209693 w 247137"/>
                  <a:gd name="connsiteY1" fmla="*/ 0 h 3914670"/>
                  <a:gd name="connsiteX2" fmla="*/ 238242 w 247137"/>
                  <a:gd name="connsiteY2" fmla="*/ 3914670 h 3914670"/>
                  <a:gd name="connsiteX3" fmla="*/ 0 w 247137"/>
                  <a:gd name="connsiteY3" fmla="*/ 3905038 h 3914670"/>
                  <a:gd name="connsiteX0" fmla="*/ 0 w 250938"/>
                  <a:gd name="connsiteY0" fmla="*/ 3905038 h 3972005"/>
                  <a:gd name="connsiteX1" fmla="*/ 209693 w 250938"/>
                  <a:gd name="connsiteY1" fmla="*/ 0 h 3972005"/>
                  <a:gd name="connsiteX2" fmla="*/ 247212 w 250938"/>
                  <a:gd name="connsiteY2" fmla="*/ 3972005 h 3972005"/>
                  <a:gd name="connsiteX3" fmla="*/ 0 w 250938"/>
                  <a:gd name="connsiteY3" fmla="*/ 3905038 h 3972005"/>
                  <a:gd name="connsiteX0" fmla="*/ 0 w 264616"/>
                  <a:gd name="connsiteY0" fmla="*/ 3940598 h 3972005"/>
                  <a:gd name="connsiteX1" fmla="*/ 223371 w 264616"/>
                  <a:gd name="connsiteY1" fmla="*/ 0 h 3972005"/>
                  <a:gd name="connsiteX2" fmla="*/ 260890 w 264616"/>
                  <a:gd name="connsiteY2" fmla="*/ 3972005 h 3972005"/>
                  <a:gd name="connsiteX3" fmla="*/ 0 w 264616"/>
                  <a:gd name="connsiteY3" fmla="*/ 3940598 h 3972005"/>
                  <a:gd name="connsiteX0" fmla="*/ 0 w 262936"/>
                  <a:gd name="connsiteY0" fmla="*/ 3974517 h 4005924"/>
                  <a:gd name="connsiteX1" fmla="*/ 220090 w 262936"/>
                  <a:gd name="connsiteY1" fmla="*/ 0 h 4005924"/>
                  <a:gd name="connsiteX2" fmla="*/ 260890 w 262936"/>
                  <a:gd name="connsiteY2" fmla="*/ 4005924 h 4005924"/>
                  <a:gd name="connsiteX3" fmla="*/ 0 w 262936"/>
                  <a:gd name="connsiteY3" fmla="*/ 3974517 h 4005924"/>
                  <a:gd name="connsiteX0" fmla="*/ 0 w 286726"/>
                  <a:gd name="connsiteY0" fmla="*/ 3974517 h 4005924"/>
                  <a:gd name="connsiteX1" fmla="*/ 220090 w 286726"/>
                  <a:gd name="connsiteY1" fmla="*/ 0 h 4005924"/>
                  <a:gd name="connsiteX2" fmla="*/ 260890 w 286726"/>
                  <a:gd name="connsiteY2" fmla="*/ 4005924 h 4005924"/>
                  <a:gd name="connsiteX3" fmla="*/ 0 w 286726"/>
                  <a:gd name="connsiteY3" fmla="*/ 3974517 h 4005924"/>
                  <a:gd name="connsiteX0" fmla="*/ 0 w 286726"/>
                  <a:gd name="connsiteY0" fmla="*/ 3974517 h 4065957"/>
                  <a:gd name="connsiteX1" fmla="*/ 220090 w 286726"/>
                  <a:gd name="connsiteY1" fmla="*/ 0 h 4065957"/>
                  <a:gd name="connsiteX2" fmla="*/ 260890 w 286726"/>
                  <a:gd name="connsiteY2" fmla="*/ 4005924 h 4065957"/>
                  <a:gd name="connsiteX3" fmla="*/ 91440 w 286726"/>
                  <a:gd name="connsiteY3" fmla="*/ 4065957 h 4065957"/>
                  <a:gd name="connsiteX0" fmla="*/ 0 w 286726"/>
                  <a:gd name="connsiteY0" fmla="*/ 3974517 h 4005924"/>
                  <a:gd name="connsiteX1" fmla="*/ 220090 w 286726"/>
                  <a:gd name="connsiteY1" fmla="*/ 0 h 4005924"/>
                  <a:gd name="connsiteX2" fmla="*/ 260890 w 286726"/>
                  <a:gd name="connsiteY2" fmla="*/ 4005924 h 4005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86726" h="4005924">
                    <a:moveTo>
                      <a:pt x="0" y="3974517"/>
                    </a:moveTo>
                    <a:cubicBezTo>
                      <a:pt x="55161" y="2721053"/>
                      <a:pt x="8137" y="1189886"/>
                      <a:pt x="220090" y="0"/>
                    </a:cubicBezTo>
                    <a:cubicBezTo>
                      <a:pt x="290188" y="1305877"/>
                      <a:pt x="306997" y="2627180"/>
                      <a:pt x="260890" y="4005924"/>
                    </a:cubicBezTo>
                  </a:path>
                </a:pathLst>
              </a:custGeom>
              <a:solidFill>
                <a:srgbClr val="64263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31FB4E2E-4637-2A7A-EA47-CB9B1843B25A}"/>
              </a:ext>
            </a:extLst>
          </p:cNvPr>
          <p:cNvGrpSpPr/>
          <p:nvPr/>
        </p:nvGrpSpPr>
        <p:grpSpPr>
          <a:xfrm>
            <a:off x="5454921" y="287041"/>
            <a:ext cx="6830426" cy="7198317"/>
            <a:chOff x="2313934" y="407891"/>
            <a:chExt cx="6830426" cy="7198317"/>
          </a:xfrm>
          <a:solidFill>
            <a:schemeClr val="bg1"/>
          </a:solidFill>
        </p:grpSpPr>
        <p:sp>
          <p:nvSpPr>
            <p:cNvPr id="61" name="Rectangle 48">
              <a:extLst>
                <a:ext uri="{FF2B5EF4-FFF2-40B4-BE49-F238E27FC236}">
                  <a16:creationId xmlns:a16="http://schemas.microsoft.com/office/drawing/2014/main" id="{497EB380-567B-B365-3877-F22F09213465}"/>
                </a:ext>
              </a:extLst>
            </p:cNvPr>
            <p:cNvSpPr/>
            <p:nvPr/>
          </p:nvSpPr>
          <p:spPr>
            <a:xfrm>
              <a:off x="2313934" y="4720116"/>
              <a:ext cx="3335360" cy="2886092"/>
            </a:xfrm>
            <a:custGeom>
              <a:avLst/>
              <a:gdLst>
                <a:gd name="connsiteX0" fmla="*/ 0 w 1084882"/>
                <a:gd name="connsiteY0" fmla="*/ 0 h 1269480"/>
                <a:gd name="connsiteX1" fmla="*/ 1084882 w 1084882"/>
                <a:gd name="connsiteY1" fmla="*/ 0 h 1269480"/>
                <a:gd name="connsiteX2" fmla="*/ 1084882 w 1084882"/>
                <a:gd name="connsiteY2" fmla="*/ 1269480 h 1269480"/>
                <a:gd name="connsiteX3" fmla="*/ 0 w 1084882"/>
                <a:gd name="connsiteY3" fmla="*/ 1269480 h 1269480"/>
                <a:gd name="connsiteX4" fmla="*/ 0 w 1084882"/>
                <a:gd name="connsiteY4" fmla="*/ 0 h 1269480"/>
                <a:gd name="connsiteX0" fmla="*/ 0 w 1952787"/>
                <a:gd name="connsiteY0" fmla="*/ 46495 h 1315975"/>
                <a:gd name="connsiteX1" fmla="*/ 1952787 w 1952787"/>
                <a:gd name="connsiteY1" fmla="*/ 0 h 1315975"/>
                <a:gd name="connsiteX2" fmla="*/ 1084882 w 1952787"/>
                <a:gd name="connsiteY2" fmla="*/ 1315975 h 1315975"/>
                <a:gd name="connsiteX3" fmla="*/ 0 w 1952787"/>
                <a:gd name="connsiteY3" fmla="*/ 1315975 h 1315975"/>
                <a:gd name="connsiteX4" fmla="*/ 0 w 1952787"/>
                <a:gd name="connsiteY4" fmla="*/ 46495 h 1315975"/>
                <a:gd name="connsiteX0" fmla="*/ 991892 w 1952787"/>
                <a:gd name="connsiteY0" fmla="*/ 0 h 1966904"/>
                <a:gd name="connsiteX1" fmla="*/ 1952787 w 1952787"/>
                <a:gd name="connsiteY1" fmla="*/ 650929 h 1966904"/>
                <a:gd name="connsiteX2" fmla="*/ 1084882 w 1952787"/>
                <a:gd name="connsiteY2" fmla="*/ 1966904 h 1966904"/>
                <a:gd name="connsiteX3" fmla="*/ 0 w 1952787"/>
                <a:gd name="connsiteY3" fmla="*/ 1966904 h 1966904"/>
                <a:gd name="connsiteX4" fmla="*/ 991892 w 1952787"/>
                <a:gd name="connsiteY4" fmla="*/ 0 h 1966904"/>
                <a:gd name="connsiteX0" fmla="*/ 1983784 w 2944679"/>
                <a:gd name="connsiteY0" fmla="*/ 0 h 2772816"/>
                <a:gd name="connsiteX1" fmla="*/ 2944679 w 2944679"/>
                <a:gd name="connsiteY1" fmla="*/ 650929 h 2772816"/>
                <a:gd name="connsiteX2" fmla="*/ 2076774 w 2944679"/>
                <a:gd name="connsiteY2" fmla="*/ 1966904 h 2772816"/>
                <a:gd name="connsiteX3" fmla="*/ 0 w 2944679"/>
                <a:gd name="connsiteY3" fmla="*/ 2772816 h 2772816"/>
                <a:gd name="connsiteX4" fmla="*/ 1983784 w 2944679"/>
                <a:gd name="connsiteY4" fmla="*/ 0 h 2772816"/>
                <a:gd name="connsiteX0" fmla="*/ 1983784 w 2944679"/>
                <a:gd name="connsiteY0" fmla="*/ 0 h 2772816"/>
                <a:gd name="connsiteX1" fmla="*/ 2944679 w 2944679"/>
                <a:gd name="connsiteY1" fmla="*/ 650929 h 2772816"/>
                <a:gd name="connsiteX2" fmla="*/ 1208869 w 2944679"/>
                <a:gd name="connsiteY2" fmla="*/ 2571338 h 2772816"/>
                <a:gd name="connsiteX3" fmla="*/ 0 w 2944679"/>
                <a:gd name="connsiteY3" fmla="*/ 2772816 h 2772816"/>
                <a:gd name="connsiteX4" fmla="*/ 1983784 w 2944679"/>
                <a:gd name="connsiteY4" fmla="*/ 0 h 2772816"/>
                <a:gd name="connsiteX0" fmla="*/ 1983784 w 2944679"/>
                <a:gd name="connsiteY0" fmla="*/ 0 h 2772816"/>
                <a:gd name="connsiteX1" fmla="*/ 2944679 w 2944679"/>
                <a:gd name="connsiteY1" fmla="*/ 650929 h 2772816"/>
                <a:gd name="connsiteX2" fmla="*/ 1208869 w 2944679"/>
                <a:gd name="connsiteY2" fmla="*/ 2571338 h 2772816"/>
                <a:gd name="connsiteX3" fmla="*/ 0 w 2944679"/>
                <a:gd name="connsiteY3" fmla="*/ 2772816 h 2772816"/>
                <a:gd name="connsiteX4" fmla="*/ 681926 w 2944679"/>
                <a:gd name="connsiteY4" fmla="*/ 2230376 h 2772816"/>
                <a:gd name="connsiteX5" fmla="*/ 1983784 w 2944679"/>
                <a:gd name="connsiteY5" fmla="*/ 0 h 2772816"/>
                <a:gd name="connsiteX0" fmla="*/ 1983784 w 2944679"/>
                <a:gd name="connsiteY0" fmla="*/ 0 h 2772816"/>
                <a:gd name="connsiteX1" fmla="*/ 2944679 w 2944679"/>
                <a:gd name="connsiteY1" fmla="*/ 650929 h 2772816"/>
                <a:gd name="connsiteX2" fmla="*/ 1208869 w 2944679"/>
                <a:gd name="connsiteY2" fmla="*/ 2571338 h 2772816"/>
                <a:gd name="connsiteX3" fmla="*/ 0 w 2944679"/>
                <a:gd name="connsiteY3" fmla="*/ 2772816 h 2772816"/>
                <a:gd name="connsiteX4" fmla="*/ 1983784 w 2944679"/>
                <a:gd name="connsiteY4" fmla="*/ 0 h 2772816"/>
                <a:gd name="connsiteX0" fmla="*/ 1983784 w 2944679"/>
                <a:gd name="connsiteY0" fmla="*/ 108001 h 2880817"/>
                <a:gd name="connsiteX1" fmla="*/ 2944679 w 2944679"/>
                <a:gd name="connsiteY1" fmla="*/ 758930 h 2880817"/>
                <a:gd name="connsiteX2" fmla="*/ 1208869 w 2944679"/>
                <a:gd name="connsiteY2" fmla="*/ 2679339 h 2880817"/>
                <a:gd name="connsiteX3" fmla="*/ 0 w 2944679"/>
                <a:gd name="connsiteY3" fmla="*/ 2880817 h 2880817"/>
                <a:gd name="connsiteX4" fmla="*/ 1983784 w 2944679"/>
                <a:gd name="connsiteY4" fmla="*/ 108001 h 2880817"/>
                <a:gd name="connsiteX0" fmla="*/ 1983784 w 2944679"/>
                <a:gd name="connsiteY0" fmla="*/ 97767 h 2870583"/>
                <a:gd name="connsiteX1" fmla="*/ 2944679 w 2944679"/>
                <a:gd name="connsiteY1" fmla="*/ 748696 h 2870583"/>
                <a:gd name="connsiteX2" fmla="*/ 1208869 w 2944679"/>
                <a:gd name="connsiteY2" fmla="*/ 2669105 h 2870583"/>
                <a:gd name="connsiteX3" fmla="*/ 0 w 2944679"/>
                <a:gd name="connsiteY3" fmla="*/ 2870583 h 2870583"/>
                <a:gd name="connsiteX4" fmla="*/ 1983784 w 2944679"/>
                <a:gd name="connsiteY4" fmla="*/ 97767 h 2870583"/>
                <a:gd name="connsiteX0" fmla="*/ 1983784 w 2944679"/>
                <a:gd name="connsiteY0" fmla="*/ 67385 h 2840201"/>
                <a:gd name="connsiteX1" fmla="*/ 2944679 w 2944679"/>
                <a:gd name="connsiteY1" fmla="*/ 718314 h 2840201"/>
                <a:gd name="connsiteX2" fmla="*/ 1208869 w 2944679"/>
                <a:gd name="connsiteY2" fmla="*/ 2638723 h 2840201"/>
                <a:gd name="connsiteX3" fmla="*/ 0 w 2944679"/>
                <a:gd name="connsiteY3" fmla="*/ 2840201 h 2840201"/>
                <a:gd name="connsiteX4" fmla="*/ 1983784 w 2944679"/>
                <a:gd name="connsiteY4" fmla="*/ 67385 h 2840201"/>
                <a:gd name="connsiteX0" fmla="*/ 1983784 w 2944679"/>
                <a:gd name="connsiteY0" fmla="*/ 70239 h 2843055"/>
                <a:gd name="connsiteX1" fmla="*/ 2944679 w 2944679"/>
                <a:gd name="connsiteY1" fmla="*/ 721168 h 2843055"/>
                <a:gd name="connsiteX2" fmla="*/ 1208869 w 2944679"/>
                <a:gd name="connsiteY2" fmla="*/ 2641577 h 2843055"/>
                <a:gd name="connsiteX3" fmla="*/ 0 w 2944679"/>
                <a:gd name="connsiteY3" fmla="*/ 2843055 h 2843055"/>
                <a:gd name="connsiteX4" fmla="*/ 1983784 w 2944679"/>
                <a:gd name="connsiteY4" fmla="*/ 70239 h 2843055"/>
                <a:gd name="connsiteX0" fmla="*/ 1983784 w 2944679"/>
                <a:gd name="connsiteY0" fmla="*/ 35337 h 2808153"/>
                <a:gd name="connsiteX1" fmla="*/ 2944679 w 2944679"/>
                <a:gd name="connsiteY1" fmla="*/ 686266 h 2808153"/>
                <a:gd name="connsiteX2" fmla="*/ 1208869 w 2944679"/>
                <a:gd name="connsiteY2" fmla="*/ 2606675 h 2808153"/>
                <a:gd name="connsiteX3" fmla="*/ 0 w 2944679"/>
                <a:gd name="connsiteY3" fmla="*/ 2808153 h 2808153"/>
                <a:gd name="connsiteX4" fmla="*/ 1983784 w 2944679"/>
                <a:gd name="connsiteY4" fmla="*/ 35337 h 2808153"/>
                <a:gd name="connsiteX0" fmla="*/ 1983784 w 2944679"/>
                <a:gd name="connsiteY0" fmla="*/ 73527 h 2846343"/>
                <a:gd name="connsiteX1" fmla="*/ 2944679 w 2944679"/>
                <a:gd name="connsiteY1" fmla="*/ 724456 h 2846343"/>
                <a:gd name="connsiteX2" fmla="*/ 1208869 w 2944679"/>
                <a:gd name="connsiteY2" fmla="*/ 2644865 h 2846343"/>
                <a:gd name="connsiteX3" fmla="*/ 0 w 2944679"/>
                <a:gd name="connsiteY3" fmla="*/ 2846343 h 2846343"/>
                <a:gd name="connsiteX4" fmla="*/ 1983784 w 2944679"/>
                <a:gd name="connsiteY4" fmla="*/ 73527 h 2846343"/>
                <a:gd name="connsiteX0" fmla="*/ 1983784 w 2944679"/>
                <a:gd name="connsiteY0" fmla="*/ 70240 h 2843056"/>
                <a:gd name="connsiteX1" fmla="*/ 2944679 w 2944679"/>
                <a:gd name="connsiteY1" fmla="*/ 721169 h 2843056"/>
                <a:gd name="connsiteX2" fmla="*/ 1208869 w 2944679"/>
                <a:gd name="connsiteY2" fmla="*/ 2641578 h 2843056"/>
                <a:gd name="connsiteX3" fmla="*/ 0 w 2944679"/>
                <a:gd name="connsiteY3" fmla="*/ 2843056 h 2843056"/>
                <a:gd name="connsiteX4" fmla="*/ 1983784 w 2944679"/>
                <a:gd name="connsiteY4" fmla="*/ 70240 h 2843056"/>
                <a:gd name="connsiteX0" fmla="*/ 1983784 w 2944679"/>
                <a:gd name="connsiteY0" fmla="*/ 70240 h 2886092"/>
                <a:gd name="connsiteX1" fmla="*/ 2944679 w 2944679"/>
                <a:gd name="connsiteY1" fmla="*/ 721169 h 2886092"/>
                <a:gd name="connsiteX2" fmla="*/ 1208869 w 2944679"/>
                <a:gd name="connsiteY2" fmla="*/ 2641578 h 2886092"/>
                <a:gd name="connsiteX3" fmla="*/ 0 w 2944679"/>
                <a:gd name="connsiteY3" fmla="*/ 2843056 h 2886092"/>
                <a:gd name="connsiteX4" fmla="*/ 1983784 w 2944679"/>
                <a:gd name="connsiteY4" fmla="*/ 70240 h 2886092"/>
                <a:gd name="connsiteX0" fmla="*/ 1983784 w 2944679"/>
                <a:gd name="connsiteY0" fmla="*/ 70240 h 2886092"/>
                <a:gd name="connsiteX1" fmla="*/ 2944679 w 2944679"/>
                <a:gd name="connsiteY1" fmla="*/ 721169 h 2886092"/>
                <a:gd name="connsiteX2" fmla="*/ 1208869 w 2944679"/>
                <a:gd name="connsiteY2" fmla="*/ 2641578 h 2886092"/>
                <a:gd name="connsiteX3" fmla="*/ 0 w 2944679"/>
                <a:gd name="connsiteY3" fmla="*/ 2843056 h 2886092"/>
                <a:gd name="connsiteX4" fmla="*/ 1983784 w 2944679"/>
                <a:gd name="connsiteY4" fmla="*/ 70240 h 2886092"/>
                <a:gd name="connsiteX0" fmla="*/ 1983784 w 3326082"/>
                <a:gd name="connsiteY0" fmla="*/ 70240 h 2886092"/>
                <a:gd name="connsiteX1" fmla="*/ 2944679 w 3326082"/>
                <a:gd name="connsiteY1" fmla="*/ 721169 h 2886092"/>
                <a:gd name="connsiteX2" fmla="*/ 1208869 w 3326082"/>
                <a:gd name="connsiteY2" fmla="*/ 2641578 h 2886092"/>
                <a:gd name="connsiteX3" fmla="*/ 0 w 3326082"/>
                <a:gd name="connsiteY3" fmla="*/ 2843056 h 2886092"/>
                <a:gd name="connsiteX4" fmla="*/ 1983784 w 3326082"/>
                <a:gd name="connsiteY4" fmla="*/ 70240 h 2886092"/>
                <a:gd name="connsiteX0" fmla="*/ 1983784 w 3335360"/>
                <a:gd name="connsiteY0" fmla="*/ 70240 h 2886092"/>
                <a:gd name="connsiteX1" fmla="*/ 2944679 w 3335360"/>
                <a:gd name="connsiteY1" fmla="*/ 721169 h 2886092"/>
                <a:gd name="connsiteX2" fmla="*/ 1208869 w 3335360"/>
                <a:gd name="connsiteY2" fmla="*/ 2641578 h 2886092"/>
                <a:gd name="connsiteX3" fmla="*/ 0 w 3335360"/>
                <a:gd name="connsiteY3" fmla="*/ 2843056 h 2886092"/>
                <a:gd name="connsiteX4" fmla="*/ 1983784 w 3335360"/>
                <a:gd name="connsiteY4" fmla="*/ 70240 h 2886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35360" h="2886092">
                  <a:moveTo>
                    <a:pt x="1983784" y="70240"/>
                  </a:moveTo>
                  <a:lnTo>
                    <a:pt x="2944679" y="721169"/>
                  </a:lnTo>
                  <a:cubicBezTo>
                    <a:pt x="3977900" y="1950241"/>
                    <a:pt x="2810361" y="2760859"/>
                    <a:pt x="1208869" y="2641578"/>
                  </a:cubicBezTo>
                  <a:cubicBezTo>
                    <a:pt x="805913" y="2708737"/>
                    <a:pt x="604434" y="2992874"/>
                    <a:pt x="0" y="2843056"/>
                  </a:cubicBezTo>
                  <a:cubicBezTo>
                    <a:pt x="1725478" y="2646974"/>
                    <a:pt x="-599268" y="-506010"/>
                    <a:pt x="1983784" y="70240"/>
                  </a:cubicBezTo>
                  <a:close/>
                </a:path>
              </a:pathLst>
            </a:custGeom>
            <a:grp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66245CEB-0C52-49F1-E19E-8FEE13054660}"/>
                </a:ext>
              </a:extLst>
            </p:cNvPr>
            <p:cNvGrpSpPr/>
            <p:nvPr/>
          </p:nvGrpSpPr>
          <p:grpSpPr>
            <a:xfrm>
              <a:off x="4892174" y="3212088"/>
              <a:ext cx="4252186" cy="2470524"/>
              <a:chOff x="4854239" y="3122846"/>
              <a:chExt cx="4252186" cy="2470524"/>
            </a:xfrm>
            <a:grpFill/>
          </p:grpSpPr>
          <p:sp>
            <p:nvSpPr>
              <p:cNvPr id="137" name="Rectangle 2">
                <a:extLst>
                  <a:ext uri="{FF2B5EF4-FFF2-40B4-BE49-F238E27FC236}">
                    <a16:creationId xmlns:a16="http://schemas.microsoft.com/office/drawing/2014/main" id="{3A7F92FC-72CC-444F-F346-45807E8B5EBA}"/>
                  </a:ext>
                </a:extLst>
              </p:cNvPr>
              <p:cNvSpPr/>
              <p:nvPr/>
            </p:nvSpPr>
            <p:spPr>
              <a:xfrm rot="4147940">
                <a:off x="6002380" y="2402127"/>
                <a:ext cx="2383326" cy="3824764"/>
              </a:xfrm>
              <a:custGeom>
                <a:avLst/>
                <a:gdLst>
                  <a:gd name="connsiteX0" fmla="*/ 0 w 542441"/>
                  <a:gd name="connsiteY0" fmla="*/ 0 h 895027"/>
                  <a:gd name="connsiteX1" fmla="*/ 542441 w 542441"/>
                  <a:gd name="connsiteY1" fmla="*/ 0 h 895027"/>
                  <a:gd name="connsiteX2" fmla="*/ 542441 w 542441"/>
                  <a:gd name="connsiteY2" fmla="*/ 895027 h 895027"/>
                  <a:gd name="connsiteX3" fmla="*/ 0 w 542441"/>
                  <a:gd name="connsiteY3" fmla="*/ 895027 h 895027"/>
                  <a:gd name="connsiteX4" fmla="*/ 0 w 542441"/>
                  <a:gd name="connsiteY4" fmla="*/ 0 h 895027"/>
                  <a:gd name="connsiteX0" fmla="*/ 0 w 834541"/>
                  <a:gd name="connsiteY0" fmla="*/ 635000 h 895027"/>
                  <a:gd name="connsiteX1" fmla="*/ 834541 w 834541"/>
                  <a:gd name="connsiteY1" fmla="*/ 0 h 895027"/>
                  <a:gd name="connsiteX2" fmla="*/ 834541 w 834541"/>
                  <a:gd name="connsiteY2" fmla="*/ 895027 h 895027"/>
                  <a:gd name="connsiteX3" fmla="*/ 292100 w 834541"/>
                  <a:gd name="connsiteY3" fmla="*/ 895027 h 895027"/>
                  <a:gd name="connsiteX4" fmla="*/ 0 w 834541"/>
                  <a:gd name="connsiteY4" fmla="*/ 635000 h 895027"/>
                  <a:gd name="connsiteX0" fmla="*/ 152400 w 986941"/>
                  <a:gd name="connsiteY0" fmla="*/ 635000 h 1885627"/>
                  <a:gd name="connsiteX1" fmla="*/ 986941 w 986941"/>
                  <a:gd name="connsiteY1" fmla="*/ 0 h 1885627"/>
                  <a:gd name="connsiteX2" fmla="*/ 986941 w 986941"/>
                  <a:gd name="connsiteY2" fmla="*/ 895027 h 1885627"/>
                  <a:gd name="connsiteX3" fmla="*/ 0 w 986941"/>
                  <a:gd name="connsiteY3" fmla="*/ 1885627 h 1885627"/>
                  <a:gd name="connsiteX4" fmla="*/ 152400 w 986941"/>
                  <a:gd name="connsiteY4" fmla="*/ 635000 h 1885627"/>
                  <a:gd name="connsiteX0" fmla="*/ 152400 w 986941"/>
                  <a:gd name="connsiteY0" fmla="*/ 635000 h 1974527"/>
                  <a:gd name="connsiteX1" fmla="*/ 986941 w 986941"/>
                  <a:gd name="connsiteY1" fmla="*/ 0 h 1974527"/>
                  <a:gd name="connsiteX2" fmla="*/ 237641 w 986941"/>
                  <a:gd name="connsiteY2" fmla="*/ 1974527 h 1974527"/>
                  <a:gd name="connsiteX3" fmla="*/ 0 w 986941"/>
                  <a:gd name="connsiteY3" fmla="*/ 1885627 h 1974527"/>
                  <a:gd name="connsiteX4" fmla="*/ 152400 w 986941"/>
                  <a:gd name="connsiteY4" fmla="*/ 635000 h 1974527"/>
                  <a:gd name="connsiteX0" fmla="*/ 152400 w 402741"/>
                  <a:gd name="connsiteY0" fmla="*/ 0 h 1339527"/>
                  <a:gd name="connsiteX1" fmla="*/ 402741 w 402741"/>
                  <a:gd name="connsiteY1" fmla="*/ 63500 h 1339527"/>
                  <a:gd name="connsiteX2" fmla="*/ 237641 w 402741"/>
                  <a:gd name="connsiteY2" fmla="*/ 1339527 h 1339527"/>
                  <a:gd name="connsiteX3" fmla="*/ 0 w 402741"/>
                  <a:gd name="connsiteY3" fmla="*/ 1250627 h 1339527"/>
                  <a:gd name="connsiteX4" fmla="*/ 152400 w 402741"/>
                  <a:gd name="connsiteY4" fmla="*/ 0 h 1339527"/>
                  <a:gd name="connsiteX0" fmla="*/ 152400 w 402741"/>
                  <a:gd name="connsiteY0" fmla="*/ 131276 h 1470803"/>
                  <a:gd name="connsiteX1" fmla="*/ 402741 w 402741"/>
                  <a:gd name="connsiteY1" fmla="*/ 194776 h 1470803"/>
                  <a:gd name="connsiteX2" fmla="*/ 237641 w 402741"/>
                  <a:gd name="connsiteY2" fmla="*/ 1470803 h 1470803"/>
                  <a:gd name="connsiteX3" fmla="*/ 0 w 402741"/>
                  <a:gd name="connsiteY3" fmla="*/ 1381903 h 1470803"/>
                  <a:gd name="connsiteX4" fmla="*/ 152400 w 402741"/>
                  <a:gd name="connsiteY4" fmla="*/ 131276 h 1470803"/>
                  <a:gd name="connsiteX0" fmla="*/ 187527 w 437868"/>
                  <a:gd name="connsiteY0" fmla="*/ 395743 h 1735270"/>
                  <a:gd name="connsiteX1" fmla="*/ 4604 w 437868"/>
                  <a:gd name="connsiteY1" fmla="*/ 450 h 1735270"/>
                  <a:gd name="connsiteX2" fmla="*/ 437868 w 437868"/>
                  <a:gd name="connsiteY2" fmla="*/ 459243 h 1735270"/>
                  <a:gd name="connsiteX3" fmla="*/ 272768 w 437868"/>
                  <a:gd name="connsiteY3" fmla="*/ 1735270 h 1735270"/>
                  <a:gd name="connsiteX4" fmla="*/ 35127 w 437868"/>
                  <a:gd name="connsiteY4" fmla="*/ 1646370 h 1735270"/>
                  <a:gd name="connsiteX5" fmla="*/ 187527 w 437868"/>
                  <a:gd name="connsiteY5" fmla="*/ 395743 h 1735270"/>
                  <a:gd name="connsiteX0" fmla="*/ 187527 w 827895"/>
                  <a:gd name="connsiteY0" fmla="*/ 397043 h 1736570"/>
                  <a:gd name="connsiteX1" fmla="*/ 4604 w 827895"/>
                  <a:gd name="connsiteY1" fmla="*/ 1750 h 1736570"/>
                  <a:gd name="connsiteX2" fmla="*/ 819944 w 827895"/>
                  <a:gd name="connsiteY2" fmla="*/ 390370 h 1736570"/>
                  <a:gd name="connsiteX3" fmla="*/ 437868 w 827895"/>
                  <a:gd name="connsiteY3" fmla="*/ 460543 h 1736570"/>
                  <a:gd name="connsiteX4" fmla="*/ 272768 w 827895"/>
                  <a:gd name="connsiteY4" fmla="*/ 1736570 h 1736570"/>
                  <a:gd name="connsiteX5" fmla="*/ 35127 w 827895"/>
                  <a:gd name="connsiteY5" fmla="*/ 1647670 h 1736570"/>
                  <a:gd name="connsiteX6" fmla="*/ 187527 w 827895"/>
                  <a:gd name="connsiteY6" fmla="*/ 397043 h 1736570"/>
                  <a:gd name="connsiteX0" fmla="*/ 187527 w 1079717"/>
                  <a:gd name="connsiteY0" fmla="*/ 399939 h 1739466"/>
                  <a:gd name="connsiteX1" fmla="*/ 4604 w 1079717"/>
                  <a:gd name="connsiteY1" fmla="*/ 4646 h 1739466"/>
                  <a:gd name="connsiteX2" fmla="*/ 1048544 w 1079717"/>
                  <a:gd name="connsiteY2" fmla="*/ 164666 h 1739466"/>
                  <a:gd name="connsiteX3" fmla="*/ 819944 w 1079717"/>
                  <a:gd name="connsiteY3" fmla="*/ 393266 h 1739466"/>
                  <a:gd name="connsiteX4" fmla="*/ 437868 w 1079717"/>
                  <a:gd name="connsiteY4" fmla="*/ 463439 h 1739466"/>
                  <a:gd name="connsiteX5" fmla="*/ 272768 w 1079717"/>
                  <a:gd name="connsiteY5" fmla="*/ 1739466 h 1739466"/>
                  <a:gd name="connsiteX6" fmla="*/ 35127 w 1079717"/>
                  <a:gd name="connsiteY6" fmla="*/ 1650566 h 1739466"/>
                  <a:gd name="connsiteX7" fmla="*/ 187527 w 1079717"/>
                  <a:gd name="connsiteY7" fmla="*/ 399939 h 1739466"/>
                  <a:gd name="connsiteX0" fmla="*/ 187527 w 1491624"/>
                  <a:gd name="connsiteY0" fmla="*/ 447497 h 1787024"/>
                  <a:gd name="connsiteX1" fmla="*/ 4604 w 1491624"/>
                  <a:gd name="connsiteY1" fmla="*/ 52204 h 1787024"/>
                  <a:gd name="connsiteX2" fmla="*/ 1460024 w 1491624"/>
                  <a:gd name="connsiteY2" fmla="*/ 14104 h 1787024"/>
                  <a:gd name="connsiteX3" fmla="*/ 1048544 w 1491624"/>
                  <a:gd name="connsiteY3" fmla="*/ 212224 h 1787024"/>
                  <a:gd name="connsiteX4" fmla="*/ 819944 w 1491624"/>
                  <a:gd name="connsiteY4" fmla="*/ 440824 h 1787024"/>
                  <a:gd name="connsiteX5" fmla="*/ 437868 w 1491624"/>
                  <a:gd name="connsiteY5" fmla="*/ 510997 h 1787024"/>
                  <a:gd name="connsiteX6" fmla="*/ 272768 w 1491624"/>
                  <a:gd name="connsiteY6" fmla="*/ 1787024 h 1787024"/>
                  <a:gd name="connsiteX7" fmla="*/ 35127 w 1491624"/>
                  <a:gd name="connsiteY7" fmla="*/ 1698124 h 1787024"/>
                  <a:gd name="connsiteX8" fmla="*/ 187527 w 1491624"/>
                  <a:gd name="connsiteY8" fmla="*/ 447497 h 1787024"/>
                  <a:gd name="connsiteX0" fmla="*/ 712105 w 2004462"/>
                  <a:gd name="connsiteY0" fmla="*/ 791623 h 2131150"/>
                  <a:gd name="connsiteX1" fmla="*/ 529182 w 2004462"/>
                  <a:gd name="connsiteY1" fmla="*/ 396330 h 2131150"/>
                  <a:gd name="connsiteX2" fmla="*/ 49121 w 2004462"/>
                  <a:gd name="connsiteY2" fmla="*/ 90 h 2131150"/>
                  <a:gd name="connsiteX3" fmla="*/ 1984602 w 2004462"/>
                  <a:gd name="connsiteY3" fmla="*/ 358230 h 2131150"/>
                  <a:gd name="connsiteX4" fmla="*/ 1573122 w 2004462"/>
                  <a:gd name="connsiteY4" fmla="*/ 556350 h 2131150"/>
                  <a:gd name="connsiteX5" fmla="*/ 1344522 w 2004462"/>
                  <a:gd name="connsiteY5" fmla="*/ 784950 h 2131150"/>
                  <a:gd name="connsiteX6" fmla="*/ 962446 w 2004462"/>
                  <a:gd name="connsiteY6" fmla="*/ 855123 h 2131150"/>
                  <a:gd name="connsiteX7" fmla="*/ 797346 w 2004462"/>
                  <a:gd name="connsiteY7" fmla="*/ 2131150 h 2131150"/>
                  <a:gd name="connsiteX8" fmla="*/ 559705 w 2004462"/>
                  <a:gd name="connsiteY8" fmla="*/ 2042250 h 2131150"/>
                  <a:gd name="connsiteX9" fmla="*/ 712105 w 2004462"/>
                  <a:gd name="connsiteY9" fmla="*/ 791623 h 2131150"/>
                  <a:gd name="connsiteX0" fmla="*/ 712105 w 2263745"/>
                  <a:gd name="connsiteY0" fmla="*/ 1036197 h 2375724"/>
                  <a:gd name="connsiteX1" fmla="*/ 529182 w 2263745"/>
                  <a:gd name="connsiteY1" fmla="*/ 640904 h 2375724"/>
                  <a:gd name="connsiteX2" fmla="*/ 49121 w 2263745"/>
                  <a:gd name="connsiteY2" fmla="*/ 244664 h 2375724"/>
                  <a:gd name="connsiteX3" fmla="*/ 2152241 w 2263745"/>
                  <a:gd name="connsiteY3" fmla="*/ 8444 h 2375724"/>
                  <a:gd name="connsiteX4" fmla="*/ 1984602 w 2263745"/>
                  <a:gd name="connsiteY4" fmla="*/ 602804 h 2375724"/>
                  <a:gd name="connsiteX5" fmla="*/ 1573122 w 2263745"/>
                  <a:gd name="connsiteY5" fmla="*/ 800924 h 2375724"/>
                  <a:gd name="connsiteX6" fmla="*/ 1344522 w 2263745"/>
                  <a:gd name="connsiteY6" fmla="*/ 1029524 h 2375724"/>
                  <a:gd name="connsiteX7" fmla="*/ 962446 w 2263745"/>
                  <a:gd name="connsiteY7" fmla="*/ 1099697 h 2375724"/>
                  <a:gd name="connsiteX8" fmla="*/ 797346 w 2263745"/>
                  <a:gd name="connsiteY8" fmla="*/ 2375724 h 2375724"/>
                  <a:gd name="connsiteX9" fmla="*/ 559705 w 2263745"/>
                  <a:gd name="connsiteY9" fmla="*/ 2286824 h 2375724"/>
                  <a:gd name="connsiteX10" fmla="*/ 712105 w 2263745"/>
                  <a:gd name="connsiteY10" fmla="*/ 1036197 h 2375724"/>
                  <a:gd name="connsiteX0" fmla="*/ 712105 w 2247494"/>
                  <a:gd name="connsiteY0" fmla="*/ 1590010 h 2929537"/>
                  <a:gd name="connsiteX1" fmla="*/ 529182 w 2247494"/>
                  <a:gd name="connsiteY1" fmla="*/ 1194717 h 2929537"/>
                  <a:gd name="connsiteX2" fmla="*/ 49121 w 2247494"/>
                  <a:gd name="connsiteY2" fmla="*/ 798477 h 2929537"/>
                  <a:gd name="connsiteX3" fmla="*/ 2087471 w 2247494"/>
                  <a:gd name="connsiteY3" fmla="*/ 2187 h 2929537"/>
                  <a:gd name="connsiteX4" fmla="*/ 2152241 w 2247494"/>
                  <a:gd name="connsiteY4" fmla="*/ 562257 h 2929537"/>
                  <a:gd name="connsiteX5" fmla="*/ 1984602 w 2247494"/>
                  <a:gd name="connsiteY5" fmla="*/ 1156617 h 2929537"/>
                  <a:gd name="connsiteX6" fmla="*/ 1573122 w 2247494"/>
                  <a:gd name="connsiteY6" fmla="*/ 1354737 h 2929537"/>
                  <a:gd name="connsiteX7" fmla="*/ 1344522 w 2247494"/>
                  <a:gd name="connsiteY7" fmla="*/ 1583337 h 2929537"/>
                  <a:gd name="connsiteX8" fmla="*/ 962446 w 2247494"/>
                  <a:gd name="connsiteY8" fmla="*/ 1653510 h 2929537"/>
                  <a:gd name="connsiteX9" fmla="*/ 797346 w 2247494"/>
                  <a:gd name="connsiteY9" fmla="*/ 2929537 h 2929537"/>
                  <a:gd name="connsiteX10" fmla="*/ 559705 w 2247494"/>
                  <a:gd name="connsiteY10" fmla="*/ 2840637 h 2929537"/>
                  <a:gd name="connsiteX11" fmla="*/ 712105 w 2247494"/>
                  <a:gd name="connsiteY11" fmla="*/ 1590010 h 2929537"/>
                  <a:gd name="connsiteX0" fmla="*/ 759565 w 2275936"/>
                  <a:gd name="connsiteY0" fmla="*/ 1588303 h 2927830"/>
                  <a:gd name="connsiteX1" fmla="*/ 576642 w 2275936"/>
                  <a:gd name="connsiteY1" fmla="*/ 1193010 h 2927830"/>
                  <a:gd name="connsiteX2" fmla="*/ 96581 w 2275936"/>
                  <a:gd name="connsiteY2" fmla="*/ 796770 h 2927830"/>
                  <a:gd name="connsiteX3" fmla="*/ 191831 w 2275936"/>
                  <a:gd name="connsiteY3" fmla="*/ 190981 h 2927830"/>
                  <a:gd name="connsiteX4" fmla="*/ 2134931 w 2275936"/>
                  <a:gd name="connsiteY4" fmla="*/ 480 h 2927830"/>
                  <a:gd name="connsiteX5" fmla="*/ 2199701 w 2275936"/>
                  <a:gd name="connsiteY5" fmla="*/ 560550 h 2927830"/>
                  <a:gd name="connsiteX6" fmla="*/ 2032062 w 2275936"/>
                  <a:gd name="connsiteY6" fmla="*/ 1154910 h 2927830"/>
                  <a:gd name="connsiteX7" fmla="*/ 1620582 w 2275936"/>
                  <a:gd name="connsiteY7" fmla="*/ 1353030 h 2927830"/>
                  <a:gd name="connsiteX8" fmla="*/ 1391982 w 2275936"/>
                  <a:gd name="connsiteY8" fmla="*/ 1581630 h 2927830"/>
                  <a:gd name="connsiteX9" fmla="*/ 1009906 w 2275936"/>
                  <a:gd name="connsiteY9" fmla="*/ 1651803 h 2927830"/>
                  <a:gd name="connsiteX10" fmla="*/ 844806 w 2275936"/>
                  <a:gd name="connsiteY10" fmla="*/ 2927830 h 2927830"/>
                  <a:gd name="connsiteX11" fmla="*/ 607165 w 2275936"/>
                  <a:gd name="connsiteY11" fmla="*/ 2838930 h 2927830"/>
                  <a:gd name="connsiteX12" fmla="*/ 759565 w 2275936"/>
                  <a:gd name="connsiteY12" fmla="*/ 1588303 h 2927830"/>
                  <a:gd name="connsiteX0" fmla="*/ 759565 w 2270304"/>
                  <a:gd name="connsiteY0" fmla="*/ 1632823 h 2972350"/>
                  <a:gd name="connsiteX1" fmla="*/ 576642 w 2270304"/>
                  <a:gd name="connsiteY1" fmla="*/ 1237530 h 2972350"/>
                  <a:gd name="connsiteX2" fmla="*/ 96581 w 2270304"/>
                  <a:gd name="connsiteY2" fmla="*/ 841290 h 2972350"/>
                  <a:gd name="connsiteX3" fmla="*/ 191831 w 2270304"/>
                  <a:gd name="connsiteY3" fmla="*/ 235501 h 2972350"/>
                  <a:gd name="connsiteX4" fmla="*/ 410906 w 2270304"/>
                  <a:gd name="connsiteY4" fmla="*/ 35475 h 2972350"/>
                  <a:gd name="connsiteX5" fmla="*/ 2134931 w 2270304"/>
                  <a:gd name="connsiteY5" fmla="*/ 45000 h 2972350"/>
                  <a:gd name="connsiteX6" fmla="*/ 2199701 w 2270304"/>
                  <a:gd name="connsiteY6" fmla="*/ 605070 h 2972350"/>
                  <a:gd name="connsiteX7" fmla="*/ 2032062 w 2270304"/>
                  <a:gd name="connsiteY7" fmla="*/ 1199430 h 2972350"/>
                  <a:gd name="connsiteX8" fmla="*/ 1620582 w 2270304"/>
                  <a:gd name="connsiteY8" fmla="*/ 1397550 h 2972350"/>
                  <a:gd name="connsiteX9" fmla="*/ 1391982 w 2270304"/>
                  <a:gd name="connsiteY9" fmla="*/ 1626150 h 2972350"/>
                  <a:gd name="connsiteX10" fmla="*/ 1009906 w 2270304"/>
                  <a:gd name="connsiteY10" fmla="*/ 1696323 h 2972350"/>
                  <a:gd name="connsiteX11" fmla="*/ 844806 w 2270304"/>
                  <a:gd name="connsiteY11" fmla="*/ 2972350 h 2972350"/>
                  <a:gd name="connsiteX12" fmla="*/ 607165 w 2270304"/>
                  <a:gd name="connsiteY12" fmla="*/ 2883450 h 2972350"/>
                  <a:gd name="connsiteX13" fmla="*/ 759565 w 2270304"/>
                  <a:gd name="connsiteY13" fmla="*/ 1632823 h 2972350"/>
                  <a:gd name="connsiteX0" fmla="*/ 759565 w 2231157"/>
                  <a:gd name="connsiteY0" fmla="*/ 2216476 h 3556003"/>
                  <a:gd name="connsiteX1" fmla="*/ 576642 w 2231157"/>
                  <a:gd name="connsiteY1" fmla="*/ 1821183 h 3556003"/>
                  <a:gd name="connsiteX2" fmla="*/ 96581 w 2231157"/>
                  <a:gd name="connsiteY2" fmla="*/ 1424943 h 3556003"/>
                  <a:gd name="connsiteX3" fmla="*/ 191831 w 2231157"/>
                  <a:gd name="connsiteY3" fmla="*/ 819154 h 3556003"/>
                  <a:gd name="connsiteX4" fmla="*/ 410906 w 2231157"/>
                  <a:gd name="connsiteY4" fmla="*/ 619128 h 3556003"/>
                  <a:gd name="connsiteX5" fmla="*/ 325181 w 2231157"/>
                  <a:gd name="connsiteY5" fmla="*/ 3 h 3556003"/>
                  <a:gd name="connsiteX6" fmla="*/ 2134931 w 2231157"/>
                  <a:gd name="connsiteY6" fmla="*/ 628653 h 3556003"/>
                  <a:gd name="connsiteX7" fmla="*/ 2199701 w 2231157"/>
                  <a:gd name="connsiteY7" fmla="*/ 1188723 h 3556003"/>
                  <a:gd name="connsiteX8" fmla="*/ 2032062 w 2231157"/>
                  <a:gd name="connsiteY8" fmla="*/ 1783083 h 3556003"/>
                  <a:gd name="connsiteX9" fmla="*/ 1620582 w 2231157"/>
                  <a:gd name="connsiteY9" fmla="*/ 1981203 h 3556003"/>
                  <a:gd name="connsiteX10" fmla="*/ 1391982 w 2231157"/>
                  <a:gd name="connsiteY10" fmla="*/ 2209803 h 3556003"/>
                  <a:gd name="connsiteX11" fmla="*/ 1009906 w 2231157"/>
                  <a:gd name="connsiteY11" fmla="*/ 2279976 h 3556003"/>
                  <a:gd name="connsiteX12" fmla="*/ 844806 w 2231157"/>
                  <a:gd name="connsiteY12" fmla="*/ 3556003 h 3556003"/>
                  <a:gd name="connsiteX13" fmla="*/ 607165 w 2231157"/>
                  <a:gd name="connsiteY13" fmla="*/ 3467103 h 3556003"/>
                  <a:gd name="connsiteX14" fmla="*/ 759565 w 2231157"/>
                  <a:gd name="connsiteY14" fmla="*/ 2216476 h 3556003"/>
                  <a:gd name="connsiteX0" fmla="*/ 759565 w 2209496"/>
                  <a:gd name="connsiteY0" fmla="*/ 2373929 h 3713456"/>
                  <a:gd name="connsiteX1" fmla="*/ 576642 w 2209496"/>
                  <a:gd name="connsiteY1" fmla="*/ 1978636 h 3713456"/>
                  <a:gd name="connsiteX2" fmla="*/ 96581 w 2209496"/>
                  <a:gd name="connsiteY2" fmla="*/ 1582396 h 3713456"/>
                  <a:gd name="connsiteX3" fmla="*/ 191831 w 2209496"/>
                  <a:gd name="connsiteY3" fmla="*/ 976607 h 3713456"/>
                  <a:gd name="connsiteX4" fmla="*/ 410906 w 2209496"/>
                  <a:gd name="connsiteY4" fmla="*/ 776581 h 3713456"/>
                  <a:gd name="connsiteX5" fmla="*/ 325181 w 2209496"/>
                  <a:gd name="connsiteY5" fmla="*/ 157456 h 3713456"/>
                  <a:gd name="connsiteX6" fmla="*/ 1772982 w 2209496"/>
                  <a:gd name="connsiteY6" fmla="*/ 30457 h 3713456"/>
                  <a:gd name="connsiteX7" fmla="*/ 2134931 w 2209496"/>
                  <a:gd name="connsiteY7" fmla="*/ 786106 h 3713456"/>
                  <a:gd name="connsiteX8" fmla="*/ 2199701 w 2209496"/>
                  <a:gd name="connsiteY8" fmla="*/ 1346176 h 3713456"/>
                  <a:gd name="connsiteX9" fmla="*/ 2032062 w 2209496"/>
                  <a:gd name="connsiteY9" fmla="*/ 1940536 h 3713456"/>
                  <a:gd name="connsiteX10" fmla="*/ 1620582 w 2209496"/>
                  <a:gd name="connsiteY10" fmla="*/ 2138656 h 3713456"/>
                  <a:gd name="connsiteX11" fmla="*/ 1391982 w 2209496"/>
                  <a:gd name="connsiteY11" fmla="*/ 2367256 h 3713456"/>
                  <a:gd name="connsiteX12" fmla="*/ 1009906 w 2209496"/>
                  <a:gd name="connsiteY12" fmla="*/ 2437429 h 3713456"/>
                  <a:gd name="connsiteX13" fmla="*/ 844806 w 2209496"/>
                  <a:gd name="connsiteY13" fmla="*/ 3713456 h 3713456"/>
                  <a:gd name="connsiteX14" fmla="*/ 607165 w 2209496"/>
                  <a:gd name="connsiteY14" fmla="*/ 3624556 h 3713456"/>
                  <a:gd name="connsiteX15" fmla="*/ 759565 w 2209496"/>
                  <a:gd name="connsiteY15" fmla="*/ 2373929 h 3713456"/>
                  <a:gd name="connsiteX0" fmla="*/ 759565 w 2209496"/>
                  <a:gd name="connsiteY0" fmla="*/ 2801590 h 4141117"/>
                  <a:gd name="connsiteX1" fmla="*/ 576642 w 2209496"/>
                  <a:gd name="connsiteY1" fmla="*/ 2406297 h 4141117"/>
                  <a:gd name="connsiteX2" fmla="*/ 96581 w 2209496"/>
                  <a:gd name="connsiteY2" fmla="*/ 2010057 h 4141117"/>
                  <a:gd name="connsiteX3" fmla="*/ 191831 w 2209496"/>
                  <a:gd name="connsiteY3" fmla="*/ 1404268 h 4141117"/>
                  <a:gd name="connsiteX4" fmla="*/ 410906 w 2209496"/>
                  <a:gd name="connsiteY4" fmla="*/ 1204242 h 4141117"/>
                  <a:gd name="connsiteX5" fmla="*/ 325181 w 2209496"/>
                  <a:gd name="connsiteY5" fmla="*/ 585117 h 4141117"/>
                  <a:gd name="connsiteX6" fmla="*/ 1557082 w 2209496"/>
                  <a:gd name="connsiteY6" fmla="*/ 918 h 4141117"/>
                  <a:gd name="connsiteX7" fmla="*/ 1772982 w 2209496"/>
                  <a:gd name="connsiteY7" fmla="*/ 458118 h 4141117"/>
                  <a:gd name="connsiteX8" fmla="*/ 2134931 w 2209496"/>
                  <a:gd name="connsiteY8" fmla="*/ 1213767 h 4141117"/>
                  <a:gd name="connsiteX9" fmla="*/ 2199701 w 2209496"/>
                  <a:gd name="connsiteY9" fmla="*/ 1773837 h 4141117"/>
                  <a:gd name="connsiteX10" fmla="*/ 2032062 w 2209496"/>
                  <a:gd name="connsiteY10" fmla="*/ 2368197 h 4141117"/>
                  <a:gd name="connsiteX11" fmla="*/ 1620582 w 2209496"/>
                  <a:gd name="connsiteY11" fmla="*/ 2566317 h 4141117"/>
                  <a:gd name="connsiteX12" fmla="*/ 1391982 w 2209496"/>
                  <a:gd name="connsiteY12" fmla="*/ 2794917 h 4141117"/>
                  <a:gd name="connsiteX13" fmla="*/ 1009906 w 2209496"/>
                  <a:gd name="connsiteY13" fmla="*/ 2865090 h 4141117"/>
                  <a:gd name="connsiteX14" fmla="*/ 844806 w 2209496"/>
                  <a:gd name="connsiteY14" fmla="*/ 4141117 h 4141117"/>
                  <a:gd name="connsiteX15" fmla="*/ 607165 w 2209496"/>
                  <a:gd name="connsiteY15" fmla="*/ 4052217 h 4141117"/>
                  <a:gd name="connsiteX16" fmla="*/ 759565 w 2209496"/>
                  <a:gd name="connsiteY16" fmla="*/ 2801590 h 4141117"/>
                  <a:gd name="connsiteX0" fmla="*/ 759565 w 2209496"/>
                  <a:gd name="connsiteY0" fmla="*/ 2800780 h 4140307"/>
                  <a:gd name="connsiteX1" fmla="*/ 576642 w 2209496"/>
                  <a:gd name="connsiteY1" fmla="*/ 2405487 h 4140307"/>
                  <a:gd name="connsiteX2" fmla="*/ 96581 w 2209496"/>
                  <a:gd name="connsiteY2" fmla="*/ 2009247 h 4140307"/>
                  <a:gd name="connsiteX3" fmla="*/ 191831 w 2209496"/>
                  <a:gd name="connsiteY3" fmla="*/ 1403458 h 4140307"/>
                  <a:gd name="connsiteX4" fmla="*/ 410906 w 2209496"/>
                  <a:gd name="connsiteY4" fmla="*/ 1203432 h 4140307"/>
                  <a:gd name="connsiteX5" fmla="*/ 325181 w 2209496"/>
                  <a:gd name="connsiteY5" fmla="*/ 584307 h 4140307"/>
                  <a:gd name="connsiteX6" fmla="*/ 96582 w 2209496"/>
                  <a:gd name="connsiteY6" fmla="*/ 368409 h 4140307"/>
                  <a:gd name="connsiteX7" fmla="*/ 1557082 w 2209496"/>
                  <a:gd name="connsiteY7" fmla="*/ 108 h 4140307"/>
                  <a:gd name="connsiteX8" fmla="*/ 1772982 w 2209496"/>
                  <a:gd name="connsiteY8" fmla="*/ 457308 h 4140307"/>
                  <a:gd name="connsiteX9" fmla="*/ 2134931 w 2209496"/>
                  <a:gd name="connsiteY9" fmla="*/ 1212957 h 4140307"/>
                  <a:gd name="connsiteX10" fmla="*/ 2199701 w 2209496"/>
                  <a:gd name="connsiteY10" fmla="*/ 1773027 h 4140307"/>
                  <a:gd name="connsiteX11" fmla="*/ 2032062 w 2209496"/>
                  <a:gd name="connsiteY11" fmla="*/ 2367387 h 4140307"/>
                  <a:gd name="connsiteX12" fmla="*/ 1620582 w 2209496"/>
                  <a:gd name="connsiteY12" fmla="*/ 2565507 h 4140307"/>
                  <a:gd name="connsiteX13" fmla="*/ 1391982 w 2209496"/>
                  <a:gd name="connsiteY13" fmla="*/ 2794107 h 4140307"/>
                  <a:gd name="connsiteX14" fmla="*/ 1009906 w 2209496"/>
                  <a:gd name="connsiteY14" fmla="*/ 2864280 h 4140307"/>
                  <a:gd name="connsiteX15" fmla="*/ 844806 w 2209496"/>
                  <a:gd name="connsiteY15" fmla="*/ 4140307 h 4140307"/>
                  <a:gd name="connsiteX16" fmla="*/ 607165 w 2209496"/>
                  <a:gd name="connsiteY16" fmla="*/ 4051407 h 4140307"/>
                  <a:gd name="connsiteX17" fmla="*/ 759565 w 2209496"/>
                  <a:gd name="connsiteY17" fmla="*/ 2800780 h 4140307"/>
                  <a:gd name="connsiteX0" fmla="*/ 759565 w 2209496"/>
                  <a:gd name="connsiteY0" fmla="*/ 2886104 h 4225631"/>
                  <a:gd name="connsiteX1" fmla="*/ 576642 w 2209496"/>
                  <a:gd name="connsiteY1" fmla="*/ 2490811 h 4225631"/>
                  <a:gd name="connsiteX2" fmla="*/ 96581 w 2209496"/>
                  <a:gd name="connsiteY2" fmla="*/ 2094571 h 4225631"/>
                  <a:gd name="connsiteX3" fmla="*/ 191831 w 2209496"/>
                  <a:gd name="connsiteY3" fmla="*/ 1488782 h 4225631"/>
                  <a:gd name="connsiteX4" fmla="*/ 410906 w 2209496"/>
                  <a:gd name="connsiteY4" fmla="*/ 1288756 h 4225631"/>
                  <a:gd name="connsiteX5" fmla="*/ 325181 w 2209496"/>
                  <a:gd name="connsiteY5" fmla="*/ 669631 h 4225631"/>
                  <a:gd name="connsiteX6" fmla="*/ 96582 w 2209496"/>
                  <a:gd name="connsiteY6" fmla="*/ 453733 h 4225631"/>
                  <a:gd name="connsiteX7" fmla="*/ 172782 w 2209496"/>
                  <a:gd name="connsiteY7" fmla="*/ 21933 h 4225631"/>
                  <a:gd name="connsiteX8" fmla="*/ 1557082 w 2209496"/>
                  <a:gd name="connsiteY8" fmla="*/ 85432 h 4225631"/>
                  <a:gd name="connsiteX9" fmla="*/ 1772982 w 2209496"/>
                  <a:gd name="connsiteY9" fmla="*/ 542632 h 4225631"/>
                  <a:gd name="connsiteX10" fmla="*/ 2134931 w 2209496"/>
                  <a:gd name="connsiteY10" fmla="*/ 1298281 h 4225631"/>
                  <a:gd name="connsiteX11" fmla="*/ 2199701 w 2209496"/>
                  <a:gd name="connsiteY11" fmla="*/ 1858351 h 4225631"/>
                  <a:gd name="connsiteX12" fmla="*/ 2032062 w 2209496"/>
                  <a:gd name="connsiteY12" fmla="*/ 2452711 h 4225631"/>
                  <a:gd name="connsiteX13" fmla="*/ 1620582 w 2209496"/>
                  <a:gd name="connsiteY13" fmla="*/ 2650831 h 4225631"/>
                  <a:gd name="connsiteX14" fmla="*/ 1391982 w 2209496"/>
                  <a:gd name="connsiteY14" fmla="*/ 2879431 h 4225631"/>
                  <a:gd name="connsiteX15" fmla="*/ 1009906 w 2209496"/>
                  <a:gd name="connsiteY15" fmla="*/ 2949604 h 4225631"/>
                  <a:gd name="connsiteX16" fmla="*/ 844806 w 2209496"/>
                  <a:gd name="connsiteY16" fmla="*/ 4225631 h 4225631"/>
                  <a:gd name="connsiteX17" fmla="*/ 607165 w 2209496"/>
                  <a:gd name="connsiteY17" fmla="*/ 4136731 h 4225631"/>
                  <a:gd name="connsiteX18" fmla="*/ 759565 w 2209496"/>
                  <a:gd name="connsiteY18" fmla="*/ 2886104 h 4225631"/>
                  <a:gd name="connsiteX0" fmla="*/ 759565 w 2209496"/>
                  <a:gd name="connsiteY0" fmla="*/ 3207357 h 4546884"/>
                  <a:gd name="connsiteX1" fmla="*/ 576642 w 2209496"/>
                  <a:gd name="connsiteY1" fmla="*/ 2812064 h 4546884"/>
                  <a:gd name="connsiteX2" fmla="*/ 96581 w 2209496"/>
                  <a:gd name="connsiteY2" fmla="*/ 2415824 h 4546884"/>
                  <a:gd name="connsiteX3" fmla="*/ 191831 w 2209496"/>
                  <a:gd name="connsiteY3" fmla="*/ 1810035 h 4546884"/>
                  <a:gd name="connsiteX4" fmla="*/ 410906 w 2209496"/>
                  <a:gd name="connsiteY4" fmla="*/ 1610009 h 4546884"/>
                  <a:gd name="connsiteX5" fmla="*/ 325181 w 2209496"/>
                  <a:gd name="connsiteY5" fmla="*/ 990884 h 4546884"/>
                  <a:gd name="connsiteX6" fmla="*/ 96582 w 2209496"/>
                  <a:gd name="connsiteY6" fmla="*/ 774986 h 4546884"/>
                  <a:gd name="connsiteX7" fmla="*/ 172782 w 2209496"/>
                  <a:gd name="connsiteY7" fmla="*/ 343186 h 4546884"/>
                  <a:gd name="connsiteX8" fmla="*/ 1328482 w 2209496"/>
                  <a:gd name="connsiteY8" fmla="*/ 286 h 4546884"/>
                  <a:gd name="connsiteX9" fmla="*/ 1557082 w 2209496"/>
                  <a:gd name="connsiteY9" fmla="*/ 406685 h 4546884"/>
                  <a:gd name="connsiteX10" fmla="*/ 1772982 w 2209496"/>
                  <a:gd name="connsiteY10" fmla="*/ 863885 h 4546884"/>
                  <a:gd name="connsiteX11" fmla="*/ 2134931 w 2209496"/>
                  <a:gd name="connsiteY11" fmla="*/ 1619534 h 4546884"/>
                  <a:gd name="connsiteX12" fmla="*/ 2199701 w 2209496"/>
                  <a:gd name="connsiteY12" fmla="*/ 2179604 h 4546884"/>
                  <a:gd name="connsiteX13" fmla="*/ 2032062 w 2209496"/>
                  <a:gd name="connsiteY13" fmla="*/ 2773964 h 4546884"/>
                  <a:gd name="connsiteX14" fmla="*/ 1620582 w 2209496"/>
                  <a:gd name="connsiteY14" fmla="*/ 2972084 h 4546884"/>
                  <a:gd name="connsiteX15" fmla="*/ 1391982 w 2209496"/>
                  <a:gd name="connsiteY15" fmla="*/ 3200684 h 4546884"/>
                  <a:gd name="connsiteX16" fmla="*/ 1009906 w 2209496"/>
                  <a:gd name="connsiteY16" fmla="*/ 3270857 h 4546884"/>
                  <a:gd name="connsiteX17" fmla="*/ 844806 w 2209496"/>
                  <a:gd name="connsiteY17" fmla="*/ 4546884 h 4546884"/>
                  <a:gd name="connsiteX18" fmla="*/ 607165 w 2209496"/>
                  <a:gd name="connsiteY18" fmla="*/ 4457984 h 4546884"/>
                  <a:gd name="connsiteX19" fmla="*/ 759565 w 2209496"/>
                  <a:gd name="connsiteY19" fmla="*/ 3207357 h 4546884"/>
                  <a:gd name="connsiteX0" fmla="*/ 759565 w 2209496"/>
                  <a:gd name="connsiteY0" fmla="*/ 3348198 h 4687725"/>
                  <a:gd name="connsiteX1" fmla="*/ 576642 w 2209496"/>
                  <a:gd name="connsiteY1" fmla="*/ 2952905 h 4687725"/>
                  <a:gd name="connsiteX2" fmla="*/ 96581 w 2209496"/>
                  <a:gd name="connsiteY2" fmla="*/ 2556665 h 4687725"/>
                  <a:gd name="connsiteX3" fmla="*/ 191831 w 2209496"/>
                  <a:gd name="connsiteY3" fmla="*/ 1950876 h 4687725"/>
                  <a:gd name="connsiteX4" fmla="*/ 410906 w 2209496"/>
                  <a:gd name="connsiteY4" fmla="*/ 1750850 h 4687725"/>
                  <a:gd name="connsiteX5" fmla="*/ 325181 w 2209496"/>
                  <a:gd name="connsiteY5" fmla="*/ 1131725 h 4687725"/>
                  <a:gd name="connsiteX6" fmla="*/ 96582 w 2209496"/>
                  <a:gd name="connsiteY6" fmla="*/ 915827 h 4687725"/>
                  <a:gd name="connsiteX7" fmla="*/ 172782 w 2209496"/>
                  <a:gd name="connsiteY7" fmla="*/ 484027 h 4687725"/>
                  <a:gd name="connsiteX8" fmla="*/ 1099882 w 2209496"/>
                  <a:gd name="connsiteY8" fmla="*/ 14127 h 4687725"/>
                  <a:gd name="connsiteX9" fmla="*/ 1328482 w 2209496"/>
                  <a:gd name="connsiteY9" fmla="*/ 141127 h 4687725"/>
                  <a:gd name="connsiteX10" fmla="*/ 1557082 w 2209496"/>
                  <a:gd name="connsiteY10" fmla="*/ 547526 h 4687725"/>
                  <a:gd name="connsiteX11" fmla="*/ 1772982 w 2209496"/>
                  <a:gd name="connsiteY11" fmla="*/ 1004726 h 4687725"/>
                  <a:gd name="connsiteX12" fmla="*/ 2134931 w 2209496"/>
                  <a:gd name="connsiteY12" fmla="*/ 1760375 h 4687725"/>
                  <a:gd name="connsiteX13" fmla="*/ 2199701 w 2209496"/>
                  <a:gd name="connsiteY13" fmla="*/ 2320445 h 4687725"/>
                  <a:gd name="connsiteX14" fmla="*/ 2032062 w 2209496"/>
                  <a:gd name="connsiteY14" fmla="*/ 2914805 h 4687725"/>
                  <a:gd name="connsiteX15" fmla="*/ 1620582 w 2209496"/>
                  <a:gd name="connsiteY15" fmla="*/ 3112925 h 4687725"/>
                  <a:gd name="connsiteX16" fmla="*/ 1391982 w 2209496"/>
                  <a:gd name="connsiteY16" fmla="*/ 3341525 h 4687725"/>
                  <a:gd name="connsiteX17" fmla="*/ 1009906 w 2209496"/>
                  <a:gd name="connsiteY17" fmla="*/ 3411698 h 4687725"/>
                  <a:gd name="connsiteX18" fmla="*/ 844806 w 2209496"/>
                  <a:gd name="connsiteY18" fmla="*/ 4687725 h 4687725"/>
                  <a:gd name="connsiteX19" fmla="*/ 607165 w 2209496"/>
                  <a:gd name="connsiteY19" fmla="*/ 4598825 h 4687725"/>
                  <a:gd name="connsiteX20" fmla="*/ 759565 w 2209496"/>
                  <a:gd name="connsiteY20" fmla="*/ 3348198 h 4687725"/>
                  <a:gd name="connsiteX0" fmla="*/ 759565 w 2209496"/>
                  <a:gd name="connsiteY0" fmla="*/ 3420474 h 4760001"/>
                  <a:gd name="connsiteX1" fmla="*/ 576642 w 2209496"/>
                  <a:gd name="connsiteY1" fmla="*/ 3025181 h 4760001"/>
                  <a:gd name="connsiteX2" fmla="*/ 96581 w 2209496"/>
                  <a:gd name="connsiteY2" fmla="*/ 2628941 h 4760001"/>
                  <a:gd name="connsiteX3" fmla="*/ 191831 w 2209496"/>
                  <a:gd name="connsiteY3" fmla="*/ 2023152 h 4760001"/>
                  <a:gd name="connsiteX4" fmla="*/ 410906 w 2209496"/>
                  <a:gd name="connsiteY4" fmla="*/ 1823126 h 4760001"/>
                  <a:gd name="connsiteX5" fmla="*/ 325181 w 2209496"/>
                  <a:gd name="connsiteY5" fmla="*/ 1204001 h 4760001"/>
                  <a:gd name="connsiteX6" fmla="*/ 96582 w 2209496"/>
                  <a:gd name="connsiteY6" fmla="*/ 988103 h 4760001"/>
                  <a:gd name="connsiteX7" fmla="*/ 172782 w 2209496"/>
                  <a:gd name="connsiteY7" fmla="*/ 556303 h 4760001"/>
                  <a:gd name="connsiteX8" fmla="*/ 871282 w 2209496"/>
                  <a:gd name="connsiteY8" fmla="*/ 22904 h 4760001"/>
                  <a:gd name="connsiteX9" fmla="*/ 1099882 w 2209496"/>
                  <a:gd name="connsiteY9" fmla="*/ 86403 h 4760001"/>
                  <a:gd name="connsiteX10" fmla="*/ 1328482 w 2209496"/>
                  <a:gd name="connsiteY10" fmla="*/ 213403 h 4760001"/>
                  <a:gd name="connsiteX11" fmla="*/ 1557082 w 2209496"/>
                  <a:gd name="connsiteY11" fmla="*/ 619802 h 4760001"/>
                  <a:gd name="connsiteX12" fmla="*/ 1772982 w 2209496"/>
                  <a:gd name="connsiteY12" fmla="*/ 1077002 h 4760001"/>
                  <a:gd name="connsiteX13" fmla="*/ 2134931 w 2209496"/>
                  <a:gd name="connsiteY13" fmla="*/ 1832651 h 4760001"/>
                  <a:gd name="connsiteX14" fmla="*/ 2199701 w 2209496"/>
                  <a:gd name="connsiteY14" fmla="*/ 2392721 h 4760001"/>
                  <a:gd name="connsiteX15" fmla="*/ 2032062 w 2209496"/>
                  <a:gd name="connsiteY15" fmla="*/ 2987081 h 4760001"/>
                  <a:gd name="connsiteX16" fmla="*/ 1620582 w 2209496"/>
                  <a:gd name="connsiteY16" fmla="*/ 3185201 h 4760001"/>
                  <a:gd name="connsiteX17" fmla="*/ 1391982 w 2209496"/>
                  <a:gd name="connsiteY17" fmla="*/ 3413801 h 4760001"/>
                  <a:gd name="connsiteX18" fmla="*/ 1009906 w 2209496"/>
                  <a:gd name="connsiteY18" fmla="*/ 3483974 h 4760001"/>
                  <a:gd name="connsiteX19" fmla="*/ 844806 w 2209496"/>
                  <a:gd name="connsiteY19" fmla="*/ 4760001 h 4760001"/>
                  <a:gd name="connsiteX20" fmla="*/ 607165 w 2209496"/>
                  <a:gd name="connsiteY20" fmla="*/ 4671101 h 4760001"/>
                  <a:gd name="connsiteX21" fmla="*/ 759565 w 2209496"/>
                  <a:gd name="connsiteY21" fmla="*/ 3420474 h 4760001"/>
                  <a:gd name="connsiteX0" fmla="*/ 759565 w 2209496"/>
                  <a:gd name="connsiteY0" fmla="*/ 3403098 h 4742625"/>
                  <a:gd name="connsiteX1" fmla="*/ 576642 w 2209496"/>
                  <a:gd name="connsiteY1" fmla="*/ 3007805 h 4742625"/>
                  <a:gd name="connsiteX2" fmla="*/ 96581 w 2209496"/>
                  <a:gd name="connsiteY2" fmla="*/ 2611565 h 4742625"/>
                  <a:gd name="connsiteX3" fmla="*/ 191831 w 2209496"/>
                  <a:gd name="connsiteY3" fmla="*/ 2005776 h 4742625"/>
                  <a:gd name="connsiteX4" fmla="*/ 410906 w 2209496"/>
                  <a:gd name="connsiteY4" fmla="*/ 1805750 h 4742625"/>
                  <a:gd name="connsiteX5" fmla="*/ 325181 w 2209496"/>
                  <a:gd name="connsiteY5" fmla="*/ 1186625 h 4742625"/>
                  <a:gd name="connsiteX6" fmla="*/ 96582 w 2209496"/>
                  <a:gd name="connsiteY6" fmla="*/ 970727 h 4742625"/>
                  <a:gd name="connsiteX7" fmla="*/ 172782 w 2209496"/>
                  <a:gd name="connsiteY7" fmla="*/ 538927 h 4742625"/>
                  <a:gd name="connsiteX8" fmla="*/ 426782 w 2209496"/>
                  <a:gd name="connsiteY8" fmla="*/ 69028 h 4742625"/>
                  <a:gd name="connsiteX9" fmla="*/ 871282 w 2209496"/>
                  <a:gd name="connsiteY9" fmla="*/ 5528 h 4742625"/>
                  <a:gd name="connsiteX10" fmla="*/ 1099882 w 2209496"/>
                  <a:gd name="connsiteY10" fmla="*/ 69027 h 4742625"/>
                  <a:gd name="connsiteX11" fmla="*/ 1328482 w 2209496"/>
                  <a:gd name="connsiteY11" fmla="*/ 196027 h 4742625"/>
                  <a:gd name="connsiteX12" fmla="*/ 1557082 w 2209496"/>
                  <a:gd name="connsiteY12" fmla="*/ 602426 h 4742625"/>
                  <a:gd name="connsiteX13" fmla="*/ 1772982 w 2209496"/>
                  <a:gd name="connsiteY13" fmla="*/ 1059626 h 4742625"/>
                  <a:gd name="connsiteX14" fmla="*/ 2134931 w 2209496"/>
                  <a:gd name="connsiteY14" fmla="*/ 1815275 h 4742625"/>
                  <a:gd name="connsiteX15" fmla="*/ 2199701 w 2209496"/>
                  <a:gd name="connsiteY15" fmla="*/ 2375345 h 4742625"/>
                  <a:gd name="connsiteX16" fmla="*/ 2032062 w 2209496"/>
                  <a:gd name="connsiteY16" fmla="*/ 2969705 h 4742625"/>
                  <a:gd name="connsiteX17" fmla="*/ 1620582 w 2209496"/>
                  <a:gd name="connsiteY17" fmla="*/ 3167825 h 4742625"/>
                  <a:gd name="connsiteX18" fmla="*/ 1391982 w 2209496"/>
                  <a:gd name="connsiteY18" fmla="*/ 3396425 h 4742625"/>
                  <a:gd name="connsiteX19" fmla="*/ 1009906 w 2209496"/>
                  <a:gd name="connsiteY19" fmla="*/ 3466598 h 4742625"/>
                  <a:gd name="connsiteX20" fmla="*/ 844806 w 2209496"/>
                  <a:gd name="connsiteY20" fmla="*/ 4742625 h 4742625"/>
                  <a:gd name="connsiteX21" fmla="*/ 607165 w 2209496"/>
                  <a:gd name="connsiteY21" fmla="*/ 4653725 h 4742625"/>
                  <a:gd name="connsiteX22" fmla="*/ 759565 w 2209496"/>
                  <a:gd name="connsiteY22" fmla="*/ 3403098 h 4742625"/>
                  <a:gd name="connsiteX0" fmla="*/ 759565 w 2209496"/>
                  <a:gd name="connsiteY0" fmla="*/ 3403098 h 4742625"/>
                  <a:gd name="connsiteX1" fmla="*/ 576642 w 2209496"/>
                  <a:gd name="connsiteY1" fmla="*/ 3007805 h 4742625"/>
                  <a:gd name="connsiteX2" fmla="*/ 96581 w 2209496"/>
                  <a:gd name="connsiteY2" fmla="*/ 2611565 h 4742625"/>
                  <a:gd name="connsiteX3" fmla="*/ 191831 w 2209496"/>
                  <a:gd name="connsiteY3" fmla="*/ 2005776 h 4742625"/>
                  <a:gd name="connsiteX4" fmla="*/ 410906 w 2209496"/>
                  <a:gd name="connsiteY4" fmla="*/ 1805750 h 4742625"/>
                  <a:gd name="connsiteX5" fmla="*/ 325181 w 2209496"/>
                  <a:gd name="connsiteY5" fmla="*/ 1186625 h 4742625"/>
                  <a:gd name="connsiteX6" fmla="*/ 96582 w 2209496"/>
                  <a:gd name="connsiteY6" fmla="*/ 970727 h 4742625"/>
                  <a:gd name="connsiteX7" fmla="*/ 172782 w 2209496"/>
                  <a:gd name="connsiteY7" fmla="*/ 538927 h 4742625"/>
                  <a:gd name="connsiteX8" fmla="*/ 426782 w 2209496"/>
                  <a:gd name="connsiteY8" fmla="*/ 69028 h 4742625"/>
                  <a:gd name="connsiteX9" fmla="*/ 871282 w 2209496"/>
                  <a:gd name="connsiteY9" fmla="*/ 5528 h 4742625"/>
                  <a:gd name="connsiteX10" fmla="*/ 1099882 w 2209496"/>
                  <a:gd name="connsiteY10" fmla="*/ 69027 h 4742625"/>
                  <a:gd name="connsiteX11" fmla="*/ 1328482 w 2209496"/>
                  <a:gd name="connsiteY11" fmla="*/ 196027 h 4742625"/>
                  <a:gd name="connsiteX12" fmla="*/ 1557082 w 2209496"/>
                  <a:gd name="connsiteY12" fmla="*/ 602426 h 4742625"/>
                  <a:gd name="connsiteX13" fmla="*/ 1772982 w 2209496"/>
                  <a:gd name="connsiteY13" fmla="*/ 1059626 h 4742625"/>
                  <a:gd name="connsiteX14" fmla="*/ 2134931 w 2209496"/>
                  <a:gd name="connsiteY14" fmla="*/ 1815275 h 4742625"/>
                  <a:gd name="connsiteX15" fmla="*/ 2199701 w 2209496"/>
                  <a:gd name="connsiteY15" fmla="*/ 2375345 h 4742625"/>
                  <a:gd name="connsiteX16" fmla="*/ 2032062 w 2209496"/>
                  <a:gd name="connsiteY16" fmla="*/ 2969705 h 4742625"/>
                  <a:gd name="connsiteX17" fmla="*/ 1620582 w 2209496"/>
                  <a:gd name="connsiteY17" fmla="*/ 3167825 h 4742625"/>
                  <a:gd name="connsiteX18" fmla="*/ 1391982 w 2209496"/>
                  <a:gd name="connsiteY18" fmla="*/ 3396425 h 4742625"/>
                  <a:gd name="connsiteX19" fmla="*/ 1009906 w 2209496"/>
                  <a:gd name="connsiteY19" fmla="*/ 3466598 h 4742625"/>
                  <a:gd name="connsiteX20" fmla="*/ 844806 w 2209496"/>
                  <a:gd name="connsiteY20" fmla="*/ 4742625 h 4742625"/>
                  <a:gd name="connsiteX21" fmla="*/ 607165 w 2209496"/>
                  <a:gd name="connsiteY21" fmla="*/ 4653725 h 4742625"/>
                  <a:gd name="connsiteX22" fmla="*/ 759565 w 2209496"/>
                  <a:gd name="connsiteY22" fmla="*/ 3403098 h 4742625"/>
                  <a:gd name="connsiteX0" fmla="*/ 759565 w 2226999"/>
                  <a:gd name="connsiteY0" fmla="*/ 3403098 h 4742625"/>
                  <a:gd name="connsiteX1" fmla="*/ 576642 w 2226999"/>
                  <a:gd name="connsiteY1" fmla="*/ 3007805 h 4742625"/>
                  <a:gd name="connsiteX2" fmla="*/ 96581 w 2226999"/>
                  <a:gd name="connsiteY2" fmla="*/ 2611565 h 4742625"/>
                  <a:gd name="connsiteX3" fmla="*/ 191831 w 2226999"/>
                  <a:gd name="connsiteY3" fmla="*/ 2005776 h 4742625"/>
                  <a:gd name="connsiteX4" fmla="*/ 410906 w 2226999"/>
                  <a:gd name="connsiteY4" fmla="*/ 1805750 h 4742625"/>
                  <a:gd name="connsiteX5" fmla="*/ 325181 w 2226999"/>
                  <a:gd name="connsiteY5" fmla="*/ 1186625 h 4742625"/>
                  <a:gd name="connsiteX6" fmla="*/ 96582 w 2226999"/>
                  <a:gd name="connsiteY6" fmla="*/ 970727 h 4742625"/>
                  <a:gd name="connsiteX7" fmla="*/ 172782 w 2226999"/>
                  <a:gd name="connsiteY7" fmla="*/ 538927 h 4742625"/>
                  <a:gd name="connsiteX8" fmla="*/ 426782 w 2226999"/>
                  <a:gd name="connsiteY8" fmla="*/ 69028 h 4742625"/>
                  <a:gd name="connsiteX9" fmla="*/ 871282 w 2226999"/>
                  <a:gd name="connsiteY9" fmla="*/ 5528 h 4742625"/>
                  <a:gd name="connsiteX10" fmla="*/ 1099882 w 2226999"/>
                  <a:gd name="connsiteY10" fmla="*/ 69027 h 4742625"/>
                  <a:gd name="connsiteX11" fmla="*/ 1328482 w 2226999"/>
                  <a:gd name="connsiteY11" fmla="*/ 196027 h 4742625"/>
                  <a:gd name="connsiteX12" fmla="*/ 1557082 w 2226999"/>
                  <a:gd name="connsiteY12" fmla="*/ 602426 h 4742625"/>
                  <a:gd name="connsiteX13" fmla="*/ 1772982 w 2226999"/>
                  <a:gd name="connsiteY13" fmla="*/ 1059626 h 4742625"/>
                  <a:gd name="connsiteX14" fmla="*/ 2134931 w 2226999"/>
                  <a:gd name="connsiteY14" fmla="*/ 1815275 h 4742625"/>
                  <a:gd name="connsiteX15" fmla="*/ 2199701 w 2226999"/>
                  <a:gd name="connsiteY15" fmla="*/ 2375345 h 4742625"/>
                  <a:gd name="connsiteX16" fmla="*/ 2032062 w 2226999"/>
                  <a:gd name="connsiteY16" fmla="*/ 2969705 h 4742625"/>
                  <a:gd name="connsiteX17" fmla="*/ 1620582 w 2226999"/>
                  <a:gd name="connsiteY17" fmla="*/ 3167825 h 4742625"/>
                  <a:gd name="connsiteX18" fmla="*/ 1391982 w 2226999"/>
                  <a:gd name="connsiteY18" fmla="*/ 3396425 h 4742625"/>
                  <a:gd name="connsiteX19" fmla="*/ 1009906 w 2226999"/>
                  <a:gd name="connsiteY19" fmla="*/ 3466598 h 4742625"/>
                  <a:gd name="connsiteX20" fmla="*/ 844806 w 2226999"/>
                  <a:gd name="connsiteY20" fmla="*/ 4742625 h 4742625"/>
                  <a:gd name="connsiteX21" fmla="*/ 607165 w 2226999"/>
                  <a:gd name="connsiteY21" fmla="*/ 4653725 h 4742625"/>
                  <a:gd name="connsiteX22" fmla="*/ 759565 w 2226999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80429"/>
                  <a:gd name="connsiteY0" fmla="*/ 3403098 h 4742625"/>
                  <a:gd name="connsiteX1" fmla="*/ 576642 w 2280429"/>
                  <a:gd name="connsiteY1" fmla="*/ 3007805 h 4742625"/>
                  <a:gd name="connsiteX2" fmla="*/ 96581 w 2280429"/>
                  <a:gd name="connsiteY2" fmla="*/ 2611565 h 4742625"/>
                  <a:gd name="connsiteX3" fmla="*/ 191831 w 2280429"/>
                  <a:gd name="connsiteY3" fmla="*/ 2005776 h 4742625"/>
                  <a:gd name="connsiteX4" fmla="*/ 410906 w 2280429"/>
                  <a:gd name="connsiteY4" fmla="*/ 1805750 h 4742625"/>
                  <a:gd name="connsiteX5" fmla="*/ 325181 w 2280429"/>
                  <a:gd name="connsiteY5" fmla="*/ 1186625 h 4742625"/>
                  <a:gd name="connsiteX6" fmla="*/ 96582 w 2280429"/>
                  <a:gd name="connsiteY6" fmla="*/ 970727 h 4742625"/>
                  <a:gd name="connsiteX7" fmla="*/ 172782 w 2280429"/>
                  <a:gd name="connsiteY7" fmla="*/ 538927 h 4742625"/>
                  <a:gd name="connsiteX8" fmla="*/ 426782 w 2280429"/>
                  <a:gd name="connsiteY8" fmla="*/ 69028 h 4742625"/>
                  <a:gd name="connsiteX9" fmla="*/ 871282 w 2280429"/>
                  <a:gd name="connsiteY9" fmla="*/ 5528 h 4742625"/>
                  <a:gd name="connsiteX10" fmla="*/ 1099882 w 2280429"/>
                  <a:gd name="connsiteY10" fmla="*/ 69027 h 4742625"/>
                  <a:gd name="connsiteX11" fmla="*/ 1328482 w 2280429"/>
                  <a:gd name="connsiteY11" fmla="*/ 196027 h 4742625"/>
                  <a:gd name="connsiteX12" fmla="*/ 2240817 w 2280429"/>
                  <a:gd name="connsiteY12" fmla="*/ 52868 h 4742625"/>
                  <a:gd name="connsiteX13" fmla="*/ 1772982 w 2280429"/>
                  <a:gd name="connsiteY13" fmla="*/ 1059626 h 4742625"/>
                  <a:gd name="connsiteX14" fmla="*/ 2134931 w 2280429"/>
                  <a:gd name="connsiteY14" fmla="*/ 1815275 h 4742625"/>
                  <a:gd name="connsiteX15" fmla="*/ 2199701 w 2280429"/>
                  <a:gd name="connsiteY15" fmla="*/ 2375345 h 4742625"/>
                  <a:gd name="connsiteX16" fmla="*/ 2032062 w 2280429"/>
                  <a:gd name="connsiteY16" fmla="*/ 2969705 h 4742625"/>
                  <a:gd name="connsiteX17" fmla="*/ 1620582 w 2280429"/>
                  <a:gd name="connsiteY17" fmla="*/ 3167825 h 4742625"/>
                  <a:gd name="connsiteX18" fmla="*/ 1391982 w 2280429"/>
                  <a:gd name="connsiteY18" fmla="*/ 3396425 h 4742625"/>
                  <a:gd name="connsiteX19" fmla="*/ 1009906 w 2280429"/>
                  <a:gd name="connsiteY19" fmla="*/ 3466598 h 4742625"/>
                  <a:gd name="connsiteX20" fmla="*/ 844806 w 2280429"/>
                  <a:gd name="connsiteY20" fmla="*/ 4742625 h 4742625"/>
                  <a:gd name="connsiteX21" fmla="*/ 607165 w 2280429"/>
                  <a:gd name="connsiteY21" fmla="*/ 4653725 h 4742625"/>
                  <a:gd name="connsiteX22" fmla="*/ 759565 w 2280429"/>
                  <a:gd name="connsiteY22" fmla="*/ 3403098 h 4742625"/>
                  <a:gd name="connsiteX0" fmla="*/ 759565 w 2280429"/>
                  <a:gd name="connsiteY0" fmla="*/ 3416105 h 4755632"/>
                  <a:gd name="connsiteX1" fmla="*/ 576642 w 2280429"/>
                  <a:gd name="connsiteY1" fmla="*/ 3020812 h 4755632"/>
                  <a:gd name="connsiteX2" fmla="*/ 96581 w 2280429"/>
                  <a:gd name="connsiteY2" fmla="*/ 2624572 h 4755632"/>
                  <a:gd name="connsiteX3" fmla="*/ 191831 w 2280429"/>
                  <a:gd name="connsiteY3" fmla="*/ 2018783 h 4755632"/>
                  <a:gd name="connsiteX4" fmla="*/ 410906 w 2280429"/>
                  <a:gd name="connsiteY4" fmla="*/ 1818757 h 4755632"/>
                  <a:gd name="connsiteX5" fmla="*/ 325181 w 2280429"/>
                  <a:gd name="connsiteY5" fmla="*/ 1199632 h 4755632"/>
                  <a:gd name="connsiteX6" fmla="*/ 96582 w 2280429"/>
                  <a:gd name="connsiteY6" fmla="*/ 983734 h 4755632"/>
                  <a:gd name="connsiteX7" fmla="*/ 172782 w 2280429"/>
                  <a:gd name="connsiteY7" fmla="*/ 551934 h 4755632"/>
                  <a:gd name="connsiteX8" fmla="*/ 426782 w 2280429"/>
                  <a:gd name="connsiteY8" fmla="*/ 82035 h 4755632"/>
                  <a:gd name="connsiteX9" fmla="*/ 871282 w 2280429"/>
                  <a:gd name="connsiteY9" fmla="*/ 18535 h 4755632"/>
                  <a:gd name="connsiteX10" fmla="*/ 1099882 w 2280429"/>
                  <a:gd name="connsiteY10" fmla="*/ 82034 h 4755632"/>
                  <a:gd name="connsiteX11" fmla="*/ 1800538 w 2280429"/>
                  <a:gd name="connsiteY11" fmla="*/ 13907 h 4755632"/>
                  <a:gd name="connsiteX12" fmla="*/ 2240817 w 2280429"/>
                  <a:gd name="connsiteY12" fmla="*/ 65875 h 4755632"/>
                  <a:gd name="connsiteX13" fmla="*/ 1772982 w 2280429"/>
                  <a:gd name="connsiteY13" fmla="*/ 1072633 h 4755632"/>
                  <a:gd name="connsiteX14" fmla="*/ 2134931 w 2280429"/>
                  <a:gd name="connsiteY14" fmla="*/ 1828282 h 4755632"/>
                  <a:gd name="connsiteX15" fmla="*/ 2199701 w 2280429"/>
                  <a:gd name="connsiteY15" fmla="*/ 2388352 h 4755632"/>
                  <a:gd name="connsiteX16" fmla="*/ 2032062 w 2280429"/>
                  <a:gd name="connsiteY16" fmla="*/ 2982712 h 4755632"/>
                  <a:gd name="connsiteX17" fmla="*/ 1620582 w 2280429"/>
                  <a:gd name="connsiteY17" fmla="*/ 3180832 h 4755632"/>
                  <a:gd name="connsiteX18" fmla="*/ 1391982 w 2280429"/>
                  <a:gd name="connsiteY18" fmla="*/ 3409432 h 4755632"/>
                  <a:gd name="connsiteX19" fmla="*/ 1009906 w 2280429"/>
                  <a:gd name="connsiteY19" fmla="*/ 3479605 h 4755632"/>
                  <a:gd name="connsiteX20" fmla="*/ 844806 w 2280429"/>
                  <a:gd name="connsiteY20" fmla="*/ 4755632 h 4755632"/>
                  <a:gd name="connsiteX21" fmla="*/ 607165 w 2280429"/>
                  <a:gd name="connsiteY21" fmla="*/ 4666732 h 4755632"/>
                  <a:gd name="connsiteX22" fmla="*/ 759565 w 2280429"/>
                  <a:gd name="connsiteY22" fmla="*/ 3416105 h 4755632"/>
                  <a:gd name="connsiteX0" fmla="*/ 759565 w 2280429"/>
                  <a:gd name="connsiteY0" fmla="*/ 3422249 h 4761776"/>
                  <a:gd name="connsiteX1" fmla="*/ 576642 w 2280429"/>
                  <a:gd name="connsiteY1" fmla="*/ 3026956 h 4761776"/>
                  <a:gd name="connsiteX2" fmla="*/ 96581 w 2280429"/>
                  <a:gd name="connsiteY2" fmla="*/ 2630716 h 4761776"/>
                  <a:gd name="connsiteX3" fmla="*/ 191831 w 2280429"/>
                  <a:gd name="connsiteY3" fmla="*/ 2024927 h 4761776"/>
                  <a:gd name="connsiteX4" fmla="*/ 410906 w 2280429"/>
                  <a:gd name="connsiteY4" fmla="*/ 1824901 h 4761776"/>
                  <a:gd name="connsiteX5" fmla="*/ 325181 w 2280429"/>
                  <a:gd name="connsiteY5" fmla="*/ 1205776 h 4761776"/>
                  <a:gd name="connsiteX6" fmla="*/ 96582 w 2280429"/>
                  <a:gd name="connsiteY6" fmla="*/ 989878 h 4761776"/>
                  <a:gd name="connsiteX7" fmla="*/ 172782 w 2280429"/>
                  <a:gd name="connsiteY7" fmla="*/ 558078 h 4761776"/>
                  <a:gd name="connsiteX8" fmla="*/ 426782 w 2280429"/>
                  <a:gd name="connsiteY8" fmla="*/ 88179 h 4761776"/>
                  <a:gd name="connsiteX9" fmla="*/ 871282 w 2280429"/>
                  <a:gd name="connsiteY9" fmla="*/ 24679 h 4761776"/>
                  <a:gd name="connsiteX10" fmla="*/ 1437284 w 2280429"/>
                  <a:gd name="connsiteY10" fmla="*/ 41320 h 4761776"/>
                  <a:gd name="connsiteX11" fmla="*/ 1800538 w 2280429"/>
                  <a:gd name="connsiteY11" fmla="*/ 20051 h 4761776"/>
                  <a:gd name="connsiteX12" fmla="*/ 2240817 w 2280429"/>
                  <a:gd name="connsiteY12" fmla="*/ 72019 h 4761776"/>
                  <a:gd name="connsiteX13" fmla="*/ 1772982 w 2280429"/>
                  <a:gd name="connsiteY13" fmla="*/ 1078777 h 4761776"/>
                  <a:gd name="connsiteX14" fmla="*/ 2134931 w 2280429"/>
                  <a:gd name="connsiteY14" fmla="*/ 1834426 h 4761776"/>
                  <a:gd name="connsiteX15" fmla="*/ 2199701 w 2280429"/>
                  <a:gd name="connsiteY15" fmla="*/ 2394496 h 4761776"/>
                  <a:gd name="connsiteX16" fmla="*/ 2032062 w 2280429"/>
                  <a:gd name="connsiteY16" fmla="*/ 2988856 h 4761776"/>
                  <a:gd name="connsiteX17" fmla="*/ 1620582 w 2280429"/>
                  <a:gd name="connsiteY17" fmla="*/ 3186976 h 4761776"/>
                  <a:gd name="connsiteX18" fmla="*/ 1391982 w 2280429"/>
                  <a:gd name="connsiteY18" fmla="*/ 3415576 h 4761776"/>
                  <a:gd name="connsiteX19" fmla="*/ 1009906 w 2280429"/>
                  <a:gd name="connsiteY19" fmla="*/ 3485749 h 4761776"/>
                  <a:gd name="connsiteX20" fmla="*/ 844806 w 2280429"/>
                  <a:gd name="connsiteY20" fmla="*/ 4761776 h 4761776"/>
                  <a:gd name="connsiteX21" fmla="*/ 607165 w 2280429"/>
                  <a:gd name="connsiteY21" fmla="*/ 4672876 h 4761776"/>
                  <a:gd name="connsiteX22" fmla="*/ 759565 w 2280429"/>
                  <a:gd name="connsiteY22" fmla="*/ 3422249 h 4761776"/>
                  <a:gd name="connsiteX0" fmla="*/ 759565 w 2280429"/>
                  <a:gd name="connsiteY0" fmla="*/ 3422249 h 4761776"/>
                  <a:gd name="connsiteX1" fmla="*/ 576642 w 2280429"/>
                  <a:gd name="connsiteY1" fmla="*/ 3026956 h 4761776"/>
                  <a:gd name="connsiteX2" fmla="*/ 96581 w 2280429"/>
                  <a:gd name="connsiteY2" fmla="*/ 2630716 h 4761776"/>
                  <a:gd name="connsiteX3" fmla="*/ 191831 w 2280429"/>
                  <a:gd name="connsiteY3" fmla="*/ 2024927 h 4761776"/>
                  <a:gd name="connsiteX4" fmla="*/ 410906 w 2280429"/>
                  <a:gd name="connsiteY4" fmla="*/ 1824901 h 4761776"/>
                  <a:gd name="connsiteX5" fmla="*/ 325181 w 2280429"/>
                  <a:gd name="connsiteY5" fmla="*/ 1205776 h 4761776"/>
                  <a:gd name="connsiteX6" fmla="*/ 96582 w 2280429"/>
                  <a:gd name="connsiteY6" fmla="*/ 989878 h 4761776"/>
                  <a:gd name="connsiteX7" fmla="*/ 172782 w 2280429"/>
                  <a:gd name="connsiteY7" fmla="*/ 558078 h 4761776"/>
                  <a:gd name="connsiteX8" fmla="*/ 426782 w 2280429"/>
                  <a:gd name="connsiteY8" fmla="*/ 88179 h 4761776"/>
                  <a:gd name="connsiteX9" fmla="*/ 1129614 w 2280429"/>
                  <a:gd name="connsiteY9" fmla="*/ 228408 h 4761776"/>
                  <a:gd name="connsiteX10" fmla="*/ 1437284 w 2280429"/>
                  <a:gd name="connsiteY10" fmla="*/ 41320 h 4761776"/>
                  <a:gd name="connsiteX11" fmla="*/ 1800538 w 2280429"/>
                  <a:gd name="connsiteY11" fmla="*/ 20051 h 4761776"/>
                  <a:gd name="connsiteX12" fmla="*/ 2240817 w 2280429"/>
                  <a:gd name="connsiteY12" fmla="*/ 72019 h 4761776"/>
                  <a:gd name="connsiteX13" fmla="*/ 1772982 w 2280429"/>
                  <a:gd name="connsiteY13" fmla="*/ 1078777 h 4761776"/>
                  <a:gd name="connsiteX14" fmla="*/ 2134931 w 2280429"/>
                  <a:gd name="connsiteY14" fmla="*/ 1834426 h 4761776"/>
                  <a:gd name="connsiteX15" fmla="*/ 2199701 w 2280429"/>
                  <a:gd name="connsiteY15" fmla="*/ 2394496 h 4761776"/>
                  <a:gd name="connsiteX16" fmla="*/ 2032062 w 2280429"/>
                  <a:gd name="connsiteY16" fmla="*/ 2988856 h 4761776"/>
                  <a:gd name="connsiteX17" fmla="*/ 1620582 w 2280429"/>
                  <a:gd name="connsiteY17" fmla="*/ 3186976 h 4761776"/>
                  <a:gd name="connsiteX18" fmla="*/ 1391982 w 2280429"/>
                  <a:gd name="connsiteY18" fmla="*/ 3415576 h 4761776"/>
                  <a:gd name="connsiteX19" fmla="*/ 1009906 w 2280429"/>
                  <a:gd name="connsiteY19" fmla="*/ 3485749 h 4761776"/>
                  <a:gd name="connsiteX20" fmla="*/ 844806 w 2280429"/>
                  <a:gd name="connsiteY20" fmla="*/ 4761776 h 4761776"/>
                  <a:gd name="connsiteX21" fmla="*/ 607165 w 2280429"/>
                  <a:gd name="connsiteY21" fmla="*/ 4672876 h 4761776"/>
                  <a:gd name="connsiteX22" fmla="*/ 759565 w 2280429"/>
                  <a:gd name="connsiteY22" fmla="*/ 3422249 h 4761776"/>
                  <a:gd name="connsiteX0" fmla="*/ 759565 w 2280429"/>
                  <a:gd name="connsiteY0" fmla="*/ 3422249 h 4761776"/>
                  <a:gd name="connsiteX1" fmla="*/ 576642 w 2280429"/>
                  <a:gd name="connsiteY1" fmla="*/ 3026956 h 4761776"/>
                  <a:gd name="connsiteX2" fmla="*/ 96581 w 2280429"/>
                  <a:gd name="connsiteY2" fmla="*/ 2630716 h 4761776"/>
                  <a:gd name="connsiteX3" fmla="*/ 191831 w 2280429"/>
                  <a:gd name="connsiteY3" fmla="*/ 2024927 h 4761776"/>
                  <a:gd name="connsiteX4" fmla="*/ 410906 w 2280429"/>
                  <a:gd name="connsiteY4" fmla="*/ 1824901 h 4761776"/>
                  <a:gd name="connsiteX5" fmla="*/ 325181 w 2280429"/>
                  <a:gd name="connsiteY5" fmla="*/ 1205776 h 4761776"/>
                  <a:gd name="connsiteX6" fmla="*/ 96582 w 2280429"/>
                  <a:gd name="connsiteY6" fmla="*/ 989878 h 4761776"/>
                  <a:gd name="connsiteX7" fmla="*/ 172782 w 2280429"/>
                  <a:gd name="connsiteY7" fmla="*/ 558078 h 4761776"/>
                  <a:gd name="connsiteX8" fmla="*/ 837312 w 2280429"/>
                  <a:gd name="connsiteY8" fmla="*/ 495928 h 4761776"/>
                  <a:gd name="connsiteX9" fmla="*/ 1129614 w 2280429"/>
                  <a:gd name="connsiteY9" fmla="*/ 228408 h 4761776"/>
                  <a:gd name="connsiteX10" fmla="*/ 1437284 w 2280429"/>
                  <a:gd name="connsiteY10" fmla="*/ 41320 h 4761776"/>
                  <a:gd name="connsiteX11" fmla="*/ 1800538 w 2280429"/>
                  <a:gd name="connsiteY11" fmla="*/ 20051 h 4761776"/>
                  <a:gd name="connsiteX12" fmla="*/ 2240817 w 2280429"/>
                  <a:gd name="connsiteY12" fmla="*/ 72019 h 4761776"/>
                  <a:gd name="connsiteX13" fmla="*/ 1772982 w 2280429"/>
                  <a:gd name="connsiteY13" fmla="*/ 1078777 h 4761776"/>
                  <a:gd name="connsiteX14" fmla="*/ 2134931 w 2280429"/>
                  <a:gd name="connsiteY14" fmla="*/ 1834426 h 4761776"/>
                  <a:gd name="connsiteX15" fmla="*/ 2199701 w 2280429"/>
                  <a:gd name="connsiteY15" fmla="*/ 2394496 h 4761776"/>
                  <a:gd name="connsiteX16" fmla="*/ 2032062 w 2280429"/>
                  <a:gd name="connsiteY16" fmla="*/ 2988856 h 4761776"/>
                  <a:gd name="connsiteX17" fmla="*/ 1620582 w 2280429"/>
                  <a:gd name="connsiteY17" fmla="*/ 3186976 h 4761776"/>
                  <a:gd name="connsiteX18" fmla="*/ 1391982 w 2280429"/>
                  <a:gd name="connsiteY18" fmla="*/ 3415576 h 4761776"/>
                  <a:gd name="connsiteX19" fmla="*/ 1009906 w 2280429"/>
                  <a:gd name="connsiteY19" fmla="*/ 3485749 h 4761776"/>
                  <a:gd name="connsiteX20" fmla="*/ 844806 w 2280429"/>
                  <a:gd name="connsiteY20" fmla="*/ 4761776 h 4761776"/>
                  <a:gd name="connsiteX21" fmla="*/ 607165 w 2280429"/>
                  <a:gd name="connsiteY21" fmla="*/ 4672876 h 4761776"/>
                  <a:gd name="connsiteX22" fmla="*/ 759565 w 2280429"/>
                  <a:gd name="connsiteY22" fmla="*/ 3422249 h 4761776"/>
                  <a:gd name="connsiteX0" fmla="*/ 759565 w 2280429"/>
                  <a:gd name="connsiteY0" fmla="*/ 3422249 h 4761776"/>
                  <a:gd name="connsiteX1" fmla="*/ 576642 w 2280429"/>
                  <a:gd name="connsiteY1" fmla="*/ 3026956 h 4761776"/>
                  <a:gd name="connsiteX2" fmla="*/ 96581 w 2280429"/>
                  <a:gd name="connsiteY2" fmla="*/ 2630716 h 4761776"/>
                  <a:gd name="connsiteX3" fmla="*/ 191831 w 2280429"/>
                  <a:gd name="connsiteY3" fmla="*/ 2024927 h 4761776"/>
                  <a:gd name="connsiteX4" fmla="*/ 410906 w 2280429"/>
                  <a:gd name="connsiteY4" fmla="*/ 1824901 h 4761776"/>
                  <a:gd name="connsiteX5" fmla="*/ 325181 w 2280429"/>
                  <a:gd name="connsiteY5" fmla="*/ 1205776 h 4761776"/>
                  <a:gd name="connsiteX6" fmla="*/ 96582 w 2280429"/>
                  <a:gd name="connsiteY6" fmla="*/ 989878 h 4761776"/>
                  <a:gd name="connsiteX7" fmla="*/ 588388 w 2280429"/>
                  <a:gd name="connsiteY7" fmla="*/ 1012758 h 4761776"/>
                  <a:gd name="connsiteX8" fmla="*/ 837312 w 2280429"/>
                  <a:gd name="connsiteY8" fmla="*/ 495928 h 4761776"/>
                  <a:gd name="connsiteX9" fmla="*/ 1129614 w 2280429"/>
                  <a:gd name="connsiteY9" fmla="*/ 228408 h 4761776"/>
                  <a:gd name="connsiteX10" fmla="*/ 1437284 w 2280429"/>
                  <a:gd name="connsiteY10" fmla="*/ 41320 h 4761776"/>
                  <a:gd name="connsiteX11" fmla="*/ 1800538 w 2280429"/>
                  <a:gd name="connsiteY11" fmla="*/ 20051 h 4761776"/>
                  <a:gd name="connsiteX12" fmla="*/ 2240817 w 2280429"/>
                  <a:gd name="connsiteY12" fmla="*/ 72019 h 4761776"/>
                  <a:gd name="connsiteX13" fmla="*/ 1772982 w 2280429"/>
                  <a:gd name="connsiteY13" fmla="*/ 1078777 h 4761776"/>
                  <a:gd name="connsiteX14" fmla="*/ 2134931 w 2280429"/>
                  <a:gd name="connsiteY14" fmla="*/ 1834426 h 4761776"/>
                  <a:gd name="connsiteX15" fmla="*/ 2199701 w 2280429"/>
                  <a:gd name="connsiteY15" fmla="*/ 2394496 h 4761776"/>
                  <a:gd name="connsiteX16" fmla="*/ 2032062 w 2280429"/>
                  <a:gd name="connsiteY16" fmla="*/ 2988856 h 4761776"/>
                  <a:gd name="connsiteX17" fmla="*/ 1620582 w 2280429"/>
                  <a:gd name="connsiteY17" fmla="*/ 3186976 h 4761776"/>
                  <a:gd name="connsiteX18" fmla="*/ 1391982 w 2280429"/>
                  <a:gd name="connsiteY18" fmla="*/ 3415576 h 4761776"/>
                  <a:gd name="connsiteX19" fmla="*/ 1009906 w 2280429"/>
                  <a:gd name="connsiteY19" fmla="*/ 3485749 h 4761776"/>
                  <a:gd name="connsiteX20" fmla="*/ 844806 w 2280429"/>
                  <a:gd name="connsiteY20" fmla="*/ 4761776 h 4761776"/>
                  <a:gd name="connsiteX21" fmla="*/ 607165 w 2280429"/>
                  <a:gd name="connsiteY21" fmla="*/ 4672876 h 4761776"/>
                  <a:gd name="connsiteX22" fmla="*/ 759565 w 2280429"/>
                  <a:gd name="connsiteY22" fmla="*/ 3422249 h 4761776"/>
                  <a:gd name="connsiteX0" fmla="*/ 759565 w 2280429"/>
                  <a:gd name="connsiteY0" fmla="*/ 3422249 h 4761776"/>
                  <a:gd name="connsiteX1" fmla="*/ 576642 w 2280429"/>
                  <a:gd name="connsiteY1" fmla="*/ 3026956 h 4761776"/>
                  <a:gd name="connsiteX2" fmla="*/ 96581 w 2280429"/>
                  <a:gd name="connsiteY2" fmla="*/ 2630716 h 4761776"/>
                  <a:gd name="connsiteX3" fmla="*/ 191831 w 2280429"/>
                  <a:gd name="connsiteY3" fmla="*/ 2024927 h 4761776"/>
                  <a:gd name="connsiteX4" fmla="*/ 410906 w 2280429"/>
                  <a:gd name="connsiteY4" fmla="*/ 1824901 h 4761776"/>
                  <a:gd name="connsiteX5" fmla="*/ 325181 w 2280429"/>
                  <a:gd name="connsiteY5" fmla="*/ 1205776 h 4761776"/>
                  <a:gd name="connsiteX6" fmla="*/ 96582 w 2280429"/>
                  <a:gd name="connsiteY6" fmla="*/ 989878 h 4761776"/>
                  <a:gd name="connsiteX7" fmla="*/ 588388 w 2280429"/>
                  <a:gd name="connsiteY7" fmla="*/ 1012758 h 4761776"/>
                  <a:gd name="connsiteX8" fmla="*/ 837312 w 2280429"/>
                  <a:gd name="connsiteY8" fmla="*/ 495928 h 4761776"/>
                  <a:gd name="connsiteX9" fmla="*/ 1129614 w 2280429"/>
                  <a:gd name="connsiteY9" fmla="*/ 228408 h 4761776"/>
                  <a:gd name="connsiteX10" fmla="*/ 1437284 w 2280429"/>
                  <a:gd name="connsiteY10" fmla="*/ 41320 h 4761776"/>
                  <a:gd name="connsiteX11" fmla="*/ 1800538 w 2280429"/>
                  <a:gd name="connsiteY11" fmla="*/ 20051 h 4761776"/>
                  <a:gd name="connsiteX12" fmla="*/ 2240817 w 2280429"/>
                  <a:gd name="connsiteY12" fmla="*/ 72019 h 4761776"/>
                  <a:gd name="connsiteX13" fmla="*/ 1772982 w 2280429"/>
                  <a:gd name="connsiteY13" fmla="*/ 1078777 h 4761776"/>
                  <a:gd name="connsiteX14" fmla="*/ 2134931 w 2280429"/>
                  <a:gd name="connsiteY14" fmla="*/ 1834426 h 4761776"/>
                  <a:gd name="connsiteX15" fmla="*/ 2199701 w 2280429"/>
                  <a:gd name="connsiteY15" fmla="*/ 2394496 h 4761776"/>
                  <a:gd name="connsiteX16" fmla="*/ 2032062 w 2280429"/>
                  <a:gd name="connsiteY16" fmla="*/ 2988856 h 4761776"/>
                  <a:gd name="connsiteX17" fmla="*/ 1620582 w 2280429"/>
                  <a:gd name="connsiteY17" fmla="*/ 3186976 h 4761776"/>
                  <a:gd name="connsiteX18" fmla="*/ 1391982 w 2280429"/>
                  <a:gd name="connsiteY18" fmla="*/ 3415576 h 4761776"/>
                  <a:gd name="connsiteX19" fmla="*/ 1009906 w 2280429"/>
                  <a:gd name="connsiteY19" fmla="*/ 3485749 h 4761776"/>
                  <a:gd name="connsiteX20" fmla="*/ 844806 w 2280429"/>
                  <a:gd name="connsiteY20" fmla="*/ 4761776 h 4761776"/>
                  <a:gd name="connsiteX21" fmla="*/ 607165 w 2280429"/>
                  <a:gd name="connsiteY21" fmla="*/ 4672876 h 4761776"/>
                  <a:gd name="connsiteX22" fmla="*/ 759565 w 2280429"/>
                  <a:gd name="connsiteY22" fmla="*/ 3422249 h 4761776"/>
                  <a:gd name="connsiteX0" fmla="*/ 759565 w 2280429"/>
                  <a:gd name="connsiteY0" fmla="*/ 3422249 h 4761776"/>
                  <a:gd name="connsiteX1" fmla="*/ 576642 w 2280429"/>
                  <a:gd name="connsiteY1" fmla="*/ 3026956 h 4761776"/>
                  <a:gd name="connsiteX2" fmla="*/ 96581 w 2280429"/>
                  <a:gd name="connsiteY2" fmla="*/ 2630716 h 4761776"/>
                  <a:gd name="connsiteX3" fmla="*/ 191831 w 2280429"/>
                  <a:gd name="connsiteY3" fmla="*/ 2024927 h 4761776"/>
                  <a:gd name="connsiteX4" fmla="*/ 410906 w 2280429"/>
                  <a:gd name="connsiteY4" fmla="*/ 1824901 h 4761776"/>
                  <a:gd name="connsiteX5" fmla="*/ 325181 w 2280429"/>
                  <a:gd name="connsiteY5" fmla="*/ 1205776 h 4761776"/>
                  <a:gd name="connsiteX6" fmla="*/ 96582 w 2280429"/>
                  <a:gd name="connsiteY6" fmla="*/ 989878 h 4761776"/>
                  <a:gd name="connsiteX7" fmla="*/ 588388 w 2280429"/>
                  <a:gd name="connsiteY7" fmla="*/ 1012758 h 4761776"/>
                  <a:gd name="connsiteX8" fmla="*/ 837312 w 2280429"/>
                  <a:gd name="connsiteY8" fmla="*/ 495928 h 4761776"/>
                  <a:gd name="connsiteX9" fmla="*/ 1129614 w 2280429"/>
                  <a:gd name="connsiteY9" fmla="*/ 228408 h 4761776"/>
                  <a:gd name="connsiteX10" fmla="*/ 1437284 w 2280429"/>
                  <a:gd name="connsiteY10" fmla="*/ 41320 h 4761776"/>
                  <a:gd name="connsiteX11" fmla="*/ 1800538 w 2280429"/>
                  <a:gd name="connsiteY11" fmla="*/ 20051 h 4761776"/>
                  <a:gd name="connsiteX12" fmla="*/ 2240817 w 2280429"/>
                  <a:gd name="connsiteY12" fmla="*/ 72019 h 4761776"/>
                  <a:gd name="connsiteX13" fmla="*/ 1772982 w 2280429"/>
                  <a:gd name="connsiteY13" fmla="*/ 1078777 h 4761776"/>
                  <a:gd name="connsiteX14" fmla="*/ 2134931 w 2280429"/>
                  <a:gd name="connsiteY14" fmla="*/ 1834426 h 4761776"/>
                  <a:gd name="connsiteX15" fmla="*/ 2199701 w 2280429"/>
                  <a:gd name="connsiteY15" fmla="*/ 2394496 h 4761776"/>
                  <a:gd name="connsiteX16" fmla="*/ 2032062 w 2280429"/>
                  <a:gd name="connsiteY16" fmla="*/ 2988856 h 4761776"/>
                  <a:gd name="connsiteX17" fmla="*/ 1620582 w 2280429"/>
                  <a:gd name="connsiteY17" fmla="*/ 3186976 h 4761776"/>
                  <a:gd name="connsiteX18" fmla="*/ 1391982 w 2280429"/>
                  <a:gd name="connsiteY18" fmla="*/ 3415576 h 4761776"/>
                  <a:gd name="connsiteX19" fmla="*/ 1009906 w 2280429"/>
                  <a:gd name="connsiteY19" fmla="*/ 3485749 h 4761776"/>
                  <a:gd name="connsiteX20" fmla="*/ 844806 w 2280429"/>
                  <a:gd name="connsiteY20" fmla="*/ 4761776 h 4761776"/>
                  <a:gd name="connsiteX21" fmla="*/ 607165 w 2280429"/>
                  <a:gd name="connsiteY21" fmla="*/ 4672876 h 4761776"/>
                  <a:gd name="connsiteX22" fmla="*/ 759565 w 2280429"/>
                  <a:gd name="connsiteY22" fmla="*/ 3422249 h 4761776"/>
                  <a:gd name="connsiteX0" fmla="*/ 759565 w 2280429"/>
                  <a:gd name="connsiteY0" fmla="*/ 3422249 h 4761776"/>
                  <a:gd name="connsiteX1" fmla="*/ 576642 w 2280429"/>
                  <a:gd name="connsiteY1" fmla="*/ 3026956 h 4761776"/>
                  <a:gd name="connsiteX2" fmla="*/ 96581 w 2280429"/>
                  <a:gd name="connsiteY2" fmla="*/ 2630716 h 4761776"/>
                  <a:gd name="connsiteX3" fmla="*/ 191831 w 2280429"/>
                  <a:gd name="connsiteY3" fmla="*/ 2024927 h 4761776"/>
                  <a:gd name="connsiteX4" fmla="*/ 410906 w 2280429"/>
                  <a:gd name="connsiteY4" fmla="*/ 1824901 h 4761776"/>
                  <a:gd name="connsiteX5" fmla="*/ 325181 w 2280429"/>
                  <a:gd name="connsiteY5" fmla="*/ 1205776 h 4761776"/>
                  <a:gd name="connsiteX6" fmla="*/ 96582 w 2280429"/>
                  <a:gd name="connsiteY6" fmla="*/ 989878 h 4761776"/>
                  <a:gd name="connsiteX7" fmla="*/ 588388 w 2280429"/>
                  <a:gd name="connsiteY7" fmla="*/ 1012758 h 4761776"/>
                  <a:gd name="connsiteX8" fmla="*/ 837312 w 2280429"/>
                  <a:gd name="connsiteY8" fmla="*/ 495928 h 4761776"/>
                  <a:gd name="connsiteX9" fmla="*/ 1129614 w 2280429"/>
                  <a:gd name="connsiteY9" fmla="*/ 228408 h 4761776"/>
                  <a:gd name="connsiteX10" fmla="*/ 1437284 w 2280429"/>
                  <a:gd name="connsiteY10" fmla="*/ 41320 h 4761776"/>
                  <a:gd name="connsiteX11" fmla="*/ 1800538 w 2280429"/>
                  <a:gd name="connsiteY11" fmla="*/ 20051 h 4761776"/>
                  <a:gd name="connsiteX12" fmla="*/ 2240817 w 2280429"/>
                  <a:gd name="connsiteY12" fmla="*/ 72019 h 4761776"/>
                  <a:gd name="connsiteX13" fmla="*/ 1772982 w 2280429"/>
                  <a:gd name="connsiteY13" fmla="*/ 1078777 h 4761776"/>
                  <a:gd name="connsiteX14" fmla="*/ 2134931 w 2280429"/>
                  <a:gd name="connsiteY14" fmla="*/ 1834426 h 4761776"/>
                  <a:gd name="connsiteX15" fmla="*/ 2199701 w 2280429"/>
                  <a:gd name="connsiteY15" fmla="*/ 2394496 h 4761776"/>
                  <a:gd name="connsiteX16" fmla="*/ 2032062 w 2280429"/>
                  <a:gd name="connsiteY16" fmla="*/ 2988856 h 4761776"/>
                  <a:gd name="connsiteX17" fmla="*/ 1620582 w 2280429"/>
                  <a:gd name="connsiteY17" fmla="*/ 3186976 h 4761776"/>
                  <a:gd name="connsiteX18" fmla="*/ 1391982 w 2280429"/>
                  <a:gd name="connsiteY18" fmla="*/ 3415576 h 4761776"/>
                  <a:gd name="connsiteX19" fmla="*/ 1009906 w 2280429"/>
                  <a:gd name="connsiteY19" fmla="*/ 3485749 h 4761776"/>
                  <a:gd name="connsiteX20" fmla="*/ 844806 w 2280429"/>
                  <a:gd name="connsiteY20" fmla="*/ 4761776 h 4761776"/>
                  <a:gd name="connsiteX21" fmla="*/ 607165 w 2280429"/>
                  <a:gd name="connsiteY21" fmla="*/ 4672876 h 4761776"/>
                  <a:gd name="connsiteX22" fmla="*/ 759565 w 2280429"/>
                  <a:gd name="connsiteY22" fmla="*/ 3422249 h 4761776"/>
                  <a:gd name="connsiteX0" fmla="*/ 759565 w 2280429"/>
                  <a:gd name="connsiteY0" fmla="*/ 3460821 h 4800348"/>
                  <a:gd name="connsiteX1" fmla="*/ 576642 w 2280429"/>
                  <a:gd name="connsiteY1" fmla="*/ 3065528 h 4800348"/>
                  <a:gd name="connsiteX2" fmla="*/ 96581 w 2280429"/>
                  <a:gd name="connsiteY2" fmla="*/ 2669288 h 4800348"/>
                  <a:gd name="connsiteX3" fmla="*/ 191831 w 2280429"/>
                  <a:gd name="connsiteY3" fmla="*/ 2063499 h 4800348"/>
                  <a:gd name="connsiteX4" fmla="*/ 410906 w 2280429"/>
                  <a:gd name="connsiteY4" fmla="*/ 1863473 h 4800348"/>
                  <a:gd name="connsiteX5" fmla="*/ 325181 w 2280429"/>
                  <a:gd name="connsiteY5" fmla="*/ 1244348 h 4800348"/>
                  <a:gd name="connsiteX6" fmla="*/ 96582 w 2280429"/>
                  <a:gd name="connsiteY6" fmla="*/ 1028450 h 4800348"/>
                  <a:gd name="connsiteX7" fmla="*/ 588388 w 2280429"/>
                  <a:gd name="connsiteY7" fmla="*/ 1051330 h 4800348"/>
                  <a:gd name="connsiteX8" fmla="*/ 837312 w 2280429"/>
                  <a:gd name="connsiteY8" fmla="*/ 534500 h 4800348"/>
                  <a:gd name="connsiteX9" fmla="*/ 1129614 w 2280429"/>
                  <a:gd name="connsiteY9" fmla="*/ 266980 h 4800348"/>
                  <a:gd name="connsiteX10" fmla="*/ 1437284 w 2280429"/>
                  <a:gd name="connsiteY10" fmla="*/ 79892 h 4800348"/>
                  <a:gd name="connsiteX11" fmla="*/ 1800538 w 2280429"/>
                  <a:gd name="connsiteY11" fmla="*/ 58623 h 4800348"/>
                  <a:gd name="connsiteX12" fmla="*/ 2240817 w 2280429"/>
                  <a:gd name="connsiteY12" fmla="*/ 110591 h 4800348"/>
                  <a:gd name="connsiteX13" fmla="*/ 1772982 w 2280429"/>
                  <a:gd name="connsiteY13" fmla="*/ 1117349 h 4800348"/>
                  <a:gd name="connsiteX14" fmla="*/ 2134931 w 2280429"/>
                  <a:gd name="connsiteY14" fmla="*/ 1872998 h 4800348"/>
                  <a:gd name="connsiteX15" fmla="*/ 2199701 w 2280429"/>
                  <a:gd name="connsiteY15" fmla="*/ 2433068 h 4800348"/>
                  <a:gd name="connsiteX16" fmla="*/ 2032062 w 2280429"/>
                  <a:gd name="connsiteY16" fmla="*/ 3027428 h 4800348"/>
                  <a:gd name="connsiteX17" fmla="*/ 1620582 w 2280429"/>
                  <a:gd name="connsiteY17" fmla="*/ 3225548 h 4800348"/>
                  <a:gd name="connsiteX18" fmla="*/ 1391982 w 2280429"/>
                  <a:gd name="connsiteY18" fmla="*/ 3454148 h 4800348"/>
                  <a:gd name="connsiteX19" fmla="*/ 1009906 w 2280429"/>
                  <a:gd name="connsiteY19" fmla="*/ 3524321 h 4800348"/>
                  <a:gd name="connsiteX20" fmla="*/ 844806 w 2280429"/>
                  <a:gd name="connsiteY20" fmla="*/ 4800348 h 4800348"/>
                  <a:gd name="connsiteX21" fmla="*/ 607165 w 2280429"/>
                  <a:gd name="connsiteY21" fmla="*/ 4711448 h 4800348"/>
                  <a:gd name="connsiteX22" fmla="*/ 759565 w 2280429"/>
                  <a:gd name="connsiteY22" fmla="*/ 3460821 h 4800348"/>
                  <a:gd name="connsiteX0" fmla="*/ 759565 w 2280429"/>
                  <a:gd name="connsiteY0" fmla="*/ 3465500 h 4805027"/>
                  <a:gd name="connsiteX1" fmla="*/ 576642 w 2280429"/>
                  <a:gd name="connsiteY1" fmla="*/ 3070207 h 4805027"/>
                  <a:gd name="connsiteX2" fmla="*/ 96581 w 2280429"/>
                  <a:gd name="connsiteY2" fmla="*/ 2673967 h 4805027"/>
                  <a:gd name="connsiteX3" fmla="*/ 191831 w 2280429"/>
                  <a:gd name="connsiteY3" fmla="*/ 2068178 h 4805027"/>
                  <a:gd name="connsiteX4" fmla="*/ 410906 w 2280429"/>
                  <a:gd name="connsiteY4" fmla="*/ 1868152 h 4805027"/>
                  <a:gd name="connsiteX5" fmla="*/ 325181 w 2280429"/>
                  <a:gd name="connsiteY5" fmla="*/ 1249027 h 4805027"/>
                  <a:gd name="connsiteX6" fmla="*/ 96582 w 2280429"/>
                  <a:gd name="connsiteY6" fmla="*/ 1033129 h 4805027"/>
                  <a:gd name="connsiteX7" fmla="*/ 588388 w 2280429"/>
                  <a:gd name="connsiteY7" fmla="*/ 1056009 h 4805027"/>
                  <a:gd name="connsiteX8" fmla="*/ 837312 w 2280429"/>
                  <a:gd name="connsiteY8" fmla="*/ 539179 h 4805027"/>
                  <a:gd name="connsiteX9" fmla="*/ 1129614 w 2280429"/>
                  <a:gd name="connsiteY9" fmla="*/ 271659 h 4805027"/>
                  <a:gd name="connsiteX10" fmla="*/ 1437284 w 2280429"/>
                  <a:gd name="connsiteY10" fmla="*/ 84571 h 4805027"/>
                  <a:gd name="connsiteX11" fmla="*/ 1800538 w 2280429"/>
                  <a:gd name="connsiteY11" fmla="*/ 63302 h 4805027"/>
                  <a:gd name="connsiteX12" fmla="*/ 2240817 w 2280429"/>
                  <a:gd name="connsiteY12" fmla="*/ 115270 h 4805027"/>
                  <a:gd name="connsiteX13" fmla="*/ 1772982 w 2280429"/>
                  <a:gd name="connsiteY13" fmla="*/ 1122028 h 4805027"/>
                  <a:gd name="connsiteX14" fmla="*/ 2134931 w 2280429"/>
                  <a:gd name="connsiteY14" fmla="*/ 1877677 h 4805027"/>
                  <a:gd name="connsiteX15" fmla="*/ 2199701 w 2280429"/>
                  <a:gd name="connsiteY15" fmla="*/ 2437747 h 4805027"/>
                  <a:gd name="connsiteX16" fmla="*/ 2032062 w 2280429"/>
                  <a:gd name="connsiteY16" fmla="*/ 3032107 h 4805027"/>
                  <a:gd name="connsiteX17" fmla="*/ 1620582 w 2280429"/>
                  <a:gd name="connsiteY17" fmla="*/ 3230227 h 4805027"/>
                  <a:gd name="connsiteX18" fmla="*/ 1391982 w 2280429"/>
                  <a:gd name="connsiteY18" fmla="*/ 3458827 h 4805027"/>
                  <a:gd name="connsiteX19" fmla="*/ 1009906 w 2280429"/>
                  <a:gd name="connsiteY19" fmla="*/ 3529000 h 4805027"/>
                  <a:gd name="connsiteX20" fmla="*/ 844806 w 2280429"/>
                  <a:gd name="connsiteY20" fmla="*/ 4805027 h 4805027"/>
                  <a:gd name="connsiteX21" fmla="*/ 607165 w 2280429"/>
                  <a:gd name="connsiteY21" fmla="*/ 4716127 h 4805027"/>
                  <a:gd name="connsiteX22" fmla="*/ 759565 w 2280429"/>
                  <a:gd name="connsiteY22" fmla="*/ 3465500 h 4805027"/>
                  <a:gd name="connsiteX0" fmla="*/ 759565 w 2277255"/>
                  <a:gd name="connsiteY0" fmla="*/ 3465500 h 4805027"/>
                  <a:gd name="connsiteX1" fmla="*/ 576642 w 2277255"/>
                  <a:gd name="connsiteY1" fmla="*/ 3070207 h 4805027"/>
                  <a:gd name="connsiteX2" fmla="*/ 96581 w 2277255"/>
                  <a:gd name="connsiteY2" fmla="*/ 2673967 h 4805027"/>
                  <a:gd name="connsiteX3" fmla="*/ 191831 w 2277255"/>
                  <a:gd name="connsiteY3" fmla="*/ 2068178 h 4805027"/>
                  <a:gd name="connsiteX4" fmla="*/ 410906 w 2277255"/>
                  <a:gd name="connsiteY4" fmla="*/ 1868152 h 4805027"/>
                  <a:gd name="connsiteX5" fmla="*/ 325181 w 2277255"/>
                  <a:gd name="connsiteY5" fmla="*/ 1249027 h 4805027"/>
                  <a:gd name="connsiteX6" fmla="*/ 96582 w 2277255"/>
                  <a:gd name="connsiteY6" fmla="*/ 1033129 h 4805027"/>
                  <a:gd name="connsiteX7" fmla="*/ 588388 w 2277255"/>
                  <a:gd name="connsiteY7" fmla="*/ 1056009 h 4805027"/>
                  <a:gd name="connsiteX8" fmla="*/ 837312 w 2277255"/>
                  <a:gd name="connsiteY8" fmla="*/ 539179 h 4805027"/>
                  <a:gd name="connsiteX9" fmla="*/ 1129614 w 2277255"/>
                  <a:gd name="connsiteY9" fmla="*/ 271659 h 4805027"/>
                  <a:gd name="connsiteX10" fmla="*/ 1437284 w 2277255"/>
                  <a:gd name="connsiteY10" fmla="*/ 84571 h 4805027"/>
                  <a:gd name="connsiteX11" fmla="*/ 1800538 w 2277255"/>
                  <a:gd name="connsiteY11" fmla="*/ 63302 h 4805027"/>
                  <a:gd name="connsiteX12" fmla="*/ 2240817 w 2277255"/>
                  <a:gd name="connsiteY12" fmla="*/ 115270 h 4805027"/>
                  <a:gd name="connsiteX13" fmla="*/ 1695329 w 2277255"/>
                  <a:gd name="connsiteY13" fmla="*/ 1132336 h 4805027"/>
                  <a:gd name="connsiteX14" fmla="*/ 2134931 w 2277255"/>
                  <a:gd name="connsiteY14" fmla="*/ 1877677 h 4805027"/>
                  <a:gd name="connsiteX15" fmla="*/ 2199701 w 2277255"/>
                  <a:gd name="connsiteY15" fmla="*/ 2437747 h 4805027"/>
                  <a:gd name="connsiteX16" fmla="*/ 2032062 w 2277255"/>
                  <a:gd name="connsiteY16" fmla="*/ 3032107 h 4805027"/>
                  <a:gd name="connsiteX17" fmla="*/ 1620582 w 2277255"/>
                  <a:gd name="connsiteY17" fmla="*/ 3230227 h 4805027"/>
                  <a:gd name="connsiteX18" fmla="*/ 1391982 w 2277255"/>
                  <a:gd name="connsiteY18" fmla="*/ 3458827 h 4805027"/>
                  <a:gd name="connsiteX19" fmla="*/ 1009906 w 2277255"/>
                  <a:gd name="connsiteY19" fmla="*/ 3529000 h 4805027"/>
                  <a:gd name="connsiteX20" fmla="*/ 844806 w 2277255"/>
                  <a:gd name="connsiteY20" fmla="*/ 4805027 h 4805027"/>
                  <a:gd name="connsiteX21" fmla="*/ 607165 w 2277255"/>
                  <a:gd name="connsiteY21" fmla="*/ 4716127 h 4805027"/>
                  <a:gd name="connsiteX22" fmla="*/ 759565 w 2277255"/>
                  <a:gd name="connsiteY22" fmla="*/ 3465500 h 4805027"/>
                  <a:gd name="connsiteX0" fmla="*/ 759565 w 2277160"/>
                  <a:gd name="connsiteY0" fmla="*/ 3465500 h 4805027"/>
                  <a:gd name="connsiteX1" fmla="*/ 576642 w 2277160"/>
                  <a:gd name="connsiteY1" fmla="*/ 3070207 h 4805027"/>
                  <a:gd name="connsiteX2" fmla="*/ 96581 w 2277160"/>
                  <a:gd name="connsiteY2" fmla="*/ 2673967 h 4805027"/>
                  <a:gd name="connsiteX3" fmla="*/ 191831 w 2277160"/>
                  <a:gd name="connsiteY3" fmla="*/ 2068178 h 4805027"/>
                  <a:gd name="connsiteX4" fmla="*/ 410906 w 2277160"/>
                  <a:gd name="connsiteY4" fmla="*/ 1868152 h 4805027"/>
                  <a:gd name="connsiteX5" fmla="*/ 325181 w 2277160"/>
                  <a:gd name="connsiteY5" fmla="*/ 1249027 h 4805027"/>
                  <a:gd name="connsiteX6" fmla="*/ 96582 w 2277160"/>
                  <a:gd name="connsiteY6" fmla="*/ 1033129 h 4805027"/>
                  <a:gd name="connsiteX7" fmla="*/ 588388 w 2277160"/>
                  <a:gd name="connsiteY7" fmla="*/ 1056009 h 4805027"/>
                  <a:gd name="connsiteX8" fmla="*/ 837312 w 2277160"/>
                  <a:gd name="connsiteY8" fmla="*/ 539179 h 4805027"/>
                  <a:gd name="connsiteX9" fmla="*/ 1129614 w 2277160"/>
                  <a:gd name="connsiteY9" fmla="*/ 271659 h 4805027"/>
                  <a:gd name="connsiteX10" fmla="*/ 1437284 w 2277160"/>
                  <a:gd name="connsiteY10" fmla="*/ 84571 h 4805027"/>
                  <a:gd name="connsiteX11" fmla="*/ 1800538 w 2277160"/>
                  <a:gd name="connsiteY11" fmla="*/ 63302 h 4805027"/>
                  <a:gd name="connsiteX12" fmla="*/ 2240817 w 2277160"/>
                  <a:gd name="connsiteY12" fmla="*/ 115270 h 4805027"/>
                  <a:gd name="connsiteX13" fmla="*/ 1695329 w 2277160"/>
                  <a:gd name="connsiteY13" fmla="*/ 1132336 h 4805027"/>
                  <a:gd name="connsiteX14" fmla="*/ 2134931 w 2277160"/>
                  <a:gd name="connsiteY14" fmla="*/ 1877677 h 4805027"/>
                  <a:gd name="connsiteX15" fmla="*/ 2199701 w 2277160"/>
                  <a:gd name="connsiteY15" fmla="*/ 2437747 h 4805027"/>
                  <a:gd name="connsiteX16" fmla="*/ 2032062 w 2277160"/>
                  <a:gd name="connsiteY16" fmla="*/ 3032107 h 4805027"/>
                  <a:gd name="connsiteX17" fmla="*/ 1620582 w 2277160"/>
                  <a:gd name="connsiteY17" fmla="*/ 3230227 h 4805027"/>
                  <a:gd name="connsiteX18" fmla="*/ 1391982 w 2277160"/>
                  <a:gd name="connsiteY18" fmla="*/ 3458827 h 4805027"/>
                  <a:gd name="connsiteX19" fmla="*/ 1009906 w 2277160"/>
                  <a:gd name="connsiteY19" fmla="*/ 3529000 h 4805027"/>
                  <a:gd name="connsiteX20" fmla="*/ 844806 w 2277160"/>
                  <a:gd name="connsiteY20" fmla="*/ 4805027 h 4805027"/>
                  <a:gd name="connsiteX21" fmla="*/ 607165 w 2277160"/>
                  <a:gd name="connsiteY21" fmla="*/ 4716127 h 4805027"/>
                  <a:gd name="connsiteX22" fmla="*/ 759565 w 2277160"/>
                  <a:gd name="connsiteY22" fmla="*/ 3465500 h 4805027"/>
                  <a:gd name="connsiteX0" fmla="*/ 759565 w 2383326"/>
                  <a:gd name="connsiteY0" fmla="*/ 3465500 h 4805027"/>
                  <a:gd name="connsiteX1" fmla="*/ 576642 w 2383326"/>
                  <a:gd name="connsiteY1" fmla="*/ 3070207 h 4805027"/>
                  <a:gd name="connsiteX2" fmla="*/ 96581 w 2383326"/>
                  <a:gd name="connsiteY2" fmla="*/ 2673967 h 4805027"/>
                  <a:gd name="connsiteX3" fmla="*/ 191831 w 2383326"/>
                  <a:gd name="connsiteY3" fmla="*/ 2068178 h 4805027"/>
                  <a:gd name="connsiteX4" fmla="*/ 410906 w 2383326"/>
                  <a:gd name="connsiteY4" fmla="*/ 1868152 h 4805027"/>
                  <a:gd name="connsiteX5" fmla="*/ 325181 w 2383326"/>
                  <a:gd name="connsiteY5" fmla="*/ 1249027 h 4805027"/>
                  <a:gd name="connsiteX6" fmla="*/ 96582 w 2383326"/>
                  <a:gd name="connsiteY6" fmla="*/ 1033129 h 4805027"/>
                  <a:gd name="connsiteX7" fmla="*/ 588388 w 2383326"/>
                  <a:gd name="connsiteY7" fmla="*/ 1056009 h 4805027"/>
                  <a:gd name="connsiteX8" fmla="*/ 837312 w 2383326"/>
                  <a:gd name="connsiteY8" fmla="*/ 539179 h 4805027"/>
                  <a:gd name="connsiteX9" fmla="*/ 1129614 w 2383326"/>
                  <a:gd name="connsiteY9" fmla="*/ 271659 h 4805027"/>
                  <a:gd name="connsiteX10" fmla="*/ 1437284 w 2383326"/>
                  <a:gd name="connsiteY10" fmla="*/ 84571 h 4805027"/>
                  <a:gd name="connsiteX11" fmla="*/ 1800538 w 2383326"/>
                  <a:gd name="connsiteY11" fmla="*/ 63302 h 4805027"/>
                  <a:gd name="connsiteX12" fmla="*/ 2240817 w 2383326"/>
                  <a:gd name="connsiteY12" fmla="*/ 115270 h 4805027"/>
                  <a:gd name="connsiteX13" fmla="*/ 1695329 w 2383326"/>
                  <a:gd name="connsiteY13" fmla="*/ 1132336 h 4805027"/>
                  <a:gd name="connsiteX14" fmla="*/ 2134931 w 2383326"/>
                  <a:gd name="connsiteY14" fmla="*/ 1877677 h 4805027"/>
                  <a:gd name="connsiteX15" fmla="*/ 2199701 w 2383326"/>
                  <a:gd name="connsiteY15" fmla="*/ 2437747 h 4805027"/>
                  <a:gd name="connsiteX16" fmla="*/ 2032062 w 2383326"/>
                  <a:gd name="connsiteY16" fmla="*/ 3032107 h 4805027"/>
                  <a:gd name="connsiteX17" fmla="*/ 1620582 w 2383326"/>
                  <a:gd name="connsiteY17" fmla="*/ 3230227 h 4805027"/>
                  <a:gd name="connsiteX18" fmla="*/ 1391982 w 2383326"/>
                  <a:gd name="connsiteY18" fmla="*/ 3458827 h 4805027"/>
                  <a:gd name="connsiteX19" fmla="*/ 1009906 w 2383326"/>
                  <a:gd name="connsiteY19" fmla="*/ 3529000 h 4805027"/>
                  <a:gd name="connsiteX20" fmla="*/ 844806 w 2383326"/>
                  <a:gd name="connsiteY20" fmla="*/ 4805027 h 4805027"/>
                  <a:gd name="connsiteX21" fmla="*/ 607165 w 2383326"/>
                  <a:gd name="connsiteY21" fmla="*/ 4716127 h 4805027"/>
                  <a:gd name="connsiteX22" fmla="*/ 759565 w 2383326"/>
                  <a:gd name="connsiteY22" fmla="*/ 3465500 h 4805027"/>
                  <a:gd name="connsiteX0" fmla="*/ 759565 w 2383326"/>
                  <a:gd name="connsiteY0" fmla="*/ 3465500 h 4805027"/>
                  <a:gd name="connsiteX1" fmla="*/ 576642 w 2383326"/>
                  <a:gd name="connsiteY1" fmla="*/ 3070207 h 4805027"/>
                  <a:gd name="connsiteX2" fmla="*/ 96581 w 2383326"/>
                  <a:gd name="connsiteY2" fmla="*/ 2673967 h 4805027"/>
                  <a:gd name="connsiteX3" fmla="*/ 191831 w 2383326"/>
                  <a:gd name="connsiteY3" fmla="*/ 2068178 h 4805027"/>
                  <a:gd name="connsiteX4" fmla="*/ 410906 w 2383326"/>
                  <a:gd name="connsiteY4" fmla="*/ 1868152 h 4805027"/>
                  <a:gd name="connsiteX5" fmla="*/ 325181 w 2383326"/>
                  <a:gd name="connsiteY5" fmla="*/ 1249027 h 4805027"/>
                  <a:gd name="connsiteX6" fmla="*/ 96582 w 2383326"/>
                  <a:gd name="connsiteY6" fmla="*/ 1033129 h 4805027"/>
                  <a:gd name="connsiteX7" fmla="*/ 588388 w 2383326"/>
                  <a:gd name="connsiteY7" fmla="*/ 1056009 h 4805027"/>
                  <a:gd name="connsiteX8" fmla="*/ 837312 w 2383326"/>
                  <a:gd name="connsiteY8" fmla="*/ 539179 h 4805027"/>
                  <a:gd name="connsiteX9" fmla="*/ 1129614 w 2383326"/>
                  <a:gd name="connsiteY9" fmla="*/ 271659 h 4805027"/>
                  <a:gd name="connsiteX10" fmla="*/ 1437284 w 2383326"/>
                  <a:gd name="connsiteY10" fmla="*/ 84571 h 4805027"/>
                  <a:gd name="connsiteX11" fmla="*/ 1800538 w 2383326"/>
                  <a:gd name="connsiteY11" fmla="*/ 63302 h 4805027"/>
                  <a:gd name="connsiteX12" fmla="*/ 2240817 w 2383326"/>
                  <a:gd name="connsiteY12" fmla="*/ 115270 h 4805027"/>
                  <a:gd name="connsiteX13" fmla="*/ 1695329 w 2383326"/>
                  <a:gd name="connsiteY13" fmla="*/ 1132336 h 4805027"/>
                  <a:gd name="connsiteX14" fmla="*/ 1852839 w 2383326"/>
                  <a:gd name="connsiteY14" fmla="*/ 1770931 h 4805027"/>
                  <a:gd name="connsiteX15" fmla="*/ 2199701 w 2383326"/>
                  <a:gd name="connsiteY15" fmla="*/ 2437747 h 4805027"/>
                  <a:gd name="connsiteX16" fmla="*/ 2032062 w 2383326"/>
                  <a:gd name="connsiteY16" fmla="*/ 3032107 h 4805027"/>
                  <a:gd name="connsiteX17" fmla="*/ 1620582 w 2383326"/>
                  <a:gd name="connsiteY17" fmla="*/ 3230227 h 4805027"/>
                  <a:gd name="connsiteX18" fmla="*/ 1391982 w 2383326"/>
                  <a:gd name="connsiteY18" fmla="*/ 3458827 h 4805027"/>
                  <a:gd name="connsiteX19" fmla="*/ 1009906 w 2383326"/>
                  <a:gd name="connsiteY19" fmla="*/ 3529000 h 4805027"/>
                  <a:gd name="connsiteX20" fmla="*/ 844806 w 2383326"/>
                  <a:gd name="connsiteY20" fmla="*/ 4805027 h 4805027"/>
                  <a:gd name="connsiteX21" fmla="*/ 607165 w 2383326"/>
                  <a:gd name="connsiteY21" fmla="*/ 4716127 h 4805027"/>
                  <a:gd name="connsiteX22" fmla="*/ 759565 w 2383326"/>
                  <a:gd name="connsiteY22" fmla="*/ 3465500 h 4805027"/>
                  <a:gd name="connsiteX0" fmla="*/ 759565 w 2383326"/>
                  <a:gd name="connsiteY0" fmla="*/ 3465500 h 4805027"/>
                  <a:gd name="connsiteX1" fmla="*/ 576642 w 2383326"/>
                  <a:gd name="connsiteY1" fmla="*/ 3070207 h 4805027"/>
                  <a:gd name="connsiteX2" fmla="*/ 96581 w 2383326"/>
                  <a:gd name="connsiteY2" fmla="*/ 2673967 h 4805027"/>
                  <a:gd name="connsiteX3" fmla="*/ 191831 w 2383326"/>
                  <a:gd name="connsiteY3" fmla="*/ 2068178 h 4805027"/>
                  <a:gd name="connsiteX4" fmla="*/ 410906 w 2383326"/>
                  <a:gd name="connsiteY4" fmla="*/ 1868152 h 4805027"/>
                  <a:gd name="connsiteX5" fmla="*/ 325181 w 2383326"/>
                  <a:gd name="connsiteY5" fmla="*/ 1249027 h 4805027"/>
                  <a:gd name="connsiteX6" fmla="*/ 96582 w 2383326"/>
                  <a:gd name="connsiteY6" fmla="*/ 1033129 h 4805027"/>
                  <a:gd name="connsiteX7" fmla="*/ 588388 w 2383326"/>
                  <a:gd name="connsiteY7" fmla="*/ 1056009 h 4805027"/>
                  <a:gd name="connsiteX8" fmla="*/ 837312 w 2383326"/>
                  <a:gd name="connsiteY8" fmla="*/ 539179 h 4805027"/>
                  <a:gd name="connsiteX9" fmla="*/ 1129614 w 2383326"/>
                  <a:gd name="connsiteY9" fmla="*/ 271659 h 4805027"/>
                  <a:gd name="connsiteX10" fmla="*/ 1437284 w 2383326"/>
                  <a:gd name="connsiteY10" fmla="*/ 84571 h 4805027"/>
                  <a:gd name="connsiteX11" fmla="*/ 1800538 w 2383326"/>
                  <a:gd name="connsiteY11" fmla="*/ 63302 h 4805027"/>
                  <a:gd name="connsiteX12" fmla="*/ 2240817 w 2383326"/>
                  <a:gd name="connsiteY12" fmla="*/ 115270 h 4805027"/>
                  <a:gd name="connsiteX13" fmla="*/ 1695329 w 2383326"/>
                  <a:gd name="connsiteY13" fmla="*/ 1132336 h 4805027"/>
                  <a:gd name="connsiteX14" fmla="*/ 1852839 w 2383326"/>
                  <a:gd name="connsiteY14" fmla="*/ 1770931 h 4805027"/>
                  <a:gd name="connsiteX15" fmla="*/ 2010524 w 2383326"/>
                  <a:gd name="connsiteY15" fmla="*/ 2303488 h 4805027"/>
                  <a:gd name="connsiteX16" fmla="*/ 2032062 w 2383326"/>
                  <a:gd name="connsiteY16" fmla="*/ 3032107 h 4805027"/>
                  <a:gd name="connsiteX17" fmla="*/ 1620582 w 2383326"/>
                  <a:gd name="connsiteY17" fmla="*/ 3230227 h 4805027"/>
                  <a:gd name="connsiteX18" fmla="*/ 1391982 w 2383326"/>
                  <a:gd name="connsiteY18" fmla="*/ 3458827 h 4805027"/>
                  <a:gd name="connsiteX19" fmla="*/ 1009906 w 2383326"/>
                  <a:gd name="connsiteY19" fmla="*/ 3529000 h 4805027"/>
                  <a:gd name="connsiteX20" fmla="*/ 844806 w 2383326"/>
                  <a:gd name="connsiteY20" fmla="*/ 4805027 h 4805027"/>
                  <a:gd name="connsiteX21" fmla="*/ 607165 w 2383326"/>
                  <a:gd name="connsiteY21" fmla="*/ 4716127 h 4805027"/>
                  <a:gd name="connsiteX22" fmla="*/ 759565 w 2383326"/>
                  <a:gd name="connsiteY22" fmla="*/ 3465500 h 4805027"/>
                  <a:gd name="connsiteX0" fmla="*/ 759565 w 2383326"/>
                  <a:gd name="connsiteY0" fmla="*/ 3465500 h 4805027"/>
                  <a:gd name="connsiteX1" fmla="*/ 576642 w 2383326"/>
                  <a:gd name="connsiteY1" fmla="*/ 3070207 h 4805027"/>
                  <a:gd name="connsiteX2" fmla="*/ 96581 w 2383326"/>
                  <a:gd name="connsiteY2" fmla="*/ 2673967 h 4805027"/>
                  <a:gd name="connsiteX3" fmla="*/ 191831 w 2383326"/>
                  <a:gd name="connsiteY3" fmla="*/ 2068178 h 4805027"/>
                  <a:gd name="connsiteX4" fmla="*/ 410906 w 2383326"/>
                  <a:gd name="connsiteY4" fmla="*/ 1868152 h 4805027"/>
                  <a:gd name="connsiteX5" fmla="*/ 325181 w 2383326"/>
                  <a:gd name="connsiteY5" fmla="*/ 1249027 h 4805027"/>
                  <a:gd name="connsiteX6" fmla="*/ 96582 w 2383326"/>
                  <a:gd name="connsiteY6" fmla="*/ 1033129 h 4805027"/>
                  <a:gd name="connsiteX7" fmla="*/ 588388 w 2383326"/>
                  <a:gd name="connsiteY7" fmla="*/ 1056009 h 4805027"/>
                  <a:gd name="connsiteX8" fmla="*/ 837312 w 2383326"/>
                  <a:gd name="connsiteY8" fmla="*/ 539179 h 4805027"/>
                  <a:gd name="connsiteX9" fmla="*/ 1129614 w 2383326"/>
                  <a:gd name="connsiteY9" fmla="*/ 271659 h 4805027"/>
                  <a:gd name="connsiteX10" fmla="*/ 1437284 w 2383326"/>
                  <a:gd name="connsiteY10" fmla="*/ 84571 h 4805027"/>
                  <a:gd name="connsiteX11" fmla="*/ 1800538 w 2383326"/>
                  <a:gd name="connsiteY11" fmla="*/ 63302 h 4805027"/>
                  <a:gd name="connsiteX12" fmla="*/ 2240817 w 2383326"/>
                  <a:gd name="connsiteY12" fmla="*/ 115270 h 4805027"/>
                  <a:gd name="connsiteX13" fmla="*/ 1695329 w 2383326"/>
                  <a:gd name="connsiteY13" fmla="*/ 1132336 h 4805027"/>
                  <a:gd name="connsiteX14" fmla="*/ 1852839 w 2383326"/>
                  <a:gd name="connsiteY14" fmla="*/ 1770931 h 4805027"/>
                  <a:gd name="connsiteX15" fmla="*/ 2010524 w 2383326"/>
                  <a:gd name="connsiteY15" fmla="*/ 2303488 h 4805027"/>
                  <a:gd name="connsiteX16" fmla="*/ 1637030 w 2383326"/>
                  <a:gd name="connsiteY16" fmla="*/ 3021072 h 4805027"/>
                  <a:gd name="connsiteX17" fmla="*/ 1620582 w 2383326"/>
                  <a:gd name="connsiteY17" fmla="*/ 3230227 h 4805027"/>
                  <a:gd name="connsiteX18" fmla="*/ 1391982 w 2383326"/>
                  <a:gd name="connsiteY18" fmla="*/ 3458827 h 4805027"/>
                  <a:gd name="connsiteX19" fmla="*/ 1009906 w 2383326"/>
                  <a:gd name="connsiteY19" fmla="*/ 3529000 h 4805027"/>
                  <a:gd name="connsiteX20" fmla="*/ 844806 w 2383326"/>
                  <a:gd name="connsiteY20" fmla="*/ 4805027 h 4805027"/>
                  <a:gd name="connsiteX21" fmla="*/ 607165 w 2383326"/>
                  <a:gd name="connsiteY21" fmla="*/ 4716127 h 4805027"/>
                  <a:gd name="connsiteX22" fmla="*/ 759565 w 2383326"/>
                  <a:gd name="connsiteY22" fmla="*/ 3465500 h 4805027"/>
                  <a:gd name="connsiteX0" fmla="*/ 759565 w 2383326"/>
                  <a:gd name="connsiteY0" fmla="*/ 3465500 h 4805027"/>
                  <a:gd name="connsiteX1" fmla="*/ 576642 w 2383326"/>
                  <a:gd name="connsiteY1" fmla="*/ 3070207 h 4805027"/>
                  <a:gd name="connsiteX2" fmla="*/ 96581 w 2383326"/>
                  <a:gd name="connsiteY2" fmla="*/ 2673967 h 4805027"/>
                  <a:gd name="connsiteX3" fmla="*/ 191831 w 2383326"/>
                  <a:gd name="connsiteY3" fmla="*/ 2068178 h 4805027"/>
                  <a:gd name="connsiteX4" fmla="*/ 410906 w 2383326"/>
                  <a:gd name="connsiteY4" fmla="*/ 1868152 h 4805027"/>
                  <a:gd name="connsiteX5" fmla="*/ 325181 w 2383326"/>
                  <a:gd name="connsiteY5" fmla="*/ 1249027 h 4805027"/>
                  <a:gd name="connsiteX6" fmla="*/ 96582 w 2383326"/>
                  <a:gd name="connsiteY6" fmla="*/ 1033129 h 4805027"/>
                  <a:gd name="connsiteX7" fmla="*/ 588388 w 2383326"/>
                  <a:gd name="connsiteY7" fmla="*/ 1056009 h 4805027"/>
                  <a:gd name="connsiteX8" fmla="*/ 837312 w 2383326"/>
                  <a:gd name="connsiteY8" fmla="*/ 539179 h 4805027"/>
                  <a:gd name="connsiteX9" fmla="*/ 1129614 w 2383326"/>
                  <a:gd name="connsiteY9" fmla="*/ 271659 h 4805027"/>
                  <a:gd name="connsiteX10" fmla="*/ 1437284 w 2383326"/>
                  <a:gd name="connsiteY10" fmla="*/ 84571 h 4805027"/>
                  <a:gd name="connsiteX11" fmla="*/ 1800538 w 2383326"/>
                  <a:gd name="connsiteY11" fmla="*/ 63302 h 4805027"/>
                  <a:gd name="connsiteX12" fmla="*/ 2240817 w 2383326"/>
                  <a:gd name="connsiteY12" fmla="*/ 115270 h 4805027"/>
                  <a:gd name="connsiteX13" fmla="*/ 1695329 w 2383326"/>
                  <a:gd name="connsiteY13" fmla="*/ 1132336 h 4805027"/>
                  <a:gd name="connsiteX14" fmla="*/ 1852839 w 2383326"/>
                  <a:gd name="connsiteY14" fmla="*/ 1770931 h 4805027"/>
                  <a:gd name="connsiteX15" fmla="*/ 2010524 w 2383326"/>
                  <a:gd name="connsiteY15" fmla="*/ 2303488 h 4805027"/>
                  <a:gd name="connsiteX16" fmla="*/ 1637030 w 2383326"/>
                  <a:gd name="connsiteY16" fmla="*/ 3021072 h 4805027"/>
                  <a:gd name="connsiteX17" fmla="*/ 1391982 w 2383326"/>
                  <a:gd name="connsiteY17" fmla="*/ 3458827 h 4805027"/>
                  <a:gd name="connsiteX18" fmla="*/ 1009906 w 2383326"/>
                  <a:gd name="connsiteY18" fmla="*/ 3529000 h 4805027"/>
                  <a:gd name="connsiteX19" fmla="*/ 844806 w 2383326"/>
                  <a:gd name="connsiteY19" fmla="*/ 4805027 h 4805027"/>
                  <a:gd name="connsiteX20" fmla="*/ 607165 w 2383326"/>
                  <a:gd name="connsiteY20" fmla="*/ 4716127 h 4805027"/>
                  <a:gd name="connsiteX21" fmla="*/ 759565 w 2383326"/>
                  <a:gd name="connsiteY21" fmla="*/ 3465500 h 4805027"/>
                  <a:gd name="connsiteX0" fmla="*/ 759565 w 2383326"/>
                  <a:gd name="connsiteY0" fmla="*/ 3465500 h 4805027"/>
                  <a:gd name="connsiteX1" fmla="*/ 576642 w 2383326"/>
                  <a:gd name="connsiteY1" fmla="*/ 3070207 h 4805027"/>
                  <a:gd name="connsiteX2" fmla="*/ 96581 w 2383326"/>
                  <a:gd name="connsiteY2" fmla="*/ 2673967 h 4805027"/>
                  <a:gd name="connsiteX3" fmla="*/ 191831 w 2383326"/>
                  <a:gd name="connsiteY3" fmla="*/ 2068178 h 4805027"/>
                  <a:gd name="connsiteX4" fmla="*/ 410906 w 2383326"/>
                  <a:gd name="connsiteY4" fmla="*/ 1868152 h 4805027"/>
                  <a:gd name="connsiteX5" fmla="*/ 325181 w 2383326"/>
                  <a:gd name="connsiteY5" fmla="*/ 1249027 h 4805027"/>
                  <a:gd name="connsiteX6" fmla="*/ 96582 w 2383326"/>
                  <a:gd name="connsiteY6" fmla="*/ 1033129 h 4805027"/>
                  <a:gd name="connsiteX7" fmla="*/ 588388 w 2383326"/>
                  <a:gd name="connsiteY7" fmla="*/ 1056009 h 4805027"/>
                  <a:gd name="connsiteX8" fmla="*/ 837312 w 2383326"/>
                  <a:gd name="connsiteY8" fmla="*/ 539179 h 4805027"/>
                  <a:gd name="connsiteX9" fmla="*/ 1129614 w 2383326"/>
                  <a:gd name="connsiteY9" fmla="*/ 271659 h 4805027"/>
                  <a:gd name="connsiteX10" fmla="*/ 1437284 w 2383326"/>
                  <a:gd name="connsiteY10" fmla="*/ 84571 h 4805027"/>
                  <a:gd name="connsiteX11" fmla="*/ 1800538 w 2383326"/>
                  <a:gd name="connsiteY11" fmla="*/ 63302 h 4805027"/>
                  <a:gd name="connsiteX12" fmla="*/ 2240817 w 2383326"/>
                  <a:gd name="connsiteY12" fmla="*/ 115270 h 4805027"/>
                  <a:gd name="connsiteX13" fmla="*/ 1695329 w 2383326"/>
                  <a:gd name="connsiteY13" fmla="*/ 1132336 h 4805027"/>
                  <a:gd name="connsiteX14" fmla="*/ 1852839 w 2383326"/>
                  <a:gd name="connsiteY14" fmla="*/ 1770931 h 4805027"/>
                  <a:gd name="connsiteX15" fmla="*/ 2010524 w 2383326"/>
                  <a:gd name="connsiteY15" fmla="*/ 2303488 h 4805027"/>
                  <a:gd name="connsiteX16" fmla="*/ 1637030 w 2383326"/>
                  <a:gd name="connsiteY16" fmla="*/ 3021072 h 4805027"/>
                  <a:gd name="connsiteX17" fmla="*/ 1391982 w 2383326"/>
                  <a:gd name="connsiteY17" fmla="*/ 3458827 h 4805027"/>
                  <a:gd name="connsiteX18" fmla="*/ 1009906 w 2383326"/>
                  <a:gd name="connsiteY18" fmla="*/ 3529000 h 4805027"/>
                  <a:gd name="connsiteX19" fmla="*/ 844806 w 2383326"/>
                  <a:gd name="connsiteY19" fmla="*/ 4805027 h 4805027"/>
                  <a:gd name="connsiteX20" fmla="*/ 607165 w 2383326"/>
                  <a:gd name="connsiteY20" fmla="*/ 4716127 h 4805027"/>
                  <a:gd name="connsiteX21" fmla="*/ 759565 w 2383326"/>
                  <a:gd name="connsiteY21" fmla="*/ 3465500 h 4805027"/>
                  <a:gd name="connsiteX0" fmla="*/ 759565 w 2383326"/>
                  <a:gd name="connsiteY0" fmla="*/ 3465500 h 4805027"/>
                  <a:gd name="connsiteX1" fmla="*/ 576642 w 2383326"/>
                  <a:gd name="connsiteY1" fmla="*/ 3070207 h 4805027"/>
                  <a:gd name="connsiteX2" fmla="*/ 96581 w 2383326"/>
                  <a:gd name="connsiteY2" fmla="*/ 2673967 h 4805027"/>
                  <a:gd name="connsiteX3" fmla="*/ 191831 w 2383326"/>
                  <a:gd name="connsiteY3" fmla="*/ 2068178 h 4805027"/>
                  <a:gd name="connsiteX4" fmla="*/ 410906 w 2383326"/>
                  <a:gd name="connsiteY4" fmla="*/ 1868152 h 4805027"/>
                  <a:gd name="connsiteX5" fmla="*/ 325181 w 2383326"/>
                  <a:gd name="connsiteY5" fmla="*/ 1249027 h 4805027"/>
                  <a:gd name="connsiteX6" fmla="*/ 96582 w 2383326"/>
                  <a:gd name="connsiteY6" fmla="*/ 1033129 h 4805027"/>
                  <a:gd name="connsiteX7" fmla="*/ 588388 w 2383326"/>
                  <a:gd name="connsiteY7" fmla="*/ 1056009 h 4805027"/>
                  <a:gd name="connsiteX8" fmla="*/ 837312 w 2383326"/>
                  <a:gd name="connsiteY8" fmla="*/ 539179 h 4805027"/>
                  <a:gd name="connsiteX9" fmla="*/ 1129614 w 2383326"/>
                  <a:gd name="connsiteY9" fmla="*/ 271659 h 4805027"/>
                  <a:gd name="connsiteX10" fmla="*/ 1437284 w 2383326"/>
                  <a:gd name="connsiteY10" fmla="*/ 84571 h 4805027"/>
                  <a:gd name="connsiteX11" fmla="*/ 1800538 w 2383326"/>
                  <a:gd name="connsiteY11" fmla="*/ 63302 h 4805027"/>
                  <a:gd name="connsiteX12" fmla="*/ 2240817 w 2383326"/>
                  <a:gd name="connsiteY12" fmla="*/ 115270 h 4805027"/>
                  <a:gd name="connsiteX13" fmla="*/ 1695329 w 2383326"/>
                  <a:gd name="connsiteY13" fmla="*/ 1132336 h 4805027"/>
                  <a:gd name="connsiteX14" fmla="*/ 1852839 w 2383326"/>
                  <a:gd name="connsiteY14" fmla="*/ 1770931 h 4805027"/>
                  <a:gd name="connsiteX15" fmla="*/ 2010524 w 2383326"/>
                  <a:gd name="connsiteY15" fmla="*/ 2303488 h 4805027"/>
                  <a:gd name="connsiteX16" fmla="*/ 1637030 w 2383326"/>
                  <a:gd name="connsiteY16" fmla="*/ 3021072 h 4805027"/>
                  <a:gd name="connsiteX17" fmla="*/ 1391982 w 2383326"/>
                  <a:gd name="connsiteY17" fmla="*/ 3458827 h 4805027"/>
                  <a:gd name="connsiteX18" fmla="*/ 1009906 w 2383326"/>
                  <a:gd name="connsiteY18" fmla="*/ 3529000 h 4805027"/>
                  <a:gd name="connsiteX19" fmla="*/ 844806 w 2383326"/>
                  <a:gd name="connsiteY19" fmla="*/ 4805027 h 4805027"/>
                  <a:gd name="connsiteX20" fmla="*/ 607165 w 2383326"/>
                  <a:gd name="connsiteY20" fmla="*/ 4716127 h 4805027"/>
                  <a:gd name="connsiteX21" fmla="*/ 759565 w 2383326"/>
                  <a:gd name="connsiteY21" fmla="*/ 3465500 h 4805027"/>
                  <a:gd name="connsiteX0" fmla="*/ 759565 w 2383326"/>
                  <a:gd name="connsiteY0" fmla="*/ 3465500 h 4716127"/>
                  <a:gd name="connsiteX1" fmla="*/ 576642 w 2383326"/>
                  <a:gd name="connsiteY1" fmla="*/ 3070207 h 4716127"/>
                  <a:gd name="connsiteX2" fmla="*/ 96581 w 2383326"/>
                  <a:gd name="connsiteY2" fmla="*/ 2673967 h 4716127"/>
                  <a:gd name="connsiteX3" fmla="*/ 191831 w 2383326"/>
                  <a:gd name="connsiteY3" fmla="*/ 2068178 h 4716127"/>
                  <a:gd name="connsiteX4" fmla="*/ 410906 w 2383326"/>
                  <a:gd name="connsiteY4" fmla="*/ 1868152 h 4716127"/>
                  <a:gd name="connsiteX5" fmla="*/ 325181 w 2383326"/>
                  <a:gd name="connsiteY5" fmla="*/ 1249027 h 4716127"/>
                  <a:gd name="connsiteX6" fmla="*/ 96582 w 2383326"/>
                  <a:gd name="connsiteY6" fmla="*/ 1033129 h 4716127"/>
                  <a:gd name="connsiteX7" fmla="*/ 588388 w 2383326"/>
                  <a:gd name="connsiteY7" fmla="*/ 1056009 h 4716127"/>
                  <a:gd name="connsiteX8" fmla="*/ 837312 w 2383326"/>
                  <a:gd name="connsiteY8" fmla="*/ 539179 h 4716127"/>
                  <a:gd name="connsiteX9" fmla="*/ 1129614 w 2383326"/>
                  <a:gd name="connsiteY9" fmla="*/ 271659 h 4716127"/>
                  <a:gd name="connsiteX10" fmla="*/ 1437284 w 2383326"/>
                  <a:gd name="connsiteY10" fmla="*/ 84571 h 4716127"/>
                  <a:gd name="connsiteX11" fmla="*/ 1800538 w 2383326"/>
                  <a:gd name="connsiteY11" fmla="*/ 63302 h 4716127"/>
                  <a:gd name="connsiteX12" fmla="*/ 2240817 w 2383326"/>
                  <a:gd name="connsiteY12" fmla="*/ 115270 h 4716127"/>
                  <a:gd name="connsiteX13" fmla="*/ 1695329 w 2383326"/>
                  <a:gd name="connsiteY13" fmla="*/ 1132336 h 4716127"/>
                  <a:gd name="connsiteX14" fmla="*/ 1852839 w 2383326"/>
                  <a:gd name="connsiteY14" fmla="*/ 1770931 h 4716127"/>
                  <a:gd name="connsiteX15" fmla="*/ 2010524 w 2383326"/>
                  <a:gd name="connsiteY15" fmla="*/ 2303488 h 4716127"/>
                  <a:gd name="connsiteX16" fmla="*/ 1637030 w 2383326"/>
                  <a:gd name="connsiteY16" fmla="*/ 3021072 h 4716127"/>
                  <a:gd name="connsiteX17" fmla="*/ 1391982 w 2383326"/>
                  <a:gd name="connsiteY17" fmla="*/ 3458827 h 4716127"/>
                  <a:gd name="connsiteX18" fmla="*/ 1009906 w 2383326"/>
                  <a:gd name="connsiteY18" fmla="*/ 3529000 h 4716127"/>
                  <a:gd name="connsiteX19" fmla="*/ 607165 w 2383326"/>
                  <a:gd name="connsiteY19" fmla="*/ 4716127 h 4716127"/>
                  <a:gd name="connsiteX20" fmla="*/ 759565 w 2383326"/>
                  <a:gd name="connsiteY20" fmla="*/ 3465500 h 4716127"/>
                  <a:gd name="connsiteX0" fmla="*/ 759565 w 2383326"/>
                  <a:gd name="connsiteY0" fmla="*/ 3465500 h 3529000"/>
                  <a:gd name="connsiteX1" fmla="*/ 576642 w 2383326"/>
                  <a:gd name="connsiteY1" fmla="*/ 3070207 h 3529000"/>
                  <a:gd name="connsiteX2" fmla="*/ 96581 w 2383326"/>
                  <a:gd name="connsiteY2" fmla="*/ 2673967 h 3529000"/>
                  <a:gd name="connsiteX3" fmla="*/ 191831 w 2383326"/>
                  <a:gd name="connsiteY3" fmla="*/ 2068178 h 3529000"/>
                  <a:gd name="connsiteX4" fmla="*/ 410906 w 2383326"/>
                  <a:gd name="connsiteY4" fmla="*/ 1868152 h 3529000"/>
                  <a:gd name="connsiteX5" fmla="*/ 325181 w 2383326"/>
                  <a:gd name="connsiteY5" fmla="*/ 1249027 h 3529000"/>
                  <a:gd name="connsiteX6" fmla="*/ 96582 w 2383326"/>
                  <a:gd name="connsiteY6" fmla="*/ 1033129 h 3529000"/>
                  <a:gd name="connsiteX7" fmla="*/ 588388 w 2383326"/>
                  <a:gd name="connsiteY7" fmla="*/ 1056009 h 3529000"/>
                  <a:gd name="connsiteX8" fmla="*/ 837312 w 2383326"/>
                  <a:gd name="connsiteY8" fmla="*/ 539179 h 3529000"/>
                  <a:gd name="connsiteX9" fmla="*/ 1129614 w 2383326"/>
                  <a:gd name="connsiteY9" fmla="*/ 271659 h 3529000"/>
                  <a:gd name="connsiteX10" fmla="*/ 1437284 w 2383326"/>
                  <a:gd name="connsiteY10" fmla="*/ 84571 h 3529000"/>
                  <a:gd name="connsiteX11" fmla="*/ 1800538 w 2383326"/>
                  <a:gd name="connsiteY11" fmla="*/ 63302 h 3529000"/>
                  <a:gd name="connsiteX12" fmla="*/ 2240817 w 2383326"/>
                  <a:gd name="connsiteY12" fmla="*/ 115270 h 3529000"/>
                  <a:gd name="connsiteX13" fmla="*/ 1695329 w 2383326"/>
                  <a:gd name="connsiteY13" fmla="*/ 1132336 h 3529000"/>
                  <a:gd name="connsiteX14" fmla="*/ 1852839 w 2383326"/>
                  <a:gd name="connsiteY14" fmla="*/ 1770931 h 3529000"/>
                  <a:gd name="connsiteX15" fmla="*/ 2010524 w 2383326"/>
                  <a:gd name="connsiteY15" fmla="*/ 2303488 h 3529000"/>
                  <a:gd name="connsiteX16" fmla="*/ 1637030 w 2383326"/>
                  <a:gd name="connsiteY16" fmla="*/ 3021072 h 3529000"/>
                  <a:gd name="connsiteX17" fmla="*/ 1391982 w 2383326"/>
                  <a:gd name="connsiteY17" fmla="*/ 3458827 h 3529000"/>
                  <a:gd name="connsiteX18" fmla="*/ 1009906 w 2383326"/>
                  <a:gd name="connsiteY18" fmla="*/ 3529000 h 3529000"/>
                  <a:gd name="connsiteX19" fmla="*/ 759565 w 2383326"/>
                  <a:gd name="connsiteY19" fmla="*/ 3465500 h 3529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383326" h="3529000">
                    <a:moveTo>
                      <a:pt x="759565" y="3465500"/>
                    </a:moveTo>
                    <a:cubicBezTo>
                      <a:pt x="745588" y="3389300"/>
                      <a:pt x="618739" y="3356804"/>
                      <a:pt x="576642" y="3070207"/>
                    </a:cubicBezTo>
                    <a:cubicBezTo>
                      <a:pt x="589335" y="2997975"/>
                      <a:pt x="-145989" y="2680317"/>
                      <a:pt x="96581" y="2673967"/>
                    </a:cubicBezTo>
                    <a:cubicBezTo>
                      <a:pt x="59433" y="2586337"/>
                      <a:pt x="-147894" y="2200893"/>
                      <a:pt x="191831" y="2068178"/>
                    </a:cubicBezTo>
                    <a:cubicBezTo>
                      <a:pt x="247393" y="1954513"/>
                      <a:pt x="87056" y="1899902"/>
                      <a:pt x="410906" y="1868152"/>
                    </a:cubicBezTo>
                    <a:cubicBezTo>
                      <a:pt x="538964" y="1831110"/>
                      <a:pt x="37844" y="1247440"/>
                      <a:pt x="325181" y="1249027"/>
                    </a:cubicBezTo>
                    <a:cubicBezTo>
                      <a:pt x="355344" y="1118323"/>
                      <a:pt x="-108735" y="1130495"/>
                      <a:pt x="96582" y="1033129"/>
                    </a:cubicBezTo>
                    <a:cubicBezTo>
                      <a:pt x="136799" y="969629"/>
                      <a:pt x="344971" y="1117392"/>
                      <a:pt x="588388" y="1056009"/>
                    </a:cubicBezTo>
                    <a:cubicBezTo>
                      <a:pt x="511158" y="705264"/>
                      <a:pt x="720895" y="628079"/>
                      <a:pt x="837312" y="539179"/>
                    </a:cubicBezTo>
                    <a:cubicBezTo>
                      <a:pt x="953729" y="450279"/>
                      <a:pt x="950016" y="293453"/>
                      <a:pt x="1129614" y="271659"/>
                    </a:cubicBezTo>
                    <a:cubicBezTo>
                      <a:pt x="1222747" y="242025"/>
                      <a:pt x="1200298" y="78689"/>
                      <a:pt x="1437284" y="84571"/>
                    </a:cubicBezTo>
                    <a:cubicBezTo>
                      <a:pt x="1532534" y="78221"/>
                      <a:pt x="1618853" y="-77233"/>
                      <a:pt x="1800538" y="63302"/>
                    </a:cubicBezTo>
                    <a:cubicBezTo>
                      <a:pt x="2009719" y="-67944"/>
                      <a:pt x="2145567" y="32720"/>
                      <a:pt x="2240817" y="115270"/>
                    </a:cubicBezTo>
                    <a:cubicBezTo>
                      <a:pt x="2775601" y="640702"/>
                      <a:pt x="1628136" y="671995"/>
                      <a:pt x="1695329" y="1132336"/>
                    </a:cubicBezTo>
                    <a:cubicBezTo>
                      <a:pt x="1881807" y="1199434"/>
                      <a:pt x="1747853" y="1640545"/>
                      <a:pt x="1852839" y="1770931"/>
                    </a:cubicBezTo>
                    <a:cubicBezTo>
                      <a:pt x="2064505" y="1870837"/>
                      <a:pt x="1953056" y="2207921"/>
                      <a:pt x="2010524" y="2303488"/>
                    </a:cubicBezTo>
                    <a:cubicBezTo>
                      <a:pt x="2067992" y="2399055"/>
                      <a:pt x="2592046" y="3020191"/>
                      <a:pt x="1637030" y="3021072"/>
                    </a:cubicBezTo>
                    <a:cubicBezTo>
                      <a:pt x="1581067" y="3237729"/>
                      <a:pt x="1496503" y="3374172"/>
                      <a:pt x="1391982" y="3458827"/>
                    </a:cubicBezTo>
                    <a:cubicBezTo>
                      <a:pt x="1379103" y="3499732"/>
                      <a:pt x="1165872" y="3406233"/>
                      <a:pt x="1009906" y="3529000"/>
                    </a:cubicBezTo>
                    <a:lnTo>
                      <a:pt x="759565" y="3465500"/>
                    </a:lnTo>
                    <a:close/>
                  </a:path>
                </a:pathLst>
              </a:cu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38" name="Group 137">
                <a:extLst>
                  <a:ext uri="{FF2B5EF4-FFF2-40B4-BE49-F238E27FC236}">
                    <a16:creationId xmlns:a16="http://schemas.microsoft.com/office/drawing/2014/main" id="{CC5D56C7-7758-DB84-7A7F-76B4B575813D}"/>
                  </a:ext>
                </a:extLst>
              </p:cNvPr>
              <p:cNvGrpSpPr/>
              <p:nvPr/>
            </p:nvGrpSpPr>
            <p:grpSpPr>
              <a:xfrm rot="3314844">
                <a:off x="6000499" y="2639134"/>
                <a:ext cx="1807976" cy="4100495"/>
                <a:chOff x="4016626" y="838564"/>
                <a:chExt cx="1807976" cy="4100495"/>
              </a:xfrm>
              <a:grpFill/>
            </p:grpSpPr>
            <p:sp>
              <p:nvSpPr>
                <p:cNvPr id="139" name="Rectangle 7">
                  <a:extLst>
                    <a:ext uri="{FF2B5EF4-FFF2-40B4-BE49-F238E27FC236}">
                      <a16:creationId xmlns:a16="http://schemas.microsoft.com/office/drawing/2014/main" id="{AC3909BE-B8C2-3F6D-6A2F-23A40EBDD222}"/>
                    </a:ext>
                  </a:extLst>
                </p:cNvPr>
                <p:cNvSpPr/>
                <p:nvPr/>
              </p:nvSpPr>
              <p:spPr>
                <a:xfrm rot="5130453">
                  <a:off x="4176599" y="2443612"/>
                  <a:ext cx="704825" cy="329939"/>
                </a:xfrm>
                <a:custGeom>
                  <a:avLst/>
                  <a:gdLst>
                    <a:gd name="connsiteX0" fmla="*/ 0 w 1007285"/>
                    <a:gd name="connsiteY0" fmla="*/ 0 h 94954"/>
                    <a:gd name="connsiteX1" fmla="*/ 1007285 w 1007285"/>
                    <a:gd name="connsiteY1" fmla="*/ 0 h 94954"/>
                    <a:gd name="connsiteX2" fmla="*/ 1007285 w 1007285"/>
                    <a:gd name="connsiteY2" fmla="*/ 94954 h 94954"/>
                    <a:gd name="connsiteX3" fmla="*/ 0 w 1007285"/>
                    <a:gd name="connsiteY3" fmla="*/ 94954 h 94954"/>
                    <a:gd name="connsiteX4" fmla="*/ 0 w 1007285"/>
                    <a:gd name="connsiteY4" fmla="*/ 0 h 94954"/>
                    <a:gd name="connsiteX0" fmla="*/ 2819400 w 3826685"/>
                    <a:gd name="connsiteY0" fmla="*/ 0 h 869654"/>
                    <a:gd name="connsiteX1" fmla="*/ 3826685 w 3826685"/>
                    <a:gd name="connsiteY1" fmla="*/ 0 h 869654"/>
                    <a:gd name="connsiteX2" fmla="*/ 3826685 w 3826685"/>
                    <a:gd name="connsiteY2" fmla="*/ 94954 h 869654"/>
                    <a:gd name="connsiteX3" fmla="*/ 0 w 3826685"/>
                    <a:gd name="connsiteY3" fmla="*/ 869654 h 869654"/>
                    <a:gd name="connsiteX4" fmla="*/ 2819400 w 3826685"/>
                    <a:gd name="connsiteY4" fmla="*/ 0 h 869654"/>
                    <a:gd name="connsiteX0" fmla="*/ 0 w 3826685"/>
                    <a:gd name="connsiteY0" fmla="*/ 869654 h 869654"/>
                    <a:gd name="connsiteX1" fmla="*/ 3826685 w 3826685"/>
                    <a:gd name="connsiteY1" fmla="*/ 0 h 869654"/>
                    <a:gd name="connsiteX2" fmla="*/ 3826685 w 3826685"/>
                    <a:gd name="connsiteY2" fmla="*/ 94954 h 869654"/>
                    <a:gd name="connsiteX3" fmla="*/ 0 w 3826685"/>
                    <a:gd name="connsiteY3" fmla="*/ 869654 h 869654"/>
                    <a:gd name="connsiteX0" fmla="*/ 0 w 3826685"/>
                    <a:gd name="connsiteY0" fmla="*/ 869654 h 935136"/>
                    <a:gd name="connsiteX1" fmla="*/ 3826685 w 3826685"/>
                    <a:gd name="connsiteY1" fmla="*/ 0 h 935136"/>
                    <a:gd name="connsiteX2" fmla="*/ 3826685 w 3826685"/>
                    <a:gd name="connsiteY2" fmla="*/ 94954 h 935136"/>
                    <a:gd name="connsiteX3" fmla="*/ 0 w 3826685"/>
                    <a:gd name="connsiteY3" fmla="*/ 869654 h 935136"/>
                    <a:gd name="connsiteX0" fmla="*/ 0 w 3826685"/>
                    <a:gd name="connsiteY0" fmla="*/ 869654 h 935136"/>
                    <a:gd name="connsiteX1" fmla="*/ 3826685 w 3826685"/>
                    <a:gd name="connsiteY1" fmla="*/ 0 h 935136"/>
                    <a:gd name="connsiteX2" fmla="*/ 3826685 w 3826685"/>
                    <a:gd name="connsiteY2" fmla="*/ 94954 h 935136"/>
                    <a:gd name="connsiteX3" fmla="*/ 0 w 3826685"/>
                    <a:gd name="connsiteY3" fmla="*/ 869654 h 935136"/>
                    <a:gd name="connsiteX0" fmla="*/ 0 w 3826685"/>
                    <a:gd name="connsiteY0" fmla="*/ 968065 h 1033547"/>
                    <a:gd name="connsiteX1" fmla="*/ 3826685 w 3826685"/>
                    <a:gd name="connsiteY1" fmla="*/ 98411 h 1033547"/>
                    <a:gd name="connsiteX2" fmla="*/ 3826685 w 3826685"/>
                    <a:gd name="connsiteY2" fmla="*/ 193365 h 1033547"/>
                    <a:gd name="connsiteX3" fmla="*/ 0 w 3826685"/>
                    <a:gd name="connsiteY3" fmla="*/ 968065 h 1033547"/>
                    <a:gd name="connsiteX0" fmla="*/ 0 w 3826685"/>
                    <a:gd name="connsiteY0" fmla="*/ 968065 h 1013810"/>
                    <a:gd name="connsiteX1" fmla="*/ 3826685 w 3826685"/>
                    <a:gd name="connsiteY1" fmla="*/ 98411 h 1013810"/>
                    <a:gd name="connsiteX2" fmla="*/ 3826685 w 3826685"/>
                    <a:gd name="connsiteY2" fmla="*/ 193365 h 1013810"/>
                    <a:gd name="connsiteX3" fmla="*/ 0 w 3826685"/>
                    <a:gd name="connsiteY3" fmla="*/ 968065 h 1013810"/>
                    <a:gd name="connsiteX0" fmla="*/ 0 w 3826685"/>
                    <a:gd name="connsiteY0" fmla="*/ 968065 h 1012429"/>
                    <a:gd name="connsiteX1" fmla="*/ 3826685 w 3826685"/>
                    <a:gd name="connsiteY1" fmla="*/ 98411 h 1012429"/>
                    <a:gd name="connsiteX2" fmla="*/ 3826685 w 3826685"/>
                    <a:gd name="connsiteY2" fmla="*/ 193365 h 1012429"/>
                    <a:gd name="connsiteX3" fmla="*/ 0 w 3826685"/>
                    <a:gd name="connsiteY3" fmla="*/ 968065 h 10124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826685" h="1012429">
                      <a:moveTo>
                        <a:pt x="0" y="968065"/>
                      </a:moveTo>
                      <a:cubicBezTo>
                        <a:pt x="1199362" y="1008380"/>
                        <a:pt x="2779723" y="-373704"/>
                        <a:pt x="3826685" y="98411"/>
                      </a:cubicBezTo>
                      <a:lnTo>
                        <a:pt x="3826685" y="193365"/>
                      </a:lnTo>
                      <a:cubicBezTo>
                        <a:pt x="2614623" y="-65927"/>
                        <a:pt x="932662" y="1268632"/>
                        <a:pt x="0" y="968065"/>
                      </a:cubicBezTo>
                      <a:close/>
                    </a:path>
                  </a:pathLst>
                </a:custGeom>
                <a:grp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0" name="Rectangle 7">
                  <a:extLst>
                    <a:ext uri="{FF2B5EF4-FFF2-40B4-BE49-F238E27FC236}">
                      <a16:creationId xmlns:a16="http://schemas.microsoft.com/office/drawing/2014/main" id="{6CBFD340-853A-5E43-9FDE-077ABF69B024}"/>
                    </a:ext>
                  </a:extLst>
                </p:cNvPr>
                <p:cNvSpPr/>
                <p:nvPr/>
              </p:nvSpPr>
              <p:spPr>
                <a:xfrm rot="4411580">
                  <a:off x="3742062" y="3134570"/>
                  <a:ext cx="1032418" cy="483290"/>
                </a:xfrm>
                <a:custGeom>
                  <a:avLst/>
                  <a:gdLst>
                    <a:gd name="connsiteX0" fmla="*/ 0 w 1007285"/>
                    <a:gd name="connsiteY0" fmla="*/ 0 h 94954"/>
                    <a:gd name="connsiteX1" fmla="*/ 1007285 w 1007285"/>
                    <a:gd name="connsiteY1" fmla="*/ 0 h 94954"/>
                    <a:gd name="connsiteX2" fmla="*/ 1007285 w 1007285"/>
                    <a:gd name="connsiteY2" fmla="*/ 94954 h 94954"/>
                    <a:gd name="connsiteX3" fmla="*/ 0 w 1007285"/>
                    <a:gd name="connsiteY3" fmla="*/ 94954 h 94954"/>
                    <a:gd name="connsiteX4" fmla="*/ 0 w 1007285"/>
                    <a:gd name="connsiteY4" fmla="*/ 0 h 94954"/>
                    <a:gd name="connsiteX0" fmla="*/ 2819400 w 3826685"/>
                    <a:gd name="connsiteY0" fmla="*/ 0 h 869654"/>
                    <a:gd name="connsiteX1" fmla="*/ 3826685 w 3826685"/>
                    <a:gd name="connsiteY1" fmla="*/ 0 h 869654"/>
                    <a:gd name="connsiteX2" fmla="*/ 3826685 w 3826685"/>
                    <a:gd name="connsiteY2" fmla="*/ 94954 h 869654"/>
                    <a:gd name="connsiteX3" fmla="*/ 0 w 3826685"/>
                    <a:gd name="connsiteY3" fmla="*/ 869654 h 869654"/>
                    <a:gd name="connsiteX4" fmla="*/ 2819400 w 3826685"/>
                    <a:gd name="connsiteY4" fmla="*/ 0 h 869654"/>
                    <a:gd name="connsiteX0" fmla="*/ 0 w 3826685"/>
                    <a:gd name="connsiteY0" fmla="*/ 869654 h 869654"/>
                    <a:gd name="connsiteX1" fmla="*/ 3826685 w 3826685"/>
                    <a:gd name="connsiteY1" fmla="*/ 0 h 869654"/>
                    <a:gd name="connsiteX2" fmla="*/ 3826685 w 3826685"/>
                    <a:gd name="connsiteY2" fmla="*/ 94954 h 869654"/>
                    <a:gd name="connsiteX3" fmla="*/ 0 w 3826685"/>
                    <a:gd name="connsiteY3" fmla="*/ 869654 h 869654"/>
                    <a:gd name="connsiteX0" fmla="*/ 0 w 3826685"/>
                    <a:gd name="connsiteY0" fmla="*/ 869654 h 935136"/>
                    <a:gd name="connsiteX1" fmla="*/ 3826685 w 3826685"/>
                    <a:gd name="connsiteY1" fmla="*/ 0 h 935136"/>
                    <a:gd name="connsiteX2" fmla="*/ 3826685 w 3826685"/>
                    <a:gd name="connsiteY2" fmla="*/ 94954 h 935136"/>
                    <a:gd name="connsiteX3" fmla="*/ 0 w 3826685"/>
                    <a:gd name="connsiteY3" fmla="*/ 869654 h 935136"/>
                    <a:gd name="connsiteX0" fmla="*/ 0 w 3826685"/>
                    <a:gd name="connsiteY0" fmla="*/ 869654 h 935136"/>
                    <a:gd name="connsiteX1" fmla="*/ 3826685 w 3826685"/>
                    <a:gd name="connsiteY1" fmla="*/ 0 h 935136"/>
                    <a:gd name="connsiteX2" fmla="*/ 3826685 w 3826685"/>
                    <a:gd name="connsiteY2" fmla="*/ 94954 h 935136"/>
                    <a:gd name="connsiteX3" fmla="*/ 0 w 3826685"/>
                    <a:gd name="connsiteY3" fmla="*/ 869654 h 935136"/>
                    <a:gd name="connsiteX0" fmla="*/ 0 w 3826685"/>
                    <a:gd name="connsiteY0" fmla="*/ 968065 h 1033547"/>
                    <a:gd name="connsiteX1" fmla="*/ 3826685 w 3826685"/>
                    <a:gd name="connsiteY1" fmla="*/ 98411 h 1033547"/>
                    <a:gd name="connsiteX2" fmla="*/ 3826685 w 3826685"/>
                    <a:gd name="connsiteY2" fmla="*/ 193365 h 1033547"/>
                    <a:gd name="connsiteX3" fmla="*/ 0 w 3826685"/>
                    <a:gd name="connsiteY3" fmla="*/ 968065 h 1033547"/>
                    <a:gd name="connsiteX0" fmla="*/ 0 w 3826685"/>
                    <a:gd name="connsiteY0" fmla="*/ 968065 h 1013810"/>
                    <a:gd name="connsiteX1" fmla="*/ 3826685 w 3826685"/>
                    <a:gd name="connsiteY1" fmla="*/ 98411 h 1013810"/>
                    <a:gd name="connsiteX2" fmla="*/ 3826685 w 3826685"/>
                    <a:gd name="connsiteY2" fmla="*/ 193365 h 1013810"/>
                    <a:gd name="connsiteX3" fmla="*/ 0 w 3826685"/>
                    <a:gd name="connsiteY3" fmla="*/ 968065 h 1013810"/>
                    <a:gd name="connsiteX0" fmla="*/ 0 w 3826685"/>
                    <a:gd name="connsiteY0" fmla="*/ 968065 h 1012429"/>
                    <a:gd name="connsiteX1" fmla="*/ 3826685 w 3826685"/>
                    <a:gd name="connsiteY1" fmla="*/ 98411 h 1012429"/>
                    <a:gd name="connsiteX2" fmla="*/ 3826685 w 3826685"/>
                    <a:gd name="connsiteY2" fmla="*/ 193365 h 1012429"/>
                    <a:gd name="connsiteX3" fmla="*/ 0 w 3826685"/>
                    <a:gd name="connsiteY3" fmla="*/ 968065 h 10124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826685" h="1012429">
                      <a:moveTo>
                        <a:pt x="0" y="968065"/>
                      </a:moveTo>
                      <a:cubicBezTo>
                        <a:pt x="1199362" y="1008380"/>
                        <a:pt x="2779723" y="-373704"/>
                        <a:pt x="3826685" y="98411"/>
                      </a:cubicBezTo>
                      <a:lnTo>
                        <a:pt x="3826685" y="193365"/>
                      </a:lnTo>
                      <a:cubicBezTo>
                        <a:pt x="2614623" y="-65927"/>
                        <a:pt x="932662" y="1268632"/>
                        <a:pt x="0" y="968065"/>
                      </a:cubicBezTo>
                      <a:close/>
                    </a:path>
                  </a:pathLst>
                </a:custGeom>
                <a:grp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1" name="Rectangle 7">
                  <a:extLst>
                    <a:ext uri="{FF2B5EF4-FFF2-40B4-BE49-F238E27FC236}">
                      <a16:creationId xmlns:a16="http://schemas.microsoft.com/office/drawing/2014/main" id="{C7544366-C528-F8BE-55C6-935F92582ECC}"/>
                    </a:ext>
                  </a:extLst>
                </p:cNvPr>
                <p:cNvSpPr/>
                <p:nvPr/>
              </p:nvSpPr>
              <p:spPr>
                <a:xfrm rot="7092579">
                  <a:off x="4464562" y="1382198"/>
                  <a:ext cx="963083" cy="329939"/>
                </a:xfrm>
                <a:custGeom>
                  <a:avLst/>
                  <a:gdLst>
                    <a:gd name="connsiteX0" fmla="*/ 0 w 1007285"/>
                    <a:gd name="connsiteY0" fmla="*/ 0 h 94954"/>
                    <a:gd name="connsiteX1" fmla="*/ 1007285 w 1007285"/>
                    <a:gd name="connsiteY1" fmla="*/ 0 h 94954"/>
                    <a:gd name="connsiteX2" fmla="*/ 1007285 w 1007285"/>
                    <a:gd name="connsiteY2" fmla="*/ 94954 h 94954"/>
                    <a:gd name="connsiteX3" fmla="*/ 0 w 1007285"/>
                    <a:gd name="connsiteY3" fmla="*/ 94954 h 94954"/>
                    <a:gd name="connsiteX4" fmla="*/ 0 w 1007285"/>
                    <a:gd name="connsiteY4" fmla="*/ 0 h 94954"/>
                    <a:gd name="connsiteX0" fmla="*/ 2819400 w 3826685"/>
                    <a:gd name="connsiteY0" fmla="*/ 0 h 869654"/>
                    <a:gd name="connsiteX1" fmla="*/ 3826685 w 3826685"/>
                    <a:gd name="connsiteY1" fmla="*/ 0 h 869654"/>
                    <a:gd name="connsiteX2" fmla="*/ 3826685 w 3826685"/>
                    <a:gd name="connsiteY2" fmla="*/ 94954 h 869654"/>
                    <a:gd name="connsiteX3" fmla="*/ 0 w 3826685"/>
                    <a:gd name="connsiteY3" fmla="*/ 869654 h 869654"/>
                    <a:gd name="connsiteX4" fmla="*/ 2819400 w 3826685"/>
                    <a:gd name="connsiteY4" fmla="*/ 0 h 869654"/>
                    <a:gd name="connsiteX0" fmla="*/ 0 w 3826685"/>
                    <a:gd name="connsiteY0" fmla="*/ 869654 h 869654"/>
                    <a:gd name="connsiteX1" fmla="*/ 3826685 w 3826685"/>
                    <a:gd name="connsiteY1" fmla="*/ 0 h 869654"/>
                    <a:gd name="connsiteX2" fmla="*/ 3826685 w 3826685"/>
                    <a:gd name="connsiteY2" fmla="*/ 94954 h 869654"/>
                    <a:gd name="connsiteX3" fmla="*/ 0 w 3826685"/>
                    <a:gd name="connsiteY3" fmla="*/ 869654 h 869654"/>
                    <a:gd name="connsiteX0" fmla="*/ 0 w 3826685"/>
                    <a:gd name="connsiteY0" fmla="*/ 869654 h 935136"/>
                    <a:gd name="connsiteX1" fmla="*/ 3826685 w 3826685"/>
                    <a:gd name="connsiteY1" fmla="*/ 0 h 935136"/>
                    <a:gd name="connsiteX2" fmla="*/ 3826685 w 3826685"/>
                    <a:gd name="connsiteY2" fmla="*/ 94954 h 935136"/>
                    <a:gd name="connsiteX3" fmla="*/ 0 w 3826685"/>
                    <a:gd name="connsiteY3" fmla="*/ 869654 h 935136"/>
                    <a:gd name="connsiteX0" fmla="*/ 0 w 3826685"/>
                    <a:gd name="connsiteY0" fmla="*/ 869654 h 935136"/>
                    <a:gd name="connsiteX1" fmla="*/ 3826685 w 3826685"/>
                    <a:gd name="connsiteY1" fmla="*/ 0 h 935136"/>
                    <a:gd name="connsiteX2" fmla="*/ 3826685 w 3826685"/>
                    <a:gd name="connsiteY2" fmla="*/ 94954 h 935136"/>
                    <a:gd name="connsiteX3" fmla="*/ 0 w 3826685"/>
                    <a:gd name="connsiteY3" fmla="*/ 869654 h 935136"/>
                    <a:gd name="connsiteX0" fmla="*/ 0 w 3826685"/>
                    <a:gd name="connsiteY0" fmla="*/ 968065 h 1033547"/>
                    <a:gd name="connsiteX1" fmla="*/ 3826685 w 3826685"/>
                    <a:gd name="connsiteY1" fmla="*/ 98411 h 1033547"/>
                    <a:gd name="connsiteX2" fmla="*/ 3826685 w 3826685"/>
                    <a:gd name="connsiteY2" fmla="*/ 193365 h 1033547"/>
                    <a:gd name="connsiteX3" fmla="*/ 0 w 3826685"/>
                    <a:gd name="connsiteY3" fmla="*/ 968065 h 1033547"/>
                    <a:gd name="connsiteX0" fmla="*/ 0 w 3826685"/>
                    <a:gd name="connsiteY0" fmla="*/ 968065 h 1013810"/>
                    <a:gd name="connsiteX1" fmla="*/ 3826685 w 3826685"/>
                    <a:gd name="connsiteY1" fmla="*/ 98411 h 1013810"/>
                    <a:gd name="connsiteX2" fmla="*/ 3826685 w 3826685"/>
                    <a:gd name="connsiteY2" fmla="*/ 193365 h 1013810"/>
                    <a:gd name="connsiteX3" fmla="*/ 0 w 3826685"/>
                    <a:gd name="connsiteY3" fmla="*/ 968065 h 1013810"/>
                    <a:gd name="connsiteX0" fmla="*/ 0 w 3826685"/>
                    <a:gd name="connsiteY0" fmla="*/ 968065 h 1012429"/>
                    <a:gd name="connsiteX1" fmla="*/ 3826685 w 3826685"/>
                    <a:gd name="connsiteY1" fmla="*/ 98411 h 1012429"/>
                    <a:gd name="connsiteX2" fmla="*/ 3826685 w 3826685"/>
                    <a:gd name="connsiteY2" fmla="*/ 193365 h 1012429"/>
                    <a:gd name="connsiteX3" fmla="*/ 0 w 3826685"/>
                    <a:gd name="connsiteY3" fmla="*/ 968065 h 10124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826685" h="1012429">
                      <a:moveTo>
                        <a:pt x="0" y="968065"/>
                      </a:moveTo>
                      <a:cubicBezTo>
                        <a:pt x="1199362" y="1008380"/>
                        <a:pt x="2779723" y="-373704"/>
                        <a:pt x="3826685" y="98411"/>
                      </a:cubicBezTo>
                      <a:lnTo>
                        <a:pt x="3826685" y="193365"/>
                      </a:lnTo>
                      <a:cubicBezTo>
                        <a:pt x="2614623" y="-65927"/>
                        <a:pt x="932662" y="1268632"/>
                        <a:pt x="0" y="968065"/>
                      </a:cubicBezTo>
                      <a:close/>
                    </a:path>
                  </a:pathLst>
                </a:custGeom>
                <a:grp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2" name="Rectangle 7">
                  <a:extLst>
                    <a:ext uri="{FF2B5EF4-FFF2-40B4-BE49-F238E27FC236}">
                      <a16:creationId xmlns:a16="http://schemas.microsoft.com/office/drawing/2014/main" id="{476D2C8B-BA44-07D5-00E5-EE2BBE3ED0CD}"/>
                    </a:ext>
                  </a:extLst>
                </p:cNvPr>
                <p:cNvSpPr/>
                <p:nvPr/>
              </p:nvSpPr>
              <p:spPr>
                <a:xfrm rot="17188420" flipH="1">
                  <a:off x="4412435" y="2911181"/>
                  <a:ext cx="1032418" cy="483290"/>
                </a:xfrm>
                <a:custGeom>
                  <a:avLst/>
                  <a:gdLst>
                    <a:gd name="connsiteX0" fmla="*/ 0 w 1007285"/>
                    <a:gd name="connsiteY0" fmla="*/ 0 h 94954"/>
                    <a:gd name="connsiteX1" fmla="*/ 1007285 w 1007285"/>
                    <a:gd name="connsiteY1" fmla="*/ 0 h 94954"/>
                    <a:gd name="connsiteX2" fmla="*/ 1007285 w 1007285"/>
                    <a:gd name="connsiteY2" fmla="*/ 94954 h 94954"/>
                    <a:gd name="connsiteX3" fmla="*/ 0 w 1007285"/>
                    <a:gd name="connsiteY3" fmla="*/ 94954 h 94954"/>
                    <a:gd name="connsiteX4" fmla="*/ 0 w 1007285"/>
                    <a:gd name="connsiteY4" fmla="*/ 0 h 94954"/>
                    <a:gd name="connsiteX0" fmla="*/ 2819400 w 3826685"/>
                    <a:gd name="connsiteY0" fmla="*/ 0 h 869654"/>
                    <a:gd name="connsiteX1" fmla="*/ 3826685 w 3826685"/>
                    <a:gd name="connsiteY1" fmla="*/ 0 h 869654"/>
                    <a:gd name="connsiteX2" fmla="*/ 3826685 w 3826685"/>
                    <a:gd name="connsiteY2" fmla="*/ 94954 h 869654"/>
                    <a:gd name="connsiteX3" fmla="*/ 0 w 3826685"/>
                    <a:gd name="connsiteY3" fmla="*/ 869654 h 869654"/>
                    <a:gd name="connsiteX4" fmla="*/ 2819400 w 3826685"/>
                    <a:gd name="connsiteY4" fmla="*/ 0 h 869654"/>
                    <a:gd name="connsiteX0" fmla="*/ 0 w 3826685"/>
                    <a:gd name="connsiteY0" fmla="*/ 869654 h 869654"/>
                    <a:gd name="connsiteX1" fmla="*/ 3826685 w 3826685"/>
                    <a:gd name="connsiteY1" fmla="*/ 0 h 869654"/>
                    <a:gd name="connsiteX2" fmla="*/ 3826685 w 3826685"/>
                    <a:gd name="connsiteY2" fmla="*/ 94954 h 869654"/>
                    <a:gd name="connsiteX3" fmla="*/ 0 w 3826685"/>
                    <a:gd name="connsiteY3" fmla="*/ 869654 h 869654"/>
                    <a:gd name="connsiteX0" fmla="*/ 0 w 3826685"/>
                    <a:gd name="connsiteY0" fmla="*/ 869654 h 935136"/>
                    <a:gd name="connsiteX1" fmla="*/ 3826685 w 3826685"/>
                    <a:gd name="connsiteY1" fmla="*/ 0 h 935136"/>
                    <a:gd name="connsiteX2" fmla="*/ 3826685 w 3826685"/>
                    <a:gd name="connsiteY2" fmla="*/ 94954 h 935136"/>
                    <a:gd name="connsiteX3" fmla="*/ 0 w 3826685"/>
                    <a:gd name="connsiteY3" fmla="*/ 869654 h 935136"/>
                    <a:gd name="connsiteX0" fmla="*/ 0 w 3826685"/>
                    <a:gd name="connsiteY0" fmla="*/ 869654 h 935136"/>
                    <a:gd name="connsiteX1" fmla="*/ 3826685 w 3826685"/>
                    <a:gd name="connsiteY1" fmla="*/ 0 h 935136"/>
                    <a:gd name="connsiteX2" fmla="*/ 3826685 w 3826685"/>
                    <a:gd name="connsiteY2" fmla="*/ 94954 h 935136"/>
                    <a:gd name="connsiteX3" fmla="*/ 0 w 3826685"/>
                    <a:gd name="connsiteY3" fmla="*/ 869654 h 935136"/>
                    <a:gd name="connsiteX0" fmla="*/ 0 w 3826685"/>
                    <a:gd name="connsiteY0" fmla="*/ 968065 h 1033547"/>
                    <a:gd name="connsiteX1" fmla="*/ 3826685 w 3826685"/>
                    <a:gd name="connsiteY1" fmla="*/ 98411 h 1033547"/>
                    <a:gd name="connsiteX2" fmla="*/ 3826685 w 3826685"/>
                    <a:gd name="connsiteY2" fmla="*/ 193365 h 1033547"/>
                    <a:gd name="connsiteX3" fmla="*/ 0 w 3826685"/>
                    <a:gd name="connsiteY3" fmla="*/ 968065 h 1033547"/>
                    <a:gd name="connsiteX0" fmla="*/ 0 w 3826685"/>
                    <a:gd name="connsiteY0" fmla="*/ 968065 h 1013810"/>
                    <a:gd name="connsiteX1" fmla="*/ 3826685 w 3826685"/>
                    <a:gd name="connsiteY1" fmla="*/ 98411 h 1013810"/>
                    <a:gd name="connsiteX2" fmla="*/ 3826685 w 3826685"/>
                    <a:gd name="connsiteY2" fmla="*/ 193365 h 1013810"/>
                    <a:gd name="connsiteX3" fmla="*/ 0 w 3826685"/>
                    <a:gd name="connsiteY3" fmla="*/ 968065 h 1013810"/>
                    <a:gd name="connsiteX0" fmla="*/ 0 w 3826685"/>
                    <a:gd name="connsiteY0" fmla="*/ 968065 h 1012429"/>
                    <a:gd name="connsiteX1" fmla="*/ 3826685 w 3826685"/>
                    <a:gd name="connsiteY1" fmla="*/ 98411 h 1012429"/>
                    <a:gd name="connsiteX2" fmla="*/ 3826685 w 3826685"/>
                    <a:gd name="connsiteY2" fmla="*/ 193365 h 1012429"/>
                    <a:gd name="connsiteX3" fmla="*/ 0 w 3826685"/>
                    <a:gd name="connsiteY3" fmla="*/ 968065 h 10124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826685" h="1012429">
                      <a:moveTo>
                        <a:pt x="0" y="968065"/>
                      </a:moveTo>
                      <a:cubicBezTo>
                        <a:pt x="1199362" y="1008380"/>
                        <a:pt x="2779723" y="-373704"/>
                        <a:pt x="3826685" y="98411"/>
                      </a:cubicBezTo>
                      <a:lnTo>
                        <a:pt x="3826685" y="193365"/>
                      </a:lnTo>
                      <a:cubicBezTo>
                        <a:pt x="2614623" y="-65927"/>
                        <a:pt x="932662" y="1268632"/>
                        <a:pt x="0" y="968065"/>
                      </a:cubicBezTo>
                      <a:close/>
                    </a:path>
                  </a:pathLst>
                </a:custGeom>
                <a:grp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3" name="Rectangle 7">
                  <a:extLst>
                    <a:ext uri="{FF2B5EF4-FFF2-40B4-BE49-F238E27FC236}">
                      <a16:creationId xmlns:a16="http://schemas.microsoft.com/office/drawing/2014/main" id="{C079FDD1-A043-C609-17F0-76E2699A5CAE}"/>
                    </a:ext>
                  </a:extLst>
                </p:cNvPr>
                <p:cNvSpPr/>
                <p:nvPr/>
              </p:nvSpPr>
              <p:spPr>
                <a:xfrm rot="17188420" flipH="1">
                  <a:off x="4552865" y="2140602"/>
                  <a:ext cx="868238" cy="406435"/>
                </a:xfrm>
                <a:custGeom>
                  <a:avLst/>
                  <a:gdLst>
                    <a:gd name="connsiteX0" fmla="*/ 0 w 1007285"/>
                    <a:gd name="connsiteY0" fmla="*/ 0 h 94954"/>
                    <a:gd name="connsiteX1" fmla="*/ 1007285 w 1007285"/>
                    <a:gd name="connsiteY1" fmla="*/ 0 h 94954"/>
                    <a:gd name="connsiteX2" fmla="*/ 1007285 w 1007285"/>
                    <a:gd name="connsiteY2" fmla="*/ 94954 h 94954"/>
                    <a:gd name="connsiteX3" fmla="*/ 0 w 1007285"/>
                    <a:gd name="connsiteY3" fmla="*/ 94954 h 94954"/>
                    <a:gd name="connsiteX4" fmla="*/ 0 w 1007285"/>
                    <a:gd name="connsiteY4" fmla="*/ 0 h 94954"/>
                    <a:gd name="connsiteX0" fmla="*/ 2819400 w 3826685"/>
                    <a:gd name="connsiteY0" fmla="*/ 0 h 869654"/>
                    <a:gd name="connsiteX1" fmla="*/ 3826685 w 3826685"/>
                    <a:gd name="connsiteY1" fmla="*/ 0 h 869654"/>
                    <a:gd name="connsiteX2" fmla="*/ 3826685 w 3826685"/>
                    <a:gd name="connsiteY2" fmla="*/ 94954 h 869654"/>
                    <a:gd name="connsiteX3" fmla="*/ 0 w 3826685"/>
                    <a:gd name="connsiteY3" fmla="*/ 869654 h 869654"/>
                    <a:gd name="connsiteX4" fmla="*/ 2819400 w 3826685"/>
                    <a:gd name="connsiteY4" fmla="*/ 0 h 869654"/>
                    <a:gd name="connsiteX0" fmla="*/ 0 w 3826685"/>
                    <a:gd name="connsiteY0" fmla="*/ 869654 h 869654"/>
                    <a:gd name="connsiteX1" fmla="*/ 3826685 w 3826685"/>
                    <a:gd name="connsiteY1" fmla="*/ 0 h 869654"/>
                    <a:gd name="connsiteX2" fmla="*/ 3826685 w 3826685"/>
                    <a:gd name="connsiteY2" fmla="*/ 94954 h 869654"/>
                    <a:gd name="connsiteX3" fmla="*/ 0 w 3826685"/>
                    <a:gd name="connsiteY3" fmla="*/ 869654 h 869654"/>
                    <a:gd name="connsiteX0" fmla="*/ 0 w 3826685"/>
                    <a:gd name="connsiteY0" fmla="*/ 869654 h 935136"/>
                    <a:gd name="connsiteX1" fmla="*/ 3826685 w 3826685"/>
                    <a:gd name="connsiteY1" fmla="*/ 0 h 935136"/>
                    <a:gd name="connsiteX2" fmla="*/ 3826685 w 3826685"/>
                    <a:gd name="connsiteY2" fmla="*/ 94954 h 935136"/>
                    <a:gd name="connsiteX3" fmla="*/ 0 w 3826685"/>
                    <a:gd name="connsiteY3" fmla="*/ 869654 h 935136"/>
                    <a:gd name="connsiteX0" fmla="*/ 0 w 3826685"/>
                    <a:gd name="connsiteY0" fmla="*/ 869654 h 935136"/>
                    <a:gd name="connsiteX1" fmla="*/ 3826685 w 3826685"/>
                    <a:gd name="connsiteY1" fmla="*/ 0 h 935136"/>
                    <a:gd name="connsiteX2" fmla="*/ 3826685 w 3826685"/>
                    <a:gd name="connsiteY2" fmla="*/ 94954 h 935136"/>
                    <a:gd name="connsiteX3" fmla="*/ 0 w 3826685"/>
                    <a:gd name="connsiteY3" fmla="*/ 869654 h 935136"/>
                    <a:gd name="connsiteX0" fmla="*/ 0 w 3826685"/>
                    <a:gd name="connsiteY0" fmla="*/ 968065 h 1033547"/>
                    <a:gd name="connsiteX1" fmla="*/ 3826685 w 3826685"/>
                    <a:gd name="connsiteY1" fmla="*/ 98411 h 1033547"/>
                    <a:gd name="connsiteX2" fmla="*/ 3826685 w 3826685"/>
                    <a:gd name="connsiteY2" fmla="*/ 193365 h 1033547"/>
                    <a:gd name="connsiteX3" fmla="*/ 0 w 3826685"/>
                    <a:gd name="connsiteY3" fmla="*/ 968065 h 1033547"/>
                    <a:gd name="connsiteX0" fmla="*/ 0 w 3826685"/>
                    <a:gd name="connsiteY0" fmla="*/ 968065 h 1013810"/>
                    <a:gd name="connsiteX1" fmla="*/ 3826685 w 3826685"/>
                    <a:gd name="connsiteY1" fmla="*/ 98411 h 1013810"/>
                    <a:gd name="connsiteX2" fmla="*/ 3826685 w 3826685"/>
                    <a:gd name="connsiteY2" fmla="*/ 193365 h 1013810"/>
                    <a:gd name="connsiteX3" fmla="*/ 0 w 3826685"/>
                    <a:gd name="connsiteY3" fmla="*/ 968065 h 1013810"/>
                    <a:gd name="connsiteX0" fmla="*/ 0 w 3826685"/>
                    <a:gd name="connsiteY0" fmla="*/ 968065 h 1012429"/>
                    <a:gd name="connsiteX1" fmla="*/ 3826685 w 3826685"/>
                    <a:gd name="connsiteY1" fmla="*/ 98411 h 1012429"/>
                    <a:gd name="connsiteX2" fmla="*/ 3826685 w 3826685"/>
                    <a:gd name="connsiteY2" fmla="*/ 193365 h 1012429"/>
                    <a:gd name="connsiteX3" fmla="*/ 0 w 3826685"/>
                    <a:gd name="connsiteY3" fmla="*/ 968065 h 10124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826685" h="1012429">
                      <a:moveTo>
                        <a:pt x="0" y="968065"/>
                      </a:moveTo>
                      <a:cubicBezTo>
                        <a:pt x="1199362" y="1008380"/>
                        <a:pt x="2779723" y="-373704"/>
                        <a:pt x="3826685" y="98411"/>
                      </a:cubicBezTo>
                      <a:lnTo>
                        <a:pt x="3826685" y="193365"/>
                      </a:lnTo>
                      <a:cubicBezTo>
                        <a:pt x="2614623" y="-65927"/>
                        <a:pt x="932662" y="1268632"/>
                        <a:pt x="0" y="968065"/>
                      </a:cubicBezTo>
                      <a:close/>
                    </a:path>
                  </a:pathLst>
                </a:custGeom>
                <a:grp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4" name="Rectangle 7">
                  <a:extLst>
                    <a:ext uri="{FF2B5EF4-FFF2-40B4-BE49-F238E27FC236}">
                      <a16:creationId xmlns:a16="http://schemas.microsoft.com/office/drawing/2014/main" id="{D0B282C2-4CB8-9F6E-C81D-D48222184912}"/>
                    </a:ext>
                  </a:extLst>
                </p:cNvPr>
                <p:cNvSpPr/>
                <p:nvPr/>
              </p:nvSpPr>
              <p:spPr>
                <a:xfrm rot="18478518" flipH="1">
                  <a:off x="5066748" y="1113128"/>
                  <a:ext cx="1032418" cy="483290"/>
                </a:xfrm>
                <a:custGeom>
                  <a:avLst/>
                  <a:gdLst>
                    <a:gd name="connsiteX0" fmla="*/ 0 w 1007285"/>
                    <a:gd name="connsiteY0" fmla="*/ 0 h 94954"/>
                    <a:gd name="connsiteX1" fmla="*/ 1007285 w 1007285"/>
                    <a:gd name="connsiteY1" fmla="*/ 0 h 94954"/>
                    <a:gd name="connsiteX2" fmla="*/ 1007285 w 1007285"/>
                    <a:gd name="connsiteY2" fmla="*/ 94954 h 94954"/>
                    <a:gd name="connsiteX3" fmla="*/ 0 w 1007285"/>
                    <a:gd name="connsiteY3" fmla="*/ 94954 h 94954"/>
                    <a:gd name="connsiteX4" fmla="*/ 0 w 1007285"/>
                    <a:gd name="connsiteY4" fmla="*/ 0 h 94954"/>
                    <a:gd name="connsiteX0" fmla="*/ 2819400 w 3826685"/>
                    <a:gd name="connsiteY0" fmla="*/ 0 h 869654"/>
                    <a:gd name="connsiteX1" fmla="*/ 3826685 w 3826685"/>
                    <a:gd name="connsiteY1" fmla="*/ 0 h 869654"/>
                    <a:gd name="connsiteX2" fmla="*/ 3826685 w 3826685"/>
                    <a:gd name="connsiteY2" fmla="*/ 94954 h 869654"/>
                    <a:gd name="connsiteX3" fmla="*/ 0 w 3826685"/>
                    <a:gd name="connsiteY3" fmla="*/ 869654 h 869654"/>
                    <a:gd name="connsiteX4" fmla="*/ 2819400 w 3826685"/>
                    <a:gd name="connsiteY4" fmla="*/ 0 h 869654"/>
                    <a:gd name="connsiteX0" fmla="*/ 0 w 3826685"/>
                    <a:gd name="connsiteY0" fmla="*/ 869654 h 869654"/>
                    <a:gd name="connsiteX1" fmla="*/ 3826685 w 3826685"/>
                    <a:gd name="connsiteY1" fmla="*/ 0 h 869654"/>
                    <a:gd name="connsiteX2" fmla="*/ 3826685 w 3826685"/>
                    <a:gd name="connsiteY2" fmla="*/ 94954 h 869654"/>
                    <a:gd name="connsiteX3" fmla="*/ 0 w 3826685"/>
                    <a:gd name="connsiteY3" fmla="*/ 869654 h 869654"/>
                    <a:gd name="connsiteX0" fmla="*/ 0 w 3826685"/>
                    <a:gd name="connsiteY0" fmla="*/ 869654 h 935136"/>
                    <a:gd name="connsiteX1" fmla="*/ 3826685 w 3826685"/>
                    <a:gd name="connsiteY1" fmla="*/ 0 h 935136"/>
                    <a:gd name="connsiteX2" fmla="*/ 3826685 w 3826685"/>
                    <a:gd name="connsiteY2" fmla="*/ 94954 h 935136"/>
                    <a:gd name="connsiteX3" fmla="*/ 0 w 3826685"/>
                    <a:gd name="connsiteY3" fmla="*/ 869654 h 935136"/>
                    <a:gd name="connsiteX0" fmla="*/ 0 w 3826685"/>
                    <a:gd name="connsiteY0" fmla="*/ 869654 h 935136"/>
                    <a:gd name="connsiteX1" fmla="*/ 3826685 w 3826685"/>
                    <a:gd name="connsiteY1" fmla="*/ 0 h 935136"/>
                    <a:gd name="connsiteX2" fmla="*/ 3826685 w 3826685"/>
                    <a:gd name="connsiteY2" fmla="*/ 94954 h 935136"/>
                    <a:gd name="connsiteX3" fmla="*/ 0 w 3826685"/>
                    <a:gd name="connsiteY3" fmla="*/ 869654 h 935136"/>
                    <a:gd name="connsiteX0" fmla="*/ 0 w 3826685"/>
                    <a:gd name="connsiteY0" fmla="*/ 968065 h 1033547"/>
                    <a:gd name="connsiteX1" fmla="*/ 3826685 w 3826685"/>
                    <a:gd name="connsiteY1" fmla="*/ 98411 h 1033547"/>
                    <a:gd name="connsiteX2" fmla="*/ 3826685 w 3826685"/>
                    <a:gd name="connsiteY2" fmla="*/ 193365 h 1033547"/>
                    <a:gd name="connsiteX3" fmla="*/ 0 w 3826685"/>
                    <a:gd name="connsiteY3" fmla="*/ 968065 h 1033547"/>
                    <a:gd name="connsiteX0" fmla="*/ 0 w 3826685"/>
                    <a:gd name="connsiteY0" fmla="*/ 968065 h 1013810"/>
                    <a:gd name="connsiteX1" fmla="*/ 3826685 w 3826685"/>
                    <a:gd name="connsiteY1" fmla="*/ 98411 h 1013810"/>
                    <a:gd name="connsiteX2" fmla="*/ 3826685 w 3826685"/>
                    <a:gd name="connsiteY2" fmla="*/ 193365 h 1013810"/>
                    <a:gd name="connsiteX3" fmla="*/ 0 w 3826685"/>
                    <a:gd name="connsiteY3" fmla="*/ 968065 h 1013810"/>
                    <a:gd name="connsiteX0" fmla="*/ 0 w 3826685"/>
                    <a:gd name="connsiteY0" fmla="*/ 968065 h 1012429"/>
                    <a:gd name="connsiteX1" fmla="*/ 3826685 w 3826685"/>
                    <a:gd name="connsiteY1" fmla="*/ 98411 h 1012429"/>
                    <a:gd name="connsiteX2" fmla="*/ 3826685 w 3826685"/>
                    <a:gd name="connsiteY2" fmla="*/ 193365 h 1012429"/>
                    <a:gd name="connsiteX3" fmla="*/ 0 w 3826685"/>
                    <a:gd name="connsiteY3" fmla="*/ 968065 h 10124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826685" h="1012429">
                      <a:moveTo>
                        <a:pt x="0" y="968065"/>
                      </a:moveTo>
                      <a:cubicBezTo>
                        <a:pt x="1199362" y="1008380"/>
                        <a:pt x="2779723" y="-373704"/>
                        <a:pt x="3826685" y="98411"/>
                      </a:cubicBezTo>
                      <a:lnTo>
                        <a:pt x="3826685" y="193365"/>
                      </a:lnTo>
                      <a:cubicBezTo>
                        <a:pt x="2614623" y="-65927"/>
                        <a:pt x="932662" y="1268632"/>
                        <a:pt x="0" y="968065"/>
                      </a:cubicBezTo>
                      <a:close/>
                    </a:path>
                  </a:pathLst>
                </a:custGeom>
                <a:grpFill/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5" name="Rectangle 59">
                  <a:extLst>
                    <a:ext uri="{FF2B5EF4-FFF2-40B4-BE49-F238E27FC236}">
                      <a16:creationId xmlns:a16="http://schemas.microsoft.com/office/drawing/2014/main" id="{E9C82D21-A60F-7307-E7D7-4D2F9E413838}"/>
                    </a:ext>
                  </a:extLst>
                </p:cNvPr>
                <p:cNvSpPr/>
                <p:nvPr/>
              </p:nvSpPr>
              <p:spPr>
                <a:xfrm rot="316924">
                  <a:off x="4495499" y="926657"/>
                  <a:ext cx="957550" cy="4012402"/>
                </a:xfrm>
                <a:custGeom>
                  <a:avLst/>
                  <a:gdLst>
                    <a:gd name="connsiteX0" fmla="*/ 0 w 196226"/>
                    <a:gd name="connsiteY0" fmla="*/ 0 h 3725706"/>
                    <a:gd name="connsiteX1" fmla="*/ 196226 w 196226"/>
                    <a:gd name="connsiteY1" fmla="*/ 0 h 3725706"/>
                    <a:gd name="connsiteX2" fmla="*/ 196226 w 196226"/>
                    <a:gd name="connsiteY2" fmla="*/ 3725706 h 3725706"/>
                    <a:gd name="connsiteX3" fmla="*/ 0 w 196226"/>
                    <a:gd name="connsiteY3" fmla="*/ 3725706 h 3725706"/>
                    <a:gd name="connsiteX4" fmla="*/ 0 w 196226"/>
                    <a:gd name="connsiteY4" fmla="*/ 0 h 3725706"/>
                    <a:gd name="connsiteX0" fmla="*/ 0 w 196226"/>
                    <a:gd name="connsiteY0" fmla="*/ 3725706 h 3725706"/>
                    <a:gd name="connsiteX1" fmla="*/ 196226 w 196226"/>
                    <a:gd name="connsiteY1" fmla="*/ 0 h 3725706"/>
                    <a:gd name="connsiteX2" fmla="*/ 196226 w 196226"/>
                    <a:gd name="connsiteY2" fmla="*/ 3725706 h 3725706"/>
                    <a:gd name="connsiteX3" fmla="*/ 0 w 196226"/>
                    <a:gd name="connsiteY3" fmla="*/ 3725706 h 3725706"/>
                    <a:gd name="connsiteX0" fmla="*/ 0 w 196226"/>
                    <a:gd name="connsiteY0" fmla="*/ 3741025 h 3741025"/>
                    <a:gd name="connsiteX1" fmla="*/ 177626 w 196226"/>
                    <a:gd name="connsiteY1" fmla="*/ 0 h 3741025"/>
                    <a:gd name="connsiteX2" fmla="*/ 196226 w 196226"/>
                    <a:gd name="connsiteY2" fmla="*/ 3741025 h 3741025"/>
                    <a:gd name="connsiteX3" fmla="*/ 0 w 196226"/>
                    <a:gd name="connsiteY3" fmla="*/ 3741025 h 3741025"/>
                    <a:gd name="connsiteX0" fmla="*/ 0 w 196226"/>
                    <a:gd name="connsiteY0" fmla="*/ 3760392 h 3760392"/>
                    <a:gd name="connsiteX1" fmla="*/ 165482 w 196226"/>
                    <a:gd name="connsiteY1" fmla="*/ 0 h 3760392"/>
                    <a:gd name="connsiteX2" fmla="*/ 196226 w 196226"/>
                    <a:gd name="connsiteY2" fmla="*/ 3760392 h 3760392"/>
                    <a:gd name="connsiteX3" fmla="*/ 0 w 196226"/>
                    <a:gd name="connsiteY3" fmla="*/ 3760392 h 3760392"/>
                    <a:gd name="connsiteX0" fmla="*/ 0 w 196226"/>
                    <a:gd name="connsiteY0" fmla="*/ 3760392 h 3760392"/>
                    <a:gd name="connsiteX1" fmla="*/ 165482 w 196226"/>
                    <a:gd name="connsiteY1" fmla="*/ 0 h 3760392"/>
                    <a:gd name="connsiteX2" fmla="*/ 196226 w 196226"/>
                    <a:gd name="connsiteY2" fmla="*/ 3760392 h 3760392"/>
                    <a:gd name="connsiteX3" fmla="*/ 0 w 196226"/>
                    <a:gd name="connsiteY3" fmla="*/ 3760392 h 3760392"/>
                    <a:gd name="connsiteX0" fmla="*/ 0 w 203788"/>
                    <a:gd name="connsiteY0" fmla="*/ 3760392 h 3760392"/>
                    <a:gd name="connsiteX1" fmla="*/ 165482 w 203788"/>
                    <a:gd name="connsiteY1" fmla="*/ 0 h 3760392"/>
                    <a:gd name="connsiteX2" fmla="*/ 196226 w 203788"/>
                    <a:gd name="connsiteY2" fmla="*/ 3760392 h 3760392"/>
                    <a:gd name="connsiteX3" fmla="*/ 0 w 203788"/>
                    <a:gd name="connsiteY3" fmla="*/ 3760392 h 3760392"/>
                    <a:gd name="connsiteX0" fmla="*/ 0 w 232892"/>
                    <a:gd name="connsiteY0" fmla="*/ 3742664 h 3760392"/>
                    <a:gd name="connsiteX1" fmla="*/ 194586 w 232892"/>
                    <a:gd name="connsiteY1" fmla="*/ 0 h 3760392"/>
                    <a:gd name="connsiteX2" fmla="*/ 225330 w 232892"/>
                    <a:gd name="connsiteY2" fmla="*/ 3760392 h 3760392"/>
                    <a:gd name="connsiteX3" fmla="*/ 0 w 232892"/>
                    <a:gd name="connsiteY3" fmla="*/ 3742664 h 3760392"/>
                    <a:gd name="connsiteX0" fmla="*/ 0 w 232030"/>
                    <a:gd name="connsiteY0" fmla="*/ 3742664 h 3914670"/>
                    <a:gd name="connsiteX1" fmla="*/ 194586 w 232030"/>
                    <a:gd name="connsiteY1" fmla="*/ 0 h 3914670"/>
                    <a:gd name="connsiteX2" fmla="*/ 223135 w 232030"/>
                    <a:gd name="connsiteY2" fmla="*/ 3914670 h 3914670"/>
                    <a:gd name="connsiteX3" fmla="*/ 0 w 232030"/>
                    <a:gd name="connsiteY3" fmla="*/ 3742664 h 3914670"/>
                    <a:gd name="connsiteX0" fmla="*/ 0 w 247137"/>
                    <a:gd name="connsiteY0" fmla="*/ 3905038 h 3914670"/>
                    <a:gd name="connsiteX1" fmla="*/ 209693 w 247137"/>
                    <a:gd name="connsiteY1" fmla="*/ 0 h 3914670"/>
                    <a:gd name="connsiteX2" fmla="*/ 238242 w 247137"/>
                    <a:gd name="connsiteY2" fmla="*/ 3914670 h 3914670"/>
                    <a:gd name="connsiteX3" fmla="*/ 0 w 247137"/>
                    <a:gd name="connsiteY3" fmla="*/ 3905038 h 3914670"/>
                    <a:gd name="connsiteX0" fmla="*/ 0 w 250938"/>
                    <a:gd name="connsiteY0" fmla="*/ 3905038 h 3972005"/>
                    <a:gd name="connsiteX1" fmla="*/ 209693 w 250938"/>
                    <a:gd name="connsiteY1" fmla="*/ 0 h 3972005"/>
                    <a:gd name="connsiteX2" fmla="*/ 247212 w 250938"/>
                    <a:gd name="connsiteY2" fmla="*/ 3972005 h 3972005"/>
                    <a:gd name="connsiteX3" fmla="*/ 0 w 250938"/>
                    <a:gd name="connsiteY3" fmla="*/ 3905038 h 3972005"/>
                    <a:gd name="connsiteX0" fmla="*/ 0 w 264616"/>
                    <a:gd name="connsiteY0" fmla="*/ 3940598 h 3972005"/>
                    <a:gd name="connsiteX1" fmla="*/ 223371 w 264616"/>
                    <a:gd name="connsiteY1" fmla="*/ 0 h 3972005"/>
                    <a:gd name="connsiteX2" fmla="*/ 260890 w 264616"/>
                    <a:gd name="connsiteY2" fmla="*/ 3972005 h 3972005"/>
                    <a:gd name="connsiteX3" fmla="*/ 0 w 264616"/>
                    <a:gd name="connsiteY3" fmla="*/ 3940598 h 3972005"/>
                    <a:gd name="connsiteX0" fmla="*/ 0 w 262936"/>
                    <a:gd name="connsiteY0" fmla="*/ 3974517 h 4005924"/>
                    <a:gd name="connsiteX1" fmla="*/ 220090 w 262936"/>
                    <a:gd name="connsiteY1" fmla="*/ 0 h 4005924"/>
                    <a:gd name="connsiteX2" fmla="*/ 260890 w 262936"/>
                    <a:gd name="connsiteY2" fmla="*/ 4005924 h 4005924"/>
                    <a:gd name="connsiteX3" fmla="*/ 0 w 262936"/>
                    <a:gd name="connsiteY3" fmla="*/ 3974517 h 4005924"/>
                    <a:gd name="connsiteX0" fmla="*/ 0 w 286726"/>
                    <a:gd name="connsiteY0" fmla="*/ 3974517 h 4005924"/>
                    <a:gd name="connsiteX1" fmla="*/ 220090 w 286726"/>
                    <a:gd name="connsiteY1" fmla="*/ 0 h 4005924"/>
                    <a:gd name="connsiteX2" fmla="*/ 260890 w 286726"/>
                    <a:gd name="connsiteY2" fmla="*/ 4005924 h 4005924"/>
                    <a:gd name="connsiteX3" fmla="*/ 0 w 286726"/>
                    <a:gd name="connsiteY3" fmla="*/ 3974517 h 4005924"/>
                    <a:gd name="connsiteX0" fmla="*/ 0 w 286726"/>
                    <a:gd name="connsiteY0" fmla="*/ 3974517 h 4065957"/>
                    <a:gd name="connsiteX1" fmla="*/ 220090 w 286726"/>
                    <a:gd name="connsiteY1" fmla="*/ 0 h 4065957"/>
                    <a:gd name="connsiteX2" fmla="*/ 260890 w 286726"/>
                    <a:gd name="connsiteY2" fmla="*/ 4005924 h 4065957"/>
                    <a:gd name="connsiteX3" fmla="*/ 91440 w 286726"/>
                    <a:gd name="connsiteY3" fmla="*/ 4065957 h 4065957"/>
                    <a:gd name="connsiteX0" fmla="*/ 0 w 286726"/>
                    <a:gd name="connsiteY0" fmla="*/ 3974517 h 4005924"/>
                    <a:gd name="connsiteX1" fmla="*/ 220090 w 286726"/>
                    <a:gd name="connsiteY1" fmla="*/ 0 h 4005924"/>
                    <a:gd name="connsiteX2" fmla="*/ 260890 w 286726"/>
                    <a:gd name="connsiteY2" fmla="*/ 4005924 h 4005924"/>
                    <a:gd name="connsiteX0" fmla="*/ 0 w 439818"/>
                    <a:gd name="connsiteY0" fmla="*/ 3974517 h 3974517"/>
                    <a:gd name="connsiteX1" fmla="*/ 220090 w 439818"/>
                    <a:gd name="connsiteY1" fmla="*/ 0 h 3974517"/>
                    <a:gd name="connsiteX2" fmla="*/ 432646 w 439818"/>
                    <a:gd name="connsiteY2" fmla="*/ 3824933 h 3974517"/>
                    <a:gd name="connsiteX0" fmla="*/ 22519 w 324389"/>
                    <a:gd name="connsiteY0" fmla="*/ 3934326 h 3934326"/>
                    <a:gd name="connsiteX1" fmla="*/ 104661 w 324389"/>
                    <a:gd name="connsiteY1" fmla="*/ 0 h 3934326"/>
                    <a:gd name="connsiteX2" fmla="*/ 317217 w 324389"/>
                    <a:gd name="connsiteY2" fmla="*/ 3824933 h 3934326"/>
                    <a:gd name="connsiteX0" fmla="*/ 71419 w 373289"/>
                    <a:gd name="connsiteY0" fmla="*/ 3934326 h 3934326"/>
                    <a:gd name="connsiteX1" fmla="*/ 153561 w 373289"/>
                    <a:gd name="connsiteY1" fmla="*/ 0 h 3934326"/>
                    <a:gd name="connsiteX2" fmla="*/ 366117 w 373289"/>
                    <a:gd name="connsiteY2" fmla="*/ 3824933 h 3934326"/>
                    <a:gd name="connsiteX0" fmla="*/ 25087 w 353558"/>
                    <a:gd name="connsiteY0" fmla="*/ 3915590 h 3915590"/>
                    <a:gd name="connsiteX1" fmla="*/ 299760 w 353558"/>
                    <a:gd name="connsiteY1" fmla="*/ 0 h 3915590"/>
                    <a:gd name="connsiteX2" fmla="*/ 319785 w 353558"/>
                    <a:gd name="connsiteY2" fmla="*/ 3806197 h 3915590"/>
                    <a:gd name="connsiteX0" fmla="*/ 25087 w 320679"/>
                    <a:gd name="connsiteY0" fmla="*/ 3915590 h 3915590"/>
                    <a:gd name="connsiteX1" fmla="*/ 299760 w 320679"/>
                    <a:gd name="connsiteY1" fmla="*/ 0 h 3915590"/>
                    <a:gd name="connsiteX2" fmla="*/ 319785 w 320679"/>
                    <a:gd name="connsiteY2" fmla="*/ 3806197 h 3915590"/>
                    <a:gd name="connsiteX0" fmla="*/ 50244 w 344942"/>
                    <a:gd name="connsiteY0" fmla="*/ 3324011 h 3324011"/>
                    <a:gd name="connsiteX1" fmla="*/ 188602 w 344942"/>
                    <a:gd name="connsiteY1" fmla="*/ 0 h 3324011"/>
                    <a:gd name="connsiteX2" fmla="*/ 344942 w 344942"/>
                    <a:gd name="connsiteY2" fmla="*/ 3214618 h 3324011"/>
                    <a:gd name="connsiteX0" fmla="*/ 20739 w 362178"/>
                    <a:gd name="connsiteY0" fmla="*/ 3902284 h 3902284"/>
                    <a:gd name="connsiteX1" fmla="*/ 346058 w 362178"/>
                    <a:gd name="connsiteY1" fmla="*/ 0 h 3902284"/>
                    <a:gd name="connsiteX2" fmla="*/ 315437 w 362178"/>
                    <a:gd name="connsiteY2" fmla="*/ 3792891 h 3902284"/>
                    <a:gd name="connsiteX0" fmla="*/ 7045 w 875636"/>
                    <a:gd name="connsiteY0" fmla="*/ 4012402 h 4012402"/>
                    <a:gd name="connsiteX1" fmla="*/ 870853 w 875636"/>
                    <a:gd name="connsiteY1" fmla="*/ 0 h 4012402"/>
                    <a:gd name="connsiteX2" fmla="*/ 301743 w 875636"/>
                    <a:gd name="connsiteY2" fmla="*/ 3903009 h 4012402"/>
                    <a:gd name="connsiteX0" fmla="*/ 93742 w 962333"/>
                    <a:gd name="connsiteY0" fmla="*/ 4012402 h 4012402"/>
                    <a:gd name="connsiteX1" fmla="*/ 957550 w 962333"/>
                    <a:gd name="connsiteY1" fmla="*/ 0 h 4012402"/>
                    <a:gd name="connsiteX2" fmla="*/ 388440 w 962333"/>
                    <a:gd name="connsiteY2" fmla="*/ 3903009 h 4012402"/>
                    <a:gd name="connsiteX0" fmla="*/ 93742 w 957550"/>
                    <a:gd name="connsiteY0" fmla="*/ 4012402 h 4012402"/>
                    <a:gd name="connsiteX1" fmla="*/ 957550 w 957550"/>
                    <a:gd name="connsiteY1" fmla="*/ 0 h 4012402"/>
                    <a:gd name="connsiteX2" fmla="*/ 388440 w 957550"/>
                    <a:gd name="connsiteY2" fmla="*/ 3903009 h 40124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957550" h="4012402">
                      <a:moveTo>
                        <a:pt x="93742" y="4012402"/>
                      </a:moveTo>
                      <a:cubicBezTo>
                        <a:pt x="7017" y="2753508"/>
                        <a:pt x="-289971" y="1070681"/>
                        <a:pt x="957550" y="0"/>
                      </a:cubicBezTo>
                      <a:cubicBezTo>
                        <a:pt x="-69426" y="1457139"/>
                        <a:pt x="302709" y="2553322"/>
                        <a:pt x="388440" y="3903009"/>
                      </a:cubicBezTo>
                    </a:path>
                  </a:pathLst>
                </a:cu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CF1B693C-2CB5-66E6-0BFB-B91A715CB1F8}"/>
                </a:ext>
              </a:extLst>
            </p:cNvPr>
            <p:cNvGrpSpPr/>
            <p:nvPr/>
          </p:nvGrpSpPr>
          <p:grpSpPr>
            <a:xfrm rot="614954">
              <a:off x="4275576" y="546163"/>
              <a:ext cx="2233404" cy="4752318"/>
              <a:chOff x="3675319" y="223072"/>
              <a:chExt cx="2233404" cy="4752318"/>
            </a:xfrm>
            <a:grpFill/>
          </p:grpSpPr>
          <p:sp>
            <p:nvSpPr>
              <p:cNvPr id="129" name="Rectangle 2">
                <a:extLst>
                  <a:ext uri="{FF2B5EF4-FFF2-40B4-BE49-F238E27FC236}">
                    <a16:creationId xmlns:a16="http://schemas.microsoft.com/office/drawing/2014/main" id="{933B5994-A99C-6663-E4F0-F4A4E26750DD}"/>
                  </a:ext>
                </a:extLst>
              </p:cNvPr>
              <p:cNvSpPr/>
              <p:nvPr/>
            </p:nvSpPr>
            <p:spPr>
              <a:xfrm>
                <a:off x="3675319" y="223072"/>
                <a:ext cx="2233404" cy="3466598"/>
              </a:xfrm>
              <a:custGeom>
                <a:avLst/>
                <a:gdLst>
                  <a:gd name="connsiteX0" fmla="*/ 0 w 542441"/>
                  <a:gd name="connsiteY0" fmla="*/ 0 h 895027"/>
                  <a:gd name="connsiteX1" fmla="*/ 542441 w 542441"/>
                  <a:gd name="connsiteY1" fmla="*/ 0 h 895027"/>
                  <a:gd name="connsiteX2" fmla="*/ 542441 w 542441"/>
                  <a:gd name="connsiteY2" fmla="*/ 895027 h 895027"/>
                  <a:gd name="connsiteX3" fmla="*/ 0 w 542441"/>
                  <a:gd name="connsiteY3" fmla="*/ 895027 h 895027"/>
                  <a:gd name="connsiteX4" fmla="*/ 0 w 542441"/>
                  <a:gd name="connsiteY4" fmla="*/ 0 h 895027"/>
                  <a:gd name="connsiteX0" fmla="*/ 0 w 834541"/>
                  <a:gd name="connsiteY0" fmla="*/ 635000 h 895027"/>
                  <a:gd name="connsiteX1" fmla="*/ 834541 w 834541"/>
                  <a:gd name="connsiteY1" fmla="*/ 0 h 895027"/>
                  <a:gd name="connsiteX2" fmla="*/ 834541 w 834541"/>
                  <a:gd name="connsiteY2" fmla="*/ 895027 h 895027"/>
                  <a:gd name="connsiteX3" fmla="*/ 292100 w 834541"/>
                  <a:gd name="connsiteY3" fmla="*/ 895027 h 895027"/>
                  <a:gd name="connsiteX4" fmla="*/ 0 w 834541"/>
                  <a:gd name="connsiteY4" fmla="*/ 635000 h 895027"/>
                  <a:gd name="connsiteX0" fmla="*/ 152400 w 986941"/>
                  <a:gd name="connsiteY0" fmla="*/ 635000 h 1885627"/>
                  <a:gd name="connsiteX1" fmla="*/ 986941 w 986941"/>
                  <a:gd name="connsiteY1" fmla="*/ 0 h 1885627"/>
                  <a:gd name="connsiteX2" fmla="*/ 986941 w 986941"/>
                  <a:gd name="connsiteY2" fmla="*/ 895027 h 1885627"/>
                  <a:gd name="connsiteX3" fmla="*/ 0 w 986941"/>
                  <a:gd name="connsiteY3" fmla="*/ 1885627 h 1885627"/>
                  <a:gd name="connsiteX4" fmla="*/ 152400 w 986941"/>
                  <a:gd name="connsiteY4" fmla="*/ 635000 h 1885627"/>
                  <a:gd name="connsiteX0" fmla="*/ 152400 w 986941"/>
                  <a:gd name="connsiteY0" fmla="*/ 635000 h 1974527"/>
                  <a:gd name="connsiteX1" fmla="*/ 986941 w 986941"/>
                  <a:gd name="connsiteY1" fmla="*/ 0 h 1974527"/>
                  <a:gd name="connsiteX2" fmla="*/ 237641 w 986941"/>
                  <a:gd name="connsiteY2" fmla="*/ 1974527 h 1974527"/>
                  <a:gd name="connsiteX3" fmla="*/ 0 w 986941"/>
                  <a:gd name="connsiteY3" fmla="*/ 1885627 h 1974527"/>
                  <a:gd name="connsiteX4" fmla="*/ 152400 w 986941"/>
                  <a:gd name="connsiteY4" fmla="*/ 635000 h 1974527"/>
                  <a:gd name="connsiteX0" fmla="*/ 152400 w 402741"/>
                  <a:gd name="connsiteY0" fmla="*/ 0 h 1339527"/>
                  <a:gd name="connsiteX1" fmla="*/ 402741 w 402741"/>
                  <a:gd name="connsiteY1" fmla="*/ 63500 h 1339527"/>
                  <a:gd name="connsiteX2" fmla="*/ 237641 w 402741"/>
                  <a:gd name="connsiteY2" fmla="*/ 1339527 h 1339527"/>
                  <a:gd name="connsiteX3" fmla="*/ 0 w 402741"/>
                  <a:gd name="connsiteY3" fmla="*/ 1250627 h 1339527"/>
                  <a:gd name="connsiteX4" fmla="*/ 152400 w 402741"/>
                  <a:gd name="connsiteY4" fmla="*/ 0 h 1339527"/>
                  <a:gd name="connsiteX0" fmla="*/ 152400 w 402741"/>
                  <a:gd name="connsiteY0" fmla="*/ 131276 h 1470803"/>
                  <a:gd name="connsiteX1" fmla="*/ 402741 w 402741"/>
                  <a:gd name="connsiteY1" fmla="*/ 194776 h 1470803"/>
                  <a:gd name="connsiteX2" fmla="*/ 237641 w 402741"/>
                  <a:gd name="connsiteY2" fmla="*/ 1470803 h 1470803"/>
                  <a:gd name="connsiteX3" fmla="*/ 0 w 402741"/>
                  <a:gd name="connsiteY3" fmla="*/ 1381903 h 1470803"/>
                  <a:gd name="connsiteX4" fmla="*/ 152400 w 402741"/>
                  <a:gd name="connsiteY4" fmla="*/ 131276 h 1470803"/>
                  <a:gd name="connsiteX0" fmla="*/ 187527 w 437868"/>
                  <a:gd name="connsiteY0" fmla="*/ 395743 h 1735270"/>
                  <a:gd name="connsiteX1" fmla="*/ 4604 w 437868"/>
                  <a:gd name="connsiteY1" fmla="*/ 450 h 1735270"/>
                  <a:gd name="connsiteX2" fmla="*/ 437868 w 437868"/>
                  <a:gd name="connsiteY2" fmla="*/ 459243 h 1735270"/>
                  <a:gd name="connsiteX3" fmla="*/ 272768 w 437868"/>
                  <a:gd name="connsiteY3" fmla="*/ 1735270 h 1735270"/>
                  <a:gd name="connsiteX4" fmla="*/ 35127 w 437868"/>
                  <a:gd name="connsiteY4" fmla="*/ 1646370 h 1735270"/>
                  <a:gd name="connsiteX5" fmla="*/ 187527 w 437868"/>
                  <a:gd name="connsiteY5" fmla="*/ 395743 h 1735270"/>
                  <a:gd name="connsiteX0" fmla="*/ 187527 w 827895"/>
                  <a:gd name="connsiteY0" fmla="*/ 397043 h 1736570"/>
                  <a:gd name="connsiteX1" fmla="*/ 4604 w 827895"/>
                  <a:gd name="connsiteY1" fmla="*/ 1750 h 1736570"/>
                  <a:gd name="connsiteX2" fmla="*/ 819944 w 827895"/>
                  <a:gd name="connsiteY2" fmla="*/ 390370 h 1736570"/>
                  <a:gd name="connsiteX3" fmla="*/ 437868 w 827895"/>
                  <a:gd name="connsiteY3" fmla="*/ 460543 h 1736570"/>
                  <a:gd name="connsiteX4" fmla="*/ 272768 w 827895"/>
                  <a:gd name="connsiteY4" fmla="*/ 1736570 h 1736570"/>
                  <a:gd name="connsiteX5" fmla="*/ 35127 w 827895"/>
                  <a:gd name="connsiteY5" fmla="*/ 1647670 h 1736570"/>
                  <a:gd name="connsiteX6" fmla="*/ 187527 w 827895"/>
                  <a:gd name="connsiteY6" fmla="*/ 397043 h 1736570"/>
                  <a:gd name="connsiteX0" fmla="*/ 187527 w 1079717"/>
                  <a:gd name="connsiteY0" fmla="*/ 399939 h 1739466"/>
                  <a:gd name="connsiteX1" fmla="*/ 4604 w 1079717"/>
                  <a:gd name="connsiteY1" fmla="*/ 4646 h 1739466"/>
                  <a:gd name="connsiteX2" fmla="*/ 1048544 w 1079717"/>
                  <a:gd name="connsiteY2" fmla="*/ 164666 h 1739466"/>
                  <a:gd name="connsiteX3" fmla="*/ 819944 w 1079717"/>
                  <a:gd name="connsiteY3" fmla="*/ 393266 h 1739466"/>
                  <a:gd name="connsiteX4" fmla="*/ 437868 w 1079717"/>
                  <a:gd name="connsiteY4" fmla="*/ 463439 h 1739466"/>
                  <a:gd name="connsiteX5" fmla="*/ 272768 w 1079717"/>
                  <a:gd name="connsiteY5" fmla="*/ 1739466 h 1739466"/>
                  <a:gd name="connsiteX6" fmla="*/ 35127 w 1079717"/>
                  <a:gd name="connsiteY6" fmla="*/ 1650566 h 1739466"/>
                  <a:gd name="connsiteX7" fmla="*/ 187527 w 1079717"/>
                  <a:gd name="connsiteY7" fmla="*/ 399939 h 1739466"/>
                  <a:gd name="connsiteX0" fmla="*/ 187527 w 1491624"/>
                  <a:gd name="connsiteY0" fmla="*/ 447497 h 1787024"/>
                  <a:gd name="connsiteX1" fmla="*/ 4604 w 1491624"/>
                  <a:gd name="connsiteY1" fmla="*/ 52204 h 1787024"/>
                  <a:gd name="connsiteX2" fmla="*/ 1460024 w 1491624"/>
                  <a:gd name="connsiteY2" fmla="*/ 14104 h 1787024"/>
                  <a:gd name="connsiteX3" fmla="*/ 1048544 w 1491624"/>
                  <a:gd name="connsiteY3" fmla="*/ 212224 h 1787024"/>
                  <a:gd name="connsiteX4" fmla="*/ 819944 w 1491624"/>
                  <a:gd name="connsiteY4" fmla="*/ 440824 h 1787024"/>
                  <a:gd name="connsiteX5" fmla="*/ 437868 w 1491624"/>
                  <a:gd name="connsiteY5" fmla="*/ 510997 h 1787024"/>
                  <a:gd name="connsiteX6" fmla="*/ 272768 w 1491624"/>
                  <a:gd name="connsiteY6" fmla="*/ 1787024 h 1787024"/>
                  <a:gd name="connsiteX7" fmla="*/ 35127 w 1491624"/>
                  <a:gd name="connsiteY7" fmla="*/ 1698124 h 1787024"/>
                  <a:gd name="connsiteX8" fmla="*/ 187527 w 1491624"/>
                  <a:gd name="connsiteY8" fmla="*/ 447497 h 1787024"/>
                  <a:gd name="connsiteX0" fmla="*/ 712105 w 2004462"/>
                  <a:gd name="connsiteY0" fmla="*/ 791623 h 2131150"/>
                  <a:gd name="connsiteX1" fmla="*/ 529182 w 2004462"/>
                  <a:gd name="connsiteY1" fmla="*/ 396330 h 2131150"/>
                  <a:gd name="connsiteX2" fmla="*/ 49121 w 2004462"/>
                  <a:gd name="connsiteY2" fmla="*/ 90 h 2131150"/>
                  <a:gd name="connsiteX3" fmla="*/ 1984602 w 2004462"/>
                  <a:gd name="connsiteY3" fmla="*/ 358230 h 2131150"/>
                  <a:gd name="connsiteX4" fmla="*/ 1573122 w 2004462"/>
                  <a:gd name="connsiteY4" fmla="*/ 556350 h 2131150"/>
                  <a:gd name="connsiteX5" fmla="*/ 1344522 w 2004462"/>
                  <a:gd name="connsiteY5" fmla="*/ 784950 h 2131150"/>
                  <a:gd name="connsiteX6" fmla="*/ 962446 w 2004462"/>
                  <a:gd name="connsiteY6" fmla="*/ 855123 h 2131150"/>
                  <a:gd name="connsiteX7" fmla="*/ 797346 w 2004462"/>
                  <a:gd name="connsiteY7" fmla="*/ 2131150 h 2131150"/>
                  <a:gd name="connsiteX8" fmla="*/ 559705 w 2004462"/>
                  <a:gd name="connsiteY8" fmla="*/ 2042250 h 2131150"/>
                  <a:gd name="connsiteX9" fmla="*/ 712105 w 2004462"/>
                  <a:gd name="connsiteY9" fmla="*/ 791623 h 2131150"/>
                  <a:gd name="connsiteX0" fmla="*/ 712105 w 2263745"/>
                  <a:gd name="connsiteY0" fmla="*/ 1036197 h 2375724"/>
                  <a:gd name="connsiteX1" fmla="*/ 529182 w 2263745"/>
                  <a:gd name="connsiteY1" fmla="*/ 640904 h 2375724"/>
                  <a:gd name="connsiteX2" fmla="*/ 49121 w 2263745"/>
                  <a:gd name="connsiteY2" fmla="*/ 244664 h 2375724"/>
                  <a:gd name="connsiteX3" fmla="*/ 2152241 w 2263745"/>
                  <a:gd name="connsiteY3" fmla="*/ 8444 h 2375724"/>
                  <a:gd name="connsiteX4" fmla="*/ 1984602 w 2263745"/>
                  <a:gd name="connsiteY4" fmla="*/ 602804 h 2375724"/>
                  <a:gd name="connsiteX5" fmla="*/ 1573122 w 2263745"/>
                  <a:gd name="connsiteY5" fmla="*/ 800924 h 2375724"/>
                  <a:gd name="connsiteX6" fmla="*/ 1344522 w 2263745"/>
                  <a:gd name="connsiteY6" fmla="*/ 1029524 h 2375724"/>
                  <a:gd name="connsiteX7" fmla="*/ 962446 w 2263745"/>
                  <a:gd name="connsiteY7" fmla="*/ 1099697 h 2375724"/>
                  <a:gd name="connsiteX8" fmla="*/ 797346 w 2263745"/>
                  <a:gd name="connsiteY8" fmla="*/ 2375724 h 2375724"/>
                  <a:gd name="connsiteX9" fmla="*/ 559705 w 2263745"/>
                  <a:gd name="connsiteY9" fmla="*/ 2286824 h 2375724"/>
                  <a:gd name="connsiteX10" fmla="*/ 712105 w 2263745"/>
                  <a:gd name="connsiteY10" fmla="*/ 1036197 h 2375724"/>
                  <a:gd name="connsiteX0" fmla="*/ 712105 w 2247494"/>
                  <a:gd name="connsiteY0" fmla="*/ 1590010 h 2929537"/>
                  <a:gd name="connsiteX1" fmla="*/ 529182 w 2247494"/>
                  <a:gd name="connsiteY1" fmla="*/ 1194717 h 2929537"/>
                  <a:gd name="connsiteX2" fmla="*/ 49121 w 2247494"/>
                  <a:gd name="connsiteY2" fmla="*/ 798477 h 2929537"/>
                  <a:gd name="connsiteX3" fmla="*/ 2087471 w 2247494"/>
                  <a:gd name="connsiteY3" fmla="*/ 2187 h 2929537"/>
                  <a:gd name="connsiteX4" fmla="*/ 2152241 w 2247494"/>
                  <a:gd name="connsiteY4" fmla="*/ 562257 h 2929537"/>
                  <a:gd name="connsiteX5" fmla="*/ 1984602 w 2247494"/>
                  <a:gd name="connsiteY5" fmla="*/ 1156617 h 2929537"/>
                  <a:gd name="connsiteX6" fmla="*/ 1573122 w 2247494"/>
                  <a:gd name="connsiteY6" fmla="*/ 1354737 h 2929537"/>
                  <a:gd name="connsiteX7" fmla="*/ 1344522 w 2247494"/>
                  <a:gd name="connsiteY7" fmla="*/ 1583337 h 2929537"/>
                  <a:gd name="connsiteX8" fmla="*/ 962446 w 2247494"/>
                  <a:gd name="connsiteY8" fmla="*/ 1653510 h 2929537"/>
                  <a:gd name="connsiteX9" fmla="*/ 797346 w 2247494"/>
                  <a:gd name="connsiteY9" fmla="*/ 2929537 h 2929537"/>
                  <a:gd name="connsiteX10" fmla="*/ 559705 w 2247494"/>
                  <a:gd name="connsiteY10" fmla="*/ 2840637 h 2929537"/>
                  <a:gd name="connsiteX11" fmla="*/ 712105 w 2247494"/>
                  <a:gd name="connsiteY11" fmla="*/ 1590010 h 2929537"/>
                  <a:gd name="connsiteX0" fmla="*/ 759565 w 2275936"/>
                  <a:gd name="connsiteY0" fmla="*/ 1588303 h 2927830"/>
                  <a:gd name="connsiteX1" fmla="*/ 576642 w 2275936"/>
                  <a:gd name="connsiteY1" fmla="*/ 1193010 h 2927830"/>
                  <a:gd name="connsiteX2" fmla="*/ 96581 w 2275936"/>
                  <a:gd name="connsiteY2" fmla="*/ 796770 h 2927830"/>
                  <a:gd name="connsiteX3" fmla="*/ 191831 w 2275936"/>
                  <a:gd name="connsiteY3" fmla="*/ 190981 h 2927830"/>
                  <a:gd name="connsiteX4" fmla="*/ 2134931 w 2275936"/>
                  <a:gd name="connsiteY4" fmla="*/ 480 h 2927830"/>
                  <a:gd name="connsiteX5" fmla="*/ 2199701 w 2275936"/>
                  <a:gd name="connsiteY5" fmla="*/ 560550 h 2927830"/>
                  <a:gd name="connsiteX6" fmla="*/ 2032062 w 2275936"/>
                  <a:gd name="connsiteY6" fmla="*/ 1154910 h 2927830"/>
                  <a:gd name="connsiteX7" fmla="*/ 1620582 w 2275936"/>
                  <a:gd name="connsiteY7" fmla="*/ 1353030 h 2927830"/>
                  <a:gd name="connsiteX8" fmla="*/ 1391982 w 2275936"/>
                  <a:gd name="connsiteY8" fmla="*/ 1581630 h 2927830"/>
                  <a:gd name="connsiteX9" fmla="*/ 1009906 w 2275936"/>
                  <a:gd name="connsiteY9" fmla="*/ 1651803 h 2927830"/>
                  <a:gd name="connsiteX10" fmla="*/ 844806 w 2275936"/>
                  <a:gd name="connsiteY10" fmla="*/ 2927830 h 2927830"/>
                  <a:gd name="connsiteX11" fmla="*/ 607165 w 2275936"/>
                  <a:gd name="connsiteY11" fmla="*/ 2838930 h 2927830"/>
                  <a:gd name="connsiteX12" fmla="*/ 759565 w 2275936"/>
                  <a:gd name="connsiteY12" fmla="*/ 1588303 h 2927830"/>
                  <a:gd name="connsiteX0" fmla="*/ 759565 w 2270304"/>
                  <a:gd name="connsiteY0" fmla="*/ 1632823 h 2972350"/>
                  <a:gd name="connsiteX1" fmla="*/ 576642 w 2270304"/>
                  <a:gd name="connsiteY1" fmla="*/ 1237530 h 2972350"/>
                  <a:gd name="connsiteX2" fmla="*/ 96581 w 2270304"/>
                  <a:gd name="connsiteY2" fmla="*/ 841290 h 2972350"/>
                  <a:gd name="connsiteX3" fmla="*/ 191831 w 2270304"/>
                  <a:gd name="connsiteY3" fmla="*/ 235501 h 2972350"/>
                  <a:gd name="connsiteX4" fmla="*/ 410906 w 2270304"/>
                  <a:gd name="connsiteY4" fmla="*/ 35475 h 2972350"/>
                  <a:gd name="connsiteX5" fmla="*/ 2134931 w 2270304"/>
                  <a:gd name="connsiteY5" fmla="*/ 45000 h 2972350"/>
                  <a:gd name="connsiteX6" fmla="*/ 2199701 w 2270304"/>
                  <a:gd name="connsiteY6" fmla="*/ 605070 h 2972350"/>
                  <a:gd name="connsiteX7" fmla="*/ 2032062 w 2270304"/>
                  <a:gd name="connsiteY7" fmla="*/ 1199430 h 2972350"/>
                  <a:gd name="connsiteX8" fmla="*/ 1620582 w 2270304"/>
                  <a:gd name="connsiteY8" fmla="*/ 1397550 h 2972350"/>
                  <a:gd name="connsiteX9" fmla="*/ 1391982 w 2270304"/>
                  <a:gd name="connsiteY9" fmla="*/ 1626150 h 2972350"/>
                  <a:gd name="connsiteX10" fmla="*/ 1009906 w 2270304"/>
                  <a:gd name="connsiteY10" fmla="*/ 1696323 h 2972350"/>
                  <a:gd name="connsiteX11" fmla="*/ 844806 w 2270304"/>
                  <a:gd name="connsiteY11" fmla="*/ 2972350 h 2972350"/>
                  <a:gd name="connsiteX12" fmla="*/ 607165 w 2270304"/>
                  <a:gd name="connsiteY12" fmla="*/ 2883450 h 2972350"/>
                  <a:gd name="connsiteX13" fmla="*/ 759565 w 2270304"/>
                  <a:gd name="connsiteY13" fmla="*/ 1632823 h 2972350"/>
                  <a:gd name="connsiteX0" fmla="*/ 759565 w 2231157"/>
                  <a:gd name="connsiteY0" fmla="*/ 2216476 h 3556003"/>
                  <a:gd name="connsiteX1" fmla="*/ 576642 w 2231157"/>
                  <a:gd name="connsiteY1" fmla="*/ 1821183 h 3556003"/>
                  <a:gd name="connsiteX2" fmla="*/ 96581 w 2231157"/>
                  <a:gd name="connsiteY2" fmla="*/ 1424943 h 3556003"/>
                  <a:gd name="connsiteX3" fmla="*/ 191831 w 2231157"/>
                  <a:gd name="connsiteY3" fmla="*/ 819154 h 3556003"/>
                  <a:gd name="connsiteX4" fmla="*/ 410906 w 2231157"/>
                  <a:gd name="connsiteY4" fmla="*/ 619128 h 3556003"/>
                  <a:gd name="connsiteX5" fmla="*/ 325181 w 2231157"/>
                  <a:gd name="connsiteY5" fmla="*/ 3 h 3556003"/>
                  <a:gd name="connsiteX6" fmla="*/ 2134931 w 2231157"/>
                  <a:gd name="connsiteY6" fmla="*/ 628653 h 3556003"/>
                  <a:gd name="connsiteX7" fmla="*/ 2199701 w 2231157"/>
                  <a:gd name="connsiteY7" fmla="*/ 1188723 h 3556003"/>
                  <a:gd name="connsiteX8" fmla="*/ 2032062 w 2231157"/>
                  <a:gd name="connsiteY8" fmla="*/ 1783083 h 3556003"/>
                  <a:gd name="connsiteX9" fmla="*/ 1620582 w 2231157"/>
                  <a:gd name="connsiteY9" fmla="*/ 1981203 h 3556003"/>
                  <a:gd name="connsiteX10" fmla="*/ 1391982 w 2231157"/>
                  <a:gd name="connsiteY10" fmla="*/ 2209803 h 3556003"/>
                  <a:gd name="connsiteX11" fmla="*/ 1009906 w 2231157"/>
                  <a:gd name="connsiteY11" fmla="*/ 2279976 h 3556003"/>
                  <a:gd name="connsiteX12" fmla="*/ 844806 w 2231157"/>
                  <a:gd name="connsiteY12" fmla="*/ 3556003 h 3556003"/>
                  <a:gd name="connsiteX13" fmla="*/ 607165 w 2231157"/>
                  <a:gd name="connsiteY13" fmla="*/ 3467103 h 3556003"/>
                  <a:gd name="connsiteX14" fmla="*/ 759565 w 2231157"/>
                  <a:gd name="connsiteY14" fmla="*/ 2216476 h 3556003"/>
                  <a:gd name="connsiteX0" fmla="*/ 759565 w 2209496"/>
                  <a:gd name="connsiteY0" fmla="*/ 2373929 h 3713456"/>
                  <a:gd name="connsiteX1" fmla="*/ 576642 w 2209496"/>
                  <a:gd name="connsiteY1" fmla="*/ 1978636 h 3713456"/>
                  <a:gd name="connsiteX2" fmla="*/ 96581 w 2209496"/>
                  <a:gd name="connsiteY2" fmla="*/ 1582396 h 3713456"/>
                  <a:gd name="connsiteX3" fmla="*/ 191831 w 2209496"/>
                  <a:gd name="connsiteY3" fmla="*/ 976607 h 3713456"/>
                  <a:gd name="connsiteX4" fmla="*/ 410906 w 2209496"/>
                  <a:gd name="connsiteY4" fmla="*/ 776581 h 3713456"/>
                  <a:gd name="connsiteX5" fmla="*/ 325181 w 2209496"/>
                  <a:gd name="connsiteY5" fmla="*/ 157456 h 3713456"/>
                  <a:gd name="connsiteX6" fmla="*/ 1772982 w 2209496"/>
                  <a:gd name="connsiteY6" fmla="*/ 30457 h 3713456"/>
                  <a:gd name="connsiteX7" fmla="*/ 2134931 w 2209496"/>
                  <a:gd name="connsiteY7" fmla="*/ 786106 h 3713456"/>
                  <a:gd name="connsiteX8" fmla="*/ 2199701 w 2209496"/>
                  <a:gd name="connsiteY8" fmla="*/ 1346176 h 3713456"/>
                  <a:gd name="connsiteX9" fmla="*/ 2032062 w 2209496"/>
                  <a:gd name="connsiteY9" fmla="*/ 1940536 h 3713456"/>
                  <a:gd name="connsiteX10" fmla="*/ 1620582 w 2209496"/>
                  <a:gd name="connsiteY10" fmla="*/ 2138656 h 3713456"/>
                  <a:gd name="connsiteX11" fmla="*/ 1391982 w 2209496"/>
                  <a:gd name="connsiteY11" fmla="*/ 2367256 h 3713456"/>
                  <a:gd name="connsiteX12" fmla="*/ 1009906 w 2209496"/>
                  <a:gd name="connsiteY12" fmla="*/ 2437429 h 3713456"/>
                  <a:gd name="connsiteX13" fmla="*/ 844806 w 2209496"/>
                  <a:gd name="connsiteY13" fmla="*/ 3713456 h 3713456"/>
                  <a:gd name="connsiteX14" fmla="*/ 607165 w 2209496"/>
                  <a:gd name="connsiteY14" fmla="*/ 3624556 h 3713456"/>
                  <a:gd name="connsiteX15" fmla="*/ 759565 w 2209496"/>
                  <a:gd name="connsiteY15" fmla="*/ 2373929 h 3713456"/>
                  <a:gd name="connsiteX0" fmla="*/ 759565 w 2209496"/>
                  <a:gd name="connsiteY0" fmla="*/ 2801590 h 4141117"/>
                  <a:gd name="connsiteX1" fmla="*/ 576642 w 2209496"/>
                  <a:gd name="connsiteY1" fmla="*/ 2406297 h 4141117"/>
                  <a:gd name="connsiteX2" fmla="*/ 96581 w 2209496"/>
                  <a:gd name="connsiteY2" fmla="*/ 2010057 h 4141117"/>
                  <a:gd name="connsiteX3" fmla="*/ 191831 w 2209496"/>
                  <a:gd name="connsiteY3" fmla="*/ 1404268 h 4141117"/>
                  <a:gd name="connsiteX4" fmla="*/ 410906 w 2209496"/>
                  <a:gd name="connsiteY4" fmla="*/ 1204242 h 4141117"/>
                  <a:gd name="connsiteX5" fmla="*/ 325181 w 2209496"/>
                  <a:gd name="connsiteY5" fmla="*/ 585117 h 4141117"/>
                  <a:gd name="connsiteX6" fmla="*/ 1557082 w 2209496"/>
                  <a:gd name="connsiteY6" fmla="*/ 918 h 4141117"/>
                  <a:gd name="connsiteX7" fmla="*/ 1772982 w 2209496"/>
                  <a:gd name="connsiteY7" fmla="*/ 458118 h 4141117"/>
                  <a:gd name="connsiteX8" fmla="*/ 2134931 w 2209496"/>
                  <a:gd name="connsiteY8" fmla="*/ 1213767 h 4141117"/>
                  <a:gd name="connsiteX9" fmla="*/ 2199701 w 2209496"/>
                  <a:gd name="connsiteY9" fmla="*/ 1773837 h 4141117"/>
                  <a:gd name="connsiteX10" fmla="*/ 2032062 w 2209496"/>
                  <a:gd name="connsiteY10" fmla="*/ 2368197 h 4141117"/>
                  <a:gd name="connsiteX11" fmla="*/ 1620582 w 2209496"/>
                  <a:gd name="connsiteY11" fmla="*/ 2566317 h 4141117"/>
                  <a:gd name="connsiteX12" fmla="*/ 1391982 w 2209496"/>
                  <a:gd name="connsiteY12" fmla="*/ 2794917 h 4141117"/>
                  <a:gd name="connsiteX13" fmla="*/ 1009906 w 2209496"/>
                  <a:gd name="connsiteY13" fmla="*/ 2865090 h 4141117"/>
                  <a:gd name="connsiteX14" fmla="*/ 844806 w 2209496"/>
                  <a:gd name="connsiteY14" fmla="*/ 4141117 h 4141117"/>
                  <a:gd name="connsiteX15" fmla="*/ 607165 w 2209496"/>
                  <a:gd name="connsiteY15" fmla="*/ 4052217 h 4141117"/>
                  <a:gd name="connsiteX16" fmla="*/ 759565 w 2209496"/>
                  <a:gd name="connsiteY16" fmla="*/ 2801590 h 4141117"/>
                  <a:gd name="connsiteX0" fmla="*/ 759565 w 2209496"/>
                  <a:gd name="connsiteY0" fmla="*/ 2800780 h 4140307"/>
                  <a:gd name="connsiteX1" fmla="*/ 576642 w 2209496"/>
                  <a:gd name="connsiteY1" fmla="*/ 2405487 h 4140307"/>
                  <a:gd name="connsiteX2" fmla="*/ 96581 w 2209496"/>
                  <a:gd name="connsiteY2" fmla="*/ 2009247 h 4140307"/>
                  <a:gd name="connsiteX3" fmla="*/ 191831 w 2209496"/>
                  <a:gd name="connsiteY3" fmla="*/ 1403458 h 4140307"/>
                  <a:gd name="connsiteX4" fmla="*/ 410906 w 2209496"/>
                  <a:gd name="connsiteY4" fmla="*/ 1203432 h 4140307"/>
                  <a:gd name="connsiteX5" fmla="*/ 325181 w 2209496"/>
                  <a:gd name="connsiteY5" fmla="*/ 584307 h 4140307"/>
                  <a:gd name="connsiteX6" fmla="*/ 96582 w 2209496"/>
                  <a:gd name="connsiteY6" fmla="*/ 368409 h 4140307"/>
                  <a:gd name="connsiteX7" fmla="*/ 1557082 w 2209496"/>
                  <a:gd name="connsiteY7" fmla="*/ 108 h 4140307"/>
                  <a:gd name="connsiteX8" fmla="*/ 1772982 w 2209496"/>
                  <a:gd name="connsiteY8" fmla="*/ 457308 h 4140307"/>
                  <a:gd name="connsiteX9" fmla="*/ 2134931 w 2209496"/>
                  <a:gd name="connsiteY9" fmla="*/ 1212957 h 4140307"/>
                  <a:gd name="connsiteX10" fmla="*/ 2199701 w 2209496"/>
                  <a:gd name="connsiteY10" fmla="*/ 1773027 h 4140307"/>
                  <a:gd name="connsiteX11" fmla="*/ 2032062 w 2209496"/>
                  <a:gd name="connsiteY11" fmla="*/ 2367387 h 4140307"/>
                  <a:gd name="connsiteX12" fmla="*/ 1620582 w 2209496"/>
                  <a:gd name="connsiteY12" fmla="*/ 2565507 h 4140307"/>
                  <a:gd name="connsiteX13" fmla="*/ 1391982 w 2209496"/>
                  <a:gd name="connsiteY13" fmla="*/ 2794107 h 4140307"/>
                  <a:gd name="connsiteX14" fmla="*/ 1009906 w 2209496"/>
                  <a:gd name="connsiteY14" fmla="*/ 2864280 h 4140307"/>
                  <a:gd name="connsiteX15" fmla="*/ 844806 w 2209496"/>
                  <a:gd name="connsiteY15" fmla="*/ 4140307 h 4140307"/>
                  <a:gd name="connsiteX16" fmla="*/ 607165 w 2209496"/>
                  <a:gd name="connsiteY16" fmla="*/ 4051407 h 4140307"/>
                  <a:gd name="connsiteX17" fmla="*/ 759565 w 2209496"/>
                  <a:gd name="connsiteY17" fmla="*/ 2800780 h 4140307"/>
                  <a:gd name="connsiteX0" fmla="*/ 759565 w 2209496"/>
                  <a:gd name="connsiteY0" fmla="*/ 2886104 h 4225631"/>
                  <a:gd name="connsiteX1" fmla="*/ 576642 w 2209496"/>
                  <a:gd name="connsiteY1" fmla="*/ 2490811 h 4225631"/>
                  <a:gd name="connsiteX2" fmla="*/ 96581 w 2209496"/>
                  <a:gd name="connsiteY2" fmla="*/ 2094571 h 4225631"/>
                  <a:gd name="connsiteX3" fmla="*/ 191831 w 2209496"/>
                  <a:gd name="connsiteY3" fmla="*/ 1488782 h 4225631"/>
                  <a:gd name="connsiteX4" fmla="*/ 410906 w 2209496"/>
                  <a:gd name="connsiteY4" fmla="*/ 1288756 h 4225631"/>
                  <a:gd name="connsiteX5" fmla="*/ 325181 w 2209496"/>
                  <a:gd name="connsiteY5" fmla="*/ 669631 h 4225631"/>
                  <a:gd name="connsiteX6" fmla="*/ 96582 w 2209496"/>
                  <a:gd name="connsiteY6" fmla="*/ 453733 h 4225631"/>
                  <a:gd name="connsiteX7" fmla="*/ 172782 w 2209496"/>
                  <a:gd name="connsiteY7" fmla="*/ 21933 h 4225631"/>
                  <a:gd name="connsiteX8" fmla="*/ 1557082 w 2209496"/>
                  <a:gd name="connsiteY8" fmla="*/ 85432 h 4225631"/>
                  <a:gd name="connsiteX9" fmla="*/ 1772982 w 2209496"/>
                  <a:gd name="connsiteY9" fmla="*/ 542632 h 4225631"/>
                  <a:gd name="connsiteX10" fmla="*/ 2134931 w 2209496"/>
                  <a:gd name="connsiteY10" fmla="*/ 1298281 h 4225631"/>
                  <a:gd name="connsiteX11" fmla="*/ 2199701 w 2209496"/>
                  <a:gd name="connsiteY11" fmla="*/ 1858351 h 4225631"/>
                  <a:gd name="connsiteX12" fmla="*/ 2032062 w 2209496"/>
                  <a:gd name="connsiteY12" fmla="*/ 2452711 h 4225631"/>
                  <a:gd name="connsiteX13" fmla="*/ 1620582 w 2209496"/>
                  <a:gd name="connsiteY13" fmla="*/ 2650831 h 4225631"/>
                  <a:gd name="connsiteX14" fmla="*/ 1391982 w 2209496"/>
                  <a:gd name="connsiteY14" fmla="*/ 2879431 h 4225631"/>
                  <a:gd name="connsiteX15" fmla="*/ 1009906 w 2209496"/>
                  <a:gd name="connsiteY15" fmla="*/ 2949604 h 4225631"/>
                  <a:gd name="connsiteX16" fmla="*/ 844806 w 2209496"/>
                  <a:gd name="connsiteY16" fmla="*/ 4225631 h 4225631"/>
                  <a:gd name="connsiteX17" fmla="*/ 607165 w 2209496"/>
                  <a:gd name="connsiteY17" fmla="*/ 4136731 h 4225631"/>
                  <a:gd name="connsiteX18" fmla="*/ 759565 w 2209496"/>
                  <a:gd name="connsiteY18" fmla="*/ 2886104 h 4225631"/>
                  <a:gd name="connsiteX0" fmla="*/ 759565 w 2209496"/>
                  <a:gd name="connsiteY0" fmla="*/ 3207357 h 4546884"/>
                  <a:gd name="connsiteX1" fmla="*/ 576642 w 2209496"/>
                  <a:gd name="connsiteY1" fmla="*/ 2812064 h 4546884"/>
                  <a:gd name="connsiteX2" fmla="*/ 96581 w 2209496"/>
                  <a:gd name="connsiteY2" fmla="*/ 2415824 h 4546884"/>
                  <a:gd name="connsiteX3" fmla="*/ 191831 w 2209496"/>
                  <a:gd name="connsiteY3" fmla="*/ 1810035 h 4546884"/>
                  <a:gd name="connsiteX4" fmla="*/ 410906 w 2209496"/>
                  <a:gd name="connsiteY4" fmla="*/ 1610009 h 4546884"/>
                  <a:gd name="connsiteX5" fmla="*/ 325181 w 2209496"/>
                  <a:gd name="connsiteY5" fmla="*/ 990884 h 4546884"/>
                  <a:gd name="connsiteX6" fmla="*/ 96582 w 2209496"/>
                  <a:gd name="connsiteY6" fmla="*/ 774986 h 4546884"/>
                  <a:gd name="connsiteX7" fmla="*/ 172782 w 2209496"/>
                  <a:gd name="connsiteY7" fmla="*/ 343186 h 4546884"/>
                  <a:gd name="connsiteX8" fmla="*/ 1328482 w 2209496"/>
                  <a:gd name="connsiteY8" fmla="*/ 286 h 4546884"/>
                  <a:gd name="connsiteX9" fmla="*/ 1557082 w 2209496"/>
                  <a:gd name="connsiteY9" fmla="*/ 406685 h 4546884"/>
                  <a:gd name="connsiteX10" fmla="*/ 1772982 w 2209496"/>
                  <a:gd name="connsiteY10" fmla="*/ 863885 h 4546884"/>
                  <a:gd name="connsiteX11" fmla="*/ 2134931 w 2209496"/>
                  <a:gd name="connsiteY11" fmla="*/ 1619534 h 4546884"/>
                  <a:gd name="connsiteX12" fmla="*/ 2199701 w 2209496"/>
                  <a:gd name="connsiteY12" fmla="*/ 2179604 h 4546884"/>
                  <a:gd name="connsiteX13" fmla="*/ 2032062 w 2209496"/>
                  <a:gd name="connsiteY13" fmla="*/ 2773964 h 4546884"/>
                  <a:gd name="connsiteX14" fmla="*/ 1620582 w 2209496"/>
                  <a:gd name="connsiteY14" fmla="*/ 2972084 h 4546884"/>
                  <a:gd name="connsiteX15" fmla="*/ 1391982 w 2209496"/>
                  <a:gd name="connsiteY15" fmla="*/ 3200684 h 4546884"/>
                  <a:gd name="connsiteX16" fmla="*/ 1009906 w 2209496"/>
                  <a:gd name="connsiteY16" fmla="*/ 3270857 h 4546884"/>
                  <a:gd name="connsiteX17" fmla="*/ 844806 w 2209496"/>
                  <a:gd name="connsiteY17" fmla="*/ 4546884 h 4546884"/>
                  <a:gd name="connsiteX18" fmla="*/ 607165 w 2209496"/>
                  <a:gd name="connsiteY18" fmla="*/ 4457984 h 4546884"/>
                  <a:gd name="connsiteX19" fmla="*/ 759565 w 2209496"/>
                  <a:gd name="connsiteY19" fmla="*/ 3207357 h 4546884"/>
                  <a:gd name="connsiteX0" fmla="*/ 759565 w 2209496"/>
                  <a:gd name="connsiteY0" fmla="*/ 3348198 h 4687725"/>
                  <a:gd name="connsiteX1" fmla="*/ 576642 w 2209496"/>
                  <a:gd name="connsiteY1" fmla="*/ 2952905 h 4687725"/>
                  <a:gd name="connsiteX2" fmla="*/ 96581 w 2209496"/>
                  <a:gd name="connsiteY2" fmla="*/ 2556665 h 4687725"/>
                  <a:gd name="connsiteX3" fmla="*/ 191831 w 2209496"/>
                  <a:gd name="connsiteY3" fmla="*/ 1950876 h 4687725"/>
                  <a:gd name="connsiteX4" fmla="*/ 410906 w 2209496"/>
                  <a:gd name="connsiteY4" fmla="*/ 1750850 h 4687725"/>
                  <a:gd name="connsiteX5" fmla="*/ 325181 w 2209496"/>
                  <a:gd name="connsiteY5" fmla="*/ 1131725 h 4687725"/>
                  <a:gd name="connsiteX6" fmla="*/ 96582 w 2209496"/>
                  <a:gd name="connsiteY6" fmla="*/ 915827 h 4687725"/>
                  <a:gd name="connsiteX7" fmla="*/ 172782 w 2209496"/>
                  <a:gd name="connsiteY7" fmla="*/ 484027 h 4687725"/>
                  <a:gd name="connsiteX8" fmla="*/ 1099882 w 2209496"/>
                  <a:gd name="connsiteY8" fmla="*/ 14127 h 4687725"/>
                  <a:gd name="connsiteX9" fmla="*/ 1328482 w 2209496"/>
                  <a:gd name="connsiteY9" fmla="*/ 141127 h 4687725"/>
                  <a:gd name="connsiteX10" fmla="*/ 1557082 w 2209496"/>
                  <a:gd name="connsiteY10" fmla="*/ 547526 h 4687725"/>
                  <a:gd name="connsiteX11" fmla="*/ 1772982 w 2209496"/>
                  <a:gd name="connsiteY11" fmla="*/ 1004726 h 4687725"/>
                  <a:gd name="connsiteX12" fmla="*/ 2134931 w 2209496"/>
                  <a:gd name="connsiteY12" fmla="*/ 1760375 h 4687725"/>
                  <a:gd name="connsiteX13" fmla="*/ 2199701 w 2209496"/>
                  <a:gd name="connsiteY13" fmla="*/ 2320445 h 4687725"/>
                  <a:gd name="connsiteX14" fmla="*/ 2032062 w 2209496"/>
                  <a:gd name="connsiteY14" fmla="*/ 2914805 h 4687725"/>
                  <a:gd name="connsiteX15" fmla="*/ 1620582 w 2209496"/>
                  <a:gd name="connsiteY15" fmla="*/ 3112925 h 4687725"/>
                  <a:gd name="connsiteX16" fmla="*/ 1391982 w 2209496"/>
                  <a:gd name="connsiteY16" fmla="*/ 3341525 h 4687725"/>
                  <a:gd name="connsiteX17" fmla="*/ 1009906 w 2209496"/>
                  <a:gd name="connsiteY17" fmla="*/ 3411698 h 4687725"/>
                  <a:gd name="connsiteX18" fmla="*/ 844806 w 2209496"/>
                  <a:gd name="connsiteY18" fmla="*/ 4687725 h 4687725"/>
                  <a:gd name="connsiteX19" fmla="*/ 607165 w 2209496"/>
                  <a:gd name="connsiteY19" fmla="*/ 4598825 h 4687725"/>
                  <a:gd name="connsiteX20" fmla="*/ 759565 w 2209496"/>
                  <a:gd name="connsiteY20" fmla="*/ 3348198 h 4687725"/>
                  <a:gd name="connsiteX0" fmla="*/ 759565 w 2209496"/>
                  <a:gd name="connsiteY0" fmla="*/ 3420474 h 4760001"/>
                  <a:gd name="connsiteX1" fmla="*/ 576642 w 2209496"/>
                  <a:gd name="connsiteY1" fmla="*/ 3025181 h 4760001"/>
                  <a:gd name="connsiteX2" fmla="*/ 96581 w 2209496"/>
                  <a:gd name="connsiteY2" fmla="*/ 2628941 h 4760001"/>
                  <a:gd name="connsiteX3" fmla="*/ 191831 w 2209496"/>
                  <a:gd name="connsiteY3" fmla="*/ 2023152 h 4760001"/>
                  <a:gd name="connsiteX4" fmla="*/ 410906 w 2209496"/>
                  <a:gd name="connsiteY4" fmla="*/ 1823126 h 4760001"/>
                  <a:gd name="connsiteX5" fmla="*/ 325181 w 2209496"/>
                  <a:gd name="connsiteY5" fmla="*/ 1204001 h 4760001"/>
                  <a:gd name="connsiteX6" fmla="*/ 96582 w 2209496"/>
                  <a:gd name="connsiteY6" fmla="*/ 988103 h 4760001"/>
                  <a:gd name="connsiteX7" fmla="*/ 172782 w 2209496"/>
                  <a:gd name="connsiteY7" fmla="*/ 556303 h 4760001"/>
                  <a:gd name="connsiteX8" fmla="*/ 871282 w 2209496"/>
                  <a:gd name="connsiteY8" fmla="*/ 22904 h 4760001"/>
                  <a:gd name="connsiteX9" fmla="*/ 1099882 w 2209496"/>
                  <a:gd name="connsiteY9" fmla="*/ 86403 h 4760001"/>
                  <a:gd name="connsiteX10" fmla="*/ 1328482 w 2209496"/>
                  <a:gd name="connsiteY10" fmla="*/ 213403 h 4760001"/>
                  <a:gd name="connsiteX11" fmla="*/ 1557082 w 2209496"/>
                  <a:gd name="connsiteY11" fmla="*/ 619802 h 4760001"/>
                  <a:gd name="connsiteX12" fmla="*/ 1772982 w 2209496"/>
                  <a:gd name="connsiteY12" fmla="*/ 1077002 h 4760001"/>
                  <a:gd name="connsiteX13" fmla="*/ 2134931 w 2209496"/>
                  <a:gd name="connsiteY13" fmla="*/ 1832651 h 4760001"/>
                  <a:gd name="connsiteX14" fmla="*/ 2199701 w 2209496"/>
                  <a:gd name="connsiteY14" fmla="*/ 2392721 h 4760001"/>
                  <a:gd name="connsiteX15" fmla="*/ 2032062 w 2209496"/>
                  <a:gd name="connsiteY15" fmla="*/ 2987081 h 4760001"/>
                  <a:gd name="connsiteX16" fmla="*/ 1620582 w 2209496"/>
                  <a:gd name="connsiteY16" fmla="*/ 3185201 h 4760001"/>
                  <a:gd name="connsiteX17" fmla="*/ 1391982 w 2209496"/>
                  <a:gd name="connsiteY17" fmla="*/ 3413801 h 4760001"/>
                  <a:gd name="connsiteX18" fmla="*/ 1009906 w 2209496"/>
                  <a:gd name="connsiteY18" fmla="*/ 3483974 h 4760001"/>
                  <a:gd name="connsiteX19" fmla="*/ 844806 w 2209496"/>
                  <a:gd name="connsiteY19" fmla="*/ 4760001 h 4760001"/>
                  <a:gd name="connsiteX20" fmla="*/ 607165 w 2209496"/>
                  <a:gd name="connsiteY20" fmla="*/ 4671101 h 4760001"/>
                  <a:gd name="connsiteX21" fmla="*/ 759565 w 2209496"/>
                  <a:gd name="connsiteY21" fmla="*/ 3420474 h 4760001"/>
                  <a:gd name="connsiteX0" fmla="*/ 759565 w 2209496"/>
                  <a:gd name="connsiteY0" fmla="*/ 3403098 h 4742625"/>
                  <a:gd name="connsiteX1" fmla="*/ 576642 w 2209496"/>
                  <a:gd name="connsiteY1" fmla="*/ 3007805 h 4742625"/>
                  <a:gd name="connsiteX2" fmla="*/ 96581 w 2209496"/>
                  <a:gd name="connsiteY2" fmla="*/ 2611565 h 4742625"/>
                  <a:gd name="connsiteX3" fmla="*/ 191831 w 2209496"/>
                  <a:gd name="connsiteY3" fmla="*/ 2005776 h 4742625"/>
                  <a:gd name="connsiteX4" fmla="*/ 410906 w 2209496"/>
                  <a:gd name="connsiteY4" fmla="*/ 1805750 h 4742625"/>
                  <a:gd name="connsiteX5" fmla="*/ 325181 w 2209496"/>
                  <a:gd name="connsiteY5" fmla="*/ 1186625 h 4742625"/>
                  <a:gd name="connsiteX6" fmla="*/ 96582 w 2209496"/>
                  <a:gd name="connsiteY6" fmla="*/ 970727 h 4742625"/>
                  <a:gd name="connsiteX7" fmla="*/ 172782 w 2209496"/>
                  <a:gd name="connsiteY7" fmla="*/ 538927 h 4742625"/>
                  <a:gd name="connsiteX8" fmla="*/ 426782 w 2209496"/>
                  <a:gd name="connsiteY8" fmla="*/ 69028 h 4742625"/>
                  <a:gd name="connsiteX9" fmla="*/ 871282 w 2209496"/>
                  <a:gd name="connsiteY9" fmla="*/ 5528 h 4742625"/>
                  <a:gd name="connsiteX10" fmla="*/ 1099882 w 2209496"/>
                  <a:gd name="connsiteY10" fmla="*/ 69027 h 4742625"/>
                  <a:gd name="connsiteX11" fmla="*/ 1328482 w 2209496"/>
                  <a:gd name="connsiteY11" fmla="*/ 196027 h 4742625"/>
                  <a:gd name="connsiteX12" fmla="*/ 1557082 w 2209496"/>
                  <a:gd name="connsiteY12" fmla="*/ 602426 h 4742625"/>
                  <a:gd name="connsiteX13" fmla="*/ 1772982 w 2209496"/>
                  <a:gd name="connsiteY13" fmla="*/ 1059626 h 4742625"/>
                  <a:gd name="connsiteX14" fmla="*/ 2134931 w 2209496"/>
                  <a:gd name="connsiteY14" fmla="*/ 1815275 h 4742625"/>
                  <a:gd name="connsiteX15" fmla="*/ 2199701 w 2209496"/>
                  <a:gd name="connsiteY15" fmla="*/ 2375345 h 4742625"/>
                  <a:gd name="connsiteX16" fmla="*/ 2032062 w 2209496"/>
                  <a:gd name="connsiteY16" fmla="*/ 2969705 h 4742625"/>
                  <a:gd name="connsiteX17" fmla="*/ 1620582 w 2209496"/>
                  <a:gd name="connsiteY17" fmla="*/ 3167825 h 4742625"/>
                  <a:gd name="connsiteX18" fmla="*/ 1391982 w 2209496"/>
                  <a:gd name="connsiteY18" fmla="*/ 3396425 h 4742625"/>
                  <a:gd name="connsiteX19" fmla="*/ 1009906 w 2209496"/>
                  <a:gd name="connsiteY19" fmla="*/ 3466598 h 4742625"/>
                  <a:gd name="connsiteX20" fmla="*/ 844806 w 2209496"/>
                  <a:gd name="connsiteY20" fmla="*/ 4742625 h 4742625"/>
                  <a:gd name="connsiteX21" fmla="*/ 607165 w 2209496"/>
                  <a:gd name="connsiteY21" fmla="*/ 4653725 h 4742625"/>
                  <a:gd name="connsiteX22" fmla="*/ 759565 w 2209496"/>
                  <a:gd name="connsiteY22" fmla="*/ 3403098 h 4742625"/>
                  <a:gd name="connsiteX0" fmla="*/ 759565 w 2209496"/>
                  <a:gd name="connsiteY0" fmla="*/ 3403098 h 4742625"/>
                  <a:gd name="connsiteX1" fmla="*/ 576642 w 2209496"/>
                  <a:gd name="connsiteY1" fmla="*/ 3007805 h 4742625"/>
                  <a:gd name="connsiteX2" fmla="*/ 96581 w 2209496"/>
                  <a:gd name="connsiteY2" fmla="*/ 2611565 h 4742625"/>
                  <a:gd name="connsiteX3" fmla="*/ 191831 w 2209496"/>
                  <a:gd name="connsiteY3" fmla="*/ 2005776 h 4742625"/>
                  <a:gd name="connsiteX4" fmla="*/ 410906 w 2209496"/>
                  <a:gd name="connsiteY4" fmla="*/ 1805750 h 4742625"/>
                  <a:gd name="connsiteX5" fmla="*/ 325181 w 2209496"/>
                  <a:gd name="connsiteY5" fmla="*/ 1186625 h 4742625"/>
                  <a:gd name="connsiteX6" fmla="*/ 96582 w 2209496"/>
                  <a:gd name="connsiteY6" fmla="*/ 970727 h 4742625"/>
                  <a:gd name="connsiteX7" fmla="*/ 172782 w 2209496"/>
                  <a:gd name="connsiteY7" fmla="*/ 538927 h 4742625"/>
                  <a:gd name="connsiteX8" fmla="*/ 426782 w 2209496"/>
                  <a:gd name="connsiteY8" fmla="*/ 69028 h 4742625"/>
                  <a:gd name="connsiteX9" fmla="*/ 871282 w 2209496"/>
                  <a:gd name="connsiteY9" fmla="*/ 5528 h 4742625"/>
                  <a:gd name="connsiteX10" fmla="*/ 1099882 w 2209496"/>
                  <a:gd name="connsiteY10" fmla="*/ 69027 h 4742625"/>
                  <a:gd name="connsiteX11" fmla="*/ 1328482 w 2209496"/>
                  <a:gd name="connsiteY11" fmla="*/ 196027 h 4742625"/>
                  <a:gd name="connsiteX12" fmla="*/ 1557082 w 2209496"/>
                  <a:gd name="connsiteY12" fmla="*/ 602426 h 4742625"/>
                  <a:gd name="connsiteX13" fmla="*/ 1772982 w 2209496"/>
                  <a:gd name="connsiteY13" fmla="*/ 1059626 h 4742625"/>
                  <a:gd name="connsiteX14" fmla="*/ 2134931 w 2209496"/>
                  <a:gd name="connsiteY14" fmla="*/ 1815275 h 4742625"/>
                  <a:gd name="connsiteX15" fmla="*/ 2199701 w 2209496"/>
                  <a:gd name="connsiteY15" fmla="*/ 2375345 h 4742625"/>
                  <a:gd name="connsiteX16" fmla="*/ 2032062 w 2209496"/>
                  <a:gd name="connsiteY16" fmla="*/ 2969705 h 4742625"/>
                  <a:gd name="connsiteX17" fmla="*/ 1620582 w 2209496"/>
                  <a:gd name="connsiteY17" fmla="*/ 3167825 h 4742625"/>
                  <a:gd name="connsiteX18" fmla="*/ 1391982 w 2209496"/>
                  <a:gd name="connsiteY18" fmla="*/ 3396425 h 4742625"/>
                  <a:gd name="connsiteX19" fmla="*/ 1009906 w 2209496"/>
                  <a:gd name="connsiteY19" fmla="*/ 3466598 h 4742625"/>
                  <a:gd name="connsiteX20" fmla="*/ 844806 w 2209496"/>
                  <a:gd name="connsiteY20" fmla="*/ 4742625 h 4742625"/>
                  <a:gd name="connsiteX21" fmla="*/ 607165 w 2209496"/>
                  <a:gd name="connsiteY21" fmla="*/ 4653725 h 4742625"/>
                  <a:gd name="connsiteX22" fmla="*/ 759565 w 2209496"/>
                  <a:gd name="connsiteY22" fmla="*/ 3403098 h 4742625"/>
                  <a:gd name="connsiteX0" fmla="*/ 759565 w 2226999"/>
                  <a:gd name="connsiteY0" fmla="*/ 3403098 h 4742625"/>
                  <a:gd name="connsiteX1" fmla="*/ 576642 w 2226999"/>
                  <a:gd name="connsiteY1" fmla="*/ 3007805 h 4742625"/>
                  <a:gd name="connsiteX2" fmla="*/ 96581 w 2226999"/>
                  <a:gd name="connsiteY2" fmla="*/ 2611565 h 4742625"/>
                  <a:gd name="connsiteX3" fmla="*/ 191831 w 2226999"/>
                  <a:gd name="connsiteY3" fmla="*/ 2005776 h 4742625"/>
                  <a:gd name="connsiteX4" fmla="*/ 410906 w 2226999"/>
                  <a:gd name="connsiteY4" fmla="*/ 1805750 h 4742625"/>
                  <a:gd name="connsiteX5" fmla="*/ 325181 w 2226999"/>
                  <a:gd name="connsiteY5" fmla="*/ 1186625 h 4742625"/>
                  <a:gd name="connsiteX6" fmla="*/ 96582 w 2226999"/>
                  <a:gd name="connsiteY6" fmla="*/ 970727 h 4742625"/>
                  <a:gd name="connsiteX7" fmla="*/ 172782 w 2226999"/>
                  <a:gd name="connsiteY7" fmla="*/ 538927 h 4742625"/>
                  <a:gd name="connsiteX8" fmla="*/ 426782 w 2226999"/>
                  <a:gd name="connsiteY8" fmla="*/ 69028 h 4742625"/>
                  <a:gd name="connsiteX9" fmla="*/ 871282 w 2226999"/>
                  <a:gd name="connsiteY9" fmla="*/ 5528 h 4742625"/>
                  <a:gd name="connsiteX10" fmla="*/ 1099882 w 2226999"/>
                  <a:gd name="connsiteY10" fmla="*/ 69027 h 4742625"/>
                  <a:gd name="connsiteX11" fmla="*/ 1328482 w 2226999"/>
                  <a:gd name="connsiteY11" fmla="*/ 196027 h 4742625"/>
                  <a:gd name="connsiteX12" fmla="*/ 1557082 w 2226999"/>
                  <a:gd name="connsiteY12" fmla="*/ 602426 h 4742625"/>
                  <a:gd name="connsiteX13" fmla="*/ 1772982 w 2226999"/>
                  <a:gd name="connsiteY13" fmla="*/ 1059626 h 4742625"/>
                  <a:gd name="connsiteX14" fmla="*/ 2134931 w 2226999"/>
                  <a:gd name="connsiteY14" fmla="*/ 1815275 h 4742625"/>
                  <a:gd name="connsiteX15" fmla="*/ 2199701 w 2226999"/>
                  <a:gd name="connsiteY15" fmla="*/ 2375345 h 4742625"/>
                  <a:gd name="connsiteX16" fmla="*/ 2032062 w 2226999"/>
                  <a:gd name="connsiteY16" fmla="*/ 2969705 h 4742625"/>
                  <a:gd name="connsiteX17" fmla="*/ 1620582 w 2226999"/>
                  <a:gd name="connsiteY17" fmla="*/ 3167825 h 4742625"/>
                  <a:gd name="connsiteX18" fmla="*/ 1391982 w 2226999"/>
                  <a:gd name="connsiteY18" fmla="*/ 3396425 h 4742625"/>
                  <a:gd name="connsiteX19" fmla="*/ 1009906 w 2226999"/>
                  <a:gd name="connsiteY19" fmla="*/ 3466598 h 4742625"/>
                  <a:gd name="connsiteX20" fmla="*/ 844806 w 2226999"/>
                  <a:gd name="connsiteY20" fmla="*/ 4742625 h 4742625"/>
                  <a:gd name="connsiteX21" fmla="*/ 607165 w 2226999"/>
                  <a:gd name="connsiteY21" fmla="*/ 4653725 h 4742625"/>
                  <a:gd name="connsiteX22" fmla="*/ 759565 w 2226999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653725"/>
                  <a:gd name="connsiteX1" fmla="*/ 576642 w 2233404"/>
                  <a:gd name="connsiteY1" fmla="*/ 3007805 h 4653725"/>
                  <a:gd name="connsiteX2" fmla="*/ 96581 w 2233404"/>
                  <a:gd name="connsiteY2" fmla="*/ 2611565 h 4653725"/>
                  <a:gd name="connsiteX3" fmla="*/ 191831 w 2233404"/>
                  <a:gd name="connsiteY3" fmla="*/ 2005776 h 4653725"/>
                  <a:gd name="connsiteX4" fmla="*/ 410906 w 2233404"/>
                  <a:gd name="connsiteY4" fmla="*/ 1805750 h 4653725"/>
                  <a:gd name="connsiteX5" fmla="*/ 325181 w 2233404"/>
                  <a:gd name="connsiteY5" fmla="*/ 1186625 h 4653725"/>
                  <a:gd name="connsiteX6" fmla="*/ 96582 w 2233404"/>
                  <a:gd name="connsiteY6" fmla="*/ 970727 h 4653725"/>
                  <a:gd name="connsiteX7" fmla="*/ 172782 w 2233404"/>
                  <a:gd name="connsiteY7" fmla="*/ 538927 h 4653725"/>
                  <a:gd name="connsiteX8" fmla="*/ 426782 w 2233404"/>
                  <a:gd name="connsiteY8" fmla="*/ 69028 h 4653725"/>
                  <a:gd name="connsiteX9" fmla="*/ 871282 w 2233404"/>
                  <a:gd name="connsiteY9" fmla="*/ 5528 h 4653725"/>
                  <a:gd name="connsiteX10" fmla="*/ 1099882 w 2233404"/>
                  <a:gd name="connsiteY10" fmla="*/ 69027 h 4653725"/>
                  <a:gd name="connsiteX11" fmla="*/ 1328482 w 2233404"/>
                  <a:gd name="connsiteY11" fmla="*/ 196027 h 4653725"/>
                  <a:gd name="connsiteX12" fmla="*/ 1557082 w 2233404"/>
                  <a:gd name="connsiteY12" fmla="*/ 602426 h 4653725"/>
                  <a:gd name="connsiteX13" fmla="*/ 1772982 w 2233404"/>
                  <a:gd name="connsiteY13" fmla="*/ 1059626 h 4653725"/>
                  <a:gd name="connsiteX14" fmla="*/ 2134931 w 2233404"/>
                  <a:gd name="connsiteY14" fmla="*/ 1815275 h 4653725"/>
                  <a:gd name="connsiteX15" fmla="*/ 2199701 w 2233404"/>
                  <a:gd name="connsiteY15" fmla="*/ 2375345 h 4653725"/>
                  <a:gd name="connsiteX16" fmla="*/ 2032062 w 2233404"/>
                  <a:gd name="connsiteY16" fmla="*/ 2969705 h 4653725"/>
                  <a:gd name="connsiteX17" fmla="*/ 1620582 w 2233404"/>
                  <a:gd name="connsiteY17" fmla="*/ 3167825 h 4653725"/>
                  <a:gd name="connsiteX18" fmla="*/ 1391982 w 2233404"/>
                  <a:gd name="connsiteY18" fmla="*/ 3396425 h 4653725"/>
                  <a:gd name="connsiteX19" fmla="*/ 1009906 w 2233404"/>
                  <a:gd name="connsiteY19" fmla="*/ 3466598 h 4653725"/>
                  <a:gd name="connsiteX20" fmla="*/ 607165 w 2233404"/>
                  <a:gd name="connsiteY20" fmla="*/ 4653725 h 4653725"/>
                  <a:gd name="connsiteX21" fmla="*/ 759565 w 2233404"/>
                  <a:gd name="connsiteY21" fmla="*/ 3403098 h 4653725"/>
                  <a:gd name="connsiteX0" fmla="*/ 759565 w 2233404"/>
                  <a:gd name="connsiteY0" fmla="*/ 3403098 h 3466598"/>
                  <a:gd name="connsiteX1" fmla="*/ 576642 w 2233404"/>
                  <a:gd name="connsiteY1" fmla="*/ 3007805 h 3466598"/>
                  <a:gd name="connsiteX2" fmla="*/ 96581 w 2233404"/>
                  <a:gd name="connsiteY2" fmla="*/ 2611565 h 3466598"/>
                  <a:gd name="connsiteX3" fmla="*/ 191831 w 2233404"/>
                  <a:gd name="connsiteY3" fmla="*/ 2005776 h 3466598"/>
                  <a:gd name="connsiteX4" fmla="*/ 410906 w 2233404"/>
                  <a:gd name="connsiteY4" fmla="*/ 1805750 h 3466598"/>
                  <a:gd name="connsiteX5" fmla="*/ 325181 w 2233404"/>
                  <a:gd name="connsiteY5" fmla="*/ 1186625 h 3466598"/>
                  <a:gd name="connsiteX6" fmla="*/ 96582 w 2233404"/>
                  <a:gd name="connsiteY6" fmla="*/ 970727 h 3466598"/>
                  <a:gd name="connsiteX7" fmla="*/ 172782 w 2233404"/>
                  <a:gd name="connsiteY7" fmla="*/ 538927 h 3466598"/>
                  <a:gd name="connsiteX8" fmla="*/ 426782 w 2233404"/>
                  <a:gd name="connsiteY8" fmla="*/ 69028 h 3466598"/>
                  <a:gd name="connsiteX9" fmla="*/ 871282 w 2233404"/>
                  <a:gd name="connsiteY9" fmla="*/ 5528 h 3466598"/>
                  <a:gd name="connsiteX10" fmla="*/ 1099882 w 2233404"/>
                  <a:gd name="connsiteY10" fmla="*/ 69027 h 3466598"/>
                  <a:gd name="connsiteX11" fmla="*/ 1328482 w 2233404"/>
                  <a:gd name="connsiteY11" fmla="*/ 196027 h 3466598"/>
                  <a:gd name="connsiteX12" fmla="*/ 1557082 w 2233404"/>
                  <a:gd name="connsiteY12" fmla="*/ 602426 h 3466598"/>
                  <a:gd name="connsiteX13" fmla="*/ 1772982 w 2233404"/>
                  <a:gd name="connsiteY13" fmla="*/ 1059626 h 3466598"/>
                  <a:gd name="connsiteX14" fmla="*/ 2134931 w 2233404"/>
                  <a:gd name="connsiteY14" fmla="*/ 1815275 h 3466598"/>
                  <a:gd name="connsiteX15" fmla="*/ 2199701 w 2233404"/>
                  <a:gd name="connsiteY15" fmla="*/ 2375345 h 3466598"/>
                  <a:gd name="connsiteX16" fmla="*/ 2032062 w 2233404"/>
                  <a:gd name="connsiteY16" fmla="*/ 2969705 h 3466598"/>
                  <a:gd name="connsiteX17" fmla="*/ 1620582 w 2233404"/>
                  <a:gd name="connsiteY17" fmla="*/ 3167825 h 3466598"/>
                  <a:gd name="connsiteX18" fmla="*/ 1391982 w 2233404"/>
                  <a:gd name="connsiteY18" fmla="*/ 3396425 h 3466598"/>
                  <a:gd name="connsiteX19" fmla="*/ 1009906 w 2233404"/>
                  <a:gd name="connsiteY19" fmla="*/ 3466598 h 3466598"/>
                  <a:gd name="connsiteX20" fmla="*/ 759565 w 2233404"/>
                  <a:gd name="connsiteY20" fmla="*/ 3403098 h 34665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233404" h="3466598">
                    <a:moveTo>
                      <a:pt x="759565" y="3403098"/>
                    </a:moveTo>
                    <a:cubicBezTo>
                      <a:pt x="745588" y="3326898"/>
                      <a:pt x="618739" y="3294402"/>
                      <a:pt x="576642" y="3007805"/>
                    </a:cubicBezTo>
                    <a:cubicBezTo>
                      <a:pt x="589335" y="2935573"/>
                      <a:pt x="-145989" y="2617915"/>
                      <a:pt x="96581" y="2611565"/>
                    </a:cubicBezTo>
                    <a:cubicBezTo>
                      <a:pt x="59433" y="2523935"/>
                      <a:pt x="-147894" y="2138491"/>
                      <a:pt x="191831" y="2005776"/>
                    </a:cubicBezTo>
                    <a:cubicBezTo>
                      <a:pt x="247393" y="1892111"/>
                      <a:pt x="87056" y="1837500"/>
                      <a:pt x="410906" y="1805750"/>
                    </a:cubicBezTo>
                    <a:cubicBezTo>
                      <a:pt x="538964" y="1768708"/>
                      <a:pt x="37844" y="1185038"/>
                      <a:pt x="325181" y="1186625"/>
                    </a:cubicBezTo>
                    <a:cubicBezTo>
                      <a:pt x="355344" y="1055921"/>
                      <a:pt x="-108735" y="1068093"/>
                      <a:pt x="96582" y="970727"/>
                    </a:cubicBezTo>
                    <a:cubicBezTo>
                      <a:pt x="136799" y="907227"/>
                      <a:pt x="-70635" y="600310"/>
                      <a:pt x="172782" y="538927"/>
                    </a:cubicBezTo>
                    <a:cubicBezTo>
                      <a:pt x="43665" y="215077"/>
                      <a:pt x="310365" y="157928"/>
                      <a:pt x="426782" y="69028"/>
                    </a:cubicBezTo>
                    <a:cubicBezTo>
                      <a:pt x="543199" y="-19872"/>
                      <a:pt x="778149" y="35162"/>
                      <a:pt x="871282" y="5528"/>
                    </a:cubicBezTo>
                    <a:cubicBezTo>
                      <a:pt x="964415" y="-24106"/>
                      <a:pt x="1004632" y="75377"/>
                      <a:pt x="1099882" y="69027"/>
                    </a:cubicBezTo>
                    <a:cubicBezTo>
                      <a:pt x="1195132" y="62677"/>
                      <a:pt x="1224765" y="143110"/>
                      <a:pt x="1328482" y="196027"/>
                    </a:cubicBezTo>
                    <a:cubicBezTo>
                      <a:pt x="1597299" y="236244"/>
                      <a:pt x="1461832" y="519876"/>
                      <a:pt x="1557082" y="602426"/>
                    </a:cubicBezTo>
                    <a:cubicBezTo>
                      <a:pt x="1774252" y="692596"/>
                      <a:pt x="1708424" y="908708"/>
                      <a:pt x="1772982" y="1059626"/>
                    </a:cubicBezTo>
                    <a:cubicBezTo>
                      <a:pt x="1959460" y="1126724"/>
                      <a:pt x="2029945" y="1684889"/>
                      <a:pt x="2134931" y="1815275"/>
                    </a:cubicBezTo>
                    <a:cubicBezTo>
                      <a:pt x="2346597" y="1915181"/>
                      <a:pt x="2142233" y="2279778"/>
                      <a:pt x="2199701" y="2375345"/>
                    </a:cubicBezTo>
                    <a:cubicBezTo>
                      <a:pt x="2257169" y="2470912"/>
                      <a:pt x="2233992" y="2876995"/>
                      <a:pt x="2032062" y="2969705"/>
                    </a:cubicBezTo>
                    <a:cubicBezTo>
                      <a:pt x="2020632" y="3016695"/>
                      <a:pt x="1924112" y="3236405"/>
                      <a:pt x="1620582" y="3167825"/>
                    </a:cubicBezTo>
                    <a:cubicBezTo>
                      <a:pt x="1637092" y="3221165"/>
                      <a:pt x="1404861" y="3355520"/>
                      <a:pt x="1391982" y="3396425"/>
                    </a:cubicBezTo>
                    <a:cubicBezTo>
                      <a:pt x="1379103" y="3437330"/>
                      <a:pt x="1165872" y="3343831"/>
                      <a:pt x="1009906" y="3466598"/>
                    </a:cubicBezTo>
                    <a:lnTo>
                      <a:pt x="759565" y="3403098"/>
                    </a:lnTo>
                    <a:close/>
                  </a:path>
                </a:pathLst>
              </a:cu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0" name="Rectangle 7">
                <a:extLst>
                  <a:ext uri="{FF2B5EF4-FFF2-40B4-BE49-F238E27FC236}">
                    <a16:creationId xmlns:a16="http://schemas.microsoft.com/office/drawing/2014/main" id="{92D2CA8E-F521-34E0-99B0-1FDF865D453B}"/>
                  </a:ext>
                </a:extLst>
              </p:cNvPr>
              <p:cNvSpPr/>
              <p:nvPr/>
            </p:nvSpPr>
            <p:spPr>
              <a:xfrm rot="5130453">
                <a:off x="4109726" y="2429414"/>
                <a:ext cx="704825" cy="329939"/>
              </a:xfrm>
              <a:custGeom>
                <a:avLst/>
                <a:gdLst>
                  <a:gd name="connsiteX0" fmla="*/ 0 w 1007285"/>
                  <a:gd name="connsiteY0" fmla="*/ 0 h 94954"/>
                  <a:gd name="connsiteX1" fmla="*/ 1007285 w 1007285"/>
                  <a:gd name="connsiteY1" fmla="*/ 0 h 94954"/>
                  <a:gd name="connsiteX2" fmla="*/ 1007285 w 1007285"/>
                  <a:gd name="connsiteY2" fmla="*/ 94954 h 94954"/>
                  <a:gd name="connsiteX3" fmla="*/ 0 w 1007285"/>
                  <a:gd name="connsiteY3" fmla="*/ 94954 h 94954"/>
                  <a:gd name="connsiteX4" fmla="*/ 0 w 1007285"/>
                  <a:gd name="connsiteY4" fmla="*/ 0 h 94954"/>
                  <a:gd name="connsiteX0" fmla="*/ 2819400 w 3826685"/>
                  <a:gd name="connsiteY0" fmla="*/ 0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4" fmla="*/ 2819400 w 3826685"/>
                  <a:gd name="connsiteY4" fmla="*/ 0 h 869654"/>
                  <a:gd name="connsiteX0" fmla="*/ 0 w 3826685"/>
                  <a:gd name="connsiteY0" fmla="*/ 869654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968065 h 1033547"/>
                  <a:gd name="connsiteX1" fmla="*/ 3826685 w 3826685"/>
                  <a:gd name="connsiteY1" fmla="*/ 98411 h 1033547"/>
                  <a:gd name="connsiteX2" fmla="*/ 3826685 w 3826685"/>
                  <a:gd name="connsiteY2" fmla="*/ 193365 h 1033547"/>
                  <a:gd name="connsiteX3" fmla="*/ 0 w 3826685"/>
                  <a:gd name="connsiteY3" fmla="*/ 968065 h 1033547"/>
                  <a:gd name="connsiteX0" fmla="*/ 0 w 3826685"/>
                  <a:gd name="connsiteY0" fmla="*/ 968065 h 1013810"/>
                  <a:gd name="connsiteX1" fmla="*/ 3826685 w 3826685"/>
                  <a:gd name="connsiteY1" fmla="*/ 98411 h 1013810"/>
                  <a:gd name="connsiteX2" fmla="*/ 3826685 w 3826685"/>
                  <a:gd name="connsiteY2" fmla="*/ 193365 h 1013810"/>
                  <a:gd name="connsiteX3" fmla="*/ 0 w 3826685"/>
                  <a:gd name="connsiteY3" fmla="*/ 968065 h 1013810"/>
                  <a:gd name="connsiteX0" fmla="*/ 0 w 3826685"/>
                  <a:gd name="connsiteY0" fmla="*/ 968065 h 1012429"/>
                  <a:gd name="connsiteX1" fmla="*/ 3826685 w 3826685"/>
                  <a:gd name="connsiteY1" fmla="*/ 98411 h 1012429"/>
                  <a:gd name="connsiteX2" fmla="*/ 3826685 w 3826685"/>
                  <a:gd name="connsiteY2" fmla="*/ 193365 h 1012429"/>
                  <a:gd name="connsiteX3" fmla="*/ 0 w 3826685"/>
                  <a:gd name="connsiteY3" fmla="*/ 968065 h 101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6685" h="1012429">
                    <a:moveTo>
                      <a:pt x="0" y="968065"/>
                    </a:moveTo>
                    <a:cubicBezTo>
                      <a:pt x="1199362" y="1008380"/>
                      <a:pt x="2779723" y="-373704"/>
                      <a:pt x="3826685" y="98411"/>
                    </a:cubicBezTo>
                    <a:lnTo>
                      <a:pt x="3826685" y="193365"/>
                    </a:lnTo>
                    <a:cubicBezTo>
                      <a:pt x="2614623" y="-65927"/>
                      <a:pt x="932662" y="1268632"/>
                      <a:pt x="0" y="968065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" name="Rectangle 7">
                <a:extLst>
                  <a:ext uri="{FF2B5EF4-FFF2-40B4-BE49-F238E27FC236}">
                    <a16:creationId xmlns:a16="http://schemas.microsoft.com/office/drawing/2014/main" id="{1CC032FE-9577-F7DE-D83D-2344FF69362D}"/>
                  </a:ext>
                </a:extLst>
              </p:cNvPr>
              <p:cNvSpPr/>
              <p:nvPr/>
            </p:nvSpPr>
            <p:spPr>
              <a:xfrm rot="4411580">
                <a:off x="3803813" y="2701273"/>
                <a:ext cx="1032418" cy="483290"/>
              </a:xfrm>
              <a:custGeom>
                <a:avLst/>
                <a:gdLst>
                  <a:gd name="connsiteX0" fmla="*/ 0 w 1007285"/>
                  <a:gd name="connsiteY0" fmla="*/ 0 h 94954"/>
                  <a:gd name="connsiteX1" fmla="*/ 1007285 w 1007285"/>
                  <a:gd name="connsiteY1" fmla="*/ 0 h 94954"/>
                  <a:gd name="connsiteX2" fmla="*/ 1007285 w 1007285"/>
                  <a:gd name="connsiteY2" fmla="*/ 94954 h 94954"/>
                  <a:gd name="connsiteX3" fmla="*/ 0 w 1007285"/>
                  <a:gd name="connsiteY3" fmla="*/ 94954 h 94954"/>
                  <a:gd name="connsiteX4" fmla="*/ 0 w 1007285"/>
                  <a:gd name="connsiteY4" fmla="*/ 0 h 94954"/>
                  <a:gd name="connsiteX0" fmla="*/ 2819400 w 3826685"/>
                  <a:gd name="connsiteY0" fmla="*/ 0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4" fmla="*/ 2819400 w 3826685"/>
                  <a:gd name="connsiteY4" fmla="*/ 0 h 869654"/>
                  <a:gd name="connsiteX0" fmla="*/ 0 w 3826685"/>
                  <a:gd name="connsiteY0" fmla="*/ 869654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968065 h 1033547"/>
                  <a:gd name="connsiteX1" fmla="*/ 3826685 w 3826685"/>
                  <a:gd name="connsiteY1" fmla="*/ 98411 h 1033547"/>
                  <a:gd name="connsiteX2" fmla="*/ 3826685 w 3826685"/>
                  <a:gd name="connsiteY2" fmla="*/ 193365 h 1033547"/>
                  <a:gd name="connsiteX3" fmla="*/ 0 w 3826685"/>
                  <a:gd name="connsiteY3" fmla="*/ 968065 h 1033547"/>
                  <a:gd name="connsiteX0" fmla="*/ 0 w 3826685"/>
                  <a:gd name="connsiteY0" fmla="*/ 968065 h 1013810"/>
                  <a:gd name="connsiteX1" fmla="*/ 3826685 w 3826685"/>
                  <a:gd name="connsiteY1" fmla="*/ 98411 h 1013810"/>
                  <a:gd name="connsiteX2" fmla="*/ 3826685 w 3826685"/>
                  <a:gd name="connsiteY2" fmla="*/ 193365 h 1013810"/>
                  <a:gd name="connsiteX3" fmla="*/ 0 w 3826685"/>
                  <a:gd name="connsiteY3" fmla="*/ 968065 h 1013810"/>
                  <a:gd name="connsiteX0" fmla="*/ 0 w 3826685"/>
                  <a:gd name="connsiteY0" fmla="*/ 968065 h 1012429"/>
                  <a:gd name="connsiteX1" fmla="*/ 3826685 w 3826685"/>
                  <a:gd name="connsiteY1" fmla="*/ 98411 h 1012429"/>
                  <a:gd name="connsiteX2" fmla="*/ 3826685 w 3826685"/>
                  <a:gd name="connsiteY2" fmla="*/ 193365 h 1012429"/>
                  <a:gd name="connsiteX3" fmla="*/ 0 w 3826685"/>
                  <a:gd name="connsiteY3" fmla="*/ 968065 h 101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6685" h="1012429">
                    <a:moveTo>
                      <a:pt x="0" y="968065"/>
                    </a:moveTo>
                    <a:cubicBezTo>
                      <a:pt x="1199362" y="1008380"/>
                      <a:pt x="2779723" y="-373704"/>
                      <a:pt x="3826685" y="98411"/>
                    </a:cubicBezTo>
                    <a:lnTo>
                      <a:pt x="3826685" y="193365"/>
                    </a:lnTo>
                    <a:cubicBezTo>
                      <a:pt x="2614623" y="-65927"/>
                      <a:pt x="932662" y="1268632"/>
                      <a:pt x="0" y="968065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2" name="Rectangle 7">
                <a:extLst>
                  <a:ext uri="{FF2B5EF4-FFF2-40B4-BE49-F238E27FC236}">
                    <a16:creationId xmlns:a16="http://schemas.microsoft.com/office/drawing/2014/main" id="{1B01917E-A8B8-0654-A6E2-21EA1BAAFD93}"/>
                  </a:ext>
                </a:extLst>
              </p:cNvPr>
              <p:cNvSpPr/>
              <p:nvPr/>
            </p:nvSpPr>
            <p:spPr>
              <a:xfrm rot="5130453">
                <a:off x="4020432" y="1677001"/>
                <a:ext cx="963083" cy="329939"/>
              </a:xfrm>
              <a:custGeom>
                <a:avLst/>
                <a:gdLst>
                  <a:gd name="connsiteX0" fmla="*/ 0 w 1007285"/>
                  <a:gd name="connsiteY0" fmla="*/ 0 h 94954"/>
                  <a:gd name="connsiteX1" fmla="*/ 1007285 w 1007285"/>
                  <a:gd name="connsiteY1" fmla="*/ 0 h 94954"/>
                  <a:gd name="connsiteX2" fmla="*/ 1007285 w 1007285"/>
                  <a:gd name="connsiteY2" fmla="*/ 94954 h 94954"/>
                  <a:gd name="connsiteX3" fmla="*/ 0 w 1007285"/>
                  <a:gd name="connsiteY3" fmla="*/ 94954 h 94954"/>
                  <a:gd name="connsiteX4" fmla="*/ 0 w 1007285"/>
                  <a:gd name="connsiteY4" fmla="*/ 0 h 94954"/>
                  <a:gd name="connsiteX0" fmla="*/ 2819400 w 3826685"/>
                  <a:gd name="connsiteY0" fmla="*/ 0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4" fmla="*/ 2819400 w 3826685"/>
                  <a:gd name="connsiteY4" fmla="*/ 0 h 869654"/>
                  <a:gd name="connsiteX0" fmla="*/ 0 w 3826685"/>
                  <a:gd name="connsiteY0" fmla="*/ 869654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968065 h 1033547"/>
                  <a:gd name="connsiteX1" fmla="*/ 3826685 w 3826685"/>
                  <a:gd name="connsiteY1" fmla="*/ 98411 h 1033547"/>
                  <a:gd name="connsiteX2" fmla="*/ 3826685 w 3826685"/>
                  <a:gd name="connsiteY2" fmla="*/ 193365 h 1033547"/>
                  <a:gd name="connsiteX3" fmla="*/ 0 w 3826685"/>
                  <a:gd name="connsiteY3" fmla="*/ 968065 h 1033547"/>
                  <a:gd name="connsiteX0" fmla="*/ 0 w 3826685"/>
                  <a:gd name="connsiteY0" fmla="*/ 968065 h 1013810"/>
                  <a:gd name="connsiteX1" fmla="*/ 3826685 w 3826685"/>
                  <a:gd name="connsiteY1" fmla="*/ 98411 h 1013810"/>
                  <a:gd name="connsiteX2" fmla="*/ 3826685 w 3826685"/>
                  <a:gd name="connsiteY2" fmla="*/ 193365 h 1013810"/>
                  <a:gd name="connsiteX3" fmla="*/ 0 w 3826685"/>
                  <a:gd name="connsiteY3" fmla="*/ 968065 h 1013810"/>
                  <a:gd name="connsiteX0" fmla="*/ 0 w 3826685"/>
                  <a:gd name="connsiteY0" fmla="*/ 968065 h 1012429"/>
                  <a:gd name="connsiteX1" fmla="*/ 3826685 w 3826685"/>
                  <a:gd name="connsiteY1" fmla="*/ 98411 h 1012429"/>
                  <a:gd name="connsiteX2" fmla="*/ 3826685 w 3826685"/>
                  <a:gd name="connsiteY2" fmla="*/ 193365 h 1012429"/>
                  <a:gd name="connsiteX3" fmla="*/ 0 w 3826685"/>
                  <a:gd name="connsiteY3" fmla="*/ 968065 h 101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6685" h="1012429">
                    <a:moveTo>
                      <a:pt x="0" y="968065"/>
                    </a:moveTo>
                    <a:cubicBezTo>
                      <a:pt x="1199362" y="1008380"/>
                      <a:pt x="2779723" y="-373704"/>
                      <a:pt x="3826685" y="98411"/>
                    </a:cubicBezTo>
                    <a:lnTo>
                      <a:pt x="3826685" y="193365"/>
                    </a:lnTo>
                    <a:cubicBezTo>
                      <a:pt x="2614623" y="-65927"/>
                      <a:pt x="932662" y="1268632"/>
                      <a:pt x="0" y="968065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3" name="Rectangle 7">
                <a:extLst>
                  <a:ext uri="{FF2B5EF4-FFF2-40B4-BE49-F238E27FC236}">
                    <a16:creationId xmlns:a16="http://schemas.microsoft.com/office/drawing/2014/main" id="{ABBC46AD-E3D9-A404-F1F4-4FDF3D7D3D26}"/>
                  </a:ext>
                </a:extLst>
              </p:cNvPr>
              <p:cNvSpPr/>
              <p:nvPr/>
            </p:nvSpPr>
            <p:spPr>
              <a:xfrm rot="17188420" flipH="1">
                <a:off x="4412435" y="2911181"/>
                <a:ext cx="1032418" cy="483290"/>
              </a:xfrm>
              <a:custGeom>
                <a:avLst/>
                <a:gdLst>
                  <a:gd name="connsiteX0" fmla="*/ 0 w 1007285"/>
                  <a:gd name="connsiteY0" fmla="*/ 0 h 94954"/>
                  <a:gd name="connsiteX1" fmla="*/ 1007285 w 1007285"/>
                  <a:gd name="connsiteY1" fmla="*/ 0 h 94954"/>
                  <a:gd name="connsiteX2" fmla="*/ 1007285 w 1007285"/>
                  <a:gd name="connsiteY2" fmla="*/ 94954 h 94954"/>
                  <a:gd name="connsiteX3" fmla="*/ 0 w 1007285"/>
                  <a:gd name="connsiteY3" fmla="*/ 94954 h 94954"/>
                  <a:gd name="connsiteX4" fmla="*/ 0 w 1007285"/>
                  <a:gd name="connsiteY4" fmla="*/ 0 h 94954"/>
                  <a:gd name="connsiteX0" fmla="*/ 2819400 w 3826685"/>
                  <a:gd name="connsiteY0" fmla="*/ 0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4" fmla="*/ 2819400 w 3826685"/>
                  <a:gd name="connsiteY4" fmla="*/ 0 h 869654"/>
                  <a:gd name="connsiteX0" fmla="*/ 0 w 3826685"/>
                  <a:gd name="connsiteY0" fmla="*/ 869654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968065 h 1033547"/>
                  <a:gd name="connsiteX1" fmla="*/ 3826685 w 3826685"/>
                  <a:gd name="connsiteY1" fmla="*/ 98411 h 1033547"/>
                  <a:gd name="connsiteX2" fmla="*/ 3826685 w 3826685"/>
                  <a:gd name="connsiteY2" fmla="*/ 193365 h 1033547"/>
                  <a:gd name="connsiteX3" fmla="*/ 0 w 3826685"/>
                  <a:gd name="connsiteY3" fmla="*/ 968065 h 1033547"/>
                  <a:gd name="connsiteX0" fmla="*/ 0 w 3826685"/>
                  <a:gd name="connsiteY0" fmla="*/ 968065 h 1013810"/>
                  <a:gd name="connsiteX1" fmla="*/ 3826685 w 3826685"/>
                  <a:gd name="connsiteY1" fmla="*/ 98411 h 1013810"/>
                  <a:gd name="connsiteX2" fmla="*/ 3826685 w 3826685"/>
                  <a:gd name="connsiteY2" fmla="*/ 193365 h 1013810"/>
                  <a:gd name="connsiteX3" fmla="*/ 0 w 3826685"/>
                  <a:gd name="connsiteY3" fmla="*/ 968065 h 1013810"/>
                  <a:gd name="connsiteX0" fmla="*/ 0 w 3826685"/>
                  <a:gd name="connsiteY0" fmla="*/ 968065 h 1012429"/>
                  <a:gd name="connsiteX1" fmla="*/ 3826685 w 3826685"/>
                  <a:gd name="connsiteY1" fmla="*/ 98411 h 1012429"/>
                  <a:gd name="connsiteX2" fmla="*/ 3826685 w 3826685"/>
                  <a:gd name="connsiteY2" fmla="*/ 193365 h 1012429"/>
                  <a:gd name="connsiteX3" fmla="*/ 0 w 3826685"/>
                  <a:gd name="connsiteY3" fmla="*/ 968065 h 101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6685" h="1012429">
                    <a:moveTo>
                      <a:pt x="0" y="968065"/>
                    </a:moveTo>
                    <a:cubicBezTo>
                      <a:pt x="1199362" y="1008380"/>
                      <a:pt x="2779723" y="-373704"/>
                      <a:pt x="3826685" y="98411"/>
                    </a:cubicBezTo>
                    <a:lnTo>
                      <a:pt x="3826685" y="193365"/>
                    </a:lnTo>
                    <a:cubicBezTo>
                      <a:pt x="2614623" y="-65927"/>
                      <a:pt x="932662" y="1268632"/>
                      <a:pt x="0" y="968065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" name="Rectangle 7">
                <a:extLst>
                  <a:ext uri="{FF2B5EF4-FFF2-40B4-BE49-F238E27FC236}">
                    <a16:creationId xmlns:a16="http://schemas.microsoft.com/office/drawing/2014/main" id="{FEDB35AC-A131-073B-4AAD-8CD03D83EC3F}"/>
                  </a:ext>
                </a:extLst>
              </p:cNvPr>
              <p:cNvSpPr/>
              <p:nvPr/>
            </p:nvSpPr>
            <p:spPr>
              <a:xfrm rot="17188420" flipH="1">
                <a:off x="4450248" y="2270119"/>
                <a:ext cx="868238" cy="406435"/>
              </a:xfrm>
              <a:custGeom>
                <a:avLst/>
                <a:gdLst>
                  <a:gd name="connsiteX0" fmla="*/ 0 w 1007285"/>
                  <a:gd name="connsiteY0" fmla="*/ 0 h 94954"/>
                  <a:gd name="connsiteX1" fmla="*/ 1007285 w 1007285"/>
                  <a:gd name="connsiteY1" fmla="*/ 0 h 94954"/>
                  <a:gd name="connsiteX2" fmla="*/ 1007285 w 1007285"/>
                  <a:gd name="connsiteY2" fmla="*/ 94954 h 94954"/>
                  <a:gd name="connsiteX3" fmla="*/ 0 w 1007285"/>
                  <a:gd name="connsiteY3" fmla="*/ 94954 h 94954"/>
                  <a:gd name="connsiteX4" fmla="*/ 0 w 1007285"/>
                  <a:gd name="connsiteY4" fmla="*/ 0 h 94954"/>
                  <a:gd name="connsiteX0" fmla="*/ 2819400 w 3826685"/>
                  <a:gd name="connsiteY0" fmla="*/ 0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4" fmla="*/ 2819400 w 3826685"/>
                  <a:gd name="connsiteY4" fmla="*/ 0 h 869654"/>
                  <a:gd name="connsiteX0" fmla="*/ 0 w 3826685"/>
                  <a:gd name="connsiteY0" fmla="*/ 869654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968065 h 1033547"/>
                  <a:gd name="connsiteX1" fmla="*/ 3826685 w 3826685"/>
                  <a:gd name="connsiteY1" fmla="*/ 98411 h 1033547"/>
                  <a:gd name="connsiteX2" fmla="*/ 3826685 w 3826685"/>
                  <a:gd name="connsiteY2" fmla="*/ 193365 h 1033547"/>
                  <a:gd name="connsiteX3" fmla="*/ 0 w 3826685"/>
                  <a:gd name="connsiteY3" fmla="*/ 968065 h 1033547"/>
                  <a:gd name="connsiteX0" fmla="*/ 0 w 3826685"/>
                  <a:gd name="connsiteY0" fmla="*/ 968065 h 1013810"/>
                  <a:gd name="connsiteX1" fmla="*/ 3826685 w 3826685"/>
                  <a:gd name="connsiteY1" fmla="*/ 98411 h 1013810"/>
                  <a:gd name="connsiteX2" fmla="*/ 3826685 w 3826685"/>
                  <a:gd name="connsiteY2" fmla="*/ 193365 h 1013810"/>
                  <a:gd name="connsiteX3" fmla="*/ 0 w 3826685"/>
                  <a:gd name="connsiteY3" fmla="*/ 968065 h 1013810"/>
                  <a:gd name="connsiteX0" fmla="*/ 0 w 3826685"/>
                  <a:gd name="connsiteY0" fmla="*/ 968065 h 1012429"/>
                  <a:gd name="connsiteX1" fmla="*/ 3826685 w 3826685"/>
                  <a:gd name="connsiteY1" fmla="*/ 98411 h 1012429"/>
                  <a:gd name="connsiteX2" fmla="*/ 3826685 w 3826685"/>
                  <a:gd name="connsiteY2" fmla="*/ 193365 h 1012429"/>
                  <a:gd name="connsiteX3" fmla="*/ 0 w 3826685"/>
                  <a:gd name="connsiteY3" fmla="*/ 968065 h 101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6685" h="1012429">
                    <a:moveTo>
                      <a:pt x="0" y="968065"/>
                    </a:moveTo>
                    <a:cubicBezTo>
                      <a:pt x="1199362" y="1008380"/>
                      <a:pt x="2779723" y="-373704"/>
                      <a:pt x="3826685" y="98411"/>
                    </a:cubicBezTo>
                    <a:lnTo>
                      <a:pt x="3826685" y="193365"/>
                    </a:lnTo>
                    <a:cubicBezTo>
                      <a:pt x="2614623" y="-65927"/>
                      <a:pt x="932662" y="1268632"/>
                      <a:pt x="0" y="968065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5" name="Rectangle 7">
                <a:extLst>
                  <a:ext uri="{FF2B5EF4-FFF2-40B4-BE49-F238E27FC236}">
                    <a16:creationId xmlns:a16="http://schemas.microsoft.com/office/drawing/2014/main" id="{4FCE4294-40B2-1E9D-3A2C-40082410CD37}"/>
                  </a:ext>
                </a:extLst>
              </p:cNvPr>
              <p:cNvSpPr/>
              <p:nvPr/>
            </p:nvSpPr>
            <p:spPr>
              <a:xfrm rot="16546531" flipH="1">
                <a:off x="4454596" y="1250533"/>
                <a:ext cx="1032418" cy="483290"/>
              </a:xfrm>
              <a:custGeom>
                <a:avLst/>
                <a:gdLst>
                  <a:gd name="connsiteX0" fmla="*/ 0 w 1007285"/>
                  <a:gd name="connsiteY0" fmla="*/ 0 h 94954"/>
                  <a:gd name="connsiteX1" fmla="*/ 1007285 w 1007285"/>
                  <a:gd name="connsiteY1" fmla="*/ 0 h 94954"/>
                  <a:gd name="connsiteX2" fmla="*/ 1007285 w 1007285"/>
                  <a:gd name="connsiteY2" fmla="*/ 94954 h 94954"/>
                  <a:gd name="connsiteX3" fmla="*/ 0 w 1007285"/>
                  <a:gd name="connsiteY3" fmla="*/ 94954 h 94954"/>
                  <a:gd name="connsiteX4" fmla="*/ 0 w 1007285"/>
                  <a:gd name="connsiteY4" fmla="*/ 0 h 94954"/>
                  <a:gd name="connsiteX0" fmla="*/ 2819400 w 3826685"/>
                  <a:gd name="connsiteY0" fmla="*/ 0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4" fmla="*/ 2819400 w 3826685"/>
                  <a:gd name="connsiteY4" fmla="*/ 0 h 869654"/>
                  <a:gd name="connsiteX0" fmla="*/ 0 w 3826685"/>
                  <a:gd name="connsiteY0" fmla="*/ 869654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968065 h 1033547"/>
                  <a:gd name="connsiteX1" fmla="*/ 3826685 w 3826685"/>
                  <a:gd name="connsiteY1" fmla="*/ 98411 h 1033547"/>
                  <a:gd name="connsiteX2" fmla="*/ 3826685 w 3826685"/>
                  <a:gd name="connsiteY2" fmla="*/ 193365 h 1033547"/>
                  <a:gd name="connsiteX3" fmla="*/ 0 w 3826685"/>
                  <a:gd name="connsiteY3" fmla="*/ 968065 h 1033547"/>
                  <a:gd name="connsiteX0" fmla="*/ 0 w 3826685"/>
                  <a:gd name="connsiteY0" fmla="*/ 968065 h 1013810"/>
                  <a:gd name="connsiteX1" fmla="*/ 3826685 w 3826685"/>
                  <a:gd name="connsiteY1" fmla="*/ 98411 h 1013810"/>
                  <a:gd name="connsiteX2" fmla="*/ 3826685 w 3826685"/>
                  <a:gd name="connsiteY2" fmla="*/ 193365 h 1013810"/>
                  <a:gd name="connsiteX3" fmla="*/ 0 w 3826685"/>
                  <a:gd name="connsiteY3" fmla="*/ 968065 h 1013810"/>
                  <a:gd name="connsiteX0" fmla="*/ 0 w 3826685"/>
                  <a:gd name="connsiteY0" fmla="*/ 968065 h 1012429"/>
                  <a:gd name="connsiteX1" fmla="*/ 3826685 w 3826685"/>
                  <a:gd name="connsiteY1" fmla="*/ 98411 h 1012429"/>
                  <a:gd name="connsiteX2" fmla="*/ 3826685 w 3826685"/>
                  <a:gd name="connsiteY2" fmla="*/ 193365 h 1012429"/>
                  <a:gd name="connsiteX3" fmla="*/ 0 w 3826685"/>
                  <a:gd name="connsiteY3" fmla="*/ 968065 h 101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6685" h="1012429">
                    <a:moveTo>
                      <a:pt x="0" y="968065"/>
                    </a:moveTo>
                    <a:cubicBezTo>
                      <a:pt x="1199362" y="1008380"/>
                      <a:pt x="2779723" y="-373704"/>
                      <a:pt x="3826685" y="98411"/>
                    </a:cubicBezTo>
                    <a:lnTo>
                      <a:pt x="3826685" y="193365"/>
                    </a:lnTo>
                    <a:cubicBezTo>
                      <a:pt x="2614623" y="-65927"/>
                      <a:pt x="932662" y="1268632"/>
                      <a:pt x="0" y="968065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" name="Rectangle 59">
                <a:extLst>
                  <a:ext uri="{FF2B5EF4-FFF2-40B4-BE49-F238E27FC236}">
                    <a16:creationId xmlns:a16="http://schemas.microsoft.com/office/drawing/2014/main" id="{8AF0059D-882A-C7EA-410A-D54A2B484EF5}"/>
                  </a:ext>
                </a:extLst>
              </p:cNvPr>
              <p:cNvSpPr/>
              <p:nvPr/>
            </p:nvSpPr>
            <p:spPr>
              <a:xfrm rot="316924">
                <a:off x="4446016" y="969466"/>
                <a:ext cx="286726" cy="4005924"/>
              </a:xfrm>
              <a:custGeom>
                <a:avLst/>
                <a:gdLst>
                  <a:gd name="connsiteX0" fmla="*/ 0 w 196226"/>
                  <a:gd name="connsiteY0" fmla="*/ 0 h 3725706"/>
                  <a:gd name="connsiteX1" fmla="*/ 196226 w 196226"/>
                  <a:gd name="connsiteY1" fmla="*/ 0 h 3725706"/>
                  <a:gd name="connsiteX2" fmla="*/ 196226 w 196226"/>
                  <a:gd name="connsiteY2" fmla="*/ 3725706 h 3725706"/>
                  <a:gd name="connsiteX3" fmla="*/ 0 w 196226"/>
                  <a:gd name="connsiteY3" fmla="*/ 3725706 h 3725706"/>
                  <a:gd name="connsiteX4" fmla="*/ 0 w 196226"/>
                  <a:gd name="connsiteY4" fmla="*/ 0 h 3725706"/>
                  <a:gd name="connsiteX0" fmla="*/ 0 w 196226"/>
                  <a:gd name="connsiteY0" fmla="*/ 3725706 h 3725706"/>
                  <a:gd name="connsiteX1" fmla="*/ 196226 w 196226"/>
                  <a:gd name="connsiteY1" fmla="*/ 0 h 3725706"/>
                  <a:gd name="connsiteX2" fmla="*/ 196226 w 196226"/>
                  <a:gd name="connsiteY2" fmla="*/ 3725706 h 3725706"/>
                  <a:gd name="connsiteX3" fmla="*/ 0 w 196226"/>
                  <a:gd name="connsiteY3" fmla="*/ 3725706 h 3725706"/>
                  <a:gd name="connsiteX0" fmla="*/ 0 w 196226"/>
                  <a:gd name="connsiteY0" fmla="*/ 3741025 h 3741025"/>
                  <a:gd name="connsiteX1" fmla="*/ 177626 w 196226"/>
                  <a:gd name="connsiteY1" fmla="*/ 0 h 3741025"/>
                  <a:gd name="connsiteX2" fmla="*/ 196226 w 196226"/>
                  <a:gd name="connsiteY2" fmla="*/ 3741025 h 3741025"/>
                  <a:gd name="connsiteX3" fmla="*/ 0 w 196226"/>
                  <a:gd name="connsiteY3" fmla="*/ 3741025 h 3741025"/>
                  <a:gd name="connsiteX0" fmla="*/ 0 w 196226"/>
                  <a:gd name="connsiteY0" fmla="*/ 3760392 h 3760392"/>
                  <a:gd name="connsiteX1" fmla="*/ 165482 w 196226"/>
                  <a:gd name="connsiteY1" fmla="*/ 0 h 3760392"/>
                  <a:gd name="connsiteX2" fmla="*/ 196226 w 196226"/>
                  <a:gd name="connsiteY2" fmla="*/ 3760392 h 3760392"/>
                  <a:gd name="connsiteX3" fmla="*/ 0 w 196226"/>
                  <a:gd name="connsiteY3" fmla="*/ 3760392 h 3760392"/>
                  <a:gd name="connsiteX0" fmla="*/ 0 w 196226"/>
                  <a:gd name="connsiteY0" fmla="*/ 3760392 h 3760392"/>
                  <a:gd name="connsiteX1" fmla="*/ 165482 w 196226"/>
                  <a:gd name="connsiteY1" fmla="*/ 0 h 3760392"/>
                  <a:gd name="connsiteX2" fmla="*/ 196226 w 196226"/>
                  <a:gd name="connsiteY2" fmla="*/ 3760392 h 3760392"/>
                  <a:gd name="connsiteX3" fmla="*/ 0 w 196226"/>
                  <a:gd name="connsiteY3" fmla="*/ 3760392 h 3760392"/>
                  <a:gd name="connsiteX0" fmla="*/ 0 w 203788"/>
                  <a:gd name="connsiteY0" fmla="*/ 3760392 h 3760392"/>
                  <a:gd name="connsiteX1" fmla="*/ 165482 w 203788"/>
                  <a:gd name="connsiteY1" fmla="*/ 0 h 3760392"/>
                  <a:gd name="connsiteX2" fmla="*/ 196226 w 203788"/>
                  <a:gd name="connsiteY2" fmla="*/ 3760392 h 3760392"/>
                  <a:gd name="connsiteX3" fmla="*/ 0 w 203788"/>
                  <a:gd name="connsiteY3" fmla="*/ 3760392 h 3760392"/>
                  <a:gd name="connsiteX0" fmla="*/ 0 w 232892"/>
                  <a:gd name="connsiteY0" fmla="*/ 3742664 h 3760392"/>
                  <a:gd name="connsiteX1" fmla="*/ 194586 w 232892"/>
                  <a:gd name="connsiteY1" fmla="*/ 0 h 3760392"/>
                  <a:gd name="connsiteX2" fmla="*/ 225330 w 232892"/>
                  <a:gd name="connsiteY2" fmla="*/ 3760392 h 3760392"/>
                  <a:gd name="connsiteX3" fmla="*/ 0 w 232892"/>
                  <a:gd name="connsiteY3" fmla="*/ 3742664 h 3760392"/>
                  <a:gd name="connsiteX0" fmla="*/ 0 w 232030"/>
                  <a:gd name="connsiteY0" fmla="*/ 3742664 h 3914670"/>
                  <a:gd name="connsiteX1" fmla="*/ 194586 w 232030"/>
                  <a:gd name="connsiteY1" fmla="*/ 0 h 3914670"/>
                  <a:gd name="connsiteX2" fmla="*/ 223135 w 232030"/>
                  <a:gd name="connsiteY2" fmla="*/ 3914670 h 3914670"/>
                  <a:gd name="connsiteX3" fmla="*/ 0 w 232030"/>
                  <a:gd name="connsiteY3" fmla="*/ 3742664 h 3914670"/>
                  <a:gd name="connsiteX0" fmla="*/ 0 w 247137"/>
                  <a:gd name="connsiteY0" fmla="*/ 3905038 h 3914670"/>
                  <a:gd name="connsiteX1" fmla="*/ 209693 w 247137"/>
                  <a:gd name="connsiteY1" fmla="*/ 0 h 3914670"/>
                  <a:gd name="connsiteX2" fmla="*/ 238242 w 247137"/>
                  <a:gd name="connsiteY2" fmla="*/ 3914670 h 3914670"/>
                  <a:gd name="connsiteX3" fmla="*/ 0 w 247137"/>
                  <a:gd name="connsiteY3" fmla="*/ 3905038 h 3914670"/>
                  <a:gd name="connsiteX0" fmla="*/ 0 w 250938"/>
                  <a:gd name="connsiteY0" fmla="*/ 3905038 h 3972005"/>
                  <a:gd name="connsiteX1" fmla="*/ 209693 w 250938"/>
                  <a:gd name="connsiteY1" fmla="*/ 0 h 3972005"/>
                  <a:gd name="connsiteX2" fmla="*/ 247212 w 250938"/>
                  <a:gd name="connsiteY2" fmla="*/ 3972005 h 3972005"/>
                  <a:gd name="connsiteX3" fmla="*/ 0 w 250938"/>
                  <a:gd name="connsiteY3" fmla="*/ 3905038 h 3972005"/>
                  <a:gd name="connsiteX0" fmla="*/ 0 w 264616"/>
                  <a:gd name="connsiteY0" fmla="*/ 3940598 h 3972005"/>
                  <a:gd name="connsiteX1" fmla="*/ 223371 w 264616"/>
                  <a:gd name="connsiteY1" fmla="*/ 0 h 3972005"/>
                  <a:gd name="connsiteX2" fmla="*/ 260890 w 264616"/>
                  <a:gd name="connsiteY2" fmla="*/ 3972005 h 3972005"/>
                  <a:gd name="connsiteX3" fmla="*/ 0 w 264616"/>
                  <a:gd name="connsiteY3" fmla="*/ 3940598 h 3972005"/>
                  <a:gd name="connsiteX0" fmla="*/ 0 w 262936"/>
                  <a:gd name="connsiteY0" fmla="*/ 3974517 h 4005924"/>
                  <a:gd name="connsiteX1" fmla="*/ 220090 w 262936"/>
                  <a:gd name="connsiteY1" fmla="*/ 0 h 4005924"/>
                  <a:gd name="connsiteX2" fmla="*/ 260890 w 262936"/>
                  <a:gd name="connsiteY2" fmla="*/ 4005924 h 4005924"/>
                  <a:gd name="connsiteX3" fmla="*/ 0 w 262936"/>
                  <a:gd name="connsiteY3" fmla="*/ 3974517 h 4005924"/>
                  <a:gd name="connsiteX0" fmla="*/ 0 w 286726"/>
                  <a:gd name="connsiteY0" fmla="*/ 3974517 h 4005924"/>
                  <a:gd name="connsiteX1" fmla="*/ 220090 w 286726"/>
                  <a:gd name="connsiteY1" fmla="*/ 0 h 4005924"/>
                  <a:gd name="connsiteX2" fmla="*/ 260890 w 286726"/>
                  <a:gd name="connsiteY2" fmla="*/ 4005924 h 4005924"/>
                  <a:gd name="connsiteX3" fmla="*/ 0 w 286726"/>
                  <a:gd name="connsiteY3" fmla="*/ 3974517 h 4005924"/>
                  <a:gd name="connsiteX0" fmla="*/ 0 w 286726"/>
                  <a:gd name="connsiteY0" fmla="*/ 3974517 h 4065957"/>
                  <a:gd name="connsiteX1" fmla="*/ 220090 w 286726"/>
                  <a:gd name="connsiteY1" fmla="*/ 0 h 4065957"/>
                  <a:gd name="connsiteX2" fmla="*/ 260890 w 286726"/>
                  <a:gd name="connsiteY2" fmla="*/ 4005924 h 4065957"/>
                  <a:gd name="connsiteX3" fmla="*/ 91440 w 286726"/>
                  <a:gd name="connsiteY3" fmla="*/ 4065957 h 4065957"/>
                  <a:gd name="connsiteX0" fmla="*/ 0 w 286726"/>
                  <a:gd name="connsiteY0" fmla="*/ 3974517 h 4005924"/>
                  <a:gd name="connsiteX1" fmla="*/ 220090 w 286726"/>
                  <a:gd name="connsiteY1" fmla="*/ 0 h 4005924"/>
                  <a:gd name="connsiteX2" fmla="*/ 260890 w 286726"/>
                  <a:gd name="connsiteY2" fmla="*/ 4005924 h 4005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86726" h="4005924">
                    <a:moveTo>
                      <a:pt x="0" y="3974517"/>
                    </a:moveTo>
                    <a:cubicBezTo>
                      <a:pt x="55161" y="2721053"/>
                      <a:pt x="8137" y="1189886"/>
                      <a:pt x="220090" y="0"/>
                    </a:cubicBezTo>
                    <a:cubicBezTo>
                      <a:pt x="290188" y="1305877"/>
                      <a:pt x="306997" y="2627180"/>
                      <a:pt x="260890" y="4005924"/>
                    </a:cubicBezTo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0A260F28-E58E-99DD-7649-E84E09972CA7}"/>
                </a:ext>
              </a:extLst>
            </p:cNvPr>
            <p:cNvGrpSpPr/>
            <p:nvPr/>
          </p:nvGrpSpPr>
          <p:grpSpPr>
            <a:xfrm rot="21294633">
              <a:off x="3544846" y="407891"/>
              <a:ext cx="2233404" cy="4752318"/>
              <a:chOff x="3675319" y="223072"/>
              <a:chExt cx="2233404" cy="4752318"/>
            </a:xfrm>
            <a:grpFill/>
          </p:grpSpPr>
          <p:sp>
            <p:nvSpPr>
              <p:cNvPr id="121" name="Rectangle 2">
                <a:extLst>
                  <a:ext uri="{FF2B5EF4-FFF2-40B4-BE49-F238E27FC236}">
                    <a16:creationId xmlns:a16="http://schemas.microsoft.com/office/drawing/2014/main" id="{D0771F5D-A6A4-810F-F586-AAEF13EF2C33}"/>
                  </a:ext>
                </a:extLst>
              </p:cNvPr>
              <p:cNvSpPr/>
              <p:nvPr/>
            </p:nvSpPr>
            <p:spPr>
              <a:xfrm>
                <a:off x="3675319" y="223072"/>
                <a:ext cx="2233404" cy="3466598"/>
              </a:xfrm>
              <a:custGeom>
                <a:avLst/>
                <a:gdLst>
                  <a:gd name="connsiteX0" fmla="*/ 0 w 542441"/>
                  <a:gd name="connsiteY0" fmla="*/ 0 h 895027"/>
                  <a:gd name="connsiteX1" fmla="*/ 542441 w 542441"/>
                  <a:gd name="connsiteY1" fmla="*/ 0 h 895027"/>
                  <a:gd name="connsiteX2" fmla="*/ 542441 w 542441"/>
                  <a:gd name="connsiteY2" fmla="*/ 895027 h 895027"/>
                  <a:gd name="connsiteX3" fmla="*/ 0 w 542441"/>
                  <a:gd name="connsiteY3" fmla="*/ 895027 h 895027"/>
                  <a:gd name="connsiteX4" fmla="*/ 0 w 542441"/>
                  <a:gd name="connsiteY4" fmla="*/ 0 h 895027"/>
                  <a:gd name="connsiteX0" fmla="*/ 0 w 834541"/>
                  <a:gd name="connsiteY0" fmla="*/ 635000 h 895027"/>
                  <a:gd name="connsiteX1" fmla="*/ 834541 w 834541"/>
                  <a:gd name="connsiteY1" fmla="*/ 0 h 895027"/>
                  <a:gd name="connsiteX2" fmla="*/ 834541 w 834541"/>
                  <a:gd name="connsiteY2" fmla="*/ 895027 h 895027"/>
                  <a:gd name="connsiteX3" fmla="*/ 292100 w 834541"/>
                  <a:gd name="connsiteY3" fmla="*/ 895027 h 895027"/>
                  <a:gd name="connsiteX4" fmla="*/ 0 w 834541"/>
                  <a:gd name="connsiteY4" fmla="*/ 635000 h 895027"/>
                  <a:gd name="connsiteX0" fmla="*/ 152400 w 986941"/>
                  <a:gd name="connsiteY0" fmla="*/ 635000 h 1885627"/>
                  <a:gd name="connsiteX1" fmla="*/ 986941 w 986941"/>
                  <a:gd name="connsiteY1" fmla="*/ 0 h 1885627"/>
                  <a:gd name="connsiteX2" fmla="*/ 986941 w 986941"/>
                  <a:gd name="connsiteY2" fmla="*/ 895027 h 1885627"/>
                  <a:gd name="connsiteX3" fmla="*/ 0 w 986941"/>
                  <a:gd name="connsiteY3" fmla="*/ 1885627 h 1885627"/>
                  <a:gd name="connsiteX4" fmla="*/ 152400 w 986941"/>
                  <a:gd name="connsiteY4" fmla="*/ 635000 h 1885627"/>
                  <a:gd name="connsiteX0" fmla="*/ 152400 w 986941"/>
                  <a:gd name="connsiteY0" fmla="*/ 635000 h 1974527"/>
                  <a:gd name="connsiteX1" fmla="*/ 986941 w 986941"/>
                  <a:gd name="connsiteY1" fmla="*/ 0 h 1974527"/>
                  <a:gd name="connsiteX2" fmla="*/ 237641 w 986941"/>
                  <a:gd name="connsiteY2" fmla="*/ 1974527 h 1974527"/>
                  <a:gd name="connsiteX3" fmla="*/ 0 w 986941"/>
                  <a:gd name="connsiteY3" fmla="*/ 1885627 h 1974527"/>
                  <a:gd name="connsiteX4" fmla="*/ 152400 w 986941"/>
                  <a:gd name="connsiteY4" fmla="*/ 635000 h 1974527"/>
                  <a:gd name="connsiteX0" fmla="*/ 152400 w 402741"/>
                  <a:gd name="connsiteY0" fmla="*/ 0 h 1339527"/>
                  <a:gd name="connsiteX1" fmla="*/ 402741 w 402741"/>
                  <a:gd name="connsiteY1" fmla="*/ 63500 h 1339527"/>
                  <a:gd name="connsiteX2" fmla="*/ 237641 w 402741"/>
                  <a:gd name="connsiteY2" fmla="*/ 1339527 h 1339527"/>
                  <a:gd name="connsiteX3" fmla="*/ 0 w 402741"/>
                  <a:gd name="connsiteY3" fmla="*/ 1250627 h 1339527"/>
                  <a:gd name="connsiteX4" fmla="*/ 152400 w 402741"/>
                  <a:gd name="connsiteY4" fmla="*/ 0 h 1339527"/>
                  <a:gd name="connsiteX0" fmla="*/ 152400 w 402741"/>
                  <a:gd name="connsiteY0" fmla="*/ 131276 h 1470803"/>
                  <a:gd name="connsiteX1" fmla="*/ 402741 w 402741"/>
                  <a:gd name="connsiteY1" fmla="*/ 194776 h 1470803"/>
                  <a:gd name="connsiteX2" fmla="*/ 237641 w 402741"/>
                  <a:gd name="connsiteY2" fmla="*/ 1470803 h 1470803"/>
                  <a:gd name="connsiteX3" fmla="*/ 0 w 402741"/>
                  <a:gd name="connsiteY3" fmla="*/ 1381903 h 1470803"/>
                  <a:gd name="connsiteX4" fmla="*/ 152400 w 402741"/>
                  <a:gd name="connsiteY4" fmla="*/ 131276 h 1470803"/>
                  <a:gd name="connsiteX0" fmla="*/ 187527 w 437868"/>
                  <a:gd name="connsiteY0" fmla="*/ 395743 h 1735270"/>
                  <a:gd name="connsiteX1" fmla="*/ 4604 w 437868"/>
                  <a:gd name="connsiteY1" fmla="*/ 450 h 1735270"/>
                  <a:gd name="connsiteX2" fmla="*/ 437868 w 437868"/>
                  <a:gd name="connsiteY2" fmla="*/ 459243 h 1735270"/>
                  <a:gd name="connsiteX3" fmla="*/ 272768 w 437868"/>
                  <a:gd name="connsiteY3" fmla="*/ 1735270 h 1735270"/>
                  <a:gd name="connsiteX4" fmla="*/ 35127 w 437868"/>
                  <a:gd name="connsiteY4" fmla="*/ 1646370 h 1735270"/>
                  <a:gd name="connsiteX5" fmla="*/ 187527 w 437868"/>
                  <a:gd name="connsiteY5" fmla="*/ 395743 h 1735270"/>
                  <a:gd name="connsiteX0" fmla="*/ 187527 w 827895"/>
                  <a:gd name="connsiteY0" fmla="*/ 397043 h 1736570"/>
                  <a:gd name="connsiteX1" fmla="*/ 4604 w 827895"/>
                  <a:gd name="connsiteY1" fmla="*/ 1750 h 1736570"/>
                  <a:gd name="connsiteX2" fmla="*/ 819944 w 827895"/>
                  <a:gd name="connsiteY2" fmla="*/ 390370 h 1736570"/>
                  <a:gd name="connsiteX3" fmla="*/ 437868 w 827895"/>
                  <a:gd name="connsiteY3" fmla="*/ 460543 h 1736570"/>
                  <a:gd name="connsiteX4" fmla="*/ 272768 w 827895"/>
                  <a:gd name="connsiteY4" fmla="*/ 1736570 h 1736570"/>
                  <a:gd name="connsiteX5" fmla="*/ 35127 w 827895"/>
                  <a:gd name="connsiteY5" fmla="*/ 1647670 h 1736570"/>
                  <a:gd name="connsiteX6" fmla="*/ 187527 w 827895"/>
                  <a:gd name="connsiteY6" fmla="*/ 397043 h 1736570"/>
                  <a:gd name="connsiteX0" fmla="*/ 187527 w 1079717"/>
                  <a:gd name="connsiteY0" fmla="*/ 399939 h 1739466"/>
                  <a:gd name="connsiteX1" fmla="*/ 4604 w 1079717"/>
                  <a:gd name="connsiteY1" fmla="*/ 4646 h 1739466"/>
                  <a:gd name="connsiteX2" fmla="*/ 1048544 w 1079717"/>
                  <a:gd name="connsiteY2" fmla="*/ 164666 h 1739466"/>
                  <a:gd name="connsiteX3" fmla="*/ 819944 w 1079717"/>
                  <a:gd name="connsiteY3" fmla="*/ 393266 h 1739466"/>
                  <a:gd name="connsiteX4" fmla="*/ 437868 w 1079717"/>
                  <a:gd name="connsiteY4" fmla="*/ 463439 h 1739466"/>
                  <a:gd name="connsiteX5" fmla="*/ 272768 w 1079717"/>
                  <a:gd name="connsiteY5" fmla="*/ 1739466 h 1739466"/>
                  <a:gd name="connsiteX6" fmla="*/ 35127 w 1079717"/>
                  <a:gd name="connsiteY6" fmla="*/ 1650566 h 1739466"/>
                  <a:gd name="connsiteX7" fmla="*/ 187527 w 1079717"/>
                  <a:gd name="connsiteY7" fmla="*/ 399939 h 1739466"/>
                  <a:gd name="connsiteX0" fmla="*/ 187527 w 1491624"/>
                  <a:gd name="connsiteY0" fmla="*/ 447497 h 1787024"/>
                  <a:gd name="connsiteX1" fmla="*/ 4604 w 1491624"/>
                  <a:gd name="connsiteY1" fmla="*/ 52204 h 1787024"/>
                  <a:gd name="connsiteX2" fmla="*/ 1460024 w 1491624"/>
                  <a:gd name="connsiteY2" fmla="*/ 14104 h 1787024"/>
                  <a:gd name="connsiteX3" fmla="*/ 1048544 w 1491624"/>
                  <a:gd name="connsiteY3" fmla="*/ 212224 h 1787024"/>
                  <a:gd name="connsiteX4" fmla="*/ 819944 w 1491624"/>
                  <a:gd name="connsiteY4" fmla="*/ 440824 h 1787024"/>
                  <a:gd name="connsiteX5" fmla="*/ 437868 w 1491624"/>
                  <a:gd name="connsiteY5" fmla="*/ 510997 h 1787024"/>
                  <a:gd name="connsiteX6" fmla="*/ 272768 w 1491624"/>
                  <a:gd name="connsiteY6" fmla="*/ 1787024 h 1787024"/>
                  <a:gd name="connsiteX7" fmla="*/ 35127 w 1491624"/>
                  <a:gd name="connsiteY7" fmla="*/ 1698124 h 1787024"/>
                  <a:gd name="connsiteX8" fmla="*/ 187527 w 1491624"/>
                  <a:gd name="connsiteY8" fmla="*/ 447497 h 1787024"/>
                  <a:gd name="connsiteX0" fmla="*/ 712105 w 2004462"/>
                  <a:gd name="connsiteY0" fmla="*/ 791623 h 2131150"/>
                  <a:gd name="connsiteX1" fmla="*/ 529182 w 2004462"/>
                  <a:gd name="connsiteY1" fmla="*/ 396330 h 2131150"/>
                  <a:gd name="connsiteX2" fmla="*/ 49121 w 2004462"/>
                  <a:gd name="connsiteY2" fmla="*/ 90 h 2131150"/>
                  <a:gd name="connsiteX3" fmla="*/ 1984602 w 2004462"/>
                  <a:gd name="connsiteY3" fmla="*/ 358230 h 2131150"/>
                  <a:gd name="connsiteX4" fmla="*/ 1573122 w 2004462"/>
                  <a:gd name="connsiteY4" fmla="*/ 556350 h 2131150"/>
                  <a:gd name="connsiteX5" fmla="*/ 1344522 w 2004462"/>
                  <a:gd name="connsiteY5" fmla="*/ 784950 h 2131150"/>
                  <a:gd name="connsiteX6" fmla="*/ 962446 w 2004462"/>
                  <a:gd name="connsiteY6" fmla="*/ 855123 h 2131150"/>
                  <a:gd name="connsiteX7" fmla="*/ 797346 w 2004462"/>
                  <a:gd name="connsiteY7" fmla="*/ 2131150 h 2131150"/>
                  <a:gd name="connsiteX8" fmla="*/ 559705 w 2004462"/>
                  <a:gd name="connsiteY8" fmla="*/ 2042250 h 2131150"/>
                  <a:gd name="connsiteX9" fmla="*/ 712105 w 2004462"/>
                  <a:gd name="connsiteY9" fmla="*/ 791623 h 2131150"/>
                  <a:gd name="connsiteX0" fmla="*/ 712105 w 2263745"/>
                  <a:gd name="connsiteY0" fmla="*/ 1036197 h 2375724"/>
                  <a:gd name="connsiteX1" fmla="*/ 529182 w 2263745"/>
                  <a:gd name="connsiteY1" fmla="*/ 640904 h 2375724"/>
                  <a:gd name="connsiteX2" fmla="*/ 49121 w 2263745"/>
                  <a:gd name="connsiteY2" fmla="*/ 244664 h 2375724"/>
                  <a:gd name="connsiteX3" fmla="*/ 2152241 w 2263745"/>
                  <a:gd name="connsiteY3" fmla="*/ 8444 h 2375724"/>
                  <a:gd name="connsiteX4" fmla="*/ 1984602 w 2263745"/>
                  <a:gd name="connsiteY4" fmla="*/ 602804 h 2375724"/>
                  <a:gd name="connsiteX5" fmla="*/ 1573122 w 2263745"/>
                  <a:gd name="connsiteY5" fmla="*/ 800924 h 2375724"/>
                  <a:gd name="connsiteX6" fmla="*/ 1344522 w 2263745"/>
                  <a:gd name="connsiteY6" fmla="*/ 1029524 h 2375724"/>
                  <a:gd name="connsiteX7" fmla="*/ 962446 w 2263745"/>
                  <a:gd name="connsiteY7" fmla="*/ 1099697 h 2375724"/>
                  <a:gd name="connsiteX8" fmla="*/ 797346 w 2263745"/>
                  <a:gd name="connsiteY8" fmla="*/ 2375724 h 2375724"/>
                  <a:gd name="connsiteX9" fmla="*/ 559705 w 2263745"/>
                  <a:gd name="connsiteY9" fmla="*/ 2286824 h 2375724"/>
                  <a:gd name="connsiteX10" fmla="*/ 712105 w 2263745"/>
                  <a:gd name="connsiteY10" fmla="*/ 1036197 h 2375724"/>
                  <a:gd name="connsiteX0" fmla="*/ 712105 w 2247494"/>
                  <a:gd name="connsiteY0" fmla="*/ 1590010 h 2929537"/>
                  <a:gd name="connsiteX1" fmla="*/ 529182 w 2247494"/>
                  <a:gd name="connsiteY1" fmla="*/ 1194717 h 2929537"/>
                  <a:gd name="connsiteX2" fmla="*/ 49121 w 2247494"/>
                  <a:gd name="connsiteY2" fmla="*/ 798477 h 2929537"/>
                  <a:gd name="connsiteX3" fmla="*/ 2087471 w 2247494"/>
                  <a:gd name="connsiteY3" fmla="*/ 2187 h 2929537"/>
                  <a:gd name="connsiteX4" fmla="*/ 2152241 w 2247494"/>
                  <a:gd name="connsiteY4" fmla="*/ 562257 h 2929537"/>
                  <a:gd name="connsiteX5" fmla="*/ 1984602 w 2247494"/>
                  <a:gd name="connsiteY5" fmla="*/ 1156617 h 2929537"/>
                  <a:gd name="connsiteX6" fmla="*/ 1573122 w 2247494"/>
                  <a:gd name="connsiteY6" fmla="*/ 1354737 h 2929537"/>
                  <a:gd name="connsiteX7" fmla="*/ 1344522 w 2247494"/>
                  <a:gd name="connsiteY7" fmla="*/ 1583337 h 2929537"/>
                  <a:gd name="connsiteX8" fmla="*/ 962446 w 2247494"/>
                  <a:gd name="connsiteY8" fmla="*/ 1653510 h 2929537"/>
                  <a:gd name="connsiteX9" fmla="*/ 797346 w 2247494"/>
                  <a:gd name="connsiteY9" fmla="*/ 2929537 h 2929537"/>
                  <a:gd name="connsiteX10" fmla="*/ 559705 w 2247494"/>
                  <a:gd name="connsiteY10" fmla="*/ 2840637 h 2929537"/>
                  <a:gd name="connsiteX11" fmla="*/ 712105 w 2247494"/>
                  <a:gd name="connsiteY11" fmla="*/ 1590010 h 2929537"/>
                  <a:gd name="connsiteX0" fmla="*/ 759565 w 2275936"/>
                  <a:gd name="connsiteY0" fmla="*/ 1588303 h 2927830"/>
                  <a:gd name="connsiteX1" fmla="*/ 576642 w 2275936"/>
                  <a:gd name="connsiteY1" fmla="*/ 1193010 h 2927830"/>
                  <a:gd name="connsiteX2" fmla="*/ 96581 w 2275936"/>
                  <a:gd name="connsiteY2" fmla="*/ 796770 h 2927830"/>
                  <a:gd name="connsiteX3" fmla="*/ 191831 w 2275936"/>
                  <a:gd name="connsiteY3" fmla="*/ 190981 h 2927830"/>
                  <a:gd name="connsiteX4" fmla="*/ 2134931 w 2275936"/>
                  <a:gd name="connsiteY4" fmla="*/ 480 h 2927830"/>
                  <a:gd name="connsiteX5" fmla="*/ 2199701 w 2275936"/>
                  <a:gd name="connsiteY5" fmla="*/ 560550 h 2927830"/>
                  <a:gd name="connsiteX6" fmla="*/ 2032062 w 2275936"/>
                  <a:gd name="connsiteY6" fmla="*/ 1154910 h 2927830"/>
                  <a:gd name="connsiteX7" fmla="*/ 1620582 w 2275936"/>
                  <a:gd name="connsiteY7" fmla="*/ 1353030 h 2927830"/>
                  <a:gd name="connsiteX8" fmla="*/ 1391982 w 2275936"/>
                  <a:gd name="connsiteY8" fmla="*/ 1581630 h 2927830"/>
                  <a:gd name="connsiteX9" fmla="*/ 1009906 w 2275936"/>
                  <a:gd name="connsiteY9" fmla="*/ 1651803 h 2927830"/>
                  <a:gd name="connsiteX10" fmla="*/ 844806 w 2275936"/>
                  <a:gd name="connsiteY10" fmla="*/ 2927830 h 2927830"/>
                  <a:gd name="connsiteX11" fmla="*/ 607165 w 2275936"/>
                  <a:gd name="connsiteY11" fmla="*/ 2838930 h 2927830"/>
                  <a:gd name="connsiteX12" fmla="*/ 759565 w 2275936"/>
                  <a:gd name="connsiteY12" fmla="*/ 1588303 h 2927830"/>
                  <a:gd name="connsiteX0" fmla="*/ 759565 w 2270304"/>
                  <a:gd name="connsiteY0" fmla="*/ 1632823 h 2972350"/>
                  <a:gd name="connsiteX1" fmla="*/ 576642 w 2270304"/>
                  <a:gd name="connsiteY1" fmla="*/ 1237530 h 2972350"/>
                  <a:gd name="connsiteX2" fmla="*/ 96581 w 2270304"/>
                  <a:gd name="connsiteY2" fmla="*/ 841290 h 2972350"/>
                  <a:gd name="connsiteX3" fmla="*/ 191831 w 2270304"/>
                  <a:gd name="connsiteY3" fmla="*/ 235501 h 2972350"/>
                  <a:gd name="connsiteX4" fmla="*/ 410906 w 2270304"/>
                  <a:gd name="connsiteY4" fmla="*/ 35475 h 2972350"/>
                  <a:gd name="connsiteX5" fmla="*/ 2134931 w 2270304"/>
                  <a:gd name="connsiteY5" fmla="*/ 45000 h 2972350"/>
                  <a:gd name="connsiteX6" fmla="*/ 2199701 w 2270304"/>
                  <a:gd name="connsiteY6" fmla="*/ 605070 h 2972350"/>
                  <a:gd name="connsiteX7" fmla="*/ 2032062 w 2270304"/>
                  <a:gd name="connsiteY7" fmla="*/ 1199430 h 2972350"/>
                  <a:gd name="connsiteX8" fmla="*/ 1620582 w 2270304"/>
                  <a:gd name="connsiteY8" fmla="*/ 1397550 h 2972350"/>
                  <a:gd name="connsiteX9" fmla="*/ 1391982 w 2270304"/>
                  <a:gd name="connsiteY9" fmla="*/ 1626150 h 2972350"/>
                  <a:gd name="connsiteX10" fmla="*/ 1009906 w 2270304"/>
                  <a:gd name="connsiteY10" fmla="*/ 1696323 h 2972350"/>
                  <a:gd name="connsiteX11" fmla="*/ 844806 w 2270304"/>
                  <a:gd name="connsiteY11" fmla="*/ 2972350 h 2972350"/>
                  <a:gd name="connsiteX12" fmla="*/ 607165 w 2270304"/>
                  <a:gd name="connsiteY12" fmla="*/ 2883450 h 2972350"/>
                  <a:gd name="connsiteX13" fmla="*/ 759565 w 2270304"/>
                  <a:gd name="connsiteY13" fmla="*/ 1632823 h 2972350"/>
                  <a:gd name="connsiteX0" fmla="*/ 759565 w 2231157"/>
                  <a:gd name="connsiteY0" fmla="*/ 2216476 h 3556003"/>
                  <a:gd name="connsiteX1" fmla="*/ 576642 w 2231157"/>
                  <a:gd name="connsiteY1" fmla="*/ 1821183 h 3556003"/>
                  <a:gd name="connsiteX2" fmla="*/ 96581 w 2231157"/>
                  <a:gd name="connsiteY2" fmla="*/ 1424943 h 3556003"/>
                  <a:gd name="connsiteX3" fmla="*/ 191831 w 2231157"/>
                  <a:gd name="connsiteY3" fmla="*/ 819154 h 3556003"/>
                  <a:gd name="connsiteX4" fmla="*/ 410906 w 2231157"/>
                  <a:gd name="connsiteY4" fmla="*/ 619128 h 3556003"/>
                  <a:gd name="connsiteX5" fmla="*/ 325181 w 2231157"/>
                  <a:gd name="connsiteY5" fmla="*/ 3 h 3556003"/>
                  <a:gd name="connsiteX6" fmla="*/ 2134931 w 2231157"/>
                  <a:gd name="connsiteY6" fmla="*/ 628653 h 3556003"/>
                  <a:gd name="connsiteX7" fmla="*/ 2199701 w 2231157"/>
                  <a:gd name="connsiteY7" fmla="*/ 1188723 h 3556003"/>
                  <a:gd name="connsiteX8" fmla="*/ 2032062 w 2231157"/>
                  <a:gd name="connsiteY8" fmla="*/ 1783083 h 3556003"/>
                  <a:gd name="connsiteX9" fmla="*/ 1620582 w 2231157"/>
                  <a:gd name="connsiteY9" fmla="*/ 1981203 h 3556003"/>
                  <a:gd name="connsiteX10" fmla="*/ 1391982 w 2231157"/>
                  <a:gd name="connsiteY10" fmla="*/ 2209803 h 3556003"/>
                  <a:gd name="connsiteX11" fmla="*/ 1009906 w 2231157"/>
                  <a:gd name="connsiteY11" fmla="*/ 2279976 h 3556003"/>
                  <a:gd name="connsiteX12" fmla="*/ 844806 w 2231157"/>
                  <a:gd name="connsiteY12" fmla="*/ 3556003 h 3556003"/>
                  <a:gd name="connsiteX13" fmla="*/ 607165 w 2231157"/>
                  <a:gd name="connsiteY13" fmla="*/ 3467103 h 3556003"/>
                  <a:gd name="connsiteX14" fmla="*/ 759565 w 2231157"/>
                  <a:gd name="connsiteY14" fmla="*/ 2216476 h 3556003"/>
                  <a:gd name="connsiteX0" fmla="*/ 759565 w 2209496"/>
                  <a:gd name="connsiteY0" fmla="*/ 2373929 h 3713456"/>
                  <a:gd name="connsiteX1" fmla="*/ 576642 w 2209496"/>
                  <a:gd name="connsiteY1" fmla="*/ 1978636 h 3713456"/>
                  <a:gd name="connsiteX2" fmla="*/ 96581 w 2209496"/>
                  <a:gd name="connsiteY2" fmla="*/ 1582396 h 3713456"/>
                  <a:gd name="connsiteX3" fmla="*/ 191831 w 2209496"/>
                  <a:gd name="connsiteY3" fmla="*/ 976607 h 3713456"/>
                  <a:gd name="connsiteX4" fmla="*/ 410906 w 2209496"/>
                  <a:gd name="connsiteY4" fmla="*/ 776581 h 3713456"/>
                  <a:gd name="connsiteX5" fmla="*/ 325181 w 2209496"/>
                  <a:gd name="connsiteY5" fmla="*/ 157456 h 3713456"/>
                  <a:gd name="connsiteX6" fmla="*/ 1772982 w 2209496"/>
                  <a:gd name="connsiteY6" fmla="*/ 30457 h 3713456"/>
                  <a:gd name="connsiteX7" fmla="*/ 2134931 w 2209496"/>
                  <a:gd name="connsiteY7" fmla="*/ 786106 h 3713456"/>
                  <a:gd name="connsiteX8" fmla="*/ 2199701 w 2209496"/>
                  <a:gd name="connsiteY8" fmla="*/ 1346176 h 3713456"/>
                  <a:gd name="connsiteX9" fmla="*/ 2032062 w 2209496"/>
                  <a:gd name="connsiteY9" fmla="*/ 1940536 h 3713456"/>
                  <a:gd name="connsiteX10" fmla="*/ 1620582 w 2209496"/>
                  <a:gd name="connsiteY10" fmla="*/ 2138656 h 3713456"/>
                  <a:gd name="connsiteX11" fmla="*/ 1391982 w 2209496"/>
                  <a:gd name="connsiteY11" fmla="*/ 2367256 h 3713456"/>
                  <a:gd name="connsiteX12" fmla="*/ 1009906 w 2209496"/>
                  <a:gd name="connsiteY12" fmla="*/ 2437429 h 3713456"/>
                  <a:gd name="connsiteX13" fmla="*/ 844806 w 2209496"/>
                  <a:gd name="connsiteY13" fmla="*/ 3713456 h 3713456"/>
                  <a:gd name="connsiteX14" fmla="*/ 607165 w 2209496"/>
                  <a:gd name="connsiteY14" fmla="*/ 3624556 h 3713456"/>
                  <a:gd name="connsiteX15" fmla="*/ 759565 w 2209496"/>
                  <a:gd name="connsiteY15" fmla="*/ 2373929 h 3713456"/>
                  <a:gd name="connsiteX0" fmla="*/ 759565 w 2209496"/>
                  <a:gd name="connsiteY0" fmla="*/ 2801590 h 4141117"/>
                  <a:gd name="connsiteX1" fmla="*/ 576642 w 2209496"/>
                  <a:gd name="connsiteY1" fmla="*/ 2406297 h 4141117"/>
                  <a:gd name="connsiteX2" fmla="*/ 96581 w 2209496"/>
                  <a:gd name="connsiteY2" fmla="*/ 2010057 h 4141117"/>
                  <a:gd name="connsiteX3" fmla="*/ 191831 w 2209496"/>
                  <a:gd name="connsiteY3" fmla="*/ 1404268 h 4141117"/>
                  <a:gd name="connsiteX4" fmla="*/ 410906 w 2209496"/>
                  <a:gd name="connsiteY4" fmla="*/ 1204242 h 4141117"/>
                  <a:gd name="connsiteX5" fmla="*/ 325181 w 2209496"/>
                  <a:gd name="connsiteY5" fmla="*/ 585117 h 4141117"/>
                  <a:gd name="connsiteX6" fmla="*/ 1557082 w 2209496"/>
                  <a:gd name="connsiteY6" fmla="*/ 918 h 4141117"/>
                  <a:gd name="connsiteX7" fmla="*/ 1772982 w 2209496"/>
                  <a:gd name="connsiteY7" fmla="*/ 458118 h 4141117"/>
                  <a:gd name="connsiteX8" fmla="*/ 2134931 w 2209496"/>
                  <a:gd name="connsiteY8" fmla="*/ 1213767 h 4141117"/>
                  <a:gd name="connsiteX9" fmla="*/ 2199701 w 2209496"/>
                  <a:gd name="connsiteY9" fmla="*/ 1773837 h 4141117"/>
                  <a:gd name="connsiteX10" fmla="*/ 2032062 w 2209496"/>
                  <a:gd name="connsiteY10" fmla="*/ 2368197 h 4141117"/>
                  <a:gd name="connsiteX11" fmla="*/ 1620582 w 2209496"/>
                  <a:gd name="connsiteY11" fmla="*/ 2566317 h 4141117"/>
                  <a:gd name="connsiteX12" fmla="*/ 1391982 w 2209496"/>
                  <a:gd name="connsiteY12" fmla="*/ 2794917 h 4141117"/>
                  <a:gd name="connsiteX13" fmla="*/ 1009906 w 2209496"/>
                  <a:gd name="connsiteY13" fmla="*/ 2865090 h 4141117"/>
                  <a:gd name="connsiteX14" fmla="*/ 844806 w 2209496"/>
                  <a:gd name="connsiteY14" fmla="*/ 4141117 h 4141117"/>
                  <a:gd name="connsiteX15" fmla="*/ 607165 w 2209496"/>
                  <a:gd name="connsiteY15" fmla="*/ 4052217 h 4141117"/>
                  <a:gd name="connsiteX16" fmla="*/ 759565 w 2209496"/>
                  <a:gd name="connsiteY16" fmla="*/ 2801590 h 4141117"/>
                  <a:gd name="connsiteX0" fmla="*/ 759565 w 2209496"/>
                  <a:gd name="connsiteY0" fmla="*/ 2800780 h 4140307"/>
                  <a:gd name="connsiteX1" fmla="*/ 576642 w 2209496"/>
                  <a:gd name="connsiteY1" fmla="*/ 2405487 h 4140307"/>
                  <a:gd name="connsiteX2" fmla="*/ 96581 w 2209496"/>
                  <a:gd name="connsiteY2" fmla="*/ 2009247 h 4140307"/>
                  <a:gd name="connsiteX3" fmla="*/ 191831 w 2209496"/>
                  <a:gd name="connsiteY3" fmla="*/ 1403458 h 4140307"/>
                  <a:gd name="connsiteX4" fmla="*/ 410906 w 2209496"/>
                  <a:gd name="connsiteY4" fmla="*/ 1203432 h 4140307"/>
                  <a:gd name="connsiteX5" fmla="*/ 325181 w 2209496"/>
                  <a:gd name="connsiteY5" fmla="*/ 584307 h 4140307"/>
                  <a:gd name="connsiteX6" fmla="*/ 96582 w 2209496"/>
                  <a:gd name="connsiteY6" fmla="*/ 368409 h 4140307"/>
                  <a:gd name="connsiteX7" fmla="*/ 1557082 w 2209496"/>
                  <a:gd name="connsiteY7" fmla="*/ 108 h 4140307"/>
                  <a:gd name="connsiteX8" fmla="*/ 1772982 w 2209496"/>
                  <a:gd name="connsiteY8" fmla="*/ 457308 h 4140307"/>
                  <a:gd name="connsiteX9" fmla="*/ 2134931 w 2209496"/>
                  <a:gd name="connsiteY9" fmla="*/ 1212957 h 4140307"/>
                  <a:gd name="connsiteX10" fmla="*/ 2199701 w 2209496"/>
                  <a:gd name="connsiteY10" fmla="*/ 1773027 h 4140307"/>
                  <a:gd name="connsiteX11" fmla="*/ 2032062 w 2209496"/>
                  <a:gd name="connsiteY11" fmla="*/ 2367387 h 4140307"/>
                  <a:gd name="connsiteX12" fmla="*/ 1620582 w 2209496"/>
                  <a:gd name="connsiteY12" fmla="*/ 2565507 h 4140307"/>
                  <a:gd name="connsiteX13" fmla="*/ 1391982 w 2209496"/>
                  <a:gd name="connsiteY13" fmla="*/ 2794107 h 4140307"/>
                  <a:gd name="connsiteX14" fmla="*/ 1009906 w 2209496"/>
                  <a:gd name="connsiteY14" fmla="*/ 2864280 h 4140307"/>
                  <a:gd name="connsiteX15" fmla="*/ 844806 w 2209496"/>
                  <a:gd name="connsiteY15" fmla="*/ 4140307 h 4140307"/>
                  <a:gd name="connsiteX16" fmla="*/ 607165 w 2209496"/>
                  <a:gd name="connsiteY16" fmla="*/ 4051407 h 4140307"/>
                  <a:gd name="connsiteX17" fmla="*/ 759565 w 2209496"/>
                  <a:gd name="connsiteY17" fmla="*/ 2800780 h 4140307"/>
                  <a:gd name="connsiteX0" fmla="*/ 759565 w 2209496"/>
                  <a:gd name="connsiteY0" fmla="*/ 2886104 h 4225631"/>
                  <a:gd name="connsiteX1" fmla="*/ 576642 w 2209496"/>
                  <a:gd name="connsiteY1" fmla="*/ 2490811 h 4225631"/>
                  <a:gd name="connsiteX2" fmla="*/ 96581 w 2209496"/>
                  <a:gd name="connsiteY2" fmla="*/ 2094571 h 4225631"/>
                  <a:gd name="connsiteX3" fmla="*/ 191831 w 2209496"/>
                  <a:gd name="connsiteY3" fmla="*/ 1488782 h 4225631"/>
                  <a:gd name="connsiteX4" fmla="*/ 410906 w 2209496"/>
                  <a:gd name="connsiteY4" fmla="*/ 1288756 h 4225631"/>
                  <a:gd name="connsiteX5" fmla="*/ 325181 w 2209496"/>
                  <a:gd name="connsiteY5" fmla="*/ 669631 h 4225631"/>
                  <a:gd name="connsiteX6" fmla="*/ 96582 w 2209496"/>
                  <a:gd name="connsiteY6" fmla="*/ 453733 h 4225631"/>
                  <a:gd name="connsiteX7" fmla="*/ 172782 w 2209496"/>
                  <a:gd name="connsiteY7" fmla="*/ 21933 h 4225631"/>
                  <a:gd name="connsiteX8" fmla="*/ 1557082 w 2209496"/>
                  <a:gd name="connsiteY8" fmla="*/ 85432 h 4225631"/>
                  <a:gd name="connsiteX9" fmla="*/ 1772982 w 2209496"/>
                  <a:gd name="connsiteY9" fmla="*/ 542632 h 4225631"/>
                  <a:gd name="connsiteX10" fmla="*/ 2134931 w 2209496"/>
                  <a:gd name="connsiteY10" fmla="*/ 1298281 h 4225631"/>
                  <a:gd name="connsiteX11" fmla="*/ 2199701 w 2209496"/>
                  <a:gd name="connsiteY11" fmla="*/ 1858351 h 4225631"/>
                  <a:gd name="connsiteX12" fmla="*/ 2032062 w 2209496"/>
                  <a:gd name="connsiteY12" fmla="*/ 2452711 h 4225631"/>
                  <a:gd name="connsiteX13" fmla="*/ 1620582 w 2209496"/>
                  <a:gd name="connsiteY13" fmla="*/ 2650831 h 4225631"/>
                  <a:gd name="connsiteX14" fmla="*/ 1391982 w 2209496"/>
                  <a:gd name="connsiteY14" fmla="*/ 2879431 h 4225631"/>
                  <a:gd name="connsiteX15" fmla="*/ 1009906 w 2209496"/>
                  <a:gd name="connsiteY15" fmla="*/ 2949604 h 4225631"/>
                  <a:gd name="connsiteX16" fmla="*/ 844806 w 2209496"/>
                  <a:gd name="connsiteY16" fmla="*/ 4225631 h 4225631"/>
                  <a:gd name="connsiteX17" fmla="*/ 607165 w 2209496"/>
                  <a:gd name="connsiteY17" fmla="*/ 4136731 h 4225631"/>
                  <a:gd name="connsiteX18" fmla="*/ 759565 w 2209496"/>
                  <a:gd name="connsiteY18" fmla="*/ 2886104 h 4225631"/>
                  <a:gd name="connsiteX0" fmla="*/ 759565 w 2209496"/>
                  <a:gd name="connsiteY0" fmla="*/ 3207357 h 4546884"/>
                  <a:gd name="connsiteX1" fmla="*/ 576642 w 2209496"/>
                  <a:gd name="connsiteY1" fmla="*/ 2812064 h 4546884"/>
                  <a:gd name="connsiteX2" fmla="*/ 96581 w 2209496"/>
                  <a:gd name="connsiteY2" fmla="*/ 2415824 h 4546884"/>
                  <a:gd name="connsiteX3" fmla="*/ 191831 w 2209496"/>
                  <a:gd name="connsiteY3" fmla="*/ 1810035 h 4546884"/>
                  <a:gd name="connsiteX4" fmla="*/ 410906 w 2209496"/>
                  <a:gd name="connsiteY4" fmla="*/ 1610009 h 4546884"/>
                  <a:gd name="connsiteX5" fmla="*/ 325181 w 2209496"/>
                  <a:gd name="connsiteY5" fmla="*/ 990884 h 4546884"/>
                  <a:gd name="connsiteX6" fmla="*/ 96582 w 2209496"/>
                  <a:gd name="connsiteY6" fmla="*/ 774986 h 4546884"/>
                  <a:gd name="connsiteX7" fmla="*/ 172782 w 2209496"/>
                  <a:gd name="connsiteY7" fmla="*/ 343186 h 4546884"/>
                  <a:gd name="connsiteX8" fmla="*/ 1328482 w 2209496"/>
                  <a:gd name="connsiteY8" fmla="*/ 286 h 4546884"/>
                  <a:gd name="connsiteX9" fmla="*/ 1557082 w 2209496"/>
                  <a:gd name="connsiteY9" fmla="*/ 406685 h 4546884"/>
                  <a:gd name="connsiteX10" fmla="*/ 1772982 w 2209496"/>
                  <a:gd name="connsiteY10" fmla="*/ 863885 h 4546884"/>
                  <a:gd name="connsiteX11" fmla="*/ 2134931 w 2209496"/>
                  <a:gd name="connsiteY11" fmla="*/ 1619534 h 4546884"/>
                  <a:gd name="connsiteX12" fmla="*/ 2199701 w 2209496"/>
                  <a:gd name="connsiteY12" fmla="*/ 2179604 h 4546884"/>
                  <a:gd name="connsiteX13" fmla="*/ 2032062 w 2209496"/>
                  <a:gd name="connsiteY13" fmla="*/ 2773964 h 4546884"/>
                  <a:gd name="connsiteX14" fmla="*/ 1620582 w 2209496"/>
                  <a:gd name="connsiteY14" fmla="*/ 2972084 h 4546884"/>
                  <a:gd name="connsiteX15" fmla="*/ 1391982 w 2209496"/>
                  <a:gd name="connsiteY15" fmla="*/ 3200684 h 4546884"/>
                  <a:gd name="connsiteX16" fmla="*/ 1009906 w 2209496"/>
                  <a:gd name="connsiteY16" fmla="*/ 3270857 h 4546884"/>
                  <a:gd name="connsiteX17" fmla="*/ 844806 w 2209496"/>
                  <a:gd name="connsiteY17" fmla="*/ 4546884 h 4546884"/>
                  <a:gd name="connsiteX18" fmla="*/ 607165 w 2209496"/>
                  <a:gd name="connsiteY18" fmla="*/ 4457984 h 4546884"/>
                  <a:gd name="connsiteX19" fmla="*/ 759565 w 2209496"/>
                  <a:gd name="connsiteY19" fmla="*/ 3207357 h 4546884"/>
                  <a:gd name="connsiteX0" fmla="*/ 759565 w 2209496"/>
                  <a:gd name="connsiteY0" fmla="*/ 3348198 h 4687725"/>
                  <a:gd name="connsiteX1" fmla="*/ 576642 w 2209496"/>
                  <a:gd name="connsiteY1" fmla="*/ 2952905 h 4687725"/>
                  <a:gd name="connsiteX2" fmla="*/ 96581 w 2209496"/>
                  <a:gd name="connsiteY2" fmla="*/ 2556665 h 4687725"/>
                  <a:gd name="connsiteX3" fmla="*/ 191831 w 2209496"/>
                  <a:gd name="connsiteY3" fmla="*/ 1950876 h 4687725"/>
                  <a:gd name="connsiteX4" fmla="*/ 410906 w 2209496"/>
                  <a:gd name="connsiteY4" fmla="*/ 1750850 h 4687725"/>
                  <a:gd name="connsiteX5" fmla="*/ 325181 w 2209496"/>
                  <a:gd name="connsiteY5" fmla="*/ 1131725 h 4687725"/>
                  <a:gd name="connsiteX6" fmla="*/ 96582 w 2209496"/>
                  <a:gd name="connsiteY6" fmla="*/ 915827 h 4687725"/>
                  <a:gd name="connsiteX7" fmla="*/ 172782 w 2209496"/>
                  <a:gd name="connsiteY7" fmla="*/ 484027 h 4687725"/>
                  <a:gd name="connsiteX8" fmla="*/ 1099882 w 2209496"/>
                  <a:gd name="connsiteY8" fmla="*/ 14127 h 4687725"/>
                  <a:gd name="connsiteX9" fmla="*/ 1328482 w 2209496"/>
                  <a:gd name="connsiteY9" fmla="*/ 141127 h 4687725"/>
                  <a:gd name="connsiteX10" fmla="*/ 1557082 w 2209496"/>
                  <a:gd name="connsiteY10" fmla="*/ 547526 h 4687725"/>
                  <a:gd name="connsiteX11" fmla="*/ 1772982 w 2209496"/>
                  <a:gd name="connsiteY11" fmla="*/ 1004726 h 4687725"/>
                  <a:gd name="connsiteX12" fmla="*/ 2134931 w 2209496"/>
                  <a:gd name="connsiteY12" fmla="*/ 1760375 h 4687725"/>
                  <a:gd name="connsiteX13" fmla="*/ 2199701 w 2209496"/>
                  <a:gd name="connsiteY13" fmla="*/ 2320445 h 4687725"/>
                  <a:gd name="connsiteX14" fmla="*/ 2032062 w 2209496"/>
                  <a:gd name="connsiteY14" fmla="*/ 2914805 h 4687725"/>
                  <a:gd name="connsiteX15" fmla="*/ 1620582 w 2209496"/>
                  <a:gd name="connsiteY15" fmla="*/ 3112925 h 4687725"/>
                  <a:gd name="connsiteX16" fmla="*/ 1391982 w 2209496"/>
                  <a:gd name="connsiteY16" fmla="*/ 3341525 h 4687725"/>
                  <a:gd name="connsiteX17" fmla="*/ 1009906 w 2209496"/>
                  <a:gd name="connsiteY17" fmla="*/ 3411698 h 4687725"/>
                  <a:gd name="connsiteX18" fmla="*/ 844806 w 2209496"/>
                  <a:gd name="connsiteY18" fmla="*/ 4687725 h 4687725"/>
                  <a:gd name="connsiteX19" fmla="*/ 607165 w 2209496"/>
                  <a:gd name="connsiteY19" fmla="*/ 4598825 h 4687725"/>
                  <a:gd name="connsiteX20" fmla="*/ 759565 w 2209496"/>
                  <a:gd name="connsiteY20" fmla="*/ 3348198 h 4687725"/>
                  <a:gd name="connsiteX0" fmla="*/ 759565 w 2209496"/>
                  <a:gd name="connsiteY0" fmla="*/ 3420474 h 4760001"/>
                  <a:gd name="connsiteX1" fmla="*/ 576642 w 2209496"/>
                  <a:gd name="connsiteY1" fmla="*/ 3025181 h 4760001"/>
                  <a:gd name="connsiteX2" fmla="*/ 96581 w 2209496"/>
                  <a:gd name="connsiteY2" fmla="*/ 2628941 h 4760001"/>
                  <a:gd name="connsiteX3" fmla="*/ 191831 w 2209496"/>
                  <a:gd name="connsiteY3" fmla="*/ 2023152 h 4760001"/>
                  <a:gd name="connsiteX4" fmla="*/ 410906 w 2209496"/>
                  <a:gd name="connsiteY4" fmla="*/ 1823126 h 4760001"/>
                  <a:gd name="connsiteX5" fmla="*/ 325181 w 2209496"/>
                  <a:gd name="connsiteY5" fmla="*/ 1204001 h 4760001"/>
                  <a:gd name="connsiteX6" fmla="*/ 96582 w 2209496"/>
                  <a:gd name="connsiteY6" fmla="*/ 988103 h 4760001"/>
                  <a:gd name="connsiteX7" fmla="*/ 172782 w 2209496"/>
                  <a:gd name="connsiteY7" fmla="*/ 556303 h 4760001"/>
                  <a:gd name="connsiteX8" fmla="*/ 871282 w 2209496"/>
                  <a:gd name="connsiteY8" fmla="*/ 22904 h 4760001"/>
                  <a:gd name="connsiteX9" fmla="*/ 1099882 w 2209496"/>
                  <a:gd name="connsiteY9" fmla="*/ 86403 h 4760001"/>
                  <a:gd name="connsiteX10" fmla="*/ 1328482 w 2209496"/>
                  <a:gd name="connsiteY10" fmla="*/ 213403 h 4760001"/>
                  <a:gd name="connsiteX11" fmla="*/ 1557082 w 2209496"/>
                  <a:gd name="connsiteY11" fmla="*/ 619802 h 4760001"/>
                  <a:gd name="connsiteX12" fmla="*/ 1772982 w 2209496"/>
                  <a:gd name="connsiteY12" fmla="*/ 1077002 h 4760001"/>
                  <a:gd name="connsiteX13" fmla="*/ 2134931 w 2209496"/>
                  <a:gd name="connsiteY13" fmla="*/ 1832651 h 4760001"/>
                  <a:gd name="connsiteX14" fmla="*/ 2199701 w 2209496"/>
                  <a:gd name="connsiteY14" fmla="*/ 2392721 h 4760001"/>
                  <a:gd name="connsiteX15" fmla="*/ 2032062 w 2209496"/>
                  <a:gd name="connsiteY15" fmla="*/ 2987081 h 4760001"/>
                  <a:gd name="connsiteX16" fmla="*/ 1620582 w 2209496"/>
                  <a:gd name="connsiteY16" fmla="*/ 3185201 h 4760001"/>
                  <a:gd name="connsiteX17" fmla="*/ 1391982 w 2209496"/>
                  <a:gd name="connsiteY17" fmla="*/ 3413801 h 4760001"/>
                  <a:gd name="connsiteX18" fmla="*/ 1009906 w 2209496"/>
                  <a:gd name="connsiteY18" fmla="*/ 3483974 h 4760001"/>
                  <a:gd name="connsiteX19" fmla="*/ 844806 w 2209496"/>
                  <a:gd name="connsiteY19" fmla="*/ 4760001 h 4760001"/>
                  <a:gd name="connsiteX20" fmla="*/ 607165 w 2209496"/>
                  <a:gd name="connsiteY20" fmla="*/ 4671101 h 4760001"/>
                  <a:gd name="connsiteX21" fmla="*/ 759565 w 2209496"/>
                  <a:gd name="connsiteY21" fmla="*/ 3420474 h 4760001"/>
                  <a:gd name="connsiteX0" fmla="*/ 759565 w 2209496"/>
                  <a:gd name="connsiteY0" fmla="*/ 3403098 h 4742625"/>
                  <a:gd name="connsiteX1" fmla="*/ 576642 w 2209496"/>
                  <a:gd name="connsiteY1" fmla="*/ 3007805 h 4742625"/>
                  <a:gd name="connsiteX2" fmla="*/ 96581 w 2209496"/>
                  <a:gd name="connsiteY2" fmla="*/ 2611565 h 4742625"/>
                  <a:gd name="connsiteX3" fmla="*/ 191831 w 2209496"/>
                  <a:gd name="connsiteY3" fmla="*/ 2005776 h 4742625"/>
                  <a:gd name="connsiteX4" fmla="*/ 410906 w 2209496"/>
                  <a:gd name="connsiteY4" fmla="*/ 1805750 h 4742625"/>
                  <a:gd name="connsiteX5" fmla="*/ 325181 w 2209496"/>
                  <a:gd name="connsiteY5" fmla="*/ 1186625 h 4742625"/>
                  <a:gd name="connsiteX6" fmla="*/ 96582 w 2209496"/>
                  <a:gd name="connsiteY6" fmla="*/ 970727 h 4742625"/>
                  <a:gd name="connsiteX7" fmla="*/ 172782 w 2209496"/>
                  <a:gd name="connsiteY7" fmla="*/ 538927 h 4742625"/>
                  <a:gd name="connsiteX8" fmla="*/ 426782 w 2209496"/>
                  <a:gd name="connsiteY8" fmla="*/ 69028 h 4742625"/>
                  <a:gd name="connsiteX9" fmla="*/ 871282 w 2209496"/>
                  <a:gd name="connsiteY9" fmla="*/ 5528 h 4742625"/>
                  <a:gd name="connsiteX10" fmla="*/ 1099882 w 2209496"/>
                  <a:gd name="connsiteY10" fmla="*/ 69027 h 4742625"/>
                  <a:gd name="connsiteX11" fmla="*/ 1328482 w 2209496"/>
                  <a:gd name="connsiteY11" fmla="*/ 196027 h 4742625"/>
                  <a:gd name="connsiteX12" fmla="*/ 1557082 w 2209496"/>
                  <a:gd name="connsiteY12" fmla="*/ 602426 h 4742625"/>
                  <a:gd name="connsiteX13" fmla="*/ 1772982 w 2209496"/>
                  <a:gd name="connsiteY13" fmla="*/ 1059626 h 4742625"/>
                  <a:gd name="connsiteX14" fmla="*/ 2134931 w 2209496"/>
                  <a:gd name="connsiteY14" fmla="*/ 1815275 h 4742625"/>
                  <a:gd name="connsiteX15" fmla="*/ 2199701 w 2209496"/>
                  <a:gd name="connsiteY15" fmla="*/ 2375345 h 4742625"/>
                  <a:gd name="connsiteX16" fmla="*/ 2032062 w 2209496"/>
                  <a:gd name="connsiteY16" fmla="*/ 2969705 h 4742625"/>
                  <a:gd name="connsiteX17" fmla="*/ 1620582 w 2209496"/>
                  <a:gd name="connsiteY17" fmla="*/ 3167825 h 4742625"/>
                  <a:gd name="connsiteX18" fmla="*/ 1391982 w 2209496"/>
                  <a:gd name="connsiteY18" fmla="*/ 3396425 h 4742625"/>
                  <a:gd name="connsiteX19" fmla="*/ 1009906 w 2209496"/>
                  <a:gd name="connsiteY19" fmla="*/ 3466598 h 4742625"/>
                  <a:gd name="connsiteX20" fmla="*/ 844806 w 2209496"/>
                  <a:gd name="connsiteY20" fmla="*/ 4742625 h 4742625"/>
                  <a:gd name="connsiteX21" fmla="*/ 607165 w 2209496"/>
                  <a:gd name="connsiteY21" fmla="*/ 4653725 h 4742625"/>
                  <a:gd name="connsiteX22" fmla="*/ 759565 w 2209496"/>
                  <a:gd name="connsiteY22" fmla="*/ 3403098 h 4742625"/>
                  <a:gd name="connsiteX0" fmla="*/ 759565 w 2209496"/>
                  <a:gd name="connsiteY0" fmla="*/ 3403098 h 4742625"/>
                  <a:gd name="connsiteX1" fmla="*/ 576642 w 2209496"/>
                  <a:gd name="connsiteY1" fmla="*/ 3007805 h 4742625"/>
                  <a:gd name="connsiteX2" fmla="*/ 96581 w 2209496"/>
                  <a:gd name="connsiteY2" fmla="*/ 2611565 h 4742625"/>
                  <a:gd name="connsiteX3" fmla="*/ 191831 w 2209496"/>
                  <a:gd name="connsiteY3" fmla="*/ 2005776 h 4742625"/>
                  <a:gd name="connsiteX4" fmla="*/ 410906 w 2209496"/>
                  <a:gd name="connsiteY4" fmla="*/ 1805750 h 4742625"/>
                  <a:gd name="connsiteX5" fmla="*/ 325181 w 2209496"/>
                  <a:gd name="connsiteY5" fmla="*/ 1186625 h 4742625"/>
                  <a:gd name="connsiteX6" fmla="*/ 96582 w 2209496"/>
                  <a:gd name="connsiteY6" fmla="*/ 970727 h 4742625"/>
                  <a:gd name="connsiteX7" fmla="*/ 172782 w 2209496"/>
                  <a:gd name="connsiteY7" fmla="*/ 538927 h 4742625"/>
                  <a:gd name="connsiteX8" fmla="*/ 426782 w 2209496"/>
                  <a:gd name="connsiteY8" fmla="*/ 69028 h 4742625"/>
                  <a:gd name="connsiteX9" fmla="*/ 871282 w 2209496"/>
                  <a:gd name="connsiteY9" fmla="*/ 5528 h 4742625"/>
                  <a:gd name="connsiteX10" fmla="*/ 1099882 w 2209496"/>
                  <a:gd name="connsiteY10" fmla="*/ 69027 h 4742625"/>
                  <a:gd name="connsiteX11" fmla="*/ 1328482 w 2209496"/>
                  <a:gd name="connsiteY11" fmla="*/ 196027 h 4742625"/>
                  <a:gd name="connsiteX12" fmla="*/ 1557082 w 2209496"/>
                  <a:gd name="connsiteY12" fmla="*/ 602426 h 4742625"/>
                  <a:gd name="connsiteX13" fmla="*/ 1772982 w 2209496"/>
                  <a:gd name="connsiteY13" fmla="*/ 1059626 h 4742625"/>
                  <a:gd name="connsiteX14" fmla="*/ 2134931 w 2209496"/>
                  <a:gd name="connsiteY14" fmla="*/ 1815275 h 4742625"/>
                  <a:gd name="connsiteX15" fmla="*/ 2199701 w 2209496"/>
                  <a:gd name="connsiteY15" fmla="*/ 2375345 h 4742625"/>
                  <a:gd name="connsiteX16" fmla="*/ 2032062 w 2209496"/>
                  <a:gd name="connsiteY16" fmla="*/ 2969705 h 4742625"/>
                  <a:gd name="connsiteX17" fmla="*/ 1620582 w 2209496"/>
                  <a:gd name="connsiteY17" fmla="*/ 3167825 h 4742625"/>
                  <a:gd name="connsiteX18" fmla="*/ 1391982 w 2209496"/>
                  <a:gd name="connsiteY18" fmla="*/ 3396425 h 4742625"/>
                  <a:gd name="connsiteX19" fmla="*/ 1009906 w 2209496"/>
                  <a:gd name="connsiteY19" fmla="*/ 3466598 h 4742625"/>
                  <a:gd name="connsiteX20" fmla="*/ 844806 w 2209496"/>
                  <a:gd name="connsiteY20" fmla="*/ 4742625 h 4742625"/>
                  <a:gd name="connsiteX21" fmla="*/ 607165 w 2209496"/>
                  <a:gd name="connsiteY21" fmla="*/ 4653725 h 4742625"/>
                  <a:gd name="connsiteX22" fmla="*/ 759565 w 2209496"/>
                  <a:gd name="connsiteY22" fmla="*/ 3403098 h 4742625"/>
                  <a:gd name="connsiteX0" fmla="*/ 759565 w 2226999"/>
                  <a:gd name="connsiteY0" fmla="*/ 3403098 h 4742625"/>
                  <a:gd name="connsiteX1" fmla="*/ 576642 w 2226999"/>
                  <a:gd name="connsiteY1" fmla="*/ 3007805 h 4742625"/>
                  <a:gd name="connsiteX2" fmla="*/ 96581 w 2226999"/>
                  <a:gd name="connsiteY2" fmla="*/ 2611565 h 4742625"/>
                  <a:gd name="connsiteX3" fmla="*/ 191831 w 2226999"/>
                  <a:gd name="connsiteY3" fmla="*/ 2005776 h 4742625"/>
                  <a:gd name="connsiteX4" fmla="*/ 410906 w 2226999"/>
                  <a:gd name="connsiteY4" fmla="*/ 1805750 h 4742625"/>
                  <a:gd name="connsiteX5" fmla="*/ 325181 w 2226999"/>
                  <a:gd name="connsiteY5" fmla="*/ 1186625 h 4742625"/>
                  <a:gd name="connsiteX6" fmla="*/ 96582 w 2226999"/>
                  <a:gd name="connsiteY6" fmla="*/ 970727 h 4742625"/>
                  <a:gd name="connsiteX7" fmla="*/ 172782 w 2226999"/>
                  <a:gd name="connsiteY7" fmla="*/ 538927 h 4742625"/>
                  <a:gd name="connsiteX8" fmla="*/ 426782 w 2226999"/>
                  <a:gd name="connsiteY8" fmla="*/ 69028 h 4742625"/>
                  <a:gd name="connsiteX9" fmla="*/ 871282 w 2226999"/>
                  <a:gd name="connsiteY9" fmla="*/ 5528 h 4742625"/>
                  <a:gd name="connsiteX10" fmla="*/ 1099882 w 2226999"/>
                  <a:gd name="connsiteY10" fmla="*/ 69027 h 4742625"/>
                  <a:gd name="connsiteX11" fmla="*/ 1328482 w 2226999"/>
                  <a:gd name="connsiteY11" fmla="*/ 196027 h 4742625"/>
                  <a:gd name="connsiteX12" fmla="*/ 1557082 w 2226999"/>
                  <a:gd name="connsiteY12" fmla="*/ 602426 h 4742625"/>
                  <a:gd name="connsiteX13" fmla="*/ 1772982 w 2226999"/>
                  <a:gd name="connsiteY13" fmla="*/ 1059626 h 4742625"/>
                  <a:gd name="connsiteX14" fmla="*/ 2134931 w 2226999"/>
                  <a:gd name="connsiteY14" fmla="*/ 1815275 h 4742625"/>
                  <a:gd name="connsiteX15" fmla="*/ 2199701 w 2226999"/>
                  <a:gd name="connsiteY15" fmla="*/ 2375345 h 4742625"/>
                  <a:gd name="connsiteX16" fmla="*/ 2032062 w 2226999"/>
                  <a:gd name="connsiteY16" fmla="*/ 2969705 h 4742625"/>
                  <a:gd name="connsiteX17" fmla="*/ 1620582 w 2226999"/>
                  <a:gd name="connsiteY17" fmla="*/ 3167825 h 4742625"/>
                  <a:gd name="connsiteX18" fmla="*/ 1391982 w 2226999"/>
                  <a:gd name="connsiteY18" fmla="*/ 3396425 h 4742625"/>
                  <a:gd name="connsiteX19" fmla="*/ 1009906 w 2226999"/>
                  <a:gd name="connsiteY19" fmla="*/ 3466598 h 4742625"/>
                  <a:gd name="connsiteX20" fmla="*/ 844806 w 2226999"/>
                  <a:gd name="connsiteY20" fmla="*/ 4742625 h 4742625"/>
                  <a:gd name="connsiteX21" fmla="*/ 607165 w 2226999"/>
                  <a:gd name="connsiteY21" fmla="*/ 4653725 h 4742625"/>
                  <a:gd name="connsiteX22" fmla="*/ 759565 w 2226999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653725"/>
                  <a:gd name="connsiteX1" fmla="*/ 576642 w 2233404"/>
                  <a:gd name="connsiteY1" fmla="*/ 3007805 h 4653725"/>
                  <a:gd name="connsiteX2" fmla="*/ 96581 w 2233404"/>
                  <a:gd name="connsiteY2" fmla="*/ 2611565 h 4653725"/>
                  <a:gd name="connsiteX3" fmla="*/ 191831 w 2233404"/>
                  <a:gd name="connsiteY3" fmla="*/ 2005776 h 4653725"/>
                  <a:gd name="connsiteX4" fmla="*/ 410906 w 2233404"/>
                  <a:gd name="connsiteY4" fmla="*/ 1805750 h 4653725"/>
                  <a:gd name="connsiteX5" fmla="*/ 325181 w 2233404"/>
                  <a:gd name="connsiteY5" fmla="*/ 1186625 h 4653725"/>
                  <a:gd name="connsiteX6" fmla="*/ 96582 w 2233404"/>
                  <a:gd name="connsiteY6" fmla="*/ 970727 h 4653725"/>
                  <a:gd name="connsiteX7" fmla="*/ 172782 w 2233404"/>
                  <a:gd name="connsiteY7" fmla="*/ 538927 h 4653725"/>
                  <a:gd name="connsiteX8" fmla="*/ 426782 w 2233404"/>
                  <a:gd name="connsiteY8" fmla="*/ 69028 h 4653725"/>
                  <a:gd name="connsiteX9" fmla="*/ 871282 w 2233404"/>
                  <a:gd name="connsiteY9" fmla="*/ 5528 h 4653725"/>
                  <a:gd name="connsiteX10" fmla="*/ 1099882 w 2233404"/>
                  <a:gd name="connsiteY10" fmla="*/ 69027 h 4653725"/>
                  <a:gd name="connsiteX11" fmla="*/ 1328482 w 2233404"/>
                  <a:gd name="connsiteY11" fmla="*/ 196027 h 4653725"/>
                  <a:gd name="connsiteX12" fmla="*/ 1557082 w 2233404"/>
                  <a:gd name="connsiteY12" fmla="*/ 602426 h 4653725"/>
                  <a:gd name="connsiteX13" fmla="*/ 1772982 w 2233404"/>
                  <a:gd name="connsiteY13" fmla="*/ 1059626 h 4653725"/>
                  <a:gd name="connsiteX14" fmla="*/ 2134931 w 2233404"/>
                  <a:gd name="connsiteY14" fmla="*/ 1815275 h 4653725"/>
                  <a:gd name="connsiteX15" fmla="*/ 2199701 w 2233404"/>
                  <a:gd name="connsiteY15" fmla="*/ 2375345 h 4653725"/>
                  <a:gd name="connsiteX16" fmla="*/ 2032062 w 2233404"/>
                  <a:gd name="connsiteY16" fmla="*/ 2969705 h 4653725"/>
                  <a:gd name="connsiteX17" fmla="*/ 1620582 w 2233404"/>
                  <a:gd name="connsiteY17" fmla="*/ 3167825 h 4653725"/>
                  <a:gd name="connsiteX18" fmla="*/ 1391982 w 2233404"/>
                  <a:gd name="connsiteY18" fmla="*/ 3396425 h 4653725"/>
                  <a:gd name="connsiteX19" fmla="*/ 1009906 w 2233404"/>
                  <a:gd name="connsiteY19" fmla="*/ 3466598 h 4653725"/>
                  <a:gd name="connsiteX20" fmla="*/ 607165 w 2233404"/>
                  <a:gd name="connsiteY20" fmla="*/ 4653725 h 4653725"/>
                  <a:gd name="connsiteX21" fmla="*/ 759565 w 2233404"/>
                  <a:gd name="connsiteY21" fmla="*/ 3403098 h 4653725"/>
                  <a:gd name="connsiteX0" fmla="*/ 759565 w 2233404"/>
                  <a:gd name="connsiteY0" fmla="*/ 3403098 h 3466598"/>
                  <a:gd name="connsiteX1" fmla="*/ 576642 w 2233404"/>
                  <a:gd name="connsiteY1" fmla="*/ 3007805 h 3466598"/>
                  <a:gd name="connsiteX2" fmla="*/ 96581 w 2233404"/>
                  <a:gd name="connsiteY2" fmla="*/ 2611565 h 3466598"/>
                  <a:gd name="connsiteX3" fmla="*/ 191831 w 2233404"/>
                  <a:gd name="connsiteY3" fmla="*/ 2005776 h 3466598"/>
                  <a:gd name="connsiteX4" fmla="*/ 410906 w 2233404"/>
                  <a:gd name="connsiteY4" fmla="*/ 1805750 h 3466598"/>
                  <a:gd name="connsiteX5" fmla="*/ 325181 w 2233404"/>
                  <a:gd name="connsiteY5" fmla="*/ 1186625 h 3466598"/>
                  <a:gd name="connsiteX6" fmla="*/ 96582 w 2233404"/>
                  <a:gd name="connsiteY6" fmla="*/ 970727 h 3466598"/>
                  <a:gd name="connsiteX7" fmla="*/ 172782 w 2233404"/>
                  <a:gd name="connsiteY7" fmla="*/ 538927 h 3466598"/>
                  <a:gd name="connsiteX8" fmla="*/ 426782 w 2233404"/>
                  <a:gd name="connsiteY8" fmla="*/ 69028 h 3466598"/>
                  <a:gd name="connsiteX9" fmla="*/ 871282 w 2233404"/>
                  <a:gd name="connsiteY9" fmla="*/ 5528 h 3466598"/>
                  <a:gd name="connsiteX10" fmla="*/ 1099882 w 2233404"/>
                  <a:gd name="connsiteY10" fmla="*/ 69027 h 3466598"/>
                  <a:gd name="connsiteX11" fmla="*/ 1328482 w 2233404"/>
                  <a:gd name="connsiteY11" fmla="*/ 196027 h 3466598"/>
                  <a:gd name="connsiteX12" fmla="*/ 1557082 w 2233404"/>
                  <a:gd name="connsiteY12" fmla="*/ 602426 h 3466598"/>
                  <a:gd name="connsiteX13" fmla="*/ 1772982 w 2233404"/>
                  <a:gd name="connsiteY13" fmla="*/ 1059626 h 3466598"/>
                  <a:gd name="connsiteX14" fmla="*/ 2134931 w 2233404"/>
                  <a:gd name="connsiteY14" fmla="*/ 1815275 h 3466598"/>
                  <a:gd name="connsiteX15" fmla="*/ 2199701 w 2233404"/>
                  <a:gd name="connsiteY15" fmla="*/ 2375345 h 3466598"/>
                  <a:gd name="connsiteX16" fmla="*/ 2032062 w 2233404"/>
                  <a:gd name="connsiteY16" fmla="*/ 2969705 h 3466598"/>
                  <a:gd name="connsiteX17" fmla="*/ 1620582 w 2233404"/>
                  <a:gd name="connsiteY17" fmla="*/ 3167825 h 3466598"/>
                  <a:gd name="connsiteX18" fmla="*/ 1391982 w 2233404"/>
                  <a:gd name="connsiteY18" fmla="*/ 3396425 h 3466598"/>
                  <a:gd name="connsiteX19" fmla="*/ 1009906 w 2233404"/>
                  <a:gd name="connsiteY19" fmla="*/ 3466598 h 3466598"/>
                  <a:gd name="connsiteX20" fmla="*/ 759565 w 2233404"/>
                  <a:gd name="connsiteY20" fmla="*/ 3403098 h 34665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233404" h="3466598">
                    <a:moveTo>
                      <a:pt x="759565" y="3403098"/>
                    </a:moveTo>
                    <a:cubicBezTo>
                      <a:pt x="745588" y="3326898"/>
                      <a:pt x="618739" y="3294402"/>
                      <a:pt x="576642" y="3007805"/>
                    </a:cubicBezTo>
                    <a:cubicBezTo>
                      <a:pt x="589335" y="2935573"/>
                      <a:pt x="-145989" y="2617915"/>
                      <a:pt x="96581" y="2611565"/>
                    </a:cubicBezTo>
                    <a:cubicBezTo>
                      <a:pt x="59433" y="2523935"/>
                      <a:pt x="-147894" y="2138491"/>
                      <a:pt x="191831" y="2005776"/>
                    </a:cubicBezTo>
                    <a:cubicBezTo>
                      <a:pt x="247393" y="1892111"/>
                      <a:pt x="87056" y="1837500"/>
                      <a:pt x="410906" y="1805750"/>
                    </a:cubicBezTo>
                    <a:cubicBezTo>
                      <a:pt x="538964" y="1768708"/>
                      <a:pt x="37844" y="1185038"/>
                      <a:pt x="325181" y="1186625"/>
                    </a:cubicBezTo>
                    <a:cubicBezTo>
                      <a:pt x="355344" y="1055921"/>
                      <a:pt x="-108735" y="1068093"/>
                      <a:pt x="96582" y="970727"/>
                    </a:cubicBezTo>
                    <a:cubicBezTo>
                      <a:pt x="136799" y="907227"/>
                      <a:pt x="-70635" y="600310"/>
                      <a:pt x="172782" y="538927"/>
                    </a:cubicBezTo>
                    <a:cubicBezTo>
                      <a:pt x="43665" y="215077"/>
                      <a:pt x="310365" y="157928"/>
                      <a:pt x="426782" y="69028"/>
                    </a:cubicBezTo>
                    <a:cubicBezTo>
                      <a:pt x="543199" y="-19872"/>
                      <a:pt x="778149" y="35162"/>
                      <a:pt x="871282" y="5528"/>
                    </a:cubicBezTo>
                    <a:cubicBezTo>
                      <a:pt x="964415" y="-24106"/>
                      <a:pt x="1004632" y="75377"/>
                      <a:pt x="1099882" y="69027"/>
                    </a:cubicBezTo>
                    <a:cubicBezTo>
                      <a:pt x="1195132" y="62677"/>
                      <a:pt x="1224765" y="143110"/>
                      <a:pt x="1328482" y="196027"/>
                    </a:cubicBezTo>
                    <a:cubicBezTo>
                      <a:pt x="1597299" y="236244"/>
                      <a:pt x="1461832" y="519876"/>
                      <a:pt x="1557082" y="602426"/>
                    </a:cubicBezTo>
                    <a:cubicBezTo>
                      <a:pt x="1774252" y="692596"/>
                      <a:pt x="1708424" y="908708"/>
                      <a:pt x="1772982" y="1059626"/>
                    </a:cubicBezTo>
                    <a:cubicBezTo>
                      <a:pt x="1959460" y="1126724"/>
                      <a:pt x="2029945" y="1684889"/>
                      <a:pt x="2134931" y="1815275"/>
                    </a:cubicBezTo>
                    <a:cubicBezTo>
                      <a:pt x="2346597" y="1915181"/>
                      <a:pt x="2142233" y="2279778"/>
                      <a:pt x="2199701" y="2375345"/>
                    </a:cubicBezTo>
                    <a:cubicBezTo>
                      <a:pt x="2257169" y="2470912"/>
                      <a:pt x="2233992" y="2876995"/>
                      <a:pt x="2032062" y="2969705"/>
                    </a:cubicBezTo>
                    <a:cubicBezTo>
                      <a:pt x="2020632" y="3016695"/>
                      <a:pt x="1924112" y="3236405"/>
                      <a:pt x="1620582" y="3167825"/>
                    </a:cubicBezTo>
                    <a:cubicBezTo>
                      <a:pt x="1637092" y="3221165"/>
                      <a:pt x="1404861" y="3355520"/>
                      <a:pt x="1391982" y="3396425"/>
                    </a:cubicBezTo>
                    <a:cubicBezTo>
                      <a:pt x="1379103" y="3437330"/>
                      <a:pt x="1165872" y="3343831"/>
                      <a:pt x="1009906" y="3466598"/>
                    </a:cubicBezTo>
                    <a:lnTo>
                      <a:pt x="759565" y="3403098"/>
                    </a:lnTo>
                    <a:close/>
                  </a:path>
                </a:pathLst>
              </a:cu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22" name="Rectangle 7">
                <a:extLst>
                  <a:ext uri="{FF2B5EF4-FFF2-40B4-BE49-F238E27FC236}">
                    <a16:creationId xmlns:a16="http://schemas.microsoft.com/office/drawing/2014/main" id="{980C67A1-0A8A-61F1-B850-AF1F4910B363}"/>
                  </a:ext>
                </a:extLst>
              </p:cNvPr>
              <p:cNvSpPr/>
              <p:nvPr/>
            </p:nvSpPr>
            <p:spPr>
              <a:xfrm rot="5130453">
                <a:off x="4109726" y="2429414"/>
                <a:ext cx="704825" cy="329939"/>
              </a:xfrm>
              <a:custGeom>
                <a:avLst/>
                <a:gdLst>
                  <a:gd name="connsiteX0" fmla="*/ 0 w 1007285"/>
                  <a:gd name="connsiteY0" fmla="*/ 0 h 94954"/>
                  <a:gd name="connsiteX1" fmla="*/ 1007285 w 1007285"/>
                  <a:gd name="connsiteY1" fmla="*/ 0 h 94954"/>
                  <a:gd name="connsiteX2" fmla="*/ 1007285 w 1007285"/>
                  <a:gd name="connsiteY2" fmla="*/ 94954 h 94954"/>
                  <a:gd name="connsiteX3" fmla="*/ 0 w 1007285"/>
                  <a:gd name="connsiteY3" fmla="*/ 94954 h 94954"/>
                  <a:gd name="connsiteX4" fmla="*/ 0 w 1007285"/>
                  <a:gd name="connsiteY4" fmla="*/ 0 h 94954"/>
                  <a:gd name="connsiteX0" fmla="*/ 2819400 w 3826685"/>
                  <a:gd name="connsiteY0" fmla="*/ 0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4" fmla="*/ 2819400 w 3826685"/>
                  <a:gd name="connsiteY4" fmla="*/ 0 h 869654"/>
                  <a:gd name="connsiteX0" fmla="*/ 0 w 3826685"/>
                  <a:gd name="connsiteY0" fmla="*/ 869654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968065 h 1033547"/>
                  <a:gd name="connsiteX1" fmla="*/ 3826685 w 3826685"/>
                  <a:gd name="connsiteY1" fmla="*/ 98411 h 1033547"/>
                  <a:gd name="connsiteX2" fmla="*/ 3826685 w 3826685"/>
                  <a:gd name="connsiteY2" fmla="*/ 193365 h 1033547"/>
                  <a:gd name="connsiteX3" fmla="*/ 0 w 3826685"/>
                  <a:gd name="connsiteY3" fmla="*/ 968065 h 1033547"/>
                  <a:gd name="connsiteX0" fmla="*/ 0 w 3826685"/>
                  <a:gd name="connsiteY0" fmla="*/ 968065 h 1013810"/>
                  <a:gd name="connsiteX1" fmla="*/ 3826685 w 3826685"/>
                  <a:gd name="connsiteY1" fmla="*/ 98411 h 1013810"/>
                  <a:gd name="connsiteX2" fmla="*/ 3826685 w 3826685"/>
                  <a:gd name="connsiteY2" fmla="*/ 193365 h 1013810"/>
                  <a:gd name="connsiteX3" fmla="*/ 0 w 3826685"/>
                  <a:gd name="connsiteY3" fmla="*/ 968065 h 1013810"/>
                  <a:gd name="connsiteX0" fmla="*/ 0 w 3826685"/>
                  <a:gd name="connsiteY0" fmla="*/ 968065 h 1012429"/>
                  <a:gd name="connsiteX1" fmla="*/ 3826685 w 3826685"/>
                  <a:gd name="connsiteY1" fmla="*/ 98411 h 1012429"/>
                  <a:gd name="connsiteX2" fmla="*/ 3826685 w 3826685"/>
                  <a:gd name="connsiteY2" fmla="*/ 193365 h 1012429"/>
                  <a:gd name="connsiteX3" fmla="*/ 0 w 3826685"/>
                  <a:gd name="connsiteY3" fmla="*/ 968065 h 101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6685" h="1012429">
                    <a:moveTo>
                      <a:pt x="0" y="968065"/>
                    </a:moveTo>
                    <a:cubicBezTo>
                      <a:pt x="1199362" y="1008380"/>
                      <a:pt x="2779723" y="-373704"/>
                      <a:pt x="3826685" y="98411"/>
                    </a:cubicBezTo>
                    <a:lnTo>
                      <a:pt x="3826685" y="193365"/>
                    </a:lnTo>
                    <a:cubicBezTo>
                      <a:pt x="2614623" y="-65927"/>
                      <a:pt x="932662" y="1268632"/>
                      <a:pt x="0" y="968065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3" name="Rectangle 7">
                <a:extLst>
                  <a:ext uri="{FF2B5EF4-FFF2-40B4-BE49-F238E27FC236}">
                    <a16:creationId xmlns:a16="http://schemas.microsoft.com/office/drawing/2014/main" id="{63DC6402-6122-FAF1-7006-BAFCAED71650}"/>
                  </a:ext>
                </a:extLst>
              </p:cNvPr>
              <p:cNvSpPr/>
              <p:nvPr/>
            </p:nvSpPr>
            <p:spPr>
              <a:xfrm rot="4411580">
                <a:off x="3803813" y="2701273"/>
                <a:ext cx="1032418" cy="483290"/>
              </a:xfrm>
              <a:custGeom>
                <a:avLst/>
                <a:gdLst>
                  <a:gd name="connsiteX0" fmla="*/ 0 w 1007285"/>
                  <a:gd name="connsiteY0" fmla="*/ 0 h 94954"/>
                  <a:gd name="connsiteX1" fmla="*/ 1007285 w 1007285"/>
                  <a:gd name="connsiteY1" fmla="*/ 0 h 94954"/>
                  <a:gd name="connsiteX2" fmla="*/ 1007285 w 1007285"/>
                  <a:gd name="connsiteY2" fmla="*/ 94954 h 94954"/>
                  <a:gd name="connsiteX3" fmla="*/ 0 w 1007285"/>
                  <a:gd name="connsiteY3" fmla="*/ 94954 h 94954"/>
                  <a:gd name="connsiteX4" fmla="*/ 0 w 1007285"/>
                  <a:gd name="connsiteY4" fmla="*/ 0 h 94954"/>
                  <a:gd name="connsiteX0" fmla="*/ 2819400 w 3826685"/>
                  <a:gd name="connsiteY0" fmla="*/ 0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4" fmla="*/ 2819400 w 3826685"/>
                  <a:gd name="connsiteY4" fmla="*/ 0 h 869654"/>
                  <a:gd name="connsiteX0" fmla="*/ 0 w 3826685"/>
                  <a:gd name="connsiteY0" fmla="*/ 869654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968065 h 1033547"/>
                  <a:gd name="connsiteX1" fmla="*/ 3826685 w 3826685"/>
                  <a:gd name="connsiteY1" fmla="*/ 98411 h 1033547"/>
                  <a:gd name="connsiteX2" fmla="*/ 3826685 w 3826685"/>
                  <a:gd name="connsiteY2" fmla="*/ 193365 h 1033547"/>
                  <a:gd name="connsiteX3" fmla="*/ 0 w 3826685"/>
                  <a:gd name="connsiteY3" fmla="*/ 968065 h 1033547"/>
                  <a:gd name="connsiteX0" fmla="*/ 0 w 3826685"/>
                  <a:gd name="connsiteY0" fmla="*/ 968065 h 1013810"/>
                  <a:gd name="connsiteX1" fmla="*/ 3826685 w 3826685"/>
                  <a:gd name="connsiteY1" fmla="*/ 98411 h 1013810"/>
                  <a:gd name="connsiteX2" fmla="*/ 3826685 w 3826685"/>
                  <a:gd name="connsiteY2" fmla="*/ 193365 h 1013810"/>
                  <a:gd name="connsiteX3" fmla="*/ 0 w 3826685"/>
                  <a:gd name="connsiteY3" fmla="*/ 968065 h 1013810"/>
                  <a:gd name="connsiteX0" fmla="*/ 0 w 3826685"/>
                  <a:gd name="connsiteY0" fmla="*/ 968065 h 1012429"/>
                  <a:gd name="connsiteX1" fmla="*/ 3826685 w 3826685"/>
                  <a:gd name="connsiteY1" fmla="*/ 98411 h 1012429"/>
                  <a:gd name="connsiteX2" fmla="*/ 3826685 w 3826685"/>
                  <a:gd name="connsiteY2" fmla="*/ 193365 h 1012429"/>
                  <a:gd name="connsiteX3" fmla="*/ 0 w 3826685"/>
                  <a:gd name="connsiteY3" fmla="*/ 968065 h 101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6685" h="1012429">
                    <a:moveTo>
                      <a:pt x="0" y="968065"/>
                    </a:moveTo>
                    <a:cubicBezTo>
                      <a:pt x="1199362" y="1008380"/>
                      <a:pt x="2779723" y="-373704"/>
                      <a:pt x="3826685" y="98411"/>
                    </a:cubicBezTo>
                    <a:lnTo>
                      <a:pt x="3826685" y="193365"/>
                    </a:lnTo>
                    <a:cubicBezTo>
                      <a:pt x="2614623" y="-65927"/>
                      <a:pt x="932662" y="1268632"/>
                      <a:pt x="0" y="968065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" name="Rectangle 7">
                <a:extLst>
                  <a:ext uri="{FF2B5EF4-FFF2-40B4-BE49-F238E27FC236}">
                    <a16:creationId xmlns:a16="http://schemas.microsoft.com/office/drawing/2014/main" id="{420192D6-F158-9EE5-31AE-0E34A66F4341}"/>
                  </a:ext>
                </a:extLst>
              </p:cNvPr>
              <p:cNvSpPr/>
              <p:nvPr/>
            </p:nvSpPr>
            <p:spPr>
              <a:xfrm rot="5130453">
                <a:off x="4020432" y="1677001"/>
                <a:ext cx="963083" cy="329939"/>
              </a:xfrm>
              <a:custGeom>
                <a:avLst/>
                <a:gdLst>
                  <a:gd name="connsiteX0" fmla="*/ 0 w 1007285"/>
                  <a:gd name="connsiteY0" fmla="*/ 0 h 94954"/>
                  <a:gd name="connsiteX1" fmla="*/ 1007285 w 1007285"/>
                  <a:gd name="connsiteY1" fmla="*/ 0 h 94954"/>
                  <a:gd name="connsiteX2" fmla="*/ 1007285 w 1007285"/>
                  <a:gd name="connsiteY2" fmla="*/ 94954 h 94954"/>
                  <a:gd name="connsiteX3" fmla="*/ 0 w 1007285"/>
                  <a:gd name="connsiteY3" fmla="*/ 94954 h 94954"/>
                  <a:gd name="connsiteX4" fmla="*/ 0 w 1007285"/>
                  <a:gd name="connsiteY4" fmla="*/ 0 h 94954"/>
                  <a:gd name="connsiteX0" fmla="*/ 2819400 w 3826685"/>
                  <a:gd name="connsiteY0" fmla="*/ 0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4" fmla="*/ 2819400 w 3826685"/>
                  <a:gd name="connsiteY4" fmla="*/ 0 h 869654"/>
                  <a:gd name="connsiteX0" fmla="*/ 0 w 3826685"/>
                  <a:gd name="connsiteY0" fmla="*/ 869654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968065 h 1033547"/>
                  <a:gd name="connsiteX1" fmla="*/ 3826685 w 3826685"/>
                  <a:gd name="connsiteY1" fmla="*/ 98411 h 1033547"/>
                  <a:gd name="connsiteX2" fmla="*/ 3826685 w 3826685"/>
                  <a:gd name="connsiteY2" fmla="*/ 193365 h 1033547"/>
                  <a:gd name="connsiteX3" fmla="*/ 0 w 3826685"/>
                  <a:gd name="connsiteY3" fmla="*/ 968065 h 1033547"/>
                  <a:gd name="connsiteX0" fmla="*/ 0 w 3826685"/>
                  <a:gd name="connsiteY0" fmla="*/ 968065 h 1013810"/>
                  <a:gd name="connsiteX1" fmla="*/ 3826685 w 3826685"/>
                  <a:gd name="connsiteY1" fmla="*/ 98411 h 1013810"/>
                  <a:gd name="connsiteX2" fmla="*/ 3826685 w 3826685"/>
                  <a:gd name="connsiteY2" fmla="*/ 193365 h 1013810"/>
                  <a:gd name="connsiteX3" fmla="*/ 0 w 3826685"/>
                  <a:gd name="connsiteY3" fmla="*/ 968065 h 1013810"/>
                  <a:gd name="connsiteX0" fmla="*/ 0 w 3826685"/>
                  <a:gd name="connsiteY0" fmla="*/ 968065 h 1012429"/>
                  <a:gd name="connsiteX1" fmla="*/ 3826685 w 3826685"/>
                  <a:gd name="connsiteY1" fmla="*/ 98411 h 1012429"/>
                  <a:gd name="connsiteX2" fmla="*/ 3826685 w 3826685"/>
                  <a:gd name="connsiteY2" fmla="*/ 193365 h 1012429"/>
                  <a:gd name="connsiteX3" fmla="*/ 0 w 3826685"/>
                  <a:gd name="connsiteY3" fmla="*/ 968065 h 101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6685" h="1012429">
                    <a:moveTo>
                      <a:pt x="0" y="968065"/>
                    </a:moveTo>
                    <a:cubicBezTo>
                      <a:pt x="1199362" y="1008380"/>
                      <a:pt x="2779723" y="-373704"/>
                      <a:pt x="3826685" y="98411"/>
                    </a:cubicBezTo>
                    <a:lnTo>
                      <a:pt x="3826685" y="193365"/>
                    </a:lnTo>
                    <a:cubicBezTo>
                      <a:pt x="2614623" y="-65927"/>
                      <a:pt x="932662" y="1268632"/>
                      <a:pt x="0" y="968065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Rectangle 7">
                <a:extLst>
                  <a:ext uri="{FF2B5EF4-FFF2-40B4-BE49-F238E27FC236}">
                    <a16:creationId xmlns:a16="http://schemas.microsoft.com/office/drawing/2014/main" id="{8CBDB735-3512-398D-7AD7-A626D525CF32}"/>
                  </a:ext>
                </a:extLst>
              </p:cNvPr>
              <p:cNvSpPr/>
              <p:nvPr/>
            </p:nvSpPr>
            <p:spPr>
              <a:xfrm rot="17188420" flipH="1">
                <a:off x="4412435" y="2911181"/>
                <a:ext cx="1032418" cy="483290"/>
              </a:xfrm>
              <a:custGeom>
                <a:avLst/>
                <a:gdLst>
                  <a:gd name="connsiteX0" fmla="*/ 0 w 1007285"/>
                  <a:gd name="connsiteY0" fmla="*/ 0 h 94954"/>
                  <a:gd name="connsiteX1" fmla="*/ 1007285 w 1007285"/>
                  <a:gd name="connsiteY1" fmla="*/ 0 h 94954"/>
                  <a:gd name="connsiteX2" fmla="*/ 1007285 w 1007285"/>
                  <a:gd name="connsiteY2" fmla="*/ 94954 h 94954"/>
                  <a:gd name="connsiteX3" fmla="*/ 0 w 1007285"/>
                  <a:gd name="connsiteY3" fmla="*/ 94954 h 94954"/>
                  <a:gd name="connsiteX4" fmla="*/ 0 w 1007285"/>
                  <a:gd name="connsiteY4" fmla="*/ 0 h 94954"/>
                  <a:gd name="connsiteX0" fmla="*/ 2819400 w 3826685"/>
                  <a:gd name="connsiteY0" fmla="*/ 0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4" fmla="*/ 2819400 w 3826685"/>
                  <a:gd name="connsiteY4" fmla="*/ 0 h 869654"/>
                  <a:gd name="connsiteX0" fmla="*/ 0 w 3826685"/>
                  <a:gd name="connsiteY0" fmla="*/ 869654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968065 h 1033547"/>
                  <a:gd name="connsiteX1" fmla="*/ 3826685 w 3826685"/>
                  <a:gd name="connsiteY1" fmla="*/ 98411 h 1033547"/>
                  <a:gd name="connsiteX2" fmla="*/ 3826685 w 3826685"/>
                  <a:gd name="connsiteY2" fmla="*/ 193365 h 1033547"/>
                  <a:gd name="connsiteX3" fmla="*/ 0 w 3826685"/>
                  <a:gd name="connsiteY3" fmla="*/ 968065 h 1033547"/>
                  <a:gd name="connsiteX0" fmla="*/ 0 w 3826685"/>
                  <a:gd name="connsiteY0" fmla="*/ 968065 h 1013810"/>
                  <a:gd name="connsiteX1" fmla="*/ 3826685 w 3826685"/>
                  <a:gd name="connsiteY1" fmla="*/ 98411 h 1013810"/>
                  <a:gd name="connsiteX2" fmla="*/ 3826685 w 3826685"/>
                  <a:gd name="connsiteY2" fmla="*/ 193365 h 1013810"/>
                  <a:gd name="connsiteX3" fmla="*/ 0 w 3826685"/>
                  <a:gd name="connsiteY3" fmla="*/ 968065 h 1013810"/>
                  <a:gd name="connsiteX0" fmla="*/ 0 w 3826685"/>
                  <a:gd name="connsiteY0" fmla="*/ 968065 h 1012429"/>
                  <a:gd name="connsiteX1" fmla="*/ 3826685 w 3826685"/>
                  <a:gd name="connsiteY1" fmla="*/ 98411 h 1012429"/>
                  <a:gd name="connsiteX2" fmla="*/ 3826685 w 3826685"/>
                  <a:gd name="connsiteY2" fmla="*/ 193365 h 1012429"/>
                  <a:gd name="connsiteX3" fmla="*/ 0 w 3826685"/>
                  <a:gd name="connsiteY3" fmla="*/ 968065 h 101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6685" h="1012429">
                    <a:moveTo>
                      <a:pt x="0" y="968065"/>
                    </a:moveTo>
                    <a:cubicBezTo>
                      <a:pt x="1199362" y="1008380"/>
                      <a:pt x="2779723" y="-373704"/>
                      <a:pt x="3826685" y="98411"/>
                    </a:cubicBezTo>
                    <a:lnTo>
                      <a:pt x="3826685" y="193365"/>
                    </a:lnTo>
                    <a:cubicBezTo>
                      <a:pt x="2614623" y="-65927"/>
                      <a:pt x="932662" y="1268632"/>
                      <a:pt x="0" y="968065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6" name="Rectangle 7">
                <a:extLst>
                  <a:ext uri="{FF2B5EF4-FFF2-40B4-BE49-F238E27FC236}">
                    <a16:creationId xmlns:a16="http://schemas.microsoft.com/office/drawing/2014/main" id="{D8CB74D2-387B-B20E-D74E-62CC853B2161}"/>
                  </a:ext>
                </a:extLst>
              </p:cNvPr>
              <p:cNvSpPr/>
              <p:nvPr/>
            </p:nvSpPr>
            <p:spPr>
              <a:xfrm rot="17188420" flipH="1">
                <a:off x="4450248" y="2270119"/>
                <a:ext cx="868238" cy="406435"/>
              </a:xfrm>
              <a:custGeom>
                <a:avLst/>
                <a:gdLst>
                  <a:gd name="connsiteX0" fmla="*/ 0 w 1007285"/>
                  <a:gd name="connsiteY0" fmla="*/ 0 h 94954"/>
                  <a:gd name="connsiteX1" fmla="*/ 1007285 w 1007285"/>
                  <a:gd name="connsiteY1" fmla="*/ 0 h 94954"/>
                  <a:gd name="connsiteX2" fmla="*/ 1007285 w 1007285"/>
                  <a:gd name="connsiteY2" fmla="*/ 94954 h 94954"/>
                  <a:gd name="connsiteX3" fmla="*/ 0 w 1007285"/>
                  <a:gd name="connsiteY3" fmla="*/ 94954 h 94954"/>
                  <a:gd name="connsiteX4" fmla="*/ 0 w 1007285"/>
                  <a:gd name="connsiteY4" fmla="*/ 0 h 94954"/>
                  <a:gd name="connsiteX0" fmla="*/ 2819400 w 3826685"/>
                  <a:gd name="connsiteY0" fmla="*/ 0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4" fmla="*/ 2819400 w 3826685"/>
                  <a:gd name="connsiteY4" fmla="*/ 0 h 869654"/>
                  <a:gd name="connsiteX0" fmla="*/ 0 w 3826685"/>
                  <a:gd name="connsiteY0" fmla="*/ 869654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968065 h 1033547"/>
                  <a:gd name="connsiteX1" fmla="*/ 3826685 w 3826685"/>
                  <a:gd name="connsiteY1" fmla="*/ 98411 h 1033547"/>
                  <a:gd name="connsiteX2" fmla="*/ 3826685 w 3826685"/>
                  <a:gd name="connsiteY2" fmla="*/ 193365 h 1033547"/>
                  <a:gd name="connsiteX3" fmla="*/ 0 w 3826685"/>
                  <a:gd name="connsiteY3" fmla="*/ 968065 h 1033547"/>
                  <a:gd name="connsiteX0" fmla="*/ 0 w 3826685"/>
                  <a:gd name="connsiteY0" fmla="*/ 968065 h 1013810"/>
                  <a:gd name="connsiteX1" fmla="*/ 3826685 w 3826685"/>
                  <a:gd name="connsiteY1" fmla="*/ 98411 h 1013810"/>
                  <a:gd name="connsiteX2" fmla="*/ 3826685 w 3826685"/>
                  <a:gd name="connsiteY2" fmla="*/ 193365 h 1013810"/>
                  <a:gd name="connsiteX3" fmla="*/ 0 w 3826685"/>
                  <a:gd name="connsiteY3" fmla="*/ 968065 h 1013810"/>
                  <a:gd name="connsiteX0" fmla="*/ 0 w 3826685"/>
                  <a:gd name="connsiteY0" fmla="*/ 968065 h 1012429"/>
                  <a:gd name="connsiteX1" fmla="*/ 3826685 w 3826685"/>
                  <a:gd name="connsiteY1" fmla="*/ 98411 h 1012429"/>
                  <a:gd name="connsiteX2" fmla="*/ 3826685 w 3826685"/>
                  <a:gd name="connsiteY2" fmla="*/ 193365 h 1012429"/>
                  <a:gd name="connsiteX3" fmla="*/ 0 w 3826685"/>
                  <a:gd name="connsiteY3" fmla="*/ 968065 h 101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6685" h="1012429">
                    <a:moveTo>
                      <a:pt x="0" y="968065"/>
                    </a:moveTo>
                    <a:cubicBezTo>
                      <a:pt x="1199362" y="1008380"/>
                      <a:pt x="2779723" y="-373704"/>
                      <a:pt x="3826685" y="98411"/>
                    </a:cubicBezTo>
                    <a:lnTo>
                      <a:pt x="3826685" y="193365"/>
                    </a:lnTo>
                    <a:cubicBezTo>
                      <a:pt x="2614623" y="-65927"/>
                      <a:pt x="932662" y="1268632"/>
                      <a:pt x="0" y="968065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" name="Rectangle 7">
                <a:extLst>
                  <a:ext uri="{FF2B5EF4-FFF2-40B4-BE49-F238E27FC236}">
                    <a16:creationId xmlns:a16="http://schemas.microsoft.com/office/drawing/2014/main" id="{A26A4033-9631-5901-0E20-94DA07E92FEA}"/>
                  </a:ext>
                </a:extLst>
              </p:cNvPr>
              <p:cNvSpPr/>
              <p:nvPr/>
            </p:nvSpPr>
            <p:spPr>
              <a:xfrm rot="16546531" flipH="1">
                <a:off x="4454596" y="1250533"/>
                <a:ext cx="1032418" cy="483290"/>
              </a:xfrm>
              <a:custGeom>
                <a:avLst/>
                <a:gdLst>
                  <a:gd name="connsiteX0" fmla="*/ 0 w 1007285"/>
                  <a:gd name="connsiteY0" fmla="*/ 0 h 94954"/>
                  <a:gd name="connsiteX1" fmla="*/ 1007285 w 1007285"/>
                  <a:gd name="connsiteY1" fmla="*/ 0 h 94954"/>
                  <a:gd name="connsiteX2" fmla="*/ 1007285 w 1007285"/>
                  <a:gd name="connsiteY2" fmla="*/ 94954 h 94954"/>
                  <a:gd name="connsiteX3" fmla="*/ 0 w 1007285"/>
                  <a:gd name="connsiteY3" fmla="*/ 94954 h 94954"/>
                  <a:gd name="connsiteX4" fmla="*/ 0 w 1007285"/>
                  <a:gd name="connsiteY4" fmla="*/ 0 h 94954"/>
                  <a:gd name="connsiteX0" fmla="*/ 2819400 w 3826685"/>
                  <a:gd name="connsiteY0" fmla="*/ 0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4" fmla="*/ 2819400 w 3826685"/>
                  <a:gd name="connsiteY4" fmla="*/ 0 h 869654"/>
                  <a:gd name="connsiteX0" fmla="*/ 0 w 3826685"/>
                  <a:gd name="connsiteY0" fmla="*/ 869654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968065 h 1033547"/>
                  <a:gd name="connsiteX1" fmla="*/ 3826685 w 3826685"/>
                  <a:gd name="connsiteY1" fmla="*/ 98411 h 1033547"/>
                  <a:gd name="connsiteX2" fmla="*/ 3826685 w 3826685"/>
                  <a:gd name="connsiteY2" fmla="*/ 193365 h 1033547"/>
                  <a:gd name="connsiteX3" fmla="*/ 0 w 3826685"/>
                  <a:gd name="connsiteY3" fmla="*/ 968065 h 1033547"/>
                  <a:gd name="connsiteX0" fmla="*/ 0 w 3826685"/>
                  <a:gd name="connsiteY0" fmla="*/ 968065 h 1013810"/>
                  <a:gd name="connsiteX1" fmla="*/ 3826685 w 3826685"/>
                  <a:gd name="connsiteY1" fmla="*/ 98411 h 1013810"/>
                  <a:gd name="connsiteX2" fmla="*/ 3826685 w 3826685"/>
                  <a:gd name="connsiteY2" fmla="*/ 193365 h 1013810"/>
                  <a:gd name="connsiteX3" fmla="*/ 0 w 3826685"/>
                  <a:gd name="connsiteY3" fmla="*/ 968065 h 1013810"/>
                  <a:gd name="connsiteX0" fmla="*/ 0 w 3826685"/>
                  <a:gd name="connsiteY0" fmla="*/ 968065 h 1012429"/>
                  <a:gd name="connsiteX1" fmla="*/ 3826685 w 3826685"/>
                  <a:gd name="connsiteY1" fmla="*/ 98411 h 1012429"/>
                  <a:gd name="connsiteX2" fmla="*/ 3826685 w 3826685"/>
                  <a:gd name="connsiteY2" fmla="*/ 193365 h 1012429"/>
                  <a:gd name="connsiteX3" fmla="*/ 0 w 3826685"/>
                  <a:gd name="connsiteY3" fmla="*/ 968065 h 101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6685" h="1012429">
                    <a:moveTo>
                      <a:pt x="0" y="968065"/>
                    </a:moveTo>
                    <a:cubicBezTo>
                      <a:pt x="1199362" y="1008380"/>
                      <a:pt x="2779723" y="-373704"/>
                      <a:pt x="3826685" y="98411"/>
                    </a:cubicBezTo>
                    <a:lnTo>
                      <a:pt x="3826685" y="193365"/>
                    </a:lnTo>
                    <a:cubicBezTo>
                      <a:pt x="2614623" y="-65927"/>
                      <a:pt x="932662" y="1268632"/>
                      <a:pt x="0" y="968065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8" name="Rectangle 59">
                <a:extLst>
                  <a:ext uri="{FF2B5EF4-FFF2-40B4-BE49-F238E27FC236}">
                    <a16:creationId xmlns:a16="http://schemas.microsoft.com/office/drawing/2014/main" id="{F46C10AF-67A9-977A-B9AA-7DDFCAE4C87A}"/>
                  </a:ext>
                </a:extLst>
              </p:cNvPr>
              <p:cNvSpPr/>
              <p:nvPr/>
            </p:nvSpPr>
            <p:spPr>
              <a:xfrm rot="316924">
                <a:off x="4446016" y="969466"/>
                <a:ext cx="286726" cy="4005924"/>
              </a:xfrm>
              <a:custGeom>
                <a:avLst/>
                <a:gdLst>
                  <a:gd name="connsiteX0" fmla="*/ 0 w 196226"/>
                  <a:gd name="connsiteY0" fmla="*/ 0 h 3725706"/>
                  <a:gd name="connsiteX1" fmla="*/ 196226 w 196226"/>
                  <a:gd name="connsiteY1" fmla="*/ 0 h 3725706"/>
                  <a:gd name="connsiteX2" fmla="*/ 196226 w 196226"/>
                  <a:gd name="connsiteY2" fmla="*/ 3725706 h 3725706"/>
                  <a:gd name="connsiteX3" fmla="*/ 0 w 196226"/>
                  <a:gd name="connsiteY3" fmla="*/ 3725706 h 3725706"/>
                  <a:gd name="connsiteX4" fmla="*/ 0 w 196226"/>
                  <a:gd name="connsiteY4" fmla="*/ 0 h 3725706"/>
                  <a:gd name="connsiteX0" fmla="*/ 0 w 196226"/>
                  <a:gd name="connsiteY0" fmla="*/ 3725706 h 3725706"/>
                  <a:gd name="connsiteX1" fmla="*/ 196226 w 196226"/>
                  <a:gd name="connsiteY1" fmla="*/ 0 h 3725706"/>
                  <a:gd name="connsiteX2" fmla="*/ 196226 w 196226"/>
                  <a:gd name="connsiteY2" fmla="*/ 3725706 h 3725706"/>
                  <a:gd name="connsiteX3" fmla="*/ 0 w 196226"/>
                  <a:gd name="connsiteY3" fmla="*/ 3725706 h 3725706"/>
                  <a:gd name="connsiteX0" fmla="*/ 0 w 196226"/>
                  <a:gd name="connsiteY0" fmla="*/ 3741025 h 3741025"/>
                  <a:gd name="connsiteX1" fmla="*/ 177626 w 196226"/>
                  <a:gd name="connsiteY1" fmla="*/ 0 h 3741025"/>
                  <a:gd name="connsiteX2" fmla="*/ 196226 w 196226"/>
                  <a:gd name="connsiteY2" fmla="*/ 3741025 h 3741025"/>
                  <a:gd name="connsiteX3" fmla="*/ 0 w 196226"/>
                  <a:gd name="connsiteY3" fmla="*/ 3741025 h 3741025"/>
                  <a:gd name="connsiteX0" fmla="*/ 0 w 196226"/>
                  <a:gd name="connsiteY0" fmla="*/ 3760392 h 3760392"/>
                  <a:gd name="connsiteX1" fmla="*/ 165482 w 196226"/>
                  <a:gd name="connsiteY1" fmla="*/ 0 h 3760392"/>
                  <a:gd name="connsiteX2" fmla="*/ 196226 w 196226"/>
                  <a:gd name="connsiteY2" fmla="*/ 3760392 h 3760392"/>
                  <a:gd name="connsiteX3" fmla="*/ 0 w 196226"/>
                  <a:gd name="connsiteY3" fmla="*/ 3760392 h 3760392"/>
                  <a:gd name="connsiteX0" fmla="*/ 0 w 196226"/>
                  <a:gd name="connsiteY0" fmla="*/ 3760392 h 3760392"/>
                  <a:gd name="connsiteX1" fmla="*/ 165482 w 196226"/>
                  <a:gd name="connsiteY1" fmla="*/ 0 h 3760392"/>
                  <a:gd name="connsiteX2" fmla="*/ 196226 w 196226"/>
                  <a:gd name="connsiteY2" fmla="*/ 3760392 h 3760392"/>
                  <a:gd name="connsiteX3" fmla="*/ 0 w 196226"/>
                  <a:gd name="connsiteY3" fmla="*/ 3760392 h 3760392"/>
                  <a:gd name="connsiteX0" fmla="*/ 0 w 203788"/>
                  <a:gd name="connsiteY0" fmla="*/ 3760392 h 3760392"/>
                  <a:gd name="connsiteX1" fmla="*/ 165482 w 203788"/>
                  <a:gd name="connsiteY1" fmla="*/ 0 h 3760392"/>
                  <a:gd name="connsiteX2" fmla="*/ 196226 w 203788"/>
                  <a:gd name="connsiteY2" fmla="*/ 3760392 h 3760392"/>
                  <a:gd name="connsiteX3" fmla="*/ 0 w 203788"/>
                  <a:gd name="connsiteY3" fmla="*/ 3760392 h 3760392"/>
                  <a:gd name="connsiteX0" fmla="*/ 0 w 232892"/>
                  <a:gd name="connsiteY0" fmla="*/ 3742664 h 3760392"/>
                  <a:gd name="connsiteX1" fmla="*/ 194586 w 232892"/>
                  <a:gd name="connsiteY1" fmla="*/ 0 h 3760392"/>
                  <a:gd name="connsiteX2" fmla="*/ 225330 w 232892"/>
                  <a:gd name="connsiteY2" fmla="*/ 3760392 h 3760392"/>
                  <a:gd name="connsiteX3" fmla="*/ 0 w 232892"/>
                  <a:gd name="connsiteY3" fmla="*/ 3742664 h 3760392"/>
                  <a:gd name="connsiteX0" fmla="*/ 0 w 232030"/>
                  <a:gd name="connsiteY0" fmla="*/ 3742664 h 3914670"/>
                  <a:gd name="connsiteX1" fmla="*/ 194586 w 232030"/>
                  <a:gd name="connsiteY1" fmla="*/ 0 h 3914670"/>
                  <a:gd name="connsiteX2" fmla="*/ 223135 w 232030"/>
                  <a:gd name="connsiteY2" fmla="*/ 3914670 h 3914670"/>
                  <a:gd name="connsiteX3" fmla="*/ 0 w 232030"/>
                  <a:gd name="connsiteY3" fmla="*/ 3742664 h 3914670"/>
                  <a:gd name="connsiteX0" fmla="*/ 0 w 247137"/>
                  <a:gd name="connsiteY0" fmla="*/ 3905038 h 3914670"/>
                  <a:gd name="connsiteX1" fmla="*/ 209693 w 247137"/>
                  <a:gd name="connsiteY1" fmla="*/ 0 h 3914670"/>
                  <a:gd name="connsiteX2" fmla="*/ 238242 w 247137"/>
                  <a:gd name="connsiteY2" fmla="*/ 3914670 h 3914670"/>
                  <a:gd name="connsiteX3" fmla="*/ 0 w 247137"/>
                  <a:gd name="connsiteY3" fmla="*/ 3905038 h 3914670"/>
                  <a:gd name="connsiteX0" fmla="*/ 0 w 250938"/>
                  <a:gd name="connsiteY0" fmla="*/ 3905038 h 3972005"/>
                  <a:gd name="connsiteX1" fmla="*/ 209693 w 250938"/>
                  <a:gd name="connsiteY1" fmla="*/ 0 h 3972005"/>
                  <a:gd name="connsiteX2" fmla="*/ 247212 w 250938"/>
                  <a:gd name="connsiteY2" fmla="*/ 3972005 h 3972005"/>
                  <a:gd name="connsiteX3" fmla="*/ 0 w 250938"/>
                  <a:gd name="connsiteY3" fmla="*/ 3905038 h 3972005"/>
                  <a:gd name="connsiteX0" fmla="*/ 0 w 264616"/>
                  <a:gd name="connsiteY0" fmla="*/ 3940598 h 3972005"/>
                  <a:gd name="connsiteX1" fmla="*/ 223371 w 264616"/>
                  <a:gd name="connsiteY1" fmla="*/ 0 h 3972005"/>
                  <a:gd name="connsiteX2" fmla="*/ 260890 w 264616"/>
                  <a:gd name="connsiteY2" fmla="*/ 3972005 h 3972005"/>
                  <a:gd name="connsiteX3" fmla="*/ 0 w 264616"/>
                  <a:gd name="connsiteY3" fmla="*/ 3940598 h 3972005"/>
                  <a:gd name="connsiteX0" fmla="*/ 0 w 262936"/>
                  <a:gd name="connsiteY0" fmla="*/ 3974517 h 4005924"/>
                  <a:gd name="connsiteX1" fmla="*/ 220090 w 262936"/>
                  <a:gd name="connsiteY1" fmla="*/ 0 h 4005924"/>
                  <a:gd name="connsiteX2" fmla="*/ 260890 w 262936"/>
                  <a:gd name="connsiteY2" fmla="*/ 4005924 h 4005924"/>
                  <a:gd name="connsiteX3" fmla="*/ 0 w 262936"/>
                  <a:gd name="connsiteY3" fmla="*/ 3974517 h 4005924"/>
                  <a:gd name="connsiteX0" fmla="*/ 0 w 286726"/>
                  <a:gd name="connsiteY0" fmla="*/ 3974517 h 4005924"/>
                  <a:gd name="connsiteX1" fmla="*/ 220090 w 286726"/>
                  <a:gd name="connsiteY1" fmla="*/ 0 h 4005924"/>
                  <a:gd name="connsiteX2" fmla="*/ 260890 w 286726"/>
                  <a:gd name="connsiteY2" fmla="*/ 4005924 h 4005924"/>
                  <a:gd name="connsiteX3" fmla="*/ 0 w 286726"/>
                  <a:gd name="connsiteY3" fmla="*/ 3974517 h 4005924"/>
                  <a:gd name="connsiteX0" fmla="*/ 0 w 286726"/>
                  <a:gd name="connsiteY0" fmla="*/ 3974517 h 4065957"/>
                  <a:gd name="connsiteX1" fmla="*/ 220090 w 286726"/>
                  <a:gd name="connsiteY1" fmla="*/ 0 h 4065957"/>
                  <a:gd name="connsiteX2" fmla="*/ 260890 w 286726"/>
                  <a:gd name="connsiteY2" fmla="*/ 4005924 h 4065957"/>
                  <a:gd name="connsiteX3" fmla="*/ 91440 w 286726"/>
                  <a:gd name="connsiteY3" fmla="*/ 4065957 h 4065957"/>
                  <a:gd name="connsiteX0" fmla="*/ 0 w 286726"/>
                  <a:gd name="connsiteY0" fmla="*/ 3974517 h 4005924"/>
                  <a:gd name="connsiteX1" fmla="*/ 220090 w 286726"/>
                  <a:gd name="connsiteY1" fmla="*/ 0 h 4005924"/>
                  <a:gd name="connsiteX2" fmla="*/ 260890 w 286726"/>
                  <a:gd name="connsiteY2" fmla="*/ 4005924 h 4005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86726" h="4005924">
                    <a:moveTo>
                      <a:pt x="0" y="3974517"/>
                    </a:moveTo>
                    <a:cubicBezTo>
                      <a:pt x="55161" y="2721053"/>
                      <a:pt x="8137" y="1189886"/>
                      <a:pt x="220090" y="0"/>
                    </a:cubicBezTo>
                    <a:cubicBezTo>
                      <a:pt x="290188" y="1305877"/>
                      <a:pt x="306997" y="2627180"/>
                      <a:pt x="260890" y="4005924"/>
                    </a:cubicBezTo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B39EB0DA-4596-194B-952F-F4A51BD8E184}"/>
                </a:ext>
              </a:extLst>
            </p:cNvPr>
            <p:cNvGrpSpPr/>
            <p:nvPr/>
          </p:nvGrpSpPr>
          <p:grpSpPr>
            <a:xfrm rot="1608485">
              <a:off x="4891825" y="968872"/>
              <a:ext cx="2233404" cy="4752318"/>
              <a:chOff x="3675319" y="223072"/>
              <a:chExt cx="2233404" cy="4752318"/>
            </a:xfrm>
            <a:grpFill/>
          </p:grpSpPr>
          <p:sp>
            <p:nvSpPr>
              <p:cNvPr id="75" name="Rectangle 2">
                <a:extLst>
                  <a:ext uri="{FF2B5EF4-FFF2-40B4-BE49-F238E27FC236}">
                    <a16:creationId xmlns:a16="http://schemas.microsoft.com/office/drawing/2014/main" id="{C5B90CEE-B3C9-2F07-5A3F-9F7E71571750}"/>
                  </a:ext>
                </a:extLst>
              </p:cNvPr>
              <p:cNvSpPr/>
              <p:nvPr/>
            </p:nvSpPr>
            <p:spPr>
              <a:xfrm>
                <a:off x="3675319" y="223072"/>
                <a:ext cx="2233404" cy="3466598"/>
              </a:xfrm>
              <a:custGeom>
                <a:avLst/>
                <a:gdLst>
                  <a:gd name="connsiteX0" fmla="*/ 0 w 542441"/>
                  <a:gd name="connsiteY0" fmla="*/ 0 h 895027"/>
                  <a:gd name="connsiteX1" fmla="*/ 542441 w 542441"/>
                  <a:gd name="connsiteY1" fmla="*/ 0 h 895027"/>
                  <a:gd name="connsiteX2" fmla="*/ 542441 w 542441"/>
                  <a:gd name="connsiteY2" fmla="*/ 895027 h 895027"/>
                  <a:gd name="connsiteX3" fmla="*/ 0 w 542441"/>
                  <a:gd name="connsiteY3" fmla="*/ 895027 h 895027"/>
                  <a:gd name="connsiteX4" fmla="*/ 0 w 542441"/>
                  <a:gd name="connsiteY4" fmla="*/ 0 h 895027"/>
                  <a:gd name="connsiteX0" fmla="*/ 0 w 834541"/>
                  <a:gd name="connsiteY0" fmla="*/ 635000 h 895027"/>
                  <a:gd name="connsiteX1" fmla="*/ 834541 w 834541"/>
                  <a:gd name="connsiteY1" fmla="*/ 0 h 895027"/>
                  <a:gd name="connsiteX2" fmla="*/ 834541 w 834541"/>
                  <a:gd name="connsiteY2" fmla="*/ 895027 h 895027"/>
                  <a:gd name="connsiteX3" fmla="*/ 292100 w 834541"/>
                  <a:gd name="connsiteY3" fmla="*/ 895027 h 895027"/>
                  <a:gd name="connsiteX4" fmla="*/ 0 w 834541"/>
                  <a:gd name="connsiteY4" fmla="*/ 635000 h 895027"/>
                  <a:gd name="connsiteX0" fmla="*/ 152400 w 986941"/>
                  <a:gd name="connsiteY0" fmla="*/ 635000 h 1885627"/>
                  <a:gd name="connsiteX1" fmla="*/ 986941 w 986941"/>
                  <a:gd name="connsiteY1" fmla="*/ 0 h 1885627"/>
                  <a:gd name="connsiteX2" fmla="*/ 986941 w 986941"/>
                  <a:gd name="connsiteY2" fmla="*/ 895027 h 1885627"/>
                  <a:gd name="connsiteX3" fmla="*/ 0 w 986941"/>
                  <a:gd name="connsiteY3" fmla="*/ 1885627 h 1885627"/>
                  <a:gd name="connsiteX4" fmla="*/ 152400 w 986941"/>
                  <a:gd name="connsiteY4" fmla="*/ 635000 h 1885627"/>
                  <a:gd name="connsiteX0" fmla="*/ 152400 w 986941"/>
                  <a:gd name="connsiteY0" fmla="*/ 635000 h 1974527"/>
                  <a:gd name="connsiteX1" fmla="*/ 986941 w 986941"/>
                  <a:gd name="connsiteY1" fmla="*/ 0 h 1974527"/>
                  <a:gd name="connsiteX2" fmla="*/ 237641 w 986941"/>
                  <a:gd name="connsiteY2" fmla="*/ 1974527 h 1974527"/>
                  <a:gd name="connsiteX3" fmla="*/ 0 w 986941"/>
                  <a:gd name="connsiteY3" fmla="*/ 1885627 h 1974527"/>
                  <a:gd name="connsiteX4" fmla="*/ 152400 w 986941"/>
                  <a:gd name="connsiteY4" fmla="*/ 635000 h 1974527"/>
                  <a:gd name="connsiteX0" fmla="*/ 152400 w 402741"/>
                  <a:gd name="connsiteY0" fmla="*/ 0 h 1339527"/>
                  <a:gd name="connsiteX1" fmla="*/ 402741 w 402741"/>
                  <a:gd name="connsiteY1" fmla="*/ 63500 h 1339527"/>
                  <a:gd name="connsiteX2" fmla="*/ 237641 w 402741"/>
                  <a:gd name="connsiteY2" fmla="*/ 1339527 h 1339527"/>
                  <a:gd name="connsiteX3" fmla="*/ 0 w 402741"/>
                  <a:gd name="connsiteY3" fmla="*/ 1250627 h 1339527"/>
                  <a:gd name="connsiteX4" fmla="*/ 152400 w 402741"/>
                  <a:gd name="connsiteY4" fmla="*/ 0 h 1339527"/>
                  <a:gd name="connsiteX0" fmla="*/ 152400 w 402741"/>
                  <a:gd name="connsiteY0" fmla="*/ 131276 h 1470803"/>
                  <a:gd name="connsiteX1" fmla="*/ 402741 w 402741"/>
                  <a:gd name="connsiteY1" fmla="*/ 194776 h 1470803"/>
                  <a:gd name="connsiteX2" fmla="*/ 237641 w 402741"/>
                  <a:gd name="connsiteY2" fmla="*/ 1470803 h 1470803"/>
                  <a:gd name="connsiteX3" fmla="*/ 0 w 402741"/>
                  <a:gd name="connsiteY3" fmla="*/ 1381903 h 1470803"/>
                  <a:gd name="connsiteX4" fmla="*/ 152400 w 402741"/>
                  <a:gd name="connsiteY4" fmla="*/ 131276 h 1470803"/>
                  <a:gd name="connsiteX0" fmla="*/ 187527 w 437868"/>
                  <a:gd name="connsiteY0" fmla="*/ 395743 h 1735270"/>
                  <a:gd name="connsiteX1" fmla="*/ 4604 w 437868"/>
                  <a:gd name="connsiteY1" fmla="*/ 450 h 1735270"/>
                  <a:gd name="connsiteX2" fmla="*/ 437868 w 437868"/>
                  <a:gd name="connsiteY2" fmla="*/ 459243 h 1735270"/>
                  <a:gd name="connsiteX3" fmla="*/ 272768 w 437868"/>
                  <a:gd name="connsiteY3" fmla="*/ 1735270 h 1735270"/>
                  <a:gd name="connsiteX4" fmla="*/ 35127 w 437868"/>
                  <a:gd name="connsiteY4" fmla="*/ 1646370 h 1735270"/>
                  <a:gd name="connsiteX5" fmla="*/ 187527 w 437868"/>
                  <a:gd name="connsiteY5" fmla="*/ 395743 h 1735270"/>
                  <a:gd name="connsiteX0" fmla="*/ 187527 w 827895"/>
                  <a:gd name="connsiteY0" fmla="*/ 397043 h 1736570"/>
                  <a:gd name="connsiteX1" fmla="*/ 4604 w 827895"/>
                  <a:gd name="connsiteY1" fmla="*/ 1750 h 1736570"/>
                  <a:gd name="connsiteX2" fmla="*/ 819944 w 827895"/>
                  <a:gd name="connsiteY2" fmla="*/ 390370 h 1736570"/>
                  <a:gd name="connsiteX3" fmla="*/ 437868 w 827895"/>
                  <a:gd name="connsiteY3" fmla="*/ 460543 h 1736570"/>
                  <a:gd name="connsiteX4" fmla="*/ 272768 w 827895"/>
                  <a:gd name="connsiteY4" fmla="*/ 1736570 h 1736570"/>
                  <a:gd name="connsiteX5" fmla="*/ 35127 w 827895"/>
                  <a:gd name="connsiteY5" fmla="*/ 1647670 h 1736570"/>
                  <a:gd name="connsiteX6" fmla="*/ 187527 w 827895"/>
                  <a:gd name="connsiteY6" fmla="*/ 397043 h 1736570"/>
                  <a:gd name="connsiteX0" fmla="*/ 187527 w 1079717"/>
                  <a:gd name="connsiteY0" fmla="*/ 399939 h 1739466"/>
                  <a:gd name="connsiteX1" fmla="*/ 4604 w 1079717"/>
                  <a:gd name="connsiteY1" fmla="*/ 4646 h 1739466"/>
                  <a:gd name="connsiteX2" fmla="*/ 1048544 w 1079717"/>
                  <a:gd name="connsiteY2" fmla="*/ 164666 h 1739466"/>
                  <a:gd name="connsiteX3" fmla="*/ 819944 w 1079717"/>
                  <a:gd name="connsiteY3" fmla="*/ 393266 h 1739466"/>
                  <a:gd name="connsiteX4" fmla="*/ 437868 w 1079717"/>
                  <a:gd name="connsiteY4" fmla="*/ 463439 h 1739466"/>
                  <a:gd name="connsiteX5" fmla="*/ 272768 w 1079717"/>
                  <a:gd name="connsiteY5" fmla="*/ 1739466 h 1739466"/>
                  <a:gd name="connsiteX6" fmla="*/ 35127 w 1079717"/>
                  <a:gd name="connsiteY6" fmla="*/ 1650566 h 1739466"/>
                  <a:gd name="connsiteX7" fmla="*/ 187527 w 1079717"/>
                  <a:gd name="connsiteY7" fmla="*/ 399939 h 1739466"/>
                  <a:gd name="connsiteX0" fmla="*/ 187527 w 1491624"/>
                  <a:gd name="connsiteY0" fmla="*/ 447497 h 1787024"/>
                  <a:gd name="connsiteX1" fmla="*/ 4604 w 1491624"/>
                  <a:gd name="connsiteY1" fmla="*/ 52204 h 1787024"/>
                  <a:gd name="connsiteX2" fmla="*/ 1460024 w 1491624"/>
                  <a:gd name="connsiteY2" fmla="*/ 14104 h 1787024"/>
                  <a:gd name="connsiteX3" fmla="*/ 1048544 w 1491624"/>
                  <a:gd name="connsiteY3" fmla="*/ 212224 h 1787024"/>
                  <a:gd name="connsiteX4" fmla="*/ 819944 w 1491624"/>
                  <a:gd name="connsiteY4" fmla="*/ 440824 h 1787024"/>
                  <a:gd name="connsiteX5" fmla="*/ 437868 w 1491624"/>
                  <a:gd name="connsiteY5" fmla="*/ 510997 h 1787024"/>
                  <a:gd name="connsiteX6" fmla="*/ 272768 w 1491624"/>
                  <a:gd name="connsiteY6" fmla="*/ 1787024 h 1787024"/>
                  <a:gd name="connsiteX7" fmla="*/ 35127 w 1491624"/>
                  <a:gd name="connsiteY7" fmla="*/ 1698124 h 1787024"/>
                  <a:gd name="connsiteX8" fmla="*/ 187527 w 1491624"/>
                  <a:gd name="connsiteY8" fmla="*/ 447497 h 1787024"/>
                  <a:gd name="connsiteX0" fmla="*/ 712105 w 2004462"/>
                  <a:gd name="connsiteY0" fmla="*/ 791623 h 2131150"/>
                  <a:gd name="connsiteX1" fmla="*/ 529182 w 2004462"/>
                  <a:gd name="connsiteY1" fmla="*/ 396330 h 2131150"/>
                  <a:gd name="connsiteX2" fmla="*/ 49121 w 2004462"/>
                  <a:gd name="connsiteY2" fmla="*/ 90 h 2131150"/>
                  <a:gd name="connsiteX3" fmla="*/ 1984602 w 2004462"/>
                  <a:gd name="connsiteY3" fmla="*/ 358230 h 2131150"/>
                  <a:gd name="connsiteX4" fmla="*/ 1573122 w 2004462"/>
                  <a:gd name="connsiteY4" fmla="*/ 556350 h 2131150"/>
                  <a:gd name="connsiteX5" fmla="*/ 1344522 w 2004462"/>
                  <a:gd name="connsiteY5" fmla="*/ 784950 h 2131150"/>
                  <a:gd name="connsiteX6" fmla="*/ 962446 w 2004462"/>
                  <a:gd name="connsiteY6" fmla="*/ 855123 h 2131150"/>
                  <a:gd name="connsiteX7" fmla="*/ 797346 w 2004462"/>
                  <a:gd name="connsiteY7" fmla="*/ 2131150 h 2131150"/>
                  <a:gd name="connsiteX8" fmla="*/ 559705 w 2004462"/>
                  <a:gd name="connsiteY8" fmla="*/ 2042250 h 2131150"/>
                  <a:gd name="connsiteX9" fmla="*/ 712105 w 2004462"/>
                  <a:gd name="connsiteY9" fmla="*/ 791623 h 2131150"/>
                  <a:gd name="connsiteX0" fmla="*/ 712105 w 2263745"/>
                  <a:gd name="connsiteY0" fmla="*/ 1036197 h 2375724"/>
                  <a:gd name="connsiteX1" fmla="*/ 529182 w 2263745"/>
                  <a:gd name="connsiteY1" fmla="*/ 640904 h 2375724"/>
                  <a:gd name="connsiteX2" fmla="*/ 49121 w 2263745"/>
                  <a:gd name="connsiteY2" fmla="*/ 244664 h 2375724"/>
                  <a:gd name="connsiteX3" fmla="*/ 2152241 w 2263745"/>
                  <a:gd name="connsiteY3" fmla="*/ 8444 h 2375724"/>
                  <a:gd name="connsiteX4" fmla="*/ 1984602 w 2263745"/>
                  <a:gd name="connsiteY4" fmla="*/ 602804 h 2375724"/>
                  <a:gd name="connsiteX5" fmla="*/ 1573122 w 2263745"/>
                  <a:gd name="connsiteY5" fmla="*/ 800924 h 2375724"/>
                  <a:gd name="connsiteX6" fmla="*/ 1344522 w 2263745"/>
                  <a:gd name="connsiteY6" fmla="*/ 1029524 h 2375724"/>
                  <a:gd name="connsiteX7" fmla="*/ 962446 w 2263745"/>
                  <a:gd name="connsiteY7" fmla="*/ 1099697 h 2375724"/>
                  <a:gd name="connsiteX8" fmla="*/ 797346 w 2263745"/>
                  <a:gd name="connsiteY8" fmla="*/ 2375724 h 2375724"/>
                  <a:gd name="connsiteX9" fmla="*/ 559705 w 2263745"/>
                  <a:gd name="connsiteY9" fmla="*/ 2286824 h 2375724"/>
                  <a:gd name="connsiteX10" fmla="*/ 712105 w 2263745"/>
                  <a:gd name="connsiteY10" fmla="*/ 1036197 h 2375724"/>
                  <a:gd name="connsiteX0" fmla="*/ 712105 w 2247494"/>
                  <a:gd name="connsiteY0" fmla="*/ 1590010 h 2929537"/>
                  <a:gd name="connsiteX1" fmla="*/ 529182 w 2247494"/>
                  <a:gd name="connsiteY1" fmla="*/ 1194717 h 2929537"/>
                  <a:gd name="connsiteX2" fmla="*/ 49121 w 2247494"/>
                  <a:gd name="connsiteY2" fmla="*/ 798477 h 2929537"/>
                  <a:gd name="connsiteX3" fmla="*/ 2087471 w 2247494"/>
                  <a:gd name="connsiteY3" fmla="*/ 2187 h 2929537"/>
                  <a:gd name="connsiteX4" fmla="*/ 2152241 w 2247494"/>
                  <a:gd name="connsiteY4" fmla="*/ 562257 h 2929537"/>
                  <a:gd name="connsiteX5" fmla="*/ 1984602 w 2247494"/>
                  <a:gd name="connsiteY5" fmla="*/ 1156617 h 2929537"/>
                  <a:gd name="connsiteX6" fmla="*/ 1573122 w 2247494"/>
                  <a:gd name="connsiteY6" fmla="*/ 1354737 h 2929537"/>
                  <a:gd name="connsiteX7" fmla="*/ 1344522 w 2247494"/>
                  <a:gd name="connsiteY7" fmla="*/ 1583337 h 2929537"/>
                  <a:gd name="connsiteX8" fmla="*/ 962446 w 2247494"/>
                  <a:gd name="connsiteY8" fmla="*/ 1653510 h 2929537"/>
                  <a:gd name="connsiteX9" fmla="*/ 797346 w 2247494"/>
                  <a:gd name="connsiteY9" fmla="*/ 2929537 h 2929537"/>
                  <a:gd name="connsiteX10" fmla="*/ 559705 w 2247494"/>
                  <a:gd name="connsiteY10" fmla="*/ 2840637 h 2929537"/>
                  <a:gd name="connsiteX11" fmla="*/ 712105 w 2247494"/>
                  <a:gd name="connsiteY11" fmla="*/ 1590010 h 2929537"/>
                  <a:gd name="connsiteX0" fmla="*/ 759565 w 2275936"/>
                  <a:gd name="connsiteY0" fmla="*/ 1588303 h 2927830"/>
                  <a:gd name="connsiteX1" fmla="*/ 576642 w 2275936"/>
                  <a:gd name="connsiteY1" fmla="*/ 1193010 h 2927830"/>
                  <a:gd name="connsiteX2" fmla="*/ 96581 w 2275936"/>
                  <a:gd name="connsiteY2" fmla="*/ 796770 h 2927830"/>
                  <a:gd name="connsiteX3" fmla="*/ 191831 w 2275936"/>
                  <a:gd name="connsiteY3" fmla="*/ 190981 h 2927830"/>
                  <a:gd name="connsiteX4" fmla="*/ 2134931 w 2275936"/>
                  <a:gd name="connsiteY4" fmla="*/ 480 h 2927830"/>
                  <a:gd name="connsiteX5" fmla="*/ 2199701 w 2275936"/>
                  <a:gd name="connsiteY5" fmla="*/ 560550 h 2927830"/>
                  <a:gd name="connsiteX6" fmla="*/ 2032062 w 2275936"/>
                  <a:gd name="connsiteY6" fmla="*/ 1154910 h 2927830"/>
                  <a:gd name="connsiteX7" fmla="*/ 1620582 w 2275936"/>
                  <a:gd name="connsiteY7" fmla="*/ 1353030 h 2927830"/>
                  <a:gd name="connsiteX8" fmla="*/ 1391982 w 2275936"/>
                  <a:gd name="connsiteY8" fmla="*/ 1581630 h 2927830"/>
                  <a:gd name="connsiteX9" fmla="*/ 1009906 w 2275936"/>
                  <a:gd name="connsiteY9" fmla="*/ 1651803 h 2927830"/>
                  <a:gd name="connsiteX10" fmla="*/ 844806 w 2275936"/>
                  <a:gd name="connsiteY10" fmla="*/ 2927830 h 2927830"/>
                  <a:gd name="connsiteX11" fmla="*/ 607165 w 2275936"/>
                  <a:gd name="connsiteY11" fmla="*/ 2838930 h 2927830"/>
                  <a:gd name="connsiteX12" fmla="*/ 759565 w 2275936"/>
                  <a:gd name="connsiteY12" fmla="*/ 1588303 h 2927830"/>
                  <a:gd name="connsiteX0" fmla="*/ 759565 w 2270304"/>
                  <a:gd name="connsiteY0" fmla="*/ 1632823 h 2972350"/>
                  <a:gd name="connsiteX1" fmla="*/ 576642 w 2270304"/>
                  <a:gd name="connsiteY1" fmla="*/ 1237530 h 2972350"/>
                  <a:gd name="connsiteX2" fmla="*/ 96581 w 2270304"/>
                  <a:gd name="connsiteY2" fmla="*/ 841290 h 2972350"/>
                  <a:gd name="connsiteX3" fmla="*/ 191831 w 2270304"/>
                  <a:gd name="connsiteY3" fmla="*/ 235501 h 2972350"/>
                  <a:gd name="connsiteX4" fmla="*/ 410906 w 2270304"/>
                  <a:gd name="connsiteY4" fmla="*/ 35475 h 2972350"/>
                  <a:gd name="connsiteX5" fmla="*/ 2134931 w 2270304"/>
                  <a:gd name="connsiteY5" fmla="*/ 45000 h 2972350"/>
                  <a:gd name="connsiteX6" fmla="*/ 2199701 w 2270304"/>
                  <a:gd name="connsiteY6" fmla="*/ 605070 h 2972350"/>
                  <a:gd name="connsiteX7" fmla="*/ 2032062 w 2270304"/>
                  <a:gd name="connsiteY7" fmla="*/ 1199430 h 2972350"/>
                  <a:gd name="connsiteX8" fmla="*/ 1620582 w 2270304"/>
                  <a:gd name="connsiteY8" fmla="*/ 1397550 h 2972350"/>
                  <a:gd name="connsiteX9" fmla="*/ 1391982 w 2270304"/>
                  <a:gd name="connsiteY9" fmla="*/ 1626150 h 2972350"/>
                  <a:gd name="connsiteX10" fmla="*/ 1009906 w 2270304"/>
                  <a:gd name="connsiteY10" fmla="*/ 1696323 h 2972350"/>
                  <a:gd name="connsiteX11" fmla="*/ 844806 w 2270304"/>
                  <a:gd name="connsiteY11" fmla="*/ 2972350 h 2972350"/>
                  <a:gd name="connsiteX12" fmla="*/ 607165 w 2270304"/>
                  <a:gd name="connsiteY12" fmla="*/ 2883450 h 2972350"/>
                  <a:gd name="connsiteX13" fmla="*/ 759565 w 2270304"/>
                  <a:gd name="connsiteY13" fmla="*/ 1632823 h 2972350"/>
                  <a:gd name="connsiteX0" fmla="*/ 759565 w 2231157"/>
                  <a:gd name="connsiteY0" fmla="*/ 2216476 h 3556003"/>
                  <a:gd name="connsiteX1" fmla="*/ 576642 w 2231157"/>
                  <a:gd name="connsiteY1" fmla="*/ 1821183 h 3556003"/>
                  <a:gd name="connsiteX2" fmla="*/ 96581 w 2231157"/>
                  <a:gd name="connsiteY2" fmla="*/ 1424943 h 3556003"/>
                  <a:gd name="connsiteX3" fmla="*/ 191831 w 2231157"/>
                  <a:gd name="connsiteY3" fmla="*/ 819154 h 3556003"/>
                  <a:gd name="connsiteX4" fmla="*/ 410906 w 2231157"/>
                  <a:gd name="connsiteY4" fmla="*/ 619128 h 3556003"/>
                  <a:gd name="connsiteX5" fmla="*/ 325181 w 2231157"/>
                  <a:gd name="connsiteY5" fmla="*/ 3 h 3556003"/>
                  <a:gd name="connsiteX6" fmla="*/ 2134931 w 2231157"/>
                  <a:gd name="connsiteY6" fmla="*/ 628653 h 3556003"/>
                  <a:gd name="connsiteX7" fmla="*/ 2199701 w 2231157"/>
                  <a:gd name="connsiteY7" fmla="*/ 1188723 h 3556003"/>
                  <a:gd name="connsiteX8" fmla="*/ 2032062 w 2231157"/>
                  <a:gd name="connsiteY8" fmla="*/ 1783083 h 3556003"/>
                  <a:gd name="connsiteX9" fmla="*/ 1620582 w 2231157"/>
                  <a:gd name="connsiteY9" fmla="*/ 1981203 h 3556003"/>
                  <a:gd name="connsiteX10" fmla="*/ 1391982 w 2231157"/>
                  <a:gd name="connsiteY10" fmla="*/ 2209803 h 3556003"/>
                  <a:gd name="connsiteX11" fmla="*/ 1009906 w 2231157"/>
                  <a:gd name="connsiteY11" fmla="*/ 2279976 h 3556003"/>
                  <a:gd name="connsiteX12" fmla="*/ 844806 w 2231157"/>
                  <a:gd name="connsiteY12" fmla="*/ 3556003 h 3556003"/>
                  <a:gd name="connsiteX13" fmla="*/ 607165 w 2231157"/>
                  <a:gd name="connsiteY13" fmla="*/ 3467103 h 3556003"/>
                  <a:gd name="connsiteX14" fmla="*/ 759565 w 2231157"/>
                  <a:gd name="connsiteY14" fmla="*/ 2216476 h 3556003"/>
                  <a:gd name="connsiteX0" fmla="*/ 759565 w 2209496"/>
                  <a:gd name="connsiteY0" fmla="*/ 2373929 h 3713456"/>
                  <a:gd name="connsiteX1" fmla="*/ 576642 w 2209496"/>
                  <a:gd name="connsiteY1" fmla="*/ 1978636 h 3713456"/>
                  <a:gd name="connsiteX2" fmla="*/ 96581 w 2209496"/>
                  <a:gd name="connsiteY2" fmla="*/ 1582396 h 3713456"/>
                  <a:gd name="connsiteX3" fmla="*/ 191831 w 2209496"/>
                  <a:gd name="connsiteY3" fmla="*/ 976607 h 3713456"/>
                  <a:gd name="connsiteX4" fmla="*/ 410906 w 2209496"/>
                  <a:gd name="connsiteY4" fmla="*/ 776581 h 3713456"/>
                  <a:gd name="connsiteX5" fmla="*/ 325181 w 2209496"/>
                  <a:gd name="connsiteY5" fmla="*/ 157456 h 3713456"/>
                  <a:gd name="connsiteX6" fmla="*/ 1772982 w 2209496"/>
                  <a:gd name="connsiteY6" fmla="*/ 30457 h 3713456"/>
                  <a:gd name="connsiteX7" fmla="*/ 2134931 w 2209496"/>
                  <a:gd name="connsiteY7" fmla="*/ 786106 h 3713456"/>
                  <a:gd name="connsiteX8" fmla="*/ 2199701 w 2209496"/>
                  <a:gd name="connsiteY8" fmla="*/ 1346176 h 3713456"/>
                  <a:gd name="connsiteX9" fmla="*/ 2032062 w 2209496"/>
                  <a:gd name="connsiteY9" fmla="*/ 1940536 h 3713456"/>
                  <a:gd name="connsiteX10" fmla="*/ 1620582 w 2209496"/>
                  <a:gd name="connsiteY10" fmla="*/ 2138656 h 3713456"/>
                  <a:gd name="connsiteX11" fmla="*/ 1391982 w 2209496"/>
                  <a:gd name="connsiteY11" fmla="*/ 2367256 h 3713456"/>
                  <a:gd name="connsiteX12" fmla="*/ 1009906 w 2209496"/>
                  <a:gd name="connsiteY12" fmla="*/ 2437429 h 3713456"/>
                  <a:gd name="connsiteX13" fmla="*/ 844806 w 2209496"/>
                  <a:gd name="connsiteY13" fmla="*/ 3713456 h 3713456"/>
                  <a:gd name="connsiteX14" fmla="*/ 607165 w 2209496"/>
                  <a:gd name="connsiteY14" fmla="*/ 3624556 h 3713456"/>
                  <a:gd name="connsiteX15" fmla="*/ 759565 w 2209496"/>
                  <a:gd name="connsiteY15" fmla="*/ 2373929 h 3713456"/>
                  <a:gd name="connsiteX0" fmla="*/ 759565 w 2209496"/>
                  <a:gd name="connsiteY0" fmla="*/ 2801590 h 4141117"/>
                  <a:gd name="connsiteX1" fmla="*/ 576642 w 2209496"/>
                  <a:gd name="connsiteY1" fmla="*/ 2406297 h 4141117"/>
                  <a:gd name="connsiteX2" fmla="*/ 96581 w 2209496"/>
                  <a:gd name="connsiteY2" fmla="*/ 2010057 h 4141117"/>
                  <a:gd name="connsiteX3" fmla="*/ 191831 w 2209496"/>
                  <a:gd name="connsiteY3" fmla="*/ 1404268 h 4141117"/>
                  <a:gd name="connsiteX4" fmla="*/ 410906 w 2209496"/>
                  <a:gd name="connsiteY4" fmla="*/ 1204242 h 4141117"/>
                  <a:gd name="connsiteX5" fmla="*/ 325181 w 2209496"/>
                  <a:gd name="connsiteY5" fmla="*/ 585117 h 4141117"/>
                  <a:gd name="connsiteX6" fmla="*/ 1557082 w 2209496"/>
                  <a:gd name="connsiteY6" fmla="*/ 918 h 4141117"/>
                  <a:gd name="connsiteX7" fmla="*/ 1772982 w 2209496"/>
                  <a:gd name="connsiteY7" fmla="*/ 458118 h 4141117"/>
                  <a:gd name="connsiteX8" fmla="*/ 2134931 w 2209496"/>
                  <a:gd name="connsiteY8" fmla="*/ 1213767 h 4141117"/>
                  <a:gd name="connsiteX9" fmla="*/ 2199701 w 2209496"/>
                  <a:gd name="connsiteY9" fmla="*/ 1773837 h 4141117"/>
                  <a:gd name="connsiteX10" fmla="*/ 2032062 w 2209496"/>
                  <a:gd name="connsiteY10" fmla="*/ 2368197 h 4141117"/>
                  <a:gd name="connsiteX11" fmla="*/ 1620582 w 2209496"/>
                  <a:gd name="connsiteY11" fmla="*/ 2566317 h 4141117"/>
                  <a:gd name="connsiteX12" fmla="*/ 1391982 w 2209496"/>
                  <a:gd name="connsiteY12" fmla="*/ 2794917 h 4141117"/>
                  <a:gd name="connsiteX13" fmla="*/ 1009906 w 2209496"/>
                  <a:gd name="connsiteY13" fmla="*/ 2865090 h 4141117"/>
                  <a:gd name="connsiteX14" fmla="*/ 844806 w 2209496"/>
                  <a:gd name="connsiteY14" fmla="*/ 4141117 h 4141117"/>
                  <a:gd name="connsiteX15" fmla="*/ 607165 w 2209496"/>
                  <a:gd name="connsiteY15" fmla="*/ 4052217 h 4141117"/>
                  <a:gd name="connsiteX16" fmla="*/ 759565 w 2209496"/>
                  <a:gd name="connsiteY16" fmla="*/ 2801590 h 4141117"/>
                  <a:gd name="connsiteX0" fmla="*/ 759565 w 2209496"/>
                  <a:gd name="connsiteY0" fmla="*/ 2800780 h 4140307"/>
                  <a:gd name="connsiteX1" fmla="*/ 576642 w 2209496"/>
                  <a:gd name="connsiteY1" fmla="*/ 2405487 h 4140307"/>
                  <a:gd name="connsiteX2" fmla="*/ 96581 w 2209496"/>
                  <a:gd name="connsiteY2" fmla="*/ 2009247 h 4140307"/>
                  <a:gd name="connsiteX3" fmla="*/ 191831 w 2209496"/>
                  <a:gd name="connsiteY3" fmla="*/ 1403458 h 4140307"/>
                  <a:gd name="connsiteX4" fmla="*/ 410906 w 2209496"/>
                  <a:gd name="connsiteY4" fmla="*/ 1203432 h 4140307"/>
                  <a:gd name="connsiteX5" fmla="*/ 325181 w 2209496"/>
                  <a:gd name="connsiteY5" fmla="*/ 584307 h 4140307"/>
                  <a:gd name="connsiteX6" fmla="*/ 96582 w 2209496"/>
                  <a:gd name="connsiteY6" fmla="*/ 368409 h 4140307"/>
                  <a:gd name="connsiteX7" fmla="*/ 1557082 w 2209496"/>
                  <a:gd name="connsiteY7" fmla="*/ 108 h 4140307"/>
                  <a:gd name="connsiteX8" fmla="*/ 1772982 w 2209496"/>
                  <a:gd name="connsiteY8" fmla="*/ 457308 h 4140307"/>
                  <a:gd name="connsiteX9" fmla="*/ 2134931 w 2209496"/>
                  <a:gd name="connsiteY9" fmla="*/ 1212957 h 4140307"/>
                  <a:gd name="connsiteX10" fmla="*/ 2199701 w 2209496"/>
                  <a:gd name="connsiteY10" fmla="*/ 1773027 h 4140307"/>
                  <a:gd name="connsiteX11" fmla="*/ 2032062 w 2209496"/>
                  <a:gd name="connsiteY11" fmla="*/ 2367387 h 4140307"/>
                  <a:gd name="connsiteX12" fmla="*/ 1620582 w 2209496"/>
                  <a:gd name="connsiteY12" fmla="*/ 2565507 h 4140307"/>
                  <a:gd name="connsiteX13" fmla="*/ 1391982 w 2209496"/>
                  <a:gd name="connsiteY13" fmla="*/ 2794107 h 4140307"/>
                  <a:gd name="connsiteX14" fmla="*/ 1009906 w 2209496"/>
                  <a:gd name="connsiteY14" fmla="*/ 2864280 h 4140307"/>
                  <a:gd name="connsiteX15" fmla="*/ 844806 w 2209496"/>
                  <a:gd name="connsiteY15" fmla="*/ 4140307 h 4140307"/>
                  <a:gd name="connsiteX16" fmla="*/ 607165 w 2209496"/>
                  <a:gd name="connsiteY16" fmla="*/ 4051407 h 4140307"/>
                  <a:gd name="connsiteX17" fmla="*/ 759565 w 2209496"/>
                  <a:gd name="connsiteY17" fmla="*/ 2800780 h 4140307"/>
                  <a:gd name="connsiteX0" fmla="*/ 759565 w 2209496"/>
                  <a:gd name="connsiteY0" fmla="*/ 2886104 h 4225631"/>
                  <a:gd name="connsiteX1" fmla="*/ 576642 w 2209496"/>
                  <a:gd name="connsiteY1" fmla="*/ 2490811 h 4225631"/>
                  <a:gd name="connsiteX2" fmla="*/ 96581 w 2209496"/>
                  <a:gd name="connsiteY2" fmla="*/ 2094571 h 4225631"/>
                  <a:gd name="connsiteX3" fmla="*/ 191831 w 2209496"/>
                  <a:gd name="connsiteY3" fmla="*/ 1488782 h 4225631"/>
                  <a:gd name="connsiteX4" fmla="*/ 410906 w 2209496"/>
                  <a:gd name="connsiteY4" fmla="*/ 1288756 h 4225631"/>
                  <a:gd name="connsiteX5" fmla="*/ 325181 w 2209496"/>
                  <a:gd name="connsiteY5" fmla="*/ 669631 h 4225631"/>
                  <a:gd name="connsiteX6" fmla="*/ 96582 w 2209496"/>
                  <a:gd name="connsiteY6" fmla="*/ 453733 h 4225631"/>
                  <a:gd name="connsiteX7" fmla="*/ 172782 w 2209496"/>
                  <a:gd name="connsiteY7" fmla="*/ 21933 h 4225631"/>
                  <a:gd name="connsiteX8" fmla="*/ 1557082 w 2209496"/>
                  <a:gd name="connsiteY8" fmla="*/ 85432 h 4225631"/>
                  <a:gd name="connsiteX9" fmla="*/ 1772982 w 2209496"/>
                  <a:gd name="connsiteY9" fmla="*/ 542632 h 4225631"/>
                  <a:gd name="connsiteX10" fmla="*/ 2134931 w 2209496"/>
                  <a:gd name="connsiteY10" fmla="*/ 1298281 h 4225631"/>
                  <a:gd name="connsiteX11" fmla="*/ 2199701 w 2209496"/>
                  <a:gd name="connsiteY11" fmla="*/ 1858351 h 4225631"/>
                  <a:gd name="connsiteX12" fmla="*/ 2032062 w 2209496"/>
                  <a:gd name="connsiteY12" fmla="*/ 2452711 h 4225631"/>
                  <a:gd name="connsiteX13" fmla="*/ 1620582 w 2209496"/>
                  <a:gd name="connsiteY13" fmla="*/ 2650831 h 4225631"/>
                  <a:gd name="connsiteX14" fmla="*/ 1391982 w 2209496"/>
                  <a:gd name="connsiteY14" fmla="*/ 2879431 h 4225631"/>
                  <a:gd name="connsiteX15" fmla="*/ 1009906 w 2209496"/>
                  <a:gd name="connsiteY15" fmla="*/ 2949604 h 4225631"/>
                  <a:gd name="connsiteX16" fmla="*/ 844806 w 2209496"/>
                  <a:gd name="connsiteY16" fmla="*/ 4225631 h 4225631"/>
                  <a:gd name="connsiteX17" fmla="*/ 607165 w 2209496"/>
                  <a:gd name="connsiteY17" fmla="*/ 4136731 h 4225631"/>
                  <a:gd name="connsiteX18" fmla="*/ 759565 w 2209496"/>
                  <a:gd name="connsiteY18" fmla="*/ 2886104 h 4225631"/>
                  <a:gd name="connsiteX0" fmla="*/ 759565 w 2209496"/>
                  <a:gd name="connsiteY0" fmla="*/ 3207357 h 4546884"/>
                  <a:gd name="connsiteX1" fmla="*/ 576642 w 2209496"/>
                  <a:gd name="connsiteY1" fmla="*/ 2812064 h 4546884"/>
                  <a:gd name="connsiteX2" fmla="*/ 96581 w 2209496"/>
                  <a:gd name="connsiteY2" fmla="*/ 2415824 h 4546884"/>
                  <a:gd name="connsiteX3" fmla="*/ 191831 w 2209496"/>
                  <a:gd name="connsiteY3" fmla="*/ 1810035 h 4546884"/>
                  <a:gd name="connsiteX4" fmla="*/ 410906 w 2209496"/>
                  <a:gd name="connsiteY4" fmla="*/ 1610009 h 4546884"/>
                  <a:gd name="connsiteX5" fmla="*/ 325181 w 2209496"/>
                  <a:gd name="connsiteY5" fmla="*/ 990884 h 4546884"/>
                  <a:gd name="connsiteX6" fmla="*/ 96582 w 2209496"/>
                  <a:gd name="connsiteY6" fmla="*/ 774986 h 4546884"/>
                  <a:gd name="connsiteX7" fmla="*/ 172782 w 2209496"/>
                  <a:gd name="connsiteY7" fmla="*/ 343186 h 4546884"/>
                  <a:gd name="connsiteX8" fmla="*/ 1328482 w 2209496"/>
                  <a:gd name="connsiteY8" fmla="*/ 286 h 4546884"/>
                  <a:gd name="connsiteX9" fmla="*/ 1557082 w 2209496"/>
                  <a:gd name="connsiteY9" fmla="*/ 406685 h 4546884"/>
                  <a:gd name="connsiteX10" fmla="*/ 1772982 w 2209496"/>
                  <a:gd name="connsiteY10" fmla="*/ 863885 h 4546884"/>
                  <a:gd name="connsiteX11" fmla="*/ 2134931 w 2209496"/>
                  <a:gd name="connsiteY11" fmla="*/ 1619534 h 4546884"/>
                  <a:gd name="connsiteX12" fmla="*/ 2199701 w 2209496"/>
                  <a:gd name="connsiteY12" fmla="*/ 2179604 h 4546884"/>
                  <a:gd name="connsiteX13" fmla="*/ 2032062 w 2209496"/>
                  <a:gd name="connsiteY13" fmla="*/ 2773964 h 4546884"/>
                  <a:gd name="connsiteX14" fmla="*/ 1620582 w 2209496"/>
                  <a:gd name="connsiteY14" fmla="*/ 2972084 h 4546884"/>
                  <a:gd name="connsiteX15" fmla="*/ 1391982 w 2209496"/>
                  <a:gd name="connsiteY15" fmla="*/ 3200684 h 4546884"/>
                  <a:gd name="connsiteX16" fmla="*/ 1009906 w 2209496"/>
                  <a:gd name="connsiteY16" fmla="*/ 3270857 h 4546884"/>
                  <a:gd name="connsiteX17" fmla="*/ 844806 w 2209496"/>
                  <a:gd name="connsiteY17" fmla="*/ 4546884 h 4546884"/>
                  <a:gd name="connsiteX18" fmla="*/ 607165 w 2209496"/>
                  <a:gd name="connsiteY18" fmla="*/ 4457984 h 4546884"/>
                  <a:gd name="connsiteX19" fmla="*/ 759565 w 2209496"/>
                  <a:gd name="connsiteY19" fmla="*/ 3207357 h 4546884"/>
                  <a:gd name="connsiteX0" fmla="*/ 759565 w 2209496"/>
                  <a:gd name="connsiteY0" fmla="*/ 3348198 h 4687725"/>
                  <a:gd name="connsiteX1" fmla="*/ 576642 w 2209496"/>
                  <a:gd name="connsiteY1" fmla="*/ 2952905 h 4687725"/>
                  <a:gd name="connsiteX2" fmla="*/ 96581 w 2209496"/>
                  <a:gd name="connsiteY2" fmla="*/ 2556665 h 4687725"/>
                  <a:gd name="connsiteX3" fmla="*/ 191831 w 2209496"/>
                  <a:gd name="connsiteY3" fmla="*/ 1950876 h 4687725"/>
                  <a:gd name="connsiteX4" fmla="*/ 410906 w 2209496"/>
                  <a:gd name="connsiteY4" fmla="*/ 1750850 h 4687725"/>
                  <a:gd name="connsiteX5" fmla="*/ 325181 w 2209496"/>
                  <a:gd name="connsiteY5" fmla="*/ 1131725 h 4687725"/>
                  <a:gd name="connsiteX6" fmla="*/ 96582 w 2209496"/>
                  <a:gd name="connsiteY6" fmla="*/ 915827 h 4687725"/>
                  <a:gd name="connsiteX7" fmla="*/ 172782 w 2209496"/>
                  <a:gd name="connsiteY7" fmla="*/ 484027 h 4687725"/>
                  <a:gd name="connsiteX8" fmla="*/ 1099882 w 2209496"/>
                  <a:gd name="connsiteY8" fmla="*/ 14127 h 4687725"/>
                  <a:gd name="connsiteX9" fmla="*/ 1328482 w 2209496"/>
                  <a:gd name="connsiteY9" fmla="*/ 141127 h 4687725"/>
                  <a:gd name="connsiteX10" fmla="*/ 1557082 w 2209496"/>
                  <a:gd name="connsiteY10" fmla="*/ 547526 h 4687725"/>
                  <a:gd name="connsiteX11" fmla="*/ 1772982 w 2209496"/>
                  <a:gd name="connsiteY11" fmla="*/ 1004726 h 4687725"/>
                  <a:gd name="connsiteX12" fmla="*/ 2134931 w 2209496"/>
                  <a:gd name="connsiteY12" fmla="*/ 1760375 h 4687725"/>
                  <a:gd name="connsiteX13" fmla="*/ 2199701 w 2209496"/>
                  <a:gd name="connsiteY13" fmla="*/ 2320445 h 4687725"/>
                  <a:gd name="connsiteX14" fmla="*/ 2032062 w 2209496"/>
                  <a:gd name="connsiteY14" fmla="*/ 2914805 h 4687725"/>
                  <a:gd name="connsiteX15" fmla="*/ 1620582 w 2209496"/>
                  <a:gd name="connsiteY15" fmla="*/ 3112925 h 4687725"/>
                  <a:gd name="connsiteX16" fmla="*/ 1391982 w 2209496"/>
                  <a:gd name="connsiteY16" fmla="*/ 3341525 h 4687725"/>
                  <a:gd name="connsiteX17" fmla="*/ 1009906 w 2209496"/>
                  <a:gd name="connsiteY17" fmla="*/ 3411698 h 4687725"/>
                  <a:gd name="connsiteX18" fmla="*/ 844806 w 2209496"/>
                  <a:gd name="connsiteY18" fmla="*/ 4687725 h 4687725"/>
                  <a:gd name="connsiteX19" fmla="*/ 607165 w 2209496"/>
                  <a:gd name="connsiteY19" fmla="*/ 4598825 h 4687725"/>
                  <a:gd name="connsiteX20" fmla="*/ 759565 w 2209496"/>
                  <a:gd name="connsiteY20" fmla="*/ 3348198 h 4687725"/>
                  <a:gd name="connsiteX0" fmla="*/ 759565 w 2209496"/>
                  <a:gd name="connsiteY0" fmla="*/ 3420474 h 4760001"/>
                  <a:gd name="connsiteX1" fmla="*/ 576642 w 2209496"/>
                  <a:gd name="connsiteY1" fmla="*/ 3025181 h 4760001"/>
                  <a:gd name="connsiteX2" fmla="*/ 96581 w 2209496"/>
                  <a:gd name="connsiteY2" fmla="*/ 2628941 h 4760001"/>
                  <a:gd name="connsiteX3" fmla="*/ 191831 w 2209496"/>
                  <a:gd name="connsiteY3" fmla="*/ 2023152 h 4760001"/>
                  <a:gd name="connsiteX4" fmla="*/ 410906 w 2209496"/>
                  <a:gd name="connsiteY4" fmla="*/ 1823126 h 4760001"/>
                  <a:gd name="connsiteX5" fmla="*/ 325181 w 2209496"/>
                  <a:gd name="connsiteY5" fmla="*/ 1204001 h 4760001"/>
                  <a:gd name="connsiteX6" fmla="*/ 96582 w 2209496"/>
                  <a:gd name="connsiteY6" fmla="*/ 988103 h 4760001"/>
                  <a:gd name="connsiteX7" fmla="*/ 172782 w 2209496"/>
                  <a:gd name="connsiteY7" fmla="*/ 556303 h 4760001"/>
                  <a:gd name="connsiteX8" fmla="*/ 871282 w 2209496"/>
                  <a:gd name="connsiteY8" fmla="*/ 22904 h 4760001"/>
                  <a:gd name="connsiteX9" fmla="*/ 1099882 w 2209496"/>
                  <a:gd name="connsiteY9" fmla="*/ 86403 h 4760001"/>
                  <a:gd name="connsiteX10" fmla="*/ 1328482 w 2209496"/>
                  <a:gd name="connsiteY10" fmla="*/ 213403 h 4760001"/>
                  <a:gd name="connsiteX11" fmla="*/ 1557082 w 2209496"/>
                  <a:gd name="connsiteY11" fmla="*/ 619802 h 4760001"/>
                  <a:gd name="connsiteX12" fmla="*/ 1772982 w 2209496"/>
                  <a:gd name="connsiteY12" fmla="*/ 1077002 h 4760001"/>
                  <a:gd name="connsiteX13" fmla="*/ 2134931 w 2209496"/>
                  <a:gd name="connsiteY13" fmla="*/ 1832651 h 4760001"/>
                  <a:gd name="connsiteX14" fmla="*/ 2199701 w 2209496"/>
                  <a:gd name="connsiteY14" fmla="*/ 2392721 h 4760001"/>
                  <a:gd name="connsiteX15" fmla="*/ 2032062 w 2209496"/>
                  <a:gd name="connsiteY15" fmla="*/ 2987081 h 4760001"/>
                  <a:gd name="connsiteX16" fmla="*/ 1620582 w 2209496"/>
                  <a:gd name="connsiteY16" fmla="*/ 3185201 h 4760001"/>
                  <a:gd name="connsiteX17" fmla="*/ 1391982 w 2209496"/>
                  <a:gd name="connsiteY17" fmla="*/ 3413801 h 4760001"/>
                  <a:gd name="connsiteX18" fmla="*/ 1009906 w 2209496"/>
                  <a:gd name="connsiteY18" fmla="*/ 3483974 h 4760001"/>
                  <a:gd name="connsiteX19" fmla="*/ 844806 w 2209496"/>
                  <a:gd name="connsiteY19" fmla="*/ 4760001 h 4760001"/>
                  <a:gd name="connsiteX20" fmla="*/ 607165 w 2209496"/>
                  <a:gd name="connsiteY20" fmla="*/ 4671101 h 4760001"/>
                  <a:gd name="connsiteX21" fmla="*/ 759565 w 2209496"/>
                  <a:gd name="connsiteY21" fmla="*/ 3420474 h 4760001"/>
                  <a:gd name="connsiteX0" fmla="*/ 759565 w 2209496"/>
                  <a:gd name="connsiteY0" fmla="*/ 3403098 h 4742625"/>
                  <a:gd name="connsiteX1" fmla="*/ 576642 w 2209496"/>
                  <a:gd name="connsiteY1" fmla="*/ 3007805 h 4742625"/>
                  <a:gd name="connsiteX2" fmla="*/ 96581 w 2209496"/>
                  <a:gd name="connsiteY2" fmla="*/ 2611565 h 4742625"/>
                  <a:gd name="connsiteX3" fmla="*/ 191831 w 2209496"/>
                  <a:gd name="connsiteY3" fmla="*/ 2005776 h 4742625"/>
                  <a:gd name="connsiteX4" fmla="*/ 410906 w 2209496"/>
                  <a:gd name="connsiteY4" fmla="*/ 1805750 h 4742625"/>
                  <a:gd name="connsiteX5" fmla="*/ 325181 w 2209496"/>
                  <a:gd name="connsiteY5" fmla="*/ 1186625 h 4742625"/>
                  <a:gd name="connsiteX6" fmla="*/ 96582 w 2209496"/>
                  <a:gd name="connsiteY6" fmla="*/ 970727 h 4742625"/>
                  <a:gd name="connsiteX7" fmla="*/ 172782 w 2209496"/>
                  <a:gd name="connsiteY7" fmla="*/ 538927 h 4742625"/>
                  <a:gd name="connsiteX8" fmla="*/ 426782 w 2209496"/>
                  <a:gd name="connsiteY8" fmla="*/ 69028 h 4742625"/>
                  <a:gd name="connsiteX9" fmla="*/ 871282 w 2209496"/>
                  <a:gd name="connsiteY9" fmla="*/ 5528 h 4742625"/>
                  <a:gd name="connsiteX10" fmla="*/ 1099882 w 2209496"/>
                  <a:gd name="connsiteY10" fmla="*/ 69027 h 4742625"/>
                  <a:gd name="connsiteX11" fmla="*/ 1328482 w 2209496"/>
                  <a:gd name="connsiteY11" fmla="*/ 196027 h 4742625"/>
                  <a:gd name="connsiteX12" fmla="*/ 1557082 w 2209496"/>
                  <a:gd name="connsiteY12" fmla="*/ 602426 h 4742625"/>
                  <a:gd name="connsiteX13" fmla="*/ 1772982 w 2209496"/>
                  <a:gd name="connsiteY13" fmla="*/ 1059626 h 4742625"/>
                  <a:gd name="connsiteX14" fmla="*/ 2134931 w 2209496"/>
                  <a:gd name="connsiteY14" fmla="*/ 1815275 h 4742625"/>
                  <a:gd name="connsiteX15" fmla="*/ 2199701 w 2209496"/>
                  <a:gd name="connsiteY15" fmla="*/ 2375345 h 4742625"/>
                  <a:gd name="connsiteX16" fmla="*/ 2032062 w 2209496"/>
                  <a:gd name="connsiteY16" fmla="*/ 2969705 h 4742625"/>
                  <a:gd name="connsiteX17" fmla="*/ 1620582 w 2209496"/>
                  <a:gd name="connsiteY17" fmla="*/ 3167825 h 4742625"/>
                  <a:gd name="connsiteX18" fmla="*/ 1391982 w 2209496"/>
                  <a:gd name="connsiteY18" fmla="*/ 3396425 h 4742625"/>
                  <a:gd name="connsiteX19" fmla="*/ 1009906 w 2209496"/>
                  <a:gd name="connsiteY19" fmla="*/ 3466598 h 4742625"/>
                  <a:gd name="connsiteX20" fmla="*/ 844806 w 2209496"/>
                  <a:gd name="connsiteY20" fmla="*/ 4742625 h 4742625"/>
                  <a:gd name="connsiteX21" fmla="*/ 607165 w 2209496"/>
                  <a:gd name="connsiteY21" fmla="*/ 4653725 h 4742625"/>
                  <a:gd name="connsiteX22" fmla="*/ 759565 w 2209496"/>
                  <a:gd name="connsiteY22" fmla="*/ 3403098 h 4742625"/>
                  <a:gd name="connsiteX0" fmla="*/ 759565 w 2209496"/>
                  <a:gd name="connsiteY0" fmla="*/ 3403098 h 4742625"/>
                  <a:gd name="connsiteX1" fmla="*/ 576642 w 2209496"/>
                  <a:gd name="connsiteY1" fmla="*/ 3007805 h 4742625"/>
                  <a:gd name="connsiteX2" fmla="*/ 96581 w 2209496"/>
                  <a:gd name="connsiteY2" fmla="*/ 2611565 h 4742625"/>
                  <a:gd name="connsiteX3" fmla="*/ 191831 w 2209496"/>
                  <a:gd name="connsiteY3" fmla="*/ 2005776 h 4742625"/>
                  <a:gd name="connsiteX4" fmla="*/ 410906 w 2209496"/>
                  <a:gd name="connsiteY4" fmla="*/ 1805750 h 4742625"/>
                  <a:gd name="connsiteX5" fmla="*/ 325181 w 2209496"/>
                  <a:gd name="connsiteY5" fmla="*/ 1186625 h 4742625"/>
                  <a:gd name="connsiteX6" fmla="*/ 96582 w 2209496"/>
                  <a:gd name="connsiteY6" fmla="*/ 970727 h 4742625"/>
                  <a:gd name="connsiteX7" fmla="*/ 172782 w 2209496"/>
                  <a:gd name="connsiteY7" fmla="*/ 538927 h 4742625"/>
                  <a:gd name="connsiteX8" fmla="*/ 426782 w 2209496"/>
                  <a:gd name="connsiteY8" fmla="*/ 69028 h 4742625"/>
                  <a:gd name="connsiteX9" fmla="*/ 871282 w 2209496"/>
                  <a:gd name="connsiteY9" fmla="*/ 5528 h 4742625"/>
                  <a:gd name="connsiteX10" fmla="*/ 1099882 w 2209496"/>
                  <a:gd name="connsiteY10" fmla="*/ 69027 h 4742625"/>
                  <a:gd name="connsiteX11" fmla="*/ 1328482 w 2209496"/>
                  <a:gd name="connsiteY11" fmla="*/ 196027 h 4742625"/>
                  <a:gd name="connsiteX12" fmla="*/ 1557082 w 2209496"/>
                  <a:gd name="connsiteY12" fmla="*/ 602426 h 4742625"/>
                  <a:gd name="connsiteX13" fmla="*/ 1772982 w 2209496"/>
                  <a:gd name="connsiteY13" fmla="*/ 1059626 h 4742625"/>
                  <a:gd name="connsiteX14" fmla="*/ 2134931 w 2209496"/>
                  <a:gd name="connsiteY14" fmla="*/ 1815275 h 4742625"/>
                  <a:gd name="connsiteX15" fmla="*/ 2199701 w 2209496"/>
                  <a:gd name="connsiteY15" fmla="*/ 2375345 h 4742625"/>
                  <a:gd name="connsiteX16" fmla="*/ 2032062 w 2209496"/>
                  <a:gd name="connsiteY16" fmla="*/ 2969705 h 4742625"/>
                  <a:gd name="connsiteX17" fmla="*/ 1620582 w 2209496"/>
                  <a:gd name="connsiteY17" fmla="*/ 3167825 h 4742625"/>
                  <a:gd name="connsiteX18" fmla="*/ 1391982 w 2209496"/>
                  <a:gd name="connsiteY18" fmla="*/ 3396425 h 4742625"/>
                  <a:gd name="connsiteX19" fmla="*/ 1009906 w 2209496"/>
                  <a:gd name="connsiteY19" fmla="*/ 3466598 h 4742625"/>
                  <a:gd name="connsiteX20" fmla="*/ 844806 w 2209496"/>
                  <a:gd name="connsiteY20" fmla="*/ 4742625 h 4742625"/>
                  <a:gd name="connsiteX21" fmla="*/ 607165 w 2209496"/>
                  <a:gd name="connsiteY21" fmla="*/ 4653725 h 4742625"/>
                  <a:gd name="connsiteX22" fmla="*/ 759565 w 2209496"/>
                  <a:gd name="connsiteY22" fmla="*/ 3403098 h 4742625"/>
                  <a:gd name="connsiteX0" fmla="*/ 759565 w 2226999"/>
                  <a:gd name="connsiteY0" fmla="*/ 3403098 h 4742625"/>
                  <a:gd name="connsiteX1" fmla="*/ 576642 w 2226999"/>
                  <a:gd name="connsiteY1" fmla="*/ 3007805 h 4742625"/>
                  <a:gd name="connsiteX2" fmla="*/ 96581 w 2226999"/>
                  <a:gd name="connsiteY2" fmla="*/ 2611565 h 4742625"/>
                  <a:gd name="connsiteX3" fmla="*/ 191831 w 2226999"/>
                  <a:gd name="connsiteY3" fmla="*/ 2005776 h 4742625"/>
                  <a:gd name="connsiteX4" fmla="*/ 410906 w 2226999"/>
                  <a:gd name="connsiteY4" fmla="*/ 1805750 h 4742625"/>
                  <a:gd name="connsiteX5" fmla="*/ 325181 w 2226999"/>
                  <a:gd name="connsiteY5" fmla="*/ 1186625 h 4742625"/>
                  <a:gd name="connsiteX6" fmla="*/ 96582 w 2226999"/>
                  <a:gd name="connsiteY6" fmla="*/ 970727 h 4742625"/>
                  <a:gd name="connsiteX7" fmla="*/ 172782 w 2226999"/>
                  <a:gd name="connsiteY7" fmla="*/ 538927 h 4742625"/>
                  <a:gd name="connsiteX8" fmla="*/ 426782 w 2226999"/>
                  <a:gd name="connsiteY8" fmla="*/ 69028 h 4742625"/>
                  <a:gd name="connsiteX9" fmla="*/ 871282 w 2226999"/>
                  <a:gd name="connsiteY9" fmla="*/ 5528 h 4742625"/>
                  <a:gd name="connsiteX10" fmla="*/ 1099882 w 2226999"/>
                  <a:gd name="connsiteY10" fmla="*/ 69027 h 4742625"/>
                  <a:gd name="connsiteX11" fmla="*/ 1328482 w 2226999"/>
                  <a:gd name="connsiteY11" fmla="*/ 196027 h 4742625"/>
                  <a:gd name="connsiteX12" fmla="*/ 1557082 w 2226999"/>
                  <a:gd name="connsiteY12" fmla="*/ 602426 h 4742625"/>
                  <a:gd name="connsiteX13" fmla="*/ 1772982 w 2226999"/>
                  <a:gd name="connsiteY13" fmla="*/ 1059626 h 4742625"/>
                  <a:gd name="connsiteX14" fmla="*/ 2134931 w 2226999"/>
                  <a:gd name="connsiteY14" fmla="*/ 1815275 h 4742625"/>
                  <a:gd name="connsiteX15" fmla="*/ 2199701 w 2226999"/>
                  <a:gd name="connsiteY15" fmla="*/ 2375345 h 4742625"/>
                  <a:gd name="connsiteX16" fmla="*/ 2032062 w 2226999"/>
                  <a:gd name="connsiteY16" fmla="*/ 2969705 h 4742625"/>
                  <a:gd name="connsiteX17" fmla="*/ 1620582 w 2226999"/>
                  <a:gd name="connsiteY17" fmla="*/ 3167825 h 4742625"/>
                  <a:gd name="connsiteX18" fmla="*/ 1391982 w 2226999"/>
                  <a:gd name="connsiteY18" fmla="*/ 3396425 h 4742625"/>
                  <a:gd name="connsiteX19" fmla="*/ 1009906 w 2226999"/>
                  <a:gd name="connsiteY19" fmla="*/ 3466598 h 4742625"/>
                  <a:gd name="connsiteX20" fmla="*/ 844806 w 2226999"/>
                  <a:gd name="connsiteY20" fmla="*/ 4742625 h 4742625"/>
                  <a:gd name="connsiteX21" fmla="*/ 607165 w 2226999"/>
                  <a:gd name="connsiteY21" fmla="*/ 4653725 h 4742625"/>
                  <a:gd name="connsiteX22" fmla="*/ 759565 w 2226999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653725"/>
                  <a:gd name="connsiteX1" fmla="*/ 576642 w 2233404"/>
                  <a:gd name="connsiteY1" fmla="*/ 3007805 h 4653725"/>
                  <a:gd name="connsiteX2" fmla="*/ 96581 w 2233404"/>
                  <a:gd name="connsiteY2" fmla="*/ 2611565 h 4653725"/>
                  <a:gd name="connsiteX3" fmla="*/ 191831 w 2233404"/>
                  <a:gd name="connsiteY3" fmla="*/ 2005776 h 4653725"/>
                  <a:gd name="connsiteX4" fmla="*/ 410906 w 2233404"/>
                  <a:gd name="connsiteY4" fmla="*/ 1805750 h 4653725"/>
                  <a:gd name="connsiteX5" fmla="*/ 325181 w 2233404"/>
                  <a:gd name="connsiteY5" fmla="*/ 1186625 h 4653725"/>
                  <a:gd name="connsiteX6" fmla="*/ 96582 w 2233404"/>
                  <a:gd name="connsiteY6" fmla="*/ 970727 h 4653725"/>
                  <a:gd name="connsiteX7" fmla="*/ 172782 w 2233404"/>
                  <a:gd name="connsiteY7" fmla="*/ 538927 h 4653725"/>
                  <a:gd name="connsiteX8" fmla="*/ 426782 w 2233404"/>
                  <a:gd name="connsiteY8" fmla="*/ 69028 h 4653725"/>
                  <a:gd name="connsiteX9" fmla="*/ 871282 w 2233404"/>
                  <a:gd name="connsiteY9" fmla="*/ 5528 h 4653725"/>
                  <a:gd name="connsiteX10" fmla="*/ 1099882 w 2233404"/>
                  <a:gd name="connsiteY10" fmla="*/ 69027 h 4653725"/>
                  <a:gd name="connsiteX11" fmla="*/ 1328482 w 2233404"/>
                  <a:gd name="connsiteY11" fmla="*/ 196027 h 4653725"/>
                  <a:gd name="connsiteX12" fmla="*/ 1557082 w 2233404"/>
                  <a:gd name="connsiteY12" fmla="*/ 602426 h 4653725"/>
                  <a:gd name="connsiteX13" fmla="*/ 1772982 w 2233404"/>
                  <a:gd name="connsiteY13" fmla="*/ 1059626 h 4653725"/>
                  <a:gd name="connsiteX14" fmla="*/ 2134931 w 2233404"/>
                  <a:gd name="connsiteY14" fmla="*/ 1815275 h 4653725"/>
                  <a:gd name="connsiteX15" fmla="*/ 2199701 w 2233404"/>
                  <a:gd name="connsiteY15" fmla="*/ 2375345 h 4653725"/>
                  <a:gd name="connsiteX16" fmla="*/ 2032062 w 2233404"/>
                  <a:gd name="connsiteY16" fmla="*/ 2969705 h 4653725"/>
                  <a:gd name="connsiteX17" fmla="*/ 1620582 w 2233404"/>
                  <a:gd name="connsiteY17" fmla="*/ 3167825 h 4653725"/>
                  <a:gd name="connsiteX18" fmla="*/ 1391982 w 2233404"/>
                  <a:gd name="connsiteY18" fmla="*/ 3396425 h 4653725"/>
                  <a:gd name="connsiteX19" fmla="*/ 1009906 w 2233404"/>
                  <a:gd name="connsiteY19" fmla="*/ 3466598 h 4653725"/>
                  <a:gd name="connsiteX20" fmla="*/ 607165 w 2233404"/>
                  <a:gd name="connsiteY20" fmla="*/ 4653725 h 4653725"/>
                  <a:gd name="connsiteX21" fmla="*/ 759565 w 2233404"/>
                  <a:gd name="connsiteY21" fmla="*/ 3403098 h 4653725"/>
                  <a:gd name="connsiteX0" fmla="*/ 759565 w 2233404"/>
                  <a:gd name="connsiteY0" fmla="*/ 3403098 h 3466598"/>
                  <a:gd name="connsiteX1" fmla="*/ 576642 w 2233404"/>
                  <a:gd name="connsiteY1" fmla="*/ 3007805 h 3466598"/>
                  <a:gd name="connsiteX2" fmla="*/ 96581 w 2233404"/>
                  <a:gd name="connsiteY2" fmla="*/ 2611565 h 3466598"/>
                  <a:gd name="connsiteX3" fmla="*/ 191831 w 2233404"/>
                  <a:gd name="connsiteY3" fmla="*/ 2005776 h 3466598"/>
                  <a:gd name="connsiteX4" fmla="*/ 410906 w 2233404"/>
                  <a:gd name="connsiteY4" fmla="*/ 1805750 h 3466598"/>
                  <a:gd name="connsiteX5" fmla="*/ 325181 w 2233404"/>
                  <a:gd name="connsiteY5" fmla="*/ 1186625 h 3466598"/>
                  <a:gd name="connsiteX6" fmla="*/ 96582 w 2233404"/>
                  <a:gd name="connsiteY6" fmla="*/ 970727 h 3466598"/>
                  <a:gd name="connsiteX7" fmla="*/ 172782 w 2233404"/>
                  <a:gd name="connsiteY7" fmla="*/ 538927 h 3466598"/>
                  <a:gd name="connsiteX8" fmla="*/ 426782 w 2233404"/>
                  <a:gd name="connsiteY8" fmla="*/ 69028 h 3466598"/>
                  <a:gd name="connsiteX9" fmla="*/ 871282 w 2233404"/>
                  <a:gd name="connsiteY9" fmla="*/ 5528 h 3466598"/>
                  <a:gd name="connsiteX10" fmla="*/ 1099882 w 2233404"/>
                  <a:gd name="connsiteY10" fmla="*/ 69027 h 3466598"/>
                  <a:gd name="connsiteX11" fmla="*/ 1328482 w 2233404"/>
                  <a:gd name="connsiteY11" fmla="*/ 196027 h 3466598"/>
                  <a:gd name="connsiteX12" fmla="*/ 1557082 w 2233404"/>
                  <a:gd name="connsiteY12" fmla="*/ 602426 h 3466598"/>
                  <a:gd name="connsiteX13" fmla="*/ 1772982 w 2233404"/>
                  <a:gd name="connsiteY13" fmla="*/ 1059626 h 3466598"/>
                  <a:gd name="connsiteX14" fmla="*/ 2134931 w 2233404"/>
                  <a:gd name="connsiteY14" fmla="*/ 1815275 h 3466598"/>
                  <a:gd name="connsiteX15" fmla="*/ 2199701 w 2233404"/>
                  <a:gd name="connsiteY15" fmla="*/ 2375345 h 3466598"/>
                  <a:gd name="connsiteX16" fmla="*/ 2032062 w 2233404"/>
                  <a:gd name="connsiteY16" fmla="*/ 2969705 h 3466598"/>
                  <a:gd name="connsiteX17" fmla="*/ 1620582 w 2233404"/>
                  <a:gd name="connsiteY17" fmla="*/ 3167825 h 3466598"/>
                  <a:gd name="connsiteX18" fmla="*/ 1391982 w 2233404"/>
                  <a:gd name="connsiteY18" fmla="*/ 3396425 h 3466598"/>
                  <a:gd name="connsiteX19" fmla="*/ 1009906 w 2233404"/>
                  <a:gd name="connsiteY19" fmla="*/ 3466598 h 3466598"/>
                  <a:gd name="connsiteX20" fmla="*/ 759565 w 2233404"/>
                  <a:gd name="connsiteY20" fmla="*/ 3403098 h 34665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233404" h="3466598">
                    <a:moveTo>
                      <a:pt x="759565" y="3403098"/>
                    </a:moveTo>
                    <a:cubicBezTo>
                      <a:pt x="745588" y="3326898"/>
                      <a:pt x="618739" y="3294402"/>
                      <a:pt x="576642" y="3007805"/>
                    </a:cubicBezTo>
                    <a:cubicBezTo>
                      <a:pt x="589335" y="2935573"/>
                      <a:pt x="-145989" y="2617915"/>
                      <a:pt x="96581" y="2611565"/>
                    </a:cubicBezTo>
                    <a:cubicBezTo>
                      <a:pt x="59433" y="2523935"/>
                      <a:pt x="-147894" y="2138491"/>
                      <a:pt x="191831" y="2005776"/>
                    </a:cubicBezTo>
                    <a:cubicBezTo>
                      <a:pt x="247393" y="1892111"/>
                      <a:pt x="87056" y="1837500"/>
                      <a:pt x="410906" y="1805750"/>
                    </a:cubicBezTo>
                    <a:cubicBezTo>
                      <a:pt x="538964" y="1768708"/>
                      <a:pt x="37844" y="1185038"/>
                      <a:pt x="325181" y="1186625"/>
                    </a:cubicBezTo>
                    <a:cubicBezTo>
                      <a:pt x="355344" y="1055921"/>
                      <a:pt x="-108735" y="1068093"/>
                      <a:pt x="96582" y="970727"/>
                    </a:cubicBezTo>
                    <a:cubicBezTo>
                      <a:pt x="136799" y="907227"/>
                      <a:pt x="-70635" y="600310"/>
                      <a:pt x="172782" y="538927"/>
                    </a:cubicBezTo>
                    <a:cubicBezTo>
                      <a:pt x="43665" y="215077"/>
                      <a:pt x="310365" y="157928"/>
                      <a:pt x="426782" y="69028"/>
                    </a:cubicBezTo>
                    <a:cubicBezTo>
                      <a:pt x="543199" y="-19872"/>
                      <a:pt x="778149" y="35162"/>
                      <a:pt x="871282" y="5528"/>
                    </a:cubicBezTo>
                    <a:cubicBezTo>
                      <a:pt x="964415" y="-24106"/>
                      <a:pt x="1004632" y="75377"/>
                      <a:pt x="1099882" y="69027"/>
                    </a:cubicBezTo>
                    <a:cubicBezTo>
                      <a:pt x="1195132" y="62677"/>
                      <a:pt x="1224765" y="143110"/>
                      <a:pt x="1328482" y="196027"/>
                    </a:cubicBezTo>
                    <a:cubicBezTo>
                      <a:pt x="1597299" y="236244"/>
                      <a:pt x="1461832" y="519876"/>
                      <a:pt x="1557082" y="602426"/>
                    </a:cubicBezTo>
                    <a:cubicBezTo>
                      <a:pt x="1774252" y="692596"/>
                      <a:pt x="1708424" y="908708"/>
                      <a:pt x="1772982" y="1059626"/>
                    </a:cubicBezTo>
                    <a:cubicBezTo>
                      <a:pt x="1959460" y="1126724"/>
                      <a:pt x="2029945" y="1684889"/>
                      <a:pt x="2134931" y="1815275"/>
                    </a:cubicBezTo>
                    <a:cubicBezTo>
                      <a:pt x="2346597" y="1915181"/>
                      <a:pt x="2142233" y="2279778"/>
                      <a:pt x="2199701" y="2375345"/>
                    </a:cubicBezTo>
                    <a:cubicBezTo>
                      <a:pt x="2257169" y="2470912"/>
                      <a:pt x="2233992" y="2876995"/>
                      <a:pt x="2032062" y="2969705"/>
                    </a:cubicBezTo>
                    <a:cubicBezTo>
                      <a:pt x="2020632" y="3016695"/>
                      <a:pt x="1924112" y="3236405"/>
                      <a:pt x="1620582" y="3167825"/>
                    </a:cubicBezTo>
                    <a:cubicBezTo>
                      <a:pt x="1637092" y="3221165"/>
                      <a:pt x="1404861" y="3355520"/>
                      <a:pt x="1391982" y="3396425"/>
                    </a:cubicBezTo>
                    <a:cubicBezTo>
                      <a:pt x="1379103" y="3437330"/>
                      <a:pt x="1165872" y="3343831"/>
                      <a:pt x="1009906" y="3466598"/>
                    </a:cubicBezTo>
                    <a:lnTo>
                      <a:pt x="759565" y="3403098"/>
                    </a:lnTo>
                    <a:close/>
                  </a:path>
                </a:pathLst>
              </a:cu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6" name="Rectangle 7">
                <a:extLst>
                  <a:ext uri="{FF2B5EF4-FFF2-40B4-BE49-F238E27FC236}">
                    <a16:creationId xmlns:a16="http://schemas.microsoft.com/office/drawing/2014/main" id="{8DB48722-D8CA-A169-49A1-DF7E8D4BCD9D}"/>
                  </a:ext>
                </a:extLst>
              </p:cNvPr>
              <p:cNvSpPr/>
              <p:nvPr/>
            </p:nvSpPr>
            <p:spPr>
              <a:xfrm rot="5130453">
                <a:off x="4109726" y="2429414"/>
                <a:ext cx="704825" cy="329939"/>
              </a:xfrm>
              <a:custGeom>
                <a:avLst/>
                <a:gdLst>
                  <a:gd name="connsiteX0" fmla="*/ 0 w 1007285"/>
                  <a:gd name="connsiteY0" fmla="*/ 0 h 94954"/>
                  <a:gd name="connsiteX1" fmla="*/ 1007285 w 1007285"/>
                  <a:gd name="connsiteY1" fmla="*/ 0 h 94954"/>
                  <a:gd name="connsiteX2" fmla="*/ 1007285 w 1007285"/>
                  <a:gd name="connsiteY2" fmla="*/ 94954 h 94954"/>
                  <a:gd name="connsiteX3" fmla="*/ 0 w 1007285"/>
                  <a:gd name="connsiteY3" fmla="*/ 94954 h 94954"/>
                  <a:gd name="connsiteX4" fmla="*/ 0 w 1007285"/>
                  <a:gd name="connsiteY4" fmla="*/ 0 h 94954"/>
                  <a:gd name="connsiteX0" fmla="*/ 2819400 w 3826685"/>
                  <a:gd name="connsiteY0" fmla="*/ 0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4" fmla="*/ 2819400 w 3826685"/>
                  <a:gd name="connsiteY4" fmla="*/ 0 h 869654"/>
                  <a:gd name="connsiteX0" fmla="*/ 0 w 3826685"/>
                  <a:gd name="connsiteY0" fmla="*/ 869654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968065 h 1033547"/>
                  <a:gd name="connsiteX1" fmla="*/ 3826685 w 3826685"/>
                  <a:gd name="connsiteY1" fmla="*/ 98411 h 1033547"/>
                  <a:gd name="connsiteX2" fmla="*/ 3826685 w 3826685"/>
                  <a:gd name="connsiteY2" fmla="*/ 193365 h 1033547"/>
                  <a:gd name="connsiteX3" fmla="*/ 0 w 3826685"/>
                  <a:gd name="connsiteY3" fmla="*/ 968065 h 1033547"/>
                  <a:gd name="connsiteX0" fmla="*/ 0 w 3826685"/>
                  <a:gd name="connsiteY0" fmla="*/ 968065 h 1013810"/>
                  <a:gd name="connsiteX1" fmla="*/ 3826685 w 3826685"/>
                  <a:gd name="connsiteY1" fmla="*/ 98411 h 1013810"/>
                  <a:gd name="connsiteX2" fmla="*/ 3826685 w 3826685"/>
                  <a:gd name="connsiteY2" fmla="*/ 193365 h 1013810"/>
                  <a:gd name="connsiteX3" fmla="*/ 0 w 3826685"/>
                  <a:gd name="connsiteY3" fmla="*/ 968065 h 1013810"/>
                  <a:gd name="connsiteX0" fmla="*/ 0 w 3826685"/>
                  <a:gd name="connsiteY0" fmla="*/ 968065 h 1012429"/>
                  <a:gd name="connsiteX1" fmla="*/ 3826685 w 3826685"/>
                  <a:gd name="connsiteY1" fmla="*/ 98411 h 1012429"/>
                  <a:gd name="connsiteX2" fmla="*/ 3826685 w 3826685"/>
                  <a:gd name="connsiteY2" fmla="*/ 193365 h 1012429"/>
                  <a:gd name="connsiteX3" fmla="*/ 0 w 3826685"/>
                  <a:gd name="connsiteY3" fmla="*/ 968065 h 101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6685" h="1012429">
                    <a:moveTo>
                      <a:pt x="0" y="968065"/>
                    </a:moveTo>
                    <a:cubicBezTo>
                      <a:pt x="1199362" y="1008380"/>
                      <a:pt x="2779723" y="-373704"/>
                      <a:pt x="3826685" y="98411"/>
                    </a:cubicBezTo>
                    <a:lnTo>
                      <a:pt x="3826685" y="193365"/>
                    </a:lnTo>
                    <a:cubicBezTo>
                      <a:pt x="2614623" y="-65927"/>
                      <a:pt x="932662" y="1268632"/>
                      <a:pt x="0" y="968065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">
                <a:extLst>
                  <a:ext uri="{FF2B5EF4-FFF2-40B4-BE49-F238E27FC236}">
                    <a16:creationId xmlns:a16="http://schemas.microsoft.com/office/drawing/2014/main" id="{A5561867-EC5E-D341-91D2-3403859C2CE2}"/>
                  </a:ext>
                </a:extLst>
              </p:cNvPr>
              <p:cNvSpPr/>
              <p:nvPr/>
            </p:nvSpPr>
            <p:spPr>
              <a:xfrm rot="4411580">
                <a:off x="3803813" y="2701273"/>
                <a:ext cx="1032418" cy="483290"/>
              </a:xfrm>
              <a:custGeom>
                <a:avLst/>
                <a:gdLst>
                  <a:gd name="connsiteX0" fmla="*/ 0 w 1007285"/>
                  <a:gd name="connsiteY0" fmla="*/ 0 h 94954"/>
                  <a:gd name="connsiteX1" fmla="*/ 1007285 w 1007285"/>
                  <a:gd name="connsiteY1" fmla="*/ 0 h 94954"/>
                  <a:gd name="connsiteX2" fmla="*/ 1007285 w 1007285"/>
                  <a:gd name="connsiteY2" fmla="*/ 94954 h 94954"/>
                  <a:gd name="connsiteX3" fmla="*/ 0 w 1007285"/>
                  <a:gd name="connsiteY3" fmla="*/ 94954 h 94954"/>
                  <a:gd name="connsiteX4" fmla="*/ 0 w 1007285"/>
                  <a:gd name="connsiteY4" fmla="*/ 0 h 94954"/>
                  <a:gd name="connsiteX0" fmla="*/ 2819400 w 3826685"/>
                  <a:gd name="connsiteY0" fmla="*/ 0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4" fmla="*/ 2819400 w 3826685"/>
                  <a:gd name="connsiteY4" fmla="*/ 0 h 869654"/>
                  <a:gd name="connsiteX0" fmla="*/ 0 w 3826685"/>
                  <a:gd name="connsiteY0" fmla="*/ 869654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968065 h 1033547"/>
                  <a:gd name="connsiteX1" fmla="*/ 3826685 w 3826685"/>
                  <a:gd name="connsiteY1" fmla="*/ 98411 h 1033547"/>
                  <a:gd name="connsiteX2" fmla="*/ 3826685 w 3826685"/>
                  <a:gd name="connsiteY2" fmla="*/ 193365 h 1033547"/>
                  <a:gd name="connsiteX3" fmla="*/ 0 w 3826685"/>
                  <a:gd name="connsiteY3" fmla="*/ 968065 h 1033547"/>
                  <a:gd name="connsiteX0" fmla="*/ 0 w 3826685"/>
                  <a:gd name="connsiteY0" fmla="*/ 968065 h 1013810"/>
                  <a:gd name="connsiteX1" fmla="*/ 3826685 w 3826685"/>
                  <a:gd name="connsiteY1" fmla="*/ 98411 h 1013810"/>
                  <a:gd name="connsiteX2" fmla="*/ 3826685 w 3826685"/>
                  <a:gd name="connsiteY2" fmla="*/ 193365 h 1013810"/>
                  <a:gd name="connsiteX3" fmla="*/ 0 w 3826685"/>
                  <a:gd name="connsiteY3" fmla="*/ 968065 h 1013810"/>
                  <a:gd name="connsiteX0" fmla="*/ 0 w 3826685"/>
                  <a:gd name="connsiteY0" fmla="*/ 968065 h 1012429"/>
                  <a:gd name="connsiteX1" fmla="*/ 3826685 w 3826685"/>
                  <a:gd name="connsiteY1" fmla="*/ 98411 h 1012429"/>
                  <a:gd name="connsiteX2" fmla="*/ 3826685 w 3826685"/>
                  <a:gd name="connsiteY2" fmla="*/ 193365 h 1012429"/>
                  <a:gd name="connsiteX3" fmla="*/ 0 w 3826685"/>
                  <a:gd name="connsiteY3" fmla="*/ 968065 h 101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6685" h="1012429">
                    <a:moveTo>
                      <a:pt x="0" y="968065"/>
                    </a:moveTo>
                    <a:cubicBezTo>
                      <a:pt x="1199362" y="1008380"/>
                      <a:pt x="2779723" y="-373704"/>
                      <a:pt x="3826685" y="98411"/>
                    </a:cubicBezTo>
                    <a:lnTo>
                      <a:pt x="3826685" y="193365"/>
                    </a:lnTo>
                    <a:cubicBezTo>
                      <a:pt x="2614623" y="-65927"/>
                      <a:pt x="932662" y="1268632"/>
                      <a:pt x="0" y="968065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Rectangle 7">
                <a:extLst>
                  <a:ext uri="{FF2B5EF4-FFF2-40B4-BE49-F238E27FC236}">
                    <a16:creationId xmlns:a16="http://schemas.microsoft.com/office/drawing/2014/main" id="{EC468591-DACA-CD6B-162D-F51020661139}"/>
                  </a:ext>
                </a:extLst>
              </p:cNvPr>
              <p:cNvSpPr/>
              <p:nvPr/>
            </p:nvSpPr>
            <p:spPr>
              <a:xfrm rot="5130453">
                <a:off x="4020432" y="1677001"/>
                <a:ext cx="963083" cy="329939"/>
              </a:xfrm>
              <a:custGeom>
                <a:avLst/>
                <a:gdLst>
                  <a:gd name="connsiteX0" fmla="*/ 0 w 1007285"/>
                  <a:gd name="connsiteY0" fmla="*/ 0 h 94954"/>
                  <a:gd name="connsiteX1" fmla="*/ 1007285 w 1007285"/>
                  <a:gd name="connsiteY1" fmla="*/ 0 h 94954"/>
                  <a:gd name="connsiteX2" fmla="*/ 1007285 w 1007285"/>
                  <a:gd name="connsiteY2" fmla="*/ 94954 h 94954"/>
                  <a:gd name="connsiteX3" fmla="*/ 0 w 1007285"/>
                  <a:gd name="connsiteY3" fmla="*/ 94954 h 94954"/>
                  <a:gd name="connsiteX4" fmla="*/ 0 w 1007285"/>
                  <a:gd name="connsiteY4" fmla="*/ 0 h 94954"/>
                  <a:gd name="connsiteX0" fmla="*/ 2819400 w 3826685"/>
                  <a:gd name="connsiteY0" fmla="*/ 0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4" fmla="*/ 2819400 w 3826685"/>
                  <a:gd name="connsiteY4" fmla="*/ 0 h 869654"/>
                  <a:gd name="connsiteX0" fmla="*/ 0 w 3826685"/>
                  <a:gd name="connsiteY0" fmla="*/ 869654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968065 h 1033547"/>
                  <a:gd name="connsiteX1" fmla="*/ 3826685 w 3826685"/>
                  <a:gd name="connsiteY1" fmla="*/ 98411 h 1033547"/>
                  <a:gd name="connsiteX2" fmla="*/ 3826685 w 3826685"/>
                  <a:gd name="connsiteY2" fmla="*/ 193365 h 1033547"/>
                  <a:gd name="connsiteX3" fmla="*/ 0 w 3826685"/>
                  <a:gd name="connsiteY3" fmla="*/ 968065 h 1033547"/>
                  <a:gd name="connsiteX0" fmla="*/ 0 w 3826685"/>
                  <a:gd name="connsiteY0" fmla="*/ 968065 h 1013810"/>
                  <a:gd name="connsiteX1" fmla="*/ 3826685 w 3826685"/>
                  <a:gd name="connsiteY1" fmla="*/ 98411 h 1013810"/>
                  <a:gd name="connsiteX2" fmla="*/ 3826685 w 3826685"/>
                  <a:gd name="connsiteY2" fmla="*/ 193365 h 1013810"/>
                  <a:gd name="connsiteX3" fmla="*/ 0 w 3826685"/>
                  <a:gd name="connsiteY3" fmla="*/ 968065 h 1013810"/>
                  <a:gd name="connsiteX0" fmla="*/ 0 w 3826685"/>
                  <a:gd name="connsiteY0" fmla="*/ 968065 h 1012429"/>
                  <a:gd name="connsiteX1" fmla="*/ 3826685 w 3826685"/>
                  <a:gd name="connsiteY1" fmla="*/ 98411 h 1012429"/>
                  <a:gd name="connsiteX2" fmla="*/ 3826685 w 3826685"/>
                  <a:gd name="connsiteY2" fmla="*/ 193365 h 1012429"/>
                  <a:gd name="connsiteX3" fmla="*/ 0 w 3826685"/>
                  <a:gd name="connsiteY3" fmla="*/ 968065 h 101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6685" h="1012429">
                    <a:moveTo>
                      <a:pt x="0" y="968065"/>
                    </a:moveTo>
                    <a:cubicBezTo>
                      <a:pt x="1199362" y="1008380"/>
                      <a:pt x="2779723" y="-373704"/>
                      <a:pt x="3826685" y="98411"/>
                    </a:cubicBezTo>
                    <a:lnTo>
                      <a:pt x="3826685" y="193365"/>
                    </a:lnTo>
                    <a:cubicBezTo>
                      <a:pt x="2614623" y="-65927"/>
                      <a:pt x="932662" y="1268632"/>
                      <a:pt x="0" y="968065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">
                <a:extLst>
                  <a:ext uri="{FF2B5EF4-FFF2-40B4-BE49-F238E27FC236}">
                    <a16:creationId xmlns:a16="http://schemas.microsoft.com/office/drawing/2014/main" id="{7E8C3B8E-043B-BEEB-1D43-DC0041F5D4C9}"/>
                  </a:ext>
                </a:extLst>
              </p:cNvPr>
              <p:cNvSpPr/>
              <p:nvPr/>
            </p:nvSpPr>
            <p:spPr>
              <a:xfrm rot="17188420" flipH="1">
                <a:off x="4412435" y="2911181"/>
                <a:ext cx="1032418" cy="483290"/>
              </a:xfrm>
              <a:custGeom>
                <a:avLst/>
                <a:gdLst>
                  <a:gd name="connsiteX0" fmla="*/ 0 w 1007285"/>
                  <a:gd name="connsiteY0" fmla="*/ 0 h 94954"/>
                  <a:gd name="connsiteX1" fmla="*/ 1007285 w 1007285"/>
                  <a:gd name="connsiteY1" fmla="*/ 0 h 94954"/>
                  <a:gd name="connsiteX2" fmla="*/ 1007285 w 1007285"/>
                  <a:gd name="connsiteY2" fmla="*/ 94954 h 94954"/>
                  <a:gd name="connsiteX3" fmla="*/ 0 w 1007285"/>
                  <a:gd name="connsiteY3" fmla="*/ 94954 h 94954"/>
                  <a:gd name="connsiteX4" fmla="*/ 0 w 1007285"/>
                  <a:gd name="connsiteY4" fmla="*/ 0 h 94954"/>
                  <a:gd name="connsiteX0" fmla="*/ 2819400 w 3826685"/>
                  <a:gd name="connsiteY0" fmla="*/ 0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4" fmla="*/ 2819400 w 3826685"/>
                  <a:gd name="connsiteY4" fmla="*/ 0 h 869654"/>
                  <a:gd name="connsiteX0" fmla="*/ 0 w 3826685"/>
                  <a:gd name="connsiteY0" fmla="*/ 869654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968065 h 1033547"/>
                  <a:gd name="connsiteX1" fmla="*/ 3826685 w 3826685"/>
                  <a:gd name="connsiteY1" fmla="*/ 98411 h 1033547"/>
                  <a:gd name="connsiteX2" fmla="*/ 3826685 w 3826685"/>
                  <a:gd name="connsiteY2" fmla="*/ 193365 h 1033547"/>
                  <a:gd name="connsiteX3" fmla="*/ 0 w 3826685"/>
                  <a:gd name="connsiteY3" fmla="*/ 968065 h 1033547"/>
                  <a:gd name="connsiteX0" fmla="*/ 0 w 3826685"/>
                  <a:gd name="connsiteY0" fmla="*/ 968065 h 1013810"/>
                  <a:gd name="connsiteX1" fmla="*/ 3826685 w 3826685"/>
                  <a:gd name="connsiteY1" fmla="*/ 98411 h 1013810"/>
                  <a:gd name="connsiteX2" fmla="*/ 3826685 w 3826685"/>
                  <a:gd name="connsiteY2" fmla="*/ 193365 h 1013810"/>
                  <a:gd name="connsiteX3" fmla="*/ 0 w 3826685"/>
                  <a:gd name="connsiteY3" fmla="*/ 968065 h 1013810"/>
                  <a:gd name="connsiteX0" fmla="*/ 0 w 3826685"/>
                  <a:gd name="connsiteY0" fmla="*/ 968065 h 1012429"/>
                  <a:gd name="connsiteX1" fmla="*/ 3826685 w 3826685"/>
                  <a:gd name="connsiteY1" fmla="*/ 98411 h 1012429"/>
                  <a:gd name="connsiteX2" fmla="*/ 3826685 w 3826685"/>
                  <a:gd name="connsiteY2" fmla="*/ 193365 h 1012429"/>
                  <a:gd name="connsiteX3" fmla="*/ 0 w 3826685"/>
                  <a:gd name="connsiteY3" fmla="*/ 968065 h 101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6685" h="1012429">
                    <a:moveTo>
                      <a:pt x="0" y="968065"/>
                    </a:moveTo>
                    <a:cubicBezTo>
                      <a:pt x="1199362" y="1008380"/>
                      <a:pt x="2779723" y="-373704"/>
                      <a:pt x="3826685" y="98411"/>
                    </a:cubicBezTo>
                    <a:lnTo>
                      <a:pt x="3826685" y="193365"/>
                    </a:lnTo>
                    <a:cubicBezTo>
                      <a:pt x="2614623" y="-65927"/>
                      <a:pt x="932662" y="1268632"/>
                      <a:pt x="0" y="968065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" name="Rectangle 7">
                <a:extLst>
                  <a:ext uri="{FF2B5EF4-FFF2-40B4-BE49-F238E27FC236}">
                    <a16:creationId xmlns:a16="http://schemas.microsoft.com/office/drawing/2014/main" id="{6D996BA4-DB00-9D26-B834-D60B7E9656B6}"/>
                  </a:ext>
                </a:extLst>
              </p:cNvPr>
              <p:cNvSpPr/>
              <p:nvPr/>
            </p:nvSpPr>
            <p:spPr>
              <a:xfrm rot="17188420" flipH="1">
                <a:off x="4450248" y="2270119"/>
                <a:ext cx="868238" cy="406435"/>
              </a:xfrm>
              <a:custGeom>
                <a:avLst/>
                <a:gdLst>
                  <a:gd name="connsiteX0" fmla="*/ 0 w 1007285"/>
                  <a:gd name="connsiteY0" fmla="*/ 0 h 94954"/>
                  <a:gd name="connsiteX1" fmla="*/ 1007285 w 1007285"/>
                  <a:gd name="connsiteY1" fmla="*/ 0 h 94954"/>
                  <a:gd name="connsiteX2" fmla="*/ 1007285 w 1007285"/>
                  <a:gd name="connsiteY2" fmla="*/ 94954 h 94954"/>
                  <a:gd name="connsiteX3" fmla="*/ 0 w 1007285"/>
                  <a:gd name="connsiteY3" fmla="*/ 94954 h 94954"/>
                  <a:gd name="connsiteX4" fmla="*/ 0 w 1007285"/>
                  <a:gd name="connsiteY4" fmla="*/ 0 h 94954"/>
                  <a:gd name="connsiteX0" fmla="*/ 2819400 w 3826685"/>
                  <a:gd name="connsiteY0" fmla="*/ 0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4" fmla="*/ 2819400 w 3826685"/>
                  <a:gd name="connsiteY4" fmla="*/ 0 h 869654"/>
                  <a:gd name="connsiteX0" fmla="*/ 0 w 3826685"/>
                  <a:gd name="connsiteY0" fmla="*/ 869654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968065 h 1033547"/>
                  <a:gd name="connsiteX1" fmla="*/ 3826685 w 3826685"/>
                  <a:gd name="connsiteY1" fmla="*/ 98411 h 1033547"/>
                  <a:gd name="connsiteX2" fmla="*/ 3826685 w 3826685"/>
                  <a:gd name="connsiteY2" fmla="*/ 193365 h 1033547"/>
                  <a:gd name="connsiteX3" fmla="*/ 0 w 3826685"/>
                  <a:gd name="connsiteY3" fmla="*/ 968065 h 1033547"/>
                  <a:gd name="connsiteX0" fmla="*/ 0 w 3826685"/>
                  <a:gd name="connsiteY0" fmla="*/ 968065 h 1013810"/>
                  <a:gd name="connsiteX1" fmla="*/ 3826685 w 3826685"/>
                  <a:gd name="connsiteY1" fmla="*/ 98411 h 1013810"/>
                  <a:gd name="connsiteX2" fmla="*/ 3826685 w 3826685"/>
                  <a:gd name="connsiteY2" fmla="*/ 193365 h 1013810"/>
                  <a:gd name="connsiteX3" fmla="*/ 0 w 3826685"/>
                  <a:gd name="connsiteY3" fmla="*/ 968065 h 1013810"/>
                  <a:gd name="connsiteX0" fmla="*/ 0 w 3826685"/>
                  <a:gd name="connsiteY0" fmla="*/ 968065 h 1012429"/>
                  <a:gd name="connsiteX1" fmla="*/ 3826685 w 3826685"/>
                  <a:gd name="connsiteY1" fmla="*/ 98411 h 1012429"/>
                  <a:gd name="connsiteX2" fmla="*/ 3826685 w 3826685"/>
                  <a:gd name="connsiteY2" fmla="*/ 193365 h 1012429"/>
                  <a:gd name="connsiteX3" fmla="*/ 0 w 3826685"/>
                  <a:gd name="connsiteY3" fmla="*/ 968065 h 101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6685" h="1012429">
                    <a:moveTo>
                      <a:pt x="0" y="968065"/>
                    </a:moveTo>
                    <a:cubicBezTo>
                      <a:pt x="1199362" y="1008380"/>
                      <a:pt x="2779723" y="-373704"/>
                      <a:pt x="3826685" y="98411"/>
                    </a:cubicBezTo>
                    <a:lnTo>
                      <a:pt x="3826685" y="193365"/>
                    </a:lnTo>
                    <a:cubicBezTo>
                      <a:pt x="2614623" y="-65927"/>
                      <a:pt x="932662" y="1268632"/>
                      <a:pt x="0" y="968065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9" name="Rectangle 7">
                <a:extLst>
                  <a:ext uri="{FF2B5EF4-FFF2-40B4-BE49-F238E27FC236}">
                    <a16:creationId xmlns:a16="http://schemas.microsoft.com/office/drawing/2014/main" id="{663AE08B-D177-2AD3-41C7-14CC5F10E46B}"/>
                  </a:ext>
                </a:extLst>
              </p:cNvPr>
              <p:cNvSpPr/>
              <p:nvPr/>
            </p:nvSpPr>
            <p:spPr>
              <a:xfrm rot="16546531" flipH="1">
                <a:off x="4454596" y="1250533"/>
                <a:ext cx="1032418" cy="483290"/>
              </a:xfrm>
              <a:custGeom>
                <a:avLst/>
                <a:gdLst>
                  <a:gd name="connsiteX0" fmla="*/ 0 w 1007285"/>
                  <a:gd name="connsiteY0" fmla="*/ 0 h 94954"/>
                  <a:gd name="connsiteX1" fmla="*/ 1007285 w 1007285"/>
                  <a:gd name="connsiteY1" fmla="*/ 0 h 94954"/>
                  <a:gd name="connsiteX2" fmla="*/ 1007285 w 1007285"/>
                  <a:gd name="connsiteY2" fmla="*/ 94954 h 94954"/>
                  <a:gd name="connsiteX3" fmla="*/ 0 w 1007285"/>
                  <a:gd name="connsiteY3" fmla="*/ 94954 h 94954"/>
                  <a:gd name="connsiteX4" fmla="*/ 0 w 1007285"/>
                  <a:gd name="connsiteY4" fmla="*/ 0 h 94954"/>
                  <a:gd name="connsiteX0" fmla="*/ 2819400 w 3826685"/>
                  <a:gd name="connsiteY0" fmla="*/ 0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4" fmla="*/ 2819400 w 3826685"/>
                  <a:gd name="connsiteY4" fmla="*/ 0 h 869654"/>
                  <a:gd name="connsiteX0" fmla="*/ 0 w 3826685"/>
                  <a:gd name="connsiteY0" fmla="*/ 869654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968065 h 1033547"/>
                  <a:gd name="connsiteX1" fmla="*/ 3826685 w 3826685"/>
                  <a:gd name="connsiteY1" fmla="*/ 98411 h 1033547"/>
                  <a:gd name="connsiteX2" fmla="*/ 3826685 w 3826685"/>
                  <a:gd name="connsiteY2" fmla="*/ 193365 h 1033547"/>
                  <a:gd name="connsiteX3" fmla="*/ 0 w 3826685"/>
                  <a:gd name="connsiteY3" fmla="*/ 968065 h 1033547"/>
                  <a:gd name="connsiteX0" fmla="*/ 0 w 3826685"/>
                  <a:gd name="connsiteY0" fmla="*/ 968065 h 1013810"/>
                  <a:gd name="connsiteX1" fmla="*/ 3826685 w 3826685"/>
                  <a:gd name="connsiteY1" fmla="*/ 98411 h 1013810"/>
                  <a:gd name="connsiteX2" fmla="*/ 3826685 w 3826685"/>
                  <a:gd name="connsiteY2" fmla="*/ 193365 h 1013810"/>
                  <a:gd name="connsiteX3" fmla="*/ 0 w 3826685"/>
                  <a:gd name="connsiteY3" fmla="*/ 968065 h 1013810"/>
                  <a:gd name="connsiteX0" fmla="*/ 0 w 3826685"/>
                  <a:gd name="connsiteY0" fmla="*/ 968065 h 1012429"/>
                  <a:gd name="connsiteX1" fmla="*/ 3826685 w 3826685"/>
                  <a:gd name="connsiteY1" fmla="*/ 98411 h 1012429"/>
                  <a:gd name="connsiteX2" fmla="*/ 3826685 w 3826685"/>
                  <a:gd name="connsiteY2" fmla="*/ 193365 h 1012429"/>
                  <a:gd name="connsiteX3" fmla="*/ 0 w 3826685"/>
                  <a:gd name="connsiteY3" fmla="*/ 968065 h 101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6685" h="1012429">
                    <a:moveTo>
                      <a:pt x="0" y="968065"/>
                    </a:moveTo>
                    <a:cubicBezTo>
                      <a:pt x="1199362" y="1008380"/>
                      <a:pt x="2779723" y="-373704"/>
                      <a:pt x="3826685" y="98411"/>
                    </a:cubicBezTo>
                    <a:lnTo>
                      <a:pt x="3826685" y="193365"/>
                    </a:lnTo>
                    <a:cubicBezTo>
                      <a:pt x="2614623" y="-65927"/>
                      <a:pt x="932662" y="1268632"/>
                      <a:pt x="0" y="968065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0" name="Rectangle 59">
                <a:extLst>
                  <a:ext uri="{FF2B5EF4-FFF2-40B4-BE49-F238E27FC236}">
                    <a16:creationId xmlns:a16="http://schemas.microsoft.com/office/drawing/2014/main" id="{94FE316B-8148-66A2-2B34-C9BBFD2E0370}"/>
                  </a:ext>
                </a:extLst>
              </p:cNvPr>
              <p:cNvSpPr/>
              <p:nvPr/>
            </p:nvSpPr>
            <p:spPr>
              <a:xfrm rot="316924">
                <a:off x="4446016" y="969466"/>
                <a:ext cx="286726" cy="4005924"/>
              </a:xfrm>
              <a:custGeom>
                <a:avLst/>
                <a:gdLst>
                  <a:gd name="connsiteX0" fmla="*/ 0 w 196226"/>
                  <a:gd name="connsiteY0" fmla="*/ 0 h 3725706"/>
                  <a:gd name="connsiteX1" fmla="*/ 196226 w 196226"/>
                  <a:gd name="connsiteY1" fmla="*/ 0 h 3725706"/>
                  <a:gd name="connsiteX2" fmla="*/ 196226 w 196226"/>
                  <a:gd name="connsiteY2" fmla="*/ 3725706 h 3725706"/>
                  <a:gd name="connsiteX3" fmla="*/ 0 w 196226"/>
                  <a:gd name="connsiteY3" fmla="*/ 3725706 h 3725706"/>
                  <a:gd name="connsiteX4" fmla="*/ 0 w 196226"/>
                  <a:gd name="connsiteY4" fmla="*/ 0 h 3725706"/>
                  <a:gd name="connsiteX0" fmla="*/ 0 w 196226"/>
                  <a:gd name="connsiteY0" fmla="*/ 3725706 h 3725706"/>
                  <a:gd name="connsiteX1" fmla="*/ 196226 w 196226"/>
                  <a:gd name="connsiteY1" fmla="*/ 0 h 3725706"/>
                  <a:gd name="connsiteX2" fmla="*/ 196226 w 196226"/>
                  <a:gd name="connsiteY2" fmla="*/ 3725706 h 3725706"/>
                  <a:gd name="connsiteX3" fmla="*/ 0 w 196226"/>
                  <a:gd name="connsiteY3" fmla="*/ 3725706 h 3725706"/>
                  <a:gd name="connsiteX0" fmla="*/ 0 w 196226"/>
                  <a:gd name="connsiteY0" fmla="*/ 3741025 h 3741025"/>
                  <a:gd name="connsiteX1" fmla="*/ 177626 w 196226"/>
                  <a:gd name="connsiteY1" fmla="*/ 0 h 3741025"/>
                  <a:gd name="connsiteX2" fmla="*/ 196226 w 196226"/>
                  <a:gd name="connsiteY2" fmla="*/ 3741025 h 3741025"/>
                  <a:gd name="connsiteX3" fmla="*/ 0 w 196226"/>
                  <a:gd name="connsiteY3" fmla="*/ 3741025 h 3741025"/>
                  <a:gd name="connsiteX0" fmla="*/ 0 w 196226"/>
                  <a:gd name="connsiteY0" fmla="*/ 3760392 h 3760392"/>
                  <a:gd name="connsiteX1" fmla="*/ 165482 w 196226"/>
                  <a:gd name="connsiteY1" fmla="*/ 0 h 3760392"/>
                  <a:gd name="connsiteX2" fmla="*/ 196226 w 196226"/>
                  <a:gd name="connsiteY2" fmla="*/ 3760392 h 3760392"/>
                  <a:gd name="connsiteX3" fmla="*/ 0 w 196226"/>
                  <a:gd name="connsiteY3" fmla="*/ 3760392 h 3760392"/>
                  <a:gd name="connsiteX0" fmla="*/ 0 w 196226"/>
                  <a:gd name="connsiteY0" fmla="*/ 3760392 h 3760392"/>
                  <a:gd name="connsiteX1" fmla="*/ 165482 w 196226"/>
                  <a:gd name="connsiteY1" fmla="*/ 0 h 3760392"/>
                  <a:gd name="connsiteX2" fmla="*/ 196226 w 196226"/>
                  <a:gd name="connsiteY2" fmla="*/ 3760392 h 3760392"/>
                  <a:gd name="connsiteX3" fmla="*/ 0 w 196226"/>
                  <a:gd name="connsiteY3" fmla="*/ 3760392 h 3760392"/>
                  <a:gd name="connsiteX0" fmla="*/ 0 w 203788"/>
                  <a:gd name="connsiteY0" fmla="*/ 3760392 h 3760392"/>
                  <a:gd name="connsiteX1" fmla="*/ 165482 w 203788"/>
                  <a:gd name="connsiteY1" fmla="*/ 0 h 3760392"/>
                  <a:gd name="connsiteX2" fmla="*/ 196226 w 203788"/>
                  <a:gd name="connsiteY2" fmla="*/ 3760392 h 3760392"/>
                  <a:gd name="connsiteX3" fmla="*/ 0 w 203788"/>
                  <a:gd name="connsiteY3" fmla="*/ 3760392 h 3760392"/>
                  <a:gd name="connsiteX0" fmla="*/ 0 w 232892"/>
                  <a:gd name="connsiteY0" fmla="*/ 3742664 h 3760392"/>
                  <a:gd name="connsiteX1" fmla="*/ 194586 w 232892"/>
                  <a:gd name="connsiteY1" fmla="*/ 0 h 3760392"/>
                  <a:gd name="connsiteX2" fmla="*/ 225330 w 232892"/>
                  <a:gd name="connsiteY2" fmla="*/ 3760392 h 3760392"/>
                  <a:gd name="connsiteX3" fmla="*/ 0 w 232892"/>
                  <a:gd name="connsiteY3" fmla="*/ 3742664 h 3760392"/>
                  <a:gd name="connsiteX0" fmla="*/ 0 w 232030"/>
                  <a:gd name="connsiteY0" fmla="*/ 3742664 h 3914670"/>
                  <a:gd name="connsiteX1" fmla="*/ 194586 w 232030"/>
                  <a:gd name="connsiteY1" fmla="*/ 0 h 3914670"/>
                  <a:gd name="connsiteX2" fmla="*/ 223135 w 232030"/>
                  <a:gd name="connsiteY2" fmla="*/ 3914670 h 3914670"/>
                  <a:gd name="connsiteX3" fmla="*/ 0 w 232030"/>
                  <a:gd name="connsiteY3" fmla="*/ 3742664 h 3914670"/>
                  <a:gd name="connsiteX0" fmla="*/ 0 w 247137"/>
                  <a:gd name="connsiteY0" fmla="*/ 3905038 h 3914670"/>
                  <a:gd name="connsiteX1" fmla="*/ 209693 w 247137"/>
                  <a:gd name="connsiteY1" fmla="*/ 0 h 3914670"/>
                  <a:gd name="connsiteX2" fmla="*/ 238242 w 247137"/>
                  <a:gd name="connsiteY2" fmla="*/ 3914670 h 3914670"/>
                  <a:gd name="connsiteX3" fmla="*/ 0 w 247137"/>
                  <a:gd name="connsiteY3" fmla="*/ 3905038 h 3914670"/>
                  <a:gd name="connsiteX0" fmla="*/ 0 w 250938"/>
                  <a:gd name="connsiteY0" fmla="*/ 3905038 h 3972005"/>
                  <a:gd name="connsiteX1" fmla="*/ 209693 w 250938"/>
                  <a:gd name="connsiteY1" fmla="*/ 0 h 3972005"/>
                  <a:gd name="connsiteX2" fmla="*/ 247212 w 250938"/>
                  <a:gd name="connsiteY2" fmla="*/ 3972005 h 3972005"/>
                  <a:gd name="connsiteX3" fmla="*/ 0 w 250938"/>
                  <a:gd name="connsiteY3" fmla="*/ 3905038 h 3972005"/>
                  <a:gd name="connsiteX0" fmla="*/ 0 w 264616"/>
                  <a:gd name="connsiteY0" fmla="*/ 3940598 h 3972005"/>
                  <a:gd name="connsiteX1" fmla="*/ 223371 w 264616"/>
                  <a:gd name="connsiteY1" fmla="*/ 0 h 3972005"/>
                  <a:gd name="connsiteX2" fmla="*/ 260890 w 264616"/>
                  <a:gd name="connsiteY2" fmla="*/ 3972005 h 3972005"/>
                  <a:gd name="connsiteX3" fmla="*/ 0 w 264616"/>
                  <a:gd name="connsiteY3" fmla="*/ 3940598 h 3972005"/>
                  <a:gd name="connsiteX0" fmla="*/ 0 w 262936"/>
                  <a:gd name="connsiteY0" fmla="*/ 3974517 h 4005924"/>
                  <a:gd name="connsiteX1" fmla="*/ 220090 w 262936"/>
                  <a:gd name="connsiteY1" fmla="*/ 0 h 4005924"/>
                  <a:gd name="connsiteX2" fmla="*/ 260890 w 262936"/>
                  <a:gd name="connsiteY2" fmla="*/ 4005924 h 4005924"/>
                  <a:gd name="connsiteX3" fmla="*/ 0 w 262936"/>
                  <a:gd name="connsiteY3" fmla="*/ 3974517 h 4005924"/>
                  <a:gd name="connsiteX0" fmla="*/ 0 w 286726"/>
                  <a:gd name="connsiteY0" fmla="*/ 3974517 h 4005924"/>
                  <a:gd name="connsiteX1" fmla="*/ 220090 w 286726"/>
                  <a:gd name="connsiteY1" fmla="*/ 0 h 4005924"/>
                  <a:gd name="connsiteX2" fmla="*/ 260890 w 286726"/>
                  <a:gd name="connsiteY2" fmla="*/ 4005924 h 4005924"/>
                  <a:gd name="connsiteX3" fmla="*/ 0 w 286726"/>
                  <a:gd name="connsiteY3" fmla="*/ 3974517 h 4005924"/>
                  <a:gd name="connsiteX0" fmla="*/ 0 w 286726"/>
                  <a:gd name="connsiteY0" fmla="*/ 3974517 h 4065957"/>
                  <a:gd name="connsiteX1" fmla="*/ 220090 w 286726"/>
                  <a:gd name="connsiteY1" fmla="*/ 0 h 4065957"/>
                  <a:gd name="connsiteX2" fmla="*/ 260890 w 286726"/>
                  <a:gd name="connsiteY2" fmla="*/ 4005924 h 4065957"/>
                  <a:gd name="connsiteX3" fmla="*/ 91440 w 286726"/>
                  <a:gd name="connsiteY3" fmla="*/ 4065957 h 4065957"/>
                  <a:gd name="connsiteX0" fmla="*/ 0 w 286726"/>
                  <a:gd name="connsiteY0" fmla="*/ 3974517 h 4005924"/>
                  <a:gd name="connsiteX1" fmla="*/ 220090 w 286726"/>
                  <a:gd name="connsiteY1" fmla="*/ 0 h 4005924"/>
                  <a:gd name="connsiteX2" fmla="*/ 260890 w 286726"/>
                  <a:gd name="connsiteY2" fmla="*/ 4005924 h 4005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86726" h="4005924">
                    <a:moveTo>
                      <a:pt x="0" y="3974517"/>
                    </a:moveTo>
                    <a:cubicBezTo>
                      <a:pt x="55161" y="2721053"/>
                      <a:pt x="8137" y="1189886"/>
                      <a:pt x="220090" y="0"/>
                    </a:cubicBezTo>
                    <a:cubicBezTo>
                      <a:pt x="290188" y="1305877"/>
                      <a:pt x="306997" y="2627180"/>
                      <a:pt x="260890" y="4005924"/>
                    </a:cubicBezTo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573F0095-70CC-FBCC-CFE0-BDD162C306F2}"/>
                </a:ext>
              </a:extLst>
            </p:cNvPr>
            <p:cNvGrpSpPr/>
            <p:nvPr/>
          </p:nvGrpSpPr>
          <p:grpSpPr>
            <a:xfrm rot="3369149" flipH="1">
              <a:off x="5384200" y="1377476"/>
              <a:ext cx="2233404" cy="4752318"/>
              <a:chOff x="3675319" y="223072"/>
              <a:chExt cx="2233404" cy="4752318"/>
            </a:xfrm>
            <a:grpFill/>
          </p:grpSpPr>
          <p:sp>
            <p:nvSpPr>
              <p:cNvPr id="67" name="Rectangle 2">
                <a:extLst>
                  <a:ext uri="{FF2B5EF4-FFF2-40B4-BE49-F238E27FC236}">
                    <a16:creationId xmlns:a16="http://schemas.microsoft.com/office/drawing/2014/main" id="{927A67D2-2D95-87A6-F310-2E56A51E4A5C}"/>
                  </a:ext>
                </a:extLst>
              </p:cNvPr>
              <p:cNvSpPr/>
              <p:nvPr/>
            </p:nvSpPr>
            <p:spPr>
              <a:xfrm>
                <a:off x="3675319" y="223072"/>
                <a:ext cx="2233404" cy="3466598"/>
              </a:xfrm>
              <a:custGeom>
                <a:avLst/>
                <a:gdLst>
                  <a:gd name="connsiteX0" fmla="*/ 0 w 542441"/>
                  <a:gd name="connsiteY0" fmla="*/ 0 h 895027"/>
                  <a:gd name="connsiteX1" fmla="*/ 542441 w 542441"/>
                  <a:gd name="connsiteY1" fmla="*/ 0 h 895027"/>
                  <a:gd name="connsiteX2" fmla="*/ 542441 w 542441"/>
                  <a:gd name="connsiteY2" fmla="*/ 895027 h 895027"/>
                  <a:gd name="connsiteX3" fmla="*/ 0 w 542441"/>
                  <a:gd name="connsiteY3" fmla="*/ 895027 h 895027"/>
                  <a:gd name="connsiteX4" fmla="*/ 0 w 542441"/>
                  <a:gd name="connsiteY4" fmla="*/ 0 h 895027"/>
                  <a:gd name="connsiteX0" fmla="*/ 0 w 834541"/>
                  <a:gd name="connsiteY0" fmla="*/ 635000 h 895027"/>
                  <a:gd name="connsiteX1" fmla="*/ 834541 w 834541"/>
                  <a:gd name="connsiteY1" fmla="*/ 0 h 895027"/>
                  <a:gd name="connsiteX2" fmla="*/ 834541 w 834541"/>
                  <a:gd name="connsiteY2" fmla="*/ 895027 h 895027"/>
                  <a:gd name="connsiteX3" fmla="*/ 292100 w 834541"/>
                  <a:gd name="connsiteY3" fmla="*/ 895027 h 895027"/>
                  <a:gd name="connsiteX4" fmla="*/ 0 w 834541"/>
                  <a:gd name="connsiteY4" fmla="*/ 635000 h 895027"/>
                  <a:gd name="connsiteX0" fmla="*/ 152400 w 986941"/>
                  <a:gd name="connsiteY0" fmla="*/ 635000 h 1885627"/>
                  <a:gd name="connsiteX1" fmla="*/ 986941 w 986941"/>
                  <a:gd name="connsiteY1" fmla="*/ 0 h 1885627"/>
                  <a:gd name="connsiteX2" fmla="*/ 986941 w 986941"/>
                  <a:gd name="connsiteY2" fmla="*/ 895027 h 1885627"/>
                  <a:gd name="connsiteX3" fmla="*/ 0 w 986941"/>
                  <a:gd name="connsiteY3" fmla="*/ 1885627 h 1885627"/>
                  <a:gd name="connsiteX4" fmla="*/ 152400 w 986941"/>
                  <a:gd name="connsiteY4" fmla="*/ 635000 h 1885627"/>
                  <a:gd name="connsiteX0" fmla="*/ 152400 w 986941"/>
                  <a:gd name="connsiteY0" fmla="*/ 635000 h 1974527"/>
                  <a:gd name="connsiteX1" fmla="*/ 986941 w 986941"/>
                  <a:gd name="connsiteY1" fmla="*/ 0 h 1974527"/>
                  <a:gd name="connsiteX2" fmla="*/ 237641 w 986941"/>
                  <a:gd name="connsiteY2" fmla="*/ 1974527 h 1974527"/>
                  <a:gd name="connsiteX3" fmla="*/ 0 w 986941"/>
                  <a:gd name="connsiteY3" fmla="*/ 1885627 h 1974527"/>
                  <a:gd name="connsiteX4" fmla="*/ 152400 w 986941"/>
                  <a:gd name="connsiteY4" fmla="*/ 635000 h 1974527"/>
                  <a:gd name="connsiteX0" fmla="*/ 152400 w 402741"/>
                  <a:gd name="connsiteY0" fmla="*/ 0 h 1339527"/>
                  <a:gd name="connsiteX1" fmla="*/ 402741 w 402741"/>
                  <a:gd name="connsiteY1" fmla="*/ 63500 h 1339527"/>
                  <a:gd name="connsiteX2" fmla="*/ 237641 w 402741"/>
                  <a:gd name="connsiteY2" fmla="*/ 1339527 h 1339527"/>
                  <a:gd name="connsiteX3" fmla="*/ 0 w 402741"/>
                  <a:gd name="connsiteY3" fmla="*/ 1250627 h 1339527"/>
                  <a:gd name="connsiteX4" fmla="*/ 152400 w 402741"/>
                  <a:gd name="connsiteY4" fmla="*/ 0 h 1339527"/>
                  <a:gd name="connsiteX0" fmla="*/ 152400 w 402741"/>
                  <a:gd name="connsiteY0" fmla="*/ 131276 h 1470803"/>
                  <a:gd name="connsiteX1" fmla="*/ 402741 w 402741"/>
                  <a:gd name="connsiteY1" fmla="*/ 194776 h 1470803"/>
                  <a:gd name="connsiteX2" fmla="*/ 237641 w 402741"/>
                  <a:gd name="connsiteY2" fmla="*/ 1470803 h 1470803"/>
                  <a:gd name="connsiteX3" fmla="*/ 0 w 402741"/>
                  <a:gd name="connsiteY3" fmla="*/ 1381903 h 1470803"/>
                  <a:gd name="connsiteX4" fmla="*/ 152400 w 402741"/>
                  <a:gd name="connsiteY4" fmla="*/ 131276 h 1470803"/>
                  <a:gd name="connsiteX0" fmla="*/ 187527 w 437868"/>
                  <a:gd name="connsiteY0" fmla="*/ 395743 h 1735270"/>
                  <a:gd name="connsiteX1" fmla="*/ 4604 w 437868"/>
                  <a:gd name="connsiteY1" fmla="*/ 450 h 1735270"/>
                  <a:gd name="connsiteX2" fmla="*/ 437868 w 437868"/>
                  <a:gd name="connsiteY2" fmla="*/ 459243 h 1735270"/>
                  <a:gd name="connsiteX3" fmla="*/ 272768 w 437868"/>
                  <a:gd name="connsiteY3" fmla="*/ 1735270 h 1735270"/>
                  <a:gd name="connsiteX4" fmla="*/ 35127 w 437868"/>
                  <a:gd name="connsiteY4" fmla="*/ 1646370 h 1735270"/>
                  <a:gd name="connsiteX5" fmla="*/ 187527 w 437868"/>
                  <a:gd name="connsiteY5" fmla="*/ 395743 h 1735270"/>
                  <a:gd name="connsiteX0" fmla="*/ 187527 w 827895"/>
                  <a:gd name="connsiteY0" fmla="*/ 397043 h 1736570"/>
                  <a:gd name="connsiteX1" fmla="*/ 4604 w 827895"/>
                  <a:gd name="connsiteY1" fmla="*/ 1750 h 1736570"/>
                  <a:gd name="connsiteX2" fmla="*/ 819944 w 827895"/>
                  <a:gd name="connsiteY2" fmla="*/ 390370 h 1736570"/>
                  <a:gd name="connsiteX3" fmla="*/ 437868 w 827895"/>
                  <a:gd name="connsiteY3" fmla="*/ 460543 h 1736570"/>
                  <a:gd name="connsiteX4" fmla="*/ 272768 w 827895"/>
                  <a:gd name="connsiteY4" fmla="*/ 1736570 h 1736570"/>
                  <a:gd name="connsiteX5" fmla="*/ 35127 w 827895"/>
                  <a:gd name="connsiteY5" fmla="*/ 1647670 h 1736570"/>
                  <a:gd name="connsiteX6" fmla="*/ 187527 w 827895"/>
                  <a:gd name="connsiteY6" fmla="*/ 397043 h 1736570"/>
                  <a:gd name="connsiteX0" fmla="*/ 187527 w 1079717"/>
                  <a:gd name="connsiteY0" fmla="*/ 399939 h 1739466"/>
                  <a:gd name="connsiteX1" fmla="*/ 4604 w 1079717"/>
                  <a:gd name="connsiteY1" fmla="*/ 4646 h 1739466"/>
                  <a:gd name="connsiteX2" fmla="*/ 1048544 w 1079717"/>
                  <a:gd name="connsiteY2" fmla="*/ 164666 h 1739466"/>
                  <a:gd name="connsiteX3" fmla="*/ 819944 w 1079717"/>
                  <a:gd name="connsiteY3" fmla="*/ 393266 h 1739466"/>
                  <a:gd name="connsiteX4" fmla="*/ 437868 w 1079717"/>
                  <a:gd name="connsiteY4" fmla="*/ 463439 h 1739466"/>
                  <a:gd name="connsiteX5" fmla="*/ 272768 w 1079717"/>
                  <a:gd name="connsiteY5" fmla="*/ 1739466 h 1739466"/>
                  <a:gd name="connsiteX6" fmla="*/ 35127 w 1079717"/>
                  <a:gd name="connsiteY6" fmla="*/ 1650566 h 1739466"/>
                  <a:gd name="connsiteX7" fmla="*/ 187527 w 1079717"/>
                  <a:gd name="connsiteY7" fmla="*/ 399939 h 1739466"/>
                  <a:gd name="connsiteX0" fmla="*/ 187527 w 1491624"/>
                  <a:gd name="connsiteY0" fmla="*/ 447497 h 1787024"/>
                  <a:gd name="connsiteX1" fmla="*/ 4604 w 1491624"/>
                  <a:gd name="connsiteY1" fmla="*/ 52204 h 1787024"/>
                  <a:gd name="connsiteX2" fmla="*/ 1460024 w 1491624"/>
                  <a:gd name="connsiteY2" fmla="*/ 14104 h 1787024"/>
                  <a:gd name="connsiteX3" fmla="*/ 1048544 w 1491624"/>
                  <a:gd name="connsiteY3" fmla="*/ 212224 h 1787024"/>
                  <a:gd name="connsiteX4" fmla="*/ 819944 w 1491624"/>
                  <a:gd name="connsiteY4" fmla="*/ 440824 h 1787024"/>
                  <a:gd name="connsiteX5" fmla="*/ 437868 w 1491624"/>
                  <a:gd name="connsiteY5" fmla="*/ 510997 h 1787024"/>
                  <a:gd name="connsiteX6" fmla="*/ 272768 w 1491624"/>
                  <a:gd name="connsiteY6" fmla="*/ 1787024 h 1787024"/>
                  <a:gd name="connsiteX7" fmla="*/ 35127 w 1491624"/>
                  <a:gd name="connsiteY7" fmla="*/ 1698124 h 1787024"/>
                  <a:gd name="connsiteX8" fmla="*/ 187527 w 1491624"/>
                  <a:gd name="connsiteY8" fmla="*/ 447497 h 1787024"/>
                  <a:gd name="connsiteX0" fmla="*/ 712105 w 2004462"/>
                  <a:gd name="connsiteY0" fmla="*/ 791623 h 2131150"/>
                  <a:gd name="connsiteX1" fmla="*/ 529182 w 2004462"/>
                  <a:gd name="connsiteY1" fmla="*/ 396330 h 2131150"/>
                  <a:gd name="connsiteX2" fmla="*/ 49121 w 2004462"/>
                  <a:gd name="connsiteY2" fmla="*/ 90 h 2131150"/>
                  <a:gd name="connsiteX3" fmla="*/ 1984602 w 2004462"/>
                  <a:gd name="connsiteY3" fmla="*/ 358230 h 2131150"/>
                  <a:gd name="connsiteX4" fmla="*/ 1573122 w 2004462"/>
                  <a:gd name="connsiteY4" fmla="*/ 556350 h 2131150"/>
                  <a:gd name="connsiteX5" fmla="*/ 1344522 w 2004462"/>
                  <a:gd name="connsiteY5" fmla="*/ 784950 h 2131150"/>
                  <a:gd name="connsiteX6" fmla="*/ 962446 w 2004462"/>
                  <a:gd name="connsiteY6" fmla="*/ 855123 h 2131150"/>
                  <a:gd name="connsiteX7" fmla="*/ 797346 w 2004462"/>
                  <a:gd name="connsiteY7" fmla="*/ 2131150 h 2131150"/>
                  <a:gd name="connsiteX8" fmla="*/ 559705 w 2004462"/>
                  <a:gd name="connsiteY8" fmla="*/ 2042250 h 2131150"/>
                  <a:gd name="connsiteX9" fmla="*/ 712105 w 2004462"/>
                  <a:gd name="connsiteY9" fmla="*/ 791623 h 2131150"/>
                  <a:gd name="connsiteX0" fmla="*/ 712105 w 2263745"/>
                  <a:gd name="connsiteY0" fmla="*/ 1036197 h 2375724"/>
                  <a:gd name="connsiteX1" fmla="*/ 529182 w 2263745"/>
                  <a:gd name="connsiteY1" fmla="*/ 640904 h 2375724"/>
                  <a:gd name="connsiteX2" fmla="*/ 49121 w 2263745"/>
                  <a:gd name="connsiteY2" fmla="*/ 244664 h 2375724"/>
                  <a:gd name="connsiteX3" fmla="*/ 2152241 w 2263745"/>
                  <a:gd name="connsiteY3" fmla="*/ 8444 h 2375724"/>
                  <a:gd name="connsiteX4" fmla="*/ 1984602 w 2263745"/>
                  <a:gd name="connsiteY4" fmla="*/ 602804 h 2375724"/>
                  <a:gd name="connsiteX5" fmla="*/ 1573122 w 2263745"/>
                  <a:gd name="connsiteY5" fmla="*/ 800924 h 2375724"/>
                  <a:gd name="connsiteX6" fmla="*/ 1344522 w 2263745"/>
                  <a:gd name="connsiteY6" fmla="*/ 1029524 h 2375724"/>
                  <a:gd name="connsiteX7" fmla="*/ 962446 w 2263745"/>
                  <a:gd name="connsiteY7" fmla="*/ 1099697 h 2375724"/>
                  <a:gd name="connsiteX8" fmla="*/ 797346 w 2263745"/>
                  <a:gd name="connsiteY8" fmla="*/ 2375724 h 2375724"/>
                  <a:gd name="connsiteX9" fmla="*/ 559705 w 2263745"/>
                  <a:gd name="connsiteY9" fmla="*/ 2286824 h 2375724"/>
                  <a:gd name="connsiteX10" fmla="*/ 712105 w 2263745"/>
                  <a:gd name="connsiteY10" fmla="*/ 1036197 h 2375724"/>
                  <a:gd name="connsiteX0" fmla="*/ 712105 w 2247494"/>
                  <a:gd name="connsiteY0" fmla="*/ 1590010 h 2929537"/>
                  <a:gd name="connsiteX1" fmla="*/ 529182 w 2247494"/>
                  <a:gd name="connsiteY1" fmla="*/ 1194717 h 2929537"/>
                  <a:gd name="connsiteX2" fmla="*/ 49121 w 2247494"/>
                  <a:gd name="connsiteY2" fmla="*/ 798477 h 2929537"/>
                  <a:gd name="connsiteX3" fmla="*/ 2087471 w 2247494"/>
                  <a:gd name="connsiteY3" fmla="*/ 2187 h 2929537"/>
                  <a:gd name="connsiteX4" fmla="*/ 2152241 w 2247494"/>
                  <a:gd name="connsiteY4" fmla="*/ 562257 h 2929537"/>
                  <a:gd name="connsiteX5" fmla="*/ 1984602 w 2247494"/>
                  <a:gd name="connsiteY5" fmla="*/ 1156617 h 2929537"/>
                  <a:gd name="connsiteX6" fmla="*/ 1573122 w 2247494"/>
                  <a:gd name="connsiteY6" fmla="*/ 1354737 h 2929537"/>
                  <a:gd name="connsiteX7" fmla="*/ 1344522 w 2247494"/>
                  <a:gd name="connsiteY7" fmla="*/ 1583337 h 2929537"/>
                  <a:gd name="connsiteX8" fmla="*/ 962446 w 2247494"/>
                  <a:gd name="connsiteY8" fmla="*/ 1653510 h 2929537"/>
                  <a:gd name="connsiteX9" fmla="*/ 797346 w 2247494"/>
                  <a:gd name="connsiteY9" fmla="*/ 2929537 h 2929537"/>
                  <a:gd name="connsiteX10" fmla="*/ 559705 w 2247494"/>
                  <a:gd name="connsiteY10" fmla="*/ 2840637 h 2929537"/>
                  <a:gd name="connsiteX11" fmla="*/ 712105 w 2247494"/>
                  <a:gd name="connsiteY11" fmla="*/ 1590010 h 2929537"/>
                  <a:gd name="connsiteX0" fmla="*/ 759565 w 2275936"/>
                  <a:gd name="connsiteY0" fmla="*/ 1588303 h 2927830"/>
                  <a:gd name="connsiteX1" fmla="*/ 576642 w 2275936"/>
                  <a:gd name="connsiteY1" fmla="*/ 1193010 h 2927830"/>
                  <a:gd name="connsiteX2" fmla="*/ 96581 w 2275936"/>
                  <a:gd name="connsiteY2" fmla="*/ 796770 h 2927830"/>
                  <a:gd name="connsiteX3" fmla="*/ 191831 w 2275936"/>
                  <a:gd name="connsiteY3" fmla="*/ 190981 h 2927830"/>
                  <a:gd name="connsiteX4" fmla="*/ 2134931 w 2275936"/>
                  <a:gd name="connsiteY4" fmla="*/ 480 h 2927830"/>
                  <a:gd name="connsiteX5" fmla="*/ 2199701 w 2275936"/>
                  <a:gd name="connsiteY5" fmla="*/ 560550 h 2927830"/>
                  <a:gd name="connsiteX6" fmla="*/ 2032062 w 2275936"/>
                  <a:gd name="connsiteY6" fmla="*/ 1154910 h 2927830"/>
                  <a:gd name="connsiteX7" fmla="*/ 1620582 w 2275936"/>
                  <a:gd name="connsiteY7" fmla="*/ 1353030 h 2927830"/>
                  <a:gd name="connsiteX8" fmla="*/ 1391982 w 2275936"/>
                  <a:gd name="connsiteY8" fmla="*/ 1581630 h 2927830"/>
                  <a:gd name="connsiteX9" fmla="*/ 1009906 w 2275936"/>
                  <a:gd name="connsiteY9" fmla="*/ 1651803 h 2927830"/>
                  <a:gd name="connsiteX10" fmla="*/ 844806 w 2275936"/>
                  <a:gd name="connsiteY10" fmla="*/ 2927830 h 2927830"/>
                  <a:gd name="connsiteX11" fmla="*/ 607165 w 2275936"/>
                  <a:gd name="connsiteY11" fmla="*/ 2838930 h 2927830"/>
                  <a:gd name="connsiteX12" fmla="*/ 759565 w 2275936"/>
                  <a:gd name="connsiteY12" fmla="*/ 1588303 h 2927830"/>
                  <a:gd name="connsiteX0" fmla="*/ 759565 w 2270304"/>
                  <a:gd name="connsiteY0" fmla="*/ 1632823 h 2972350"/>
                  <a:gd name="connsiteX1" fmla="*/ 576642 w 2270304"/>
                  <a:gd name="connsiteY1" fmla="*/ 1237530 h 2972350"/>
                  <a:gd name="connsiteX2" fmla="*/ 96581 w 2270304"/>
                  <a:gd name="connsiteY2" fmla="*/ 841290 h 2972350"/>
                  <a:gd name="connsiteX3" fmla="*/ 191831 w 2270304"/>
                  <a:gd name="connsiteY3" fmla="*/ 235501 h 2972350"/>
                  <a:gd name="connsiteX4" fmla="*/ 410906 w 2270304"/>
                  <a:gd name="connsiteY4" fmla="*/ 35475 h 2972350"/>
                  <a:gd name="connsiteX5" fmla="*/ 2134931 w 2270304"/>
                  <a:gd name="connsiteY5" fmla="*/ 45000 h 2972350"/>
                  <a:gd name="connsiteX6" fmla="*/ 2199701 w 2270304"/>
                  <a:gd name="connsiteY6" fmla="*/ 605070 h 2972350"/>
                  <a:gd name="connsiteX7" fmla="*/ 2032062 w 2270304"/>
                  <a:gd name="connsiteY7" fmla="*/ 1199430 h 2972350"/>
                  <a:gd name="connsiteX8" fmla="*/ 1620582 w 2270304"/>
                  <a:gd name="connsiteY8" fmla="*/ 1397550 h 2972350"/>
                  <a:gd name="connsiteX9" fmla="*/ 1391982 w 2270304"/>
                  <a:gd name="connsiteY9" fmla="*/ 1626150 h 2972350"/>
                  <a:gd name="connsiteX10" fmla="*/ 1009906 w 2270304"/>
                  <a:gd name="connsiteY10" fmla="*/ 1696323 h 2972350"/>
                  <a:gd name="connsiteX11" fmla="*/ 844806 w 2270304"/>
                  <a:gd name="connsiteY11" fmla="*/ 2972350 h 2972350"/>
                  <a:gd name="connsiteX12" fmla="*/ 607165 w 2270304"/>
                  <a:gd name="connsiteY12" fmla="*/ 2883450 h 2972350"/>
                  <a:gd name="connsiteX13" fmla="*/ 759565 w 2270304"/>
                  <a:gd name="connsiteY13" fmla="*/ 1632823 h 2972350"/>
                  <a:gd name="connsiteX0" fmla="*/ 759565 w 2231157"/>
                  <a:gd name="connsiteY0" fmla="*/ 2216476 h 3556003"/>
                  <a:gd name="connsiteX1" fmla="*/ 576642 w 2231157"/>
                  <a:gd name="connsiteY1" fmla="*/ 1821183 h 3556003"/>
                  <a:gd name="connsiteX2" fmla="*/ 96581 w 2231157"/>
                  <a:gd name="connsiteY2" fmla="*/ 1424943 h 3556003"/>
                  <a:gd name="connsiteX3" fmla="*/ 191831 w 2231157"/>
                  <a:gd name="connsiteY3" fmla="*/ 819154 h 3556003"/>
                  <a:gd name="connsiteX4" fmla="*/ 410906 w 2231157"/>
                  <a:gd name="connsiteY4" fmla="*/ 619128 h 3556003"/>
                  <a:gd name="connsiteX5" fmla="*/ 325181 w 2231157"/>
                  <a:gd name="connsiteY5" fmla="*/ 3 h 3556003"/>
                  <a:gd name="connsiteX6" fmla="*/ 2134931 w 2231157"/>
                  <a:gd name="connsiteY6" fmla="*/ 628653 h 3556003"/>
                  <a:gd name="connsiteX7" fmla="*/ 2199701 w 2231157"/>
                  <a:gd name="connsiteY7" fmla="*/ 1188723 h 3556003"/>
                  <a:gd name="connsiteX8" fmla="*/ 2032062 w 2231157"/>
                  <a:gd name="connsiteY8" fmla="*/ 1783083 h 3556003"/>
                  <a:gd name="connsiteX9" fmla="*/ 1620582 w 2231157"/>
                  <a:gd name="connsiteY9" fmla="*/ 1981203 h 3556003"/>
                  <a:gd name="connsiteX10" fmla="*/ 1391982 w 2231157"/>
                  <a:gd name="connsiteY10" fmla="*/ 2209803 h 3556003"/>
                  <a:gd name="connsiteX11" fmla="*/ 1009906 w 2231157"/>
                  <a:gd name="connsiteY11" fmla="*/ 2279976 h 3556003"/>
                  <a:gd name="connsiteX12" fmla="*/ 844806 w 2231157"/>
                  <a:gd name="connsiteY12" fmla="*/ 3556003 h 3556003"/>
                  <a:gd name="connsiteX13" fmla="*/ 607165 w 2231157"/>
                  <a:gd name="connsiteY13" fmla="*/ 3467103 h 3556003"/>
                  <a:gd name="connsiteX14" fmla="*/ 759565 w 2231157"/>
                  <a:gd name="connsiteY14" fmla="*/ 2216476 h 3556003"/>
                  <a:gd name="connsiteX0" fmla="*/ 759565 w 2209496"/>
                  <a:gd name="connsiteY0" fmla="*/ 2373929 h 3713456"/>
                  <a:gd name="connsiteX1" fmla="*/ 576642 w 2209496"/>
                  <a:gd name="connsiteY1" fmla="*/ 1978636 h 3713456"/>
                  <a:gd name="connsiteX2" fmla="*/ 96581 w 2209496"/>
                  <a:gd name="connsiteY2" fmla="*/ 1582396 h 3713456"/>
                  <a:gd name="connsiteX3" fmla="*/ 191831 w 2209496"/>
                  <a:gd name="connsiteY3" fmla="*/ 976607 h 3713456"/>
                  <a:gd name="connsiteX4" fmla="*/ 410906 w 2209496"/>
                  <a:gd name="connsiteY4" fmla="*/ 776581 h 3713456"/>
                  <a:gd name="connsiteX5" fmla="*/ 325181 w 2209496"/>
                  <a:gd name="connsiteY5" fmla="*/ 157456 h 3713456"/>
                  <a:gd name="connsiteX6" fmla="*/ 1772982 w 2209496"/>
                  <a:gd name="connsiteY6" fmla="*/ 30457 h 3713456"/>
                  <a:gd name="connsiteX7" fmla="*/ 2134931 w 2209496"/>
                  <a:gd name="connsiteY7" fmla="*/ 786106 h 3713456"/>
                  <a:gd name="connsiteX8" fmla="*/ 2199701 w 2209496"/>
                  <a:gd name="connsiteY8" fmla="*/ 1346176 h 3713456"/>
                  <a:gd name="connsiteX9" fmla="*/ 2032062 w 2209496"/>
                  <a:gd name="connsiteY9" fmla="*/ 1940536 h 3713456"/>
                  <a:gd name="connsiteX10" fmla="*/ 1620582 w 2209496"/>
                  <a:gd name="connsiteY10" fmla="*/ 2138656 h 3713456"/>
                  <a:gd name="connsiteX11" fmla="*/ 1391982 w 2209496"/>
                  <a:gd name="connsiteY11" fmla="*/ 2367256 h 3713456"/>
                  <a:gd name="connsiteX12" fmla="*/ 1009906 w 2209496"/>
                  <a:gd name="connsiteY12" fmla="*/ 2437429 h 3713456"/>
                  <a:gd name="connsiteX13" fmla="*/ 844806 w 2209496"/>
                  <a:gd name="connsiteY13" fmla="*/ 3713456 h 3713456"/>
                  <a:gd name="connsiteX14" fmla="*/ 607165 w 2209496"/>
                  <a:gd name="connsiteY14" fmla="*/ 3624556 h 3713456"/>
                  <a:gd name="connsiteX15" fmla="*/ 759565 w 2209496"/>
                  <a:gd name="connsiteY15" fmla="*/ 2373929 h 3713456"/>
                  <a:gd name="connsiteX0" fmla="*/ 759565 w 2209496"/>
                  <a:gd name="connsiteY0" fmla="*/ 2801590 h 4141117"/>
                  <a:gd name="connsiteX1" fmla="*/ 576642 w 2209496"/>
                  <a:gd name="connsiteY1" fmla="*/ 2406297 h 4141117"/>
                  <a:gd name="connsiteX2" fmla="*/ 96581 w 2209496"/>
                  <a:gd name="connsiteY2" fmla="*/ 2010057 h 4141117"/>
                  <a:gd name="connsiteX3" fmla="*/ 191831 w 2209496"/>
                  <a:gd name="connsiteY3" fmla="*/ 1404268 h 4141117"/>
                  <a:gd name="connsiteX4" fmla="*/ 410906 w 2209496"/>
                  <a:gd name="connsiteY4" fmla="*/ 1204242 h 4141117"/>
                  <a:gd name="connsiteX5" fmla="*/ 325181 w 2209496"/>
                  <a:gd name="connsiteY5" fmla="*/ 585117 h 4141117"/>
                  <a:gd name="connsiteX6" fmla="*/ 1557082 w 2209496"/>
                  <a:gd name="connsiteY6" fmla="*/ 918 h 4141117"/>
                  <a:gd name="connsiteX7" fmla="*/ 1772982 w 2209496"/>
                  <a:gd name="connsiteY7" fmla="*/ 458118 h 4141117"/>
                  <a:gd name="connsiteX8" fmla="*/ 2134931 w 2209496"/>
                  <a:gd name="connsiteY8" fmla="*/ 1213767 h 4141117"/>
                  <a:gd name="connsiteX9" fmla="*/ 2199701 w 2209496"/>
                  <a:gd name="connsiteY9" fmla="*/ 1773837 h 4141117"/>
                  <a:gd name="connsiteX10" fmla="*/ 2032062 w 2209496"/>
                  <a:gd name="connsiteY10" fmla="*/ 2368197 h 4141117"/>
                  <a:gd name="connsiteX11" fmla="*/ 1620582 w 2209496"/>
                  <a:gd name="connsiteY11" fmla="*/ 2566317 h 4141117"/>
                  <a:gd name="connsiteX12" fmla="*/ 1391982 w 2209496"/>
                  <a:gd name="connsiteY12" fmla="*/ 2794917 h 4141117"/>
                  <a:gd name="connsiteX13" fmla="*/ 1009906 w 2209496"/>
                  <a:gd name="connsiteY13" fmla="*/ 2865090 h 4141117"/>
                  <a:gd name="connsiteX14" fmla="*/ 844806 w 2209496"/>
                  <a:gd name="connsiteY14" fmla="*/ 4141117 h 4141117"/>
                  <a:gd name="connsiteX15" fmla="*/ 607165 w 2209496"/>
                  <a:gd name="connsiteY15" fmla="*/ 4052217 h 4141117"/>
                  <a:gd name="connsiteX16" fmla="*/ 759565 w 2209496"/>
                  <a:gd name="connsiteY16" fmla="*/ 2801590 h 4141117"/>
                  <a:gd name="connsiteX0" fmla="*/ 759565 w 2209496"/>
                  <a:gd name="connsiteY0" fmla="*/ 2800780 h 4140307"/>
                  <a:gd name="connsiteX1" fmla="*/ 576642 w 2209496"/>
                  <a:gd name="connsiteY1" fmla="*/ 2405487 h 4140307"/>
                  <a:gd name="connsiteX2" fmla="*/ 96581 w 2209496"/>
                  <a:gd name="connsiteY2" fmla="*/ 2009247 h 4140307"/>
                  <a:gd name="connsiteX3" fmla="*/ 191831 w 2209496"/>
                  <a:gd name="connsiteY3" fmla="*/ 1403458 h 4140307"/>
                  <a:gd name="connsiteX4" fmla="*/ 410906 w 2209496"/>
                  <a:gd name="connsiteY4" fmla="*/ 1203432 h 4140307"/>
                  <a:gd name="connsiteX5" fmla="*/ 325181 w 2209496"/>
                  <a:gd name="connsiteY5" fmla="*/ 584307 h 4140307"/>
                  <a:gd name="connsiteX6" fmla="*/ 96582 w 2209496"/>
                  <a:gd name="connsiteY6" fmla="*/ 368409 h 4140307"/>
                  <a:gd name="connsiteX7" fmla="*/ 1557082 w 2209496"/>
                  <a:gd name="connsiteY7" fmla="*/ 108 h 4140307"/>
                  <a:gd name="connsiteX8" fmla="*/ 1772982 w 2209496"/>
                  <a:gd name="connsiteY8" fmla="*/ 457308 h 4140307"/>
                  <a:gd name="connsiteX9" fmla="*/ 2134931 w 2209496"/>
                  <a:gd name="connsiteY9" fmla="*/ 1212957 h 4140307"/>
                  <a:gd name="connsiteX10" fmla="*/ 2199701 w 2209496"/>
                  <a:gd name="connsiteY10" fmla="*/ 1773027 h 4140307"/>
                  <a:gd name="connsiteX11" fmla="*/ 2032062 w 2209496"/>
                  <a:gd name="connsiteY11" fmla="*/ 2367387 h 4140307"/>
                  <a:gd name="connsiteX12" fmla="*/ 1620582 w 2209496"/>
                  <a:gd name="connsiteY12" fmla="*/ 2565507 h 4140307"/>
                  <a:gd name="connsiteX13" fmla="*/ 1391982 w 2209496"/>
                  <a:gd name="connsiteY13" fmla="*/ 2794107 h 4140307"/>
                  <a:gd name="connsiteX14" fmla="*/ 1009906 w 2209496"/>
                  <a:gd name="connsiteY14" fmla="*/ 2864280 h 4140307"/>
                  <a:gd name="connsiteX15" fmla="*/ 844806 w 2209496"/>
                  <a:gd name="connsiteY15" fmla="*/ 4140307 h 4140307"/>
                  <a:gd name="connsiteX16" fmla="*/ 607165 w 2209496"/>
                  <a:gd name="connsiteY16" fmla="*/ 4051407 h 4140307"/>
                  <a:gd name="connsiteX17" fmla="*/ 759565 w 2209496"/>
                  <a:gd name="connsiteY17" fmla="*/ 2800780 h 4140307"/>
                  <a:gd name="connsiteX0" fmla="*/ 759565 w 2209496"/>
                  <a:gd name="connsiteY0" fmla="*/ 2886104 h 4225631"/>
                  <a:gd name="connsiteX1" fmla="*/ 576642 w 2209496"/>
                  <a:gd name="connsiteY1" fmla="*/ 2490811 h 4225631"/>
                  <a:gd name="connsiteX2" fmla="*/ 96581 w 2209496"/>
                  <a:gd name="connsiteY2" fmla="*/ 2094571 h 4225631"/>
                  <a:gd name="connsiteX3" fmla="*/ 191831 w 2209496"/>
                  <a:gd name="connsiteY3" fmla="*/ 1488782 h 4225631"/>
                  <a:gd name="connsiteX4" fmla="*/ 410906 w 2209496"/>
                  <a:gd name="connsiteY4" fmla="*/ 1288756 h 4225631"/>
                  <a:gd name="connsiteX5" fmla="*/ 325181 w 2209496"/>
                  <a:gd name="connsiteY5" fmla="*/ 669631 h 4225631"/>
                  <a:gd name="connsiteX6" fmla="*/ 96582 w 2209496"/>
                  <a:gd name="connsiteY6" fmla="*/ 453733 h 4225631"/>
                  <a:gd name="connsiteX7" fmla="*/ 172782 w 2209496"/>
                  <a:gd name="connsiteY7" fmla="*/ 21933 h 4225631"/>
                  <a:gd name="connsiteX8" fmla="*/ 1557082 w 2209496"/>
                  <a:gd name="connsiteY8" fmla="*/ 85432 h 4225631"/>
                  <a:gd name="connsiteX9" fmla="*/ 1772982 w 2209496"/>
                  <a:gd name="connsiteY9" fmla="*/ 542632 h 4225631"/>
                  <a:gd name="connsiteX10" fmla="*/ 2134931 w 2209496"/>
                  <a:gd name="connsiteY10" fmla="*/ 1298281 h 4225631"/>
                  <a:gd name="connsiteX11" fmla="*/ 2199701 w 2209496"/>
                  <a:gd name="connsiteY11" fmla="*/ 1858351 h 4225631"/>
                  <a:gd name="connsiteX12" fmla="*/ 2032062 w 2209496"/>
                  <a:gd name="connsiteY12" fmla="*/ 2452711 h 4225631"/>
                  <a:gd name="connsiteX13" fmla="*/ 1620582 w 2209496"/>
                  <a:gd name="connsiteY13" fmla="*/ 2650831 h 4225631"/>
                  <a:gd name="connsiteX14" fmla="*/ 1391982 w 2209496"/>
                  <a:gd name="connsiteY14" fmla="*/ 2879431 h 4225631"/>
                  <a:gd name="connsiteX15" fmla="*/ 1009906 w 2209496"/>
                  <a:gd name="connsiteY15" fmla="*/ 2949604 h 4225631"/>
                  <a:gd name="connsiteX16" fmla="*/ 844806 w 2209496"/>
                  <a:gd name="connsiteY16" fmla="*/ 4225631 h 4225631"/>
                  <a:gd name="connsiteX17" fmla="*/ 607165 w 2209496"/>
                  <a:gd name="connsiteY17" fmla="*/ 4136731 h 4225631"/>
                  <a:gd name="connsiteX18" fmla="*/ 759565 w 2209496"/>
                  <a:gd name="connsiteY18" fmla="*/ 2886104 h 4225631"/>
                  <a:gd name="connsiteX0" fmla="*/ 759565 w 2209496"/>
                  <a:gd name="connsiteY0" fmla="*/ 3207357 h 4546884"/>
                  <a:gd name="connsiteX1" fmla="*/ 576642 w 2209496"/>
                  <a:gd name="connsiteY1" fmla="*/ 2812064 h 4546884"/>
                  <a:gd name="connsiteX2" fmla="*/ 96581 w 2209496"/>
                  <a:gd name="connsiteY2" fmla="*/ 2415824 h 4546884"/>
                  <a:gd name="connsiteX3" fmla="*/ 191831 w 2209496"/>
                  <a:gd name="connsiteY3" fmla="*/ 1810035 h 4546884"/>
                  <a:gd name="connsiteX4" fmla="*/ 410906 w 2209496"/>
                  <a:gd name="connsiteY4" fmla="*/ 1610009 h 4546884"/>
                  <a:gd name="connsiteX5" fmla="*/ 325181 w 2209496"/>
                  <a:gd name="connsiteY5" fmla="*/ 990884 h 4546884"/>
                  <a:gd name="connsiteX6" fmla="*/ 96582 w 2209496"/>
                  <a:gd name="connsiteY6" fmla="*/ 774986 h 4546884"/>
                  <a:gd name="connsiteX7" fmla="*/ 172782 w 2209496"/>
                  <a:gd name="connsiteY7" fmla="*/ 343186 h 4546884"/>
                  <a:gd name="connsiteX8" fmla="*/ 1328482 w 2209496"/>
                  <a:gd name="connsiteY8" fmla="*/ 286 h 4546884"/>
                  <a:gd name="connsiteX9" fmla="*/ 1557082 w 2209496"/>
                  <a:gd name="connsiteY9" fmla="*/ 406685 h 4546884"/>
                  <a:gd name="connsiteX10" fmla="*/ 1772982 w 2209496"/>
                  <a:gd name="connsiteY10" fmla="*/ 863885 h 4546884"/>
                  <a:gd name="connsiteX11" fmla="*/ 2134931 w 2209496"/>
                  <a:gd name="connsiteY11" fmla="*/ 1619534 h 4546884"/>
                  <a:gd name="connsiteX12" fmla="*/ 2199701 w 2209496"/>
                  <a:gd name="connsiteY12" fmla="*/ 2179604 h 4546884"/>
                  <a:gd name="connsiteX13" fmla="*/ 2032062 w 2209496"/>
                  <a:gd name="connsiteY13" fmla="*/ 2773964 h 4546884"/>
                  <a:gd name="connsiteX14" fmla="*/ 1620582 w 2209496"/>
                  <a:gd name="connsiteY14" fmla="*/ 2972084 h 4546884"/>
                  <a:gd name="connsiteX15" fmla="*/ 1391982 w 2209496"/>
                  <a:gd name="connsiteY15" fmla="*/ 3200684 h 4546884"/>
                  <a:gd name="connsiteX16" fmla="*/ 1009906 w 2209496"/>
                  <a:gd name="connsiteY16" fmla="*/ 3270857 h 4546884"/>
                  <a:gd name="connsiteX17" fmla="*/ 844806 w 2209496"/>
                  <a:gd name="connsiteY17" fmla="*/ 4546884 h 4546884"/>
                  <a:gd name="connsiteX18" fmla="*/ 607165 w 2209496"/>
                  <a:gd name="connsiteY18" fmla="*/ 4457984 h 4546884"/>
                  <a:gd name="connsiteX19" fmla="*/ 759565 w 2209496"/>
                  <a:gd name="connsiteY19" fmla="*/ 3207357 h 4546884"/>
                  <a:gd name="connsiteX0" fmla="*/ 759565 w 2209496"/>
                  <a:gd name="connsiteY0" fmla="*/ 3348198 h 4687725"/>
                  <a:gd name="connsiteX1" fmla="*/ 576642 w 2209496"/>
                  <a:gd name="connsiteY1" fmla="*/ 2952905 h 4687725"/>
                  <a:gd name="connsiteX2" fmla="*/ 96581 w 2209496"/>
                  <a:gd name="connsiteY2" fmla="*/ 2556665 h 4687725"/>
                  <a:gd name="connsiteX3" fmla="*/ 191831 w 2209496"/>
                  <a:gd name="connsiteY3" fmla="*/ 1950876 h 4687725"/>
                  <a:gd name="connsiteX4" fmla="*/ 410906 w 2209496"/>
                  <a:gd name="connsiteY4" fmla="*/ 1750850 h 4687725"/>
                  <a:gd name="connsiteX5" fmla="*/ 325181 w 2209496"/>
                  <a:gd name="connsiteY5" fmla="*/ 1131725 h 4687725"/>
                  <a:gd name="connsiteX6" fmla="*/ 96582 w 2209496"/>
                  <a:gd name="connsiteY6" fmla="*/ 915827 h 4687725"/>
                  <a:gd name="connsiteX7" fmla="*/ 172782 w 2209496"/>
                  <a:gd name="connsiteY7" fmla="*/ 484027 h 4687725"/>
                  <a:gd name="connsiteX8" fmla="*/ 1099882 w 2209496"/>
                  <a:gd name="connsiteY8" fmla="*/ 14127 h 4687725"/>
                  <a:gd name="connsiteX9" fmla="*/ 1328482 w 2209496"/>
                  <a:gd name="connsiteY9" fmla="*/ 141127 h 4687725"/>
                  <a:gd name="connsiteX10" fmla="*/ 1557082 w 2209496"/>
                  <a:gd name="connsiteY10" fmla="*/ 547526 h 4687725"/>
                  <a:gd name="connsiteX11" fmla="*/ 1772982 w 2209496"/>
                  <a:gd name="connsiteY11" fmla="*/ 1004726 h 4687725"/>
                  <a:gd name="connsiteX12" fmla="*/ 2134931 w 2209496"/>
                  <a:gd name="connsiteY12" fmla="*/ 1760375 h 4687725"/>
                  <a:gd name="connsiteX13" fmla="*/ 2199701 w 2209496"/>
                  <a:gd name="connsiteY13" fmla="*/ 2320445 h 4687725"/>
                  <a:gd name="connsiteX14" fmla="*/ 2032062 w 2209496"/>
                  <a:gd name="connsiteY14" fmla="*/ 2914805 h 4687725"/>
                  <a:gd name="connsiteX15" fmla="*/ 1620582 w 2209496"/>
                  <a:gd name="connsiteY15" fmla="*/ 3112925 h 4687725"/>
                  <a:gd name="connsiteX16" fmla="*/ 1391982 w 2209496"/>
                  <a:gd name="connsiteY16" fmla="*/ 3341525 h 4687725"/>
                  <a:gd name="connsiteX17" fmla="*/ 1009906 w 2209496"/>
                  <a:gd name="connsiteY17" fmla="*/ 3411698 h 4687725"/>
                  <a:gd name="connsiteX18" fmla="*/ 844806 w 2209496"/>
                  <a:gd name="connsiteY18" fmla="*/ 4687725 h 4687725"/>
                  <a:gd name="connsiteX19" fmla="*/ 607165 w 2209496"/>
                  <a:gd name="connsiteY19" fmla="*/ 4598825 h 4687725"/>
                  <a:gd name="connsiteX20" fmla="*/ 759565 w 2209496"/>
                  <a:gd name="connsiteY20" fmla="*/ 3348198 h 4687725"/>
                  <a:gd name="connsiteX0" fmla="*/ 759565 w 2209496"/>
                  <a:gd name="connsiteY0" fmla="*/ 3420474 h 4760001"/>
                  <a:gd name="connsiteX1" fmla="*/ 576642 w 2209496"/>
                  <a:gd name="connsiteY1" fmla="*/ 3025181 h 4760001"/>
                  <a:gd name="connsiteX2" fmla="*/ 96581 w 2209496"/>
                  <a:gd name="connsiteY2" fmla="*/ 2628941 h 4760001"/>
                  <a:gd name="connsiteX3" fmla="*/ 191831 w 2209496"/>
                  <a:gd name="connsiteY3" fmla="*/ 2023152 h 4760001"/>
                  <a:gd name="connsiteX4" fmla="*/ 410906 w 2209496"/>
                  <a:gd name="connsiteY4" fmla="*/ 1823126 h 4760001"/>
                  <a:gd name="connsiteX5" fmla="*/ 325181 w 2209496"/>
                  <a:gd name="connsiteY5" fmla="*/ 1204001 h 4760001"/>
                  <a:gd name="connsiteX6" fmla="*/ 96582 w 2209496"/>
                  <a:gd name="connsiteY6" fmla="*/ 988103 h 4760001"/>
                  <a:gd name="connsiteX7" fmla="*/ 172782 w 2209496"/>
                  <a:gd name="connsiteY7" fmla="*/ 556303 h 4760001"/>
                  <a:gd name="connsiteX8" fmla="*/ 871282 w 2209496"/>
                  <a:gd name="connsiteY8" fmla="*/ 22904 h 4760001"/>
                  <a:gd name="connsiteX9" fmla="*/ 1099882 w 2209496"/>
                  <a:gd name="connsiteY9" fmla="*/ 86403 h 4760001"/>
                  <a:gd name="connsiteX10" fmla="*/ 1328482 w 2209496"/>
                  <a:gd name="connsiteY10" fmla="*/ 213403 h 4760001"/>
                  <a:gd name="connsiteX11" fmla="*/ 1557082 w 2209496"/>
                  <a:gd name="connsiteY11" fmla="*/ 619802 h 4760001"/>
                  <a:gd name="connsiteX12" fmla="*/ 1772982 w 2209496"/>
                  <a:gd name="connsiteY12" fmla="*/ 1077002 h 4760001"/>
                  <a:gd name="connsiteX13" fmla="*/ 2134931 w 2209496"/>
                  <a:gd name="connsiteY13" fmla="*/ 1832651 h 4760001"/>
                  <a:gd name="connsiteX14" fmla="*/ 2199701 w 2209496"/>
                  <a:gd name="connsiteY14" fmla="*/ 2392721 h 4760001"/>
                  <a:gd name="connsiteX15" fmla="*/ 2032062 w 2209496"/>
                  <a:gd name="connsiteY15" fmla="*/ 2987081 h 4760001"/>
                  <a:gd name="connsiteX16" fmla="*/ 1620582 w 2209496"/>
                  <a:gd name="connsiteY16" fmla="*/ 3185201 h 4760001"/>
                  <a:gd name="connsiteX17" fmla="*/ 1391982 w 2209496"/>
                  <a:gd name="connsiteY17" fmla="*/ 3413801 h 4760001"/>
                  <a:gd name="connsiteX18" fmla="*/ 1009906 w 2209496"/>
                  <a:gd name="connsiteY18" fmla="*/ 3483974 h 4760001"/>
                  <a:gd name="connsiteX19" fmla="*/ 844806 w 2209496"/>
                  <a:gd name="connsiteY19" fmla="*/ 4760001 h 4760001"/>
                  <a:gd name="connsiteX20" fmla="*/ 607165 w 2209496"/>
                  <a:gd name="connsiteY20" fmla="*/ 4671101 h 4760001"/>
                  <a:gd name="connsiteX21" fmla="*/ 759565 w 2209496"/>
                  <a:gd name="connsiteY21" fmla="*/ 3420474 h 4760001"/>
                  <a:gd name="connsiteX0" fmla="*/ 759565 w 2209496"/>
                  <a:gd name="connsiteY0" fmla="*/ 3403098 h 4742625"/>
                  <a:gd name="connsiteX1" fmla="*/ 576642 w 2209496"/>
                  <a:gd name="connsiteY1" fmla="*/ 3007805 h 4742625"/>
                  <a:gd name="connsiteX2" fmla="*/ 96581 w 2209496"/>
                  <a:gd name="connsiteY2" fmla="*/ 2611565 h 4742625"/>
                  <a:gd name="connsiteX3" fmla="*/ 191831 w 2209496"/>
                  <a:gd name="connsiteY3" fmla="*/ 2005776 h 4742625"/>
                  <a:gd name="connsiteX4" fmla="*/ 410906 w 2209496"/>
                  <a:gd name="connsiteY4" fmla="*/ 1805750 h 4742625"/>
                  <a:gd name="connsiteX5" fmla="*/ 325181 w 2209496"/>
                  <a:gd name="connsiteY5" fmla="*/ 1186625 h 4742625"/>
                  <a:gd name="connsiteX6" fmla="*/ 96582 w 2209496"/>
                  <a:gd name="connsiteY6" fmla="*/ 970727 h 4742625"/>
                  <a:gd name="connsiteX7" fmla="*/ 172782 w 2209496"/>
                  <a:gd name="connsiteY7" fmla="*/ 538927 h 4742625"/>
                  <a:gd name="connsiteX8" fmla="*/ 426782 w 2209496"/>
                  <a:gd name="connsiteY8" fmla="*/ 69028 h 4742625"/>
                  <a:gd name="connsiteX9" fmla="*/ 871282 w 2209496"/>
                  <a:gd name="connsiteY9" fmla="*/ 5528 h 4742625"/>
                  <a:gd name="connsiteX10" fmla="*/ 1099882 w 2209496"/>
                  <a:gd name="connsiteY10" fmla="*/ 69027 h 4742625"/>
                  <a:gd name="connsiteX11" fmla="*/ 1328482 w 2209496"/>
                  <a:gd name="connsiteY11" fmla="*/ 196027 h 4742625"/>
                  <a:gd name="connsiteX12" fmla="*/ 1557082 w 2209496"/>
                  <a:gd name="connsiteY12" fmla="*/ 602426 h 4742625"/>
                  <a:gd name="connsiteX13" fmla="*/ 1772982 w 2209496"/>
                  <a:gd name="connsiteY13" fmla="*/ 1059626 h 4742625"/>
                  <a:gd name="connsiteX14" fmla="*/ 2134931 w 2209496"/>
                  <a:gd name="connsiteY14" fmla="*/ 1815275 h 4742625"/>
                  <a:gd name="connsiteX15" fmla="*/ 2199701 w 2209496"/>
                  <a:gd name="connsiteY15" fmla="*/ 2375345 h 4742625"/>
                  <a:gd name="connsiteX16" fmla="*/ 2032062 w 2209496"/>
                  <a:gd name="connsiteY16" fmla="*/ 2969705 h 4742625"/>
                  <a:gd name="connsiteX17" fmla="*/ 1620582 w 2209496"/>
                  <a:gd name="connsiteY17" fmla="*/ 3167825 h 4742625"/>
                  <a:gd name="connsiteX18" fmla="*/ 1391982 w 2209496"/>
                  <a:gd name="connsiteY18" fmla="*/ 3396425 h 4742625"/>
                  <a:gd name="connsiteX19" fmla="*/ 1009906 w 2209496"/>
                  <a:gd name="connsiteY19" fmla="*/ 3466598 h 4742625"/>
                  <a:gd name="connsiteX20" fmla="*/ 844806 w 2209496"/>
                  <a:gd name="connsiteY20" fmla="*/ 4742625 h 4742625"/>
                  <a:gd name="connsiteX21" fmla="*/ 607165 w 2209496"/>
                  <a:gd name="connsiteY21" fmla="*/ 4653725 h 4742625"/>
                  <a:gd name="connsiteX22" fmla="*/ 759565 w 2209496"/>
                  <a:gd name="connsiteY22" fmla="*/ 3403098 h 4742625"/>
                  <a:gd name="connsiteX0" fmla="*/ 759565 w 2209496"/>
                  <a:gd name="connsiteY0" fmla="*/ 3403098 h 4742625"/>
                  <a:gd name="connsiteX1" fmla="*/ 576642 w 2209496"/>
                  <a:gd name="connsiteY1" fmla="*/ 3007805 h 4742625"/>
                  <a:gd name="connsiteX2" fmla="*/ 96581 w 2209496"/>
                  <a:gd name="connsiteY2" fmla="*/ 2611565 h 4742625"/>
                  <a:gd name="connsiteX3" fmla="*/ 191831 w 2209496"/>
                  <a:gd name="connsiteY3" fmla="*/ 2005776 h 4742625"/>
                  <a:gd name="connsiteX4" fmla="*/ 410906 w 2209496"/>
                  <a:gd name="connsiteY4" fmla="*/ 1805750 h 4742625"/>
                  <a:gd name="connsiteX5" fmla="*/ 325181 w 2209496"/>
                  <a:gd name="connsiteY5" fmla="*/ 1186625 h 4742625"/>
                  <a:gd name="connsiteX6" fmla="*/ 96582 w 2209496"/>
                  <a:gd name="connsiteY6" fmla="*/ 970727 h 4742625"/>
                  <a:gd name="connsiteX7" fmla="*/ 172782 w 2209496"/>
                  <a:gd name="connsiteY7" fmla="*/ 538927 h 4742625"/>
                  <a:gd name="connsiteX8" fmla="*/ 426782 w 2209496"/>
                  <a:gd name="connsiteY8" fmla="*/ 69028 h 4742625"/>
                  <a:gd name="connsiteX9" fmla="*/ 871282 w 2209496"/>
                  <a:gd name="connsiteY9" fmla="*/ 5528 h 4742625"/>
                  <a:gd name="connsiteX10" fmla="*/ 1099882 w 2209496"/>
                  <a:gd name="connsiteY10" fmla="*/ 69027 h 4742625"/>
                  <a:gd name="connsiteX11" fmla="*/ 1328482 w 2209496"/>
                  <a:gd name="connsiteY11" fmla="*/ 196027 h 4742625"/>
                  <a:gd name="connsiteX12" fmla="*/ 1557082 w 2209496"/>
                  <a:gd name="connsiteY12" fmla="*/ 602426 h 4742625"/>
                  <a:gd name="connsiteX13" fmla="*/ 1772982 w 2209496"/>
                  <a:gd name="connsiteY13" fmla="*/ 1059626 h 4742625"/>
                  <a:gd name="connsiteX14" fmla="*/ 2134931 w 2209496"/>
                  <a:gd name="connsiteY14" fmla="*/ 1815275 h 4742625"/>
                  <a:gd name="connsiteX15" fmla="*/ 2199701 w 2209496"/>
                  <a:gd name="connsiteY15" fmla="*/ 2375345 h 4742625"/>
                  <a:gd name="connsiteX16" fmla="*/ 2032062 w 2209496"/>
                  <a:gd name="connsiteY16" fmla="*/ 2969705 h 4742625"/>
                  <a:gd name="connsiteX17" fmla="*/ 1620582 w 2209496"/>
                  <a:gd name="connsiteY17" fmla="*/ 3167825 h 4742625"/>
                  <a:gd name="connsiteX18" fmla="*/ 1391982 w 2209496"/>
                  <a:gd name="connsiteY18" fmla="*/ 3396425 h 4742625"/>
                  <a:gd name="connsiteX19" fmla="*/ 1009906 w 2209496"/>
                  <a:gd name="connsiteY19" fmla="*/ 3466598 h 4742625"/>
                  <a:gd name="connsiteX20" fmla="*/ 844806 w 2209496"/>
                  <a:gd name="connsiteY20" fmla="*/ 4742625 h 4742625"/>
                  <a:gd name="connsiteX21" fmla="*/ 607165 w 2209496"/>
                  <a:gd name="connsiteY21" fmla="*/ 4653725 h 4742625"/>
                  <a:gd name="connsiteX22" fmla="*/ 759565 w 2209496"/>
                  <a:gd name="connsiteY22" fmla="*/ 3403098 h 4742625"/>
                  <a:gd name="connsiteX0" fmla="*/ 759565 w 2226999"/>
                  <a:gd name="connsiteY0" fmla="*/ 3403098 h 4742625"/>
                  <a:gd name="connsiteX1" fmla="*/ 576642 w 2226999"/>
                  <a:gd name="connsiteY1" fmla="*/ 3007805 h 4742625"/>
                  <a:gd name="connsiteX2" fmla="*/ 96581 w 2226999"/>
                  <a:gd name="connsiteY2" fmla="*/ 2611565 h 4742625"/>
                  <a:gd name="connsiteX3" fmla="*/ 191831 w 2226999"/>
                  <a:gd name="connsiteY3" fmla="*/ 2005776 h 4742625"/>
                  <a:gd name="connsiteX4" fmla="*/ 410906 w 2226999"/>
                  <a:gd name="connsiteY4" fmla="*/ 1805750 h 4742625"/>
                  <a:gd name="connsiteX5" fmla="*/ 325181 w 2226999"/>
                  <a:gd name="connsiteY5" fmla="*/ 1186625 h 4742625"/>
                  <a:gd name="connsiteX6" fmla="*/ 96582 w 2226999"/>
                  <a:gd name="connsiteY6" fmla="*/ 970727 h 4742625"/>
                  <a:gd name="connsiteX7" fmla="*/ 172782 w 2226999"/>
                  <a:gd name="connsiteY7" fmla="*/ 538927 h 4742625"/>
                  <a:gd name="connsiteX8" fmla="*/ 426782 w 2226999"/>
                  <a:gd name="connsiteY8" fmla="*/ 69028 h 4742625"/>
                  <a:gd name="connsiteX9" fmla="*/ 871282 w 2226999"/>
                  <a:gd name="connsiteY9" fmla="*/ 5528 h 4742625"/>
                  <a:gd name="connsiteX10" fmla="*/ 1099882 w 2226999"/>
                  <a:gd name="connsiteY10" fmla="*/ 69027 h 4742625"/>
                  <a:gd name="connsiteX11" fmla="*/ 1328482 w 2226999"/>
                  <a:gd name="connsiteY11" fmla="*/ 196027 h 4742625"/>
                  <a:gd name="connsiteX12" fmla="*/ 1557082 w 2226999"/>
                  <a:gd name="connsiteY12" fmla="*/ 602426 h 4742625"/>
                  <a:gd name="connsiteX13" fmla="*/ 1772982 w 2226999"/>
                  <a:gd name="connsiteY13" fmla="*/ 1059626 h 4742625"/>
                  <a:gd name="connsiteX14" fmla="*/ 2134931 w 2226999"/>
                  <a:gd name="connsiteY14" fmla="*/ 1815275 h 4742625"/>
                  <a:gd name="connsiteX15" fmla="*/ 2199701 w 2226999"/>
                  <a:gd name="connsiteY15" fmla="*/ 2375345 h 4742625"/>
                  <a:gd name="connsiteX16" fmla="*/ 2032062 w 2226999"/>
                  <a:gd name="connsiteY16" fmla="*/ 2969705 h 4742625"/>
                  <a:gd name="connsiteX17" fmla="*/ 1620582 w 2226999"/>
                  <a:gd name="connsiteY17" fmla="*/ 3167825 h 4742625"/>
                  <a:gd name="connsiteX18" fmla="*/ 1391982 w 2226999"/>
                  <a:gd name="connsiteY18" fmla="*/ 3396425 h 4742625"/>
                  <a:gd name="connsiteX19" fmla="*/ 1009906 w 2226999"/>
                  <a:gd name="connsiteY19" fmla="*/ 3466598 h 4742625"/>
                  <a:gd name="connsiteX20" fmla="*/ 844806 w 2226999"/>
                  <a:gd name="connsiteY20" fmla="*/ 4742625 h 4742625"/>
                  <a:gd name="connsiteX21" fmla="*/ 607165 w 2226999"/>
                  <a:gd name="connsiteY21" fmla="*/ 4653725 h 4742625"/>
                  <a:gd name="connsiteX22" fmla="*/ 759565 w 2226999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742625"/>
                  <a:gd name="connsiteX1" fmla="*/ 576642 w 2233404"/>
                  <a:gd name="connsiteY1" fmla="*/ 3007805 h 4742625"/>
                  <a:gd name="connsiteX2" fmla="*/ 96581 w 2233404"/>
                  <a:gd name="connsiteY2" fmla="*/ 2611565 h 4742625"/>
                  <a:gd name="connsiteX3" fmla="*/ 191831 w 2233404"/>
                  <a:gd name="connsiteY3" fmla="*/ 2005776 h 4742625"/>
                  <a:gd name="connsiteX4" fmla="*/ 410906 w 2233404"/>
                  <a:gd name="connsiteY4" fmla="*/ 1805750 h 4742625"/>
                  <a:gd name="connsiteX5" fmla="*/ 325181 w 2233404"/>
                  <a:gd name="connsiteY5" fmla="*/ 1186625 h 4742625"/>
                  <a:gd name="connsiteX6" fmla="*/ 96582 w 2233404"/>
                  <a:gd name="connsiteY6" fmla="*/ 970727 h 4742625"/>
                  <a:gd name="connsiteX7" fmla="*/ 172782 w 2233404"/>
                  <a:gd name="connsiteY7" fmla="*/ 538927 h 4742625"/>
                  <a:gd name="connsiteX8" fmla="*/ 426782 w 2233404"/>
                  <a:gd name="connsiteY8" fmla="*/ 69028 h 4742625"/>
                  <a:gd name="connsiteX9" fmla="*/ 871282 w 2233404"/>
                  <a:gd name="connsiteY9" fmla="*/ 5528 h 4742625"/>
                  <a:gd name="connsiteX10" fmla="*/ 1099882 w 2233404"/>
                  <a:gd name="connsiteY10" fmla="*/ 69027 h 4742625"/>
                  <a:gd name="connsiteX11" fmla="*/ 1328482 w 2233404"/>
                  <a:gd name="connsiteY11" fmla="*/ 196027 h 4742625"/>
                  <a:gd name="connsiteX12" fmla="*/ 1557082 w 2233404"/>
                  <a:gd name="connsiteY12" fmla="*/ 602426 h 4742625"/>
                  <a:gd name="connsiteX13" fmla="*/ 1772982 w 2233404"/>
                  <a:gd name="connsiteY13" fmla="*/ 1059626 h 4742625"/>
                  <a:gd name="connsiteX14" fmla="*/ 2134931 w 2233404"/>
                  <a:gd name="connsiteY14" fmla="*/ 1815275 h 4742625"/>
                  <a:gd name="connsiteX15" fmla="*/ 2199701 w 2233404"/>
                  <a:gd name="connsiteY15" fmla="*/ 2375345 h 4742625"/>
                  <a:gd name="connsiteX16" fmla="*/ 2032062 w 2233404"/>
                  <a:gd name="connsiteY16" fmla="*/ 2969705 h 4742625"/>
                  <a:gd name="connsiteX17" fmla="*/ 1620582 w 2233404"/>
                  <a:gd name="connsiteY17" fmla="*/ 3167825 h 4742625"/>
                  <a:gd name="connsiteX18" fmla="*/ 1391982 w 2233404"/>
                  <a:gd name="connsiteY18" fmla="*/ 3396425 h 4742625"/>
                  <a:gd name="connsiteX19" fmla="*/ 1009906 w 2233404"/>
                  <a:gd name="connsiteY19" fmla="*/ 3466598 h 4742625"/>
                  <a:gd name="connsiteX20" fmla="*/ 844806 w 2233404"/>
                  <a:gd name="connsiteY20" fmla="*/ 4742625 h 4742625"/>
                  <a:gd name="connsiteX21" fmla="*/ 607165 w 2233404"/>
                  <a:gd name="connsiteY21" fmla="*/ 4653725 h 4742625"/>
                  <a:gd name="connsiteX22" fmla="*/ 759565 w 2233404"/>
                  <a:gd name="connsiteY22" fmla="*/ 3403098 h 4742625"/>
                  <a:gd name="connsiteX0" fmla="*/ 759565 w 2233404"/>
                  <a:gd name="connsiteY0" fmla="*/ 3403098 h 4653725"/>
                  <a:gd name="connsiteX1" fmla="*/ 576642 w 2233404"/>
                  <a:gd name="connsiteY1" fmla="*/ 3007805 h 4653725"/>
                  <a:gd name="connsiteX2" fmla="*/ 96581 w 2233404"/>
                  <a:gd name="connsiteY2" fmla="*/ 2611565 h 4653725"/>
                  <a:gd name="connsiteX3" fmla="*/ 191831 w 2233404"/>
                  <a:gd name="connsiteY3" fmla="*/ 2005776 h 4653725"/>
                  <a:gd name="connsiteX4" fmla="*/ 410906 w 2233404"/>
                  <a:gd name="connsiteY4" fmla="*/ 1805750 h 4653725"/>
                  <a:gd name="connsiteX5" fmla="*/ 325181 w 2233404"/>
                  <a:gd name="connsiteY5" fmla="*/ 1186625 h 4653725"/>
                  <a:gd name="connsiteX6" fmla="*/ 96582 w 2233404"/>
                  <a:gd name="connsiteY6" fmla="*/ 970727 h 4653725"/>
                  <a:gd name="connsiteX7" fmla="*/ 172782 w 2233404"/>
                  <a:gd name="connsiteY7" fmla="*/ 538927 h 4653725"/>
                  <a:gd name="connsiteX8" fmla="*/ 426782 w 2233404"/>
                  <a:gd name="connsiteY8" fmla="*/ 69028 h 4653725"/>
                  <a:gd name="connsiteX9" fmla="*/ 871282 w 2233404"/>
                  <a:gd name="connsiteY9" fmla="*/ 5528 h 4653725"/>
                  <a:gd name="connsiteX10" fmla="*/ 1099882 w 2233404"/>
                  <a:gd name="connsiteY10" fmla="*/ 69027 h 4653725"/>
                  <a:gd name="connsiteX11" fmla="*/ 1328482 w 2233404"/>
                  <a:gd name="connsiteY11" fmla="*/ 196027 h 4653725"/>
                  <a:gd name="connsiteX12" fmla="*/ 1557082 w 2233404"/>
                  <a:gd name="connsiteY12" fmla="*/ 602426 h 4653725"/>
                  <a:gd name="connsiteX13" fmla="*/ 1772982 w 2233404"/>
                  <a:gd name="connsiteY13" fmla="*/ 1059626 h 4653725"/>
                  <a:gd name="connsiteX14" fmla="*/ 2134931 w 2233404"/>
                  <a:gd name="connsiteY14" fmla="*/ 1815275 h 4653725"/>
                  <a:gd name="connsiteX15" fmla="*/ 2199701 w 2233404"/>
                  <a:gd name="connsiteY15" fmla="*/ 2375345 h 4653725"/>
                  <a:gd name="connsiteX16" fmla="*/ 2032062 w 2233404"/>
                  <a:gd name="connsiteY16" fmla="*/ 2969705 h 4653725"/>
                  <a:gd name="connsiteX17" fmla="*/ 1620582 w 2233404"/>
                  <a:gd name="connsiteY17" fmla="*/ 3167825 h 4653725"/>
                  <a:gd name="connsiteX18" fmla="*/ 1391982 w 2233404"/>
                  <a:gd name="connsiteY18" fmla="*/ 3396425 h 4653725"/>
                  <a:gd name="connsiteX19" fmla="*/ 1009906 w 2233404"/>
                  <a:gd name="connsiteY19" fmla="*/ 3466598 h 4653725"/>
                  <a:gd name="connsiteX20" fmla="*/ 607165 w 2233404"/>
                  <a:gd name="connsiteY20" fmla="*/ 4653725 h 4653725"/>
                  <a:gd name="connsiteX21" fmla="*/ 759565 w 2233404"/>
                  <a:gd name="connsiteY21" fmla="*/ 3403098 h 4653725"/>
                  <a:gd name="connsiteX0" fmla="*/ 759565 w 2233404"/>
                  <a:gd name="connsiteY0" fmla="*/ 3403098 h 3466598"/>
                  <a:gd name="connsiteX1" fmla="*/ 576642 w 2233404"/>
                  <a:gd name="connsiteY1" fmla="*/ 3007805 h 3466598"/>
                  <a:gd name="connsiteX2" fmla="*/ 96581 w 2233404"/>
                  <a:gd name="connsiteY2" fmla="*/ 2611565 h 3466598"/>
                  <a:gd name="connsiteX3" fmla="*/ 191831 w 2233404"/>
                  <a:gd name="connsiteY3" fmla="*/ 2005776 h 3466598"/>
                  <a:gd name="connsiteX4" fmla="*/ 410906 w 2233404"/>
                  <a:gd name="connsiteY4" fmla="*/ 1805750 h 3466598"/>
                  <a:gd name="connsiteX5" fmla="*/ 325181 w 2233404"/>
                  <a:gd name="connsiteY5" fmla="*/ 1186625 h 3466598"/>
                  <a:gd name="connsiteX6" fmla="*/ 96582 w 2233404"/>
                  <a:gd name="connsiteY6" fmla="*/ 970727 h 3466598"/>
                  <a:gd name="connsiteX7" fmla="*/ 172782 w 2233404"/>
                  <a:gd name="connsiteY7" fmla="*/ 538927 h 3466598"/>
                  <a:gd name="connsiteX8" fmla="*/ 426782 w 2233404"/>
                  <a:gd name="connsiteY8" fmla="*/ 69028 h 3466598"/>
                  <a:gd name="connsiteX9" fmla="*/ 871282 w 2233404"/>
                  <a:gd name="connsiteY9" fmla="*/ 5528 h 3466598"/>
                  <a:gd name="connsiteX10" fmla="*/ 1099882 w 2233404"/>
                  <a:gd name="connsiteY10" fmla="*/ 69027 h 3466598"/>
                  <a:gd name="connsiteX11" fmla="*/ 1328482 w 2233404"/>
                  <a:gd name="connsiteY11" fmla="*/ 196027 h 3466598"/>
                  <a:gd name="connsiteX12" fmla="*/ 1557082 w 2233404"/>
                  <a:gd name="connsiteY12" fmla="*/ 602426 h 3466598"/>
                  <a:gd name="connsiteX13" fmla="*/ 1772982 w 2233404"/>
                  <a:gd name="connsiteY13" fmla="*/ 1059626 h 3466598"/>
                  <a:gd name="connsiteX14" fmla="*/ 2134931 w 2233404"/>
                  <a:gd name="connsiteY14" fmla="*/ 1815275 h 3466598"/>
                  <a:gd name="connsiteX15" fmla="*/ 2199701 w 2233404"/>
                  <a:gd name="connsiteY15" fmla="*/ 2375345 h 3466598"/>
                  <a:gd name="connsiteX16" fmla="*/ 2032062 w 2233404"/>
                  <a:gd name="connsiteY16" fmla="*/ 2969705 h 3466598"/>
                  <a:gd name="connsiteX17" fmla="*/ 1620582 w 2233404"/>
                  <a:gd name="connsiteY17" fmla="*/ 3167825 h 3466598"/>
                  <a:gd name="connsiteX18" fmla="*/ 1391982 w 2233404"/>
                  <a:gd name="connsiteY18" fmla="*/ 3396425 h 3466598"/>
                  <a:gd name="connsiteX19" fmla="*/ 1009906 w 2233404"/>
                  <a:gd name="connsiteY19" fmla="*/ 3466598 h 3466598"/>
                  <a:gd name="connsiteX20" fmla="*/ 759565 w 2233404"/>
                  <a:gd name="connsiteY20" fmla="*/ 3403098 h 34665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233404" h="3466598">
                    <a:moveTo>
                      <a:pt x="759565" y="3403098"/>
                    </a:moveTo>
                    <a:cubicBezTo>
                      <a:pt x="745588" y="3326898"/>
                      <a:pt x="618739" y="3294402"/>
                      <a:pt x="576642" y="3007805"/>
                    </a:cubicBezTo>
                    <a:cubicBezTo>
                      <a:pt x="589335" y="2935573"/>
                      <a:pt x="-145989" y="2617915"/>
                      <a:pt x="96581" y="2611565"/>
                    </a:cubicBezTo>
                    <a:cubicBezTo>
                      <a:pt x="59433" y="2523935"/>
                      <a:pt x="-147894" y="2138491"/>
                      <a:pt x="191831" y="2005776"/>
                    </a:cubicBezTo>
                    <a:cubicBezTo>
                      <a:pt x="247393" y="1892111"/>
                      <a:pt x="87056" y="1837500"/>
                      <a:pt x="410906" y="1805750"/>
                    </a:cubicBezTo>
                    <a:cubicBezTo>
                      <a:pt x="538964" y="1768708"/>
                      <a:pt x="37844" y="1185038"/>
                      <a:pt x="325181" y="1186625"/>
                    </a:cubicBezTo>
                    <a:cubicBezTo>
                      <a:pt x="355344" y="1055921"/>
                      <a:pt x="-108735" y="1068093"/>
                      <a:pt x="96582" y="970727"/>
                    </a:cubicBezTo>
                    <a:cubicBezTo>
                      <a:pt x="136799" y="907227"/>
                      <a:pt x="-70635" y="600310"/>
                      <a:pt x="172782" y="538927"/>
                    </a:cubicBezTo>
                    <a:cubicBezTo>
                      <a:pt x="43665" y="215077"/>
                      <a:pt x="310365" y="157928"/>
                      <a:pt x="426782" y="69028"/>
                    </a:cubicBezTo>
                    <a:cubicBezTo>
                      <a:pt x="543199" y="-19872"/>
                      <a:pt x="778149" y="35162"/>
                      <a:pt x="871282" y="5528"/>
                    </a:cubicBezTo>
                    <a:cubicBezTo>
                      <a:pt x="964415" y="-24106"/>
                      <a:pt x="1004632" y="75377"/>
                      <a:pt x="1099882" y="69027"/>
                    </a:cubicBezTo>
                    <a:cubicBezTo>
                      <a:pt x="1195132" y="62677"/>
                      <a:pt x="1224765" y="143110"/>
                      <a:pt x="1328482" y="196027"/>
                    </a:cubicBezTo>
                    <a:cubicBezTo>
                      <a:pt x="1597299" y="236244"/>
                      <a:pt x="1461832" y="519876"/>
                      <a:pt x="1557082" y="602426"/>
                    </a:cubicBezTo>
                    <a:cubicBezTo>
                      <a:pt x="1774252" y="692596"/>
                      <a:pt x="1708424" y="908708"/>
                      <a:pt x="1772982" y="1059626"/>
                    </a:cubicBezTo>
                    <a:cubicBezTo>
                      <a:pt x="1959460" y="1126724"/>
                      <a:pt x="2029945" y="1684889"/>
                      <a:pt x="2134931" y="1815275"/>
                    </a:cubicBezTo>
                    <a:cubicBezTo>
                      <a:pt x="2346597" y="1915181"/>
                      <a:pt x="2142233" y="2279778"/>
                      <a:pt x="2199701" y="2375345"/>
                    </a:cubicBezTo>
                    <a:cubicBezTo>
                      <a:pt x="2257169" y="2470912"/>
                      <a:pt x="2233992" y="2876995"/>
                      <a:pt x="2032062" y="2969705"/>
                    </a:cubicBezTo>
                    <a:cubicBezTo>
                      <a:pt x="2020632" y="3016695"/>
                      <a:pt x="1924112" y="3236405"/>
                      <a:pt x="1620582" y="3167825"/>
                    </a:cubicBezTo>
                    <a:cubicBezTo>
                      <a:pt x="1637092" y="3221165"/>
                      <a:pt x="1404861" y="3355520"/>
                      <a:pt x="1391982" y="3396425"/>
                    </a:cubicBezTo>
                    <a:cubicBezTo>
                      <a:pt x="1379103" y="3437330"/>
                      <a:pt x="1165872" y="3343831"/>
                      <a:pt x="1009906" y="3466598"/>
                    </a:cubicBezTo>
                    <a:lnTo>
                      <a:pt x="759565" y="3403098"/>
                    </a:lnTo>
                    <a:close/>
                  </a:path>
                </a:pathLst>
              </a:custGeom>
              <a:grpFill/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8" name="Rectangle 7">
                <a:extLst>
                  <a:ext uri="{FF2B5EF4-FFF2-40B4-BE49-F238E27FC236}">
                    <a16:creationId xmlns:a16="http://schemas.microsoft.com/office/drawing/2014/main" id="{3DCAB36F-9D36-12F7-2813-3188379EEDD7}"/>
                  </a:ext>
                </a:extLst>
              </p:cNvPr>
              <p:cNvSpPr/>
              <p:nvPr/>
            </p:nvSpPr>
            <p:spPr>
              <a:xfrm rot="5130453">
                <a:off x="4109726" y="2429414"/>
                <a:ext cx="704825" cy="329939"/>
              </a:xfrm>
              <a:custGeom>
                <a:avLst/>
                <a:gdLst>
                  <a:gd name="connsiteX0" fmla="*/ 0 w 1007285"/>
                  <a:gd name="connsiteY0" fmla="*/ 0 h 94954"/>
                  <a:gd name="connsiteX1" fmla="*/ 1007285 w 1007285"/>
                  <a:gd name="connsiteY1" fmla="*/ 0 h 94954"/>
                  <a:gd name="connsiteX2" fmla="*/ 1007285 w 1007285"/>
                  <a:gd name="connsiteY2" fmla="*/ 94954 h 94954"/>
                  <a:gd name="connsiteX3" fmla="*/ 0 w 1007285"/>
                  <a:gd name="connsiteY3" fmla="*/ 94954 h 94954"/>
                  <a:gd name="connsiteX4" fmla="*/ 0 w 1007285"/>
                  <a:gd name="connsiteY4" fmla="*/ 0 h 94954"/>
                  <a:gd name="connsiteX0" fmla="*/ 2819400 w 3826685"/>
                  <a:gd name="connsiteY0" fmla="*/ 0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4" fmla="*/ 2819400 w 3826685"/>
                  <a:gd name="connsiteY4" fmla="*/ 0 h 869654"/>
                  <a:gd name="connsiteX0" fmla="*/ 0 w 3826685"/>
                  <a:gd name="connsiteY0" fmla="*/ 869654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968065 h 1033547"/>
                  <a:gd name="connsiteX1" fmla="*/ 3826685 w 3826685"/>
                  <a:gd name="connsiteY1" fmla="*/ 98411 h 1033547"/>
                  <a:gd name="connsiteX2" fmla="*/ 3826685 w 3826685"/>
                  <a:gd name="connsiteY2" fmla="*/ 193365 h 1033547"/>
                  <a:gd name="connsiteX3" fmla="*/ 0 w 3826685"/>
                  <a:gd name="connsiteY3" fmla="*/ 968065 h 1033547"/>
                  <a:gd name="connsiteX0" fmla="*/ 0 w 3826685"/>
                  <a:gd name="connsiteY0" fmla="*/ 968065 h 1013810"/>
                  <a:gd name="connsiteX1" fmla="*/ 3826685 w 3826685"/>
                  <a:gd name="connsiteY1" fmla="*/ 98411 h 1013810"/>
                  <a:gd name="connsiteX2" fmla="*/ 3826685 w 3826685"/>
                  <a:gd name="connsiteY2" fmla="*/ 193365 h 1013810"/>
                  <a:gd name="connsiteX3" fmla="*/ 0 w 3826685"/>
                  <a:gd name="connsiteY3" fmla="*/ 968065 h 1013810"/>
                  <a:gd name="connsiteX0" fmla="*/ 0 w 3826685"/>
                  <a:gd name="connsiteY0" fmla="*/ 968065 h 1012429"/>
                  <a:gd name="connsiteX1" fmla="*/ 3826685 w 3826685"/>
                  <a:gd name="connsiteY1" fmla="*/ 98411 h 1012429"/>
                  <a:gd name="connsiteX2" fmla="*/ 3826685 w 3826685"/>
                  <a:gd name="connsiteY2" fmla="*/ 193365 h 1012429"/>
                  <a:gd name="connsiteX3" fmla="*/ 0 w 3826685"/>
                  <a:gd name="connsiteY3" fmla="*/ 968065 h 101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6685" h="1012429">
                    <a:moveTo>
                      <a:pt x="0" y="968065"/>
                    </a:moveTo>
                    <a:cubicBezTo>
                      <a:pt x="1199362" y="1008380"/>
                      <a:pt x="2779723" y="-373704"/>
                      <a:pt x="3826685" y="98411"/>
                    </a:cubicBezTo>
                    <a:lnTo>
                      <a:pt x="3826685" y="193365"/>
                    </a:lnTo>
                    <a:cubicBezTo>
                      <a:pt x="2614623" y="-65927"/>
                      <a:pt x="932662" y="1268632"/>
                      <a:pt x="0" y="968065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Rectangle 7">
                <a:extLst>
                  <a:ext uri="{FF2B5EF4-FFF2-40B4-BE49-F238E27FC236}">
                    <a16:creationId xmlns:a16="http://schemas.microsoft.com/office/drawing/2014/main" id="{238BB757-F7E0-7BA3-9AE4-A19A4C52C64D}"/>
                  </a:ext>
                </a:extLst>
              </p:cNvPr>
              <p:cNvSpPr/>
              <p:nvPr/>
            </p:nvSpPr>
            <p:spPr>
              <a:xfrm rot="4411580">
                <a:off x="3803813" y="2701273"/>
                <a:ext cx="1032418" cy="483290"/>
              </a:xfrm>
              <a:custGeom>
                <a:avLst/>
                <a:gdLst>
                  <a:gd name="connsiteX0" fmla="*/ 0 w 1007285"/>
                  <a:gd name="connsiteY0" fmla="*/ 0 h 94954"/>
                  <a:gd name="connsiteX1" fmla="*/ 1007285 w 1007285"/>
                  <a:gd name="connsiteY1" fmla="*/ 0 h 94954"/>
                  <a:gd name="connsiteX2" fmla="*/ 1007285 w 1007285"/>
                  <a:gd name="connsiteY2" fmla="*/ 94954 h 94954"/>
                  <a:gd name="connsiteX3" fmla="*/ 0 w 1007285"/>
                  <a:gd name="connsiteY3" fmla="*/ 94954 h 94954"/>
                  <a:gd name="connsiteX4" fmla="*/ 0 w 1007285"/>
                  <a:gd name="connsiteY4" fmla="*/ 0 h 94954"/>
                  <a:gd name="connsiteX0" fmla="*/ 2819400 w 3826685"/>
                  <a:gd name="connsiteY0" fmla="*/ 0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4" fmla="*/ 2819400 w 3826685"/>
                  <a:gd name="connsiteY4" fmla="*/ 0 h 869654"/>
                  <a:gd name="connsiteX0" fmla="*/ 0 w 3826685"/>
                  <a:gd name="connsiteY0" fmla="*/ 869654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968065 h 1033547"/>
                  <a:gd name="connsiteX1" fmla="*/ 3826685 w 3826685"/>
                  <a:gd name="connsiteY1" fmla="*/ 98411 h 1033547"/>
                  <a:gd name="connsiteX2" fmla="*/ 3826685 w 3826685"/>
                  <a:gd name="connsiteY2" fmla="*/ 193365 h 1033547"/>
                  <a:gd name="connsiteX3" fmla="*/ 0 w 3826685"/>
                  <a:gd name="connsiteY3" fmla="*/ 968065 h 1033547"/>
                  <a:gd name="connsiteX0" fmla="*/ 0 w 3826685"/>
                  <a:gd name="connsiteY0" fmla="*/ 968065 h 1013810"/>
                  <a:gd name="connsiteX1" fmla="*/ 3826685 w 3826685"/>
                  <a:gd name="connsiteY1" fmla="*/ 98411 h 1013810"/>
                  <a:gd name="connsiteX2" fmla="*/ 3826685 w 3826685"/>
                  <a:gd name="connsiteY2" fmla="*/ 193365 h 1013810"/>
                  <a:gd name="connsiteX3" fmla="*/ 0 w 3826685"/>
                  <a:gd name="connsiteY3" fmla="*/ 968065 h 1013810"/>
                  <a:gd name="connsiteX0" fmla="*/ 0 w 3826685"/>
                  <a:gd name="connsiteY0" fmla="*/ 968065 h 1012429"/>
                  <a:gd name="connsiteX1" fmla="*/ 3826685 w 3826685"/>
                  <a:gd name="connsiteY1" fmla="*/ 98411 h 1012429"/>
                  <a:gd name="connsiteX2" fmla="*/ 3826685 w 3826685"/>
                  <a:gd name="connsiteY2" fmla="*/ 193365 h 1012429"/>
                  <a:gd name="connsiteX3" fmla="*/ 0 w 3826685"/>
                  <a:gd name="connsiteY3" fmla="*/ 968065 h 101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6685" h="1012429">
                    <a:moveTo>
                      <a:pt x="0" y="968065"/>
                    </a:moveTo>
                    <a:cubicBezTo>
                      <a:pt x="1199362" y="1008380"/>
                      <a:pt x="2779723" y="-373704"/>
                      <a:pt x="3826685" y="98411"/>
                    </a:cubicBezTo>
                    <a:lnTo>
                      <a:pt x="3826685" y="193365"/>
                    </a:lnTo>
                    <a:cubicBezTo>
                      <a:pt x="2614623" y="-65927"/>
                      <a:pt x="932662" y="1268632"/>
                      <a:pt x="0" y="968065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Rectangle 7">
                <a:extLst>
                  <a:ext uri="{FF2B5EF4-FFF2-40B4-BE49-F238E27FC236}">
                    <a16:creationId xmlns:a16="http://schemas.microsoft.com/office/drawing/2014/main" id="{B58DE4D6-4EFB-2CB6-4252-AA02C1D9F718}"/>
                  </a:ext>
                </a:extLst>
              </p:cNvPr>
              <p:cNvSpPr/>
              <p:nvPr/>
            </p:nvSpPr>
            <p:spPr>
              <a:xfrm rot="5130453">
                <a:off x="4020432" y="1677001"/>
                <a:ext cx="963083" cy="329939"/>
              </a:xfrm>
              <a:custGeom>
                <a:avLst/>
                <a:gdLst>
                  <a:gd name="connsiteX0" fmla="*/ 0 w 1007285"/>
                  <a:gd name="connsiteY0" fmla="*/ 0 h 94954"/>
                  <a:gd name="connsiteX1" fmla="*/ 1007285 w 1007285"/>
                  <a:gd name="connsiteY1" fmla="*/ 0 h 94954"/>
                  <a:gd name="connsiteX2" fmla="*/ 1007285 w 1007285"/>
                  <a:gd name="connsiteY2" fmla="*/ 94954 h 94954"/>
                  <a:gd name="connsiteX3" fmla="*/ 0 w 1007285"/>
                  <a:gd name="connsiteY3" fmla="*/ 94954 h 94954"/>
                  <a:gd name="connsiteX4" fmla="*/ 0 w 1007285"/>
                  <a:gd name="connsiteY4" fmla="*/ 0 h 94954"/>
                  <a:gd name="connsiteX0" fmla="*/ 2819400 w 3826685"/>
                  <a:gd name="connsiteY0" fmla="*/ 0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4" fmla="*/ 2819400 w 3826685"/>
                  <a:gd name="connsiteY4" fmla="*/ 0 h 869654"/>
                  <a:gd name="connsiteX0" fmla="*/ 0 w 3826685"/>
                  <a:gd name="connsiteY0" fmla="*/ 869654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968065 h 1033547"/>
                  <a:gd name="connsiteX1" fmla="*/ 3826685 w 3826685"/>
                  <a:gd name="connsiteY1" fmla="*/ 98411 h 1033547"/>
                  <a:gd name="connsiteX2" fmla="*/ 3826685 w 3826685"/>
                  <a:gd name="connsiteY2" fmla="*/ 193365 h 1033547"/>
                  <a:gd name="connsiteX3" fmla="*/ 0 w 3826685"/>
                  <a:gd name="connsiteY3" fmla="*/ 968065 h 1033547"/>
                  <a:gd name="connsiteX0" fmla="*/ 0 w 3826685"/>
                  <a:gd name="connsiteY0" fmla="*/ 968065 h 1013810"/>
                  <a:gd name="connsiteX1" fmla="*/ 3826685 w 3826685"/>
                  <a:gd name="connsiteY1" fmla="*/ 98411 h 1013810"/>
                  <a:gd name="connsiteX2" fmla="*/ 3826685 w 3826685"/>
                  <a:gd name="connsiteY2" fmla="*/ 193365 h 1013810"/>
                  <a:gd name="connsiteX3" fmla="*/ 0 w 3826685"/>
                  <a:gd name="connsiteY3" fmla="*/ 968065 h 1013810"/>
                  <a:gd name="connsiteX0" fmla="*/ 0 w 3826685"/>
                  <a:gd name="connsiteY0" fmla="*/ 968065 h 1012429"/>
                  <a:gd name="connsiteX1" fmla="*/ 3826685 w 3826685"/>
                  <a:gd name="connsiteY1" fmla="*/ 98411 h 1012429"/>
                  <a:gd name="connsiteX2" fmla="*/ 3826685 w 3826685"/>
                  <a:gd name="connsiteY2" fmla="*/ 193365 h 1012429"/>
                  <a:gd name="connsiteX3" fmla="*/ 0 w 3826685"/>
                  <a:gd name="connsiteY3" fmla="*/ 968065 h 101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6685" h="1012429">
                    <a:moveTo>
                      <a:pt x="0" y="968065"/>
                    </a:moveTo>
                    <a:cubicBezTo>
                      <a:pt x="1199362" y="1008380"/>
                      <a:pt x="2779723" y="-373704"/>
                      <a:pt x="3826685" y="98411"/>
                    </a:cubicBezTo>
                    <a:lnTo>
                      <a:pt x="3826685" y="193365"/>
                    </a:lnTo>
                    <a:cubicBezTo>
                      <a:pt x="2614623" y="-65927"/>
                      <a:pt x="932662" y="1268632"/>
                      <a:pt x="0" y="968065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Rectangle 7">
                <a:extLst>
                  <a:ext uri="{FF2B5EF4-FFF2-40B4-BE49-F238E27FC236}">
                    <a16:creationId xmlns:a16="http://schemas.microsoft.com/office/drawing/2014/main" id="{0C519E54-E49F-28E7-3CC9-AFC4B7F17BA5}"/>
                  </a:ext>
                </a:extLst>
              </p:cNvPr>
              <p:cNvSpPr/>
              <p:nvPr/>
            </p:nvSpPr>
            <p:spPr>
              <a:xfrm rot="17188420" flipH="1">
                <a:off x="4412435" y="2911181"/>
                <a:ext cx="1032418" cy="483290"/>
              </a:xfrm>
              <a:custGeom>
                <a:avLst/>
                <a:gdLst>
                  <a:gd name="connsiteX0" fmla="*/ 0 w 1007285"/>
                  <a:gd name="connsiteY0" fmla="*/ 0 h 94954"/>
                  <a:gd name="connsiteX1" fmla="*/ 1007285 w 1007285"/>
                  <a:gd name="connsiteY1" fmla="*/ 0 h 94954"/>
                  <a:gd name="connsiteX2" fmla="*/ 1007285 w 1007285"/>
                  <a:gd name="connsiteY2" fmla="*/ 94954 h 94954"/>
                  <a:gd name="connsiteX3" fmla="*/ 0 w 1007285"/>
                  <a:gd name="connsiteY3" fmla="*/ 94954 h 94954"/>
                  <a:gd name="connsiteX4" fmla="*/ 0 w 1007285"/>
                  <a:gd name="connsiteY4" fmla="*/ 0 h 94954"/>
                  <a:gd name="connsiteX0" fmla="*/ 2819400 w 3826685"/>
                  <a:gd name="connsiteY0" fmla="*/ 0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4" fmla="*/ 2819400 w 3826685"/>
                  <a:gd name="connsiteY4" fmla="*/ 0 h 869654"/>
                  <a:gd name="connsiteX0" fmla="*/ 0 w 3826685"/>
                  <a:gd name="connsiteY0" fmla="*/ 869654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968065 h 1033547"/>
                  <a:gd name="connsiteX1" fmla="*/ 3826685 w 3826685"/>
                  <a:gd name="connsiteY1" fmla="*/ 98411 h 1033547"/>
                  <a:gd name="connsiteX2" fmla="*/ 3826685 w 3826685"/>
                  <a:gd name="connsiteY2" fmla="*/ 193365 h 1033547"/>
                  <a:gd name="connsiteX3" fmla="*/ 0 w 3826685"/>
                  <a:gd name="connsiteY3" fmla="*/ 968065 h 1033547"/>
                  <a:gd name="connsiteX0" fmla="*/ 0 w 3826685"/>
                  <a:gd name="connsiteY0" fmla="*/ 968065 h 1013810"/>
                  <a:gd name="connsiteX1" fmla="*/ 3826685 w 3826685"/>
                  <a:gd name="connsiteY1" fmla="*/ 98411 h 1013810"/>
                  <a:gd name="connsiteX2" fmla="*/ 3826685 w 3826685"/>
                  <a:gd name="connsiteY2" fmla="*/ 193365 h 1013810"/>
                  <a:gd name="connsiteX3" fmla="*/ 0 w 3826685"/>
                  <a:gd name="connsiteY3" fmla="*/ 968065 h 1013810"/>
                  <a:gd name="connsiteX0" fmla="*/ 0 w 3826685"/>
                  <a:gd name="connsiteY0" fmla="*/ 968065 h 1012429"/>
                  <a:gd name="connsiteX1" fmla="*/ 3826685 w 3826685"/>
                  <a:gd name="connsiteY1" fmla="*/ 98411 h 1012429"/>
                  <a:gd name="connsiteX2" fmla="*/ 3826685 w 3826685"/>
                  <a:gd name="connsiteY2" fmla="*/ 193365 h 1012429"/>
                  <a:gd name="connsiteX3" fmla="*/ 0 w 3826685"/>
                  <a:gd name="connsiteY3" fmla="*/ 968065 h 101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6685" h="1012429">
                    <a:moveTo>
                      <a:pt x="0" y="968065"/>
                    </a:moveTo>
                    <a:cubicBezTo>
                      <a:pt x="1199362" y="1008380"/>
                      <a:pt x="2779723" y="-373704"/>
                      <a:pt x="3826685" y="98411"/>
                    </a:cubicBezTo>
                    <a:lnTo>
                      <a:pt x="3826685" y="193365"/>
                    </a:lnTo>
                    <a:cubicBezTo>
                      <a:pt x="2614623" y="-65927"/>
                      <a:pt x="932662" y="1268632"/>
                      <a:pt x="0" y="968065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Rectangle 7">
                <a:extLst>
                  <a:ext uri="{FF2B5EF4-FFF2-40B4-BE49-F238E27FC236}">
                    <a16:creationId xmlns:a16="http://schemas.microsoft.com/office/drawing/2014/main" id="{5BD05BBF-16AD-5884-2637-12CCBD5D63E9}"/>
                  </a:ext>
                </a:extLst>
              </p:cNvPr>
              <p:cNvSpPr/>
              <p:nvPr/>
            </p:nvSpPr>
            <p:spPr>
              <a:xfrm rot="17188420" flipH="1">
                <a:off x="4450248" y="2270119"/>
                <a:ext cx="868238" cy="406435"/>
              </a:xfrm>
              <a:custGeom>
                <a:avLst/>
                <a:gdLst>
                  <a:gd name="connsiteX0" fmla="*/ 0 w 1007285"/>
                  <a:gd name="connsiteY0" fmla="*/ 0 h 94954"/>
                  <a:gd name="connsiteX1" fmla="*/ 1007285 w 1007285"/>
                  <a:gd name="connsiteY1" fmla="*/ 0 h 94954"/>
                  <a:gd name="connsiteX2" fmla="*/ 1007285 w 1007285"/>
                  <a:gd name="connsiteY2" fmla="*/ 94954 h 94954"/>
                  <a:gd name="connsiteX3" fmla="*/ 0 w 1007285"/>
                  <a:gd name="connsiteY3" fmla="*/ 94954 h 94954"/>
                  <a:gd name="connsiteX4" fmla="*/ 0 w 1007285"/>
                  <a:gd name="connsiteY4" fmla="*/ 0 h 94954"/>
                  <a:gd name="connsiteX0" fmla="*/ 2819400 w 3826685"/>
                  <a:gd name="connsiteY0" fmla="*/ 0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4" fmla="*/ 2819400 w 3826685"/>
                  <a:gd name="connsiteY4" fmla="*/ 0 h 869654"/>
                  <a:gd name="connsiteX0" fmla="*/ 0 w 3826685"/>
                  <a:gd name="connsiteY0" fmla="*/ 869654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968065 h 1033547"/>
                  <a:gd name="connsiteX1" fmla="*/ 3826685 w 3826685"/>
                  <a:gd name="connsiteY1" fmla="*/ 98411 h 1033547"/>
                  <a:gd name="connsiteX2" fmla="*/ 3826685 w 3826685"/>
                  <a:gd name="connsiteY2" fmla="*/ 193365 h 1033547"/>
                  <a:gd name="connsiteX3" fmla="*/ 0 w 3826685"/>
                  <a:gd name="connsiteY3" fmla="*/ 968065 h 1033547"/>
                  <a:gd name="connsiteX0" fmla="*/ 0 w 3826685"/>
                  <a:gd name="connsiteY0" fmla="*/ 968065 h 1013810"/>
                  <a:gd name="connsiteX1" fmla="*/ 3826685 w 3826685"/>
                  <a:gd name="connsiteY1" fmla="*/ 98411 h 1013810"/>
                  <a:gd name="connsiteX2" fmla="*/ 3826685 w 3826685"/>
                  <a:gd name="connsiteY2" fmla="*/ 193365 h 1013810"/>
                  <a:gd name="connsiteX3" fmla="*/ 0 w 3826685"/>
                  <a:gd name="connsiteY3" fmla="*/ 968065 h 1013810"/>
                  <a:gd name="connsiteX0" fmla="*/ 0 w 3826685"/>
                  <a:gd name="connsiteY0" fmla="*/ 968065 h 1012429"/>
                  <a:gd name="connsiteX1" fmla="*/ 3826685 w 3826685"/>
                  <a:gd name="connsiteY1" fmla="*/ 98411 h 1012429"/>
                  <a:gd name="connsiteX2" fmla="*/ 3826685 w 3826685"/>
                  <a:gd name="connsiteY2" fmla="*/ 193365 h 1012429"/>
                  <a:gd name="connsiteX3" fmla="*/ 0 w 3826685"/>
                  <a:gd name="connsiteY3" fmla="*/ 968065 h 101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6685" h="1012429">
                    <a:moveTo>
                      <a:pt x="0" y="968065"/>
                    </a:moveTo>
                    <a:cubicBezTo>
                      <a:pt x="1199362" y="1008380"/>
                      <a:pt x="2779723" y="-373704"/>
                      <a:pt x="3826685" y="98411"/>
                    </a:cubicBezTo>
                    <a:lnTo>
                      <a:pt x="3826685" y="193365"/>
                    </a:lnTo>
                    <a:cubicBezTo>
                      <a:pt x="2614623" y="-65927"/>
                      <a:pt x="932662" y="1268632"/>
                      <a:pt x="0" y="968065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Rectangle 7">
                <a:extLst>
                  <a:ext uri="{FF2B5EF4-FFF2-40B4-BE49-F238E27FC236}">
                    <a16:creationId xmlns:a16="http://schemas.microsoft.com/office/drawing/2014/main" id="{8426AD56-A812-AE9F-DF2A-FF263BE058C9}"/>
                  </a:ext>
                </a:extLst>
              </p:cNvPr>
              <p:cNvSpPr/>
              <p:nvPr/>
            </p:nvSpPr>
            <p:spPr>
              <a:xfrm rot="16546531" flipH="1">
                <a:off x="4454596" y="1250533"/>
                <a:ext cx="1032418" cy="483290"/>
              </a:xfrm>
              <a:custGeom>
                <a:avLst/>
                <a:gdLst>
                  <a:gd name="connsiteX0" fmla="*/ 0 w 1007285"/>
                  <a:gd name="connsiteY0" fmla="*/ 0 h 94954"/>
                  <a:gd name="connsiteX1" fmla="*/ 1007285 w 1007285"/>
                  <a:gd name="connsiteY1" fmla="*/ 0 h 94954"/>
                  <a:gd name="connsiteX2" fmla="*/ 1007285 w 1007285"/>
                  <a:gd name="connsiteY2" fmla="*/ 94954 h 94954"/>
                  <a:gd name="connsiteX3" fmla="*/ 0 w 1007285"/>
                  <a:gd name="connsiteY3" fmla="*/ 94954 h 94954"/>
                  <a:gd name="connsiteX4" fmla="*/ 0 w 1007285"/>
                  <a:gd name="connsiteY4" fmla="*/ 0 h 94954"/>
                  <a:gd name="connsiteX0" fmla="*/ 2819400 w 3826685"/>
                  <a:gd name="connsiteY0" fmla="*/ 0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4" fmla="*/ 2819400 w 3826685"/>
                  <a:gd name="connsiteY4" fmla="*/ 0 h 869654"/>
                  <a:gd name="connsiteX0" fmla="*/ 0 w 3826685"/>
                  <a:gd name="connsiteY0" fmla="*/ 869654 h 869654"/>
                  <a:gd name="connsiteX1" fmla="*/ 3826685 w 3826685"/>
                  <a:gd name="connsiteY1" fmla="*/ 0 h 869654"/>
                  <a:gd name="connsiteX2" fmla="*/ 3826685 w 3826685"/>
                  <a:gd name="connsiteY2" fmla="*/ 94954 h 869654"/>
                  <a:gd name="connsiteX3" fmla="*/ 0 w 3826685"/>
                  <a:gd name="connsiteY3" fmla="*/ 869654 h 869654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869654 h 935136"/>
                  <a:gd name="connsiteX1" fmla="*/ 3826685 w 3826685"/>
                  <a:gd name="connsiteY1" fmla="*/ 0 h 935136"/>
                  <a:gd name="connsiteX2" fmla="*/ 3826685 w 3826685"/>
                  <a:gd name="connsiteY2" fmla="*/ 94954 h 935136"/>
                  <a:gd name="connsiteX3" fmla="*/ 0 w 3826685"/>
                  <a:gd name="connsiteY3" fmla="*/ 869654 h 935136"/>
                  <a:gd name="connsiteX0" fmla="*/ 0 w 3826685"/>
                  <a:gd name="connsiteY0" fmla="*/ 968065 h 1033547"/>
                  <a:gd name="connsiteX1" fmla="*/ 3826685 w 3826685"/>
                  <a:gd name="connsiteY1" fmla="*/ 98411 h 1033547"/>
                  <a:gd name="connsiteX2" fmla="*/ 3826685 w 3826685"/>
                  <a:gd name="connsiteY2" fmla="*/ 193365 h 1033547"/>
                  <a:gd name="connsiteX3" fmla="*/ 0 w 3826685"/>
                  <a:gd name="connsiteY3" fmla="*/ 968065 h 1033547"/>
                  <a:gd name="connsiteX0" fmla="*/ 0 w 3826685"/>
                  <a:gd name="connsiteY0" fmla="*/ 968065 h 1013810"/>
                  <a:gd name="connsiteX1" fmla="*/ 3826685 w 3826685"/>
                  <a:gd name="connsiteY1" fmla="*/ 98411 h 1013810"/>
                  <a:gd name="connsiteX2" fmla="*/ 3826685 w 3826685"/>
                  <a:gd name="connsiteY2" fmla="*/ 193365 h 1013810"/>
                  <a:gd name="connsiteX3" fmla="*/ 0 w 3826685"/>
                  <a:gd name="connsiteY3" fmla="*/ 968065 h 1013810"/>
                  <a:gd name="connsiteX0" fmla="*/ 0 w 3826685"/>
                  <a:gd name="connsiteY0" fmla="*/ 968065 h 1012429"/>
                  <a:gd name="connsiteX1" fmla="*/ 3826685 w 3826685"/>
                  <a:gd name="connsiteY1" fmla="*/ 98411 h 1012429"/>
                  <a:gd name="connsiteX2" fmla="*/ 3826685 w 3826685"/>
                  <a:gd name="connsiteY2" fmla="*/ 193365 h 1012429"/>
                  <a:gd name="connsiteX3" fmla="*/ 0 w 3826685"/>
                  <a:gd name="connsiteY3" fmla="*/ 968065 h 101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26685" h="1012429">
                    <a:moveTo>
                      <a:pt x="0" y="968065"/>
                    </a:moveTo>
                    <a:cubicBezTo>
                      <a:pt x="1199362" y="1008380"/>
                      <a:pt x="2779723" y="-373704"/>
                      <a:pt x="3826685" y="98411"/>
                    </a:cubicBezTo>
                    <a:lnTo>
                      <a:pt x="3826685" y="193365"/>
                    </a:lnTo>
                    <a:cubicBezTo>
                      <a:pt x="2614623" y="-65927"/>
                      <a:pt x="932662" y="1268632"/>
                      <a:pt x="0" y="968065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Rectangle 59">
                <a:extLst>
                  <a:ext uri="{FF2B5EF4-FFF2-40B4-BE49-F238E27FC236}">
                    <a16:creationId xmlns:a16="http://schemas.microsoft.com/office/drawing/2014/main" id="{28A5563A-FC1A-1B3B-40A5-D562C1CFB243}"/>
                  </a:ext>
                </a:extLst>
              </p:cNvPr>
              <p:cNvSpPr/>
              <p:nvPr/>
            </p:nvSpPr>
            <p:spPr>
              <a:xfrm rot="316924">
                <a:off x="4446016" y="969466"/>
                <a:ext cx="286726" cy="4005924"/>
              </a:xfrm>
              <a:custGeom>
                <a:avLst/>
                <a:gdLst>
                  <a:gd name="connsiteX0" fmla="*/ 0 w 196226"/>
                  <a:gd name="connsiteY0" fmla="*/ 0 h 3725706"/>
                  <a:gd name="connsiteX1" fmla="*/ 196226 w 196226"/>
                  <a:gd name="connsiteY1" fmla="*/ 0 h 3725706"/>
                  <a:gd name="connsiteX2" fmla="*/ 196226 w 196226"/>
                  <a:gd name="connsiteY2" fmla="*/ 3725706 h 3725706"/>
                  <a:gd name="connsiteX3" fmla="*/ 0 w 196226"/>
                  <a:gd name="connsiteY3" fmla="*/ 3725706 h 3725706"/>
                  <a:gd name="connsiteX4" fmla="*/ 0 w 196226"/>
                  <a:gd name="connsiteY4" fmla="*/ 0 h 3725706"/>
                  <a:gd name="connsiteX0" fmla="*/ 0 w 196226"/>
                  <a:gd name="connsiteY0" fmla="*/ 3725706 h 3725706"/>
                  <a:gd name="connsiteX1" fmla="*/ 196226 w 196226"/>
                  <a:gd name="connsiteY1" fmla="*/ 0 h 3725706"/>
                  <a:gd name="connsiteX2" fmla="*/ 196226 w 196226"/>
                  <a:gd name="connsiteY2" fmla="*/ 3725706 h 3725706"/>
                  <a:gd name="connsiteX3" fmla="*/ 0 w 196226"/>
                  <a:gd name="connsiteY3" fmla="*/ 3725706 h 3725706"/>
                  <a:gd name="connsiteX0" fmla="*/ 0 w 196226"/>
                  <a:gd name="connsiteY0" fmla="*/ 3741025 h 3741025"/>
                  <a:gd name="connsiteX1" fmla="*/ 177626 w 196226"/>
                  <a:gd name="connsiteY1" fmla="*/ 0 h 3741025"/>
                  <a:gd name="connsiteX2" fmla="*/ 196226 w 196226"/>
                  <a:gd name="connsiteY2" fmla="*/ 3741025 h 3741025"/>
                  <a:gd name="connsiteX3" fmla="*/ 0 w 196226"/>
                  <a:gd name="connsiteY3" fmla="*/ 3741025 h 3741025"/>
                  <a:gd name="connsiteX0" fmla="*/ 0 w 196226"/>
                  <a:gd name="connsiteY0" fmla="*/ 3760392 h 3760392"/>
                  <a:gd name="connsiteX1" fmla="*/ 165482 w 196226"/>
                  <a:gd name="connsiteY1" fmla="*/ 0 h 3760392"/>
                  <a:gd name="connsiteX2" fmla="*/ 196226 w 196226"/>
                  <a:gd name="connsiteY2" fmla="*/ 3760392 h 3760392"/>
                  <a:gd name="connsiteX3" fmla="*/ 0 w 196226"/>
                  <a:gd name="connsiteY3" fmla="*/ 3760392 h 3760392"/>
                  <a:gd name="connsiteX0" fmla="*/ 0 w 196226"/>
                  <a:gd name="connsiteY0" fmla="*/ 3760392 h 3760392"/>
                  <a:gd name="connsiteX1" fmla="*/ 165482 w 196226"/>
                  <a:gd name="connsiteY1" fmla="*/ 0 h 3760392"/>
                  <a:gd name="connsiteX2" fmla="*/ 196226 w 196226"/>
                  <a:gd name="connsiteY2" fmla="*/ 3760392 h 3760392"/>
                  <a:gd name="connsiteX3" fmla="*/ 0 w 196226"/>
                  <a:gd name="connsiteY3" fmla="*/ 3760392 h 3760392"/>
                  <a:gd name="connsiteX0" fmla="*/ 0 w 203788"/>
                  <a:gd name="connsiteY0" fmla="*/ 3760392 h 3760392"/>
                  <a:gd name="connsiteX1" fmla="*/ 165482 w 203788"/>
                  <a:gd name="connsiteY1" fmla="*/ 0 h 3760392"/>
                  <a:gd name="connsiteX2" fmla="*/ 196226 w 203788"/>
                  <a:gd name="connsiteY2" fmla="*/ 3760392 h 3760392"/>
                  <a:gd name="connsiteX3" fmla="*/ 0 w 203788"/>
                  <a:gd name="connsiteY3" fmla="*/ 3760392 h 3760392"/>
                  <a:gd name="connsiteX0" fmla="*/ 0 w 232892"/>
                  <a:gd name="connsiteY0" fmla="*/ 3742664 h 3760392"/>
                  <a:gd name="connsiteX1" fmla="*/ 194586 w 232892"/>
                  <a:gd name="connsiteY1" fmla="*/ 0 h 3760392"/>
                  <a:gd name="connsiteX2" fmla="*/ 225330 w 232892"/>
                  <a:gd name="connsiteY2" fmla="*/ 3760392 h 3760392"/>
                  <a:gd name="connsiteX3" fmla="*/ 0 w 232892"/>
                  <a:gd name="connsiteY3" fmla="*/ 3742664 h 3760392"/>
                  <a:gd name="connsiteX0" fmla="*/ 0 w 232030"/>
                  <a:gd name="connsiteY0" fmla="*/ 3742664 h 3914670"/>
                  <a:gd name="connsiteX1" fmla="*/ 194586 w 232030"/>
                  <a:gd name="connsiteY1" fmla="*/ 0 h 3914670"/>
                  <a:gd name="connsiteX2" fmla="*/ 223135 w 232030"/>
                  <a:gd name="connsiteY2" fmla="*/ 3914670 h 3914670"/>
                  <a:gd name="connsiteX3" fmla="*/ 0 w 232030"/>
                  <a:gd name="connsiteY3" fmla="*/ 3742664 h 3914670"/>
                  <a:gd name="connsiteX0" fmla="*/ 0 w 247137"/>
                  <a:gd name="connsiteY0" fmla="*/ 3905038 h 3914670"/>
                  <a:gd name="connsiteX1" fmla="*/ 209693 w 247137"/>
                  <a:gd name="connsiteY1" fmla="*/ 0 h 3914670"/>
                  <a:gd name="connsiteX2" fmla="*/ 238242 w 247137"/>
                  <a:gd name="connsiteY2" fmla="*/ 3914670 h 3914670"/>
                  <a:gd name="connsiteX3" fmla="*/ 0 w 247137"/>
                  <a:gd name="connsiteY3" fmla="*/ 3905038 h 3914670"/>
                  <a:gd name="connsiteX0" fmla="*/ 0 w 250938"/>
                  <a:gd name="connsiteY0" fmla="*/ 3905038 h 3972005"/>
                  <a:gd name="connsiteX1" fmla="*/ 209693 w 250938"/>
                  <a:gd name="connsiteY1" fmla="*/ 0 h 3972005"/>
                  <a:gd name="connsiteX2" fmla="*/ 247212 w 250938"/>
                  <a:gd name="connsiteY2" fmla="*/ 3972005 h 3972005"/>
                  <a:gd name="connsiteX3" fmla="*/ 0 w 250938"/>
                  <a:gd name="connsiteY3" fmla="*/ 3905038 h 3972005"/>
                  <a:gd name="connsiteX0" fmla="*/ 0 w 264616"/>
                  <a:gd name="connsiteY0" fmla="*/ 3940598 h 3972005"/>
                  <a:gd name="connsiteX1" fmla="*/ 223371 w 264616"/>
                  <a:gd name="connsiteY1" fmla="*/ 0 h 3972005"/>
                  <a:gd name="connsiteX2" fmla="*/ 260890 w 264616"/>
                  <a:gd name="connsiteY2" fmla="*/ 3972005 h 3972005"/>
                  <a:gd name="connsiteX3" fmla="*/ 0 w 264616"/>
                  <a:gd name="connsiteY3" fmla="*/ 3940598 h 3972005"/>
                  <a:gd name="connsiteX0" fmla="*/ 0 w 262936"/>
                  <a:gd name="connsiteY0" fmla="*/ 3974517 h 4005924"/>
                  <a:gd name="connsiteX1" fmla="*/ 220090 w 262936"/>
                  <a:gd name="connsiteY1" fmla="*/ 0 h 4005924"/>
                  <a:gd name="connsiteX2" fmla="*/ 260890 w 262936"/>
                  <a:gd name="connsiteY2" fmla="*/ 4005924 h 4005924"/>
                  <a:gd name="connsiteX3" fmla="*/ 0 w 262936"/>
                  <a:gd name="connsiteY3" fmla="*/ 3974517 h 4005924"/>
                  <a:gd name="connsiteX0" fmla="*/ 0 w 286726"/>
                  <a:gd name="connsiteY0" fmla="*/ 3974517 h 4005924"/>
                  <a:gd name="connsiteX1" fmla="*/ 220090 w 286726"/>
                  <a:gd name="connsiteY1" fmla="*/ 0 h 4005924"/>
                  <a:gd name="connsiteX2" fmla="*/ 260890 w 286726"/>
                  <a:gd name="connsiteY2" fmla="*/ 4005924 h 4005924"/>
                  <a:gd name="connsiteX3" fmla="*/ 0 w 286726"/>
                  <a:gd name="connsiteY3" fmla="*/ 3974517 h 4005924"/>
                  <a:gd name="connsiteX0" fmla="*/ 0 w 286726"/>
                  <a:gd name="connsiteY0" fmla="*/ 3974517 h 4065957"/>
                  <a:gd name="connsiteX1" fmla="*/ 220090 w 286726"/>
                  <a:gd name="connsiteY1" fmla="*/ 0 h 4065957"/>
                  <a:gd name="connsiteX2" fmla="*/ 260890 w 286726"/>
                  <a:gd name="connsiteY2" fmla="*/ 4005924 h 4065957"/>
                  <a:gd name="connsiteX3" fmla="*/ 91440 w 286726"/>
                  <a:gd name="connsiteY3" fmla="*/ 4065957 h 4065957"/>
                  <a:gd name="connsiteX0" fmla="*/ 0 w 286726"/>
                  <a:gd name="connsiteY0" fmla="*/ 3974517 h 4005924"/>
                  <a:gd name="connsiteX1" fmla="*/ 220090 w 286726"/>
                  <a:gd name="connsiteY1" fmla="*/ 0 h 4005924"/>
                  <a:gd name="connsiteX2" fmla="*/ 260890 w 286726"/>
                  <a:gd name="connsiteY2" fmla="*/ 4005924 h 4005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86726" h="4005924">
                    <a:moveTo>
                      <a:pt x="0" y="3974517"/>
                    </a:moveTo>
                    <a:cubicBezTo>
                      <a:pt x="55161" y="2721053"/>
                      <a:pt x="8137" y="1189886"/>
                      <a:pt x="220090" y="0"/>
                    </a:cubicBezTo>
                    <a:cubicBezTo>
                      <a:pt x="290188" y="1305877"/>
                      <a:pt x="306997" y="2627180"/>
                      <a:pt x="260890" y="4005924"/>
                    </a:cubicBezTo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07968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Group 145">
            <a:extLst>
              <a:ext uri="{FF2B5EF4-FFF2-40B4-BE49-F238E27FC236}">
                <a16:creationId xmlns:a16="http://schemas.microsoft.com/office/drawing/2014/main" id="{8F88A99B-35CB-6D98-BA10-CE4436C46F59}"/>
              </a:ext>
            </a:extLst>
          </p:cNvPr>
          <p:cNvGrpSpPr/>
          <p:nvPr/>
        </p:nvGrpSpPr>
        <p:grpSpPr>
          <a:xfrm>
            <a:off x="5800523" y="943432"/>
            <a:ext cx="4316943" cy="5838126"/>
            <a:chOff x="5800523" y="943432"/>
            <a:chExt cx="4316943" cy="5838126"/>
          </a:xfrm>
        </p:grpSpPr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A2F063D0-A245-8DD9-8DE4-CB954DADE8EF}"/>
                </a:ext>
              </a:extLst>
            </p:cNvPr>
            <p:cNvGrpSpPr/>
            <p:nvPr/>
          </p:nvGrpSpPr>
          <p:grpSpPr>
            <a:xfrm rot="20471543">
              <a:off x="6505797" y="1169031"/>
              <a:ext cx="1499360" cy="2380144"/>
              <a:chOff x="4627829" y="3041699"/>
              <a:chExt cx="1146469" cy="1438861"/>
            </a:xfrm>
            <a:solidFill>
              <a:srgbClr val="82ED5C"/>
            </a:solidFill>
          </p:grpSpPr>
          <p:sp>
            <p:nvSpPr>
              <p:cNvPr id="143" name="Rectangle 2">
                <a:extLst>
                  <a:ext uri="{FF2B5EF4-FFF2-40B4-BE49-F238E27FC236}">
                    <a16:creationId xmlns:a16="http://schemas.microsoft.com/office/drawing/2014/main" id="{39D0E8F7-EBFF-DCE2-6C5D-8D64D770883C}"/>
                  </a:ext>
                </a:extLst>
              </p:cNvPr>
              <p:cNvSpPr/>
              <p:nvPr/>
            </p:nvSpPr>
            <p:spPr>
              <a:xfrm>
                <a:off x="4627829" y="3041699"/>
                <a:ext cx="1127601" cy="1394460"/>
              </a:xfrm>
              <a:custGeom>
                <a:avLst/>
                <a:gdLst>
                  <a:gd name="connsiteX0" fmla="*/ 0 w 457200"/>
                  <a:gd name="connsiteY0" fmla="*/ 0 h 1219200"/>
                  <a:gd name="connsiteX1" fmla="*/ 457200 w 457200"/>
                  <a:gd name="connsiteY1" fmla="*/ 0 h 1219200"/>
                  <a:gd name="connsiteX2" fmla="*/ 457200 w 457200"/>
                  <a:gd name="connsiteY2" fmla="*/ 1219200 h 1219200"/>
                  <a:gd name="connsiteX3" fmla="*/ 0 w 457200"/>
                  <a:gd name="connsiteY3" fmla="*/ 1219200 h 1219200"/>
                  <a:gd name="connsiteX4" fmla="*/ 0 w 457200"/>
                  <a:gd name="connsiteY4" fmla="*/ 0 h 1219200"/>
                  <a:gd name="connsiteX0" fmla="*/ 0 w 624840"/>
                  <a:gd name="connsiteY0" fmla="*/ 91440 h 1219200"/>
                  <a:gd name="connsiteX1" fmla="*/ 624840 w 624840"/>
                  <a:gd name="connsiteY1" fmla="*/ 0 h 1219200"/>
                  <a:gd name="connsiteX2" fmla="*/ 624840 w 624840"/>
                  <a:gd name="connsiteY2" fmla="*/ 1219200 h 1219200"/>
                  <a:gd name="connsiteX3" fmla="*/ 167640 w 624840"/>
                  <a:gd name="connsiteY3" fmla="*/ 1219200 h 1219200"/>
                  <a:gd name="connsiteX4" fmla="*/ 0 w 624840"/>
                  <a:gd name="connsiteY4" fmla="*/ 91440 h 12192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624840 w 624840"/>
                  <a:gd name="connsiteY2" fmla="*/ 1219200 h 1485900"/>
                  <a:gd name="connsiteX3" fmla="*/ 22860 w 624840"/>
                  <a:gd name="connsiteY3" fmla="*/ 1485900 h 1485900"/>
                  <a:gd name="connsiteX4" fmla="*/ 0 w 624840"/>
                  <a:gd name="connsiteY4" fmla="*/ 91440 h 14859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22860 w 624840"/>
                  <a:gd name="connsiteY2" fmla="*/ 1485900 h 1485900"/>
                  <a:gd name="connsiteX3" fmla="*/ 0 w 624840"/>
                  <a:gd name="connsiteY3" fmla="*/ 91440 h 1485900"/>
                  <a:gd name="connsiteX0" fmla="*/ 436076 w 1060916"/>
                  <a:gd name="connsiteY0" fmla="*/ 91440 h 1485900"/>
                  <a:gd name="connsiteX1" fmla="*/ 1060916 w 1060916"/>
                  <a:gd name="connsiteY1" fmla="*/ 0 h 1485900"/>
                  <a:gd name="connsiteX2" fmla="*/ 458936 w 1060916"/>
                  <a:gd name="connsiteY2" fmla="*/ 1485900 h 1485900"/>
                  <a:gd name="connsiteX3" fmla="*/ 436076 w 1060916"/>
                  <a:gd name="connsiteY3" fmla="*/ 91440 h 1485900"/>
                  <a:gd name="connsiteX0" fmla="*/ 554063 w 1178903"/>
                  <a:gd name="connsiteY0" fmla="*/ 91440 h 1485900"/>
                  <a:gd name="connsiteX1" fmla="*/ 1178903 w 1178903"/>
                  <a:gd name="connsiteY1" fmla="*/ 0 h 1485900"/>
                  <a:gd name="connsiteX2" fmla="*/ 576923 w 1178903"/>
                  <a:gd name="connsiteY2" fmla="*/ 1485900 h 1485900"/>
                  <a:gd name="connsiteX3" fmla="*/ 554063 w 1178903"/>
                  <a:gd name="connsiteY3" fmla="*/ 91440 h 1485900"/>
                  <a:gd name="connsiteX0" fmla="*/ 554063 w 576923"/>
                  <a:gd name="connsiteY0" fmla="*/ 0 h 1394460"/>
                  <a:gd name="connsiteX1" fmla="*/ 576923 w 576923"/>
                  <a:gd name="connsiteY1" fmla="*/ 1394460 h 1394460"/>
                  <a:gd name="connsiteX2" fmla="*/ 554063 w 576923"/>
                  <a:gd name="connsiteY2" fmla="*/ 0 h 1394460"/>
                  <a:gd name="connsiteX0" fmla="*/ 554063 w 1015539"/>
                  <a:gd name="connsiteY0" fmla="*/ 0 h 1394460"/>
                  <a:gd name="connsiteX1" fmla="*/ 576923 w 1015539"/>
                  <a:gd name="connsiteY1" fmla="*/ 1394460 h 1394460"/>
                  <a:gd name="connsiteX2" fmla="*/ 554063 w 1015539"/>
                  <a:gd name="connsiteY2" fmla="*/ 0 h 1394460"/>
                  <a:gd name="connsiteX0" fmla="*/ 554063 w 1127601"/>
                  <a:gd name="connsiteY0" fmla="*/ 0 h 1394460"/>
                  <a:gd name="connsiteX1" fmla="*/ 576923 w 1127601"/>
                  <a:gd name="connsiteY1" fmla="*/ 1394460 h 1394460"/>
                  <a:gd name="connsiteX2" fmla="*/ 554063 w 1127601"/>
                  <a:gd name="connsiteY2" fmla="*/ 0 h 1394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7601" h="1394460">
                    <a:moveTo>
                      <a:pt x="554063" y="0"/>
                    </a:moveTo>
                    <a:cubicBezTo>
                      <a:pt x="1582763" y="693420"/>
                      <a:pt x="996023" y="1371600"/>
                      <a:pt x="576923" y="1394460"/>
                    </a:cubicBezTo>
                    <a:cubicBezTo>
                      <a:pt x="112103" y="1371600"/>
                      <a:pt x="-436537" y="762000"/>
                      <a:pt x="554063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3" name="Rectangle 2">
                <a:extLst>
                  <a:ext uri="{FF2B5EF4-FFF2-40B4-BE49-F238E27FC236}">
                    <a16:creationId xmlns:a16="http://schemas.microsoft.com/office/drawing/2014/main" id="{3D0E45C1-094D-4E89-6045-579861032DA3}"/>
                  </a:ext>
                </a:extLst>
              </p:cNvPr>
              <p:cNvSpPr/>
              <p:nvPr/>
            </p:nvSpPr>
            <p:spPr>
              <a:xfrm>
                <a:off x="4646697" y="3086100"/>
                <a:ext cx="1127601" cy="1394460"/>
              </a:xfrm>
              <a:custGeom>
                <a:avLst/>
                <a:gdLst>
                  <a:gd name="connsiteX0" fmla="*/ 0 w 457200"/>
                  <a:gd name="connsiteY0" fmla="*/ 0 h 1219200"/>
                  <a:gd name="connsiteX1" fmla="*/ 457200 w 457200"/>
                  <a:gd name="connsiteY1" fmla="*/ 0 h 1219200"/>
                  <a:gd name="connsiteX2" fmla="*/ 457200 w 457200"/>
                  <a:gd name="connsiteY2" fmla="*/ 1219200 h 1219200"/>
                  <a:gd name="connsiteX3" fmla="*/ 0 w 457200"/>
                  <a:gd name="connsiteY3" fmla="*/ 1219200 h 1219200"/>
                  <a:gd name="connsiteX4" fmla="*/ 0 w 457200"/>
                  <a:gd name="connsiteY4" fmla="*/ 0 h 1219200"/>
                  <a:gd name="connsiteX0" fmla="*/ 0 w 624840"/>
                  <a:gd name="connsiteY0" fmla="*/ 91440 h 1219200"/>
                  <a:gd name="connsiteX1" fmla="*/ 624840 w 624840"/>
                  <a:gd name="connsiteY1" fmla="*/ 0 h 1219200"/>
                  <a:gd name="connsiteX2" fmla="*/ 624840 w 624840"/>
                  <a:gd name="connsiteY2" fmla="*/ 1219200 h 1219200"/>
                  <a:gd name="connsiteX3" fmla="*/ 167640 w 624840"/>
                  <a:gd name="connsiteY3" fmla="*/ 1219200 h 1219200"/>
                  <a:gd name="connsiteX4" fmla="*/ 0 w 624840"/>
                  <a:gd name="connsiteY4" fmla="*/ 91440 h 12192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624840 w 624840"/>
                  <a:gd name="connsiteY2" fmla="*/ 1219200 h 1485900"/>
                  <a:gd name="connsiteX3" fmla="*/ 22860 w 624840"/>
                  <a:gd name="connsiteY3" fmla="*/ 1485900 h 1485900"/>
                  <a:gd name="connsiteX4" fmla="*/ 0 w 624840"/>
                  <a:gd name="connsiteY4" fmla="*/ 91440 h 14859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22860 w 624840"/>
                  <a:gd name="connsiteY2" fmla="*/ 1485900 h 1485900"/>
                  <a:gd name="connsiteX3" fmla="*/ 0 w 624840"/>
                  <a:gd name="connsiteY3" fmla="*/ 91440 h 1485900"/>
                  <a:gd name="connsiteX0" fmla="*/ 436076 w 1060916"/>
                  <a:gd name="connsiteY0" fmla="*/ 91440 h 1485900"/>
                  <a:gd name="connsiteX1" fmla="*/ 1060916 w 1060916"/>
                  <a:gd name="connsiteY1" fmla="*/ 0 h 1485900"/>
                  <a:gd name="connsiteX2" fmla="*/ 458936 w 1060916"/>
                  <a:gd name="connsiteY2" fmla="*/ 1485900 h 1485900"/>
                  <a:gd name="connsiteX3" fmla="*/ 436076 w 1060916"/>
                  <a:gd name="connsiteY3" fmla="*/ 91440 h 1485900"/>
                  <a:gd name="connsiteX0" fmla="*/ 554063 w 1178903"/>
                  <a:gd name="connsiteY0" fmla="*/ 91440 h 1485900"/>
                  <a:gd name="connsiteX1" fmla="*/ 1178903 w 1178903"/>
                  <a:gd name="connsiteY1" fmla="*/ 0 h 1485900"/>
                  <a:gd name="connsiteX2" fmla="*/ 576923 w 1178903"/>
                  <a:gd name="connsiteY2" fmla="*/ 1485900 h 1485900"/>
                  <a:gd name="connsiteX3" fmla="*/ 554063 w 1178903"/>
                  <a:gd name="connsiteY3" fmla="*/ 91440 h 1485900"/>
                  <a:gd name="connsiteX0" fmla="*/ 554063 w 576923"/>
                  <a:gd name="connsiteY0" fmla="*/ 0 h 1394460"/>
                  <a:gd name="connsiteX1" fmla="*/ 576923 w 576923"/>
                  <a:gd name="connsiteY1" fmla="*/ 1394460 h 1394460"/>
                  <a:gd name="connsiteX2" fmla="*/ 554063 w 576923"/>
                  <a:gd name="connsiteY2" fmla="*/ 0 h 1394460"/>
                  <a:gd name="connsiteX0" fmla="*/ 554063 w 1015539"/>
                  <a:gd name="connsiteY0" fmla="*/ 0 h 1394460"/>
                  <a:gd name="connsiteX1" fmla="*/ 576923 w 1015539"/>
                  <a:gd name="connsiteY1" fmla="*/ 1394460 h 1394460"/>
                  <a:gd name="connsiteX2" fmla="*/ 554063 w 1015539"/>
                  <a:gd name="connsiteY2" fmla="*/ 0 h 1394460"/>
                  <a:gd name="connsiteX0" fmla="*/ 554063 w 1127601"/>
                  <a:gd name="connsiteY0" fmla="*/ 0 h 1394460"/>
                  <a:gd name="connsiteX1" fmla="*/ 576923 w 1127601"/>
                  <a:gd name="connsiteY1" fmla="*/ 1394460 h 1394460"/>
                  <a:gd name="connsiteX2" fmla="*/ 554063 w 1127601"/>
                  <a:gd name="connsiteY2" fmla="*/ 0 h 1394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7601" h="1394460">
                    <a:moveTo>
                      <a:pt x="554063" y="0"/>
                    </a:moveTo>
                    <a:cubicBezTo>
                      <a:pt x="1582763" y="693420"/>
                      <a:pt x="996023" y="1371600"/>
                      <a:pt x="576923" y="1394460"/>
                    </a:cubicBezTo>
                    <a:cubicBezTo>
                      <a:pt x="112103" y="1371600"/>
                      <a:pt x="-436537" y="762000"/>
                      <a:pt x="554063" y="0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FF727B9B-226A-3596-FF38-2ADF4E5B7AB7}"/>
                </a:ext>
              </a:extLst>
            </p:cNvPr>
            <p:cNvGrpSpPr/>
            <p:nvPr/>
          </p:nvGrpSpPr>
          <p:grpSpPr>
            <a:xfrm rot="1128457" flipH="1">
              <a:off x="7961936" y="1194535"/>
              <a:ext cx="1498585" cy="2380539"/>
              <a:chOff x="4628421" y="3041460"/>
              <a:chExt cx="1145877" cy="1439100"/>
            </a:xfrm>
            <a:solidFill>
              <a:srgbClr val="82ED5C"/>
            </a:solidFill>
          </p:grpSpPr>
          <p:sp>
            <p:nvSpPr>
              <p:cNvPr id="144" name="Rectangle 2">
                <a:extLst>
                  <a:ext uri="{FF2B5EF4-FFF2-40B4-BE49-F238E27FC236}">
                    <a16:creationId xmlns:a16="http://schemas.microsoft.com/office/drawing/2014/main" id="{A5AD140B-2D7D-8FE8-CA0C-75D1AD631ED4}"/>
                  </a:ext>
                </a:extLst>
              </p:cNvPr>
              <p:cNvSpPr/>
              <p:nvPr/>
            </p:nvSpPr>
            <p:spPr>
              <a:xfrm>
                <a:off x="4628421" y="3041460"/>
                <a:ext cx="1127601" cy="1394460"/>
              </a:xfrm>
              <a:custGeom>
                <a:avLst/>
                <a:gdLst>
                  <a:gd name="connsiteX0" fmla="*/ 0 w 457200"/>
                  <a:gd name="connsiteY0" fmla="*/ 0 h 1219200"/>
                  <a:gd name="connsiteX1" fmla="*/ 457200 w 457200"/>
                  <a:gd name="connsiteY1" fmla="*/ 0 h 1219200"/>
                  <a:gd name="connsiteX2" fmla="*/ 457200 w 457200"/>
                  <a:gd name="connsiteY2" fmla="*/ 1219200 h 1219200"/>
                  <a:gd name="connsiteX3" fmla="*/ 0 w 457200"/>
                  <a:gd name="connsiteY3" fmla="*/ 1219200 h 1219200"/>
                  <a:gd name="connsiteX4" fmla="*/ 0 w 457200"/>
                  <a:gd name="connsiteY4" fmla="*/ 0 h 1219200"/>
                  <a:gd name="connsiteX0" fmla="*/ 0 w 624840"/>
                  <a:gd name="connsiteY0" fmla="*/ 91440 h 1219200"/>
                  <a:gd name="connsiteX1" fmla="*/ 624840 w 624840"/>
                  <a:gd name="connsiteY1" fmla="*/ 0 h 1219200"/>
                  <a:gd name="connsiteX2" fmla="*/ 624840 w 624840"/>
                  <a:gd name="connsiteY2" fmla="*/ 1219200 h 1219200"/>
                  <a:gd name="connsiteX3" fmla="*/ 167640 w 624840"/>
                  <a:gd name="connsiteY3" fmla="*/ 1219200 h 1219200"/>
                  <a:gd name="connsiteX4" fmla="*/ 0 w 624840"/>
                  <a:gd name="connsiteY4" fmla="*/ 91440 h 12192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624840 w 624840"/>
                  <a:gd name="connsiteY2" fmla="*/ 1219200 h 1485900"/>
                  <a:gd name="connsiteX3" fmla="*/ 22860 w 624840"/>
                  <a:gd name="connsiteY3" fmla="*/ 1485900 h 1485900"/>
                  <a:gd name="connsiteX4" fmla="*/ 0 w 624840"/>
                  <a:gd name="connsiteY4" fmla="*/ 91440 h 14859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22860 w 624840"/>
                  <a:gd name="connsiteY2" fmla="*/ 1485900 h 1485900"/>
                  <a:gd name="connsiteX3" fmla="*/ 0 w 624840"/>
                  <a:gd name="connsiteY3" fmla="*/ 91440 h 1485900"/>
                  <a:gd name="connsiteX0" fmla="*/ 436076 w 1060916"/>
                  <a:gd name="connsiteY0" fmla="*/ 91440 h 1485900"/>
                  <a:gd name="connsiteX1" fmla="*/ 1060916 w 1060916"/>
                  <a:gd name="connsiteY1" fmla="*/ 0 h 1485900"/>
                  <a:gd name="connsiteX2" fmla="*/ 458936 w 1060916"/>
                  <a:gd name="connsiteY2" fmla="*/ 1485900 h 1485900"/>
                  <a:gd name="connsiteX3" fmla="*/ 436076 w 1060916"/>
                  <a:gd name="connsiteY3" fmla="*/ 91440 h 1485900"/>
                  <a:gd name="connsiteX0" fmla="*/ 554063 w 1178903"/>
                  <a:gd name="connsiteY0" fmla="*/ 91440 h 1485900"/>
                  <a:gd name="connsiteX1" fmla="*/ 1178903 w 1178903"/>
                  <a:gd name="connsiteY1" fmla="*/ 0 h 1485900"/>
                  <a:gd name="connsiteX2" fmla="*/ 576923 w 1178903"/>
                  <a:gd name="connsiteY2" fmla="*/ 1485900 h 1485900"/>
                  <a:gd name="connsiteX3" fmla="*/ 554063 w 1178903"/>
                  <a:gd name="connsiteY3" fmla="*/ 91440 h 1485900"/>
                  <a:gd name="connsiteX0" fmla="*/ 554063 w 576923"/>
                  <a:gd name="connsiteY0" fmla="*/ 0 h 1394460"/>
                  <a:gd name="connsiteX1" fmla="*/ 576923 w 576923"/>
                  <a:gd name="connsiteY1" fmla="*/ 1394460 h 1394460"/>
                  <a:gd name="connsiteX2" fmla="*/ 554063 w 576923"/>
                  <a:gd name="connsiteY2" fmla="*/ 0 h 1394460"/>
                  <a:gd name="connsiteX0" fmla="*/ 554063 w 1015539"/>
                  <a:gd name="connsiteY0" fmla="*/ 0 h 1394460"/>
                  <a:gd name="connsiteX1" fmla="*/ 576923 w 1015539"/>
                  <a:gd name="connsiteY1" fmla="*/ 1394460 h 1394460"/>
                  <a:gd name="connsiteX2" fmla="*/ 554063 w 1015539"/>
                  <a:gd name="connsiteY2" fmla="*/ 0 h 1394460"/>
                  <a:gd name="connsiteX0" fmla="*/ 554063 w 1127601"/>
                  <a:gd name="connsiteY0" fmla="*/ 0 h 1394460"/>
                  <a:gd name="connsiteX1" fmla="*/ 576923 w 1127601"/>
                  <a:gd name="connsiteY1" fmla="*/ 1394460 h 1394460"/>
                  <a:gd name="connsiteX2" fmla="*/ 554063 w 1127601"/>
                  <a:gd name="connsiteY2" fmla="*/ 0 h 1394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7601" h="1394460">
                    <a:moveTo>
                      <a:pt x="554063" y="0"/>
                    </a:moveTo>
                    <a:cubicBezTo>
                      <a:pt x="1582763" y="693420"/>
                      <a:pt x="996023" y="1371600"/>
                      <a:pt x="576923" y="1394460"/>
                    </a:cubicBezTo>
                    <a:cubicBezTo>
                      <a:pt x="112103" y="1371600"/>
                      <a:pt x="-436537" y="762000"/>
                      <a:pt x="554063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1" name="Rectangle 2">
                <a:extLst>
                  <a:ext uri="{FF2B5EF4-FFF2-40B4-BE49-F238E27FC236}">
                    <a16:creationId xmlns:a16="http://schemas.microsoft.com/office/drawing/2014/main" id="{38393A81-E105-2F5D-C805-6C4A8BE09F35}"/>
                  </a:ext>
                </a:extLst>
              </p:cNvPr>
              <p:cNvSpPr/>
              <p:nvPr/>
            </p:nvSpPr>
            <p:spPr>
              <a:xfrm>
                <a:off x="4646697" y="3086100"/>
                <a:ext cx="1127601" cy="1394460"/>
              </a:xfrm>
              <a:custGeom>
                <a:avLst/>
                <a:gdLst>
                  <a:gd name="connsiteX0" fmla="*/ 0 w 457200"/>
                  <a:gd name="connsiteY0" fmla="*/ 0 h 1219200"/>
                  <a:gd name="connsiteX1" fmla="*/ 457200 w 457200"/>
                  <a:gd name="connsiteY1" fmla="*/ 0 h 1219200"/>
                  <a:gd name="connsiteX2" fmla="*/ 457200 w 457200"/>
                  <a:gd name="connsiteY2" fmla="*/ 1219200 h 1219200"/>
                  <a:gd name="connsiteX3" fmla="*/ 0 w 457200"/>
                  <a:gd name="connsiteY3" fmla="*/ 1219200 h 1219200"/>
                  <a:gd name="connsiteX4" fmla="*/ 0 w 457200"/>
                  <a:gd name="connsiteY4" fmla="*/ 0 h 1219200"/>
                  <a:gd name="connsiteX0" fmla="*/ 0 w 624840"/>
                  <a:gd name="connsiteY0" fmla="*/ 91440 h 1219200"/>
                  <a:gd name="connsiteX1" fmla="*/ 624840 w 624840"/>
                  <a:gd name="connsiteY1" fmla="*/ 0 h 1219200"/>
                  <a:gd name="connsiteX2" fmla="*/ 624840 w 624840"/>
                  <a:gd name="connsiteY2" fmla="*/ 1219200 h 1219200"/>
                  <a:gd name="connsiteX3" fmla="*/ 167640 w 624840"/>
                  <a:gd name="connsiteY3" fmla="*/ 1219200 h 1219200"/>
                  <a:gd name="connsiteX4" fmla="*/ 0 w 624840"/>
                  <a:gd name="connsiteY4" fmla="*/ 91440 h 12192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624840 w 624840"/>
                  <a:gd name="connsiteY2" fmla="*/ 1219200 h 1485900"/>
                  <a:gd name="connsiteX3" fmla="*/ 22860 w 624840"/>
                  <a:gd name="connsiteY3" fmla="*/ 1485900 h 1485900"/>
                  <a:gd name="connsiteX4" fmla="*/ 0 w 624840"/>
                  <a:gd name="connsiteY4" fmla="*/ 91440 h 14859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22860 w 624840"/>
                  <a:gd name="connsiteY2" fmla="*/ 1485900 h 1485900"/>
                  <a:gd name="connsiteX3" fmla="*/ 0 w 624840"/>
                  <a:gd name="connsiteY3" fmla="*/ 91440 h 1485900"/>
                  <a:gd name="connsiteX0" fmla="*/ 436076 w 1060916"/>
                  <a:gd name="connsiteY0" fmla="*/ 91440 h 1485900"/>
                  <a:gd name="connsiteX1" fmla="*/ 1060916 w 1060916"/>
                  <a:gd name="connsiteY1" fmla="*/ 0 h 1485900"/>
                  <a:gd name="connsiteX2" fmla="*/ 458936 w 1060916"/>
                  <a:gd name="connsiteY2" fmla="*/ 1485900 h 1485900"/>
                  <a:gd name="connsiteX3" fmla="*/ 436076 w 1060916"/>
                  <a:gd name="connsiteY3" fmla="*/ 91440 h 1485900"/>
                  <a:gd name="connsiteX0" fmla="*/ 554063 w 1178903"/>
                  <a:gd name="connsiteY0" fmla="*/ 91440 h 1485900"/>
                  <a:gd name="connsiteX1" fmla="*/ 1178903 w 1178903"/>
                  <a:gd name="connsiteY1" fmla="*/ 0 h 1485900"/>
                  <a:gd name="connsiteX2" fmla="*/ 576923 w 1178903"/>
                  <a:gd name="connsiteY2" fmla="*/ 1485900 h 1485900"/>
                  <a:gd name="connsiteX3" fmla="*/ 554063 w 1178903"/>
                  <a:gd name="connsiteY3" fmla="*/ 91440 h 1485900"/>
                  <a:gd name="connsiteX0" fmla="*/ 554063 w 576923"/>
                  <a:gd name="connsiteY0" fmla="*/ 0 h 1394460"/>
                  <a:gd name="connsiteX1" fmla="*/ 576923 w 576923"/>
                  <a:gd name="connsiteY1" fmla="*/ 1394460 h 1394460"/>
                  <a:gd name="connsiteX2" fmla="*/ 554063 w 576923"/>
                  <a:gd name="connsiteY2" fmla="*/ 0 h 1394460"/>
                  <a:gd name="connsiteX0" fmla="*/ 554063 w 1015539"/>
                  <a:gd name="connsiteY0" fmla="*/ 0 h 1394460"/>
                  <a:gd name="connsiteX1" fmla="*/ 576923 w 1015539"/>
                  <a:gd name="connsiteY1" fmla="*/ 1394460 h 1394460"/>
                  <a:gd name="connsiteX2" fmla="*/ 554063 w 1015539"/>
                  <a:gd name="connsiteY2" fmla="*/ 0 h 1394460"/>
                  <a:gd name="connsiteX0" fmla="*/ 554063 w 1127601"/>
                  <a:gd name="connsiteY0" fmla="*/ 0 h 1394460"/>
                  <a:gd name="connsiteX1" fmla="*/ 576923 w 1127601"/>
                  <a:gd name="connsiteY1" fmla="*/ 1394460 h 1394460"/>
                  <a:gd name="connsiteX2" fmla="*/ 554063 w 1127601"/>
                  <a:gd name="connsiteY2" fmla="*/ 0 h 1394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7601" h="1394460">
                    <a:moveTo>
                      <a:pt x="554063" y="0"/>
                    </a:moveTo>
                    <a:cubicBezTo>
                      <a:pt x="1582763" y="693420"/>
                      <a:pt x="996023" y="1371600"/>
                      <a:pt x="576923" y="1394460"/>
                    </a:cubicBezTo>
                    <a:cubicBezTo>
                      <a:pt x="112103" y="1371600"/>
                      <a:pt x="-436537" y="762000"/>
                      <a:pt x="554063" y="0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178C0A37-8F53-BE3E-1221-BA6D0EE0D758}"/>
                </a:ext>
              </a:extLst>
            </p:cNvPr>
            <p:cNvGrpSpPr/>
            <p:nvPr/>
          </p:nvGrpSpPr>
          <p:grpSpPr>
            <a:xfrm>
              <a:off x="7066524" y="943432"/>
              <a:ext cx="1814959" cy="2338182"/>
              <a:chOff x="4646649" y="3027829"/>
              <a:chExt cx="1127649" cy="1452731"/>
            </a:xfrm>
            <a:solidFill>
              <a:srgbClr val="82ED5C"/>
            </a:solidFill>
          </p:grpSpPr>
          <p:sp>
            <p:nvSpPr>
              <p:cNvPr id="142" name="Rectangle 2">
                <a:extLst>
                  <a:ext uri="{FF2B5EF4-FFF2-40B4-BE49-F238E27FC236}">
                    <a16:creationId xmlns:a16="http://schemas.microsoft.com/office/drawing/2014/main" id="{18F0170D-E964-1221-D754-B1F0C409A9D5}"/>
                  </a:ext>
                </a:extLst>
              </p:cNvPr>
              <p:cNvSpPr/>
              <p:nvPr/>
            </p:nvSpPr>
            <p:spPr>
              <a:xfrm>
                <a:off x="4646649" y="3027829"/>
                <a:ext cx="1127601" cy="1394460"/>
              </a:xfrm>
              <a:custGeom>
                <a:avLst/>
                <a:gdLst>
                  <a:gd name="connsiteX0" fmla="*/ 0 w 457200"/>
                  <a:gd name="connsiteY0" fmla="*/ 0 h 1219200"/>
                  <a:gd name="connsiteX1" fmla="*/ 457200 w 457200"/>
                  <a:gd name="connsiteY1" fmla="*/ 0 h 1219200"/>
                  <a:gd name="connsiteX2" fmla="*/ 457200 w 457200"/>
                  <a:gd name="connsiteY2" fmla="*/ 1219200 h 1219200"/>
                  <a:gd name="connsiteX3" fmla="*/ 0 w 457200"/>
                  <a:gd name="connsiteY3" fmla="*/ 1219200 h 1219200"/>
                  <a:gd name="connsiteX4" fmla="*/ 0 w 457200"/>
                  <a:gd name="connsiteY4" fmla="*/ 0 h 1219200"/>
                  <a:gd name="connsiteX0" fmla="*/ 0 w 624840"/>
                  <a:gd name="connsiteY0" fmla="*/ 91440 h 1219200"/>
                  <a:gd name="connsiteX1" fmla="*/ 624840 w 624840"/>
                  <a:gd name="connsiteY1" fmla="*/ 0 h 1219200"/>
                  <a:gd name="connsiteX2" fmla="*/ 624840 w 624840"/>
                  <a:gd name="connsiteY2" fmla="*/ 1219200 h 1219200"/>
                  <a:gd name="connsiteX3" fmla="*/ 167640 w 624840"/>
                  <a:gd name="connsiteY3" fmla="*/ 1219200 h 1219200"/>
                  <a:gd name="connsiteX4" fmla="*/ 0 w 624840"/>
                  <a:gd name="connsiteY4" fmla="*/ 91440 h 12192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624840 w 624840"/>
                  <a:gd name="connsiteY2" fmla="*/ 1219200 h 1485900"/>
                  <a:gd name="connsiteX3" fmla="*/ 22860 w 624840"/>
                  <a:gd name="connsiteY3" fmla="*/ 1485900 h 1485900"/>
                  <a:gd name="connsiteX4" fmla="*/ 0 w 624840"/>
                  <a:gd name="connsiteY4" fmla="*/ 91440 h 14859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22860 w 624840"/>
                  <a:gd name="connsiteY2" fmla="*/ 1485900 h 1485900"/>
                  <a:gd name="connsiteX3" fmla="*/ 0 w 624840"/>
                  <a:gd name="connsiteY3" fmla="*/ 91440 h 1485900"/>
                  <a:gd name="connsiteX0" fmla="*/ 436076 w 1060916"/>
                  <a:gd name="connsiteY0" fmla="*/ 91440 h 1485900"/>
                  <a:gd name="connsiteX1" fmla="*/ 1060916 w 1060916"/>
                  <a:gd name="connsiteY1" fmla="*/ 0 h 1485900"/>
                  <a:gd name="connsiteX2" fmla="*/ 458936 w 1060916"/>
                  <a:gd name="connsiteY2" fmla="*/ 1485900 h 1485900"/>
                  <a:gd name="connsiteX3" fmla="*/ 436076 w 1060916"/>
                  <a:gd name="connsiteY3" fmla="*/ 91440 h 1485900"/>
                  <a:gd name="connsiteX0" fmla="*/ 554063 w 1178903"/>
                  <a:gd name="connsiteY0" fmla="*/ 91440 h 1485900"/>
                  <a:gd name="connsiteX1" fmla="*/ 1178903 w 1178903"/>
                  <a:gd name="connsiteY1" fmla="*/ 0 h 1485900"/>
                  <a:gd name="connsiteX2" fmla="*/ 576923 w 1178903"/>
                  <a:gd name="connsiteY2" fmla="*/ 1485900 h 1485900"/>
                  <a:gd name="connsiteX3" fmla="*/ 554063 w 1178903"/>
                  <a:gd name="connsiteY3" fmla="*/ 91440 h 1485900"/>
                  <a:gd name="connsiteX0" fmla="*/ 554063 w 576923"/>
                  <a:gd name="connsiteY0" fmla="*/ 0 h 1394460"/>
                  <a:gd name="connsiteX1" fmla="*/ 576923 w 576923"/>
                  <a:gd name="connsiteY1" fmla="*/ 1394460 h 1394460"/>
                  <a:gd name="connsiteX2" fmla="*/ 554063 w 576923"/>
                  <a:gd name="connsiteY2" fmla="*/ 0 h 1394460"/>
                  <a:gd name="connsiteX0" fmla="*/ 554063 w 1015539"/>
                  <a:gd name="connsiteY0" fmla="*/ 0 h 1394460"/>
                  <a:gd name="connsiteX1" fmla="*/ 576923 w 1015539"/>
                  <a:gd name="connsiteY1" fmla="*/ 1394460 h 1394460"/>
                  <a:gd name="connsiteX2" fmla="*/ 554063 w 1015539"/>
                  <a:gd name="connsiteY2" fmla="*/ 0 h 1394460"/>
                  <a:gd name="connsiteX0" fmla="*/ 554063 w 1127601"/>
                  <a:gd name="connsiteY0" fmla="*/ 0 h 1394460"/>
                  <a:gd name="connsiteX1" fmla="*/ 576923 w 1127601"/>
                  <a:gd name="connsiteY1" fmla="*/ 1394460 h 1394460"/>
                  <a:gd name="connsiteX2" fmla="*/ 554063 w 1127601"/>
                  <a:gd name="connsiteY2" fmla="*/ 0 h 1394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7601" h="1394460">
                    <a:moveTo>
                      <a:pt x="554063" y="0"/>
                    </a:moveTo>
                    <a:cubicBezTo>
                      <a:pt x="1582763" y="693420"/>
                      <a:pt x="996023" y="1371600"/>
                      <a:pt x="576923" y="1394460"/>
                    </a:cubicBezTo>
                    <a:cubicBezTo>
                      <a:pt x="112103" y="1371600"/>
                      <a:pt x="-436537" y="762000"/>
                      <a:pt x="554063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9" name="Rectangle 2">
                <a:extLst>
                  <a:ext uri="{FF2B5EF4-FFF2-40B4-BE49-F238E27FC236}">
                    <a16:creationId xmlns:a16="http://schemas.microsoft.com/office/drawing/2014/main" id="{6CE6B792-F008-FC44-2521-7F8C99183A7D}"/>
                  </a:ext>
                </a:extLst>
              </p:cNvPr>
              <p:cNvSpPr/>
              <p:nvPr/>
            </p:nvSpPr>
            <p:spPr>
              <a:xfrm>
                <a:off x="4646697" y="3086100"/>
                <a:ext cx="1127601" cy="1394460"/>
              </a:xfrm>
              <a:custGeom>
                <a:avLst/>
                <a:gdLst>
                  <a:gd name="connsiteX0" fmla="*/ 0 w 457200"/>
                  <a:gd name="connsiteY0" fmla="*/ 0 h 1219200"/>
                  <a:gd name="connsiteX1" fmla="*/ 457200 w 457200"/>
                  <a:gd name="connsiteY1" fmla="*/ 0 h 1219200"/>
                  <a:gd name="connsiteX2" fmla="*/ 457200 w 457200"/>
                  <a:gd name="connsiteY2" fmla="*/ 1219200 h 1219200"/>
                  <a:gd name="connsiteX3" fmla="*/ 0 w 457200"/>
                  <a:gd name="connsiteY3" fmla="*/ 1219200 h 1219200"/>
                  <a:gd name="connsiteX4" fmla="*/ 0 w 457200"/>
                  <a:gd name="connsiteY4" fmla="*/ 0 h 1219200"/>
                  <a:gd name="connsiteX0" fmla="*/ 0 w 624840"/>
                  <a:gd name="connsiteY0" fmla="*/ 91440 h 1219200"/>
                  <a:gd name="connsiteX1" fmla="*/ 624840 w 624840"/>
                  <a:gd name="connsiteY1" fmla="*/ 0 h 1219200"/>
                  <a:gd name="connsiteX2" fmla="*/ 624840 w 624840"/>
                  <a:gd name="connsiteY2" fmla="*/ 1219200 h 1219200"/>
                  <a:gd name="connsiteX3" fmla="*/ 167640 w 624840"/>
                  <a:gd name="connsiteY3" fmla="*/ 1219200 h 1219200"/>
                  <a:gd name="connsiteX4" fmla="*/ 0 w 624840"/>
                  <a:gd name="connsiteY4" fmla="*/ 91440 h 12192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624840 w 624840"/>
                  <a:gd name="connsiteY2" fmla="*/ 1219200 h 1485900"/>
                  <a:gd name="connsiteX3" fmla="*/ 22860 w 624840"/>
                  <a:gd name="connsiteY3" fmla="*/ 1485900 h 1485900"/>
                  <a:gd name="connsiteX4" fmla="*/ 0 w 624840"/>
                  <a:gd name="connsiteY4" fmla="*/ 91440 h 14859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22860 w 624840"/>
                  <a:gd name="connsiteY2" fmla="*/ 1485900 h 1485900"/>
                  <a:gd name="connsiteX3" fmla="*/ 0 w 624840"/>
                  <a:gd name="connsiteY3" fmla="*/ 91440 h 1485900"/>
                  <a:gd name="connsiteX0" fmla="*/ 436076 w 1060916"/>
                  <a:gd name="connsiteY0" fmla="*/ 91440 h 1485900"/>
                  <a:gd name="connsiteX1" fmla="*/ 1060916 w 1060916"/>
                  <a:gd name="connsiteY1" fmla="*/ 0 h 1485900"/>
                  <a:gd name="connsiteX2" fmla="*/ 458936 w 1060916"/>
                  <a:gd name="connsiteY2" fmla="*/ 1485900 h 1485900"/>
                  <a:gd name="connsiteX3" fmla="*/ 436076 w 1060916"/>
                  <a:gd name="connsiteY3" fmla="*/ 91440 h 1485900"/>
                  <a:gd name="connsiteX0" fmla="*/ 554063 w 1178903"/>
                  <a:gd name="connsiteY0" fmla="*/ 91440 h 1485900"/>
                  <a:gd name="connsiteX1" fmla="*/ 1178903 w 1178903"/>
                  <a:gd name="connsiteY1" fmla="*/ 0 h 1485900"/>
                  <a:gd name="connsiteX2" fmla="*/ 576923 w 1178903"/>
                  <a:gd name="connsiteY2" fmla="*/ 1485900 h 1485900"/>
                  <a:gd name="connsiteX3" fmla="*/ 554063 w 1178903"/>
                  <a:gd name="connsiteY3" fmla="*/ 91440 h 1485900"/>
                  <a:gd name="connsiteX0" fmla="*/ 554063 w 576923"/>
                  <a:gd name="connsiteY0" fmla="*/ 0 h 1394460"/>
                  <a:gd name="connsiteX1" fmla="*/ 576923 w 576923"/>
                  <a:gd name="connsiteY1" fmla="*/ 1394460 h 1394460"/>
                  <a:gd name="connsiteX2" fmla="*/ 554063 w 576923"/>
                  <a:gd name="connsiteY2" fmla="*/ 0 h 1394460"/>
                  <a:gd name="connsiteX0" fmla="*/ 554063 w 1015539"/>
                  <a:gd name="connsiteY0" fmla="*/ 0 h 1394460"/>
                  <a:gd name="connsiteX1" fmla="*/ 576923 w 1015539"/>
                  <a:gd name="connsiteY1" fmla="*/ 1394460 h 1394460"/>
                  <a:gd name="connsiteX2" fmla="*/ 554063 w 1015539"/>
                  <a:gd name="connsiteY2" fmla="*/ 0 h 1394460"/>
                  <a:gd name="connsiteX0" fmla="*/ 554063 w 1127601"/>
                  <a:gd name="connsiteY0" fmla="*/ 0 h 1394460"/>
                  <a:gd name="connsiteX1" fmla="*/ 576923 w 1127601"/>
                  <a:gd name="connsiteY1" fmla="*/ 1394460 h 1394460"/>
                  <a:gd name="connsiteX2" fmla="*/ 554063 w 1127601"/>
                  <a:gd name="connsiteY2" fmla="*/ 0 h 1394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7601" h="1394460">
                    <a:moveTo>
                      <a:pt x="554063" y="0"/>
                    </a:moveTo>
                    <a:cubicBezTo>
                      <a:pt x="1582763" y="693420"/>
                      <a:pt x="996023" y="1371600"/>
                      <a:pt x="576923" y="1394460"/>
                    </a:cubicBezTo>
                    <a:cubicBezTo>
                      <a:pt x="112103" y="1371600"/>
                      <a:pt x="-436537" y="762000"/>
                      <a:pt x="554063" y="0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1156884E-EE2C-6678-BD84-41B90EB39EF7}"/>
                </a:ext>
              </a:extLst>
            </p:cNvPr>
            <p:cNvGrpSpPr/>
            <p:nvPr/>
          </p:nvGrpSpPr>
          <p:grpSpPr>
            <a:xfrm rot="1128457" flipH="1">
              <a:off x="8412659" y="1945295"/>
              <a:ext cx="1504737" cy="2415429"/>
              <a:chOff x="4623717" y="3020368"/>
              <a:chExt cx="1150581" cy="1460192"/>
            </a:xfrm>
            <a:solidFill>
              <a:srgbClr val="82ED5C"/>
            </a:solidFill>
          </p:grpSpPr>
          <p:sp>
            <p:nvSpPr>
              <p:cNvPr id="145" name="Rectangle 2">
                <a:extLst>
                  <a:ext uri="{FF2B5EF4-FFF2-40B4-BE49-F238E27FC236}">
                    <a16:creationId xmlns:a16="http://schemas.microsoft.com/office/drawing/2014/main" id="{F3707E9C-E749-7542-AA13-A2123F504351}"/>
                  </a:ext>
                </a:extLst>
              </p:cNvPr>
              <p:cNvSpPr/>
              <p:nvPr/>
            </p:nvSpPr>
            <p:spPr>
              <a:xfrm>
                <a:off x="4623717" y="3020368"/>
                <a:ext cx="1127601" cy="1394460"/>
              </a:xfrm>
              <a:custGeom>
                <a:avLst/>
                <a:gdLst>
                  <a:gd name="connsiteX0" fmla="*/ 0 w 457200"/>
                  <a:gd name="connsiteY0" fmla="*/ 0 h 1219200"/>
                  <a:gd name="connsiteX1" fmla="*/ 457200 w 457200"/>
                  <a:gd name="connsiteY1" fmla="*/ 0 h 1219200"/>
                  <a:gd name="connsiteX2" fmla="*/ 457200 w 457200"/>
                  <a:gd name="connsiteY2" fmla="*/ 1219200 h 1219200"/>
                  <a:gd name="connsiteX3" fmla="*/ 0 w 457200"/>
                  <a:gd name="connsiteY3" fmla="*/ 1219200 h 1219200"/>
                  <a:gd name="connsiteX4" fmla="*/ 0 w 457200"/>
                  <a:gd name="connsiteY4" fmla="*/ 0 h 1219200"/>
                  <a:gd name="connsiteX0" fmla="*/ 0 w 624840"/>
                  <a:gd name="connsiteY0" fmla="*/ 91440 h 1219200"/>
                  <a:gd name="connsiteX1" fmla="*/ 624840 w 624840"/>
                  <a:gd name="connsiteY1" fmla="*/ 0 h 1219200"/>
                  <a:gd name="connsiteX2" fmla="*/ 624840 w 624840"/>
                  <a:gd name="connsiteY2" fmla="*/ 1219200 h 1219200"/>
                  <a:gd name="connsiteX3" fmla="*/ 167640 w 624840"/>
                  <a:gd name="connsiteY3" fmla="*/ 1219200 h 1219200"/>
                  <a:gd name="connsiteX4" fmla="*/ 0 w 624840"/>
                  <a:gd name="connsiteY4" fmla="*/ 91440 h 12192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624840 w 624840"/>
                  <a:gd name="connsiteY2" fmla="*/ 1219200 h 1485900"/>
                  <a:gd name="connsiteX3" fmla="*/ 22860 w 624840"/>
                  <a:gd name="connsiteY3" fmla="*/ 1485900 h 1485900"/>
                  <a:gd name="connsiteX4" fmla="*/ 0 w 624840"/>
                  <a:gd name="connsiteY4" fmla="*/ 91440 h 14859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22860 w 624840"/>
                  <a:gd name="connsiteY2" fmla="*/ 1485900 h 1485900"/>
                  <a:gd name="connsiteX3" fmla="*/ 0 w 624840"/>
                  <a:gd name="connsiteY3" fmla="*/ 91440 h 1485900"/>
                  <a:gd name="connsiteX0" fmla="*/ 436076 w 1060916"/>
                  <a:gd name="connsiteY0" fmla="*/ 91440 h 1485900"/>
                  <a:gd name="connsiteX1" fmla="*/ 1060916 w 1060916"/>
                  <a:gd name="connsiteY1" fmla="*/ 0 h 1485900"/>
                  <a:gd name="connsiteX2" fmla="*/ 458936 w 1060916"/>
                  <a:gd name="connsiteY2" fmla="*/ 1485900 h 1485900"/>
                  <a:gd name="connsiteX3" fmla="*/ 436076 w 1060916"/>
                  <a:gd name="connsiteY3" fmla="*/ 91440 h 1485900"/>
                  <a:gd name="connsiteX0" fmla="*/ 554063 w 1178903"/>
                  <a:gd name="connsiteY0" fmla="*/ 91440 h 1485900"/>
                  <a:gd name="connsiteX1" fmla="*/ 1178903 w 1178903"/>
                  <a:gd name="connsiteY1" fmla="*/ 0 h 1485900"/>
                  <a:gd name="connsiteX2" fmla="*/ 576923 w 1178903"/>
                  <a:gd name="connsiteY2" fmla="*/ 1485900 h 1485900"/>
                  <a:gd name="connsiteX3" fmla="*/ 554063 w 1178903"/>
                  <a:gd name="connsiteY3" fmla="*/ 91440 h 1485900"/>
                  <a:gd name="connsiteX0" fmla="*/ 554063 w 576923"/>
                  <a:gd name="connsiteY0" fmla="*/ 0 h 1394460"/>
                  <a:gd name="connsiteX1" fmla="*/ 576923 w 576923"/>
                  <a:gd name="connsiteY1" fmla="*/ 1394460 h 1394460"/>
                  <a:gd name="connsiteX2" fmla="*/ 554063 w 576923"/>
                  <a:gd name="connsiteY2" fmla="*/ 0 h 1394460"/>
                  <a:gd name="connsiteX0" fmla="*/ 554063 w 1015539"/>
                  <a:gd name="connsiteY0" fmla="*/ 0 h 1394460"/>
                  <a:gd name="connsiteX1" fmla="*/ 576923 w 1015539"/>
                  <a:gd name="connsiteY1" fmla="*/ 1394460 h 1394460"/>
                  <a:gd name="connsiteX2" fmla="*/ 554063 w 1015539"/>
                  <a:gd name="connsiteY2" fmla="*/ 0 h 1394460"/>
                  <a:gd name="connsiteX0" fmla="*/ 554063 w 1127601"/>
                  <a:gd name="connsiteY0" fmla="*/ 0 h 1394460"/>
                  <a:gd name="connsiteX1" fmla="*/ 576923 w 1127601"/>
                  <a:gd name="connsiteY1" fmla="*/ 1394460 h 1394460"/>
                  <a:gd name="connsiteX2" fmla="*/ 554063 w 1127601"/>
                  <a:gd name="connsiteY2" fmla="*/ 0 h 1394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7601" h="1394460">
                    <a:moveTo>
                      <a:pt x="554063" y="0"/>
                    </a:moveTo>
                    <a:cubicBezTo>
                      <a:pt x="1582763" y="693420"/>
                      <a:pt x="996023" y="1371600"/>
                      <a:pt x="576923" y="1394460"/>
                    </a:cubicBezTo>
                    <a:cubicBezTo>
                      <a:pt x="112103" y="1371600"/>
                      <a:pt x="-436537" y="762000"/>
                      <a:pt x="554063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7" name="Rectangle 2">
                <a:extLst>
                  <a:ext uri="{FF2B5EF4-FFF2-40B4-BE49-F238E27FC236}">
                    <a16:creationId xmlns:a16="http://schemas.microsoft.com/office/drawing/2014/main" id="{8C833AD5-7FF1-C2F0-1135-A3856246BEFA}"/>
                  </a:ext>
                </a:extLst>
              </p:cNvPr>
              <p:cNvSpPr/>
              <p:nvPr/>
            </p:nvSpPr>
            <p:spPr>
              <a:xfrm>
                <a:off x="4646697" y="3086100"/>
                <a:ext cx="1127601" cy="1394460"/>
              </a:xfrm>
              <a:custGeom>
                <a:avLst/>
                <a:gdLst>
                  <a:gd name="connsiteX0" fmla="*/ 0 w 457200"/>
                  <a:gd name="connsiteY0" fmla="*/ 0 h 1219200"/>
                  <a:gd name="connsiteX1" fmla="*/ 457200 w 457200"/>
                  <a:gd name="connsiteY1" fmla="*/ 0 h 1219200"/>
                  <a:gd name="connsiteX2" fmla="*/ 457200 w 457200"/>
                  <a:gd name="connsiteY2" fmla="*/ 1219200 h 1219200"/>
                  <a:gd name="connsiteX3" fmla="*/ 0 w 457200"/>
                  <a:gd name="connsiteY3" fmla="*/ 1219200 h 1219200"/>
                  <a:gd name="connsiteX4" fmla="*/ 0 w 457200"/>
                  <a:gd name="connsiteY4" fmla="*/ 0 h 1219200"/>
                  <a:gd name="connsiteX0" fmla="*/ 0 w 624840"/>
                  <a:gd name="connsiteY0" fmla="*/ 91440 h 1219200"/>
                  <a:gd name="connsiteX1" fmla="*/ 624840 w 624840"/>
                  <a:gd name="connsiteY1" fmla="*/ 0 h 1219200"/>
                  <a:gd name="connsiteX2" fmla="*/ 624840 w 624840"/>
                  <a:gd name="connsiteY2" fmla="*/ 1219200 h 1219200"/>
                  <a:gd name="connsiteX3" fmla="*/ 167640 w 624840"/>
                  <a:gd name="connsiteY3" fmla="*/ 1219200 h 1219200"/>
                  <a:gd name="connsiteX4" fmla="*/ 0 w 624840"/>
                  <a:gd name="connsiteY4" fmla="*/ 91440 h 12192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624840 w 624840"/>
                  <a:gd name="connsiteY2" fmla="*/ 1219200 h 1485900"/>
                  <a:gd name="connsiteX3" fmla="*/ 22860 w 624840"/>
                  <a:gd name="connsiteY3" fmla="*/ 1485900 h 1485900"/>
                  <a:gd name="connsiteX4" fmla="*/ 0 w 624840"/>
                  <a:gd name="connsiteY4" fmla="*/ 91440 h 14859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22860 w 624840"/>
                  <a:gd name="connsiteY2" fmla="*/ 1485900 h 1485900"/>
                  <a:gd name="connsiteX3" fmla="*/ 0 w 624840"/>
                  <a:gd name="connsiteY3" fmla="*/ 91440 h 1485900"/>
                  <a:gd name="connsiteX0" fmla="*/ 436076 w 1060916"/>
                  <a:gd name="connsiteY0" fmla="*/ 91440 h 1485900"/>
                  <a:gd name="connsiteX1" fmla="*/ 1060916 w 1060916"/>
                  <a:gd name="connsiteY1" fmla="*/ 0 h 1485900"/>
                  <a:gd name="connsiteX2" fmla="*/ 458936 w 1060916"/>
                  <a:gd name="connsiteY2" fmla="*/ 1485900 h 1485900"/>
                  <a:gd name="connsiteX3" fmla="*/ 436076 w 1060916"/>
                  <a:gd name="connsiteY3" fmla="*/ 91440 h 1485900"/>
                  <a:gd name="connsiteX0" fmla="*/ 554063 w 1178903"/>
                  <a:gd name="connsiteY0" fmla="*/ 91440 h 1485900"/>
                  <a:gd name="connsiteX1" fmla="*/ 1178903 w 1178903"/>
                  <a:gd name="connsiteY1" fmla="*/ 0 h 1485900"/>
                  <a:gd name="connsiteX2" fmla="*/ 576923 w 1178903"/>
                  <a:gd name="connsiteY2" fmla="*/ 1485900 h 1485900"/>
                  <a:gd name="connsiteX3" fmla="*/ 554063 w 1178903"/>
                  <a:gd name="connsiteY3" fmla="*/ 91440 h 1485900"/>
                  <a:gd name="connsiteX0" fmla="*/ 554063 w 576923"/>
                  <a:gd name="connsiteY0" fmla="*/ 0 h 1394460"/>
                  <a:gd name="connsiteX1" fmla="*/ 576923 w 576923"/>
                  <a:gd name="connsiteY1" fmla="*/ 1394460 h 1394460"/>
                  <a:gd name="connsiteX2" fmla="*/ 554063 w 576923"/>
                  <a:gd name="connsiteY2" fmla="*/ 0 h 1394460"/>
                  <a:gd name="connsiteX0" fmla="*/ 554063 w 1015539"/>
                  <a:gd name="connsiteY0" fmla="*/ 0 h 1394460"/>
                  <a:gd name="connsiteX1" fmla="*/ 576923 w 1015539"/>
                  <a:gd name="connsiteY1" fmla="*/ 1394460 h 1394460"/>
                  <a:gd name="connsiteX2" fmla="*/ 554063 w 1015539"/>
                  <a:gd name="connsiteY2" fmla="*/ 0 h 1394460"/>
                  <a:gd name="connsiteX0" fmla="*/ 554063 w 1127601"/>
                  <a:gd name="connsiteY0" fmla="*/ 0 h 1394460"/>
                  <a:gd name="connsiteX1" fmla="*/ 576923 w 1127601"/>
                  <a:gd name="connsiteY1" fmla="*/ 1394460 h 1394460"/>
                  <a:gd name="connsiteX2" fmla="*/ 554063 w 1127601"/>
                  <a:gd name="connsiteY2" fmla="*/ 0 h 1394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7601" h="1394460">
                    <a:moveTo>
                      <a:pt x="554063" y="0"/>
                    </a:moveTo>
                    <a:cubicBezTo>
                      <a:pt x="1582763" y="693420"/>
                      <a:pt x="996023" y="1371600"/>
                      <a:pt x="576923" y="1394460"/>
                    </a:cubicBezTo>
                    <a:cubicBezTo>
                      <a:pt x="112103" y="1371600"/>
                      <a:pt x="-436537" y="762000"/>
                      <a:pt x="554063" y="0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9EC4E2E5-6BE4-E44F-6D08-501759667B02}"/>
                </a:ext>
              </a:extLst>
            </p:cNvPr>
            <p:cNvGrpSpPr/>
            <p:nvPr/>
          </p:nvGrpSpPr>
          <p:grpSpPr>
            <a:xfrm rot="20471543">
              <a:off x="5976078" y="1964587"/>
              <a:ext cx="1502004" cy="2412860"/>
              <a:chOff x="4625807" y="3021921"/>
              <a:chExt cx="1148491" cy="1458639"/>
            </a:xfrm>
            <a:solidFill>
              <a:srgbClr val="82ED5C"/>
            </a:solidFill>
          </p:grpSpPr>
          <p:sp>
            <p:nvSpPr>
              <p:cNvPr id="141" name="Rectangle 2">
                <a:extLst>
                  <a:ext uri="{FF2B5EF4-FFF2-40B4-BE49-F238E27FC236}">
                    <a16:creationId xmlns:a16="http://schemas.microsoft.com/office/drawing/2014/main" id="{DA188213-CC69-393A-9776-60F6322D43D1}"/>
                  </a:ext>
                </a:extLst>
              </p:cNvPr>
              <p:cNvSpPr/>
              <p:nvPr/>
            </p:nvSpPr>
            <p:spPr>
              <a:xfrm>
                <a:off x="4625807" y="3021921"/>
                <a:ext cx="1127601" cy="1394460"/>
              </a:xfrm>
              <a:custGeom>
                <a:avLst/>
                <a:gdLst>
                  <a:gd name="connsiteX0" fmla="*/ 0 w 457200"/>
                  <a:gd name="connsiteY0" fmla="*/ 0 h 1219200"/>
                  <a:gd name="connsiteX1" fmla="*/ 457200 w 457200"/>
                  <a:gd name="connsiteY1" fmla="*/ 0 h 1219200"/>
                  <a:gd name="connsiteX2" fmla="*/ 457200 w 457200"/>
                  <a:gd name="connsiteY2" fmla="*/ 1219200 h 1219200"/>
                  <a:gd name="connsiteX3" fmla="*/ 0 w 457200"/>
                  <a:gd name="connsiteY3" fmla="*/ 1219200 h 1219200"/>
                  <a:gd name="connsiteX4" fmla="*/ 0 w 457200"/>
                  <a:gd name="connsiteY4" fmla="*/ 0 h 1219200"/>
                  <a:gd name="connsiteX0" fmla="*/ 0 w 624840"/>
                  <a:gd name="connsiteY0" fmla="*/ 91440 h 1219200"/>
                  <a:gd name="connsiteX1" fmla="*/ 624840 w 624840"/>
                  <a:gd name="connsiteY1" fmla="*/ 0 h 1219200"/>
                  <a:gd name="connsiteX2" fmla="*/ 624840 w 624840"/>
                  <a:gd name="connsiteY2" fmla="*/ 1219200 h 1219200"/>
                  <a:gd name="connsiteX3" fmla="*/ 167640 w 624840"/>
                  <a:gd name="connsiteY3" fmla="*/ 1219200 h 1219200"/>
                  <a:gd name="connsiteX4" fmla="*/ 0 w 624840"/>
                  <a:gd name="connsiteY4" fmla="*/ 91440 h 12192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624840 w 624840"/>
                  <a:gd name="connsiteY2" fmla="*/ 1219200 h 1485900"/>
                  <a:gd name="connsiteX3" fmla="*/ 22860 w 624840"/>
                  <a:gd name="connsiteY3" fmla="*/ 1485900 h 1485900"/>
                  <a:gd name="connsiteX4" fmla="*/ 0 w 624840"/>
                  <a:gd name="connsiteY4" fmla="*/ 91440 h 14859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22860 w 624840"/>
                  <a:gd name="connsiteY2" fmla="*/ 1485900 h 1485900"/>
                  <a:gd name="connsiteX3" fmla="*/ 0 w 624840"/>
                  <a:gd name="connsiteY3" fmla="*/ 91440 h 1485900"/>
                  <a:gd name="connsiteX0" fmla="*/ 436076 w 1060916"/>
                  <a:gd name="connsiteY0" fmla="*/ 91440 h 1485900"/>
                  <a:gd name="connsiteX1" fmla="*/ 1060916 w 1060916"/>
                  <a:gd name="connsiteY1" fmla="*/ 0 h 1485900"/>
                  <a:gd name="connsiteX2" fmla="*/ 458936 w 1060916"/>
                  <a:gd name="connsiteY2" fmla="*/ 1485900 h 1485900"/>
                  <a:gd name="connsiteX3" fmla="*/ 436076 w 1060916"/>
                  <a:gd name="connsiteY3" fmla="*/ 91440 h 1485900"/>
                  <a:gd name="connsiteX0" fmla="*/ 554063 w 1178903"/>
                  <a:gd name="connsiteY0" fmla="*/ 91440 h 1485900"/>
                  <a:gd name="connsiteX1" fmla="*/ 1178903 w 1178903"/>
                  <a:gd name="connsiteY1" fmla="*/ 0 h 1485900"/>
                  <a:gd name="connsiteX2" fmla="*/ 576923 w 1178903"/>
                  <a:gd name="connsiteY2" fmla="*/ 1485900 h 1485900"/>
                  <a:gd name="connsiteX3" fmla="*/ 554063 w 1178903"/>
                  <a:gd name="connsiteY3" fmla="*/ 91440 h 1485900"/>
                  <a:gd name="connsiteX0" fmla="*/ 554063 w 576923"/>
                  <a:gd name="connsiteY0" fmla="*/ 0 h 1394460"/>
                  <a:gd name="connsiteX1" fmla="*/ 576923 w 576923"/>
                  <a:gd name="connsiteY1" fmla="*/ 1394460 h 1394460"/>
                  <a:gd name="connsiteX2" fmla="*/ 554063 w 576923"/>
                  <a:gd name="connsiteY2" fmla="*/ 0 h 1394460"/>
                  <a:gd name="connsiteX0" fmla="*/ 554063 w 1015539"/>
                  <a:gd name="connsiteY0" fmla="*/ 0 h 1394460"/>
                  <a:gd name="connsiteX1" fmla="*/ 576923 w 1015539"/>
                  <a:gd name="connsiteY1" fmla="*/ 1394460 h 1394460"/>
                  <a:gd name="connsiteX2" fmla="*/ 554063 w 1015539"/>
                  <a:gd name="connsiteY2" fmla="*/ 0 h 1394460"/>
                  <a:gd name="connsiteX0" fmla="*/ 554063 w 1127601"/>
                  <a:gd name="connsiteY0" fmla="*/ 0 h 1394460"/>
                  <a:gd name="connsiteX1" fmla="*/ 576923 w 1127601"/>
                  <a:gd name="connsiteY1" fmla="*/ 1394460 h 1394460"/>
                  <a:gd name="connsiteX2" fmla="*/ 554063 w 1127601"/>
                  <a:gd name="connsiteY2" fmla="*/ 0 h 1394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7601" h="1394460">
                    <a:moveTo>
                      <a:pt x="554063" y="0"/>
                    </a:moveTo>
                    <a:cubicBezTo>
                      <a:pt x="1582763" y="693420"/>
                      <a:pt x="996023" y="1371600"/>
                      <a:pt x="576923" y="1394460"/>
                    </a:cubicBezTo>
                    <a:cubicBezTo>
                      <a:pt x="112103" y="1371600"/>
                      <a:pt x="-436537" y="762000"/>
                      <a:pt x="554063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5" name="Rectangle 2">
                <a:extLst>
                  <a:ext uri="{FF2B5EF4-FFF2-40B4-BE49-F238E27FC236}">
                    <a16:creationId xmlns:a16="http://schemas.microsoft.com/office/drawing/2014/main" id="{2C9FD8F9-66CA-05F6-E9EE-483CEFE63E27}"/>
                  </a:ext>
                </a:extLst>
              </p:cNvPr>
              <p:cNvSpPr/>
              <p:nvPr/>
            </p:nvSpPr>
            <p:spPr>
              <a:xfrm>
                <a:off x="4646697" y="3086100"/>
                <a:ext cx="1127601" cy="1394460"/>
              </a:xfrm>
              <a:custGeom>
                <a:avLst/>
                <a:gdLst>
                  <a:gd name="connsiteX0" fmla="*/ 0 w 457200"/>
                  <a:gd name="connsiteY0" fmla="*/ 0 h 1219200"/>
                  <a:gd name="connsiteX1" fmla="*/ 457200 w 457200"/>
                  <a:gd name="connsiteY1" fmla="*/ 0 h 1219200"/>
                  <a:gd name="connsiteX2" fmla="*/ 457200 w 457200"/>
                  <a:gd name="connsiteY2" fmla="*/ 1219200 h 1219200"/>
                  <a:gd name="connsiteX3" fmla="*/ 0 w 457200"/>
                  <a:gd name="connsiteY3" fmla="*/ 1219200 h 1219200"/>
                  <a:gd name="connsiteX4" fmla="*/ 0 w 457200"/>
                  <a:gd name="connsiteY4" fmla="*/ 0 h 1219200"/>
                  <a:gd name="connsiteX0" fmla="*/ 0 w 624840"/>
                  <a:gd name="connsiteY0" fmla="*/ 91440 h 1219200"/>
                  <a:gd name="connsiteX1" fmla="*/ 624840 w 624840"/>
                  <a:gd name="connsiteY1" fmla="*/ 0 h 1219200"/>
                  <a:gd name="connsiteX2" fmla="*/ 624840 w 624840"/>
                  <a:gd name="connsiteY2" fmla="*/ 1219200 h 1219200"/>
                  <a:gd name="connsiteX3" fmla="*/ 167640 w 624840"/>
                  <a:gd name="connsiteY3" fmla="*/ 1219200 h 1219200"/>
                  <a:gd name="connsiteX4" fmla="*/ 0 w 624840"/>
                  <a:gd name="connsiteY4" fmla="*/ 91440 h 12192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624840 w 624840"/>
                  <a:gd name="connsiteY2" fmla="*/ 1219200 h 1485900"/>
                  <a:gd name="connsiteX3" fmla="*/ 22860 w 624840"/>
                  <a:gd name="connsiteY3" fmla="*/ 1485900 h 1485900"/>
                  <a:gd name="connsiteX4" fmla="*/ 0 w 624840"/>
                  <a:gd name="connsiteY4" fmla="*/ 91440 h 14859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22860 w 624840"/>
                  <a:gd name="connsiteY2" fmla="*/ 1485900 h 1485900"/>
                  <a:gd name="connsiteX3" fmla="*/ 0 w 624840"/>
                  <a:gd name="connsiteY3" fmla="*/ 91440 h 1485900"/>
                  <a:gd name="connsiteX0" fmla="*/ 436076 w 1060916"/>
                  <a:gd name="connsiteY0" fmla="*/ 91440 h 1485900"/>
                  <a:gd name="connsiteX1" fmla="*/ 1060916 w 1060916"/>
                  <a:gd name="connsiteY1" fmla="*/ 0 h 1485900"/>
                  <a:gd name="connsiteX2" fmla="*/ 458936 w 1060916"/>
                  <a:gd name="connsiteY2" fmla="*/ 1485900 h 1485900"/>
                  <a:gd name="connsiteX3" fmla="*/ 436076 w 1060916"/>
                  <a:gd name="connsiteY3" fmla="*/ 91440 h 1485900"/>
                  <a:gd name="connsiteX0" fmla="*/ 554063 w 1178903"/>
                  <a:gd name="connsiteY0" fmla="*/ 91440 h 1485900"/>
                  <a:gd name="connsiteX1" fmla="*/ 1178903 w 1178903"/>
                  <a:gd name="connsiteY1" fmla="*/ 0 h 1485900"/>
                  <a:gd name="connsiteX2" fmla="*/ 576923 w 1178903"/>
                  <a:gd name="connsiteY2" fmla="*/ 1485900 h 1485900"/>
                  <a:gd name="connsiteX3" fmla="*/ 554063 w 1178903"/>
                  <a:gd name="connsiteY3" fmla="*/ 91440 h 1485900"/>
                  <a:gd name="connsiteX0" fmla="*/ 554063 w 576923"/>
                  <a:gd name="connsiteY0" fmla="*/ 0 h 1394460"/>
                  <a:gd name="connsiteX1" fmla="*/ 576923 w 576923"/>
                  <a:gd name="connsiteY1" fmla="*/ 1394460 h 1394460"/>
                  <a:gd name="connsiteX2" fmla="*/ 554063 w 576923"/>
                  <a:gd name="connsiteY2" fmla="*/ 0 h 1394460"/>
                  <a:gd name="connsiteX0" fmla="*/ 554063 w 1015539"/>
                  <a:gd name="connsiteY0" fmla="*/ 0 h 1394460"/>
                  <a:gd name="connsiteX1" fmla="*/ 576923 w 1015539"/>
                  <a:gd name="connsiteY1" fmla="*/ 1394460 h 1394460"/>
                  <a:gd name="connsiteX2" fmla="*/ 554063 w 1015539"/>
                  <a:gd name="connsiteY2" fmla="*/ 0 h 1394460"/>
                  <a:gd name="connsiteX0" fmla="*/ 554063 w 1127601"/>
                  <a:gd name="connsiteY0" fmla="*/ 0 h 1394460"/>
                  <a:gd name="connsiteX1" fmla="*/ 576923 w 1127601"/>
                  <a:gd name="connsiteY1" fmla="*/ 1394460 h 1394460"/>
                  <a:gd name="connsiteX2" fmla="*/ 554063 w 1127601"/>
                  <a:gd name="connsiteY2" fmla="*/ 0 h 1394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7601" h="1394460">
                    <a:moveTo>
                      <a:pt x="554063" y="0"/>
                    </a:moveTo>
                    <a:cubicBezTo>
                      <a:pt x="1582763" y="693420"/>
                      <a:pt x="996023" y="1371600"/>
                      <a:pt x="576923" y="1394460"/>
                    </a:cubicBezTo>
                    <a:cubicBezTo>
                      <a:pt x="112103" y="1371600"/>
                      <a:pt x="-436537" y="762000"/>
                      <a:pt x="554063" y="0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1C69E532-20F3-14CB-AEDD-6F4C217B0FC4}"/>
                </a:ext>
              </a:extLst>
            </p:cNvPr>
            <p:cNvGrpSpPr/>
            <p:nvPr/>
          </p:nvGrpSpPr>
          <p:grpSpPr>
            <a:xfrm rot="20471543">
              <a:off x="5857207" y="3184949"/>
              <a:ext cx="1495848" cy="2413905"/>
              <a:chOff x="4630514" y="3086100"/>
              <a:chExt cx="1143784" cy="1459271"/>
            </a:xfrm>
            <a:solidFill>
              <a:srgbClr val="82ED5C"/>
            </a:solidFill>
          </p:grpSpPr>
          <p:sp>
            <p:nvSpPr>
              <p:cNvPr id="139" name="Rectangle 2">
                <a:extLst>
                  <a:ext uri="{FF2B5EF4-FFF2-40B4-BE49-F238E27FC236}">
                    <a16:creationId xmlns:a16="http://schemas.microsoft.com/office/drawing/2014/main" id="{E91E9413-15BC-709E-7FF6-385566F69935}"/>
                  </a:ext>
                </a:extLst>
              </p:cNvPr>
              <p:cNvSpPr/>
              <p:nvPr/>
            </p:nvSpPr>
            <p:spPr>
              <a:xfrm>
                <a:off x="4630514" y="3150911"/>
                <a:ext cx="1127601" cy="1394460"/>
              </a:xfrm>
              <a:custGeom>
                <a:avLst/>
                <a:gdLst>
                  <a:gd name="connsiteX0" fmla="*/ 0 w 457200"/>
                  <a:gd name="connsiteY0" fmla="*/ 0 h 1219200"/>
                  <a:gd name="connsiteX1" fmla="*/ 457200 w 457200"/>
                  <a:gd name="connsiteY1" fmla="*/ 0 h 1219200"/>
                  <a:gd name="connsiteX2" fmla="*/ 457200 w 457200"/>
                  <a:gd name="connsiteY2" fmla="*/ 1219200 h 1219200"/>
                  <a:gd name="connsiteX3" fmla="*/ 0 w 457200"/>
                  <a:gd name="connsiteY3" fmla="*/ 1219200 h 1219200"/>
                  <a:gd name="connsiteX4" fmla="*/ 0 w 457200"/>
                  <a:gd name="connsiteY4" fmla="*/ 0 h 1219200"/>
                  <a:gd name="connsiteX0" fmla="*/ 0 w 624840"/>
                  <a:gd name="connsiteY0" fmla="*/ 91440 h 1219200"/>
                  <a:gd name="connsiteX1" fmla="*/ 624840 w 624840"/>
                  <a:gd name="connsiteY1" fmla="*/ 0 h 1219200"/>
                  <a:gd name="connsiteX2" fmla="*/ 624840 w 624840"/>
                  <a:gd name="connsiteY2" fmla="*/ 1219200 h 1219200"/>
                  <a:gd name="connsiteX3" fmla="*/ 167640 w 624840"/>
                  <a:gd name="connsiteY3" fmla="*/ 1219200 h 1219200"/>
                  <a:gd name="connsiteX4" fmla="*/ 0 w 624840"/>
                  <a:gd name="connsiteY4" fmla="*/ 91440 h 12192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624840 w 624840"/>
                  <a:gd name="connsiteY2" fmla="*/ 1219200 h 1485900"/>
                  <a:gd name="connsiteX3" fmla="*/ 22860 w 624840"/>
                  <a:gd name="connsiteY3" fmla="*/ 1485900 h 1485900"/>
                  <a:gd name="connsiteX4" fmla="*/ 0 w 624840"/>
                  <a:gd name="connsiteY4" fmla="*/ 91440 h 14859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22860 w 624840"/>
                  <a:gd name="connsiteY2" fmla="*/ 1485900 h 1485900"/>
                  <a:gd name="connsiteX3" fmla="*/ 0 w 624840"/>
                  <a:gd name="connsiteY3" fmla="*/ 91440 h 1485900"/>
                  <a:gd name="connsiteX0" fmla="*/ 436076 w 1060916"/>
                  <a:gd name="connsiteY0" fmla="*/ 91440 h 1485900"/>
                  <a:gd name="connsiteX1" fmla="*/ 1060916 w 1060916"/>
                  <a:gd name="connsiteY1" fmla="*/ 0 h 1485900"/>
                  <a:gd name="connsiteX2" fmla="*/ 458936 w 1060916"/>
                  <a:gd name="connsiteY2" fmla="*/ 1485900 h 1485900"/>
                  <a:gd name="connsiteX3" fmla="*/ 436076 w 1060916"/>
                  <a:gd name="connsiteY3" fmla="*/ 91440 h 1485900"/>
                  <a:gd name="connsiteX0" fmla="*/ 554063 w 1178903"/>
                  <a:gd name="connsiteY0" fmla="*/ 91440 h 1485900"/>
                  <a:gd name="connsiteX1" fmla="*/ 1178903 w 1178903"/>
                  <a:gd name="connsiteY1" fmla="*/ 0 h 1485900"/>
                  <a:gd name="connsiteX2" fmla="*/ 576923 w 1178903"/>
                  <a:gd name="connsiteY2" fmla="*/ 1485900 h 1485900"/>
                  <a:gd name="connsiteX3" fmla="*/ 554063 w 1178903"/>
                  <a:gd name="connsiteY3" fmla="*/ 91440 h 1485900"/>
                  <a:gd name="connsiteX0" fmla="*/ 554063 w 576923"/>
                  <a:gd name="connsiteY0" fmla="*/ 0 h 1394460"/>
                  <a:gd name="connsiteX1" fmla="*/ 576923 w 576923"/>
                  <a:gd name="connsiteY1" fmla="*/ 1394460 h 1394460"/>
                  <a:gd name="connsiteX2" fmla="*/ 554063 w 576923"/>
                  <a:gd name="connsiteY2" fmla="*/ 0 h 1394460"/>
                  <a:gd name="connsiteX0" fmla="*/ 554063 w 1015539"/>
                  <a:gd name="connsiteY0" fmla="*/ 0 h 1394460"/>
                  <a:gd name="connsiteX1" fmla="*/ 576923 w 1015539"/>
                  <a:gd name="connsiteY1" fmla="*/ 1394460 h 1394460"/>
                  <a:gd name="connsiteX2" fmla="*/ 554063 w 1015539"/>
                  <a:gd name="connsiteY2" fmla="*/ 0 h 1394460"/>
                  <a:gd name="connsiteX0" fmla="*/ 554063 w 1127601"/>
                  <a:gd name="connsiteY0" fmla="*/ 0 h 1394460"/>
                  <a:gd name="connsiteX1" fmla="*/ 576923 w 1127601"/>
                  <a:gd name="connsiteY1" fmla="*/ 1394460 h 1394460"/>
                  <a:gd name="connsiteX2" fmla="*/ 554063 w 1127601"/>
                  <a:gd name="connsiteY2" fmla="*/ 0 h 1394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7601" h="1394460">
                    <a:moveTo>
                      <a:pt x="554063" y="0"/>
                    </a:moveTo>
                    <a:cubicBezTo>
                      <a:pt x="1582763" y="693420"/>
                      <a:pt x="996023" y="1371600"/>
                      <a:pt x="576923" y="1394460"/>
                    </a:cubicBezTo>
                    <a:cubicBezTo>
                      <a:pt x="112103" y="1371600"/>
                      <a:pt x="-436537" y="762000"/>
                      <a:pt x="554063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Rectangle 2">
                <a:extLst>
                  <a:ext uri="{FF2B5EF4-FFF2-40B4-BE49-F238E27FC236}">
                    <a16:creationId xmlns:a16="http://schemas.microsoft.com/office/drawing/2014/main" id="{F1C5E5BB-8F4A-B480-E18E-E5BA90540B93}"/>
                  </a:ext>
                </a:extLst>
              </p:cNvPr>
              <p:cNvSpPr/>
              <p:nvPr/>
            </p:nvSpPr>
            <p:spPr>
              <a:xfrm>
                <a:off x="4646697" y="3086100"/>
                <a:ext cx="1127601" cy="1394460"/>
              </a:xfrm>
              <a:custGeom>
                <a:avLst/>
                <a:gdLst>
                  <a:gd name="connsiteX0" fmla="*/ 0 w 457200"/>
                  <a:gd name="connsiteY0" fmla="*/ 0 h 1219200"/>
                  <a:gd name="connsiteX1" fmla="*/ 457200 w 457200"/>
                  <a:gd name="connsiteY1" fmla="*/ 0 h 1219200"/>
                  <a:gd name="connsiteX2" fmla="*/ 457200 w 457200"/>
                  <a:gd name="connsiteY2" fmla="*/ 1219200 h 1219200"/>
                  <a:gd name="connsiteX3" fmla="*/ 0 w 457200"/>
                  <a:gd name="connsiteY3" fmla="*/ 1219200 h 1219200"/>
                  <a:gd name="connsiteX4" fmla="*/ 0 w 457200"/>
                  <a:gd name="connsiteY4" fmla="*/ 0 h 1219200"/>
                  <a:gd name="connsiteX0" fmla="*/ 0 w 624840"/>
                  <a:gd name="connsiteY0" fmla="*/ 91440 h 1219200"/>
                  <a:gd name="connsiteX1" fmla="*/ 624840 w 624840"/>
                  <a:gd name="connsiteY1" fmla="*/ 0 h 1219200"/>
                  <a:gd name="connsiteX2" fmla="*/ 624840 w 624840"/>
                  <a:gd name="connsiteY2" fmla="*/ 1219200 h 1219200"/>
                  <a:gd name="connsiteX3" fmla="*/ 167640 w 624840"/>
                  <a:gd name="connsiteY3" fmla="*/ 1219200 h 1219200"/>
                  <a:gd name="connsiteX4" fmla="*/ 0 w 624840"/>
                  <a:gd name="connsiteY4" fmla="*/ 91440 h 12192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624840 w 624840"/>
                  <a:gd name="connsiteY2" fmla="*/ 1219200 h 1485900"/>
                  <a:gd name="connsiteX3" fmla="*/ 22860 w 624840"/>
                  <a:gd name="connsiteY3" fmla="*/ 1485900 h 1485900"/>
                  <a:gd name="connsiteX4" fmla="*/ 0 w 624840"/>
                  <a:gd name="connsiteY4" fmla="*/ 91440 h 14859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22860 w 624840"/>
                  <a:gd name="connsiteY2" fmla="*/ 1485900 h 1485900"/>
                  <a:gd name="connsiteX3" fmla="*/ 0 w 624840"/>
                  <a:gd name="connsiteY3" fmla="*/ 91440 h 1485900"/>
                  <a:gd name="connsiteX0" fmla="*/ 436076 w 1060916"/>
                  <a:gd name="connsiteY0" fmla="*/ 91440 h 1485900"/>
                  <a:gd name="connsiteX1" fmla="*/ 1060916 w 1060916"/>
                  <a:gd name="connsiteY1" fmla="*/ 0 h 1485900"/>
                  <a:gd name="connsiteX2" fmla="*/ 458936 w 1060916"/>
                  <a:gd name="connsiteY2" fmla="*/ 1485900 h 1485900"/>
                  <a:gd name="connsiteX3" fmla="*/ 436076 w 1060916"/>
                  <a:gd name="connsiteY3" fmla="*/ 91440 h 1485900"/>
                  <a:gd name="connsiteX0" fmla="*/ 554063 w 1178903"/>
                  <a:gd name="connsiteY0" fmla="*/ 91440 h 1485900"/>
                  <a:gd name="connsiteX1" fmla="*/ 1178903 w 1178903"/>
                  <a:gd name="connsiteY1" fmla="*/ 0 h 1485900"/>
                  <a:gd name="connsiteX2" fmla="*/ 576923 w 1178903"/>
                  <a:gd name="connsiteY2" fmla="*/ 1485900 h 1485900"/>
                  <a:gd name="connsiteX3" fmla="*/ 554063 w 1178903"/>
                  <a:gd name="connsiteY3" fmla="*/ 91440 h 1485900"/>
                  <a:gd name="connsiteX0" fmla="*/ 554063 w 576923"/>
                  <a:gd name="connsiteY0" fmla="*/ 0 h 1394460"/>
                  <a:gd name="connsiteX1" fmla="*/ 576923 w 576923"/>
                  <a:gd name="connsiteY1" fmla="*/ 1394460 h 1394460"/>
                  <a:gd name="connsiteX2" fmla="*/ 554063 w 576923"/>
                  <a:gd name="connsiteY2" fmla="*/ 0 h 1394460"/>
                  <a:gd name="connsiteX0" fmla="*/ 554063 w 1015539"/>
                  <a:gd name="connsiteY0" fmla="*/ 0 h 1394460"/>
                  <a:gd name="connsiteX1" fmla="*/ 576923 w 1015539"/>
                  <a:gd name="connsiteY1" fmla="*/ 1394460 h 1394460"/>
                  <a:gd name="connsiteX2" fmla="*/ 554063 w 1015539"/>
                  <a:gd name="connsiteY2" fmla="*/ 0 h 1394460"/>
                  <a:gd name="connsiteX0" fmla="*/ 554063 w 1127601"/>
                  <a:gd name="connsiteY0" fmla="*/ 0 h 1394460"/>
                  <a:gd name="connsiteX1" fmla="*/ 576923 w 1127601"/>
                  <a:gd name="connsiteY1" fmla="*/ 1394460 h 1394460"/>
                  <a:gd name="connsiteX2" fmla="*/ 554063 w 1127601"/>
                  <a:gd name="connsiteY2" fmla="*/ 0 h 1394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7601" h="1394460">
                    <a:moveTo>
                      <a:pt x="554063" y="0"/>
                    </a:moveTo>
                    <a:cubicBezTo>
                      <a:pt x="1582763" y="693420"/>
                      <a:pt x="996023" y="1371600"/>
                      <a:pt x="576923" y="1394460"/>
                    </a:cubicBezTo>
                    <a:cubicBezTo>
                      <a:pt x="112103" y="1371600"/>
                      <a:pt x="-436537" y="762000"/>
                      <a:pt x="554063" y="0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6DC55958-5FD7-4365-D40C-934C0399C3F6}"/>
                  </a:ext>
                </a:extLst>
              </p:cNvPr>
              <p:cNvSpPr/>
              <p:nvPr/>
            </p:nvSpPr>
            <p:spPr>
              <a:xfrm>
                <a:off x="5212080" y="3101340"/>
                <a:ext cx="0" cy="693420"/>
              </a:xfrm>
              <a:custGeom>
                <a:avLst/>
                <a:gdLst>
                  <a:gd name="connsiteX0" fmla="*/ 0 w 0"/>
                  <a:gd name="connsiteY0" fmla="*/ 0 h 693420"/>
                  <a:gd name="connsiteX1" fmla="*/ 0 w 0"/>
                  <a:gd name="connsiteY1" fmla="*/ 693420 h 693420"/>
                  <a:gd name="connsiteX2" fmla="*/ 0 w 0"/>
                  <a:gd name="connsiteY2" fmla="*/ 693420 h 693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h="693420">
                    <a:moveTo>
                      <a:pt x="0" y="0"/>
                    </a:moveTo>
                    <a:lnTo>
                      <a:pt x="0" y="693420"/>
                    </a:lnTo>
                    <a:lnTo>
                      <a:pt x="0" y="693420"/>
                    </a:lnTo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1FD31DE7-CE25-8AA1-F446-B9D30E85195A}"/>
                </a:ext>
              </a:extLst>
            </p:cNvPr>
            <p:cNvGrpSpPr/>
            <p:nvPr/>
          </p:nvGrpSpPr>
          <p:grpSpPr>
            <a:xfrm rot="1466888" flipH="1">
              <a:off x="8569771" y="3259784"/>
              <a:ext cx="1547695" cy="2358265"/>
              <a:chOff x="4590870" y="3086100"/>
              <a:chExt cx="1183428" cy="1425635"/>
            </a:xfrm>
            <a:solidFill>
              <a:srgbClr val="82ED5C"/>
            </a:solidFill>
          </p:grpSpPr>
          <p:sp>
            <p:nvSpPr>
              <p:cNvPr id="140" name="Rectangle 2">
                <a:extLst>
                  <a:ext uri="{FF2B5EF4-FFF2-40B4-BE49-F238E27FC236}">
                    <a16:creationId xmlns:a16="http://schemas.microsoft.com/office/drawing/2014/main" id="{9D2A8897-DCE6-A5A4-7A97-6E86702792B5}"/>
                  </a:ext>
                </a:extLst>
              </p:cNvPr>
              <p:cNvSpPr/>
              <p:nvPr/>
            </p:nvSpPr>
            <p:spPr>
              <a:xfrm>
                <a:off x="4590870" y="3117275"/>
                <a:ext cx="1127601" cy="1394460"/>
              </a:xfrm>
              <a:custGeom>
                <a:avLst/>
                <a:gdLst>
                  <a:gd name="connsiteX0" fmla="*/ 0 w 457200"/>
                  <a:gd name="connsiteY0" fmla="*/ 0 h 1219200"/>
                  <a:gd name="connsiteX1" fmla="*/ 457200 w 457200"/>
                  <a:gd name="connsiteY1" fmla="*/ 0 h 1219200"/>
                  <a:gd name="connsiteX2" fmla="*/ 457200 w 457200"/>
                  <a:gd name="connsiteY2" fmla="*/ 1219200 h 1219200"/>
                  <a:gd name="connsiteX3" fmla="*/ 0 w 457200"/>
                  <a:gd name="connsiteY3" fmla="*/ 1219200 h 1219200"/>
                  <a:gd name="connsiteX4" fmla="*/ 0 w 457200"/>
                  <a:gd name="connsiteY4" fmla="*/ 0 h 1219200"/>
                  <a:gd name="connsiteX0" fmla="*/ 0 w 624840"/>
                  <a:gd name="connsiteY0" fmla="*/ 91440 h 1219200"/>
                  <a:gd name="connsiteX1" fmla="*/ 624840 w 624840"/>
                  <a:gd name="connsiteY1" fmla="*/ 0 h 1219200"/>
                  <a:gd name="connsiteX2" fmla="*/ 624840 w 624840"/>
                  <a:gd name="connsiteY2" fmla="*/ 1219200 h 1219200"/>
                  <a:gd name="connsiteX3" fmla="*/ 167640 w 624840"/>
                  <a:gd name="connsiteY3" fmla="*/ 1219200 h 1219200"/>
                  <a:gd name="connsiteX4" fmla="*/ 0 w 624840"/>
                  <a:gd name="connsiteY4" fmla="*/ 91440 h 12192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624840 w 624840"/>
                  <a:gd name="connsiteY2" fmla="*/ 1219200 h 1485900"/>
                  <a:gd name="connsiteX3" fmla="*/ 22860 w 624840"/>
                  <a:gd name="connsiteY3" fmla="*/ 1485900 h 1485900"/>
                  <a:gd name="connsiteX4" fmla="*/ 0 w 624840"/>
                  <a:gd name="connsiteY4" fmla="*/ 91440 h 14859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22860 w 624840"/>
                  <a:gd name="connsiteY2" fmla="*/ 1485900 h 1485900"/>
                  <a:gd name="connsiteX3" fmla="*/ 0 w 624840"/>
                  <a:gd name="connsiteY3" fmla="*/ 91440 h 1485900"/>
                  <a:gd name="connsiteX0" fmla="*/ 436076 w 1060916"/>
                  <a:gd name="connsiteY0" fmla="*/ 91440 h 1485900"/>
                  <a:gd name="connsiteX1" fmla="*/ 1060916 w 1060916"/>
                  <a:gd name="connsiteY1" fmla="*/ 0 h 1485900"/>
                  <a:gd name="connsiteX2" fmla="*/ 458936 w 1060916"/>
                  <a:gd name="connsiteY2" fmla="*/ 1485900 h 1485900"/>
                  <a:gd name="connsiteX3" fmla="*/ 436076 w 1060916"/>
                  <a:gd name="connsiteY3" fmla="*/ 91440 h 1485900"/>
                  <a:gd name="connsiteX0" fmla="*/ 554063 w 1178903"/>
                  <a:gd name="connsiteY0" fmla="*/ 91440 h 1485900"/>
                  <a:gd name="connsiteX1" fmla="*/ 1178903 w 1178903"/>
                  <a:gd name="connsiteY1" fmla="*/ 0 h 1485900"/>
                  <a:gd name="connsiteX2" fmla="*/ 576923 w 1178903"/>
                  <a:gd name="connsiteY2" fmla="*/ 1485900 h 1485900"/>
                  <a:gd name="connsiteX3" fmla="*/ 554063 w 1178903"/>
                  <a:gd name="connsiteY3" fmla="*/ 91440 h 1485900"/>
                  <a:gd name="connsiteX0" fmla="*/ 554063 w 576923"/>
                  <a:gd name="connsiteY0" fmla="*/ 0 h 1394460"/>
                  <a:gd name="connsiteX1" fmla="*/ 576923 w 576923"/>
                  <a:gd name="connsiteY1" fmla="*/ 1394460 h 1394460"/>
                  <a:gd name="connsiteX2" fmla="*/ 554063 w 576923"/>
                  <a:gd name="connsiteY2" fmla="*/ 0 h 1394460"/>
                  <a:gd name="connsiteX0" fmla="*/ 554063 w 1015539"/>
                  <a:gd name="connsiteY0" fmla="*/ 0 h 1394460"/>
                  <a:gd name="connsiteX1" fmla="*/ 576923 w 1015539"/>
                  <a:gd name="connsiteY1" fmla="*/ 1394460 h 1394460"/>
                  <a:gd name="connsiteX2" fmla="*/ 554063 w 1015539"/>
                  <a:gd name="connsiteY2" fmla="*/ 0 h 1394460"/>
                  <a:gd name="connsiteX0" fmla="*/ 554063 w 1127601"/>
                  <a:gd name="connsiteY0" fmla="*/ 0 h 1394460"/>
                  <a:gd name="connsiteX1" fmla="*/ 576923 w 1127601"/>
                  <a:gd name="connsiteY1" fmla="*/ 1394460 h 1394460"/>
                  <a:gd name="connsiteX2" fmla="*/ 554063 w 1127601"/>
                  <a:gd name="connsiteY2" fmla="*/ 0 h 1394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7601" h="1394460">
                    <a:moveTo>
                      <a:pt x="554063" y="0"/>
                    </a:moveTo>
                    <a:cubicBezTo>
                      <a:pt x="1582763" y="693420"/>
                      <a:pt x="996023" y="1371600"/>
                      <a:pt x="576923" y="1394460"/>
                    </a:cubicBezTo>
                    <a:cubicBezTo>
                      <a:pt x="112103" y="1371600"/>
                      <a:pt x="-436537" y="762000"/>
                      <a:pt x="554063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" name="Rectangle 2">
                <a:extLst>
                  <a:ext uri="{FF2B5EF4-FFF2-40B4-BE49-F238E27FC236}">
                    <a16:creationId xmlns:a16="http://schemas.microsoft.com/office/drawing/2014/main" id="{BF7FF9A6-5FD7-1C54-E625-7AF7F2B8D4EE}"/>
                  </a:ext>
                </a:extLst>
              </p:cNvPr>
              <p:cNvSpPr/>
              <p:nvPr/>
            </p:nvSpPr>
            <p:spPr>
              <a:xfrm>
                <a:off x="4646697" y="3086100"/>
                <a:ext cx="1127601" cy="1394460"/>
              </a:xfrm>
              <a:custGeom>
                <a:avLst/>
                <a:gdLst>
                  <a:gd name="connsiteX0" fmla="*/ 0 w 457200"/>
                  <a:gd name="connsiteY0" fmla="*/ 0 h 1219200"/>
                  <a:gd name="connsiteX1" fmla="*/ 457200 w 457200"/>
                  <a:gd name="connsiteY1" fmla="*/ 0 h 1219200"/>
                  <a:gd name="connsiteX2" fmla="*/ 457200 w 457200"/>
                  <a:gd name="connsiteY2" fmla="*/ 1219200 h 1219200"/>
                  <a:gd name="connsiteX3" fmla="*/ 0 w 457200"/>
                  <a:gd name="connsiteY3" fmla="*/ 1219200 h 1219200"/>
                  <a:gd name="connsiteX4" fmla="*/ 0 w 457200"/>
                  <a:gd name="connsiteY4" fmla="*/ 0 h 1219200"/>
                  <a:gd name="connsiteX0" fmla="*/ 0 w 624840"/>
                  <a:gd name="connsiteY0" fmla="*/ 91440 h 1219200"/>
                  <a:gd name="connsiteX1" fmla="*/ 624840 w 624840"/>
                  <a:gd name="connsiteY1" fmla="*/ 0 h 1219200"/>
                  <a:gd name="connsiteX2" fmla="*/ 624840 w 624840"/>
                  <a:gd name="connsiteY2" fmla="*/ 1219200 h 1219200"/>
                  <a:gd name="connsiteX3" fmla="*/ 167640 w 624840"/>
                  <a:gd name="connsiteY3" fmla="*/ 1219200 h 1219200"/>
                  <a:gd name="connsiteX4" fmla="*/ 0 w 624840"/>
                  <a:gd name="connsiteY4" fmla="*/ 91440 h 12192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624840 w 624840"/>
                  <a:gd name="connsiteY2" fmla="*/ 1219200 h 1485900"/>
                  <a:gd name="connsiteX3" fmla="*/ 22860 w 624840"/>
                  <a:gd name="connsiteY3" fmla="*/ 1485900 h 1485900"/>
                  <a:gd name="connsiteX4" fmla="*/ 0 w 624840"/>
                  <a:gd name="connsiteY4" fmla="*/ 91440 h 14859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22860 w 624840"/>
                  <a:gd name="connsiteY2" fmla="*/ 1485900 h 1485900"/>
                  <a:gd name="connsiteX3" fmla="*/ 0 w 624840"/>
                  <a:gd name="connsiteY3" fmla="*/ 91440 h 1485900"/>
                  <a:gd name="connsiteX0" fmla="*/ 436076 w 1060916"/>
                  <a:gd name="connsiteY0" fmla="*/ 91440 h 1485900"/>
                  <a:gd name="connsiteX1" fmla="*/ 1060916 w 1060916"/>
                  <a:gd name="connsiteY1" fmla="*/ 0 h 1485900"/>
                  <a:gd name="connsiteX2" fmla="*/ 458936 w 1060916"/>
                  <a:gd name="connsiteY2" fmla="*/ 1485900 h 1485900"/>
                  <a:gd name="connsiteX3" fmla="*/ 436076 w 1060916"/>
                  <a:gd name="connsiteY3" fmla="*/ 91440 h 1485900"/>
                  <a:gd name="connsiteX0" fmla="*/ 554063 w 1178903"/>
                  <a:gd name="connsiteY0" fmla="*/ 91440 h 1485900"/>
                  <a:gd name="connsiteX1" fmla="*/ 1178903 w 1178903"/>
                  <a:gd name="connsiteY1" fmla="*/ 0 h 1485900"/>
                  <a:gd name="connsiteX2" fmla="*/ 576923 w 1178903"/>
                  <a:gd name="connsiteY2" fmla="*/ 1485900 h 1485900"/>
                  <a:gd name="connsiteX3" fmla="*/ 554063 w 1178903"/>
                  <a:gd name="connsiteY3" fmla="*/ 91440 h 1485900"/>
                  <a:gd name="connsiteX0" fmla="*/ 554063 w 576923"/>
                  <a:gd name="connsiteY0" fmla="*/ 0 h 1394460"/>
                  <a:gd name="connsiteX1" fmla="*/ 576923 w 576923"/>
                  <a:gd name="connsiteY1" fmla="*/ 1394460 h 1394460"/>
                  <a:gd name="connsiteX2" fmla="*/ 554063 w 576923"/>
                  <a:gd name="connsiteY2" fmla="*/ 0 h 1394460"/>
                  <a:gd name="connsiteX0" fmla="*/ 554063 w 1015539"/>
                  <a:gd name="connsiteY0" fmla="*/ 0 h 1394460"/>
                  <a:gd name="connsiteX1" fmla="*/ 576923 w 1015539"/>
                  <a:gd name="connsiteY1" fmla="*/ 1394460 h 1394460"/>
                  <a:gd name="connsiteX2" fmla="*/ 554063 w 1015539"/>
                  <a:gd name="connsiteY2" fmla="*/ 0 h 1394460"/>
                  <a:gd name="connsiteX0" fmla="*/ 554063 w 1127601"/>
                  <a:gd name="connsiteY0" fmla="*/ 0 h 1394460"/>
                  <a:gd name="connsiteX1" fmla="*/ 576923 w 1127601"/>
                  <a:gd name="connsiteY1" fmla="*/ 1394460 h 1394460"/>
                  <a:gd name="connsiteX2" fmla="*/ 554063 w 1127601"/>
                  <a:gd name="connsiteY2" fmla="*/ 0 h 1394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7601" h="1394460">
                    <a:moveTo>
                      <a:pt x="554063" y="0"/>
                    </a:moveTo>
                    <a:cubicBezTo>
                      <a:pt x="1582763" y="693420"/>
                      <a:pt x="996023" y="1371600"/>
                      <a:pt x="576923" y="1394460"/>
                    </a:cubicBezTo>
                    <a:cubicBezTo>
                      <a:pt x="112103" y="1371600"/>
                      <a:pt x="-436537" y="762000"/>
                      <a:pt x="554063" y="0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D6194773-4016-D8A2-74A4-81588C00787A}"/>
                  </a:ext>
                </a:extLst>
              </p:cNvPr>
              <p:cNvSpPr/>
              <p:nvPr/>
            </p:nvSpPr>
            <p:spPr>
              <a:xfrm>
                <a:off x="5212080" y="3101340"/>
                <a:ext cx="0" cy="693420"/>
              </a:xfrm>
              <a:custGeom>
                <a:avLst/>
                <a:gdLst>
                  <a:gd name="connsiteX0" fmla="*/ 0 w 0"/>
                  <a:gd name="connsiteY0" fmla="*/ 0 h 693420"/>
                  <a:gd name="connsiteX1" fmla="*/ 0 w 0"/>
                  <a:gd name="connsiteY1" fmla="*/ 693420 h 693420"/>
                  <a:gd name="connsiteX2" fmla="*/ 0 w 0"/>
                  <a:gd name="connsiteY2" fmla="*/ 693420 h 693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h="693420">
                    <a:moveTo>
                      <a:pt x="0" y="0"/>
                    </a:moveTo>
                    <a:lnTo>
                      <a:pt x="0" y="693420"/>
                    </a:lnTo>
                    <a:lnTo>
                      <a:pt x="0" y="693420"/>
                    </a:lnTo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92" name="Rectangle 41">
              <a:extLst>
                <a:ext uri="{FF2B5EF4-FFF2-40B4-BE49-F238E27FC236}">
                  <a16:creationId xmlns:a16="http://schemas.microsoft.com/office/drawing/2014/main" id="{B570283A-5E61-2668-F780-DD755022E3B4}"/>
                </a:ext>
              </a:extLst>
            </p:cNvPr>
            <p:cNvSpPr/>
            <p:nvPr/>
          </p:nvSpPr>
          <p:spPr>
            <a:xfrm>
              <a:off x="7356174" y="5087294"/>
              <a:ext cx="1142203" cy="1694264"/>
            </a:xfrm>
            <a:custGeom>
              <a:avLst/>
              <a:gdLst>
                <a:gd name="connsiteX0" fmla="*/ 0 w 572500"/>
                <a:gd name="connsiteY0" fmla="*/ 0 h 485877"/>
                <a:gd name="connsiteX1" fmla="*/ 572500 w 572500"/>
                <a:gd name="connsiteY1" fmla="*/ 0 h 485877"/>
                <a:gd name="connsiteX2" fmla="*/ 572500 w 572500"/>
                <a:gd name="connsiteY2" fmla="*/ 485877 h 485877"/>
                <a:gd name="connsiteX3" fmla="*/ 0 w 572500"/>
                <a:gd name="connsiteY3" fmla="*/ 485877 h 485877"/>
                <a:gd name="connsiteX4" fmla="*/ 0 w 572500"/>
                <a:gd name="connsiteY4" fmla="*/ 0 h 485877"/>
                <a:gd name="connsiteX0" fmla="*/ 0 w 572500"/>
                <a:gd name="connsiteY0" fmla="*/ 0 h 1037420"/>
                <a:gd name="connsiteX1" fmla="*/ 572500 w 572500"/>
                <a:gd name="connsiteY1" fmla="*/ 0 h 1037420"/>
                <a:gd name="connsiteX2" fmla="*/ 572500 w 572500"/>
                <a:gd name="connsiteY2" fmla="*/ 485877 h 1037420"/>
                <a:gd name="connsiteX3" fmla="*/ 43543 w 572500"/>
                <a:gd name="connsiteY3" fmla="*/ 1037420 h 1037420"/>
                <a:gd name="connsiteX4" fmla="*/ 0 w 572500"/>
                <a:gd name="connsiteY4" fmla="*/ 0 h 1037420"/>
                <a:gd name="connsiteX0" fmla="*/ 0 w 630557"/>
                <a:gd name="connsiteY0" fmla="*/ 0 h 1066449"/>
                <a:gd name="connsiteX1" fmla="*/ 572500 w 630557"/>
                <a:gd name="connsiteY1" fmla="*/ 0 h 1066449"/>
                <a:gd name="connsiteX2" fmla="*/ 630557 w 630557"/>
                <a:gd name="connsiteY2" fmla="*/ 1066449 h 1066449"/>
                <a:gd name="connsiteX3" fmla="*/ 43543 w 630557"/>
                <a:gd name="connsiteY3" fmla="*/ 1037420 h 1066449"/>
                <a:gd name="connsiteX4" fmla="*/ 0 w 630557"/>
                <a:gd name="connsiteY4" fmla="*/ 0 h 1066449"/>
                <a:gd name="connsiteX0" fmla="*/ 0 w 630557"/>
                <a:gd name="connsiteY0" fmla="*/ 0 h 1066449"/>
                <a:gd name="connsiteX1" fmla="*/ 572500 w 630557"/>
                <a:gd name="connsiteY1" fmla="*/ 0 h 1066449"/>
                <a:gd name="connsiteX2" fmla="*/ 630557 w 630557"/>
                <a:gd name="connsiteY2" fmla="*/ 1066449 h 1066449"/>
                <a:gd name="connsiteX3" fmla="*/ 13063 w 630557"/>
                <a:gd name="connsiteY3" fmla="*/ 1022180 h 1066449"/>
                <a:gd name="connsiteX4" fmla="*/ 0 w 630557"/>
                <a:gd name="connsiteY4" fmla="*/ 0 h 1066449"/>
                <a:gd name="connsiteX0" fmla="*/ 0 w 645797"/>
                <a:gd name="connsiteY0" fmla="*/ 0 h 1043589"/>
                <a:gd name="connsiteX1" fmla="*/ 572500 w 645797"/>
                <a:gd name="connsiteY1" fmla="*/ 0 h 1043589"/>
                <a:gd name="connsiteX2" fmla="*/ 645797 w 645797"/>
                <a:gd name="connsiteY2" fmla="*/ 1043589 h 1043589"/>
                <a:gd name="connsiteX3" fmla="*/ 13063 w 645797"/>
                <a:gd name="connsiteY3" fmla="*/ 1022180 h 1043589"/>
                <a:gd name="connsiteX4" fmla="*/ 0 w 645797"/>
                <a:gd name="connsiteY4" fmla="*/ 0 h 1043589"/>
                <a:gd name="connsiteX0" fmla="*/ 0 w 645797"/>
                <a:gd name="connsiteY0" fmla="*/ 0 h 1043589"/>
                <a:gd name="connsiteX1" fmla="*/ 572500 w 645797"/>
                <a:gd name="connsiteY1" fmla="*/ 0 h 1043589"/>
                <a:gd name="connsiteX2" fmla="*/ 645797 w 645797"/>
                <a:gd name="connsiteY2" fmla="*/ 1043589 h 1043589"/>
                <a:gd name="connsiteX3" fmla="*/ 13063 w 645797"/>
                <a:gd name="connsiteY3" fmla="*/ 1022180 h 1043589"/>
                <a:gd name="connsiteX4" fmla="*/ 0 w 645797"/>
                <a:gd name="connsiteY4" fmla="*/ 0 h 1043589"/>
                <a:gd name="connsiteX0" fmla="*/ 0 w 706757"/>
                <a:gd name="connsiteY0" fmla="*/ 0 h 1058829"/>
                <a:gd name="connsiteX1" fmla="*/ 633460 w 706757"/>
                <a:gd name="connsiteY1" fmla="*/ 15240 h 1058829"/>
                <a:gd name="connsiteX2" fmla="*/ 706757 w 706757"/>
                <a:gd name="connsiteY2" fmla="*/ 1058829 h 1058829"/>
                <a:gd name="connsiteX3" fmla="*/ 74023 w 706757"/>
                <a:gd name="connsiteY3" fmla="*/ 1037420 h 1058829"/>
                <a:gd name="connsiteX4" fmla="*/ 0 w 706757"/>
                <a:gd name="connsiteY4" fmla="*/ 0 h 1058829"/>
                <a:gd name="connsiteX0" fmla="*/ 0 w 706757"/>
                <a:gd name="connsiteY0" fmla="*/ 0 h 1058829"/>
                <a:gd name="connsiteX1" fmla="*/ 633460 w 706757"/>
                <a:gd name="connsiteY1" fmla="*/ 15240 h 1058829"/>
                <a:gd name="connsiteX2" fmla="*/ 706757 w 706757"/>
                <a:gd name="connsiteY2" fmla="*/ 1058829 h 1058829"/>
                <a:gd name="connsiteX3" fmla="*/ 74023 w 706757"/>
                <a:gd name="connsiteY3" fmla="*/ 1037420 h 1058829"/>
                <a:gd name="connsiteX4" fmla="*/ 0 w 706757"/>
                <a:gd name="connsiteY4" fmla="*/ 0 h 1058829"/>
                <a:gd name="connsiteX0" fmla="*/ 0 w 706757"/>
                <a:gd name="connsiteY0" fmla="*/ 0 h 1058829"/>
                <a:gd name="connsiteX1" fmla="*/ 633460 w 706757"/>
                <a:gd name="connsiteY1" fmla="*/ 15240 h 1058829"/>
                <a:gd name="connsiteX2" fmla="*/ 706757 w 706757"/>
                <a:gd name="connsiteY2" fmla="*/ 1058829 h 1058829"/>
                <a:gd name="connsiteX3" fmla="*/ 74023 w 706757"/>
                <a:gd name="connsiteY3" fmla="*/ 1037420 h 1058829"/>
                <a:gd name="connsiteX4" fmla="*/ 0 w 706757"/>
                <a:gd name="connsiteY4" fmla="*/ 0 h 1058829"/>
                <a:gd name="connsiteX0" fmla="*/ 0 w 706757"/>
                <a:gd name="connsiteY0" fmla="*/ 0 h 1037420"/>
                <a:gd name="connsiteX1" fmla="*/ 633460 w 706757"/>
                <a:gd name="connsiteY1" fmla="*/ 15240 h 1037420"/>
                <a:gd name="connsiteX2" fmla="*/ 706757 w 706757"/>
                <a:gd name="connsiteY2" fmla="*/ 1035969 h 1037420"/>
                <a:gd name="connsiteX3" fmla="*/ 74023 w 706757"/>
                <a:gd name="connsiteY3" fmla="*/ 1037420 h 1037420"/>
                <a:gd name="connsiteX4" fmla="*/ 0 w 706757"/>
                <a:gd name="connsiteY4" fmla="*/ 0 h 1037420"/>
                <a:gd name="connsiteX0" fmla="*/ 0 w 706757"/>
                <a:gd name="connsiteY0" fmla="*/ 0 h 1037420"/>
                <a:gd name="connsiteX1" fmla="*/ 633460 w 706757"/>
                <a:gd name="connsiteY1" fmla="*/ 15240 h 1037420"/>
                <a:gd name="connsiteX2" fmla="*/ 706757 w 706757"/>
                <a:gd name="connsiteY2" fmla="*/ 1035969 h 1037420"/>
                <a:gd name="connsiteX3" fmla="*/ 74023 w 706757"/>
                <a:gd name="connsiteY3" fmla="*/ 1037420 h 1037420"/>
                <a:gd name="connsiteX4" fmla="*/ 0 w 706757"/>
                <a:gd name="connsiteY4" fmla="*/ 0 h 1037420"/>
                <a:gd name="connsiteX0" fmla="*/ 0 w 709660"/>
                <a:gd name="connsiteY0" fmla="*/ 15240 h 1052660"/>
                <a:gd name="connsiteX1" fmla="*/ 709660 w 709660"/>
                <a:gd name="connsiteY1" fmla="*/ 0 h 1052660"/>
                <a:gd name="connsiteX2" fmla="*/ 706757 w 709660"/>
                <a:gd name="connsiteY2" fmla="*/ 1051209 h 1052660"/>
                <a:gd name="connsiteX3" fmla="*/ 74023 w 709660"/>
                <a:gd name="connsiteY3" fmla="*/ 1052660 h 1052660"/>
                <a:gd name="connsiteX4" fmla="*/ 0 w 709660"/>
                <a:gd name="connsiteY4" fmla="*/ 15240 h 1052660"/>
                <a:gd name="connsiteX0" fmla="*/ 0 w 709660"/>
                <a:gd name="connsiteY0" fmla="*/ 15240 h 1052660"/>
                <a:gd name="connsiteX1" fmla="*/ 709660 w 709660"/>
                <a:gd name="connsiteY1" fmla="*/ 0 h 1052660"/>
                <a:gd name="connsiteX2" fmla="*/ 706757 w 709660"/>
                <a:gd name="connsiteY2" fmla="*/ 1051209 h 1052660"/>
                <a:gd name="connsiteX3" fmla="*/ 74023 w 709660"/>
                <a:gd name="connsiteY3" fmla="*/ 1052660 h 1052660"/>
                <a:gd name="connsiteX4" fmla="*/ 0 w 709660"/>
                <a:gd name="connsiteY4" fmla="*/ 15240 h 1052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9660" h="1052660">
                  <a:moveTo>
                    <a:pt x="0" y="15240"/>
                  </a:moveTo>
                  <a:lnTo>
                    <a:pt x="709660" y="0"/>
                  </a:lnTo>
                  <a:cubicBezTo>
                    <a:pt x="596932" y="782203"/>
                    <a:pt x="621365" y="848126"/>
                    <a:pt x="706757" y="1051209"/>
                  </a:cubicBezTo>
                  <a:lnTo>
                    <a:pt x="74023" y="1052660"/>
                  </a:lnTo>
                  <a:cubicBezTo>
                    <a:pt x="107769" y="841473"/>
                    <a:pt x="248194" y="820787"/>
                    <a:pt x="0" y="15240"/>
                  </a:cubicBezTo>
                  <a:close/>
                </a:path>
              </a:pathLst>
            </a:custGeom>
            <a:solidFill>
              <a:srgbClr val="82ED5C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1EC6B8B3-B894-9C57-7B8B-7BAF311AAF93}"/>
                </a:ext>
              </a:extLst>
            </p:cNvPr>
            <p:cNvGrpSpPr/>
            <p:nvPr/>
          </p:nvGrpSpPr>
          <p:grpSpPr>
            <a:xfrm>
              <a:off x="7015238" y="1982484"/>
              <a:ext cx="1815143" cy="2372170"/>
              <a:chOff x="4646535" y="3006712"/>
              <a:chExt cx="1127763" cy="1473848"/>
            </a:xfrm>
            <a:solidFill>
              <a:srgbClr val="82ED5C"/>
            </a:solidFill>
          </p:grpSpPr>
          <p:sp>
            <p:nvSpPr>
              <p:cNvPr id="109" name="Rectangle 2">
                <a:extLst>
                  <a:ext uri="{FF2B5EF4-FFF2-40B4-BE49-F238E27FC236}">
                    <a16:creationId xmlns:a16="http://schemas.microsoft.com/office/drawing/2014/main" id="{F75D2B07-F156-1D9B-0980-BEB58B23EDE2}"/>
                  </a:ext>
                </a:extLst>
              </p:cNvPr>
              <p:cNvSpPr/>
              <p:nvPr/>
            </p:nvSpPr>
            <p:spPr>
              <a:xfrm>
                <a:off x="4646697" y="3086100"/>
                <a:ext cx="1127601" cy="1394460"/>
              </a:xfrm>
              <a:custGeom>
                <a:avLst/>
                <a:gdLst>
                  <a:gd name="connsiteX0" fmla="*/ 0 w 457200"/>
                  <a:gd name="connsiteY0" fmla="*/ 0 h 1219200"/>
                  <a:gd name="connsiteX1" fmla="*/ 457200 w 457200"/>
                  <a:gd name="connsiteY1" fmla="*/ 0 h 1219200"/>
                  <a:gd name="connsiteX2" fmla="*/ 457200 w 457200"/>
                  <a:gd name="connsiteY2" fmla="*/ 1219200 h 1219200"/>
                  <a:gd name="connsiteX3" fmla="*/ 0 w 457200"/>
                  <a:gd name="connsiteY3" fmla="*/ 1219200 h 1219200"/>
                  <a:gd name="connsiteX4" fmla="*/ 0 w 457200"/>
                  <a:gd name="connsiteY4" fmla="*/ 0 h 1219200"/>
                  <a:gd name="connsiteX0" fmla="*/ 0 w 624840"/>
                  <a:gd name="connsiteY0" fmla="*/ 91440 h 1219200"/>
                  <a:gd name="connsiteX1" fmla="*/ 624840 w 624840"/>
                  <a:gd name="connsiteY1" fmla="*/ 0 h 1219200"/>
                  <a:gd name="connsiteX2" fmla="*/ 624840 w 624840"/>
                  <a:gd name="connsiteY2" fmla="*/ 1219200 h 1219200"/>
                  <a:gd name="connsiteX3" fmla="*/ 167640 w 624840"/>
                  <a:gd name="connsiteY3" fmla="*/ 1219200 h 1219200"/>
                  <a:gd name="connsiteX4" fmla="*/ 0 w 624840"/>
                  <a:gd name="connsiteY4" fmla="*/ 91440 h 12192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624840 w 624840"/>
                  <a:gd name="connsiteY2" fmla="*/ 1219200 h 1485900"/>
                  <a:gd name="connsiteX3" fmla="*/ 22860 w 624840"/>
                  <a:gd name="connsiteY3" fmla="*/ 1485900 h 1485900"/>
                  <a:gd name="connsiteX4" fmla="*/ 0 w 624840"/>
                  <a:gd name="connsiteY4" fmla="*/ 91440 h 14859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22860 w 624840"/>
                  <a:gd name="connsiteY2" fmla="*/ 1485900 h 1485900"/>
                  <a:gd name="connsiteX3" fmla="*/ 0 w 624840"/>
                  <a:gd name="connsiteY3" fmla="*/ 91440 h 1485900"/>
                  <a:gd name="connsiteX0" fmla="*/ 436076 w 1060916"/>
                  <a:gd name="connsiteY0" fmla="*/ 91440 h 1485900"/>
                  <a:gd name="connsiteX1" fmla="*/ 1060916 w 1060916"/>
                  <a:gd name="connsiteY1" fmla="*/ 0 h 1485900"/>
                  <a:gd name="connsiteX2" fmla="*/ 458936 w 1060916"/>
                  <a:gd name="connsiteY2" fmla="*/ 1485900 h 1485900"/>
                  <a:gd name="connsiteX3" fmla="*/ 436076 w 1060916"/>
                  <a:gd name="connsiteY3" fmla="*/ 91440 h 1485900"/>
                  <a:gd name="connsiteX0" fmla="*/ 554063 w 1178903"/>
                  <a:gd name="connsiteY0" fmla="*/ 91440 h 1485900"/>
                  <a:gd name="connsiteX1" fmla="*/ 1178903 w 1178903"/>
                  <a:gd name="connsiteY1" fmla="*/ 0 h 1485900"/>
                  <a:gd name="connsiteX2" fmla="*/ 576923 w 1178903"/>
                  <a:gd name="connsiteY2" fmla="*/ 1485900 h 1485900"/>
                  <a:gd name="connsiteX3" fmla="*/ 554063 w 1178903"/>
                  <a:gd name="connsiteY3" fmla="*/ 91440 h 1485900"/>
                  <a:gd name="connsiteX0" fmla="*/ 554063 w 576923"/>
                  <a:gd name="connsiteY0" fmla="*/ 0 h 1394460"/>
                  <a:gd name="connsiteX1" fmla="*/ 576923 w 576923"/>
                  <a:gd name="connsiteY1" fmla="*/ 1394460 h 1394460"/>
                  <a:gd name="connsiteX2" fmla="*/ 554063 w 576923"/>
                  <a:gd name="connsiteY2" fmla="*/ 0 h 1394460"/>
                  <a:gd name="connsiteX0" fmla="*/ 554063 w 1015539"/>
                  <a:gd name="connsiteY0" fmla="*/ 0 h 1394460"/>
                  <a:gd name="connsiteX1" fmla="*/ 576923 w 1015539"/>
                  <a:gd name="connsiteY1" fmla="*/ 1394460 h 1394460"/>
                  <a:gd name="connsiteX2" fmla="*/ 554063 w 1015539"/>
                  <a:gd name="connsiteY2" fmla="*/ 0 h 1394460"/>
                  <a:gd name="connsiteX0" fmla="*/ 554063 w 1127601"/>
                  <a:gd name="connsiteY0" fmla="*/ 0 h 1394460"/>
                  <a:gd name="connsiteX1" fmla="*/ 576923 w 1127601"/>
                  <a:gd name="connsiteY1" fmla="*/ 1394460 h 1394460"/>
                  <a:gd name="connsiteX2" fmla="*/ 554063 w 1127601"/>
                  <a:gd name="connsiteY2" fmla="*/ 0 h 1394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7601" h="1394460">
                    <a:moveTo>
                      <a:pt x="554063" y="0"/>
                    </a:moveTo>
                    <a:cubicBezTo>
                      <a:pt x="1582763" y="693420"/>
                      <a:pt x="996023" y="1371600"/>
                      <a:pt x="576923" y="1394460"/>
                    </a:cubicBezTo>
                    <a:cubicBezTo>
                      <a:pt x="112103" y="1371600"/>
                      <a:pt x="-436537" y="762000"/>
                      <a:pt x="554063" y="0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0C3BB760-1CF8-695A-E534-B061A61BE086}"/>
                  </a:ext>
                </a:extLst>
              </p:cNvPr>
              <p:cNvSpPr/>
              <p:nvPr/>
            </p:nvSpPr>
            <p:spPr>
              <a:xfrm>
                <a:off x="5212080" y="3101340"/>
                <a:ext cx="0" cy="693420"/>
              </a:xfrm>
              <a:custGeom>
                <a:avLst/>
                <a:gdLst>
                  <a:gd name="connsiteX0" fmla="*/ 0 w 0"/>
                  <a:gd name="connsiteY0" fmla="*/ 0 h 693420"/>
                  <a:gd name="connsiteX1" fmla="*/ 0 w 0"/>
                  <a:gd name="connsiteY1" fmla="*/ 693420 h 693420"/>
                  <a:gd name="connsiteX2" fmla="*/ 0 w 0"/>
                  <a:gd name="connsiteY2" fmla="*/ 693420 h 693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h="693420">
                    <a:moveTo>
                      <a:pt x="0" y="0"/>
                    </a:moveTo>
                    <a:lnTo>
                      <a:pt x="0" y="693420"/>
                    </a:lnTo>
                    <a:lnTo>
                      <a:pt x="0" y="693420"/>
                    </a:lnTo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8" name="Rectangle 2">
                <a:extLst>
                  <a:ext uri="{FF2B5EF4-FFF2-40B4-BE49-F238E27FC236}">
                    <a16:creationId xmlns:a16="http://schemas.microsoft.com/office/drawing/2014/main" id="{A3F4B9BD-47C2-CCEB-5110-E5AAFAF50003}"/>
                  </a:ext>
                </a:extLst>
              </p:cNvPr>
              <p:cNvSpPr/>
              <p:nvPr/>
            </p:nvSpPr>
            <p:spPr>
              <a:xfrm>
                <a:off x="4646535" y="3006712"/>
                <a:ext cx="1127601" cy="1394460"/>
              </a:xfrm>
              <a:custGeom>
                <a:avLst/>
                <a:gdLst>
                  <a:gd name="connsiteX0" fmla="*/ 0 w 457200"/>
                  <a:gd name="connsiteY0" fmla="*/ 0 h 1219200"/>
                  <a:gd name="connsiteX1" fmla="*/ 457200 w 457200"/>
                  <a:gd name="connsiteY1" fmla="*/ 0 h 1219200"/>
                  <a:gd name="connsiteX2" fmla="*/ 457200 w 457200"/>
                  <a:gd name="connsiteY2" fmla="*/ 1219200 h 1219200"/>
                  <a:gd name="connsiteX3" fmla="*/ 0 w 457200"/>
                  <a:gd name="connsiteY3" fmla="*/ 1219200 h 1219200"/>
                  <a:gd name="connsiteX4" fmla="*/ 0 w 457200"/>
                  <a:gd name="connsiteY4" fmla="*/ 0 h 1219200"/>
                  <a:gd name="connsiteX0" fmla="*/ 0 w 624840"/>
                  <a:gd name="connsiteY0" fmla="*/ 91440 h 1219200"/>
                  <a:gd name="connsiteX1" fmla="*/ 624840 w 624840"/>
                  <a:gd name="connsiteY1" fmla="*/ 0 h 1219200"/>
                  <a:gd name="connsiteX2" fmla="*/ 624840 w 624840"/>
                  <a:gd name="connsiteY2" fmla="*/ 1219200 h 1219200"/>
                  <a:gd name="connsiteX3" fmla="*/ 167640 w 624840"/>
                  <a:gd name="connsiteY3" fmla="*/ 1219200 h 1219200"/>
                  <a:gd name="connsiteX4" fmla="*/ 0 w 624840"/>
                  <a:gd name="connsiteY4" fmla="*/ 91440 h 12192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624840 w 624840"/>
                  <a:gd name="connsiteY2" fmla="*/ 1219200 h 1485900"/>
                  <a:gd name="connsiteX3" fmla="*/ 22860 w 624840"/>
                  <a:gd name="connsiteY3" fmla="*/ 1485900 h 1485900"/>
                  <a:gd name="connsiteX4" fmla="*/ 0 w 624840"/>
                  <a:gd name="connsiteY4" fmla="*/ 91440 h 14859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22860 w 624840"/>
                  <a:gd name="connsiteY2" fmla="*/ 1485900 h 1485900"/>
                  <a:gd name="connsiteX3" fmla="*/ 0 w 624840"/>
                  <a:gd name="connsiteY3" fmla="*/ 91440 h 1485900"/>
                  <a:gd name="connsiteX0" fmla="*/ 436076 w 1060916"/>
                  <a:gd name="connsiteY0" fmla="*/ 91440 h 1485900"/>
                  <a:gd name="connsiteX1" fmla="*/ 1060916 w 1060916"/>
                  <a:gd name="connsiteY1" fmla="*/ 0 h 1485900"/>
                  <a:gd name="connsiteX2" fmla="*/ 458936 w 1060916"/>
                  <a:gd name="connsiteY2" fmla="*/ 1485900 h 1485900"/>
                  <a:gd name="connsiteX3" fmla="*/ 436076 w 1060916"/>
                  <a:gd name="connsiteY3" fmla="*/ 91440 h 1485900"/>
                  <a:gd name="connsiteX0" fmla="*/ 554063 w 1178903"/>
                  <a:gd name="connsiteY0" fmla="*/ 91440 h 1485900"/>
                  <a:gd name="connsiteX1" fmla="*/ 1178903 w 1178903"/>
                  <a:gd name="connsiteY1" fmla="*/ 0 h 1485900"/>
                  <a:gd name="connsiteX2" fmla="*/ 576923 w 1178903"/>
                  <a:gd name="connsiteY2" fmla="*/ 1485900 h 1485900"/>
                  <a:gd name="connsiteX3" fmla="*/ 554063 w 1178903"/>
                  <a:gd name="connsiteY3" fmla="*/ 91440 h 1485900"/>
                  <a:gd name="connsiteX0" fmla="*/ 554063 w 576923"/>
                  <a:gd name="connsiteY0" fmla="*/ 0 h 1394460"/>
                  <a:gd name="connsiteX1" fmla="*/ 576923 w 576923"/>
                  <a:gd name="connsiteY1" fmla="*/ 1394460 h 1394460"/>
                  <a:gd name="connsiteX2" fmla="*/ 554063 w 576923"/>
                  <a:gd name="connsiteY2" fmla="*/ 0 h 1394460"/>
                  <a:gd name="connsiteX0" fmla="*/ 554063 w 1015539"/>
                  <a:gd name="connsiteY0" fmla="*/ 0 h 1394460"/>
                  <a:gd name="connsiteX1" fmla="*/ 576923 w 1015539"/>
                  <a:gd name="connsiteY1" fmla="*/ 1394460 h 1394460"/>
                  <a:gd name="connsiteX2" fmla="*/ 554063 w 1015539"/>
                  <a:gd name="connsiteY2" fmla="*/ 0 h 1394460"/>
                  <a:gd name="connsiteX0" fmla="*/ 554063 w 1127601"/>
                  <a:gd name="connsiteY0" fmla="*/ 0 h 1394460"/>
                  <a:gd name="connsiteX1" fmla="*/ 576923 w 1127601"/>
                  <a:gd name="connsiteY1" fmla="*/ 1394460 h 1394460"/>
                  <a:gd name="connsiteX2" fmla="*/ 554063 w 1127601"/>
                  <a:gd name="connsiteY2" fmla="*/ 0 h 1394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7601" h="1394460">
                    <a:moveTo>
                      <a:pt x="554063" y="0"/>
                    </a:moveTo>
                    <a:cubicBezTo>
                      <a:pt x="1582763" y="693420"/>
                      <a:pt x="996023" y="1371600"/>
                      <a:pt x="576923" y="1394460"/>
                    </a:cubicBezTo>
                    <a:cubicBezTo>
                      <a:pt x="112103" y="1371600"/>
                      <a:pt x="-436537" y="762000"/>
                      <a:pt x="554063" y="0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F367A399-82A4-913C-7A00-DA196F7A5943}"/>
                </a:ext>
              </a:extLst>
            </p:cNvPr>
            <p:cNvGrpSpPr/>
            <p:nvPr/>
          </p:nvGrpSpPr>
          <p:grpSpPr>
            <a:xfrm rot="1549901" flipH="1">
              <a:off x="9072205" y="2804206"/>
              <a:ext cx="888593" cy="1934523"/>
              <a:chOff x="4646697" y="3086100"/>
              <a:chExt cx="1127601" cy="1394460"/>
            </a:xfrm>
            <a:solidFill>
              <a:srgbClr val="82ED5C"/>
            </a:solidFill>
          </p:grpSpPr>
          <p:sp>
            <p:nvSpPr>
              <p:cNvPr id="105" name="Rectangle 2">
                <a:extLst>
                  <a:ext uri="{FF2B5EF4-FFF2-40B4-BE49-F238E27FC236}">
                    <a16:creationId xmlns:a16="http://schemas.microsoft.com/office/drawing/2014/main" id="{756EB006-EC21-1C5C-D005-A4C4DE2D6584}"/>
                  </a:ext>
                </a:extLst>
              </p:cNvPr>
              <p:cNvSpPr/>
              <p:nvPr/>
            </p:nvSpPr>
            <p:spPr>
              <a:xfrm>
                <a:off x="4646697" y="3086100"/>
                <a:ext cx="1127601" cy="1394460"/>
              </a:xfrm>
              <a:custGeom>
                <a:avLst/>
                <a:gdLst>
                  <a:gd name="connsiteX0" fmla="*/ 0 w 457200"/>
                  <a:gd name="connsiteY0" fmla="*/ 0 h 1219200"/>
                  <a:gd name="connsiteX1" fmla="*/ 457200 w 457200"/>
                  <a:gd name="connsiteY1" fmla="*/ 0 h 1219200"/>
                  <a:gd name="connsiteX2" fmla="*/ 457200 w 457200"/>
                  <a:gd name="connsiteY2" fmla="*/ 1219200 h 1219200"/>
                  <a:gd name="connsiteX3" fmla="*/ 0 w 457200"/>
                  <a:gd name="connsiteY3" fmla="*/ 1219200 h 1219200"/>
                  <a:gd name="connsiteX4" fmla="*/ 0 w 457200"/>
                  <a:gd name="connsiteY4" fmla="*/ 0 h 1219200"/>
                  <a:gd name="connsiteX0" fmla="*/ 0 w 624840"/>
                  <a:gd name="connsiteY0" fmla="*/ 91440 h 1219200"/>
                  <a:gd name="connsiteX1" fmla="*/ 624840 w 624840"/>
                  <a:gd name="connsiteY1" fmla="*/ 0 h 1219200"/>
                  <a:gd name="connsiteX2" fmla="*/ 624840 w 624840"/>
                  <a:gd name="connsiteY2" fmla="*/ 1219200 h 1219200"/>
                  <a:gd name="connsiteX3" fmla="*/ 167640 w 624840"/>
                  <a:gd name="connsiteY3" fmla="*/ 1219200 h 1219200"/>
                  <a:gd name="connsiteX4" fmla="*/ 0 w 624840"/>
                  <a:gd name="connsiteY4" fmla="*/ 91440 h 12192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624840 w 624840"/>
                  <a:gd name="connsiteY2" fmla="*/ 1219200 h 1485900"/>
                  <a:gd name="connsiteX3" fmla="*/ 22860 w 624840"/>
                  <a:gd name="connsiteY3" fmla="*/ 1485900 h 1485900"/>
                  <a:gd name="connsiteX4" fmla="*/ 0 w 624840"/>
                  <a:gd name="connsiteY4" fmla="*/ 91440 h 14859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22860 w 624840"/>
                  <a:gd name="connsiteY2" fmla="*/ 1485900 h 1485900"/>
                  <a:gd name="connsiteX3" fmla="*/ 0 w 624840"/>
                  <a:gd name="connsiteY3" fmla="*/ 91440 h 1485900"/>
                  <a:gd name="connsiteX0" fmla="*/ 436076 w 1060916"/>
                  <a:gd name="connsiteY0" fmla="*/ 91440 h 1485900"/>
                  <a:gd name="connsiteX1" fmla="*/ 1060916 w 1060916"/>
                  <a:gd name="connsiteY1" fmla="*/ 0 h 1485900"/>
                  <a:gd name="connsiteX2" fmla="*/ 458936 w 1060916"/>
                  <a:gd name="connsiteY2" fmla="*/ 1485900 h 1485900"/>
                  <a:gd name="connsiteX3" fmla="*/ 436076 w 1060916"/>
                  <a:gd name="connsiteY3" fmla="*/ 91440 h 1485900"/>
                  <a:gd name="connsiteX0" fmla="*/ 554063 w 1178903"/>
                  <a:gd name="connsiteY0" fmla="*/ 91440 h 1485900"/>
                  <a:gd name="connsiteX1" fmla="*/ 1178903 w 1178903"/>
                  <a:gd name="connsiteY1" fmla="*/ 0 h 1485900"/>
                  <a:gd name="connsiteX2" fmla="*/ 576923 w 1178903"/>
                  <a:gd name="connsiteY2" fmla="*/ 1485900 h 1485900"/>
                  <a:gd name="connsiteX3" fmla="*/ 554063 w 1178903"/>
                  <a:gd name="connsiteY3" fmla="*/ 91440 h 1485900"/>
                  <a:gd name="connsiteX0" fmla="*/ 554063 w 576923"/>
                  <a:gd name="connsiteY0" fmla="*/ 0 h 1394460"/>
                  <a:gd name="connsiteX1" fmla="*/ 576923 w 576923"/>
                  <a:gd name="connsiteY1" fmla="*/ 1394460 h 1394460"/>
                  <a:gd name="connsiteX2" fmla="*/ 554063 w 576923"/>
                  <a:gd name="connsiteY2" fmla="*/ 0 h 1394460"/>
                  <a:gd name="connsiteX0" fmla="*/ 554063 w 1015539"/>
                  <a:gd name="connsiteY0" fmla="*/ 0 h 1394460"/>
                  <a:gd name="connsiteX1" fmla="*/ 576923 w 1015539"/>
                  <a:gd name="connsiteY1" fmla="*/ 1394460 h 1394460"/>
                  <a:gd name="connsiteX2" fmla="*/ 554063 w 1015539"/>
                  <a:gd name="connsiteY2" fmla="*/ 0 h 1394460"/>
                  <a:gd name="connsiteX0" fmla="*/ 554063 w 1127601"/>
                  <a:gd name="connsiteY0" fmla="*/ 0 h 1394460"/>
                  <a:gd name="connsiteX1" fmla="*/ 576923 w 1127601"/>
                  <a:gd name="connsiteY1" fmla="*/ 1394460 h 1394460"/>
                  <a:gd name="connsiteX2" fmla="*/ 554063 w 1127601"/>
                  <a:gd name="connsiteY2" fmla="*/ 0 h 1394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7601" h="1394460">
                    <a:moveTo>
                      <a:pt x="554063" y="0"/>
                    </a:moveTo>
                    <a:cubicBezTo>
                      <a:pt x="1582763" y="693420"/>
                      <a:pt x="996023" y="1371600"/>
                      <a:pt x="576923" y="1394460"/>
                    </a:cubicBezTo>
                    <a:cubicBezTo>
                      <a:pt x="112103" y="1371600"/>
                      <a:pt x="-436537" y="762000"/>
                      <a:pt x="554063" y="0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B8B01A62-B67F-BF76-FD0A-596824F43560}"/>
                  </a:ext>
                </a:extLst>
              </p:cNvPr>
              <p:cNvSpPr/>
              <p:nvPr/>
            </p:nvSpPr>
            <p:spPr>
              <a:xfrm>
                <a:off x="5212080" y="3101340"/>
                <a:ext cx="0" cy="693420"/>
              </a:xfrm>
              <a:custGeom>
                <a:avLst/>
                <a:gdLst>
                  <a:gd name="connsiteX0" fmla="*/ 0 w 0"/>
                  <a:gd name="connsiteY0" fmla="*/ 0 h 693420"/>
                  <a:gd name="connsiteX1" fmla="*/ 0 w 0"/>
                  <a:gd name="connsiteY1" fmla="*/ 693420 h 693420"/>
                  <a:gd name="connsiteX2" fmla="*/ 0 w 0"/>
                  <a:gd name="connsiteY2" fmla="*/ 693420 h 693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h="693420">
                    <a:moveTo>
                      <a:pt x="0" y="0"/>
                    </a:moveTo>
                    <a:lnTo>
                      <a:pt x="0" y="693420"/>
                    </a:lnTo>
                    <a:lnTo>
                      <a:pt x="0" y="693420"/>
                    </a:lnTo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41F3B17F-183A-1739-DEE0-6D58B1C5D35D}"/>
                </a:ext>
              </a:extLst>
            </p:cNvPr>
            <p:cNvGrpSpPr/>
            <p:nvPr/>
          </p:nvGrpSpPr>
          <p:grpSpPr>
            <a:xfrm rot="1549901" flipH="1">
              <a:off x="9121763" y="2649640"/>
              <a:ext cx="930708" cy="2023812"/>
              <a:chOff x="4593254" y="3021738"/>
              <a:chExt cx="1181044" cy="1458822"/>
            </a:xfrm>
            <a:solidFill>
              <a:srgbClr val="82ED5C"/>
            </a:solidFill>
          </p:grpSpPr>
          <p:sp>
            <p:nvSpPr>
              <p:cNvPr id="136" name="Rectangle 2">
                <a:extLst>
                  <a:ext uri="{FF2B5EF4-FFF2-40B4-BE49-F238E27FC236}">
                    <a16:creationId xmlns:a16="http://schemas.microsoft.com/office/drawing/2014/main" id="{149187C2-DE2D-418E-B19F-8D637B5619A2}"/>
                  </a:ext>
                </a:extLst>
              </p:cNvPr>
              <p:cNvSpPr/>
              <p:nvPr/>
            </p:nvSpPr>
            <p:spPr>
              <a:xfrm>
                <a:off x="4593254" y="3021738"/>
                <a:ext cx="1127601" cy="1394460"/>
              </a:xfrm>
              <a:custGeom>
                <a:avLst/>
                <a:gdLst>
                  <a:gd name="connsiteX0" fmla="*/ 0 w 457200"/>
                  <a:gd name="connsiteY0" fmla="*/ 0 h 1219200"/>
                  <a:gd name="connsiteX1" fmla="*/ 457200 w 457200"/>
                  <a:gd name="connsiteY1" fmla="*/ 0 h 1219200"/>
                  <a:gd name="connsiteX2" fmla="*/ 457200 w 457200"/>
                  <a:gd name="connsiteY2" fmla="*/ 1219200 h 1219200"/>
                  <a:gd name="connsiteX3" fmla="*/ 0 w 457200"/>
                  <a:gd name="connsiteY3" fmla="*/ 1219200 h 1219200"/>
                  <a:gd name="connsiteX4" fmla="*/ 0 w 457200"/>
                  <a:gd name="connsiteY4" fmla="*/ 0 h 1219200"/>
                  <a:gd name="connsiteX0" fmla="*/ 0 w 624840"/>
                  <a:gd name="connsiteY0" fmla="*/ 91440 h 1219200"/>
                  <a:gd name="connsiteX1" fmla="*/ 624840 w 624840"/>
                  <a:gd name="connsiteY1" fmla="*/ 0 h 1219200"/>
                  <a:gd name="connsiteX2" fmla="*/ 624840 w 624840"/>
                  <a:gd name="connsiteY2" fmla="*/ 1219200 h 1219200"/>
                  <a:gd name="connsiteX3" fmla="*/ 167640 w 624840"/>
                  <a:gd name="connsiteY3" fmla="*/ 1219200 h 1219200"/>
                  <a:gd name="connsiteX4" fmla="*/ 0 w 624840"/>
                  <a:gd name="connsiteY4" fmla="*/ 91440 h 12192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624840 w 624840"/>
                  <a:gd name="connsiteY2" fmla="*/ 1219200 h 1485900"/>
                  <a:gd name="connsiteX3" fmla="*/ 22860 w 624840"/>
                  <a:gd name="connsiteY3" fmla="*/ 1485900 h 1485900"/>
                  <a:gd name="connsiteX4" fmla="*/ 0 w 624840"/>
                  <a:gd name="connsiteY4" fmla="*/ 91440 h 14859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22860 w 624840"/>
                  <a:gd name="connsiteY2" fmla="*/ 1485900 h 1485900"/>
                  <a:gd name="connsiteX3" fmla="*/ 0 w 624840"/>
                  <a:gd name="connsiteY3" fmla="*/ 91440 h 1485900"/>
                  <a:gd name="connsiteX0" fmla="*/ 436076 w 1060916"/>
                  <a:gd name="connsiteY0" fmla="*/ 91440 h 1485900"/>
                  <a:gd name="connsiteX1" fmla="*/ 1060916 w 1060916"/>
                  <a:gd name="connsiteY1" fmla="*/ 0 h 1485900"/>
                  <a:gd name="connsiteX2" fmla="*/ 458936 w 1060916"/>
                  <a:gd name="connsiteY2" fmla="*/ 1485900 h 1485900"/>
                  <a:gd name="connsiteX3" fmla="*/ 436076 w 1060916"/>
                  <a:gd name="connsiteY3" fmla="*/ 91440 h 1485900"/>
                  <a:gd name="connsiteX0" fmla="*/ 554063 w 1178903"/>
                  <a:gd name="connsiteY0" fmla="*/ 91440 h 1485900"/>
                  <a:gd name="connsiteX1" fmla="*/ 1178903 w 1178903"/>
                  <a:gd name="connsiteY1" fmla="*/ 0 h 1485900"/>
                  <a:gd name="connsiteX2" fmla="*/ 576923 w 1178903"/>
                  <a:gd name="connsiteY2" fmla="*/ 1485900 h 1485900"/>
                  <a:gd name="connsiteX3" fmla="*/ 554063 w 1178903"/>
                  <a:gd name="connsiteY3" fmla="*/ 91440 h 1485900"/>
                  <a:gd name="connsiteX0" fmla="*/ 554063 w 576923"/>
                  <a:gd name="connsiteY0" fmla="*/ 0 h 1394460"/>
                  <a:gd name="connsiteX1" fmla="*/ 576923 w 576923"/>
                  <a:gd name="connsiteY1" fmla="*/ 1394460 h 1394460"/>
                  <a:gd name="connsiteX2" fmla="*/ 554063 w 576923"/>
                  <a:gd name="connsiteY2" fmla="*/ 0 h 1394460"/>
                  <a:gd name="connsiteX0" fmla="*/ 554063 w 1015539"/>
                  <a:gd name="connsiteY0" fmla="*/ 0 h 1394460"/>
                  <a:gd name="connsiteX1" fmla="*/ 576923 w 1015539"/>
                  <a:gd name="connsiteY1" fmla="*/ 1394460 h 1394460"/>
                  <a:gd name="connsiteX2" fmla="*/ 554063 w 1015539"/>
                  <a:gd name="connsiteY2" fmla="*/ 0 h 1394460"/>
                  <a:gd name="connsiteX0" fmla="*/ 554063 w 1127601"/>
                  <a:gd name="connsiteY0" fmla="*/ 0 h 1394460"/>
                  <a:gd name="connsiteX1" fmla="*/ 576923 w 1127601"/>
                  <a:gd name="connsiteY1" fmla="*/ 1394460 h 1394460"/>
                  <a:gd name="connsiteX2" fmla="*/ 554063 w 1127601"/>
                  <a:gd name="connsiteY2" fmla="*/ 0 h 1394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7601" h="1394460">
                    <a:moveTo>
                      <a:pt x="554063" y="0"/>
                    </a:moveTo>
                    <a:cubicBezTo>
                      <a:pt x="1582763" y="693420"/>
                      <a:pt x="996023" y="1371600"/>
                      <a:pt x="576923" y="1394460"/>
                    </a:cubicBezTo>
                    <a:cubicBezTo>
                      <a:pt x="112103" y="1371600"/>
                      <a:pt x="-436537" y="762000"/>
                      <a:pt x="554063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" name="Rectangle 2">
                <a:extLst>
                  <a:ext uri="{FF2B5EF4-FFF2-40B4-BE49-F238E27FC236}">
                    <a16:creationId xmlns:a16="http://schemas.microsoft.com/office/drawing/2014/main" id="{D7A815B0-E700-ED42-5688-2C1882DC583C}"/>
                  </a:ext>
                </a:extLst>
              </p:cNvPr>
              <p:cNvSpPr/>
              <p:nvPr/>
            </p:nvSpPr>
            <p:spPr>
              <a:xfrm>
                <a:off x="4646697" y="3086100"/>
                <a:ext cx="1127601" cy="1394460"/>
              </a:xfrm>
              <a:custGeom>
                <a:avLst/>
                <a:gdLst>
                  <a:gd name="connsiteX0" fmla="*/ 0 w 457200"/>
                  <a:gd name="connsiteY0" fmla="*/ 0 h 1219200"/>
                  <a:gd name="connsiteX1" fmla="*/ 457200 w 457200"/>
                  <a:gd name="connsiteY1" fmla="*/ 0 h 1219200"/>
                  <a:gd name="connsiteX2" fmla="*/ 457200 w 457200"/>
                  <a:gd name="connsiteY2" fmla="*/ 1219200 h 1219200"/>
                  <a:gd name="connsiteX3" fmla="*/ 0 w 457200"/>
                  <a:gd name="connsiteY3" fmla="*/ 1219200 h 1219200"/>
                  <a:gd name="connsiteX4" fmla="*/ 0 w 457200"/>
                  <a:gd name="connsiteY4" fmla="*/ 0 h 1219200"/>
                  <a:gd name="connsiteX0" fmla="*/ 0 w 624840"/>
                  <a:gd name="connsiteY0" fmla="*/ 91440 h 1219200"/>
                  <a:gd name="connsiteX1" fmla="*/ 624840 w 624840"/>
                  <a:gd name="connsiteY1" fmla="*/ 0 h 1219200"/>
                  <a:gd name="connsiteX2" fmla="*/ 624840 w 624840"/>
                  <a:gd name="connsiteY2" fmla="*/ 1219200 h 1219200"/>
                  <a:gd name="connsiteX3" fmla="*/ 167640 w 624840"/>
                  <a:gd name="connsiteY3" fmla="*/ 1219200 h 1219200"/>
                  <a:gd name="connsiteX4" fmla="*/ 0 w 624840"/>
                  <a:gd name="connsiteY4" fmla="*/ 91440 h 12192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624840 w 624840"/>
                  <a:gd name="connsiteY2" fmla="*/ 1219200 h 1485900"/>
                  <a:gd name="connsiteX3" fmla="*/ 22860 w 624840"/>
                  <a:gd name="connsiteY3" fmla="*/ 1485900 h 1485900"/>
                  <a:gd name="connsiteX4" fmla="*/ 0 w 624840"/>
                  <a:gd name="connsiteY4" fmla="*/ 91440 h 14859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22860 w 624840"/>
                  <a:gd name="connsiteY2" fmla="*/ 1485900 h 1485900"/>
                  <a:gd name="connsiteX3" fmla="*/ 0 w 624840"/>
                  <a:gd name="connsiteY3" fmla="*/ 91440 h 1485900"/>
                  <a:gd name="connsiteX0" fmla="*/ 436076 w 1060916"/>
                  <a:gd name="connsiteY0" fmla="*/ 91440 h 1485900"/>
                  <a:gd name="connsiteX1" fmla="*/ 1060916 w 1060916"/>
                  <a:gd name="connsiteY1" fmla="*/ 0 h 1485900"/>
                  <a:gd name="connsiteX2" fmla="*/ 458936 w 1060916"/>
                  <a:gd name="connsiteY2" fmla="*/ 1485900 h 1485900"/>
                  <a:gd name="connsiteX3" fmla="*/ 436076 w 1060916"/>
                  <a:gd name="connsiteY3" fmla="*/ 91440 h 1485900"/>
                  <a:gd name="connsiteX0" fmla="*/ 554063 w 1178903"/>
                  <a:gd name="connsiteY0" fmla="*/ 91440 h 1485900"/>
                  <a:gd name="connsiteX1" fmla="*/ 1178903 w 1178903"/>
                  <a:gd name="connsiteY1" fmla="*/ 0 h 1485900"/>
                  <a:gd name="connsiteX2" fmla="*/ 576923 w 1178903"/>
                  <a:gd name="connsiteY2" fmla="*/ 1485900 h 1485900"/>
                  <a:gd name="connsiteX3" fmla="*/ 554063 w 1178903"/>
                  <a:gd name="connsiteY3" fmla="*/ 91440 h 1485900"/>
                  <a:gd name="connsiteX0" fmla="*/ 554063 w 576923"/>
                  <a:gd name="connsiteY0" fmla="*/ 0 h 1394460"/>
                  <a:gd name="connsiteX1" fmla="*/ 576923 w 576923"/>
                  <a:gd name="connsiteY1" fmla="*/ 1394460 h 1394460"/>
                  <a:gd name="connsiteX2" fmla="*/ 554063 w 576923"/>
                  <a:gd name="connsiteY2" fmla="*/ 0 h 1394460"/>
                  <a:gd name="connsiteX0" fmla="*/ 554063 w 1015539"/>
                  <a:gd name="connsiteY0" fmla="*/ 0 h 1394460"/>
                  <a:gd name="connsiteX1" fmla="*/ 576923 w 1015539"/>
                  <a:gd name="connsiteY1" fmla="*/ 1394460 h 1394460"/>
                  <a:gd name="connsiteX2" fmla="*/ 554063 w 1015539"/>
                  <a:gd name="connsiteY2" fmla="*/ 0 h 1394460"/>
                  <a:gd name="connsiteX0" fmla="*/ 554063 w 1127601"/>
                  <a:gd name="connsiteY0" fmla="*/ 0 h 1394460"/>
                  <a:gd name="connsiteX1" fmla="*/ 576923 w 1127601"/>
                  <a:gd name="connsiteY1" fmla="*/ 1394460 h 1394460"/>
                  <a:gd name="connsiteX2" fmla="*/ 554063 w 1127601"/>
                  <a:gd name="connsiteY2" fmla="*/ 0 h 1394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7601" h="1394460">
                    <a:moveTo>
                      <a:pt x="554063" y="0"/>
                    </a:moveTo>
                    <a:cubicBezTo>
                      <a:pt x="1582763" y="693420"/>
                      <a:pt x="996023" y="1371600"/>
                      <a:pt x="576923" y="1394460"/>
                    </a:cubicBezTo>
                    <a:cubicBezTo>
                      <a:pt x="112103" y="1371600"/>
                      <a:pt x="-436537" y="762000"/>
                      <a:pt x="554063" y="0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BA9B9115-43A8-9200-ADC7-175F71338A9B}"/>
                </a:ext>
              </a:extLst>
            </p:cNvPr>
            <p:cNvGrpSpPr/>
            <p:nvPr/>
          </p:nvGrpSpPr>
          <p:grpSpPr>
            <a:xfrm>
              <a:off x="5800523" y="2819478"/>
              <a:ext cx="963416" cy="1979487"/>
              <a:chOff x="5800523" y="2819478"/>
              <a:chExt cx="963416" cy="1979487"/>
            </a:xfrm>
          </p:grpSpPr>
          <p:sp>
            <p:nvSpPr>
              <p:cNvPr id="137" name="Rectangle 2">
                <a:extLst>
                  <a:ext uri="{FF2B5EF4-FFF2-40B4-BE49-F238E27FC236}">
                    <a16:creationId xmlns:a16="http://schemas.microsoft.com/office/drawing/2014/main" id="{20617EA5-0BF4-746F-A0DC-B7D22D9A2F05}"/>
                  </a:ext>
                </a:extLst>
              </p:cNvPr>
              <p:cNvSpPr/>
              <p:nvPr/>
            </p:nvSpPr>
            <p:spPr>
              <a:xfrm rot="20050099">
                <a:off x="5800523" y="2819478"/>
                <a:ext cx="888593" cy="1934523"/>
              </a:xfrm>
              <a:custGeom>
                <a:avLst/>
                <a:gdLst>
                  <a:gd name="connsiteX0" fmla="*/ 0 w 457200"/>
                  <a:gd name="connsiteY0" fmla="*/ 0 h 1219200"/>
                  <a:gd name="connsiteX1" fmla="*/ 457200 w 457200"/>
                  <a:gd name="connsiteY1" fmla="*/ 0 h 1219200"/>
                  <a:gd name="connsiteX2" fmla="*/ 457200 w 457200"/>
                  <a:gd name="connsiteY2" fmla="*/ 1219200 h 1219200"/>
                  <a:gd name="connsiteX3" fmla="*/ 0 w 457200"/>
                  <a:gd name="connsiteY3" fmla="*/ 1219200 h 1219200"/>
                  <a:gd name="connsiteX4" fmla="*/ 0 w 457200"/>
                  <a:gd name="connsiteY4" fmla="*/ 0 h 1219200"/>
                  <a:gd name="connsiteX0" fmla="*/ 0 w 624840"/>
                  <a:gd name="connsiteY0" fmla="*/ 91440 h 1219200"/>
                  <a:gd name="connsiteX1" fmla="*/ 624840 w 624840"/>
                  <a:gd name="connsiteY1" fmla="*/ 0 h 1219200"/>
                  <a:gd name="connsiteX2" fmla="*/ 624840 w 624840"/>
                  <a:gd name="connsiteY2" fmla="*/ 1219200 h 1219200"/>
                  <a:gd name="connsiteX3" fmla="*/ 167640 w 624840"/>
                  <a:gd name="connsiteY3" fmla="*/ 1219200 h 1219200"/>
                  <a:gd name="connsiteX4" fmla="*/ 0 w 624840"/>
                  <a:gd name="connsiteY4" fmla="*/ 91440 h 12192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624840 w 624840"/>
                  <a:gd name="connsiteY2" fmla="*/ 1219200 h 1485900"/>
                  <a:gd name="connsiteX3" fmla="*/ 22860 w 624840"/>
                  <a:gd name="connsiteY3" fmla="*/ 1485900 h 1485900"/>
                  <a:gd name="connsiteX4" fmla="*/ 0 w 624840"/>
                  <a:gd name="connsiteY4" fmla="*/ 91440 h 14859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22860 w 624840"/>
                  <a:gd name="connsiteY2" fmla="*/ 1485900 h 1485900"/>
                  <a:gd name="connsiteX3" fmla="*/ 0 w 624840"/>
                  <a:gd name="connsiteY3" fmla="*/ 91440 h 1485900"/>
                  <a:gd name="connsiteX0" fmla="*/ 436076 w 1060916"/>
                  <a:gd name="connsiteY0" fmla="*/ 91440 h 1485900"/>
                  <a:gd name="connsiteX1" fmla="*/ 1060916 w 1060916"/>
                  <a:gd name="connsiteY1" fmla="*/ 0 h 1485900"/>
                  <a:gd name="connsiteX2" fmla="*/ 458936 w 1060916"/>
                  <a:gd name="connsiteY2" fmla="*/ 1485900 h 1485900"/>
                  <a:gd name="connsiteX3" fmla="*/ 436076 w 1060916"/>
                  <a:gd name="connsiteY3" fmla="*/ 91440 h 1485900"/>
                  <a:gd name="connsiteX0" fmla="*/ 554063 w 1178903"/>
                  <a:gd name="connsiteY0" fmla="*/ 91440 h 1485900"/>
                  <a:gd name="connsiteX1" fmla="*/ 1178903 w 1178903"/>
                  <a:gd name="connsiteY1" fmla="*/ 0 h 1485900"/>
                  <a:gd name="connsiteX2" fmla="*/ 576923 w 1178903"/>
                  <a:gd name="connsiteY2" fmla="*/ 1485900 h 1485900"/>
                  <a:gd name="connsiteX3" fmla="*/ 554063 w 1178903"/>
                  <a:gd name="connsiteY3" fmla="*/ 91440 h 1485900"/>
                  <a:gd name="connsiteX0" fmla="*/ 554063 w 576923"/>
                  <a:gd name="connsiteY0" fmla="*/ 0 h 1394460"/>
                  <a:gd name="connsiteX1" fmla="*/ 576923 w 576923"/>
                  <a:gd name="connsiteY1" fmla="*/ 1394460 h 1394460"/>
                  <a:gd name="connsiteX2" fmla="*/ 554063 w 576923"/>
                  <a:gd name="connsiteY2" fmla="*/ 0 h 1394460"/>
                  <a:gd name="connsiteX0" fmla="*/ 554063 w 1015539"/>
                  <a:gd name="connsiteY0" fmla="*/ 0 h 1394460"/>
                  <a:gd name="connsiteX1" fmla="*/ 576923 w 1015539"/>
                  <a:gd name="connsiteY1" fmla="*/ 1394460 h 1394460"/>
                  <a:gd name="connsiteX2" fmla="*/ 554063 w 1015539"/>
                  <a:gd name="connsiteY2" fmla="*/ 0 h 1394460"/>
                  <a:gd name="connsiteX0" fmla="*/ 554063 w 1127601"/>
                  <a:gd name="connsiteY0" fmla="*/ 0 h 1394460"/>
                  <a:gd name="connsiteX1" fmla="*/ 576923 w 1127601"/>
                  <a:gd name="connsiteY1" fmla="*/ 1394460 h 1394460"/>
                  <a:gd name="connsiteX2" fmla="*/ 554063 w 1127601"/>
                  <a:gd name="connsiteY2" fmla="*/ 0 h 1394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7601" h="1394460">
                    <a:moveTo>
                      <a:pt x="554063" y="0"/>
                    </a:moveTo>
                    <a:cubicBezTo>
                      <a:pt x="1582763" y="693420"/>
                      <a:pt x="996023" y="1371600"/>
                      <a:pt x="576923" y="1394460"/>
                    </a:cubicBezTo>
                    <a:cubicBezTo>
                      <a:pt x="112103" y="1371600"/>
                      <a:pt x="-436537" y="762000"/>
                      <a:pt x="554063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7" name="Rectangle 2">
                <a:extLst>
                  <a:ext uri="{FF2B5EF4-FFF2-40B4-BE49-F238E27FC236}">
                    <a16:creationId xmlns:a16="http://schemas.microsoft.com/office/drawing/2014/main" id="{9EEF65A6-4106-BE81-7A2B-FCEBE38AF2AE}"/>
                  </a:ext>
                </a:extLst>
              </p:cNvPr>
              <p:cNvSpPr/>
              <p:nvPr/>
            </p:nvSpPr>
            <p:spPr>
              <a:xfrm rot="20050099">
                <a:off x="5875346" y="2864442"/>
                <a:ext cx="888593" cy="1934523"/>
              </a:xfrm>
              <a:custGeom>
                <a:avLst/>
                <a:gdLst>
                  <a:gd name="connsiteX0" fmla="*/ 0 w 457200"/>
                  <a:gd name="connsiteY0" fmla="*/ 0 h 1219200"/>
                  <a:gd name="connsiteX1" fmla="*/ 457200 w 457200"/>
                  <a:gd name="connsiteY1" fmla="*/ 0 h 1219200"/>
                  <a:gd name="connsiteX2" fmla="*/ 457200 w 457200"/>
                  <a:gd name="connsiteY2" fmla="*/ 1219200 h 1219200"/>
                  <a:gd name="connsiteX3" fmla="*/ 0 w 457200"/>
                  <a:gd name="connsiteY3" fmla="*/ 1219200 h 1219200"/>
                  <a:gd name="connsiteX4" fmla="*/ 0 w 457200"/>
                  <a:gd name="connsiteY4" fmla="*/ 0 h 1219200"/>
                  <a:gd name="connsiteX0" fmla="*/ 0 w 624840"/>
                  <a:gd name="connsiteY0" fmla="*/ 91440 h 1219200"/>
                  <a:gd name="connsiteX1" fmla="*/ 624840 w 624840"/>
                  <a:gd name="connsiteY1" fmla="*/ 0 h 1219200"/>
                  <a:gd name="connsiteX2" fmla="*/ 624840 w 624840"/>
                  <a:gd name="connsiteY2" fmla="*/ 1219200 h 1219200"/>
                  <a:gd name="connsiteX3" fmla="*/ 167640 w 624840"/>
                  <a:gd name="connsiteY3" fmla="*/ 1219200 h 1219200"/>
                  <a:gd name="connsiteX4" fmla="*/ 0 w 624840"/>
                  <a:gd name="connsiteY4" fmla="*/ 91440 h 12192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624840 w 624840"/>
                  <a:gd name="connsiteY2" fmla="*/ 1219200 h 1485900"/>
                  <a:gd name="connsiteX3" fmla="*/ 22860 w 624840"/>
                  <a:gd name="connsiteY3" fmla="*/ 1485900 h 1485900"/>
                  <a:gd name="connsiteX4" fmla="*/ 0 w 624840"/>
                  <a:gd name="connsiteY4" fmla="*/ 91440 h 14859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22860 w 624840"/>
                  <a:gd name="connsiteY2" fmla="*/ 1485900 h 1485900"/>
                  <a:gd name="connsiteX3" fmla="*/ 0 w 624840"/>
                  <a:gd name="connsiteY3" fmla="*/ 91440 h 1485900"/>
                  <a:gd name="connsiteX0" fmla="*/ 436076 w 1060916"/>
                  <a:gd name="connsiteY0" fmla="*/ 91440 h 1485900"/>
                  <a:gd name="connsiteX1" fmla="*/ 1060916 w 1060916"/>
                  <a:gd name="connsiteY1" fmla="*/ 0 h 1485900"/>
                  <a:gd name="connsiteX2" fmla="*/ 458936 w 1060916"/>
                  <a:gd name="connsiteY2" fmla="*/ 1485900 h 1485900"/>
                  <a:gd name="connsiteX3" fmla="*/ 436076 w 1060916"/>
                  <a:gd name="connsiteY3" fmla="*/ 91440 h 1485900"/>
                  <a:gd name="connsiteX0" fmla="*/ 554063 w 1178903"/>
                  <a:gd name="connsiteY0" fmla="*/ 91440 h 1485900"/>
                  <a:gd name="connsiteX1" fmla="*/ 1178903 w 1178903"/>
                  <a:gd name="connsiteY1" fmla="*/ 0 h 1485900"/>
                  <a:gd name="connsiteX2" fmla="*/ 576923 w 1178903"/>
                  <a:gd name="connsiteY2" fmla="*/ 1485900 h 1485900"/>
                  <a:gd name="connsiteX3" fmla="*/ 554063 w 1178903"/>
                  <a:gd name="connsiteY3" fmla="*/ 91440 h 1485900"/>
                  <a:gd name="connsiteX0" fmla="*/ 554063 w 576923"/>
                  <a:gd name="connsiteY0" fmla="*/ 0 h 1394460"/>
                  <a:gd name="connsiteX1" fmla="*/ 576923 w 576923"/>
                  <a:gd name="connsiteY1" fmla="*/ 1394460 h 1394460"/>
                  <a:gd name="connsiteX2" fmla="*/ 554063 w 576923"/>
                  <a:gd name="connsiteY2" fmla="*/ 0 h 1394460"/>
                  <a:gd name="connsiteX0" fmla="*/ 554063 w 1015539"/>
                  <a:gd name="connsiteY0" fmla="*/ 0 h 1394460"/>
                  <a:gd name="connsiteX1" fmla="*/ 576923 w 1015539"/>
                  <a:gd name="connsiteY1" fmla="*/ 1394460 h 1394460"/>
                  <a:gd name="connsiteX2" fmla="*/ 554063 w 1015539"/>
                  <a:gd name="connsiteY2" fmla="*/ 0 h 1394460"/>
                  <a:gd name="connsiteX0" fmla="*/ 554063 w 1127601"/>
                  <a:gd name="connsiteY0" fmla="*/ 0 h 1394460"/>
                  <a:gd name="connsiteX1" fmla="*/ 576923 w 1127601"/>
                  <a:gd name="connsiteY1" fmla="*/ 1394460 h 1394460"/>
                  <a:gd name="connsiteX2" fmla="*/ 554063 w 1127601"/>
                  <a:gd name="connsiteY2" fmla="*/ 0 h 1394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7601" h="1394460">
                    <a:moveTo>
                      <a:pt x="554063" y="0"/>
                    </a:moveTo>
                    <a:cubicBezTo>
                      <a:pt x="1582763" y="693420"/>
                      <a:pt x="996023" y="1371600"/>
                      <a:pt x="576923" y="1394460"/>
                    </a:cubicBezTo>
                    <a:cubicBezTo>
                      <a:pt x="112103" y="1371600"/>
                      <a:pt x="-436537" y="762000"/>
                      <a:pt x="554063" y="0"/>
                    </a:cubicBezTo>
                    <a:close/>
                  </a:path>
                </a:pathLst>
              </a:custGeom>
              <a:solidFill>
                <a:srgbClr val="82ED5C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5768C272-132F-6EBB-A0EA-FCBACA2B017F}"/>
                </a:ext>
              </a:extLst>
            </p:cNvPr>
            <p:cNvGrpSpPr/>
            <p:nvPr/>
          </p:nvGrpSpPr>
          <p:grpSpPr>
            <a:xfrm>
              <a:off x="7015033" y="1858380"/>
              <a:ext cx="1815143" cy="2372170"/>
              <a:chOff x="4646535" y="3006712"/>
              <a:chExt cx="1127763" cy="1473848"/>
            </a:xfrm>
            <a:solidFill>
              <a:srgbClr val="82ED5C"/>
            </a:solidFill>
          </p:grpSpPr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E0DEB9D1-1A94-8429-916B-12B621679B00}"/>
                  </a:ext>
                </a:extLst>
              </p:cNvPr>
              <p:cNvSpPr/>
              <p:nvPr/>
            </p:nvSpPr>
            <p:spPr>
              <a:xfrm>
                <a:off x="5212080" y="3101340"/>
                <a:ext cx="0" cy="693420"/>
              </a:xfrm>
              <a:custGeom>
                <a:avLst/>
                <a:gdLst>
                  <a:gd name="connsiteX0" fmla="*/ 0 w 0"/>
                  <a:gd name="connsiteY0" fmla="*/ 0 h 693420"/>
                  <a:gd name="connsiteX1" fmla="*/ 0 w 0"/>
                  <a:gd name="connsiteY1" fmla="*/ 693420 h 693420"/>
                  <a:gd name="connsiteX2" fmla="*/ 0 w 0"/>
                  <a:gd name="connsiteY2" fmla="*/ 693420 h 693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h="693420">
                    <a:moveTo>
                      <a:pt x="0" y="0"/>
                    </a:moveTo>
                    <a:lnTo>
                      <a:pt x="0" y="693420"/>
                    </a:lnTo>
                    <a:lnTo>
                      <a:pt x="0" y="693420"/>
                    </a:lnTo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2" name="Rectangle 2">
                <a:extLst>
                  <a:ext uri="{FF2B5EF4-FFF2-40B4-BE49-F238E27FC236}">
                    <a16:creationId xmlns:a16="http://schemas.microsoft.com/office/drawing/2014/main" id="{DCEE6B16-B03C-937D-F509-A0BD39E198B8}"/>
                  </a:ext>
                </a:extLst>
              </p:cNvPr>
              <p:cNvSpPr/>
              <p:nvPr/>
            </p:nvSpPr>
            <p:spPr>
              <a:xfrm>
                <a:off x="4646535" y="3006712"/>
                <a:ext cx="1127601" cy="1394460"/>
              </a:xfrm>
              <a:custGeom>
                <a:avLst/>
                <a:gdLst>
                  <a:gd name="connsiteX0" fmla="*/ 0 w 457200"/>
                  <a:gd name="connsiteY0" fmla="*/ 0 h 1219200"/>
                  <a:gd name="connsiteX1" fmla="*/ 457200 w 457200"/>
                  <a:gd name="connsiteY1" fmla="*/ 0 h 1219200"/>
                  <a:gd name="connsiteX2" fmla="*/ 457200 w 457200"/>
                  <a:gd name="connsiteY2" fmla="*/ 1219200 h 1219200"/>
                  <a:gd name="connsiteX3" fmla="*/ 0 w 457200"/>
                  <a:gd name="connsiteY3" fmla="*/ 1219200 h 1219200"/>
                  <a:gd name="connsiteX4" fmla="*/ 0 w 457200"/>
                  <a:gd name="connsiteY4" fmla="*/ 0 h 1219200"/>
                  <a:gd name="connsiteX0" fmla="*/ 0 w 624840"/>
                  <a:gd name="connsiteY0" fmla="*/ 91440 h 1219200"/>
                  <a:gd name="connsiteX1" fmla="*/ 624840 w 624840"/>
                  <a:gd name="connsiteY1" fmla="*/ 0 h 1219200"/>
                  <a:gd name="connsiteX2" fmla="*/ 624840 w 624840"/>
                  <a:gd name="connsiteY2" fmla="*/ 1219200 h 1219200"/>
                  <a:gd name="connsiteX3" fmla="*/ 167640 w 624840"/>
                  <a:gd name="connsiteY3" fmla="*/ 1219200 h 1219200"/>
                  <a:gd name="connsiteX4" fmla="*/ 0 w 624840"/>
                  <a:gd name="connsiteY4" fmla="*/ 91440 h 12192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624840 w 624840"/>
                  <a:gd name="connsiteY2" fmla="*/ 1219200 h 1485900"/>
                  <a:gd name="connsiteX3" fmla="*/ 22860 w 624840"/>
                  <a:gd name="connsiteY3" fmla="*/ 1485900 h 1485900"/>
                  <a:gd name="connsiteX4" fmla="*/ 0 w 624840"/>
                  <a:gd name="connsiteY4" fmla="*/ 91440 h 14859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22860 w 624840"/>
                  <a:gd name="connsiteY2" fmla="*/ 1485900 h 1485900"/>
                  <a:gd name="connsiteX3" fmla="*/ 0 w 624840"/>
                  <a:gd name="connsiteY3" fmla="*/ 91440 h 1485900"/>
                  <a:gd name="connsiteX0" fmla="*/ 436076 w 1060916"/>
                  <a:gd name="connsiteY0" fmla="*/ 91440 h 1485900"/>
                  <a:gd name="connsiteX1" fmla="*/ 1060916 w 1060916"/>
                  <a:gd name="connsiteY1" fmla="*/ 0 h 1485900"/>
                  <a:gd name="connsiteX2" fmla="*/ 458936 w 1060916"/>
                  <a:gd name="connsiteY2" fmla="*/ 1485900 h 1485900"/>
                  <a:gd name="connsiteX3" fmla="*/ 436076 w 1060916"/>
                  <a:gd name="connsiteY3" fmla="*/ 91440 h 1485900"/>
                  <a:gd name="connsiteX0" fmla="*/ 554063 w 1178903"/>
                  <a:gd name="connsiteY0" fmla="*/ 91440 h 1485900"/>
                  <a:gd name="connsiteX1" fmla="*/ 1178903 w 1178903"/>
                  <a:gd name="connsiteY1" fmla="*/ 0 h 1485900"/>
                  <a:gd name="connsiteX2" fmla="*/ 576923 w 1178903"/>
                  <a:gd name="connsiteY2" fmla="*/ 1485900 h 1485900"/>
                  <a:gd name="connsiteX3" fmla="*/ 554063 w 1178903"/>
                  <a:gd name="connsiteY3" fmla="*/ 91440 h 1485900"/>
                  <a:gd name="connsiteX0" fmla="*/ 554063 w 576923"/>
                  <a:gd name="connsiteY0" fmla="*/ 0 h 1394460"/>
                  <a:gd name="connsiteX1" fmla="*/ 576923 w 576923"/>
                  <a:gd name="connsiteY1" fmla="*/ 1394460 h 1394460"/>
                  <a:gd name="connsiteX2" fmla="*/ 554063 w 576923"/>
                  <a:gd name="connsiteY2" fmla="*/ 0 h 1394460"/>
                  <a:gd name="connsiteX0" fmla="*/ 554063 w 1015539"/>
                  <a:gd name="connsiteY0" fmla="*/ 0 h 1394460"/>
                  <a:gd name="connsiteX1" fmla="*/ 576923 w 1015539"/>
                  <a:gd name="connsiteY1" fmla="*/ 1394460 h 1394460"/>
                  <a:gd name="connsiteX2" fmla="*/ 554063 w 1015539"/>
                  <a:gd name="connsiteY2" fmla="*/ 0 h 1394460"/>
                  <a:gd name="connsiteX0" fmla="*/ 554063 w 1127601"/>
                  <a:gd name="connsiteY0" fmla="*/ 0 h 1394460"/>
                  <a:gd name="connsiteX1" fmla="*/ 576923 w 1127601"/>
                  <a:gd name="connsiteY1" fmla="*/ 1394460 h 1394460"/>
                  <a:gd name="connsiteX2" fmla="*/ 554063 w 1127601"/>
                  <a:gd name="connsiteY2" fmla="*/ 0 h 1394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7601" h="1394460">
                    <a:moveTo>
                      <a:pt x="554063" y="0"/>
                    </a:moveTo>
                    <a:cubicBezTo>
                      <a:pt x="1582763" y="693420"/>
                      <a:pt x="996023" y="1371600"/>
                      <a:pt x="576923" y="1394460"/>
                    </a:cubicBezTo>
                    <a:cubicBezTo>
                      <a:pt x="112103" y="1371600"/>
                      <a:pt x="-436537" y="762000"/>
                      <a:pt x="554063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" name="Rectangle 2">
                <a:extLst>
                  <a:ext uri="{FF2B5EF4-FFF2-40B4-BE49-F238E27FC236}">
                    <a16:creationId xmlns:a16="http://schemas.microsoft.com/office/drawing/2014/main" id="{FB2BE47E-2346-C04B-96CB-CB4232261047}"/>
                  </a:ext>
                </a:extLst>
              </p:cNvPr>
              <p:cNvSpPr/>
              <p:nvPr/>
            </p:nvSpPr>
            <p:spPr>
              <a:xfrm>
                <a:off x="4646697" y="3086100"/>
                <a:ext cx="1127601" cy="1394460"/>
              </a:xfrm>
              <a:custGeom>
                <a:avLst/>
                <a:gdLst>
                  <a:gd name="connsiteX0" fmla="*/ 0 w 457200"/>
                  <a:gd name="connsiteY0" fmla="*/ 0 h 1219200"/>
                  <a:gd name="connsiteX1" fmla="*/ 457200 w 457200"/>
                  <a:gd name="connsiteY1" fmla="*/ 0 h 1219200"/>
                  <a:gd name="connsiteX2" fmla="*/ 457200 w 457200"/>
                  <a:gd name="connsiteY2" fmla="*/ 1219200 h 1219200"/>
                  <a:gd name="connsiteX3" fmla="*/ 0 w 457200"/>
                  <a:gd name="connsiteY3" fmla="*/ 1219200 h 1219200"/>
                  <a:gd name="connsiteX4" fmla="*/ 0 w 457200"/>
                  <a:gd name="connsiteY4" fmla="*/ 0 h 1219200"/>
                  <a:gd name="connsiteX0" fmla="*/ 0 w 624840"/>
                  <a:gd name="connsiteY0" fmla="*/ 91440 h 1219200"/>
                  <a:gd name="connsiteX1" fmla="*/ 624840 w 624840"/>
                  <a:gd name="connsiteY1" fmla="*/ 0 h 1219200"/>
                  <a:gd name="connsiteX2" fmla="*/ 624840 w 624840"/>
                  <a:gd name="connsiteY2" fmla="*/ 1219200 h 1219200"/>
                  <a:gd name="connsiteX3" fmla="*/ 167640 w 624840"/>
                  <a:gd name="connsiteY3" fmla="*/ 1219200 h 1219200"/>
                  <a:gd name="connsiteX4" fmla="*/ 0 w 624840"/>
                  <a:gd name="connsiteY4" fmla="*/ 91440 h 12192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624840 w 624840"/>
                  <a:gd name="connsiteY2" fmla="*/ 1219200 h 1485900"/>
                  <a:gd name="connsiteX3" fmla="*/ 22860 w 624840"/>
                  <a:gd name="connsiteY3" fmla="*/ 1485900 h 1485900"/>
                  <a:gd name="connsiteX4" fmla="*/ 0 w 624840"/>
                  <a:gd name="connsiteY4" fmla="*/ 91440 h 14859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22860 w 624840"/>
                  <a:gd name="connsiteY2" fmla="*/ 1485900 h 1485900"/>
                  <a:gd name="connsiteX3" fmla="*/ 0 w 624840"/>
                  <a:gd name="connsiteY3" fmla="*/ 91440 h 1485900"/>
                  <a:gd name="connsiteX0" fmla="*/ 436076 w 1060916"/>
                  <a:gd name="connsiteY0" fmla="*/ 91440 h 1485900"/>
                  <a:gd name="connsiteX1" fmla="*/ 1060916 w 1060916"/>
                  <a:gd name="connsiteY1" fmla="*/ 0 h 1485900"/>
                  <a:gd name="connsiteX2" fmla="*/ 458936 w 1060916"/>
                  <a:gd name="connsiteY2" fmla="*/ 1485900 h 1485900"/>
                  <a:gd name="connsiteX3" fmla="*/ 436076 w 1060916"/>
                  <a:gd name="connsiteY3" fmla="*/ 91440 h 1485900"/>
                  <a:gd name="connsiteX0" fmla="*/ 554063 w 1178903"/>
                  <a:gd name="connsiteY0" fmla="*/ 91440 h 1485900"/>
                  <a:gd name="connsiteX1" fmla="*/ 1178903 w 1178903"/>
                  <a:gd name="connsiteY1" fmla="*/ 0 h 1485900"/>
                  <a:gd name="connsiteX2" fmla="*/ 576923 w 1178903"/>
                  <a:gd name="connsiteY2" fmla="*/ 1485900 h 1485900"/>
                  <a:gd name="connsiteX3" fmla="*/ 554063 w 1178903"/>
                  <a:gd name="connsiteY3" fmla="*/ 91440 h 1485900"/>
                  <a:gd name="connsiteX0" fmla="*/ 554063 w 576923"/>
                  <a:gd name="connsiteY0" fmla="*/ 0 h 1394460"/>
                  <a:gd name="connsiteX1" fmla="*/ 576923 w 576923"/>
                  <a:gd name="connsiteY1" fmla="*/ 1394460 h 1394460"/>
                  <a:gd name="connsiteX2" fmla="*/ 554063 w 576923"/>
                  <a:gd name="connsiteY2" fmla="*/ 0 h 1394460"/>
                  <a:gd name="connsiteX0" fmla="*/ 554063 w 1015539"/>
                  <a:gd name="connsiteY0" fmla="*/ 0 h 1394460"/>
                  <a:gd name="connsiteX1" fmla="*/ 576923 w 1015539"/>
                  <a:gd name="connsiteY1" fmla="*/ 1394460 h 1394460"/>
                  <a:gd name="connsiteX2" fmla="*/ 554063 w 1015539"/>
                  <a:gd name="connsiteY2" fmla="*/ 0 h 1394460"/>
                  <a:gd name="connsiteX0" fmla="*/ 554063 w 1127601"/>
                  <a:gd name="connsiteY0" fmla="*/ 0 h 1394460"/>
                  <a:gd name="connsiteX1" fmla="*/ 576923 w 1127601"/>
                  <a:gd name="connsiteY1" fmla="*/ 1394460 h 1394460"/>
                  <a:gd name="connsiteX2" fmla="*/ 554063 w 1127601"/>
                  <a:gd name="connsiteY2" fmla="*/ 0 h 1394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7601" h="1394460">
                    <a:moveTo>
                      <a:pt x="554063" y="0"/>
                    </a:moveTo>
                    <a:cubicBezTo>
                      <a:pt x="1582763" y="693420"/>
                      <a:pt x="996023" y="1371600"/>
                      <a:pt x="576923" y="1394460"/>
                    </a:cubicBezTo>
                    <a:cubicBezTo>
                      <a:pt x="112103" y="1371600"/>
                      <a:pt x="-436537" y="762000"/>
                      <a:pt x="554063" y="0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4FB6C9C5-3885-66AF-B620-B54B68AE9ED9}"/>
                </a:ext>
              </a:extLst>
            </p:cNvPr>
            <p:cNvGrpSpPr/>
            <p:nvPr/>
          </p:nvGrpSpPr>
          <p:grpSpPr>
            <a:xfrm rot="20471543">
              <a:off x="6310803" y="3272279"/>
              <a:ext cx="1499544" cy="2379697"/>
              <a:chOff x="4646697" y="3041969"/>
              <a:chExt cx="1146610" cy="1438591"/>
            </a:xfrm>
            <a:solidFill>
              <a:srgbClr val="82ED5C"/>
            </a:solidFill>
          </p:grpSpPr>
          <p:sp>
            <p:nvSpPr>
              <p:cNvPr id="125" name="Rectangle 2">
                <a:extLst>
                  <a:ext uri="{FF2B5EF4-FFF2-40B4-BE49-F238E27FC236}">
                    <a16:creationId xmlns:a16="http://schemas.microsoft.com/office/drawing/2014/main" id="{0673B33D-AF20-C15D-77C4-939775A0C76E}"/>
                  </a:ext>
                </a:extLst>
              </p:cNvPr>
              <p:cNvSpPr/>
              <p:nvPr/>
            </p:nvSpPr>
            <p:spPr>
              <a:xfrm>
                <a:off x="4665706" y="3041969"/>
                <a:ext cx="1127601" cy="1394460"/>
              </a:xfrm>
              <a:custGeom>
                <a:avLst/>
                <a:gdLst>
                  <a:gd name="connsiteX0" fmla="*/ 0 w 457200"/>
                  <a:gd name="connsiteY0" fmla="*/ 0 h 1219200"/>
                  <a:gd name="connsiteX1" fmla="*/ 457200 w 457200"/>
                  <a:gd name="connsiteY1" fmla="*/ 0 h 1219200"/>
                  <a:gd name="connsiteX2" fmla="*/ 457200 w 457200"/>
                  <a:gd name="connsiteY2" fmla="*/ 1219200 h 1219200"/>
                  <a:gd name="connsiteX3" fmla="*/ 0 w 457200"/>
                  <a:gd name="connsiteY3" fmla="*/ 1219200 h 1219200"/>
                  <a:gd name="connsiteX4" fmla="*/ 0 w 457200"/>
                  <a:gd name="connsiteY4" fmla="*/ 0 h 1219200"/>
                  <a:gd name="connsiteX0" fmla="*/ 0 w 624840"/>
                  <a:gd name="connsiteY0" fmla="*/ 91440 h 1219200"/>
                  <a:gd name="connsiteX1" fmla="*/ 624840 w 624840"/>
                  <a:gd name="connsiteY1" fmla="*/ 0 h 1219200"/>
                  <a:gd name="connsiteX2" fmla="*/ 624840 w 624840"/>
                  <a:gd name="connsiteY2" fmla="*/ 1219200 h 1219200"/>
                  <a:gd name="connsiteX3" fmla="*/ 167640 w 624840"/>
                  <a:gd name="connsiteY3" fmla="*/ 1219200 h 1219200"/>
                  <a:gd name="connsiteX4" fmla="*/ 0 w 624840"/>
                  <a:gd name="connsiteY4" fmla="*/ 91440 h 12192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624840 w 624840"/>
                  <a:gd name="connsiteY2" fmla="*/ 1219200 h 1485900"/>
                  <a:gd name="connsiteX3" fmla="*/ 22860 w 624840"/>
                  <a:gd name="connsiteY3" fmla="*/ 1485900 h 1485900"/>
                  <a:gd name="connsiteX4" fmla="*/ 0 w 624840"/>
                  <a:gd name="connsiteY4" fmla="*/ 91440 h 14859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22860 w 624840"/>
                  <a:gd name="connsiteY2" fmla="*/ 1485900 h 1485900"/>
                  <a:gd name="connsiteX3" fmla="*/ 0 w 624840"/>
                  <a:gd name="connsiteY3" fmla="*/ 91440 h 1485900"/>
                  <a:gd name="connsiteX0" fmla="*/ 436076 w 1060916"/>
                  <a:gd name="connsiteY0" fmla="*/ 91440 h 1485900"/>
                  <a:gd name="connsiteX1" fmla="*/ 1060916 w 1060916"/>
                  <a:gd name="connsiteY1" fmla="*/ 0 h 1485900"/>
                  <a:gd name="connsiteX2" fmla="*/ 458936 w 1060916"/>
                  <a:gd name="connsiteY2" fmla="*/ 1485900 h 1485900"/>
                  <a:gd name="connsiteX3" fmla="*/ 436076 w 1060916"/>
                  <a:gd name="connsiteY3" fmla="*/ 91440 h 1485900"/>
                  <a:gd name="connsiteX0" fmla="*/ 554063 w 1178903"/>
                  <a:gd name="connsiteY0" fmla="*/ 91440 h 1485900"/>
                  <a:gd name="connsiteX1" fmla="*/ 1178903 w 1178903"/>
                  <a:gd name="connsiteY1" fmla="*/ 0 h 1485900"/>
                  <a:gd name="connsiteX2" fmla="*/ 576923 w 1178903"/>
                  <a:gd name="connsiteY2" fmla="*/ 1485900 h 1485900"/>
                  <a:gd name="connsiteX3" fmla="*/ 554063 w 1178903"/>
                  <a:gd name="connsiteY3" fmla="*/ 91440 h 1485900"/>
                  <a:gd name="connsiteX0" fmla="*/ 554063 w 576923"/>
                  <a:gd name="connsiteY0" fmla="*/ 0 h 1394460"/>
                  <a:gd name="connsiteX1" fmla="*/ 576923 w 576923"/>
                  <a:gd name="connsiteY1" fmla="*/ 1394460 h 1394460"/>
                  <a:gd name="connsiteX2" fmla="*/ 554063 w 576923"/>
                  <a:gd name="connsiteY2" fmla="*/ 0 h 1394460"/>
                  <a:gd name="connsiteX0" fmla="*/ 554063 w 1015539"/>
                  <a:gd name="connsiteY0" fmla="*/ 0 h 1394460"/>
                  <a:gd name="connsiteX1" fmla="*/ 576923 w 1015539"/>
                  <a:gd name="connsiteY1" fmla="*/ 1394460 h 1394460"/>
                  <a:gd name="connsiteX2" fmla="*/ 554063 w 1015539"/>
                  <a:gd name="connsiteY2" fmla="*/ 0 h 1394460"/>
                  <a:gd name="connsiteX0" fmla="*/ 554063 w 1127601"/>
                  <a:gd name="connsiteY0" fmla="*/ 0 h 1394460"/>
                  <a:gd name="connsiteX1" fmla="*/ 576923 w 1127601"/>
                  <a:gd name="connsiteY1" fmla="*/ 1394460 h 1394460"/>
                  <a:gd name="connsiteX2" fmla="*/ 554063 w 1127601"/>
                  <a:gd name="connsiteY2" fmla="*/ 0 h 1394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7601" h="1394460">
                    <a:moveTo>
                      <a:pt x="554063" y="0"/>
                    </a:moveTo>
                    <a:cubicBezTo>
                      <a:pt x="1582763" y="693420"/>
                      <a:pt x="996023" y="1371600"/>
                      <a:pt x="576923" y="1394460"/>
                    </a:cubicBezTo>
                    <a:cubicBezTo>
                      <a:pt x="112103" y="1371600"/>
                      <a:pt x="-436537" y="762000"/>
                      <a:pt x="554063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" name="Rectangle 2">
                <a:extLst>
                  <a:ext uri="{FF2B5EF4-FFF2-40B4-BE49-F238E27FC236}">
                    <a16:creationId xmlns:a16="http://schemas.microsoft.com/office/drawing/2014/main" id="{A205824B-6486-BA33-A456-06D8A37BB7F2}"/>
                  </a:ext>
                </a:extLst>
              </p:cNvPr>
              <p:cNvSpPr/>
              <p:nvPr/>
            </p:nvSpPr>
            <p:spPr>
              <a:xfrm>
                <a:off x="4646697" y="3086100"/>
                <a:ext cx="1127601" cy="1394460"/>
              </a:xfrm>
              <a:custGeom>
                <a:avLst/>
                <a:gdLst>
                  <a:gd name="connsiteX0" fmla="*/ 0 w 457200"/>
                  <a:gd name="connsiteY0" fmla="*/ 0 h 1219200"/>
                  <a:gd name="connsiteX1" fmla="*/ 457200 w 457200"/>
                  <a:gd name="connsiteY1" fmla="*/ 0 h 1219200"/>
                  <a:gd name="connsiteX2" fmla="*/ 457200 w 457200"/>
                  <a:gd name="connsiteY2" fmla="*/ 1219200 h 1219200"/>
                  <a:gd name="connsiteX3" fmla="*/ 0 w 457200"/>
                  <a:gd name="connsiteY3" fmla="*/ 1219200 h 1219200"/>
                  <a:gd name="connsiteX4" fmla="*/ 0 w 457200"/>
                  <a:gd name="connsiteY4" fmla="*/ 0 h 1219200"/>
                  <a:gd name="connsiteX0" fmla="*/ 0 w 624840"/>
                  <a:gd name="connsiteY0" fmla="*/ 91440 h 1219200"/>
                  <a:gd name="connsiteX1" fmla="*/ 624840 w 624840"/>
                  <a:gd name="connsiteY1" fmla="*/ 0 h 1219200"/>
                  <a:gd name="connsiteX2" fmla="*/ 624840 w 624840"/>
                  <a:gd name="connsiteY2" fmla="*/ 1219200 h 1219200"/>
                  <a:gd name="connsiteX3" fmla="*/ 167640 w 624840"/>
                  <a:gd name="connsiteY3" fmla="*/ 1219200 h 1219200"/>
                  <a:gd name="connsiteX4" fmla="*/ 0 w 624840"/>
                  <a:gd name="connsiteY4" fmla="*/ 91440 h 12192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624840 w 624840"/>
                  <a:gd name="connsiteY2" fmla="*/ 1219200 h 1485900"/>
                  <a:gd name="connsiteX3" fmla="*/ 22860 w 624840"/>
                  <a:gd name="connsiteY3" fmla="*/ 1485900 h 1485900"/>
                  <a:gd name="connsiteX4" fmla="*/ 0 w 624840"/>
                  <a:gd name="connsiteY4" fmla="*/ 91440 h 14859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22860 w 624840"/>
                  <a:gd name="connsiteY2" fmla="*/ 1485900 h 1485900"/>
                  <a:gd name="connsiteX3" fmla="*/ 0 w 624840"/>
                  <a:gd name="connsiteY3" fmla="*/ 91440 h 1485900"/>
                  <a:gd name="connsiteX0" fmla="*/ 436076 w 1060916"/>
                  <a:gd name="connsiteY0" fmla="*/ 91440 h 1485900"/>
                  <a:gd name="connsiteX1" fmla="*/ 1060916 w 1060916"/>
                  <a:gd name="connsiteY1" fmla="*/ 0 h 1485900"/>
                  <a:gd name="connsiteX2" fmla="*/ 458936 w 1060916"/>
                  <a:gd name="connsiteY2" fmla="*/ 1485900 h 1485900"/>
                  <a:gd name="connsiteX3" fmla="*/ 436076 w 1060916"/>
                  <a:gd name="connsiteY3" fmla="*/ 91440 h 1485900"/>
                  <a:gd name="connsiteX0" fmla="*/ 554063 w 1178903"/>
                  <a:gd name="connsiteY0" fmla="*/ 91440 h 1485900"/>
                  <a:gd name="connsiteX1" fmla="*/ 1178903 w 1178903"/>
                  <a:gd name="connsiteY1" fmla="*/ 0 h 1485900"/>
                  <a:gd name="connsiteX2" fmla="*/ 576923 w 1178903"/>
                  <a:gd name="connsiteY2" fmla="*/ 1485900 h 1485900"/>
                  <a:gd name="connsiteX3" fmla="*/ 554063 w 1178903"/>
                  <a:gd name="connsiteY3" fmla="*/ 91440 h 1485900"/>
                  <a:gd name="connsiteX0" fmla="*/ 554063 w 576923"/>
                  <a:gd name="connsiteY0" fmla="*/ 0 h 1394460"/>
                  <a:gd name="connsiteX1" fmla="*/ 576923 w 576923"/>
                  <a:gd name="connsiteY1" fmla="*/ 1394460 h 1394460"/>
                  <a:gd name="connsiteX2" fmla="*/ 554063 w 576923"/>
                  <a:gd name="connsiteY2" fmla="*/ 0 h 1394460"/>
                  <a:gd name="connsiteX0" fmla="*/ 554063 w 1015539"/>
                  <a:gd name="connsiteY0" fmla="*/ 0 h 1394460"/>
                  <a:gd name="connsiteX1" fmla="*/ 576923 w 1015539"/>
                  <a:gd name="connsiteY1" fmla="*/ 1394460 h 1394460"/>
                  <a:gd name="connsiteX2" fmla="*/ 554063 w 1015539"/>
                  <a:gd name="connsiteY2" fmla="*/ 0 h 1394460"/>
                  <a:gd name="connsiteX0" fmla="*/ 554063 w 1127601"/>
                  <a:gd name="connsiteY0" fmla="*/ 0 h 1394460"/>
                  <a:gd name="connsiteX1" fmla="*/ 576923 w 1127601"/>
                  <a:gd name="connsiteY1" fmla="*/ 1394460 h 1394460"/>
                  <a:gd name="connsiteX2" fmla="*/ 554063 w 1127601"/>
                  <a:gd name="connsiteY2" fmla="*/ 0 h 1394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7601" h="1394460">
                    <a:moveTo>
                      <a:pt x="554063" y="0"/>
                    </a:moveTo>
                    <a:cubicBezTo>
                      <a:pt x="1582763" y="693420"/>
                      <a:pt x="996023" y="1371600"/>
                      <a:pt x="576923" y="1394460"/>
                    </a:cubicBezTo>
                    <a:cubicBezTo>
                      <a:pt x="112103" y="1371600"/>
                      <a:pt x="-436537" y="762000"/>
                      <a:pt x="554063" y="0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4E91BAF3-A522-34B2-F7A7-B513D08D326D}"/>
                </a:ext>
              </a:extLst>
            </p:cNvPr>
            <p:cNvGrpSpPr/>
            <p:nvPr/>
          </p:nvGrpSpPr>
          <p:grpSpPr>
            <a:xfrm rot="1128457" flipH="1">
              <a:off x="8114364" y="3288550"/>
              <a:ext cx="1479041" cy="2389715"/>
              <a:chOff x="4643365" y="3035913"/>
              <a:chExt cx="1130933" cy="1444647"/>
            </a:xfrm>
            <a:solidFill>
              <a:srgbClr val="82ED5C"/>
            </a:solidFill>
          </p:grpSpPr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8638B83C-B44E-77FC-ABDF-F250EA838648}"/>
                  </a:ext>
                </a:extLst>
              </p:cNvPr>
              <p:cNvSpPr/>
              <p:nvPr/>
            </p:nvSpPr>
            <p:spPr>
              <a:xfrm>
                <a:off x="5212080" y="3101340"/>
                <a:ext cx="0" cy="693420"/>
              </a:xfrm>
              <a:custGeom>
                <a:avLst/>
                <a:gdLst>
                  <a:gd name="connsiteX0" fmla="*/ 0 w 0"/>
                  <a:gd name="connsiteY0" fmla="*/ 0 h 693420"/>
                  <a:gd name="connsiteX1" fmla="*/ 0 w 0"/>
                  <a:gd name="connsiteY1" fmla="*/ 693420 h 693420"/>
                  <a:gd name="connsiteX2" fmla="*/ 0 w 0"/>
                  <a:gd name="connsiteY2" fmla="*/ 693420 h 693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h="693420">
                    <a:moveTo>
                      <a:pt x="0" y="0"/>
                    </a:moveTo>
                    <a:lnTo>
                      <a:pt x="0" y="693420"/>
                    </a:lnTo>
                    <a:lnTo>
                      <a:pt x="0" y="693420"/>
                    </a:lnTo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7" name="Rectangle 2">
                <a:extLst>
                  <a:ext uri="{FF2B5EF4-FFF2-40B4-BE49-F238E27FC236}">
                    <a16:creationId xmlns:a16="http://schemas.microsoft.com/office/drawing/2014/main" id="{8B7B49CE-B840-16F9-8885-5678768AA38E}"/>
                  </a:ext>
                </a:extLst>
              </p:cNvPr>
              <p:cNvSpPr/>
              <p:nvPr/>
            </p:nvSpPr>
            <p:spPr>
              <a:xfrm>
                <a:off x="4643365" y="3035913"/>
                <a:ext cx="1127601" cy="1394460"/>
              </a:xfrm>
              <a:custGeom>
                <a:avLst/>
                <a:gdLst>
                  <a:gd name="connsiteX0" fmla="*/ 0 w 457200"/>
                  <a:gd name="connsiteY0" fmla="*/ 0 h 1219200"/>
                  <a:gd name="connsiteX1" fmla="*/ 457200 w 457200"/>
                  <a:gd name="connsiteY1" fmla="*/ 0 h 1219200"/>
                  <a:gd name="connsiteX2" fmla="*/ 457200 w 457200"/>
                  <a:gd name="connsiteY2" fmla="*/ 1219200 h 1219200"/>
                  <a:gd name="connsiteX3" fmla="*/ 0 w 457200"/>
                  <a:gd name="connsiteY3" fmla="*/ 1219200 h 1219200"/>
                  <a:gd name="connsiteX4" fmla="*/ 0 w 457200"/>
                  <a:gd name="connsiteY4" fmla="*/ 0 h 1219200"/>
                  <a:gd name="connsiteX0" fmla="*/ 0 w 624840"/>
                  <a:gd name="connsiteY0" fmla="*/ 91440 h 1219200"/>
                  <a:gd name="connsiteX1" fmla="*/ 624840 w 624840"/>
                  <a:gd name="connsiteY1" fmla="*/ 0 h 1219200"/>
                  <a:gd name="connsiteX2" fmla="*/ 624840 w 624840"/>
                  <a:gd name="connsiteY2" fmla="*/ 1219200 h 1219200"/>
                  <a:gd name="connsiteX3" fmla="*/ 167640 w 624840"/>
                  <a:gd name="connsiteY3" fmla="*/ 1219200 h 1219200"/>
                  <a:gd name="connsiteX4" fmla="*/ 0 w 624840"/>
                  <a:gd name="connsiteY4" fmla="*/ 91440 h 12192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624840 w 624840"/>
                  <a:gd name="connsiteY2" fmla="*/ 1219200 h 1485900"/>
                  <a:gd name="connsiteX3" fmla="*/ 22860 w 624840"/>
                  <a:gd name="connsiteY3" fmla="*/ 1485900 h 1485900"/>
                  <a:gd name="connsiteX4" fmla="*/ 0 w 624840"/>
                  <a:gd name="connsiteY4" fmla="*/ 91440 h 14859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22860 w 624840"/>
                  <a:gd name="connsiteY2" fmla="*/ 1485900 h 1485900"/>
                  <a:gd name="connsiteX3" fmla="*/ 0 w 624840"/>
                  <a:gd name="connsiteY3" fmla="*/ 91440 h 1485900"/>
                  <a:gd name="connsiteX0" fmla="*/ 436076 w 1060916"/>
                  <a:gd name="connsiteY0" fmla="*/ 91440 h 1485900"/>
                  <a:gd name="connsiteX1" fmla="*/ 1060916 w 1060916"/>
                  <a:gd name="connsiteY1" fmla="*/ 0 h 1485900"/>
                  <a:gd name="connsiteX2" fmla="*/ 458936 w 1060916"/>
                  <a:gd name="connsiteY2" fmla="*/ 1485900 h 1485900"/>
                  <a:gd name="connsiteX3" fmla="*/ 436076 w 1060916"/>
                  <a:gd name="connsiteY3" fmla="*/ 91440 h 1485900"/>
                  <a:gd name="connsiteX0" fmla="*/ 554063 w 1178903"/>
                  <a:gd name="connsiteY0" fmla="*/ 91440 h 1485900"/>
                  <a:gd name="connsiteX1" fmla="*/ 1178903 w 1178903"/>
                  <a:gd name="connsiteY1" fmla="*/ 0 h 1485900"/>
                  <a:gd name="connsiteX2" fmla="*/ 576923 w 1178903"/>
                  <a:gd name="connsiteY2" fmla="*/ 1485900 h 1485900"/>
                  <a:gd name="connsiteX3" fmla="*/ 554063 w 1178903"/>
                  <a:gd name="connsiteY3" fmla="*/ 91440 h 1485900"/>
                  <a:gd name="connsiteX0" fmla="*/ 554063 w 576923"/>
                  <a:gd name="connsiteY0" fmla="*/ 0 h 1394460"/>
                  <a:gd name="connsiteX1" fmla="*/ 576923 w 576923"/>
                  <a:gd name="connsiteY1" fmla="*/ 1394460 h 1394460"/>
                  <a:gd name="connsiteX2" fmla="*/ 554063 w 576923"/>
                  <a:gd name="connsiteY2" fmla="*/ 0 h 1394460"/>
                  <a:gd name="connsiteX0" fmla="*/ 554063 w 1015539"/>
                  <a:gd name="connsiteY0" fmla="*/ 0 h 1394460"/>
                  <a:gd name="connsiteX1" fmla="*/ 576923 w 1015539"/>
                  <a:gd name="connsiteY1" fmla="*/ 1394460 h 1394460"/>
                  <a:gd name="connsiteX2" fmla="*/ 554063 w 1015539"/>
                  <a:gd name="connsiteY2" fmla="*/ 0 h 1394460"/>
                  <a:gd name="connsiteX0" fmla="*/ 554063 w 1127601"/>
                  <a:gd name="connsiteY0" fmla="*/ 0 h 1394460"/>
                  <a:gd name="connsiteX1" fmla="*/ 576923 w 1127601"/>
                  <a:gd name="connsiteY1" fmla="*/ 1394460 h 1394460"/>
                  <a:gd name="connsiteX2" fmla="*/ 554063 w 1127601"/>
                  <a:gd name="connsiteY2" fmla="*/ 0 h 1394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7601" h="1394460">
                    <a:moveTo>
                      <a:pt x="554063" y="0"/>
                    </a:moveTo>
                    <a:cubicBezTo>
                      <a:pt x="1582763" y="693420"/>
                      <a:pt x="996023" y="1371600"/>
                      <a:pt x="576923" y="1394460"/>
                    </a:cubicBezTo>
                    <a:cubicBezTo>
                      <a:pt x="112103" y="1371600"/>
                      <a:pt x="-436537" y="762000"/>
                      <a:pt x="554063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Rectangle 2">
                <a:extLst>
                  <a:ext uri="{FF2B5EF4-FFF2-40B4-BE49-F238E27FC236}">
                    <a16:creationId xmlns:a16="http://schemas.microsoft.com/office/drawing/2014/main" id="{172547DD-79D6-869F-06C6-68090A3D06B5}"/>
                  </a:ext>
                </a:extLst>
              </p:cNvPr>
              <p:cNvSpPr/>
              <p:nvPr/>
            </p:nvSpPr>
            <p:spPr>
              <a:xfrm>
                <a:off x="4646697" y="3086100"/>
                <a:ext cx="1127601" cy="1394460"/>
              </a:xfrm>
              <a:custGeom>
                <a:avLst/>
                <a:gdLst>
                  <a:gd name="connsiteX0" fmla="*/ 0 w 457200"/>
                  <a:gd name="connsiteY0" fmla="*/ 0 h 1219200"/>
                  <a:gd name="connsiteX1" fmla="*/ 457200 w 457200"/>
                  <a:gd name="connsiteY1" fmla="*/ 0 h 1219200"/>
                  <a:gd name="connsiteX2" fmla="*/ 457200 w 457200"/>
                  <a:gd name="connsiteY2" fmla="*/ 1219200 h 1219200"/>
                  <a:gd name="connsiteX3" fmla="*/ 0 w 457200"/>
                  <a:gd name="connsiteY3" fmla="*/ 1219200 h 1219200"/>
                  <a:gd name="connsiteX4" fmla="*/ 0 w 457200"/>
                  <a:gd name="connsiteY4" fmla="*/ 0 h 1219200"/>
                  <a:gd name="connsiteX0" fmla="*/ 0 w 624840"/>
                  <a:gd name="connsiteY0" fmla="*/ 91440 h 1219200"/>
                  <a:gd name="connsiteX1" fmla="*/ 624840 w 624840"/>
                  <a:gd name="connsiteY1" fmla="*/ 0 h 1219200"/>
                  <a:gd name="connsiteX2" fmla="*/ 624840 w 624840"/>
                  <a:gd name="connsiteY2" fmla="*/ 1219200 h 1219200"/>
                  <a:gd name="connsiteX3" fmla="*/ 167640 w 624840"/>
                  <a:gd name="connsiteY3" fmla="*/ 1219200 h 1219200"/>
                  <a:gd name="connsiteX4" fmla="*/ 0 w 624840"/>
                  <a:gd name="connsiteY4" fmla="*/ 91440 h 12192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624840 w 624840"/>
                  <a:gd name="connsiteY2" fmla="*/ 1219200 h 1485900"/>
                  <a:gd name="connsiteX3" fmla="*/ 22860 w 624840"/>
                  <a:gd name="connsiteY3" fmla="*/ 1485900 h 1485900"/>
                  <a:gd name="connsiteX4" fmla="*/ 0 w 624840"/>
                  <a:gd name="connsiteY4" fmla="*/ 91440 h 14859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22860 w 624840"/>
                  <a:gd name="connsiteY2" fmla="*/ 1485900 h 1485900"/>
                  <a:gd name="connsiteX3" fmla="*/ 0 w 624840"/>
                  <a:gd name="connsiteY3" fmla="*/ 91440 h 1485900"/>
                  <a:gd name="connsiteX0" fmla="*/ 436076 w 1060916"/>
                  <a:gd name="connsiteY0" fmla="*/ 91440 h 1485900"/>
                  <a:gd name="connsiteX1" fmla="*/ 1060916 w 1060916"/>
                  <a:gd name="connsiteY1" fmla="*/ 0 h 1485900"/>
                  <a:gd name="connsiteX2" fmla="*/ 458936 w 1060916"/>
                  <a:gd name="connsiteY2" fmla="*/ 1485900 h 1485900"/>
                  <a:gd name="connsiteX3" fmla="*/ 436076 w 1060916"/>
                  <a:gd name="connsiteY3" fmla="*/ 91440 h 1485900"/>
                  <a:gd name="connsiteX0" fmla="*/ 554063 w 1178903"/>
                  <a:gd name="connsiteY0" fmla="*/ 91440 h 1485900"/>
                  <a:gd name="connsiteX1" fmla="*/ 1178903 w 1178903"/>
                  <a:gd name="connsiteY1" fmla="*/ 0 h 1485900"/>
                  <a:gd name="connsiteX2" fmla="*/ 576923 w 1178903"/>
                  <a:gd name="connsiteY2" fmla="*/ 1485900 h 1485900"/>
                  <a:gd name="connsiteX3" fmla="*/ 554063 w 1178903"/>
                  <a:gd name="connsiteY3" fmla="*/ 91440 h 1485900"/>
                  <a:gd name="connsiteX0" fmla="*/ 554063 w 576923"/>
                  <a:gd name="connsiteY0" fmla="*/ 0 h 1394460"/>
                  <a:gd name="connsiteX1" fmla="*/ 576923 w 576923"/>
                  <a:gd name="connsiteY1" fmla="*/ 1394460 h 1394460"/>
                  <a:gd name="connsiteX2" fmla="*/ 554063 w 576923"/>
                  <a:gd name="connsiteY2" fmla="*/ 0 h 1394460"/>
                  <a:gd name="connsiteX0" fmla="*/ 554063 w 1015539"/>
                  <a:gd name="connsiteY0" fmla="*/ 0 h 1394460"/>
                  <a:gd name="connsiteX1" fmla="*/ 576923 w 1015539"/>
                  <a:gd name="connsiteY1" fmla="*/ 1394460 h 1394460"/>
                  <a:gd name="connsiteX2" fmla="*/ 554063 w 1015539"/>
                  <a:gd name="connsiteY2" fmla="*/ 0 h 1394460"/>
                  <a:gd name="connsiteX0" fmla="*/ 554063 w 1127601"/>
                  <a:gd name="connsiteY0" fmla="*/ 0 h 1394460"/>
                  <a:gd name="connsiteX1" fmla="*/ 576923 w 1127601"/>
                  <a:gd name="connsiteY1" fmla="*/ 1394460 h 1394460"/>
                  <a:gd name="connsiteX2" fmla="*/ 554063 w 1127601"/>
                  <a:gd name="connsiteY2" fmla="*/ 0 h 1394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7601" h="1394460">
                    <a:moveTo>
                      <a:pt x="554063" y="0"/>
                    </a:moveTo>
                    <a:cubicBezTo>
                      <a:pt x="1582763" y="693420"/>
                      <a:pt x="996023" y="1371600"/>
                      <a:pt x="576923" y="1394460"/>
                    </a:cubicBezTo>
                    <a:cubicBezTo>
                      <a:pt x="112103" y="1371600"/>
                      <a:pt x="-436537" y="762000"/>
                      <a:pt x="554063" y="0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C3EC6665-D2CE-CCC9-7973-0E075A18FF1F}"/>
                </a:ext>
              </a:extLst>
            </p:cNvPr>
            <p:cNvGrpSpPr/>
            <p:nvPr/>
          </p:nvGrpSpPr>
          <p:grpSpPr>
            <a:xfrm>
              <a:off x="7060575" y="3492135"/>
              <a:ext cx="1815795" cy="2338032"/>
              <a:chOff x="4646697" y="3027922"/>
              <a:chExt cx="1128168" cy="1452638"/>
            </a:xfrm>
            <a:solidFill>
              <a:srgbClr val="82ED5C"/>
            </a:solidFill>
          </p:grpSpPr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C981D91A-2792-14EF-3CA4-53ED38DA47CA}"/>
                  </a:ext>
                </a:extLst>
              </p:cNvPr>
              <p:cNvSpPr/>
              <p:nvPr/>
            </p:nvSpPr>
            <p:spPr>
              <a:xfrm>
                <a:off x="5212080" y="3101340"/>
                <a:ext cx="0" cy="693420"/>
              </a:xfrm>
              <a:custGeom>
                <a:avLst/>
                <a:gdLst>
                  <a:gd name="connsiteX0" fmla="*/ 0 w 0"/>
                  <a:gd name="connsiteY0" fmla="*/ 0 h 693420"/>
                  <a:gd name="connsiteX1" fmla="*/ 0 w 0"/>
                  <a:gd name="connsiteY1" fmla="*/ 693420 h 693420"/>
                  <a:gd name="connsiteX2" fmla="*/ 0 w 0"/>
                  <a:gd name="connsiteY2" fmla="*/ 693420 h 693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h="693420">
                    <a:moveTo>
                      <a:pt x="0" y="0"/>
                    </a:moveTo>
                    <a:lnTo>
                      <a:pt x="0" y="693420"/>
                    </a:lnTo>
                    <a:lnTo>
                      <a:pt x="0" y="693420"/>
                    </a:lnTo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6" name="Rectangle 2">
                <a:extLst>
                  <a:ext uri="{FF2B5EF4-FFF2-40B4-BE49-F238E27FC236}">
                    <a16:creationId xmlns:a16="http://schemas.microsoft.com/office/drawing/2014/main" id="{92978209-15C7-DC44-1C57-B945D3E9BEC6}"/>
                  </a:ext>
                </a:extLst>
              </p:cNvPr>
              <p:cNvSpPr/>
              <p:nvPr/>
            </p:nvSpPr>
            <p:spPr>
              <a:xfrm>
                <a:off x="4647264" y="3027922"/>
                <a:ext cx="1127601" cy="1394460"/>
              </a:xfrm>
              <a:custGeom>
                <a:avLst/>
                <a:gdLst>
                  <a:gd name="connsiteX0" fmla="*/ 0 w 457200"/>
                  <a:gd name="connsiteY0" fmla="*/ 0 h 1219200"/>
                  <a:gd name="connsiteX1" fmla="*/ 457200 w 457200"/>
                  <a:gd name="connsiteY1" fmla="*/ 0 h 1219200"/>
                  <a:gd name="connsiteX2" fmla="*/ 457200 w 457200"/>
                  <a:gd name="connsiteY2" fmla="*/ 1219200 h 1219200"/>
                  <a:gd name="connsiteX3" fmla="*/ 0 w 457200"/>
                  <a:gd name="connsiteY3" fmla="*/ 1219200 h 1219200"/>
                  <a:gd name="connsiteX4" fmla="*/ 0 w 457200"/>
                  <a:gd name="connsiteY4" fmla="*/ 0 h 1219200"/>
                  <a:gd name="connsiteX0" fmla="*/ 0 w 624840"/>
                  <a:gd name="connsiteY0" fmla="*/ 91440 h 1219200"/>
                  <a:gd name="connsiteX1" fmla="*/ 624840 w 624840"/>
                  <a:gd name="connsiteY1" fmla="*/ 0 h 1219200"/>
                  <a:gd name="connsiteX2" fmla="*/ 624840 w 624840"/>
                  <a:gd name="connsiteY2" fmla="*/ 1219200 h 1219200"/>
                  <a:gd name="connsiteX3" fmla="*/ 167640 w 624840"/>
                  <a:gd name="connsiteY3" fmla="*/ 1219200 h 1219200"/>
                  <a:gd name="connsiteX4" fmla="*/ 0 w 624840"/>
                  <a:gd name="connsiteY4" fmla="*/ 91440 h 12192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624840 w 624840"/>
                  <a:gd name="connsiteY2" fmla="*/ 1219200 h 1485900"/>
                  <a:gd name="connsiteX3" fmla="*/ 22860 w 624840"/>
                  <a:gd name="connsiteY3" fmla="*/ 1485900 h 1485900"/>
                  <a:gd name="connsiteX4" fmla="*/ 0 w 624840"/>
                  <a:gd name="connsiteY4" fmla="*/ 91440 h 14859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22860 w 624840"/>
                  <a:gd name="connsiteY2" fmla="*/ 1485900 h 1485900"/>
                  <a:gd name="connsiteX3" fmla="*/ 0 w 624840"/>
                  <a:gd name="connsiteY3" fmla="*/ 91440 h 1485900"/>
                  <a:gd name="connsiteX0" fmla="*/ 436076 w 1060916"/>
                  <a:gd name="connsiteY0" fmla="*/ 91440 h 1485900"/>
                  <a:gd name="connsiteX1" fmla="*/ 1060916 w 1060916"/>
                  <a:gd name="connsiteY1" fmla="*/ 0 h 1485900"/>
                  <a:gd name="connsiteX2" fmla="*/ 458936 w 1060916"/>
                  <a:gd name="connsiteY2" fmla="*/ 1485900 h 1485900"/>
                  <a:gd name="connsiteX3" fmla="*/ 436076 w 1060916"/>
                  <a:gd name="connsiteY3" fmla="*/ 91440 h 1485900"/>
                  <a:gd name="connsiteX0" fmla="*/ 554063 w 1178903"/>
                  <a:gd name="connsiteY0" fmla="*/ 91440 h 1485900"/>
                  <a:gd name="connsiteX1" fmla="*/ 1178903 w 1178903"/>
                  <a:gd name="connsiteY1" fmla="*/ 0 h 1485900"/>
                  <a:gd name="connsiteX2" fmla="*/ 576923 w 1178903"/>
                  <a:gd name="connsiteY2" fmla="*/ 1485900 h 1485900"/>
                  <a:gd name="connsiteX3" fmla="*/ 554063 w 1178903"/>
                  <a:gd name="connsiteY3" fmla="*/ 91440 h 1485900"/>
                  <a:gd name="connsiteX0" fmla="*/ 554063 w 576923"/>
                  <a:gd name="connsiteY0" fmla="*/ 0 h 1394460"/>
                  <a:gd name="connsiteX1" fmla="*/ 576923 w 576923"/>
                  <a:gd name="connsiteY1" fmla="*/ 1394460 h 1394460"/>
                  <a:gd name="connsiteX2" fmla="*/ 554063 w 576923"/>
                  <a:gd name="connsiteY2" fmla="*/ 0 h 1394460"/>
                  <a:gd name="connsiteX0" fmla="*/ 554063 w 1015539"/>
                  <a:gd name="connsiteY0" fmla="*/ 0 h 1394460"/>
                  <a:gd name="connsiteX1" fmla="*/ 576923 w 1015539"/>
                  <a:gd name="connsiteY1" fmla="*/ 1394460 h 1394460"/>
                  <a:gd name="connsiteX2" fmla="*/ 554063 w 1015539"/>
                  <a:gd name="connsiteY2" fmla="*/ 0 h 1394460"/>
                  <a:gd name="connsiteX0" fmla="*/ 554063 w 1127601"/>
                  <a:gd name="connsiteY0" fmla="*/ 0 h 1394460"/>
                  <a:gd name="connsiteX1" fmla="*/ 576923 w 1127601"/>
                  <a:gd name="connsiteY1" fmla="*/ 1394460 h 1394460"/>
                  <a:gd name="connsiteX2" fmla="*/ 554063 w 1127601"/>
                  <a:gd name="connsiteY2" fmla="*/ 0 h 1394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7601" h="1394460">
                    <a:moveTo>
                      <a:pt x="554063" y="0"/>
                    </a:moveTo>
                    <a:cubicBezTo>
                      <a:pt x="1582763" y="693420"/>
                      <a:pt x="996023" y="1371600"/>
                      <a:pt x="576923" y="1394460"/>
                    </a:cubicBezTo>
                    <a:cubicBezTo>
                      <a:pt x="112103" y="1371600"/>
                      <a:pt x="-436537" y="762000"/>
                      <a:pt x="554063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" name="Rectangle 2">
                <a:extLst>
                  <a:ext uri="{FF2B5EF4-FFF2-40B4-BE49-F238E27FC236}">
                    <a16:creationId xmlns:a16="http://schemas.microsoft.com/office/drawing/2014/main" id="{4A08BF5F-9E6A-6A98-2825-8026C5BEBFB1}"/>
                  </a:ext>
                </a:extLst>
              </p:cNvPr>
              <p:cNvSpPr/>
              <p:nvPr/>
            </p:nvSpPr>
            <p:spPr>
              <a:xfrm>
                <a:off x="4646697" y="3086100"/>
                <a:ext cx="1127601" cy="1394460"/>
              </a:xfrm>
              <a:custGeom>
                <a:avLst/>
                <a:gdLst>
                  <a:gd name="connsiteX0" fmla="*/ 0 w 457200"/>
                  <a:gd name="connsiteY0" fmla="*/ 0 h 1219200"/>
                  <a:gd name="connsiteX1" fmla="*/ 457200 w 457200"/>
                  <a:gd name="connsiteY1" fmla="*/ 0 h 1219200"/>
                  <a:gd name="connsiteX2" fmla="*/ 457200 w 457200"/>
                  <a:gd name="connsiteY2" fmla="*/ 1219200 h 1219200"/>
                  <a:gd name="connsiteX3" fmla="*/ 0 w 457200"/>
                  <a:gd name="connsiteY3" fmla="*/ 1219200 h 1219200"/>
                  <a:gd name="connsiteX4" fmla="*/ 0 w 457200"/>
                  <a:gd name="connsiteY4" fmla="*/ 0 h 1219200"/>
                  <a:gd name="connsiteX0" fmla="*/ 0 w 624840"/>
                  <a:gd name="connsiteY0" fmla="*/ 91440 h 1219200"/>
                  <a:gd name="connsiteX1" fmla="*/ 624840 w 624840"/>
                  <a:gd name="connsiteY1" fmla="*/ 0 h 1219200"/>
                  <a:gd name="connsiteX2" fmla="*/ 624840 w 624840"/>
                  <a:gd name="connsiteY2" fmla="*/ 1219200 h 1219200"/>
                  <a:gd name="connsiteX3" fmla="*/ 167640 w 624840"/>
                  <a:gd name="connsiteY3" fmla="*/ 1219200 h 1219200"/>
                  <a:gd name="connsiteX4" fmla="*/ 0 w 624840"/>
                  <a:gd name="connsiteY4" fmla="*/ 91440 h 12192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624840 w 624840"/>
                  <a:gd name="connsiteY2" fmla="*/ 1219200 h 1485900"/>
                  <a:gd name="connsiteX3" fmla="*/ 22860 w 624840"/>
                  <a:gd name="connsiteY3" fmla="*/ 1485900 h 1485900"/>
                  <a:gd name="connsiteX4" fmla="*/ 0 w 624840"/>
                  <a:gd name="connsiteY4" fmla="*/ 91440 h 14859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22860 w 624840"/>
                  <a:gd name="connsiteY2" fmla="*/ 1485900 h 1485900"/>
                  <a:gd name="connsiteX3" fmla="*/ 0 w 624840"/>
                  <a:gd name="connsiteY3" fmla="*/ 91440 h 1485900"/>
                  <a:gd name="connsiteX0" fmla="*/ 436076 w 1060916"/>
                  <a:gd name="connsiteY0" fmla="*/ 91440 h 1485900"/>
                  <a:gd name="connsiteX1" fmla="*/ 1060916 w 1060916"/>
                  <a:gd name="connsiteY1" fmla="*/ 0 h 1485900"/>
                  <a:gd name="connsiteX2" fmla="*/ 458936 w 1060916"/>
                  <a:gd name="connsiteY2" fmla="*/ 1485900 h 1485900"/>
                  <a:gd name="connsiteX3" fmla="*/ 436076 w 1060916"/>
                  <a:gd name="connsiteY3" fmla="*/ 91440 h 1485900"/>
                  <a:gd name="connsiteX0" fmla="*/ 554063 w 1178903"/>
                  <a:gd name="connsiteY0" fmla="*/ 91440 h 1485900"/>
                  <a:gd name="connsiteX1" fmla="*/ 1178903 w 1178903"/>
                  <a:gd name="connsiteY1" fmla="*/ 0 h 1485900"/>
                  <a:gd name="connsiteX2" fmla="*/ 576923 w 1178903"/>
                  <a:gd name="connsiteY2" fmla="*/ 1485900 h 1485900"/>
                  <a:gd name="connsiteX3" fmla="*/ 554063 w 1178903"/>
                  <a:gd name="connsiteY3" fmla="*/ 91440 h 1485900"/>
                  <a:gd name="connsiteX0" fmla="*/ 554063 w 576923"/>
                  <a:gd name="connsiteY0" fmla="*/ 0 h 1394460"/>
                  <a:gd name="connsiteX1" fmla="*/ 576923 w 576923"/>
                  <a:gd name="connsiteY1" fmla="*/ 1394460 h 1394460"/>
                  <a:gd name="connsiteX2" fmla="*/ 554063 w 576923"/>
                  <a:gd name="connsiteY2" fmla="*/ 0 h 1394460"/>
                  <a:gd name="connsiteX0" fmla="*/ 554063 w 1015539"/>
                  <a:gd name="connsiteY0" fmla="*/ 0 h 1394460"/>
                  <a:gd name="connsiteX1" fmla="*/ 576923 w 1015539"/>
                  <a:gd name="connsiteY1" fmla="*/ 1394460 h 1394460"/>
                  <a:gd name="connsiteX2" fmla="*/ 554063 w 1015539"/>
                  <a:gd name="connsiteY2" fmla="*/ 0 h 1394460"/>
                  <a:gd name="connsiteX0" fmla="*/ 554063 w 1127601"/>
                  <a:gd name="connsiteY0" fmla="*/ 0 h 1394460"/>
                  <a:gd name="connsiteX1" fmla="*/ 576923 w 1127601"/>
                  <a:gd name="connsiteY1" fmla="*/ 1394460 h 1394460"/>
                  <a:gd name="connsiteX2" fmla="*/ 554063 w 1127601"/>
                  <a:gd name="connsiteY2" fmla="*/ 0 h 1394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7601" h="1394460">
                    <a:moveTo>
                      <a:pt x="554063" y="0"/>
                    </a:moveTo>
                    <a:cubicBezTo>
                      <a:pt x="1582763" y="693420"/>
                      <a:pt x="996023" y="1371600"/>
                      <a:pt x="576923" y="1394460"/>
                    </a:cubicBezTo>
                    <a:cubicBezTo>
                      <a:pt x="112103" y="1371600"/>
                      <a:pt x="-436537" y="762000"/>
                      <a:pt x="554063" y="0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40686781-3795-B60A-268E-C017CB1E38BB}"/>
              </a:ext>
            </a:extLst>
          </p:cNvPr>
          <p:cNvGrpSpPr/>
          <p:nvPr/>
        </p:nvGrpSpPr>
        <p:grpSpPr>
          <a:xfrm>
            <a:off x="7670285" y="842945"/>
            <a:ext cx="4316943" cy="5838126"/>
            <a:chOff x="5800523" y="943432"/>
            <a:chExt cx="4316943" cy="5838126"/>
          </a:xfrm>
        </p:grpSpPr>
        <p:grpSp>
          <p:nvGrpSpPr>
            <p:cNvPr id="201" name="Group 200">
              <a:extLst>
                <a:ext uri="{FF2B5EF4-FFF2-40B4-BE49-F238E27FC236}">
                  <a16:creationId xmlns:a16="http://schemas.microsoft.com/office/drawing/2014/main" id="{E8849276-805E-3FBE-9C31-C156FEE0FE29}"/>
                </a:ext>
              </a:extLst>
            </p:cNvPr>
            <p:cNvGrpSpPr/>
            <p:nvPr/>
          </p:nvGrpSpPr>
          <p:grpSpPr>
            <a:xfrm rot="20471543">
              <a:off x="6505797" y="1169031"/>
              <a:ext cx="1499360" cy="2380144"/>
              <a:chOff x="4627829" y="3041699"/>
              <a:chExt cx="1146469" cy="1438861"/>
            </a:xfrm>
            <a:solidFill>
              <a:srgbClr val="82ED5C"/>
            </a:solidFill>
          </p:grpSpPr>
          <p:sp>
            <p:nvSpPr>
              <p:cNvPr id="251" name="Rectangle 2">
                <a:extLst>
                  <a:ext uri="{FF2B5EF4-FFF2-40B4-BE49-F238E27FC236}">
                    <a16:creationId xmlns:a16="http://schemas.microsoft.com/office/drawing/2014/main" id="{4C6B0BD7-8771-9675-67DF-27AA0293F588}"/>
                  </a:ext>
                </a:extLst>
              </p:cNvPr>
              <p:cNvSpPr/>
              <p:nvPr/>
            </p:nvSpPr>
            <p:spPr>
              <a:xfrm>
                <a:off x="4627829" y="3041699"/>
                <a:ext cx="1127601" cy="1394460"/>
              </a:xfrm>
              <a:custGeom>
                <a:avLst/>
                <a:gdLst>
                  <a:gd name="connsiteX0" fmla="*/ 0 w 457200"/>
                  <a:gd name="connsiteY0" fmla="*/ 0 h 1219200"/>
                  <a:gd name="connsiteX1" fmla="*/ 457200 w 457200"/>
                  <a:gd name="connsiteY1" fmla="*/ 0 h 1219200"/>
                  <a:gd name="connsiteX2" fmla="*/ 457200 w 457200"/>
                  <a:gd name="connsiteY2" fmla="*/ 1219200 h 1219200"/>
                  <a:gd name="connsiteX3" fmla="*/ 0 w 457200"/>
                  <a:gd name="connsiteY3" fmla="*/ 1219200 h 1219200"/>
                  <a:gd name="connsiteX4" fmla="*/ 0 w 457200"/>
                  <a:gd name="connsiteY4" fmla="*/ 0 h 1219200"/>
                  <a:gd name="connsiteX0" fmla="*/ 0 w 624840"/>
                  <a:gd name="connsiteY0" fmla="*/ 91440 h 1219200"/>
                  <a:gd name="connsiteX1" fmla="*/ 624840 w 624840"/>
                  <a:gd name="connsiteY1" fmla="*/ 0 h 1219200"/>
                  <a:gd name="connsiteX2" fmla="*/ 624840 w 624840"/>
                  <a:gd name="connsiteY2" fmla="*/ 1219200 h 1219200"/>
                  <a:gd name="connsiteX3" fmla="*/ 167640 w 624840"/>
                  <a:gd name="connsiteY3" fmla="*/ 1219200 h 1219200"/>
                  <a:gd name="connsiteX4" fmla="*/ 0 w 624840"/>
                  <a:gd name="connsiteY4" fmla="*/ 91440 h 12192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624840 w 624840"/>
                  <a:gd name="connsiteY2" fmla="*/ 1219200 h 1485900"/>
                  <a:gd name="connsiteX3" fmla="*/ 22860 w 624840"/>
                  <a:gd name="connsiteY3" fmla="*/ 1485900 h 1485900"/>
                  <a:gd name="connsiteX4" fmla="*/ 0 w 624840"/>
                  <a:gd name="connsiteY4" fmla="*/ 91440 h 14859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22860 w 624840"/>
                  <a:gd name="connsiteY2" fmla="*/ 1485900 h 1485900"/>
                  <a:gd name="connsiteX3" fmla="*/ 0 w 624840"/>
                  <a:gd name="connsiteY3" fmla="*/ 91440 h 1485900"/>
                  <a:gd name="connsiteX0" fmla="*/ 436076 w 1060916"/>
                  <a:gd name="connsiteY0" fmla="*/ 91440 h 1485900"/>
                  <a:gd name="connsiteX1" fmla="*/ 1060916 w 1060916"/>
                  <a:gd name="connsiteY1" fmla="*/ 0 h 1485900"/>
                  <a:gd name="connsiteX2" fmla="*/ 458936 w 1060916"/>
                  <a:gd name="connsiteY2" fmla="*/ 1485900 h 1485900"/>
                  <a:gd name="connsiteX3" fmla="*/ 436076 w 1060916"/>
                  <a:gd name="connsiteY3" fmla="*/ 91440 h 1485900"/>
                  <a:gd name="connsiteX0" fmla="*/ 554063 w 1178903"/>
                  <a:gd name="connsiteY0" fmla="*/ 91440 h 1485900"/>
                  <a:gd name="connsiteX1" fmla="*/ 1178903 w 1178903"/>
                  <a:gd name="connsiteY1" fmla="*/ 0 h 1485900"/>
                  <a:gd name="connsiteX2" fmla="*/ 576923 w 1178903"/>
                  <a:gd name="connsiteY2" fmla="*/ 1485900 h 1485900"/>
                  <a:gd name="connsiteX3" fmla="*/ 554063 w 1178903"/>
                  <a:gd name="connsiteY3" fmla="*/ 91440 h 1485900"/>
                  <a:gd name="connsiteX0" fmla="*/ 554063 w 576923"/>
                  <a:gd name="connsiteY0" fmla="*/ 0 h 1394460"/>
                  <a:gd name="connsiteX1" fmla="*/ 576923 w 576923"/>
                  <a:gd name="connsiteY1" fmla="*/ 1394460 h 1394460"/>
                  <a:gd name="connsiteX2" fmla="*/ 554063 w 576923"/>
                  <a:gd name="connsiteY2" fmla="*/ 0 h 1394460"/>
                  <a:gd name="connsiteX0" fmla="*/ 554063 w 1015539"/>
                  <a:gd name="connsiteY0" fmla="*/ 0 h 1394460"/>
                  <a:gd name="connsiteX1" fmla="*/ 576923 w 1015539"/>
                  <a:gd name="connsiteY1" fmla="*/ 1394460 h 1394460"/>
                  <a:gd name="connsiteX2" fmla="*/ 554063 w 1015539"/>
                  <a:gd name="connsiteY2" fmla="*/ 0 h 1394460"/>
                  <a:gd name="connsiteX0" fmla="*/ 554063 w 1127601"/>
                  <a:gd name="connsiteY0" fmla="*/ 0 h 1394460"/>
                  <a:gd name="connsiteX1" fmla="*/ 576923 w 1127601"/>
                  <a:gd name="connsiteY1" fmla="*/ 1394460 h 1394460"/>
                  <a:gd name="connsiteX2" fmla="*/ 554063 w 1127601"/>
                  <a:gd name="connsiteY2" fmla="*/ 0 h 1394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7601" h="1394460">
                    <a:moveTo>
                      <a:pt x="554063" y="0"/>
                    </a:moveTo>
                    <a:cubicBezTo>
                      <a:pt x="1582763" y="693420"/>
                      <a:pt x="996023" y="1371600"/>
                      <a:pt x="576923" y="1394460"/>
                    </a:cubicBezTo>
                    <a:cubicBezTo>
                      <a:pt x="112103" y="1371600"/>
                      <a:pt x="-436537" y="762000"/>
                      <a:pt x="554063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2" name="Rectangle 2">
                <a:extLst>
                  <a:ext uri="{FF2B5EF4-FFF2-40B4-BE49-F238E27FC236}">
                    <a16:creationId xmlns:a16="http://schemas.microsoft.com/office/drawing/2014/main" id="{B33B4E92-B3F7-F659-83E7-1F0A65ADA6E2}"/>
                  </a:ext>
                </a:extLst>
              </p:cNvPr>
              <p:cNvSpPr/>
              <p:nvPr/>
            </p:nvSpPr>
            <p:spPr>
              <a:xfrm>
                <a:off x="4646697" y="3086100"/>
                <a:ext cx="1127601" cy="1394460"/>
              </a:xfrm>
              <a:custGeom>
                <a:avLst/>
                <a:gdLst>
                  <a:gd name="connsiteX0" fmla="*/ 0 w 457200"/>
                  <a:gd name="connsiteY0" fmla="*/ 0 h 1219200"/>
                  <a:gd name="connsiteX1" fmla="*/ 457200 w 457200"/>
                  <a:gd name="connsiteY1" fmla="*/ 0 h 1219200"/>
                  <a:gd name="connsiteX2" fmla="*/ 457200 w 457200"/>
                  <a:gd name="connsiteY2" fmla="*/ 1219200 h 1219200"/>
                  <a:gd name="connsiteX3" fmla="*/ 0 w 457200"/>
                  <a:gd name="connsiteY3" fmla="*/ 1219200 h 1219200"/>
                  <a:gd name="connsiteX4" fmla="*/ 0 w 457200"/>
                  <a:gd name="connsiteY4" fmla="*/ 0 h 1219200"/>
                  <a:gd name="connsiteX0" fmla="*/ 0 w 624840"/>
                  <a:gd name="connsiteY0" fmla="*/ 91440 h 1219200"/>
                  <a:gd name="connsiteX1" fmla="*/ 624840 w 624840"/>
                  <a:gd name="connsiteY1" fmla="*/ 0 h 1219200"/>
                  <a:gd name="connsiteX2" fmla="*/ 624840 w 624840"/>
                  <a:gd name="connsiteY2" fmla="*/ 1219200 h 1219200"/>
                  <a:gd name="connsiteX3" fmla="*/ 167640 w 624840"/>
                  <a:gd name="connsiteY3" fmla="*/ 1219200 h 1219200"/>
                  <a:gd name="connsiteX4" fmla="*/ 0 w 624840"/>
                  <a:gd name="connsiteY4" fmla="*/ 91440 h 12192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624840 w 624840"/>
                  <a:gd name="connsiteY2" fmla="*/ 1219200 h 1485900"/>
                  <a:gd name="connsiteX3" fmla="*/ 22860 w 624840"/>
                  <a:gd name="connsiteY3" fmla="*/ 1485900 h 1485900"/>
                  <a:gd name="connsiteX4" fmla="*/ 0 w 624840"/>
                  <a:gd name="connsiteY4" fmla="*/ 91440 h 14859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22860 w 624840"/>
                  <a:gd name="connsiteY2" fmla="*/ 1485900 h 1485900"/>
                  <a:gd name="connsiteX3" fmla="*/ 0 w 624840"/>
                  <a:gd name="connsiteY3" fmla="*/ 91440 h 1485900"/>
                  <a:gd name="connsiteX0" fmla="*/ 436076 w 1060916"/>
                  <a:gd name="connsiteY0" fmla="*/ 91440 h 1485900"/>
                  <a:gd name="connsiteX1" fmla="*/ 1060916 w 1060916"/>
                  <a:gd name="connsiteY1" fmla="*/ 0 h 1485900"/>
                  <a:gd name="connsiteX2" fmla="*/ 458936 w 1060916"/>
                  <a:gd name="connsiteY2" fmla="*/ 1485900 h 1485900"/>
                  <a:gd name="connsiteX3" fmla="*/ 436076 w 1060916"/>
                  <a:gd name="connsiteY3" fmla="*/ 91440 h 1485900"/>
                  <a:gd name="connsiteX0" fmla="*/ 554063 w 1178903"/>
                  <a:gd name="connsiteY0" fmla="*/ 91440 h 1485900"/>
                  <a:gd name="connsiteX1" fmla="*/ 1178903 w 1178903"/>
                  <a:gd name="connsiteY1" fmla="*/ 0 h 1485900"/>
                  <a:gd name="connsiteX2" fmla="*/ 576923 w 1178903"/>
                  <a:gd name="connsiteY2" fmla="*/ 1485900 h 1485900"/>
                  <a:gd name="connsiteX3" fmla="*/ 554063 w 1178903"/>
                  <a:gd name="connsiteY3" fmla="*/ 91440 h 1485900"/>
                  <a:gd name="connsiteX0" fmla="*/ 554063 w 576923"/>
                  <a:gd name="connsiteY0" fmla="*/ 0 h 1394460"/>
                  <a:gd name="connsiteX1" fmla="*/ 576923 w 576923"/>
                  <a:gd name="connsiteY1" fmla="*/ 1394460 h 1394460"/>
                  <a:gd name="connsiteX2" fmla="*/ 554063 w 576923"/>
                  <a:gd name="connsiteY2" fmla="*/ 0 h 1394460"/>
                  <a:gd name="connsiteX0" fmla="*/ 554063 w 1015539"/>
                  <a:gd name="connsiteY0" fmla="*/ 0 h 1394460"/>
                  <a:gd name="connsiteX1" fmla="*/ 576923 w 1015539"/>
                  <a:gd name="connsiteY1" fmla="*/ 1394460 h 1394460"/>
                  <a:gd name="connsiteX2" fmla="*/ 554063 w 1015539"/>
                  <a:gd name="connsiteY2" fmla="*/ 0 h 1394460"/>
                  <a:gd name="connsiteX0" fmla="*/ 554063 w 1127601"/>
                  <a:gd name="connsiteY0" fmla="*/ 0 h 1394460"/>
                  <a:gd name="connsiteX1" fmla="*/ 576923 w 1127601"/>
                  <a:gd name="connsiteY1" fmla="*/ 1394460 h 1394460"/>
                  <a:gd name="connsiteX2" fmla="*/ 554063 w 1127601"/>
                  <a:gd name="connsiteY2" fmla="*/ 0 h 1394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7601" h="1394460">
                    <a:moveTo>
                      <a:pt x="554063" y="0"/>
                    </a:moveTo>
                    <a:cubicBezTo>
                      <a:pt x="1582763" y="693420"/>
                      <a:pt x="996023" y="1371600"/>
                      <a:pt x="576923" y="1394460"/>
                    </a:cubicBezTo>
                    <a:cubicBezTo>
                      <a:pt x="112103" y="1371600"/>
                      <a:pt x="-436537" y="762000"/>
                      <a:pt x="554063" y="0"/>
                    </a:cubicBezTo>
                    <a:close/>
                  </a:path>
                </a:pathLst>
              </a:custGeom>
              <a:grpFill/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02" name="Group 201">
              <a:extLst>
                <a:ext uri="{FF2B5EF4-FFF2-40B4-BE49-F238E27FC236}">
                  <a16:creationId xmlns:a16="http://schemas.microsoft.com/office/drawing/2014/main" id="{6990AF5E-5F40-D9C1-4341-044868CE83B9}"/>
                </a:ext>
              </a:extLst>
            </p:cNvPr>
            <p:cNvGrpSpPr/>
            <p:nvPr/>
          </p:nvGrpSpPr>
          <p:grpSpPr>
            <a:xfrm rot="1128457" flipH="1">
              <a:off x="7961936" y="1194535"/>
              <a:ext cx="1498585" cy="2380539"/>
              <a:chOff x="4628421" y="3041460"/>
              <a:chExt cx="1145877" cy="1439100"/>
            </a:xfrm>
            <a:solidFill>
              <a:srgbClr val="82ED5C"/>
            </a:solidFill>
          </p:grpSpPr>
          <p:sp>
            <p:nvSpPr>
              <p:cNvPr id="249" name="Rectangle 2">
                <a:extLst>
                  <a:ext uri="{FF2B5EF4-FFF2-40B4-BE49-F238E27FC236}">
                    <a16:creationId xmlns:a16="http://schemas.microsoft.com/office/drawing/2014/main" id="{140882AA-2082-A840-208E-718447C01105}"/>
                  </a:ext>
                </a:extLst>
              </p:cNvPr>
              <p:cNvSpPr/>
              <p:nvPr/>
            </p:nvSpPr>
            <p:spPr>
              <a:xfrm>
                <a:off x="4628421" y="3041460"/>
                <a:ext cx="1127601" cy="1394460"/>
              </a:xfrm>
              <a:custGeom>
                <a:avLst/>
                <a:gdLst>
                  <a:gd name="connsiteX0" fmla="*/ 0 w 457200"/>
                  <a:gd name="connsiteY0" fmla="*/ 0 h 1219200"/>
                  <a:gd name="connsiteX1" fmla="*/ 457200 w 457200"/>
                  <a:gd name="connsiteY1" fmla="*/ 0 h 1219200"/>
                  <a:gd name="connsiteX2" fmla="*/ 457200 w 457200"/>
                  <a:gd name="connsiteY2" fmla="*/ 1219200 h 1219200"/>
                  <a:gd name="connsiteX3" fmla="*/ 0 w 457200"/>
                  <a:gd name="connsiteY3" fmla="*/ 1219200 h 1219200"/>
                  <a:gd name="connsiteX4" fmla="*/ 0 w 457200"/>
                  <a:gd name="connsiteY4" fmla="*/ 0 h 1219200"/>
                  <a:gd name="connsiteX0" fmla="*/ 0 w 624840"/>
                  <a:gd name="connsiteY0" fmla="*/ 91440 h 1219200"/>
                  <a:gd name="connsiteX1" fmla="*/ 624840 w 624840"/>
                  <a:gd name="connsiteY1" fmla="*/ 0 h 1219200"/>
                  <a:gd name="connsiteX2" fmla="*/ 624840 w 624840"/>
                  <a:gd name="connsiteY2" fmla="*/ 1219200 h 1219200"/>
                  <a:gd name="connsiteX3" fmla="*/ 167640 w 624840"/>
                  <a:gd name="connsiteY3" fmla="*/ 1219200 h 1219200"/>
                  <a:gd name="connsiteX4" fmla="*/ 0 w 624840"/>
                  <a:gd name="connsiteY4" fmla="*/ 91440 h 12192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624840 w 624840"/>
                  <a:gd name="connsiteY2" fmla="*/ 1219200 h 1485900"/>
                  <a:gd name="connsiteX3" fmla="*/ 22860 w 624840"/>
                  <a:gd name="connsiteY3" fmla="*/ 1485900 h 1485900"/>
                  <a:gd name="connsiteX4" fmla="*/ 0 w 624840"/>
                  <a:gd name="connsiteY4" fmla="*/ 91440 h 14859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22860 w 624840"/>
                  <a:gd name="connsiteY2" fmla="*/ 1485900 h 1485900"/>
                  <a:gd name="connsiteX3" fmla="*/ 0 w 624840"/>
                  <a:gd name="connsiteY3" fmla="*/ 91440 h 1485900"/>
                  <a:gd name="connsiteX0" fmla="*/ 436076 w 1060916"/>
                  <a:gd name="connsiteY0" fmla="*/ 91440 h 1485900"/>
                  <a:gd name="connsiteX1" fmla="*/ 1060916 w 1060916"/>
                  <a:gd name="connsiteY1" fmla="*/ 0 h 1485900"/>
                  <a:gd name="connsiteX2" fmla="*/ 458936 w 1060916"/>
                  <a:gd name="connsiteY2" fmla="*/ 1485900 h 1485900"/>
                  <a:gd name="connsiteX3" fmla="*/ 436076 w 1060916"/>
                  <a:gd name="connsiteY3" fmla="*/ 91440 h 1485900"/>
                  <a:gd name="connsiteX0" fmla="*/ 554063 w 1178903"/>
                  <a:gd name="connsiteY0" fmla="*/ 91440 h 1485900"/>
                  <a:gd name="connsiteX1" fmla="*/ 1178903 w 1178903"/>
                  <a:gd name="connsiteY1" fmla="*/ 0 h 1485900"/>
                  <a:gd name="connsiteX2" fmla="*/ 576923 w 1178903"/>
                  <a:gd name="connsiteY2" fmla="*/ 1485900 h 1485900"/>
                  <a:gd name="connsiteX3" fmla="*/ 554063 w 1178903"/>
                  <a:gd name="connsiteY3" fmla="*/ 91440 h 1485900"/>
                  <a:gd name="connsiteX0" fmla="*/ 554063 w 576923"/>
                  <a:gd name="connsiteY0" fmla="*/ 0 h 1394460"/>
                  <a:gd name="connsiteX1" fmla="*/ 576923 w 576923"/>
                  <a:gd name="connsiteY1" fmla="*/ 1394460 h 1394460"/>
                  <a:gd name="connsiteX2" fmla="*/ 554063 w 576923"/>
                  <a:gd name="connsiteY2" fmla="*/ 0 h 1394460"/>
                  <a:gd name="connsiteX0" fmla="*/ 554063 w 1015539"/>
                  <a:gd name="connsiteY0" fmla="*/ 0 h 1394460"/>
                  <a:gd name="connsiteX1" fmla="*/ 576923 w 1015539"/>
                  <a:gd name="connsiteY1" fmla="*/ 1394460 h 1394460"/>
                  <a:gd name="connsiteX2" fmla="*/ 554063 w 1015539"/>
                  <a:gd name="connsiteY2" fmla="*/ 0 h 1394460"/>
                  <a:gd name="connsiteX0" fmla="*/ 554063 w 1127601"/>
                  <a:gd name="connsiteY0" fmla="*/ 0 h 1394460"/>
                  <a:gd name="connsiteX1" fmla="*/ 576923 w 1127601"/>
                  <a:gd name="connsiteY1" fmla="*/ 1394460 h 1394460"/>
                  <a:gd name="connsiteX2" fmla="*/ 554063 w 1127601"/>
                  <a:gd name="connsiteY2" fmla="*/ 0 h 1394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7601" h="1394460">
                    <a:moveTo>
                      <a:pt x="554063" y="0"/>
                    </a:moveTo>
                    <a:cubicBezTo>
                      <a:pt x="1582763" y="693420"/>
                      <a:pt x="996023" y="1371600"/>
                      <a:pt x="576923" y="1394460"/>
                    </a:cubicBezTo>
                    <a:cubicBezTo>
                      <a:pt x="112103" y="1371600"/>
                      <a:pt x="-436537" y="762000"/>
                      <a:pt x="554063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0" name="Rectangle 2">
                <a:extLst>
                  <a:ext uri="{FF2B5EF4-FFF2-40B4-BE49-F238E27FC236}">
                    <a16:creationId xmlns:a16="http://schemas.microsoft.com/office/drawing/2014/main" id="{AABAE5A2-D038-B246-9EEA-EC29A31435B8}"/>
                  </a:ext>
                </a:extLst>
              </p:cNvPr>
              <p:cNvSpPr/>
              <p:nvPr/>
            </p:nvSpPr>
            <p:spPr>
              <a:xfrm>
                <a:off x="4646697" y="3086100"/>
                <a:ext cx="1127601" cy="1394460"/>
              </a:xfrm>
              <a:custGeom>
                <a:avLst/>
                <a:gdLst>
                  <a:gd name="connsiteX0" fmla="*/ 0 w 457200"/>
                  <a:gd name="connsiteY0" fmla="*/ 0 h 1219200"/>
                  <a:gd name="connsiteX1" fmla="*/ 457200 w 457200"/>
                  <a:gd name="connsiteY1" fmla="*/ 0 h 1219200"/>
                  <a:gd name="connsiteX2" fmla="*/ 457200 w 457200"/>
                  <a:gd name="connsiteY2" fmla="*/ 1219200 h 1219200"/>
                  <a:gd name="connsiteX3" fmla="*/ 0 w 457200"/>
                  <a:gd name="connsiteY3" fmla="*/ 1219200 h 1219200"/>
                  <a:gd name="connsiteX4" fmla="*/ 0 w 457200"/>
                  <a:gd name="connsiteY4" fmla="*/ 0 h 1219200"/>
                  <a:gd name="connsiteX0" fmla="*/ 0 w 624840"/>
                  <a:gd name="connsiteY0" fmla="*/ 91440 h 1219200"/>
                  <a:gd name="connsiteX1" fmla="*/ 624840 w 624840"/>
                  <a:gd name="connsiteY1" fmla="*/ 0 h 1219200"/>
                  <a:gd name="connsiteX2" fmla="*/ 624840 w 624840"/>
                  <a:gd name="connsiteY2" fmla="*/ 1219200 h 1219200"/>
                  <a:gd name="connsiteX3" fmla="*/ 167640 w 624840"/>
                  <a:gd name="connsiteY3" fmla="*/ 1219200 h 1219200"/>
                  <a:gd name="connsiteX4" fmla="*/ 0 w 624840"/>
                  <a:gd name="connsiteY4" fmla="*/ 91440 h 12192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624840 w 624840"/>
                  <a:gd name="connsiteY2" fmla="*/ 1219200 h 1485900"/>
                  <a:gd name="connsiteX3" fmla="*/ 22860 w 624840"/>
                  <a:gd name="connsiteY3" fmla="*/ 1485900 h 1485900"/>
                  <a:gd name="connsiteX4" fmla="*/ 0 w 624840"/>
                  <a:gd name="connsiteY4" fmla="*/ 91440 h 14859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22860 w 624840"/>
                  <a:gd name="connsiteY2" fmla="*/ 1485900 h 1485900"/>
                  <a:gd name="connsiteX3" fmla="*/ 0 w 624840"/>
                  <a:gd name="connsiteY3" fmla="*/ 91440 h 1485900"/>
                  <a:gd name="connsiteX0" fmla="*/ 436076 w 1060916"/>
                  <a:gd name="connsiteY0" fmla="*/ 91440 h 1485900"/>
                  <a:gd name="connsiteX1" fmla="*/ 1060916 w 1060916"/>
                  <a:gd name="connsiteY1" fmla="*/ 0 h 1485900"/>
                  <a:gd name="connsiteX2" fmla="*/ 458936 w 1060916"/>
                  <a:gd name="connsiteY2" fmla="*/ 1485900 h 1485900"/>
                  <a:gd name="connsiteX3" fmla="*/ 436076 w 1060916"/>
                  <a:gd name="connsiteY3" fmla="*/ 91440 h 1485900"/>
                  <a:gd name="connsiteX0" fmla="*/ 554063 w 1178903"/>
                  <a:gd name="connsiteY0" fmla="*/ 91440 h 1485900"/>
                  <a:gd name="connsiteX1" fmla="*/ 1178903 w 1178903"/>
                  <a:gd name="connsiteY1" fmla="*/ 0 h 1485900"/>
                  <a:gd name="connsiteX2" fmla="*/ 576923 w 1178903"/>
                  <a:gd name="connsiteY2" fmla="*/ 1485900 h 1485900"/>
                  <a:gd name="connsiteX3" fmla="*/ 554063 w 1178903"/>
                  <a:gd name="connsiteY3" fmla="*/ 91440 h 1485900"/>
                  <a:gd name="connsiteX0" fmla="*/ 554063 w 576923"/>
                  <a:gd name="connsiteY0" fmla="*/ 0 h 1394460"/>
                  <a:gd name="connsiteX1" fmla="*/ 576923 w 576923"/>
                  <a:gd name="connsiteY1" fmla="*/ 1394460 h 1394460"/>
                  <a:gd name="connsiteX2" fmla="*/ 554063 w 576923"/>
                  <a:gd name="connsiteY2" fmla="*/ 0 h 1394460"/>
                  <a:gd name="connsiteX0" fmla="*/ 554063 w 1015539"/>
                  <a:gd name="connsiteY0" fmla="*/ 0 h 1394460"/>
                  <a:gd name="connsiteX1" fmla="*/ 576923 w 1015539"/>
                  <a:gd name="connsiteY1" fmla="*/ 1394460 h 1394460"/>
                  <a:gd name="connsiteX2" fmla="*/ 554063 w 1015539"/>
                  <a:gd name="connsiteY2" fmla="*/ 0 h 1394460"/>
                  <a:gd name="connsiteX0" fmla="*/ 554063 w 1127601"/>
                  <a:gd name="connsiteY0" fmla="*/ 0 h 1394460"/>
                  <a:gd name="connsiteX1" fmla="*/ 576923 w 1127601"/>
                  <a:gd name="connsiteY1" fmla="*/ 1394460 h 1394460"/>
                  <a:gd name="connsiteX2" fmla="*/ 554063 w 1127601"/>
                  <a:gd name="connsiteY2" fmla="*/ 0 h 1394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7601" h="1394460">
                    <a:moveTo>
                      <a:pt x="554063" y="0"/>
                    </a:moveTo>
                    <a:cubicBezTo>
                      <a:pt x="1582763" y="693420"/>
                      <a:pt x="996023" y="1371600"/>
                      <a:pt x="576923" y="1394460"/>
                    </a:cubicBezTo>
                    <a:cubicBezTo>
                      <a:pt x="112103" y="1371600"/>
                      <a:pt x="-436537" y="762000"/>
                      <a:pt x="554063" y="0"/>
                    </a:cubicBezTo>
                    <a:close/>
                  </a:path>
                </a:pathLst>
              </a:custGeom>
              <a:grpFill/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03" name="Group 202">
              <a:extLst>
                <a:ext uri="{FF2B5EF4-FFF2-40B4-BE49-F238E27FC236}">
                  <a16:creationId xmlns:a16="http://schemas.microsoft.com/office/drawing/2014/main" id="{276AC5DF-E59D-324E-54A1-B42B7540D20D}"/>
                </a:ext>
              </a:extLst>
            </p:cNvPr>
            <p:cNvGrpSpPr/>
            <p:nvPr/>
          </p:nvGrpSpPr>
          <p:grpSpPr>
            <a:xfrm>
              <a:off x="7066524" y="943432"/>
              <a:ext cx="1814959" cy="2338182"/>
              <a:chOff x="4646649" y="3027829"/>
              <a:chExt cx="1127649" cy="1452731"/>
            </a:xfrm>
            <a:solidFill>
              <a:srgbClr val="82ED5C"/>
            </a:solidFill>
          </p:grpSpPr>
          <p:sp>
            <p:nvSpPr>
              <p:cNvPr id="247" name="Rectangle 2">
                <a:extLst>
                  <a:ext uri="{FF2B5EF4-FFF2-40B4-BE49-F238E27FC236}">
                    <a16:creationId xmlns:a16="http://schemas.microsoft.com/office/drawing/2014/main" id="{E60A6A4C-5CB3-BF42-BBBC-22D37D49A276}"/>
                  </a:ext>
                </a:extLst>
              </p:cNvPr>
              <p:cNvSpPr/>
              <p:nvPr/>
            </p:nvSpPr>
            <p:spPr>
              <a:xfrm>
                <a:off x="4646649" y="3027829"/>
                <a:ext cx="1127601" cy="1394460"/>
              </a:xfrm>
              <a:custGeom>
                <a:avLst/>
                <a:gdLst>
                  <a:gd name="connsiteX0" fmla="*/ 0 w 457200"/>
                  <a:gd name="connsiteY0" fmla="*/ 0 h 1219200"/>
                  <a:gd name="connsiteX1" fmla="*/ 457200 w 457200"/>
                  <a:gd name="connsiteY1" fmla="*/ 0 h 1219200"/>
                  <a:gd name="connsiteX2" fmla="*/ 457200 w 457200"/>
                  <a:gd name="connsiteY2" fmla="*/ 1219200 h 1219200"/>
                  <a:gd name="connsiteX3" fmla="*/ 0 w 457200"/>
                  <a:gd name="connsiteY3" fmla="*/ 1219200 h 1219200"/>
                  <a:gd name="connsiteX4" fmla="*/ 0 w 457200"/>
                  <a:gd name="connsiteY4" fmla="*/ 0 h 1219200"/>
                  <a:gd name="connsiteX0" fmla="*/ 0 w 624840"/>
                  <a:gd name="connsiteY0" fmla="*/ 91440 h 1219200"/>
                  <a:gd name="connsiteX1" fmla="*/ 624840 w 624840"/>
                  <a:gd name="connsiteY1" fmla="*/ 0 h 1219200"/>
                  <a:gd name="connsiteX2" fmla="*/ 624840 w 624840"/>
                  <a:gd name="connsiteY2" fmla="*/ 1219200 h 1219200"/>
                  <a:gd name="connsiteX3" fmla="*/ 167640 w 624840"/>
                  <a:gd name="connsiteY3" fmla="*/ 1219200 h 1219200"/>
                  <a:gd name="connsiteX4" fmla="*/ 0 w 624840"/>
                  <a:gd name="connsiteY4" fmla="*/ 91440 h 12192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624840 w 624840"/>
                  <a:gd name="connsiteY2" fmla="*/ 1219200 h 1485900"/>
                  <a:gd name="connsiteX3" fmla="*/ 22860 w 624840"/>
                  <a:gd name="connsiteY3" fmla="*/ 1485900 h 1485900"/>
                  <a:gd name="connsiteX4" fmla="*/ 0 w 624840"/>
                  <a:gd name="connsiteY4" fmla="*/ 91440 h 14859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22860 w 624840"/>
                  <a:gd name="connsiteY2" fmla="*/ 1485900 h 1485900"/>
                  <a:gd name="connsiteX3" fmla="*/ 0 w 624840"/>
                  <a:gd name="connsiteY3" fmla="*/ 91440 h 1485900"/>
                  <a:gd name="connsiteX0" fmla="*/ 436076 w 1060916"/>
                  <a:gd name="connsiteY0" fmla="*/ 91440 h 1485900"/>
                  <a:gd name="connsiteX1" fmla="*/ 1060916 w 1060916"/>
                  <a:gd name="connsiteY1" fmla="*/ 0 h 1485900"/>
                  <a:gd name="connsiteX2" fmla="*/ 458936 w 1060916"/>
                  <a:gd name="connsiteY2" fmla="*/ 1485900 h 1485900"/>
                  <a:gd name="connsiteX3" fmla="*/ 436076 w 1060916"/>
                  <a:gd name="connsiteY3" fmla="*/ 91440 h 1485900"/>
                  <a:gd name="connsiteX0" fmla="*/ 554063 w 1178903"/>
                  <a:gd name="connsiteY0" fmla="*/ 91440 h 1485900"/>
                  <a:gd name="connsiteX1" fmla="*/ 1178903 w 1178903"/>
                  <a:gd name="connsiteY1" fmla="*/ 0 h 1485900"/>
                  <a:gd name="connsiteX2" fmla="*/ 576923 w 1178903"/>
                  <a:gd name="connsiteY2" fmla="*/ 1485900 h 1485900"/>
                  <a:gd name="connsiteX3" fmla="*/ 554063 w 1178903"/>
                  <a:gd name="connsiteY3" fmla="*/ 91440 h 1485900"/>
                  <a:gd name="connsiteX0" fmla="*/ 554063 w 576923"/>
                  <a:gd name="connsiteY0" fmla="*/ 0 h 1394460"/>
                  <a:gd name="connsiteX1" fmla="*/ 576923 w 576923"/>
                  <a:gd name="connsiteY1" fmla="*/ 1394460 h 1394460"/>
                  <a:gd name="connsiteX2" fmla="*/ 554063 w 576923"/>
                  <a:gd name="connsiteY2" fmla="*/ 0 h 1394460"/>
                  <a:gd name="connsiteX0" fmla="*/ 554063 w 1015539"/>
                  <a:gd name="connsiteY0" fmla="*/ 0 h 1394460"/>
                  <a:gd name="connsiteX1" fmla="*/ 576923 w 1015539"/>
                  <a:gd name="connsiteY1" fmla="*/ 1394460 h 1394460"/>
                  <a:gd name="connsiteX2" fmla="*/ 554063 w 1015539"/>
                  <a:gd name="connsiteY2" fmla="*/ 0 h 1394460"/>
                  <a:gd name="connsiteX0" fmla="*/ 554063 w 1127601"/>
                  <a:gd name="connsiteY0" fmla="*/ 0 h 1394460"/>
                  <a:gd name="connsiteX1" fmla="*/ 576923 w 1127601"/>
                  <a:gd name="connsiteY1" fmla="*/ 1394460 h 1394460"/>
                  <a:gd name="connsiteX2" fmla="*/ 554063 w 1127601"/>
                  <a:gd name="connsiteY2" fmla="*/ 0 h 1394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7601" h="1394460">
                    <a:moveTo>
                      <a:pt x="554063" y="0"/>
                    </a:moveTo>
                    <a:cubicBezTo>
                      <a:pt x="1582763" y="693420"/>
                      <a:pt x="996023" y="1371600"/>
                      <a:pt x="576923" y="1394460"/>
                    </a:cubicBezTo>
                    <a:cubicBezTo>
                      <a:pt x="112103" y="1371600"/>
                      <a:pt x="-436537" y="762000"/>
                      <a:pt x="554063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8" name="Rectangle 2">
                <a:extLst>
                  <a:ext uri="{FF2B5EF4-FFF2-40B4-BE49-F238E27FC236}">
                    <a16:creationId xmlns:a16="http://schemas.microsoft.com/office/drawing/2014/main" id="{96CD8848-8666-FED5-C23F-E52A58A4DB83}"/>
                  </a:ext>
                </a:extLst>
              </p:cNvPr>
              <p:cNvSpPr/>
              <p:nvPr/>
            </p:nvSpPr>
            <p:spPr>
              <a:xfrm>
                <a:off x="4646697" y="3086100"/>
                <a:ext cx="1127601" cy="1394460"/>
              </a:xfrm>
              <a:custGeom>
                <a:avLst/>
                <a:gdLst>
                  <a:gd name="connsiteX0" fmla="*/ 0 w 457200"/>
                  <a:gd name="connsiteY0" fmla="*/ 0 h 1219200"/>
                  <a:gd name="connsiteX1" fmla="*/ 457200 w 457200"/>
                  <a:gd name="connsiteY1" fmla="*/ 0 h 1219200"/>
                  <a:gd name="connsiteX2" fmla="*/ 457200 w 457200"/>
                  <a:gd name="connsiteY2" fmla="*/ 1219200 h 1219200"/>
                  <a:gd name="connsiteX3" fmla="*/ 0 w 457200"/>
                  <a:gd name="connsiteY3" fmla="*/ 1219200 h 1219200"/>
                  <a:gd name="connsiteX4" fmla="*/ 0 w 457200"/>
                  <a:gd name="connsiteY4" fmla="*/ 0 h 1219200"/>
                  <a:gd name="connsiteX0" fmla="*/ 0 w 624840"/>
                  <a:gd name="connsiteY0" fmla="*/ 91440 h 1219200"/>
                  <a:gd name="connsiteX1" fmla="*/ 624840 w 624840"/>
                  <a:gd name="connsiteY1" fmla="*/ 0 h 1219200"/>
                  <a:gd name="connsiteX2" fmla="*/ 624840 w 624840"/>
                  <a:gd name="connsiteY2" fmla="*/ 1219200 h 1219200"/>
                  <a:gd name="connsiteX3" fmla="*/ 167640 w 624840"/>
                  <a:gd name="connsiteY3" fmla="*/ 1219200 h 1219200"/>
                  <a:gd name="connsiteX4" fmla="*/ 0 w 624840"/>
                  <a:gd name="connsiteY4" fmla="*/ 91440 h 12192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624840 w 624840"/>
                  <a:gd name="connsiteY2" fmla="*/ 1219200 h 1485900"/>
                  <a:gd name="connsiteX3" fmla="*/ 22860 w 624840"/>
                  <a:gd name="connsiteY3" fmla="*/ 1485900 h 1485900"/>
                  <a:gd name="connsiteX4" fmla="*/ 0 w 624840"/>
                  <a:gd name="connsiteY4" fmla="*/ 91440 h 14859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22860 w 624840"/>
                  <a:gd name="connsiteY2" fmla="*/ 1485900 h 1485900"/>
                  <a:gd name="connsiteX3" fmla="*/ 0 w 624840"/>
                  <a:gd name="connsiteY3" fmla="*/ 91440 h 1485900"/>
                  <a:gd name="connsiteX0" fmla="*/ 436076 w 1060916"/>
                  <a:gd name="connsiteY0" fmla="*/ 91440 h 1485900"/>
                  <a:gd name="connsiteX1" fmla="*/ 1060916 w 1060916"/>
                  <a:gd name="connsiteY1" fmla="*/ 0 h 1485900"/>
                  <a:gd name="connsiteX2" fmla="*/ 458936 w 1060916"/>
                  <a:gd name="connsiteY2" fmla="*/ 1485900 h 1485900"/>
                  <a:gd name="connsiteX3" fmla="*/ 436076 w 1060916"/>
                  <a:gd name="connsiteY3" fmla="*/ 91440 h 1485900"/>
                  <a:gd name="connsiteX0" fmla="*/ 554063 w 1178903"/>
                  <a:gd name="connsiteY0" fmla="*/ 91440 h 1485900"/>
                  <a:gd name="connsiteX1" fmla="*/ 1178903 w 1178903"/>
                  <a:gd name="connsiteY1" fmla="*/ 0 h 1485900"/>
                  <a:gd name="connsiteX2" fmla="*/ 576923 w 1178903"/>
                  <a:gd name="connsiteY2" fmla="*/ 1485900 h 1485900"/>
                  <a:gd name="connsiteX3" fmla="*/ 554063 w 1178903"/>
                  <a:gd name="connsiteY3" fmla="*/ 91440 h 1485900"/>
                  <a:gd name="connsiteX0" fmla="*/ 554063 w 576923"/>
                  <a:gd name="connsiteY0" fmla="*/ 0 h 1394460"/>
                  <a:gd name="connsiteX1" fmla="*/ 576923 w 576923"/>
                  <a:gd name="connsiteY1" fmla="*/ 1394460 h 1394460"/>
                  <a:gd name="connsiteX2" fmla="*/ 554063 w 576923"/>
                  <a:gd name="connsiteY2" fmla="*/ 0 h 1394460"/>
                  <a:gd name="connsiteX0" fmla="*/ 554063 w 1015539"/>
                  <a:gd name="connsiteY0" fmla="*/ 0 h 1394460"/>
                  <a:gd name="connsiteX1" fmla="*/ 576923 w 1015539"/>
                  <a:gd name="connsiteY1" fmla="*/ 1394460 h 1394460"/>
                  <a:gd name="connsiteX2" fmla="*/ 554063 w 1015539"/>
                  <a:gd name="connsiteY2" fmla="*/ 0 h 1394460"/>
                  <a:gd name="connsiteX0" fmla="*/ 554063 w 1127601"/>
                  <a:gd name="connsiteY0" fmla="*/ 0 h 1394460"/>
                  <a:gd name="connsiteX1" fmla="*/ 576923 w 1127601"/>
                  <a:gd name="connsiteY1" fmla="*/ 1394460 h 1394460"/>
                  <a:gd name="connsiteX2" fmla="*/ 554063 w 1127601"/>
                  <a:gd name="connsiteY2" fmla="*/ 0 h 1394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7601" h="1394460">
                    <a:moveTo>
                      <a:pt x="554063" y="0"/>
                    </a:moveTo>
                    <a:cubicBezTo>
                      <a:pt x="1582763" y="693420"/>
                      <a:pt x="996023" y="1371600"/>
                      <a:pt x="576923" y="1394460"/>
                    </a:cubicBezTo>
                    <a:cubicBezTo>
                      <a:pt x="112103" y="1371600"/>
                      <a:pt x="-436537" y="762000"/>
                      <a:pt x="554063" y="0"/>
                    </a:cubicBezTo>
                    <a:close/>
                  </a:path>
                </a:pathLst>
              </a:custGeom>
              <a:grpFill/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4E21C3CF-B426-1E06-90E3-3E281A6094AA}"/>
                </a:ext>
              </a:extLst>
            </p:cNvPr>
            <p:cNvGrpSpPr/>
            <p:nvPr/>
          </p:nvGrpSpPr>
          <p:grpSpPr>
            <a:xfrm rot="1128457" flipH="1">
              <a:off x="8412659" y="1945295"/>
              <a:ext cx="1504737" cy="2415429"/>
              <a:chOff x="4623717" y="3020368"/>
              <a:chExt cx="1150581" cy="1460192"/>
            </a:xfrm>
            <a:solidFill>
              <a:srgbClr val="82ED5C"/>
            </a:solidFill>
          </p:grpSpPr>
          <p:sp>
            <p:nvSpPr>
              <p:cNvPr id="245" name="Rectangle 2">
                <a:extLst>
                  <a:ext uri="{FF2B5EF4-FFF2-40B4-BE49-F238E27FC236}">
                    <a16:creationId xmlns:a16="http://schemas.microsoft.com/office/drawing/2014/main" id="{9B644E1A-C494-CE8B-0079-B863AC5DBCF2}"/>
                  </a:ext>
                </a:extLst>
              </p:cNvPr>
              <p:cNvSpPr/>
              <p:nvPr/>
            </p:nvSpPr>
            <p:spPr>
              <a:xfrm>
                <a:off x="4623717" y="3020368"/>
                <a:ext cx="1127601" cy="1394460"/>
              </a:xfrm>
              <a:custGeom>
                <a:avLst/>
                <a:gdLst>
                  <a:gd name="connsiteX0" fmla="*/ 0 w 457200"/>
                  <a:gd name="connsiteY0" fmla="*/ 0 h 1219200"/>
                  <a:gd name="connsiteX1" fmla="*/ 457200 w 457200"/>
                  <a:gd name="connsiteY1" fmla="*/ 0 h 1219200"/>
                  <a:gd name="connsiteX2" fmla="*/ 457200 w 457200"/>
                  <a:gd name="connsiteY2" fmla="*/ 1219200 h 1219200"/>
                  <a:gd name="connsiteX3" fmla="*/ 0 w 457200"/>
                  <a:gd name="connsiteY3" fmla="*/ 1219200 h 1219200"/>
                  <a:gd name="connsiteX4" fmla="*/ 0 w 457200"/>
                  <a:gd name="connsiteY4" fmla="*/ 0 h 1219200"/>
                  <a:gd name="connsiteX0" fmla="*/ 0 w 624840"/>
                  <a:gd name="connsiteY0" fmla="*/ 91440 h 1219200"/>
                  <a:gd name="connsiteX1" fmla="*/ 624840 w 624840"/>
                  <a:gd name="connsiteY1" fmla="*/ 0 h 1219200"/>
                  <a:gd name="connsiteX2" fmla="*/ 624840 w 624840"/>
                  <a:gd name="connsiteY2" fmla="*/ 1219200 h 1219200"/>
                  <a:gd name="connsiteX3" fmla="*/ 167640 w 624840"/>
                  <a:gd name="connsiteY3" fmla="*/ 1219200 h 1219200"/>
                  <a:gd name="connsiteX4" fmla="*/ 0 w 624840"/>
                  <a:gd name="connsiteY4" fmla="*/ 91440 h 12192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624840 w 624840"/>
                  <a:gd name="connsiteY2" fmla="*/ 1219200 h 1485900"/>
                  <a:gd name="connsiteX3" fmla="*/ 22860 w 624840"/>
                  <a:gd name="connsiteY3" fmla="*/ 1485900 h 1485900"/>
                  <a:gd name="connsiteX4" fmla="*/ 0 w 624840"/>
                  <a:gd name="connsiteY4" fmla="*/ 91440 h 14859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22860 w 624840"/>
                  <a:gd name="connsiteY2" fmla="*/ 1485900 h 1485900"/>
                  <a:gd name="connsiteX3" fmla="*/ 0 w 624840"/>
                  <a:gd name="connsiteY3" fmla="*/ 91440 h 1485900"/>
                  <a:gd name="connsiteX0" fmla="*/ 436076 w 1060916"/>
                  <a:gd name="connsiteY0" fmla="*/ 91440 h 1485900"/>
                  <a:gd name="connsiteX1" fmla="*/ 1060916 w 1060916"/>
                  <a:gd name="connsiteY1" fmla="*/ 0 h 1485900"/>
                  <a:gd name="connsiteX2" fmla="*/ 458936 w 1060916"/>
                  <a:gd name="connsiteY2" fmla="*/ 1485900 h 1485900"/>
                  <a:gd name="connsiteX3" fmla="*/ 436076 w 1060916"/>
                  <a:gd name="connsiteY3" fmla="*/ 91440 h 1485900"/>
                  <a:gd name="connsiteX0" fmla="*/ 554063 w 1178903"/>
                  <a:gd name="connsiteY0" fmla="*/ 91440 h 1485900"/>
                  <a:gd name="connsiteX1" fmla="*/ 1178903 w 1178903"/>
                  <a:gd name="connsiteY1" fmla="*/ 0 h 1485900"/>
                  <a:gd name="connsiteX2" fmla="*/ 576923 w 1178903"/>
                  <a:gd name="connsiteY2" fmla="*/ 1485900 h 1485900"/>
                  <a:gd name="connsiteX3" fmla="*/ 554063 w 1178903"/>
                  <a:gd name="connsiteY3" fmla="*/ 91440 h 1485900"/>
                  <a:gd name="connsiteX0" fmla="*/ 554063 w 576923"/>
                  <a:gd name="connsiteY0" fmla="*/ 0 h 1394460"/>
                  <a:gd name="connsiteX1" fmla="*/ 576923 w 576923"/>
                  <a:gd name="connsiteY1" fmla="*/ 1394460 h 1394460"/>
                  <a:gd name="connsiteX2" fmla="*/ 554063 w 576923"/>
                  <a:gd name="connsiteY2" fmla="*/ 0 h 1394460"/>
                  <a:gd name="connsiteX0" fmla="*/ 554063 w 1015539"/>
                  <a:gd name="connsiteY0" fmla="*/ 0 h 1394460"/>
                  <a:gd name="connsiteX1" fmla="*/ 576923 w 1015539"/>
                  <a:gd name="connsiteY1" fmla="*/ 1394460 h 1394460"/>
                  <a:gd name="connsiteX2" fmla="*/ 554063 w 1015539"/>
                  <a:gd name="connsiteY2" fmla="*/ 0 h 1394460"/>
                  <a:gd name="connsiteX0" fmla="*/ 554063 w 1127601"/>
                  <a:gd name="connsiteY0" fmla="*/ 0 h 1394460"/>
                  <a:gd name="connsiteX1" fmla="*/ 576923 w 1127601"/>
                  <a:gd name="connsiteY1" fmla="*/ 1394460 h 1394460"/>
                  <a:gd name="connsiteX2" fmla="*/ 554063 w 1127601"/>
                  <a:gd name="connsiteY2" fmla="*/ 0 h 1394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7601" h="1394460">
                    <a:moveTo>
                      <a:pt x="554063" y="0"/>
                    </a:moveTo>
                    <a:cubicBezTo>
                      <a:pt x="1582763" y="693420"/>
                      <a:pt x="996023" y="1371600"/>
                      <a:pt x="576923" y="1394460"/>
                    </a:cubicBezTo>
                    <a:cubicBezTo>
                      <a:pt x="112103" y="1371600"/>
                      <a:pt x="-436537" y="762000"/>
                      <a:pt x="554063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6" name="Rectangle 2">
                <a:extLst>
                  <a:ext uri="{FF2B5EF4-FFF2-40B4-BE49-F238E27FC236}">
                    <a16:creationId xmlns:a16="http://schemas.microsoft.com/office/drawing/2014/main" id="{34F1E048-6362-9ACD-533C-8B86EF1606A1}"/>
                  </a:ext>
                </a:extLst>
              </p:cNvPr>
              <p:cNvSpPr/>
              <p:nvPr/>
            </p:nvSpPr>
            <p:spPr>
              <a:xfrm>
                <a:off x="4646697" y="3086100"/>
                <a:ext cx="1127601" cy="1394460"/>
              </a:xfrm>
              <a:custGeom>
                <a:avLst/>
                <a:gdLst>
                  <a:gd name="connsiteX0" fmla="*/ 0 w 457200"/>
                  <a:gd name="connsiteY0" fmla="*/ 0 h 1219200"/>
                  <a:gd name="connsiteX1" fmla="*/ 457200 w 457200"/>
                  <a:gd name="connsiteY1" fmla="*/ 0 h 1219200"/>
                  <a:gd name="connsiteX2" fmla="*/ 457200 w 457200"/>
                  <a:gd name="connsiteY2" fmla="*/ 1219200 h 1219200"/>
                  <a:gd name="connsiteX3" fmla="*/ 0 w 457200"/>
                  <a:gd name="connsiteY3" fmla="*/ 1219200 h 1219200"/>
                  <a:gd name="connsiteX4" fmla="*/ 0 w 457200"/>
                  <a:gd name="connsiteY4" fmla="*/ 0 h 1219200"/>
                  <a:gd name="connsiteX0" fmla="*/ 0 w 624840"/>
                  <a:gd name="connsiteY0" fmla="*/ 91440 h 1219200"/>
                  <a:gd name="connsiteX1" fmla="*/ 624840 w 624840"/>
                  <a:gd name="connsiteY1" fmla="*/ 0 h 1219200"/>
                  <a:gd name="connsiteX2" fmla="*/ 624840 w 624840"/>
                  <a:gd name="connsiteY2" fmla="*/ 1219200 h 1219200"/>
                  <a:gd name="connsiteX3" fmla="*/ 167640 w 624840"/>
                  <a:gd name="connsiteY3" fmla="*/ 1219200 h 1219200"/>
                  <a:gd name="connsiteX4" fmla="*/ 0 w 624840"/>
                  <a:gd name="connsiteY4" fmla="*/ 91440 h 12192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624840 w 624840"/>
                  <a:gd name="connsiteY2" fmla="*/ 1219200 h 1485900"/>
                  <a:gd name="connsiteX3" fmla="*/ 22860 w 624840"/>
                  <a:gd name="connsiteY3" fmla="*/ 1485900 h 1485900"/>
                  <a:gd name="connsiteX4" fmla="*/ 0 w 624840"/>
                  <a:gd name="connsiteY4" fmla="*/ 91440 h 14859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22860 w 624840"/>
                  <a:gd name="connsiteY2" fmla="*/ 1485900 h 1485900"/>
                  <a:gd name="connsiteX3" fmla="*/ 0 w 624840"/>
                  <a:gd name="connsiteY3" fmla="*/ 91440 h 1485900"/>
                  <a:gd name="connsiteX0" fmla="*/ 436076 w 1060916"/>
                  <a:gd name="connsiteY0" fmla="*/ 91440 h 1485900"/>
                  <a:gd name="connsiteX1" fmla="*/ 1060916 w 1060916"/>
                  <a:gd name="connsiteY1" fmla="*/ 0 h 1485900"/>
                  <a:gd name="connsiteX2" fmla="*/ 458936 w 1060916"/>
                  <a:gd name="connsiteY2" fmla="*/ 1485900 h 1485900"/>
                  <a:gd name="connsiteX3" fmla="*/ 436076 w 1060916"/>
                  <a:gd name="connsiteY3" fmla="*/ 91440 h 1485900"/>
                  <a:gd name="connsiteX0" fmla="*/ 554063 w 1178903"/>
                  <a:gd name="connsiteY0" fmla="*/ 91440 h 1485900"/>
                  <a:gd name="connsiteX1" fmla="*/ 1178903 w 1178903"/>
                  <a:gd name="connsiteY1" fmla="*/ 0 h 1485900"/>
                  <a:gd name="connsiteX2" fmla="*/ 576923 w 1178903"/>
                  <a:gd name="connsiteY2" fmla="*/ 1485900 h 1485900"/>
                  <a:gd name="connsiteX3" fmla="*/ 554063 w 1178903"/>
                  <a:gd name="connsiteY3" fmla="*/ 91440 h 1485900"/>
                  <a:gd name="connsiteX0" fmla="*/ 554063 w 576923"/>
                  <a:gd name="connsiteY0" fmla="*/ 0 h 1394460"/>
                  <a:gd name="connsiteX1" fmla="*/ 576923 w 576923"/>
                  <a:gd name="connsiteY1" fmla="*/ 1394460 h 1394460"/>
                  <a:gd name="connsiteX2" fmla="*/ 554063 w 576923"/>
                  <a:gd name="connsiteY2" fmla="*/ 0 h 1394460"/>
                  <a:gd name="connsiteX0" fmla="*/ 554063 w 1015539"/>
                  <a:gd name="connsiteY0" fmla="*/ 0 h 1394460"/>
                  <a:gd name="connsiteX1" fmla="*/ 576923 w 1015539"/>
                  <a:gd name="connsiteY1" fmla="*/ 1394460 h 1394460"/>
                  <a:gd name="connsiteX2" fmla="*/ 554063 w 1015539"/>
                  <a:gd name="connsiteY2" fmla="*/ 0 h 1394460"/>
                  <a:gd name="connsiteX0" fmla="*/ 554063 w 1127601"/>
                  <a:gd name="connsiteY0" fmla="*/ 0 h 1394460"/>
                  <a:gd name="connsiteX1" fmla="*/ 576923 w 1127601"/>
                  <a:gd name="connsiteY1" fmla="*/ 1394460 h 1394460"/>
                  <a:gd name="connsiteX2" fmla="*/ 554063 w 1127601"/>
                  <a:gd name="connsiteY2" fmla="*/ 0 h 1394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7601" h="1394460">
                    <a:moveTo>
                      <a:pt x="554063" y="0"/>
                    </a:moveTo>
                    <a:cubicBezTo>
                      <a:pt x="1582763" y="693420"/>
                      <a:pt x="996023" y="1371600"/>
                      <a:pt x="576923" y="1394460"/>
                    </a:cubicBezTo>
                    <a:cubicBezTo>
                      <a:pt x="112103" y="1371600"/>
                      <a:pt x="-436537" y="762000"/>
                      <a:pt x="554063" y="0"/>
                    </a:cubicBezTo>
                    <a:close/>
                  </a:path>
                </a:pathLst>
              </a:custGeom>
              <a:grpFill/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05" name="Group 204">
              <a:extLst>
                <a:ext uri="{FF2B5EF4-FFF2-40B4-BE49-F238E27FC236}">
                  <a16:creationId xmlns:a16="http://schemas.microsoft.com/office/drawing/2014/main" id="{E4708D32-B1F0-DC71-ACF1-D6FE5179DB34}"/>
                </a:ext>
              </a:extLst>
            </p:cNvPr>
            <p:cNvGrpSpPr/>
            <p:nvPr/>
          </p:nvGrpSpPr>
          <p:grpSpPr>
            <a:xfrm rot="20471543">
              <a:off x="5976078" y="1964587"/>
              <a:ext cx="1502004" cy="2412860"/>
              <a:chOff x="4625807" y="3021921"/>
              <a:chExt cx="1148491" cy="1458639"/>
            </a:xfrm>
            <a:solidFill>
              <a:srgbClr val="82ED5C"/>
            </a:solidFill>
          </p:grpSpPr>
          <p:sp>
            <p:nvSpPr>
              <p:cNvPr id="243" name="Rectangle 2">
                <a:extLst>
                  <a:ext uri="{FF2B5EF4-FFF2-40B4-BE49-F238E27FC236}">
                    <a16:creationId xmlns:a16="http://schemas.microsoft.com/office/drawing/2014/main" id="{C62DA217-2CF9-43F8-13A2-9E18EA7F0A54}"/>
                  </a:ext>
                </a:extLst>
              </p:cNvPr>
              <p:cNvSpPr/>
              <p:nvPr/>
            </p:nvSpPr>
            <p:spPr>
              <a:xfrm>
                <a:off x="4625807" y="3021921"/>
                <a:ext cx="1127601" cy="1394460"/>
              </a:xfrm>
              <a:custGeom>
                <a:avLst/>
                <a:gdLst>
                  <a:gd name="connsiteX0" fmla="*/ 0 w 457200"/>
                  <a:gd name="connsiteY0" fmla="*/ 0 h 1219200"/>
                  <a:gd name="connsiteX1" fmla="*/ 457200 w 457200"/>
                  <a:gd name="connsiteY1" fmla="*/ 0 h 1219200"/>
                  <a:gd name="connsiteX2" fmla="*/ 457200 w 457200"/>
                  <a:gd name="connsiteY2" fmla="*/ 1219200 h 1219200"/>
                  <a:gd name="connsiteX3" fmla="*/ 0 w 457200"/>
                  <a:gd name="connsiteY3" fmla="*/ 1219200 h 1219200"/>
                  <a:gd name="connsiteX4" fmla="*/ 0 w 457200"/>
                  <a:gd name="connsiteY4" fmla="*/ 0 h 1219200"/>
                  <a:gd name="connsiteX0" fmla="*/ 0 w 624840"/>
                  <a:gd name="connsiteY0" fmla="*/ 91440 h 1219200"/>
                  <a:gd name="connsiteX1" fmla="*/ 624840 w 624840"/>
                  <a:gd name="connsiteY1" fmla="*/ 0 h 1219200"/>
                  <a:gd name="connsiteX2" fmla="*/ 624840 w 624840"/>
                  <a:gd name="connsiteY2" fmla="*/ 1219200 h 1219200"/>
                  <a:gd name="connsiteX3" fmla="*/ 167640 w 624840"/>
                  <a:gd name="connsiteY3" fmla="*/ 1219200 h 1219200"/>
                  <a:gd name="connsiteX4" fmla="*/ 0 w 624840"/>
                  <a:gd name="connsiteY4" fmla="*/ 91440 h 12192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624840 w 624840"/>
                  <a:gd name="connsiteY2" fmla="*/ 1219200 h 1485900"/>
                  <a:gd name="connsiteX3" fmla="*/ 22860 w 624840"/>
                  <a:gd name="connsiteY3" fmla="*/ 1485900 h 1485900"/>
                  <a:gd name="connsiteX4" fmla="*/ 0 w 624840"/>
                  <a:gd name="connsiteY4" fmla="*/ 91440 h 14859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22860 w 624840"/>
                  <a:gd name="connsiteY2" fmla="*/ 1485900 h 1485900"/>
                  <a:gd name="connsiteX3" fmla="*/ 0 w 624840"/>
                  <a:gd name="connsiteY3" fmla="*/ 91440 h 1485900"/>
                  <a:gd name="connsiteX0" fmla="*/ 436076 w 1060916"/>
                  <a:gd name="connsiteY0" fmla="*/ 91440 h 1485900"/>
                  <a:gd name="connsiteX1" fmla="*/ 1060916 w 1060916"/>
                  <a:gd name="connsiteY1" fmla="*/ 0 h 1485900"/>
                  <a:gd name="connsiteX2" fmla="*/ 458936 w 1060916"/>
                  <a:gd name="connsiteY2" fmla="*/ 1485900 h 1485900"/>
                  <a:gd name="connsiteX3" fmla="*/ 436076 w 1060916"/>
                  <a:gd name="connsiteY3" fmla="*/ 91440 h 1485900"/>
                  <a:gd name="connsiteX0" fmla="*/ 554063 w 1178903"/>
                  <a:gd name="connsiteY0" fmla="*/ 91440 h 1485900"/>
                  <a:gd name="connsiteX1" fmla="*/ 1178903 w 1178903"/>
                  <a:gd name="connsiteY1" fmla="*/ 0 h 1485900"/>
                  <a:gd name="connsiteX2" fmla="*/ 576923 w 1178903"/>
                  <a:gd name="connsiteY2" fmla="*/ 1485900 h 1485900"/>
                  <a:gd name="connsiteX3" fmla="*/ 554063 w 1178903"/>
                  <a:gd name="connsiteY3" fmla="*/ 91440 h 1485900"/>
                  <a:gd name="connsiteX0" fmla="*/ 554063 w 576923"/>
                  <a:gd name="connsiteY0" fmla="*/ 0 h 1394460"/>
                  <a:gd name="connsiteX1" fmla="*/ 576923 w 576923"/>
                  <a:gd name="connsiteY1" fmla="*/ 1394460 h 1394460"/>
                  <a:gd name="connsiteX2" fmla="*/ 554063 w 576923"/>
                  <a:gd name="connsiteY2" fmla="*/ 0 h 1394460"/>
                  <a:gd name="connsiteX0" fmla="*/ 554063 w 1015539"/>
                  <a:gd name="connsiteY0" fmla="*/ 0 h 1394460"/>
                  <a:gd name="connsiteX1" fmla="*/ 576923 w 1015539"/>
                  <a:gd name="connsiteY1" fmla="*/ 1394460 h 1394460"/>
                  <a:gd name="connsiteX2" fmla="*/ 554063 w 1015539"/>
                  <a:gd name="connsiteY2" fmla="*/ 0 h 1394460"/>
                  <a:gd name="connsiteX0" fmla="*/ 554063 w 1127601"/>
                  <a:gd name="connsiteY0" fmla="*/ 0 h 1394460"/>
                  <a:gd name="connsiteX1" fmla="*/ 576923 w 1127601"/>
                  <a:gd name="connsiteY1" fmla="*/ 1394460 h 1394460"/>
                  <a:gd name="connsiteX2" fmla="*/ 554063 w 1127601"/>
                  <a:gd name="connsiteY2" fmla="*/ 0 h 1394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7601" h="1394460">
                    <a:moveTo>
                      <a:pt x="554063" y="0"/>
                    </a:moveTo>
                    <a:cubicBezTo>
                      <a:pt x="1582763" y="693420"/>
                      <a:pt x="996023" y="1371600"/>
                      <a:pt x="576923" y="1394460"/>
                    </a:cubicBezTo>
                    <a:cubicBezTo>
                      <a:pt x="112103" y="1371600"/>
                      <a:pt x="-436537" y="762000"/>
                      <a:pt x="554063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4" name="Rectangle 2">
                <a:extLst>
                  <a:ext uri="{FF2B5EF4-FFF2-40B4-BE49-F238E27FC236}">
                    <a16:creationId xmlns:a16="http://schemas.microsoft.com/office/drawing/2014/main" id="{3E335EC5-5FA4-F87E-4119-B1582E21A7BC}"/>
                  </a:ext>
                </a:extLst>
              </p:cNvPr>
              <p:cNvSpPr/>
              <p:nvPr/>
            </p:nvSpPr>
            <p:spPr>
              <a:xfrm>
                <a:off x="4646697" y="3086100"/>
                <a:ext cx="1127601" cy="1394460"/>
              </a:xfrm>
              <a:custGeom>
                <a:avLst/>
                <a:gdLst>
                  <a:gd name="connsiteX0" fmla="*/ 0 w 457200"/>
                  <a:gd name="connsiteY0" fmla="*/ 0 h 1219200"/>
                  <a:gd name="connsiteX1" fmla="*/ 457200 w 457200"/>
                  <a:gd name="connsiteY1" fmla="*/ 0 h 1219200"/>
                  <a:gd name="connsiteX2" fmla="*/ 457200 w 457200"/>
                  <a:gd name="connsiteY2" fmla="*/ 1219200 h 1219200"/>
                  <a:gd name="connsiteX3" fmla="*/ 0 w 457200"/>
                  <a:gd name="connsiteY3" fmla="*/ 1219200 h 1219200"/>
                  <a:gd name="connsiteX4" fmla="*/ 0 w 457200"/>
                  <a:gd name="connsiteY4" fmla="*/ 0 h 1219200"/>
                  <a:gd name="connsiteX0" fmla="*/ 0 w 624840"/>
                  <a:gd name="connsiteY0" fmla="*/ 91440 h 1219200"/>
                  <a:gd name="connsiteX1" fmla="*/ 624840 w 624840"/>
                  <a:gd name="connsiteY1" fmla="*/ 0 h 1219200"/>
                  <a:gd name="connsiteX2" fmla="*/ 624840 w 624840"/>
                  <a:gd name="connsiteY2" fmla="*/ 1219200 h 1219200"/>
                  <a:gd name="connsiteX3" fmla="*/ 167640 w 624840"/>
                  <a:gd name="connsiteY3" fmla="*/ 1219200 h 1219200"/>
                  <a:gd name="connsiteX4" fmla="*/ 0 w 624840"/>
                  <a:gd name="connsiteY4" fmla="*/ 91440 h 12192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624840 w 624840"/>
                  <a:gd name="connsiteY2" fmla="*/ 1219200 h 1485900"/>
                  <a:gd name="connsiteX3" fmla="*/ 22860 w 624840"/>
                  <a:gd name="connsiteY3" fmla="*/ 1485900 h 1485900"/>
                  <a:gd name="connsiteX4" fmla="*/ 0 w 624840"/>
                  <a:gd name="connsiteY4" fmla="*/ 91440 h 14859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22860 w 624840"/>
                  <a:gd name="connsiteY2" fmla="*/ 1485900 h 1485900"/>
                  <a:gd name="connsiteX3" fmla="*/ 0 w 624840"/>
                  <a:gd name="connsiteY3" fmla="*/ 91440 h 1485900"/>
                  <a:gd name="connsiteX0" fmla="*/ 436076 w 1060916"/>
                  <a:gd name="connsiteY0" fmla="*/ 91440 h 1485900"/>
                  <a:gd name="connsiteX1" fmla="*/ 1060916 w 1060916"/>
                  <a:gd name="connsiteY1" fmla="*/ 0 h 1485900"/>
                  <a:gd name="connsiteX2" fmla="*/ 458936 w 1060916"/>
                  <a:gd name="connsiteY2" fmla="*/ 1485900 h 1485900"/>
                  <a:gd name="connsiteX3" fmla="*/ 436076 w 1060916"/>
                  <a:gd name="connsiteY3" fmla="*/ 91440 h 1485900"/>
                  <a:gd name="connsiteX0" fmla="*/ 554063 w 1178903"/>
                  <a:gd name="connsiteY0" fmla="*/ 91440 h 1485900"/>
                  <a:gd name="connsiteX1" fmla="*/ 1178903 w 1178903"/>
                  <a:gd name="connsiteY1" fmla="*/ 0 h 1485900"/>
                  <a:gd name="connsiteX2" fmla="*/ 576923 w 1178903"/>
                  <a:gd name="connsiteY2" fmla="*/ 1485900 h 1485900"/>
                  <a:gd name="connsiteX3" fmla="*/ 554063 w 1178903"/>
                  <a:gd name="connsiteY3" fmla="*/ 91440 h 1485900"/>
                  <a:gd name="connsiteX0" fmla="*/ 554063 w 576923"/>
                  <a:gd name="connsiteY0" fmla="*/ 0 h 1394460"/>
                  <a:gd name="connsiteX1" fmla="*/ 576923 w 576923"/>
                  <a:gd name="connsiteY1" fmla="*/ 1394460 h 1394460"/>
                  <a:gd name="connsiteX2" fmla="*/ 554063 w 576923"/>
                  <a:gd name="connsiteY2" fmla="*/ 0 h 1394460"/>
                  <a:gd name="connsiteX0" fmla="*/ 554063 w 1015539"/>
                  <a:gd name="connsiteY0" fmla="*/ 0 h 1394460"/>
                  <a:gd name="connsiteX1" fmla="*/ 576923 w 1015539"/>
                  <a:gd name="connsiteY1" fmla="*/ 1394460 h 1394460"/>
                  <a:gd name="connsiteX2" fmla="*/ 554063 w 1015539"/>
                  <a:gd name="connsiteY2" fmla="*/ 0 h 1394460"/>
                  <a:gd name="connsiteX0" fmla="*/ 554063 w 1127601"/>
                  <a:gd name="connsiteY0" fmla="*/ 0 h 1394460"/>
                  <a:gd name="connsiteX1" fmla="*/ 576923 w 1127601"/>
                  <a:gd name="connsiteY1" fmla="*/ 1394460 h 1394460"/>
                  <a:gd name="connsiteX2" fmla="*/ 554063 w 1127601"/>
                  <a:gd name="connsiteY2" fmla="*/ 0 h 1394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7601" h="1394460">
                    <a:moveTo>
                      <a:pt x="554063" y="0"/>
                    </a:moveTo>
                    <a:cubicBezTo>
                      <a:pt x="1582763" y="693420"/>
                      <a:pt x="996023" y="1371600"/>
                      <a:pt x="576923" y="1394460"/>
                    </a:cubicBezTo>
                    <a:cubicBezTo>
                      <a:pt x="112103" y="1371600"/>
                      <a:pt x="-436537" y="762000"/>
                      <a:pt x="554063" y="0"/>
                    </a:cubicBezTo>
                    <a:close/>
                  </a:path>
                </a:pathLst>
              </a:custGeom>
              <a:grpFill/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06" name="Group 205">
              <a:extLst>
                <a:ext uri="{FF2B5EF4-FFF2-40B4-BE49-F238E27FC236}">
                  <a16:creationId xmlns:a16="http://schemas.microsoft.com/office/drawing/2014/main" id="{BEC819E6-4837-89AA-412A-737B76912A56}"/>
                </a:ext>
              </a:extLst>
            </p:cNvPr>
            <p:cNvGrpSpPr/>
            <p:nvPr/>
          </p:nvGrpSpPr>
          <p:grpSpPr>
            <a:xfrm rot="20471543">
              <a:off x="5857207" y="3184949"/>
              <a:ext cx="1495848" cy="2413905"/>
              <a:chOff x="4630514" y="3086100"/>
              <a:chExt cx="1143784" cy="1459271"/>
            </a:xfrm>
            <a:solidFill>
              <a:srgbClr val="82ED5C"/>
            </a:solidFill>
          </p:grpSpPr>
          <p:sp>
            <p:nvSpPr>
              <p:cNvPr id="240" name="Rectangle 2">
                <a:extLst>
                  <a:ext uri="{FF2B5EF4-FFF2-40B4-BE49-F238E27FC236}">
                    <a16:creationId xmlns:a16="http://schemas.microsoft.com/office/drawing/2014/main" id="{E05DA48A-33F3-46EA-56E3-5DC24A4527E6}"/>
                  </a:ext>
                </a:extLst>
              </p:cNvPr>
              <p:cNvSpPr/>
              <p:nvPr/>
            </p:nvSpPr>
            <p:spPr>
              <a:xfrm>
                <a:off x="4630514" y="3150911"/>
                <a:ext cx="1127601" cy="1394460"/>
              </a:xfrm>
              <a:custGeom>
                <a:avLst/>
                <a:gdLst>
                  <a:gd name="connsiteX0" fmla="*/ 0 w 457200"/>
                  <a:gd name="connsiteY0" fmla="*/ 0 h 1219200"/>
                  <a:gd name="connsiteX1" fmla="*/ 457200 w 457200"/>
                  <a:gd name="connsiteY1" fmla="*/ 0 h 1219200"/>
                  <a:gd name="connsiteX2" fmla="*/ 457200 w 457200"/>
                  <a:gd name="connsiteY2" fmla="*/ 1219200 h 1219200"/>
                  <a:gd name="connsiteX3" fmla="*/ 0 w 457200"/>
                  <a:gd name="connsiteY3" fmla="*/ 1219200 h 1219200"/>
                  <a:gd name="connsiteX4" fmla="*/ 0 w 457200"/>
                  <a:gd name="connsiteY4" fmla="*/ 0 h 1219200"/>
                  <a:gd name="connsiteX0" fmla="*/ 0 w 624840"/>
                  <a:gd name="connsiteY0" fmla="*/ 91440 h 1219200"/>
                  <a:gd name="connsiteX1" fmla="*/ 624840 w 624840"/>
                  <a:gd name="connsiteY1" fmla="*/ 0 h 1219200"/>
                  <a:gd name="connsiteX2" fmla="*/ 624840 w 624840"/>
                  <a:gd name="connsiteY2" fmla="*/ 1219200 h 1219200"/>
                  <a:gd name="connsiteX3" fmla="*/ 167640 w 624840"/>
                  <a:gd name="connsiteY3" fmla="*/ 1219200 h 1219200"/>
                  <a:gd name="connsiteX4" fmla="*/ 0 w 624840"/>
                  <a:gd name="connsiteY4" fmla="*/ 91440 h 12192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624840 w 624840"/>
                  <a:gd name="connsiteY2" fmla="*/ 1219200 h 1485900"/>
                  <a:gd name="connsiteX3" fmla="*/ 22860 w 624840"/>
                  <a:gd name="connsiteY3" fmla="*/ 1485900 h 1485900"/>
                  <a:gd name="connsiteX4" fmla="*/ 0 w 624840"/>
                  <a:gd name="connsiteY4" fmla="*/ 91440 h 14859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22860 w 624840"/>
                  <a:gd name="connsiteY2" fmla="*/ 1485900 h 1485900"/>
                  <a:gd name="connsiteX3" fmla="*/ 0 w 624840"/>
                  <a:gd name="connsiteY3" fmla="*/ 91440 h 1485900"/>
                  <a:gd name="connsiteX0" fmla="*/ 436076 w 1060916"/>
                  <a:gd name="connsiteY0" fmla="*/ 91440 h 1485900"/>
                  <a:gd name="connsiteX1" fmla="*/ 1060916 w 1060916"/>
                  <a:gd name="connsiteY1" fmla="*/ 0 h 1485900"/>
                  <a:gd name="connsiteX2" fmla="*/ 458936 w 1060916"/>
                  <a:gd name="connsiteY2" fmla="*/ 1485900 h 1485900"/>
                  <a:gd name="connsiteX3" fmla="*/ 436076 w 1060916"/>
                  <a:gd name="connsiteY3" fmla="*/ 91440 h 1485900"/>
                  <a:gd name="connsiteX0" fmla="*/ 554063 w 1178903"/>
                  <a:gd name="connsiteY0" fmla="*/ 91440 h 1485900"/>
                  <a:gd name="connsiteX1" fmla="*/ 1178903 w 1178903"/>
                  <a:gd name="connsiteY1" fmla="*/ 0 h 1485900"/>
                  <a:gd name="connsiteX2" fmla="*/ 576923 w 1178903"/>
                  <a:gd name="connsiteY2" fmla="*/ 1485900 h 1485900"/>
                  <a:gd name="connsiteX3" fmla="*/ 554063 w 1178903"/>
                  <a:gd name="connsiteY3" fmla="*/ 91440 h 1485900"/>
                  <a:gd name="connsiteX0" fmla="*/ 554063 w 576923"/>
                  <a:gd name="connsiteY0" fmla="*/ 0 h 1394460"/>
                  <a:gd name="connsiteX1" fmla="*/ 576923 w 576923"/>
                  <a:gd name="connsiteY1" fmla="*/ 1394460 h 1394460"/>
                  <a:gd name="connsiteX2" fmla="*/ 554063 w 576923"/>
                  <a:gd name="connsiteY2" fmla="*/ 0 h 1394460"/>
                  <a:gd name="connsiteX0" fmla="*/ 554063 w 1015539"/>
                  <a:gd name="connsiteY0" fmla="*/ 0 h 1394460"/>
                  <a:gd name="connsiteX1" fmla="*/ 576923 w 1015539"/>
                  <a:gd name="connsiteY1" fmla="*/ 1394460 h 1394460"/>
                  <a:gd name="connsiteX2" fmla="*/ 554063 w 1015539"/>
                  <a:gd name="connsiteY2" fmla="*/ 0 h 1394460"/>
                  <a:gd name="connsiteX0" fmla="*/ 554063 w 1127601"/>
                  <a:gd name="connsiteY0" fmla="*/ 0 h 1394460"/>
                  <a:gd name="connsiteX1" fmla="*/ 576923 w 1127601"/>
                  <a:gd name="connsiteY1" fmla="*/ 1394460 h 1394460"/>
                  <a:gd name="connsiteX2" fmla="*/ 554063 w 1127601"/>
                  <a:gd name="connsiteY2" fmla="*/ 0 h 1394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7601" h="1394460">
                    <a:moveTo>
                      <a:pt x="554063" y="0"/>
                    </a:moveTo>
                    <a:cubicBezTo>
                      <a:pt x="1582763" y="693420"/>
                      <a:pt x="996023" y="1371600"/>
                      <a:pt x="576923" y="1394460"/>
                    </a:cubicBezTo>
                    <a:cubicBezTo>
                      <a:pt x="112103" y="1371600"/>
                      <a:pt x="-436537" y="762000"/>
                      <a:pt x="554063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1" name="Rectangle 2">
                <a:extLst>
                  <a:ext uri="{FF2B5EF4-FFF2-40B4-BE49-F238E27FC236}">
                    <a16:creationId xmlns:a16="http://schemas.microsoft.com/office/drawing/2014/main" id="{7D96B360-CEB2-2F00-2E7F-B3DED0C46831}"/>
                  </a:ext>
                </a:extLst>
              </p:cNvPr>
              <p:cNvSpPr/>
              <p:nvPr/>
            </p:nvSpPr>
            <p:spPr>
              <a:xfrm>
                <a:off x="4646697" y="3086100"/>
                <a:ext cx="1127601" cy="1394460"/>
              </a:xfrm>
              <a:custGeom>
                <a:avLst/>
                <a:gdLst>
                  <a:gd name="connsiteX0" fmla="*/ 0 w 457200"/>
                  <a:gd name="connsiteY0" fmla="*/ 0 h 1219200"/>
                  <a:gd name="connsiteX1" fmla="*/ 457200 w 457200"/>
                  <a:gd name="connsiteY1" fmla="*/ 0 h 1219200"/>
                  <a:gd name="connsiteX2" fmla="*/ 457200 w 457200"/>
                  <a:gd name="connsiteY2" fmla="*/ 1219200 h 1219200"/>
                  <a:gd name="connsiteX3" fmla="*/ 0 w 457200"/>
                  <a:gd name="connsiteY3" fmla="*/ 1219200 h 1219200"/>
                  <a:gd name="connsiteX4" fmla="*/ 0 w 457200"/>
                  <a:gd name="connsiteY4" fmla="*/ 0 h 1219200"/>
                  <a:gd name="connsiteX0" fmla="*/ 0 w 624840"/>
                  <a:gd name="connsiteY0" fmla="*/ 91440 h 1219200"/>
                  <a:gd name="connsiteX1" fmla="*/ 624840 w 624840"/>
                  <a:gd name="connsiteY1" fmla="*/ 0 h 1219200"/>
                  <a:gd name="connsiteX2" fmla="*/ 624840 w 624840"/>
                  <a:gd name="connsiteY2" fmla="*/ 1219200 h 1219200"/>
                  <a:gd name="connsiteX3" fmla="*/ 167640 w 624840"/>
                  <a:gd name="connsiteY3" fmla="*/ 1219200 h 1219200"/>
                  <a:gd name="connsiteX4" fmla="*/ 0 w 624840"/>
                  <a:gd name="connsiteY4" fmla="*/ 91440 h 12192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624840 w 624840"/>
                  <a:gd name="connsiteY2" fmla="*/ 1219200 h 1485900"/>
                  <a:gd name="connsiteX3" fmla="*/ 22860 w 624840"/>
                  <a:gd name="connsiteY3" fmla="*/ 1485900 h 1485900"/>
                  <a:gd name="connsiteX4" fmla="*/ 0 w 624840"/>
                  <a:gd name="connsiteY4" fmla="*/ 91440 h 14859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22860 w 624840"/>
                  <a:gd name="connsiteY2" fmla="*/ 1485900 h 1485900"/>
                  <a:gd name="connsiteX3" fmla="*/ 0 w 624840"/>
                  <a:gd name="connsiteY3" fmla="*/ 91440 h 1485900"/>
                  <a:gd name="connsiteX0" fmla="*/ 436076 w 1060916"/>
                  <a:gd name="connsiteY0" fmla="*/ 91440 h 1485900"/>
                  <a:gd name="connsiteX1" fmla="*/ 1060916 w 1060916"/>
                  <a:gd name="connsiteY1" fmla="*/ 0 h 1485900"/>
                  <a:gd name="connsiteX2" fmla="*/ 458936 w 1060916"/>
                  <a:gd name="connsiteY2" fmla="*/ 1485900 h 1485900"/>
                  <a:gd name="connsiteX3" fmla="*/ 436076 w 1060916"/>
                  <a:gd name="connsiteY3" fmla="*/ 91440 h 1485900"/>
                  <a:gd name="connsiteX0" fmla="*/ 554063 w 1178903"/>
                  <a:gd name="connsiteY0" fmla="*/ 91440 h 1485900"/>
                  <a:gd name="connsiteX1" fmla="*/ 1178903 w 1178903"/>
                  <a:gd name="connsiteY1" fmla="*/ 0 h 1485900"/>
                  <a:gd name="connsiteX2" fmla="*/ 576923 w 1178903"/>
                  <a:gd name="connsiteY2" fmla="*/ 1485900 h 1485900"/>
                  <a:gd name="connsiteX3" fmla="*/ 554063 w 1178903"/>
                  <a:gd name="connsiteY3" fmla="*/ 91440 h 1485900"/>
                  <a:gd name="connsiteX0" fmla="*/ 554063 w 576923"/>
                  <a:gd name="connsiteY0" fmla="*/ 0 h 1394460"/>
                  <a:gd name="connsiteX1" fmla="*/ 576923 w 576923"/>
                  <a:gd name="connsiteY1" fmla="*/ 1394460 h 1394460"/>
                  <a:gd name="connsiteX2" fmla="*/ 554063 w 576923"/>
                  <a:gd name="connsiteY2" fmla="*/ 0 h 1394460"/>
                  <a:gd name="connsiteX0" fmla="*/ 554063 w 1015539"/>
                  <a:gd name="connsiteY0" fmla="*/ 0 h 1394460"/>
                  <a:gd name="connsiteX1" fmla="*/ 576923 w 1015539"/>
                  <a:gd name="connsiteY1" fmla="*/ 1394460 h 1394460"/>
                  <a:gd name="connsiteX2" fmla="*/ 554063 w 1015539"/>
                  <a:gd name="connsiteY2" fmla="*/ 0 h 1394460"/>
                  <a:gd name="connsiteX0" fmla="*/ 554063 w 1127601"/>
                  <a:gd name="connsiteY0" fmla="*/ 0 h 1394460"/>
                  <a:gd name="connsiteX1" fmla="*/ 576923 w 1127601"/>
                  <a:gd name="connsiteY1" fmla="*/ 1394460 h 1394460"/>
                  <a:gd name="connsiteX2" fmla="*/ 554063 w 1127601"/>
                  <a:gd name="connsiteY2" fmla="*/ 0 h 1394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7601" h="1394460">
                    <a:moveTo>
                      <a:pt x="554063" y="0"/>
                    </a:moveTo>
                    <a:cubicBezTo>
                      <a:pt x="1582763" y="693420"/>
                      <a:pt x="996023" y="1371600"/>
                      <a:pt x="576923" y="1394460"/>
                    </a:cubicBezTo>
                    <a:cubicBezTo>
                      <a:pt x="112103" y="1371600"/>
                      <a:pt x="-436537" y="762000"/>
                      <a:pt x="554063" y="0"/>
                    </a:cubicBezTo>
                    <a:close/>
                  </a:path>
                </a:pathLst>
              </a:custGeom>
              <a:grpFill/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7713C8A2-8102-F024-1F4F-58918CD193CE}"/>
                  </a:ext>
                </a:extLst>
              </p:cNvPr>
              <p:cNvSpPr/>
              <p:nvPr/>
            </p:nvSpPr>
            <p:spPr>
              <a:xfrm>
                <a:off x="5212080" y="3101340"/>
                <a:ext cx="0" cy="693420"/>
              </a:xfrm>
              <a:custGeom>
                <a:avLst/>
                <a:gdLst>
                  <a:gd name="connsiteX0" fmla="*/ 0 w 0"/>
                  <a:gd name="connsiteY0" fmla="*/ 0 h 693420"/>
                  <a:gd name="connsiteX1" fmla="*/ 0 w 0"/>
                  <a:gd name="connsiteY1" fmla="*/ 693420 h 693420"/>
                  <a:gd name="connsiteX2" fmla="*/ 0 w 0"/>
                  <a:gd name="connsiteY2" fmla="*/ 693420 h 693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h="693420">
                    <a:moveTo>
                      <a:pt x="0" y="0"/>
                    </a:moveTo>
                    <a:lnTo>
                      <a:pt x="0" y="693420"/>
                    </a:lnTo>
                    <a:lnTo>
                      <a:pt x="0" y="693420"/>
                    </a:lnTo>
                  </a:path>
                </a:pathLst>
              </a:custGeom>
              <a:grpFill/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07" name="Group 206">
              <a:extLst>
                <a:ext uri="{FF2B5EF4-FFF2-40B4-BE49-F238E27FC236}">
                  <a16:creationId xmlns:a16="http://schemas.microsoft.com/office/drawing/2014/main" id="{1CC61B5C-CED5-21EC-B9AD-7FD58BB7AEBF}"/>
                </a:ext>
              </a:extLst>
            </p:cNvPr>
            <p:cNvGrpSpPr/>
            <p:nvPr/>
          </p:nvGrpSpPr>
          <p:grpSpPr>
            <a:xfrm rot="1466888" flipH="1">
              <a:off x="8569771" y="3259784"/>
              <a:ext cx="1547695" cy="2358265"/>
              <a:chOff x="4590870" y="3086100"/>
              <a:chExt cx="1183428" cy="1425635"/>
            </a:xfrm>
            <a:solidFill>
              <a:srgbClr val="82ED5C"/>
            </a:solidFill>
          </p:grpSpPr>
          <p:sp>
            <p:nvSpPr>
              <p:cNvPr id="237" name="Rectangle 2">
                <a:extLst>
                  <a:ext uri="{FF2B5EF4-FFF2-40B4-BE49-F238E27FC236}">
                    <a16:creationId xmlns:a16="http://schemas.microsoft.com/office/drawing/2014/main" id="{D8C19228-6776-4F9A-FD6D-02EE29BC2F71}"/>
                  </a:ext>
                </a:extLst>
              </p:cNvPr>
              <p:cNvSpPr/>
              <p:nvPr/>
            </p:nvSpPr>
            <p:spPr>
              <a:xfrm>
                <a:off x="4590870" y="3117275"/>
                <a:ext cx="1127601" cy="1394460"/>
              </a:xfrm>
              <a:custGeom>
                <a:avLst/>
                <a:gdLst>
                  <a:gd name="connsiteX0" fmla="*/ 0 w 457200"/>
                  <a:gd name="connsiteY0" fmla="*/ 0 h 1219200"/>
                  <a:gd name="connsiteX1" fmla="*/ 457200 w 457200"/>
                  <a:gd name="connsiteY1" fmla="*/ 0 h 1219200"/>
                  <a:gd name="connsiteX2" fmla="*/ 457200 w 457200"/>
                  <a:gd name="connsiteY2" fmla="*/ 1219200 h 1219200"/>
                  <a:gd name="connsiteX3" fmla="*/ 0 w 457200"/>
                  <a:gd name="connsiteY3" fmla="*/ 1219200 h 1219200"/>
                  <a:gd name="connsiteX4" fmla="*/ 0 w 457200"/>
                  <a:gd name="connsiteY4" fmla="*/ 0 h 1219200"/>
                  <a:gd name="connsiteX0" fmla="*/ 0 w 624840"/>
                  <a:gd name="connsiteY0" fmla="*/ 91440 h 1219200"/>
                  <a:gd name="connsiteX1" fmla="*/ 624840 w 624840"/>
                  <a:gd name="connsiteY1" fmla="*/ 0 h 1219200"/>
                  <a:gd name="connsiteX2" fmla="*/ 624840 w 624840"/>
                  <a:gd name="connsiteY2" fmla="*/ 1219200 h 1219200"/>
                  <a:gd name="connsiteX3" fmla="*/ 167640 w 624840"/>
                  <a:gd name="connsiteY3" fmla="*/ 1219200 h 1219200"/>
                  <a:gd name="connsiteX4" fmla="*/ 0 w 624840"/>
                  <a:gd name="connsiteY4" fmla="*/ 91440 h 12192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624840 w 624840"/>
                  <a:gd name="connsiteY2" fmla="*/ 1219200 h 1485900"/>
                  <a:gd name="connsiteX3" fmla="*/ 22860 w 624840"/>
                  <a:gd name="connsiteY3" fmla="*/ 1485900 h 1485900"/>
                  <a:gd name="connsiteX4" fmla="*/ 0 w 624840"/>
                  <a:gd name="connsiteY4" fmla="*/ 91440 h 14859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22860 w 624840"/>
                  <a:gd name="connsiteY2" fmla="*/ 1485900 h 1485900"/>
                  <a:gd name="connsiteX3" fmla="*/ 0 w 624840"/>
                  <a:gd name="connsiteY3" fmla="*/ 91440 h 1485900"/>
                  <a:gd name="connsiteX0" fmla="*/ 436076 w 1060916"/>
                  <a:gd name="connsiteY0" fmla="*/ 91440 h 1485900"/>
                  <a:gd name="connsiteX1" fmla="*/ 1060916 w 1060916"/>
                  <a:gd name="connsiteY1" fmla="*/ 0 h 1485900"/>
                  <a:gd name="connsiteX2" fmla="*/ 458936 w 1060916"/>
                  <a:gd name="connsiteY2" fmla="*/ 1485900 h 1485900"/>
                  <a:gd name="connsiteX3" fmla="*/ 436076 w 1060916"/>
                  <a:gd name="connsiteY3" fmla="*/ 91440 h 1485900"/>
                  <a:gd name="connsiteX0" fmla="*/ 554063 w 1178903"/>
                  <a:gd name="connsiteY0" fmla="*/ 91440 h 1485900"/>
                  <a:gd name="connsiteX1" fmla="*/ 1178903 w 1178903"/>
                  <a:gd name="connsiteY1" fmla="*/ 0 h 1485900"/>
                  <a:gd name="connsiteX2" fmla="*/ 576923 w 1178903"/>
                  <a:gd name="connsiteY2" fmla="*/ 1485900 h 1485900"/>
                  <a:gd name="connsiteX3" fmla="*/ 554063 w 1178903"/>
                  <a:gd name="connsiteY3" fmla="*/ 91440 h 1485900"/>
                  <a:gd name="connsiteX0" fmla="*/ 554063 w 576923"/>
                  <a:gd name="connsiteY0" fmla="*/ 0 h 1394460"/>
                  <a:gd name="connsiteX1" fmla="*/ 576923 w 576923"/>
                  <a:gd name="connsiteY1" fmla="*/ 1394460 h 1394460"/>
                  <a:gd name="connsiteX2" fmla="*/ 554063 w 576923"/>
                  <a:gd name="connsiteY2" fmla="*/ 0 h 1394460"/>
                  <a:gd name="connsiteX0" fmla="*/ 554063 w 1015539"/>
                  <a:gd name="connsiteY0" fmla="*/ 0 h 1394460"/>
                  <a:gd name="connsiteX1" fmla="*/ 576923 w 1015539"/>
                  <a:gd name="connsiteY1" fmla="*/ 1394460 h 1394460"/>
                  <a:gd name="connsiteX2" fmla="*/ 554063 w 1015539"/>
                  <a:gd name="connsiteY2" fmla="*/ 0 h 1394460"/>
                  <a:gd name="connsiteX0" fmla="*/ 554063 w 1127601"/>
                  <a:gd name="connsiteY0" fmla="*/ 0 h 1394460"/>
                  <a:gd name="connsiteX1" fmla="*/ 576923 w 1127601"/>
                  <a:gd name="connsiteY1" fmla="*/ 1394460 h 1394460"/>
                  <a:gd name="connsiteX2" fmla="*/ 554063 w 1127601"/>
                  <a:gd name="connsiteY2" fmla="*/ 0 h 1394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7601" h="1394460">
                    <a:moveTo>
                      <a:pt x="554063" y="0"/>
                    </a:moveTo>
                    <a:cubicBezTo>
                      <a:pt x="1582763" y="693420"/>
                      <a:pt x="996023" y="1371600"/>
                      <a:pt x="576923" y="1394460"/>
                    </a:cubicBezTo>
                    <a:cubicBezTo>
                      <a:pt x="112103" y="1371600"/>
                      <a:pt x="-436537" y="762000"/>
                      <a:pt x="554063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8" name="Rectangle 2">
                <a:extLst>
                  <a:ext uri="{FF2B5EF4-FFF2-40B4-BE49-F238E27FC236}">
                    <a16:creationId xmlns:a16="http://schemas.microsoft.com/office/drawing/2014/main" id="{095A9E56-8A5C-079F-7E86-01A3396A6CDA}"/>
                  </a:ext>
                </a:extLst>
              </p:cNvPr>
              <p:cNvSpPr/>
              <p:nvPr/>
            </p:nvSpPr>
            <p:spPr>
              <a:xfrm>
                <a:off x="4646697" y="3086100"/>
                <a:ext cx="1127601" cy="1394460"/>
              </a:xfrm>
              <a:custGeom>
                <a:avLst/>
                <a:gdLst>
                  <a:gd name="connsiteX0" fmla="*/ 0 w 457200"/>
                  <a:gd name="connsiteY0" fmla="*/ 0 h 1219200"/>
                  <a:gd name="connsiteX1" fmla="*/ 457200 w 457200"/>
                  <a:gd name="connsiteY1" fmla="*/ 0 h 1219200"/>
                  <a:gd name="connsiteX2" fmla="*/ 457200 w 457200"/>
                  <a:gd name="connsiteY2" fmla="*/ 1219200 h 1219200"/>
                  <a:gd name="connsiteX3" fmla="*/ 0 w 457200"/>
                  <a:gd name="connsiteY3" fmla="*/ 1219200 h 1219200"/>
                  <a:gd name="connsiteX4" fmla="*/ 0 w 457200"/>
                  <a:gd name="connsiteY4" fmla="*/ 0 h 1219200"/>
                  <a:gd name="connsiteX0" fmla="*/ 0 w 624840"/>
                  <a:gd name="connsiteY0" fmla="*/ 91440 h 1219200"/>
                  <a:gd name="connsiteX1" fmla="*/ 624840 w 624840"/>
                  <a:gd name="connsiteY1" fmla="*/ 0 h 1219200"/>
                  <a:gd name="connsiteX2" fmla="*/ 624840 w 624840"/>
                  <a:gd name="connsiteY2" fmla="*/ 1219200 h 1219200"/>
                  <a:gd name="connsiteX3" fmla="*/ 167640 w 624840"/>
                  <a:gd name="connsiteY3" fmla="*/ 1219200 h 1219200"/>
                  <a:gd name="connsiteX4" fmla="*/ 0 w 624840"/>
                  <a:gd name="connsiteY4" fmla="*/ 91440 h 12192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624840 w 624840"/>
                  <a:gd name="connsiteY2" fmla="*/ 1219200 h 1485900"/>
                  <a:gd name="connsiteX3" fmla="*/ 22860 w 624840"/>
                  <a:gd name="connsiteY3" fmla="*/ 1485900 h 1485900"/>
                  <a:gd name="connsiteX4" fmla="*/ 0 w 624840"/>
                  <a:gd name="connsiteY4" fmla="*/ 91440 h 14859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22860 w 624840"/>
                  <a:gd name="connsiteY2" fmla="*/ 1485900 h 1485900"/>
                  <a:gd name="connsiteX3" fmla="*/ 0 w 624840"/>
                  <a:gd name="connsiteY3" fmla="*/ 91440 h 1485900"/>
                  <a:gd name="connsiteX0" fmla="*/ 436076 w 1060916"/>
                  <a:gd name="connsiteY0" fmla="*/ 91440 h 1485900"/>
                  <a:gd name="connsiteX1" fmla="*/ 1060916 w 1060916"/>
                  <a:gd name="connsiteY1" fmla="*/ 0 h 1485900"/>
                  <a:gd name="connsiteX2" fmla="*/ 458936 w 1060916"/>
                  <a:gd name="connsiteY2" fmla="*/ 1485900 h 1485900"/>
                  <a:gd name="connsiteX3" fmla="*/ 436076 w 1060916"/>
                  <a:gd name="connsiteY3" fmla="*/ 91440 h 1485900"/>
                  <a:gd name="connsiteX0" fmla="*/ 554063 w 1178903"/>
                  <a:gd name="connsiteY0" fmla="*/ 91440 h 1485900"/>
                  <a:gd name="connsiteX1" fmla="*/ 1178903 w 1178903"/>
                  <a:gd name="connsiteY1" fmla="*/ 0 h 1485900"/>
                  <a:gd name="connsiteX2" fmla="*/ 576923 w 1178903"/>
                  <a:gd name="connsiteY2" fmla="*/ 1485900 h 1485900"/>
                  <a:gd name="connsiteX3" fmla="*/ 554063 w 1178903"/>
                  <a:gd name="connsiteY3" fmla="*/ 91440 h 1485900"/>
                  <a:gd name="connsiteX0" fmla="*/ 554063 w 576923"/>
                  <a:gd name="connsiteY0" fmla="*/ 0 h 1394460"/>
                  <a:gd name="connsiteX1" fmla="*/ 576923 w 576923"/>
                  <a:gd name="connsiteY1" fmla="*/ 1394460 h 1394460"/>
                  <a:gd name="connsiteX2" fmla="*/ 554063 w 576923"/>
                  <a:gd name="connsiteY2" fmla="*/ 0 h 1394460"/>
                  <a:gd name="connsiteX0" fmla="*/ 554063 w 1015539"/>
                  <a:gd name="connsiteY0" fmla="*/ 0 h 1394460"/>
                  <a:gd name="connsiteX1" fmla="*/ 576923 w 1015539"/>
                  <a:gd name="connsiteY1" fmla="*/ 1394460 h 1394460"/>
                  <a:gd name="connsiteX2" fmla="*/ 554063 w 1015539"/>
                  <a:gd name="connsiteY2" fmla="*/ 0 h 1394460"/>
                  <a:gd name="connsiteX0" fmla="*/ 554063 w 1127601"/>
                  <a:gd name="connsiteY0" fmla="*/ 0 h 1394460"/>
                  <a:gd name="connsiteX1" fmla="*/ 576923 w 1127601"/>
                  <a:gd name="connsiteY1" fmla="*/ 1394460 h 1394460"/>
                  <a:gd name="connsiteX2" fmla="*/ 554063 w 1127601"/>
                  <a:gd name="connsiteY2" fmla="*/ 0 h 1394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7601" h="1394460">
                    <a:moveTo>
                      <a:pt x="554063" y="0"/>
                    </a:moveTo>
                    <a:cubicBezTo>
                      <a:pt x="1582763" y="693420"/>
                      <a:pt x="996023" y="1371600"/>
                      <a:pt x="576923" y="1394460"/>
                    </a:cubicBezTo>
                    <a:cubicBezTo>
                      <a:pt x="112103" y="1371600"/>
                      <a:pt x="-436537" y="762000"/>
                      <a:pt x="554063" y="0"/>
                    </a:cubicBezTo>
                    <a:close/>
                  </a:path>
                </a:pathLst>
              </a:custGeom>
              <a:grpFill/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13DF2273-6E10-2290-ED8A-8695B23D24FE}"/>
                  </a:ext>
                </a:extLst>
              </p:cNvPr>
              <p:cNvSpPr/>
              <p:nvPr/>
            </p:nvSpPr>
            <p:spPr>
              <a:xfrm>
                <a:off x="5212080" y="3101340"/>
                <a:ext cx="0" cy="693420"/>
              </a:xfrm>
              <a:custGeom>
                <a:avLst/>
                <a:gdLst>
                  <a:gd name="connsiteX0" fmla="*/ 0 w 0"/>
                  <a:gd name="connsiteY0" fmla="*/ 0 h 693420"/>
                  <a:gd name="connsiteX1" fmla="*/ 0 w 0"/>
                  <a:gd name="connsiteY1" fmla="*/ 693420 h 693420"/>
                  <a:gd name="connsiteX2" fmla="*/ 0 w 0"/>
                  <a:gd name="connsiteY2" fmla="*/ 693420 h 693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h="693420">
                    <a:moveTo>
                      <a:pt x="0" y="0"/>
                    </a:moveTo>
                    <a:lnTo>
                      <a:pt x="0" y="693420"/>
                    </a:lnTo>
                    <a:lnTo>
                      <a:pt x="0" y="693420"/>
                    </a:lnTo>
                  </a:path>
                </a:pathLst>
              </a:custGeom>
              <a:grpFill/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08" name="Rectangle 41">
              <a:extLst>
                <a:ext uri="{FF2B5EF4-FFF2-40B4-BE49-F238E27FC236}">
                  <a16:creationId xmlns:a16="http://schemas.microsoft.com/office/drawing/2014/main" id="{EB835007-9736-56F9-D464-A665E9ED80DE}"/>
                </a:ext>
              </a:extLst>
            </p:cNvPr>
            <p:cNvSpPr/>
            <p:nvPr/>
          </p:nvSpPr>
          <p:spPr>
            <a:xfrm>
              <a:off x="7356174" y="5087294"/>
              <a:ext cx="1142203" cy="1694264"/>
            </a:xfrm>
            <a:custGeom>
              <a:avLst/>
              <a:gdLst>
                <a:gd name="connsiteX0" fmla="*/ 0 w 572500"/>
                <a:gd name="connsiteY0" fmla="*/ 0 h 485877"/>
                <a:gd name="connsiteX1" fmla="*/ 572500 w 572500"/>
                <a:gd name="connsiteY1" fmla="*/ 0 h 485877"/>
                <a:gd name="connsiteX2" fmla="*/ 572500 w 572500"/>
                <a:gd name="connsiteY2" fmla="*/ 485877 h 485877"/>
                <a:gd name="connsiteX3" fmla="*/ 0 w 572500"/>
                <a:gd name="connsiteY3" fmla="*/ 485877 h 485877"/>
                <a:gd name="connsiteX4" fmla="*/ 0 w 572500"/>
                <a:gd name="connsiteY4" fmla="*/ 0 h 485877"/>
                <a:gd name="connsiteX0" fmla="*/ 0 w 572500"/>
                <a:gd name="connsiteY0" fmla="*/ 0 h 1037420"/>
                <a:gd name="connsiteX1" fmla="*/ 572500 w 572500"/>
                <a:gd name="connsiteY1" fmla="*/ 0 h 1037420"/>
                <a:gd name="connsiteX2" fmla="*/ 572500 w 572500"/>
                <a:gd name="connsiteY2" fmla="*/ 485877 h 1037420"/>
                <a:gd name="connsiteX3" fmla="*/ 43543 w 572500"/>
                <a:gd name="connsiteY3" fmla="*/ 1037420 h 1037420"/>
                <a:gd name="connsiteX4" fmla="*/ 0 w 572500"/>
                <a:gd name="connsiteY4" fmla="*/ 0 h 1037420"/>
                <a:gd name="connsiteX0" fmla="*/ 0 w 630557"/>
                <a:gd name="connsiteY0" fmla="*/ 0 h 1066449"/>
                <a:gd name="connsiteX1" fmla="*/ 572500 w 630557"/>
                <a:gd name="connsiteY1" fmla="*/ 0 h 1066449"/>
                <a:gd name="connsiteX2" fmla="*/ 630557 w 630557"/>
                <a:gd name="connsiteY2" fmla="*/ 1066449 h 1066449"/>
                <a:gd name="connsiteX3" fmla="*/ 43543 w 630557"/>
                <a:gd name="connsiteY3" fmla="*/ 1037420 h 1066449"/>
                <a:gd name="connsiteX4" fmla="*/ 0 w 630557"/>
                <a:gd name="connsiteY4" fmla="*/ 0 h 1066449"/>
                <a:gd name="connsiteX0" fmla="*/ 0 w 630557"/>
                <a:gd name="connsiteY0" fmla="*/ 0 h 1066449"/>
                <a:gd name="connsiteX1" fmla="*/ 572500 w 630557"/>
                <a:gd name="connsiteY1" fmla="*/ 0 h 1066449"/>
                <a:gd name="connsiteX2" fmla="*/ 630557 w 630557"/>
                <a:gd name="connsiteY2" fmla="*/ 1066449 h 1066449"/>
                <a:gd name="connsiteX3" fmla="*/ 13063 w 630557"/>
                <a:gd name="connsiteY3" fmla="*/ 1022180 h 1066449"/>
                <a:gd name="connsiteX4" fmla="*/ 0 w 630557"/>
                <a:gd name="connsiteY4" fmla="*/ 0 h 1066449"/>
                <a:gd name="connsiteX0" fmla="*/ 0 w 645797"/>
                <a:gd name="connsiteY0" fmla="*/ 0 h 1043589"/>
                <a:gd name="connsiteX1" fmla="*/ 572500 w 645797"/>
                <a:gd name="connsiteY1" fmla="*/ 0 h 1043589"/>
                <a:gd name="connsiteX2" fmla="*/ 645797 w 645797"/>
                <a:gd name="connsiteY2" fmla="*/ 1043589 h 1043589"/>
                <a:gd name="connsiteX3" fmla="*/ 13063 w 645797"/>
                <a:gd name="connsiteY3" fmla="*/ 1022180 h 1043589"/>
                <a:gd name="connsiteX4" fmla="*/ 0 w 645797"/>
                <a:gd name="connsiteY4" fmla="*/ 0 h 1043589"/>
                <a:gd name="connsiteX0" fmla="*/ 0 w 645797"/>
                <a:gd name="connsiteY0" fmla="*/ 0 h 1043589"/>
                <a:gd name="connsiteX1" fmla="*/ 572500 w 645797"/>
                <a:gd name="connsiteY1" fmla="*/ 0 h 1043589"/>
                <a:gd name="connsiteX2" fmla="*/ 645797 w 645797"/>
                <a:gd name="connsiteY2" fmla="*/ 1043589 h 1043589"/>
                <a:gd name="connsiteX3" fmla="*/ 13063 w 645797"/>
                <a:gd name="connsiteY3" fmla="*/ 1022180 h 1043589"/>
                <a:gd name="connsiteX4" fmla="*/ 0 w 645797"/>
                <a:gd name="connsiteY4" fmla="*/ 0 h 1043589"/>
                <a:gd name="connsiteX0" fmla="*/ 0 w 706757"/>
                <a:gd name="connsiteY0" fmla="*/ 0 h 1058829"/>
                <a:gd name="connsiteX1" fmla="*/ 633460 w 706757"/>
                <a:gd name="connsiteY1" fmla="*/ 15240 h 1058829"/>
                <a:gd name="connsiteX2" fmla="*/ 706757 w 706757"/>
                <a:gd name="connsiteY2" fmla="*/ 1058829 h 1058829"/>
                <a:gd name="connsiteX3" fmla="*/ 74023 w 706757"/>
                <a:gd name="connsiteY3" fmla="*/ 1037420 h 1058829"/>
                <a:gd name="connsiteX4" fmla="*/ 0 w 706757"/>
                <a:gd name="connsiteY4" fmla="*/ 0 h 1058829"/>
                <a:gd name="connsiteX0" fmla="*/ 0 w 706757"/>
                <a:gd name="connsiteY0" fmla="*/ 0 h 1058829"/>
                <a:gd name="connsiteX1" fmla="*/ 633460 w 706757"/>
                <a:gd name="connsiteY1" fmla="*/ 15240 h 1058829"/>
                <a:gd name="connsiteX2" fmla="*/ 706757 w 706757"/>
                <a:gd name="connsiteY2" fmla="*/ 1058829 h 1058829"/>
                <a:gd name="connsiteX3" fmla="*/ 74023 w 706757"/>
                <a:gd name="connsiteY3" fmla="*/ 1037420 h 1058829"/>
                <a:gd name="connsiteX4" fmla="*/ 0 w 706757"/>
                <a:gd name="connsiteY4" fmla="*/ 0 h 1058829"/>
                <a:gd name="connsiteX0" fmla="*/ 0 w 706757"/>
                <a:gd name="connsiteY0" fmla="*/ 0 h 1058829"/>
                <a:gd name="connsiteX1" fmla="*/ 633460 w 706757"/>
                <a:gd name="connsiteY1" fmla="*/ 15240 h 1058829"/>
                <a:gd name="connsiteX2" fmla="*/ 706757 w 706757"/>
                <a:gd name="connsiteY2" fmla="*/ 1058829 h 1058829"/>
                <a:gd name="connsiteX3" fmla="*/ 74023 w 706757"/>
                <a:gd name="connsiteY3" fmla="*/ 1037420 h 1058829"/>
                <a:gd name="connsiteX4" fmla="*/ 0 w 706757"/>
                <a:gd name="connsiteY4" fmla="*/ 0 h 1058829"/>
                <a:gd name="connsiteX0" fmla="*/ 0 w 706757"/>
                <a:gd name="connsiteY0" fmla="*/ 0 h 1037420"/>
                <a:gd name="connsiteX1" fmla="*/ 633460 w 706757"/>
                <a:gd name="connsiteY1" fmla="*/ 15240 h 1037420"/>
                <a:gd name="connsiteX2" fmla="*/ 706757 w 706757"/>
                <a:gd name="connsiteY2" fmla="*/ 1035969 h 1037420"/>
                <a:gd name="connsiteX3" fmla="*/ 74023 w 706757"/>
                <a:gd name="connsiteY3" fmla="*/ 1037420 h 1037420"/>
                <a:gd name="connsiteX4" fmla="*/ 0 w 706757"/>
                <a:gd name="connsiteY4" fmla="*/ 0 h 1037420"/>
                <a:gd name="connsiteX0" fmla="*/ 0 w 706757"/>
                <a:gd name="connsiteY0" fmla="*/ 0 h 1037420"/>
                <a:gd name="connsiteX1" fmla="*/ 633460 w 706757"/>
                <a:gd name="connsiteY1" fmla="*/ 15240 h 1037420"/>
                <a:gd name="connsiteX2" fmla="*/ 706757 w 706757"/>
                <a:gd name="connsiteY2" fmla="*/ 1035969 h 1037420"/>
                <a:gd name="connsiteX3" fmla="*/ 74023 w 706757"/>
                <a:gd name="connsiteY3" fmla="*/ 1037420 h 1037420"/>
                <a:gd name="connsiteX4" fmla="*/ 0 w 706757"/>
                <a:gd name="connsiteY4" fmla="*/ 0 h 1037420"/>
                <a:gd name="connsiteX0" fmla="*/ 0 w 709660"/>
                <a:gd name="connsiteY0" fmla="*/ 15240 h 1052660"/>
                <a:gd name="connsiteX1" fmla="*/ 709660 w 709660"/>
                <a:gd name="connsiteY1" fmla="*/ 0 h 1052660"/>
                <a:gd name="connsiteX2" fmla="*/ 706757 w 709660"/>
                <a:gd name="connsiteY2" fmla="*/ 1051209 h 1052660"/>
                <a:gd name="connsiteX3" fmla="*/ 74023 w 709660"/>
                <a:gd name="connsiteY3" fmla="*/ 1052660 h 1052660"/>
                <a:gd name="connsiteX4" fmla="*/ 0 w 709660"/>
                <a:gd name="connsiteY4" fmla="*/ 15240 h 1052660"/>
                <a:gd name="connsiteX0" fmla="*/ 0 w 709660"/>
                <a:gd name="connsiteY0" fmla="*/ 15240 h 1052660"/>
                <a:gd name="connsiteX1" fmla="*/ 709660 w 709660"/>
                <a:gd name="connsiteY1" fmla="*/ 0 h 1052660"/>
                <a:gd name="connsiteX2" fmla="*/ 706757 w 709660"/>
                <a:gd name="connsiteY2" fmla="*/ 1051209 h 1052660"/>
                <a:gd name="connsiteX3" fmla="*/ 74023 w 709660"/>
                <a:gd name="connsiteY3" fmla="*/ 1052660 h 1052660"/>
                <a:gd name="connsiteX4" fmla="*/ 0 w 709660"/>
                <a:gd name="connsiteY4" fmla="*/ 15240 h 1052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9660" h="1052660">
                  <a:moveTo>
                    <a:pt x="0" y="15240"/>
                  </a:moveTo>
                  <a:lnTo>
                    <a:pt x="709660" y="0"/>
                  </a:lnTo>
                  <a:cubicBezTo>
                    <a:pt x="596932" y="782203"/>
                    <a:pt x="621365" y="848126"/>
                    <a:pt x="706757" y="1051209"/>
                  </a:cubicBezTo>
                  <a:lnTo>
                    <a:pt x="74023" y="1052660"/>
                  </a:lnTo>
                  <a:cubicBezTo>
                    <a:pt x="107769" y="841473"/>
                    <a:pt x="248194" y="820787"/>
                    <a:pt x="0" y="15240"/>
                  </a:cubicBezTo>
                  <a:close/>
                </a:path>
              </a:pathLst>
            </a:custGeom>
            <a:solidFill>
              <a:srgbClr val="82ED5C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09" name="Group 208">
              <a:extLst>
                <a:ext uri="{FF2B5EF4-FFF2-40B4-BE49-F238E27FC236}">
                  <a16:creationId xmlns:a16="http://schemas.microsoft.com/office/drawing/2014/main" id="{1B4E0243-F030-FFA8-9AB4-EBA3EBFE98C2}"/>
                </a:ext>
              </a:extLst>
            </p:cNvPr>
            <p:cNvGrpSpPr/>
            <p:nvPr/>
          </p:nvGrpSpPr>
          <p:grpSpPr>
            <a:xfrm>
              <a:off x="7015238" y="1982484"/>
              <a:ext cx="1815143" cy="2372170"/>
              <a:chOff x="4646535" y="3006712"/>
              <a:chExt cx="1127763" cy="1473848"/>
            </a:xfrm>
            <a:solidFill>
              <a:srgbClr val="82ED5C"/>
            </a:solidFill>
          </p:grpSpPr>
          <p:sp>
            <p:nvSpPr>
              <p:cNvPr id="234" name="Rectangle 2">
                <a:extLst>
                  <a:ext uri="{FF2B5EF4-FFF2-40B4-BE49-F238E27FC236}">
                    <a16:creationId xmlns:a16="http://schemas.microsoft.com/office/drawing/2014/main" id="{271BF5DE-2B60-0F8C-81E5-8400BF6828EE}"/>
                  </a:ext>
                </a:extLst>
              </p:cNvPr>
              <p:cNvSpPr/>
              <p:nvPr/>
            </p:nvSpPr>
            <p:spPr>
              <a:xfrm>
                <a:off x="4646697" y="3086100"/>
                <a:ext cx="1127601" cy="1394460"/>
              </a:xfrm>
              <a:custGeom>
                <a:avLst/>
                <a:gdLst>
                  <a:gd name="connsiteX0" fmla="*/ 0 w 457200"/>
                  <a:gd name="connsiteY0" fmla="*/ 0 h 1219200"/>
                  <a:gd name="connsiteX1" fmla="*/ 457200 w 457200"/>
                  <a:gd name="connsiteY1" fmla="*/ 0 h 1219200"/>
                  <a:gd name="connsiteX2" fmla="*/ 457200 w 457200"/>
                  <a:gd name="connsiteY2" fmla="*/ 1219200 h 1219200"/>
                  <a:gd name="connsiteX3" fmla="*/ 0 w 457200"/>
                  <a:gd name="connsiteY3" fmla="*/ 1219200 h 1219200"/>
                  <a:gd name="connsiteX4" fmla="*/ 0 w 457200"/>
                  <a:gd name="connsiteY4" fmla="*/ 0 h 1219200"/>
                  <a:gd name="connsiteX0" fmla="*/ 0 w 624840"/>
                  <a:gd name="connsiteY0" fmla="*/ 91440 h 1219200"/>
                  <a:gd name="connsiteX1" fmla="*/ 624840 w 624840"/>
                  <a:gd name="connsiteY1" fmla="*/ 0 h 1219200"/>
                  <a:gd name="connsiteX2" fmla="*/ 624840 w 624840"/>
                  <a:gd name="connsiteY2" fmla="*/ 1219200 h 1219200"/>
                  <a:gd name="connsiteX3" fmla="*/ 167640 w 624840"/>
                  <a:gd name="connsiteY3" fmla="*/ 1219200 h 1219200"/>
                  <a:gd name="connsiteX4" fmla="*/ 0 w 624840"/>
                  <a:gd name="connsiteY4" fmla="*/ 91440 h 12192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624840 w 624840"/>
                  <a:gd name="connsiteY2" fmla="*/ 1219200 h 1485900"/>
                  <a:gd name="connsiteX3" fmla="*/ 22860 w 624840"/>
                  <a:gd name="connsiteY3" fmla="*/ 1485900 h 1485900"/>
                  <a:gd name="connsiteX4" fmla="*/ 0 w 624840"/>
                  <a:gd name="connsiteY4" fmla="*/ 91440 h 14859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22860 w 624840"/>
                  <a:gd name="connsiteY2" fmla="*/ 1485900 h 1485900"/>
                  <a:gd name="connsiteX3" fmla="*/ 0 w 624840"/>
                  <a:gd name="connsiteY3" fmla="*/ 91440 h 1485900"/>
                  <a:gd name="connsiteX0" fmla="*/ 436076 w 1060916"/>
                  <a:gd name="connsiteY0" fmla="*/ 91440 h 1485900"/>
                  <a:gd name="connsiteX1" fmla="*/ 1060916 w 1060916"/>
                  <a:gd name="connsiteY1" fmla="*/ 0 h 1485900"/>
                  <a:gd name="connsiteX2" fmla="*/ 458936 w 1060916"/>
                  <a:gd name="connsiteY2" fmla="*/ 1485900 h 1485900"/>
                  <a:gd name="connsiteX3" fmla="*/ 436076 w 1060916"/>
                  <a:gd name="connsiteY3" fmla="*/ 91440 h 1485900"/>
                  <a:gd name="connsiteX0" fmla="*/ 554063 w 1178903"/>
                  <a:gd name="connsiteY0" fmla="*/ 91440 h 1485900"/>
                  <a:gd name="connsiteX1" fmla="*/ 1178903 w 1178903"/>
                  <a:gd name="connsiteY1" fmla="*/ 0 h 1485900"/>
                  <a:gd name="connsiteX2" fmla="*/ 576923 w 1178903"/>
                  <a:gd name="connsiteY2" fmla="*/ 1485900 h 1485900"/>
                  <a:gd name="connsiteX3" fmla="*/ 554063 w 1178903"/>
                  <a:gd name="connsiteY3" fmla="*/ 91440 h 1485900"/>
                  <a:gd name="connsiteX0" fmla="*/ 554063 w 576923"/>
                  <a:gd name="connsiteY0" fmla="*/ 0 h 1394460"/>
                  <a:gd name="connsiteX1" fmla="*/ 576923 w 576923"/>
                  <a:gd name="connsiteY1" fmla="*/ 1394460 h 1394460"/>
                  <a:gd name="connsiteX2" fmla="*/ 554063 w 576923"/>
                  <a:gd name="connsiteY2" fmla="*/ 0 h 1394460"/>
                  <a:gd name="connsiteX0" fmla="*/ 554063 w 1015539"/>
                  <a:gd name="connsiteY0" fmla="*/ 0 h 1394460"/>
                  <a:gd name="connsiteX1" fmla="*/ 576923 w 1015539"/>
                  <a:gd name="connsiteY1" fmla="*/ 1394460 h 1394460"/>
                  <a:gd name="connsiteX2" fmla="*/ 554063 w 1015539"/>
                  <a:gd name="connsiteY2" fmla="*/ 0 h 1394460"/>
                  <a:gd name="connsiteX0" fmla="*/ 554063 w 1127601"/>
                  <a:gd name="connsiteY0" fmla="*/ 0 h 1394460"/>
                  <a:gd name="connsiteX1" fmla="*/ 576923 w 1127601"/>
                  <a:gd name="connsiteY1" fmla="*/ 1394460 h 1394460"/>
                  <a:gd name="connsiteX2" fmla="*/ 554063 w 1127601"/>
                  <a:gd name="connsiteY2" fmla="*/ 0 h 1394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7601" h="1394460">
                    <a:moveTo>
                      <a:pt x="554063" y="0"/>
                    </a:moveTo>
                    <a:cubicBezTo>
                      <a:pt x="1582763" y="693420"/>
                      <a:pt x="996023" y="1371600"/>
                      <a:pt x="576923" y="1394460"/>
                    </a:cubicBezTo>
                    <a:cubicBezTo>
                      <a:pt x="112103" y="1371600"/>
                      <a:pt x="-436537" y="762000"/>
                      <a:pt x="554063" y="0"/>
                    </a:cubicBezTo>
                    <a:close/>
                  </a:path>
                </a:pathLst>
              </a:custGeom>
              <a:grpFill/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A675F781-47B9-895D-17B0-F7998A9FA40F}"/>
                  </a:ext>
                </a:extLst>
              </p:cNvPr>
              <p:cNvSpPr/>
              <p:nvPr/>
            </p:nvSpPr>
            <p:spPr>
              <a:xfrm>
                <a:off x="5212080" y="3101340"/>
                <a:ext cx="0" cy="693420"/>
              </a:xfrm>
              <a:custGeom>
                <a:avLst/>
                <a:gdLst>
                  <a:gd name="connsiteX0" fmla="*/ 0 w 0"/>
                  <a:gd name="connsiteY0" fmla="*/ 0 h 693420"/>
                  <a:gd name="connsiteX1" fmla="*/ 0 w 0"/>
                  <a:gd name="connsiteY1" fmla="*/ 693420 h 693420"/>
                  <a:gd name="connsiteX2" fmla="*/ 0 w 0"/>
                  <a:gd name="connsiteY2" fmla="*/ 693420 h 693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h="693420">
                    <a:moveTo>
                      <a:pt x="0" y="0"/>
                    </a:moveTo>
                    <a:lnTo>
                      <a:pt x="0" y="693420"/>
                    </a:lnTo>
                    <a:lnTo>
                      <a:pt x="0" y="693420"/>
                    </a:lnTo>
                  </a:path>
                </a:pathLst>
              </a:custGeom>
              <a:grpFill/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6" name="Rectangle 2">
                <a:extLst>
                  <a:ext uri="{FF2B5EF4-FFF2-40B4-BE49-F238E27FC236}">
                    <a16:creationId xmlns:a16="http://schemas.microsoft.com/office/drawing/2014/main" id="{5DC65CC7-606B-3BA1-E2EE-8AF0D1A24035}"/>
                  </a:ext>
                </a:extLst>
              </p:cNvPr>
              <p:cNvSpPr/>
              <p:nvPr/>
            </p:nvSpPr>
            <p:spPr>
              <a:xfrm>
                <a:off x="4646535" y="3006712"/>
                <a:ext cx="1127601" cy="1394460"/>
              </a:xfrm>
              <a:custGeom>
                <a:avLst/>
                <a:gdLst>
                  <a:gd name="connsiteX0" fmla="*/ 0 w 457200"/>
                  <a:gd name="connsiteY0" fmla="*/ 0 h 1219200"/>
                  <a:gd name="connsiteX1" fmla="*/ 457200 w 457200"/>
                  <a:gd name="connsiteY1" fmla="*/ 0 h 1219200"/>
                  <a:gd name="connsiteX2" fmla="*/ 457200 w 457200"/>
                  <a:gd name="connsiteY2" fmla="*/ 1219200 h 1219200"/>
                  <a:gd name="connsiteX3" fmla="*/ 0 w 457200"/>
                  <a:gd name="connsiteY3" fmla="*/ 1219200 h 1219200"/>
                  <a:gd name="connsiteX4" fmla="*/ 0 w 457200"/>
                  <a:gd name="connsiteY4" fmla="*/ 0 h 1219200"/>
                  <a:gd name="connsiteX0" fmla="*/ 0 w 624840"/>
                  <a:gd name="connsiteY0" fmla="*/ 91440 h 1219200"/>
                  <a:gd name="connsiteX1" fmla="*/ 624840 w 624840"/>
                  <a:gd name="connsiteY1" fmla="*/ 0 h 1219200"/>
                  <a:gd name="connsiteX2" fmla="*/ 624840 w 624840"/>
                  <a:gd name="connsiteY2" fmla="*/ 1219200 h 1219200"/>
                  <a:gd name="connsiteX3" fmla="*/ 167640 w 624840"/>
                  <a:gd name="connsiteY3" fmla="*/ 1219200 h 1219200"/>
                  <a:gd name="connsiteX4" fmla="*/ 0 w 624840"/>
                  <a:gd name="connsiteY4" fmla="*/ 91440 h 12192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624840 w 624840"/>
                  <a:gd name="connsiteY2" fmla="*/ 1219200 h 1485900"/>
                  <a:gd name="connsiteX3" fmla="*/ 22860 w 624840"/>
                  <a:gd name="connsiteY3" fmla="*/ 1485900 h 1485900"/>
                  <a:gd name="connsiteX4" fmla="*/ 0 w 624840"/>
                  <a:gd name="connsiteY4" fmla="*/ 91440 h 14859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22860 w 624840"/>
                  <a:gd name="connsiteY2" fmla="*/ 1485900 h 1485900"/>
                  <a:gd name="connsiteX3" fmla="*/ 0 w 624840"/>
                  <a:gd name="connsiteY3" fmla="*/ 91440 h 1485900"/>
                  <a:gd name="connsiteX0" fmla="*/ 436076 w 1060916"/>
                  <a:gd name="connsiteY0" fmla="*/ 91440 h 1485900"/>
                  <a:gd name="connsiteX1" fmla="*/ 1060916 w 1060916"/>
                  <a:gd name="connsiteY1" fmla="*/ 0 h 1485900"/>
                  <a:gd name="connsiteX2" fmla="*/ 458936 w 1060916"/>
                  <a:gd name="connsiteY2" fmla="*/ 1485900 h 1485900"/>
                  <a:gd name="connsiteX3" fmla="*/ 436076 w 1060916"/>
                  <a:gd name="connsiteY3" fmla="*/ 91440 h 1485900"/>
                  <a:gd name="connsiteX0" fmla="*/ 554063 w 1178903"/>
                  <a:gd name="connsiteY0" fmla="*/ 91440 h 1485900"/>
                  <a:gd name="connsiteX1" fmla="*/ 1178903 w 1178903"/>
                  <a:gd name="connsiteY1" fmla="*/ 0 h 1485900"/>
                  <a:gd name="connsiteX2" fmla="*/ 576923 w 1178903"/>
                  <a:gd name="connsiteY2" fmla="*/ 1485900 h 1485900"/>
                  <a:gd name="connsiteX3" fmla="*/ 554063 w 1178903"/>
                  <a:gd name="connsiteY3" fmla="*/ 91440 h 1485900"/>
                  <a:gd name="connsiteX0" fmla="*/ 554063 w 576923"/>
                  <a:gd name="connsiteY0" fmla="*/ 0 h 1394460"/>
                  <a:gd name="connsiteX1" fmla="*/ 576923 w 576923"/>
                  <a:gd name="connsiteY1" fmla="*/ 1394460 h 1394460"/>
                  <a:gd name="connsiteX2" fmla="*/ 554063 w 576923"/>
                  <a:gd name="connsiteY2" fmla="*/ 0 h 1394460"/>
                  <a:gd name="connsiteX0" fmla="*/ 554063 w 1015539"/>
                  <a:gd name="connsiteY0" fmla="*/ 0 h 1394460"/>
                  <a:gd name="connsiteX1" fmla="*/ 576923 w 1015539"/>
                  <a:gd name="connsiteY1" fmla="*/ 1394460 h 1394460"/>
                  <a:gd name="connsiteX2" fmla="*/ 554063 w 1015539"/>
                  <a:gd name="connsiteY2" fmla="*/ 0 h 1394460"/>
                  <a:gd name="connsiteX0" fmla="*/ 554063 w 1127601"/>
                  <a:gd name="connsiteY0" fmla="*/ 0 h 1394460"/>
                  <a:gd name="connsiteX1" fmla="*/ 576923 w 1127601"/>
                  <a:gd name="connsiteY1" fmla="*/ 1394460 h 1394460"/>
                  <a:gd name="connsiteX2" fmla="*/ 554063 w 1127601"/>
                  <a:gd name="connsiteY2" fmla="*/ 0 h 1394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7601" h="1394460">
                    <a:moveTo>
                      <a:pt x="554063" y="0"/>
                    </a:moveTo>
                    <a:cubicBezTo>
                      <a:pt x="1582763" y="693420"/>
                      <a:pt x="996023" y="1371600"/>
                      <a:pt x="576923" y="1394460"/>
                    </a:cubicBezTo>
                    <a:cubicBezTo>
                      <a:pt x="112103" y="1371600"/>
                      <a:pt x="-436537" y="762000"/>
                      <a:pt x="554063" y="0"/>
                    </a:cubicBezTo>
                    <a:close/>
                  </a:path>
                </a:pathLst>
              </a:custGeom>
              <a:grpFill/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10" name="Group 209">
              <a:extLst>
                <a:ext uri="{FF2B5EF4-FFF2-40B4-BE49-F238E27FC236}">
                  <a16:creationId xmlns:a16="http://schemas.microsoft.com/office/drawing/2014/main" id="{D385ACA8-E022-6CA0-80FE-B8A745BB49BB}"/>
                </a:ext>
              </a:extLst>
            </p:cNvPr>
            <p:cNvGrpSpPr/>
            <p:nvPr/>
          </p:nvGrpSpPr>
          <p:grpSpPr>
            <a:xfrm rot="1549901" flipH="1">
              <a:off x="9072205" y="2804206"/>
              <a:ext cx="888593" cy="1934523"/>
              <a:chOff x="4646697" y="3086100"/>
              <a:chExt cx="1127601" cy="1394460"/>
            </a:xfrm>
            <a:solidFill>
              <a:srgbClr val="82ED5C"/>
            </a:solidFill>
          </p:grpSpPr>
          <p:sp>
            <p:nvSpPr>
              <p:cNvPr id="232" name="Rectangle 2">
                <a:extLst>
                  <a:ext uri="{FF2B5EF4-FFF2-40B4-BE49-F238E27FC236}">
                    <a16:creationId xmlns:a16="http://schemas.microsoft.com/office/drawing/2014/main" id="{7BCBF974-07AF-61B5-62EA-1D716E188812}"/>
                  </a:ext>
                </a:extLst>
              </p:cNvPr>
              <p:cNvSpPr/>
              <p:nvPr/>
            </p:nvSpPr>
            <p:spPr>
              <a:xfrm>
                <a:off x="4646697" y="3086100"/>
                <a:ext cx="1127601" cy="1394460"/>
              </a:xfrm>
              <a:custGeom>
                <a:avLst/>
                <a:gdLst>
                  <a:gd name="connsiteX0" fmla="*/ 0 w 457200"/>
                  <a:gd name="connsiteY0" fmla="*/ 0 h 1219200"/>
                  <a:gd name="connsiteX1" fmla="*/ 457200 w 457200"/>
                  <a:gd name="connsiteY1" fmla="*/ 0 h 1219200"/>
                  <a:gd name="connsiteX2" fmla="*/ 457200 w 457200"/>
                  <a:gd name="connsiteY2" fmla="*/ 1219200 h 1219200"/>
                  <a:gd name="connsiteX3" fmla="*/ 0 w 457200"/>
                  <a:gd name="connsiteY3" fmla="*/ 1219200 h 1219200"/>
                  <a:gd name="connsiteX4" fmla="*/ 0 w 457200"/>
                  <a:gd name="connsiteY4" fmla="*/ 0 h 1219200"/>
                  <a:gd name="connsiteX0" fmla="*/ 0 w 624840"/>
                  <a:gd name="connsiteY0" fmla="*/ 91440 h 1219200"/>
                  <a:gd name="connsiteX1" fmla="*/ 624840 w 624840"/>
                  <a:gd name="connsiteY1" fmla="*/ 0 h 1219200"/>
                  <a:gd name="connsiteX2" fmla="*/ 624840 w 624840"/>
                  <a:gd name="connsiteY2" fmla="*/ 1219200 h 1219200"/>
                  <a:gd name="connsiteX3" fmla="*/ 167640 w 624840"/>
                  <a:gd name="connsiteY3" fmla="*/ 1219200 h 1219200"/>
                  <a:gd name="connsiteX4" fmla="*/ 0 w 624840"/>
                  <a:gd name="connsiteY4" fmla="*/ 91440 h 12192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624840 w 624840"/>
                  <a:gd name="connsiteY2" fmla="*/ 1219200 h 1485900"/>
                  <a:gd name="connsiteX3" fmla="*/ 22860 w 624840"/>
                  <a:gd name="connsiteY3" fmla="*/ 1485900 h 1485900"/>
                  <a:gd name="connsiteX4" fmla="*/ 0 w 624840"/>
                  <a:gd name="connsiteY4" fmla="*/ 91440 h 14859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22860 w 624840"/>
                  <a:gd name="connsiteY2" fmla="*/ 1485900 h 1485900"/>
                  <a:gd name="connsiteX3" fmla="*/ 0 w 624840"/>
                  <a:gd name="connsiteY3" fmla="*/ 91440 h 1485900"/>
                  <a:gd name="connsiteX0" fmla="*/ 436076 w 1060916"/>
                  <a:gd name="connsiteY0" fmla="*/ 91440 h 1485900"/>
                  <a:gd name="connsiteX1" fmla="*/ 1060916 w 1060916"/>
                  <a:gd name="connsiteY1" fmla="*/ 0 h 1485900"/>
                  <a:gd name="connsiteX2" fmla="*/ 458936 w 1060916"/>
                  <a:gd name="connsiteY2" fmla="*/ 1485900 h 1485900"/>
                  <a:gd name="connsiteX3" fmla="*/ 436076 w 1060916"/>
                  <a:gd name="connsiteY3" fmla="*/ 91440 h 1485900"/>
                  <a:gd name="connsiteX0" fmla="*/ 554063 w 1178903"/>
                  <a:gd name="connsiteY0" fmla="*/ 91440 h 1485900"/>
                  <a:gd name="connsiteX1" fmla="*/ 1178903 w 1178903"/>
                  <a:gd name="connsiteY1" fmla="*/ 0 h 1485900"/>
                  <a:gd name="connsiteX2" fmla="*/ 576923 w 1178903"/>
                  <a:gd name="connsiteY2" fmla="*/ 1485900 h 1485900"/>
                  <a:gd name="connsiteX3" fmla="*/ 554063 w 1178903"/>
                  <a:gd name="connsiteY3" fmla="*/ 91440 h 1485900"/>
                  <a:gd name="connsiteX0" fmla="*/ 554063 w 576923"/>
                  <a:gd name="connsiteY0" fmla="*/ 0 h 1394460"/>
                  <a:gd name="connsiteX1" fmla="*/ 576923 w 576923"/>
                  <a:gd name="connsiteY1" fmla="*/ 1394460 h 1394460"/>
                  <a:gd name="connsiteX2" fmla="*/ 554063 w 576923"/>
                  <a:gd name="connsiteY2" fmla="*/ 0 h 1394460"/>
                  <a:gd name="connsiteX0" fmla="*/ 554063 w 1015539"/>
                  <a:gd name="connsiteY0" fmla="*/ 0 h 1394460"/>
                  <a:gd name="connsiteX1" fmla="*/ 576923 w 1015539"/>
                  <a:gd name="connsiteY1" fmla="*/ 1394460 h 1394460"/>
                  <a:gd name="connsiteX2" fmla="*/ 554063 w 1015539"/>
                  <a:gd name="connsiteY2" fmla="*/ 0 h 1394460"/>
                  <a:gd name="connsiteX0" fmla="*/ 554063 w 1127601"/>
                  <a:gd name="connsiteY0" fmla="*/ 0 h 1394460"/>
                  <a:gd name="connsiteX1" fmla="*/ 576923 w 1127601"/>
                  <a:gd name="connsiteY1" fmla="*/ 1394460 h 1394460"/>
                  <a:gd name="connsiteX2" fmla="*/ 554063 w 1127601"/>
                  <a:gd name="connsiteY2" fmla="*/ 0 h 1394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7601" h="1394460">
                    <a:moveTo>
                      <a:pt x="554063" y="0"/>
                    </a:moveTo>
                    <a:cubicBezTo>
                      <a:pt x="1582763" y="693420"/>
                      <a:pt x="996023" y="1371600"/>
                      <a:pt x="576923" y="1394460"/>
                    </a:cubicBezTo>
                    <a:cubicBezTo>
                      <a:pt x="112103" y="1371600"/>
                      <a:pt x="-436537" y="762000"/>
                      <a:pt x="554063" y="0"/>
                    </a:cubicBezTo>
                    <a:close/>
                  </a:path>
                </a:pathLst>
              </a:custGeom>
              <a:grpFill/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11A578C0-E7A8-28B5-A5C1-98A0BC9CEF6A}"/>
                  </a:ext>
                </a:extLst>
              </p:cNvPr>
              <p:cNvSpPr/>
              <p:nvPr/>
            </p:nvSpPr>
            <p:spPr>
              <a:xfrm>
                <a:off x="5212080" y="3101340"/>
                <a:ext cx="0" cy="693420"/>
              </a:xfrm>
              <a:custGeom>
                <a:avLst/>
                <a:gdLst>
                  <a:gd name="connsiteX0" fmla="*/ 0 w 0"/>
                  <a:gd name="connsiteY0" fmla="*/ 0 h 693420"/>
                  <a:gd name="connsiteX1" fmla="*/ 0 w 0"/>
                  <a:gd name="connsiteY1" fmla="*/ 693420 h 693420"/>
                  <a:gd name="connsiteX2" fmla="*/ 0 w 0"/>
                  <a:gd name="connsiteY2" fmla="*/ 693420 h 693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h="693420">
                    <a:moveTo>
                      <a:pt x="0" y="0"/>
                    </a:moveTo>
                    <a:lnTo>
                      <a:pt x="0" y="693420"/>
                    </a:lnTo>
                    <a:lnTo>
                      <a:pt x="0" y="693420"/>
                    </a:lnTo>
                  </a:path>
                </a:pathLst>
              </a:custGeom>
              <a:grpFill/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11" name="Group 210">
              <a:extLst>
                <a:ext uri="{FF2B5EF4-FFF2-40B4-BE49-F238E27FC236}">
                  <a16:creationId xmlns:a16="http://schemas.microsoft.com/office/drawing/2014/main" id="{F351105D-B83E-4F1D-ED4A-67EF7659583F}"/>
                </a:ext>
              </a:extLst>
            </p:cNvPr>
            <p:cNvGrpSpPr/>
            <p:nvPr/>
          </p:nvGrpSpPr>
          <p:grpSpPr>
            <a:xfrm rot="1549901" flipH="1">
              <a:off x="9121763" y="2649640"/>
              <a:ext cx="930708" cy="2023812"/>
              <a:chOff x="4593254" y="3021738"/>
              <a:chExt cx="1181044" cy="1458822"/>
            </a:xfrm>
            <a:solidFill>
              <a:srgbClr val="82ED5C"/>
            </a:solidFill>
          </p:grpSpPr>
          <p:sp>
            <p:nvSpPr>
              <p:cNvPr id="230" name="Rectangle 2">
                <a:extLst>
                  <a:ext uri="{FF2B5EF4-FFF2-40B4-BE49-F238E27FC236}">
                    <a16:creationId xmlns:a16="http://schemas.microsoft.com/office/drawing/2014/main" id="{95688D0E-3557-501E-84BB-FAE751A2779F}"/>
                  </a:ext>
                </a:extLst>
              </p:cNvPr>
              <p:cNvSpPr/>
              <p:nvPr/>
            </p:nvSpPr>
            <p:spPr>
              <a:xfrm>
                <a:off x="4593254" y="3021738"/>
                <a:ext cx="1127601" cy="1394460"/>
              </a:xfrm>
              <a:custGeom>
                <a:avLst/>
                <a:gdLst>
                  <a:gd name="connsiteX0" fmla="*/ 0 w 457200"/>
                  <a:gd name="connsiteY0" fmla="*/ 0 h 1219200"/>
                  <a:gd name="connsiteX1" fmla="*/ 457200 w 457200"/>
                  <a:gd name="connsiteY1" fmla="*/ 0 h 1219200"/>
                  <a:gd name="connsiteX2" fmla="*/ 457200 w 457200"/>
                  <a:gd name="connsiteY2" fmla="*/ 1219200 h 1219200"/>
                  <a:gd name="connsiteX3" fmla="*/ 0 w 457200"/>
                  <a:gd name="connsiteY3" fmla="*/ 1219200 h 1219200"/>
                  <a:gd name="connsiteX4" fmla="*/ 0 w 457200"/>
                  <a:gd name="connsiteY4" fmla="*/ 0 h 1219200"/>
                  <a:gd name="connsiteX0" fmla="*/ 0 w 624840"/>
                  <a:gd name="connsiteY0" fmla="*/ 91440 h 1219200"/>
                  <a:gd name="connsiteX1" fmla="*/ 624840 w 624840"/>
                  <a:gd name="connsiteY1" fmla="*/ 0 h 1219200"/>
                  <a:gd name="connsiteX2" fmla="*/ 624840 w 624840"/>
                  <a:gd name="connsiteY2" fmla="*/ 1219200 h 1219200"/>
                  <a:gd name="connsiteX3" fmla="*/ 167640 w 624840"/>
                  <a:gd name="connsiteY3" fmla="*/ 1219200 h 1219200"/>
                  <a:gd name="connsiteX4" fmla="*/ 0 w 624840"/>
                  <a:gd name="connsiteY4" fmla="*/ 91440 h 12192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624840 w 624840"/>
                  <a:gd name="connsiteY2" fmla="*/ 1219200 h 1485900"/>
                  <a:gd name="connsiteX3" fmla="*/ 22860 w 624840"/>
                  <a:gd name="connsiteY3" fmla="*/ 1485900 h 1485900"/>
                  <a:gd name="connsiteX4" fmla="*/ 0 w 624840"/>
                  <a:gd name="connsiteY4" fmla="*/ 91440 h 14859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22860 w 624840"/>
                  <a:gd name="connsiteY2" fmla="*/ 1485900 h 1485900"/>
                  <a:gd name="connsiteX3" fmla="*/ 0 w 624840"/>
                  <a:gd name="connsiteY3" fmla="*/ 91440 h 1485900"/>
                  <a:gd name="connsiteX0" fmla="*/ 436076 w 1060916"/>
                  <a:gd name="connsiteY0" fmla="*/ 91440 h 1485900"/>
                  <a:gd name="connsiteX1" fmla="*/ 1060916 w 1060916"/>
                  <a:gd name="connsiteY1" fmla="*/ 0 h 1485900"/>
                  <a:gd name="connsiteX2" fmla="*/ 458936 w 1060916"/>
                  <a:gd name="connsiteY2" fmla="*/ 1485900 h 1485900"/>
                  <a:gd name="connsiteX3" fmla="*/ 436076 w 1060916"/>
                  <a:gd name="connsiteY3" fmla="*/ 91440 h 1485900"/>
                  <a:gd name="connsiteX0" fmla="*/ 554063 w 1178903"/>
                  <a:gd name="connsiteY0" fmla="*/ 91440 h 1485900"/>
                  <a:gd name="connsiteX1" fmla="*/ 1178903 w 1178903"/>
                  <a:gd name="connsiteY1" fmla="*/ 0 h 1485900"/>
                  <a:gd name="connsiteX2" fmla="*/ 576923 w 1178903"/>
                  <a:gd name="connsiteY2" fmla="*/ 1485900 h 1485900"/>
                  <a:gd name="connsiteX3" fmla="*/ 554063 w 1178903"/>
                  <a:gd name="connsiteY3" fmla="*/ 91440 h 1485900"/>
                  <a:gd name="connsiteX0" fmla="*/ 554063 w 576923"/>
                  <a:gd name="connsiteY0" fmla="*/ 0 h 1394460"/>
                  <a:gd name="connsiteX1" fmla="*/ 576923 w 576923"/>
                  <a:gd name="connsiteY1" fmla="*/ 1394460 h 1394460"/>
                  <a:gd name="connsiteX2" fmla="*/ 554063 w 576923"/>
                  <a:gd name="connsiteY2" fmla="*/ 0 h 1394460"/>
                  <a:gd name="connsiteX0" fmla="*/ 554063 w 1015539"/>
                  <a:gd name="connsiteY0" fmla="*/ 0 h 1394460"/>
                  <a:gd name="connsiteX1" fmla="*/ 576923 w 1015539"/>
                  <a:gd name="connsiteY1" fmla="*/ 1394460 h 1394460"/>
                  <a:gd name="connsiteX2" fmla="*/ 554063 w 1015539"/>
                  <a:gd name="connsiteY2" fmla="*/ 0 h 1394460"/>
                  <a:gd name="connsiteX0" fmla="*/ 554063 w 1127601"/>
                  <a:gd name="connsiteY0" fmla="*/ 0 h 1394460"/>
                  <a:gd name="connsiteX1" fmla="*/ 576923 w 1127601"/>
                  <a:gd name="connsiteY1" fmla="*/ 1394460 h 1394460"/>
                  <a:gd name="connsiteX2" fmla="*/ 554063 w 1127601"/>
                  <a:gd name="connsiteY2" fmla="*/ 0 h 1394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7601" h="1394460">
                    <a:moveTo>
                      <a:pt x="554063" y="0"/>
                    </a:moveTo>
                    <a:cubicBezTo>
                      <a:pt x="1582763" y="693420"/>
                      <a:pt x="996023" y="1371600"/>
                      <a:pt x="576923" y="1394460"/>
                    </a:cubicBezTo>
                    <a:cubicBezTo>
                      <a:pt x="112103" y="1371600"/>
                      <a:pt x="-436537" y="762000"/>
                      <a:pt x="554063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1" name="Rectangle 2">
                <a:extLst>
                  <a:ext uri="{FF2B5EF4-FFF2-40B4-BE49-F238E27FC236}">
                    <a16:creationId xmlns:a16="http://schemas.microsoft.com/office/drawing/2014/main" id="{16BE6AEB-9928-BD9C-CB23-16BBF688996E}"/>
                  </a:ext>
                </a:extLst>
              </p:cNvPr>
              <p:cNvSpPr/>
              <p:nvPr/>
            </p:nvSpPr>
            <p:spPr>
              <a:xfrm>
                <a:off x="4646697" y="3086100"/>
                <a:ext cx="1127601" cy="1394460"/>
              </a:xfrm>
              <a:custGeom>
                <a:avLst/>
                <a:gdLst>
                  <a:gd name="connsiteX0" fmla="*/ 0 w 457200"/>
                  <a:gd name="connsiteY0" fmla="*/ 0 h 1219200"/>
                  <a:gd name="connsiteX1" fmla="*/ 457200 w 457200"/>
                  <a:gd name="connsiteY1" fmla="*/ 0 h 1219200"/>
                  <a:gd name="connsiteX2" fmla="*/ 457200 w 457200"/>
                  <a:gd name="connsiteY2" fmla="*/ 1219200 h 1219200"/>
                  <a:gd name="connsiteX3" fmla="*/ 0 w 457200"/>
                  <a:gd name="connsiteY3" fmla="*/ 1219200 h 1219200"/>
                  <a:gd name="connsiteX4" fmla="*/ 0 w 457200"/>
                  <a:gd name="connsiteY4" fmla="*/ 0 h 1219200"/>
                  <a:gd name="connsiteX0" fmla="*/ 0 w 624840"/>
                  <a:gd name="connsiteY0" fmla="*/ 91440 h 1219200"/>
                  <a:gd name="connsiteX1" fmla="*/ 624840 w 624840"/>
                  <a:gd name="connsiteY1" fmla="*/ 0 h 1219200"/>
                  <a:gd name="connsiteX2" fmla="*/ 624840 w 624840"/>
                  <a:gd name="connsiteY2" fmla="*/ 1219200 h 1219200"/>
                  <a:gd name="connsiteX3" fmla="*/ 167640 w 624840"/>
                  <a:gd name="connsiteY3" fmla="*/ 1219200 h 1219200"/>
                  <a:gd name="connsiteX4" fmla="*/ 0 w 624840"/>
                  <a:gd name="connsiteY4" fmla="*/ 91440 h 12192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624840 w 624840"/>
                  <a:gd name="connsiteY2" fmla="*/ 1219200 h 1485900"/>
                  <a:gd name="connsiteX3" fmla="*/ 22860 w 624840"/>
                  <a:gd name="connsiteY3" fmla="*/ 1485900 h 1485900"/>
                  <a:gd name="connsiteX4" fmla="*/ 0 w 624840"/>
                  <a:gd name="connsiteY4" fmla="*/ 91440 h 14859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22860 w 624840"/>
                  <a:gd name="connsiteY2" fmla="*/ 1485900 h 1485900"/>
                  <a:gd name="connsiteX3" fmla="*/ 0 w 624840"/>
                  <a:gd name="connsiteY3" fmla="*/ 91440 h 1485900"/>
                  <a:gd name="connsiteX0" fmla="*/ 436076 w 1060916"/>
                  <a:gd name="connsiteY0" fmla="*/ 91440 h 1485900"/>
                  <a:gd name="connsiteX1" fmla="*/ 1060916 w 1060916"/>
                  <a:gd name="connsiteY1" fmla="*/ 0 h 1485900"/>
                  <a:gd name="connsiteX2" fmla="*/ 458936 w 1060916"/>
                  <a:gd name="connsiteY2" fmla="*/ 1485900 h 1485900"/>
                  <a:gd name="connsiteX3" fmla="*/ 436076 w 1060916"/>
                  <a:gd name="connsiteY3" fmla="*/ 91440 h 1485900"/>
                  <a:gd name="connsiteX0" fmla="*/ 554063 w 1178903"/>
                  <a:gd name="connsiteY0" fmla="*/ 91440 h 1485900"/>
                  <a:gd name="connsiteX1" fmla="*/ 1178903 w 1178903"/>
                  <a:gd name="connsiteY1" fmla="*/ 0 h 1485900"/>
                  <a:gd name="connsiteX2" fmla="*/ 576923 w 1178903"/>
                  <a:gd name="connsiteY2" fmla="*/ 1485900 h 1485900"/>
                  <a:gd name="connsiteX3" fmla="*/ 554063 w 1178903"/>
                  <a:gd name="connsiteY3" fmla="*/ 91440 h 1485900"/>
                  <a:gd name="connsiteX0" fmla="*/ 554063 w 576923"/>
                  <a:gd name="connsiteY0" fmla="*/ 0 h 1394460"/>
                  <a:gd name="connsiteX1" fmla="*/ 576923 w 576923"/>
                  <a:gd name="connsiteY1" fmla="*/ 1394460 h 1394460"/>
                  <a:gd name="connsiteX2" fmla="*/ 554063 w 576923"/>
                  <a:gd name="connsiteY2" fmla="*/ 0 h 1394460"/>
                  <a:gd name="connsiteX0" fmla="*/ 554063 w 1015539"/>
                  <a:gd name="connsiteY0" fmla="*/ 0 h 1394460"/>
                  <a:gd name="connsiteX1" fmla="*/ 576923 w 1015539"/>
                  <a:gd name="connsiteY1" fmla="*/ 1394460 h 1394460"/>
                  <a:gd name="connsiteX2" fmla="*/ 554063 w 1015539"/>
                  <a:gd name="connsiteY2" fmla="*/ 0 h 1394460"/>
                  <a:gd name="connsiteX0" fmla="*/ 554063 w 1127601"/>
                  <a:gd name="connsiteY0" fmla="*/ 0 h 1394460"/>
                  <a:gd name="connsiteX1" fmla="*/ 576923 w 1127601"/>
                  <a:gd name="connsiteY1" fmla="*/ 1394460 h 1394460"/>
                  <a:gd name="connsiteX2" fmla="*/ 554063 w 1127601"/>
                  <a:gd name="connsiteY2" fmla="*/ 0 h 1394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7601" h="1394460">
                    <a:moveTo>
                      <a:pt x="554063" y="0"/>
                    </a:moveTo>
                    <a:cubicBezTo>
                      <a:pt x="1582763" y="693420"/>
                      <a:pt x="996023" y="1371600"/>
                      <a:pt x="576923" y="1394460"/>
                    </a:cubicBezTo>
                    <a:cubicBezTo>
                      <a:pt x="112103" y="1371600"/>
                      <a:pt x="-436537" y="762000"/>
                      <a:pt x="554063" y="0"/>
                    </a:cubicBezTo>
                    <a:close/>
                  </a:path>
                </a:pathLst>
              </a:custGeom>
              <a:grpFill/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12" name="Group 211">
              <a:extLst>
                <a:ext uri="{FF2B5EF4-FFF2-40B4-BE49-F238E27FC236}">
                  <a16:creationId xmlns:a16="http://schemas.microsoft.com/office/drawing/2014/main" id="{9BF189D8-85A4-4C7A-76A6-E783D1E248A6}"/>
                </a:ext>
              </a:extLst>
            </p:cNvPr>
            <p:cNvGrpSpPr/>
            <p:nvPr/>
          </p:nvGrpSpPr>
          <p:grpSpPr>
            <a:xfrm>
              <a:off x="5800523" y="2819478"/>
              <a:ext cx="963416" cy="1979487"/>
              <a:chOff x="5800523" y="2819478"/>
              <a:chExt cx="963416" cy="1979487"/>
            </a:xfrm>
          </p:grpSpPr>
          <p:sp>
            <p:nvSpPr>
              <p:cNvPr id="228" name="Rectangle 2">
                <a:extLst>
                  <a:ext uri="{FF2B5EF4-FFF2-40B4-BE49-F238E27FC236}">
                    <a16:creationId xmlns:a16="http://schemas.microsoft.com/office/drawing/2014/main" id="{663641F7-1449-53BA-C17C-A200F0C097EA}"/>
                  </a:ext>
                </a:extLst>
              </p:cNvPr>
              <p:cNvSpPr/>
              <p:nvPr/>
            </p:nvSpPr>
            <p:spPr>
              <a:xfrm rot="20050099">
                <a:off x="5800523" y="2819478"/>
                <a:ext cx="888593" cy="1934523"/>
              </a:xfrm>
              <a:custGeom>
                <a:avLst/>
                <a:gdLst>
                  <a:gd name="connsiteX0" fmla="*/ 0 w 457200"/>
                  <a:gd name="connsiteY0" fmla="*/ 0 h 1219200"/>
                  <a:gd name="connsiteX1" fmla="*/ 457200 w 457200"/>
                  <a:gd name="connsiteY1" fmla="*/ 0 h 1219200"/>
                  <a:gd name="connsiteX2" fmla="*/ 457200 w 457200"/>
                  <a:gd name="connsiteY2" fmla="*/ 1219200 h 1219200"/>
                  <a:gd name="connsiteX3" fmla="*/ 0 w 457200"/>
                  <a:gd name="connsiteY3" fmla="*/ 1219200 h 1219200"/>
                  <a:gd name="connsiteX4" fmla="*/ 0 w 457200"/>
                  <a:gd name="connsiteY4" fmla="*/ 0 h 1219200"/>
                  <a:gd name="connsiteX0" fmla="*/ 0 w 624840"/>
                  <a:gd name="connsiteY0" fmla="*/ 91440 h 1219200"/>
                  <a:gd name="connsiteX1" fmla="*/ 624840 w 624840"/>
                  <a:gd name="connsiteY1" fmla="*/ 0 h 1219200"/>
                  <a:gd name="connsiteX2" fmla="*/ 624840 w 624840"/>
                  <a:gd name="connsiteY2" fmla="*/ 1219200 h 1219200"/>
                  <a:gd name="connsiteX3" fmla="*/ 167640 w 624840"/>
                  <a:gd name="connsiteY3" fmla="*/ 1219200 h 1219200"/>
                  <a:gd name="connsiteX4" fmla="*/ 0 w 624840"/>
                  <a:gd name="connsiteY4" fmla="*/ 91440 h 12192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624840 w 624840"/>
                  <a:gd name="connsiteY2" fmla="*/ 1219200 h 1485900"/>
                  <a:gd name="connsiteX3" fmla="*/ 22860 w 624840"/>
                  <a:gd name="connsiteY3" fmla="*/ 1485900 h 1485900"/>
                  <a:gd name="connsiteX4" fmla="*/ 0 w 624840"/>
                  <a:gd name="connsiteY4" fmla="*/ 91440 h 14859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22860 w 624840"/>
                  <a:gd name="connsiteY2" fmla="*/ 1485900 h 1485900"/>
                  <a:gd name="connsiteX3" fmla="*/ 0 w 624840"/>
                  <a:gd name="connsiteY3" fmla="*/ 91440 h 1485900"/>
                  <a:gd name="connsiteX0" fmla="*/ 436076 w 1060916"/>
                  <a:gd name="connsiteY0" fmla="*/ 91440 h 1485900"/>
                  <a:gd name="connsiteX1" fmla="*/ 1060916 w 1060916"/>
                  <a:gd name="connsiteY1" fmla="*/ 0 h 1485900"/>
                  <a:gd name="connsiteX2" fmla="*/ 458936 w 1060916"/>
                  <a:gd name="connsiteY2" fmla="*/ 1485900 h 1485900"/>
                  <a:gd name="connsiteX3" fmla="*/ 436076 w 1060916"/>
                  <a:gd name="connsiteY3" fmla="*/ 91440 h 1485900"/>
                  <a:gd name="connsiteX0" fmla="*/ 554063 w 1178903"/>
                  <a:gd name="connsiteY0" fmla="*/ 91440 h 1485900"/>
                  <a:gd name="connsiteX1" fmla="*/ 1178903 w 1178903"/>
                  <a:gd name="connsiteY1" fmla="*/ 0 h 1485900"/>
                  <a:gd name="connsiteX2" fmla="*/ 576923 w 1178903"/>
                  <a:gd name="connsiteY2" fmla="*/ 1485900 h 1485900"/>
                  <a:gd name="connsiteX3" fmla="*/ 554063 w 1178903"/>
                  <a:gd name="connsiteY3" fmla="*/ 91440 h 1485900"/>
                  <a:gd name="connsiteX0" fmla="*/ 554063 w 576923"/>
                  <a:gd name="connsiteY0" fmla="*/ 0 h 1394460"/>
                  <a:gd name="connsiteX1" fmla="*/ 576923 w 576923"/>
                  <a:gd name="connsiteY1" fmla="*/ 1394460 h 1394460"/>
                  <a:gd name="connsiteX2" fmla="*/ 554063 w 576923"/>
                  <a:gd name="connsiteY2" fmla="*/ 0 h 1394460"/>
                  <a:gd name="connsiteX0" fmla="*/ 554063 w 1015539"/>
                  <a:gd name="connsiteY0" fmla="*/ 0 h 1394460"/>
                  <a:gd name="connsiteX1" fmla="*/ 576923 w 1015539"/>
                  <a:gd name="connsiteY1" fmla="*/ 1394460 h 1394460"/>
                  <a:gd name="connsiteX2" fmla="*/ 554063 w 1015539"/>
                  <a:gd name="connsiteY2" fmla="*/ 0 h 1394460"/>
                  <a:gd name="connsiteX0" fmla="*/ 554063 w 1127601"/>
                  <a:gd name="connsiteY0" fmla="*/ 0 h 1394460"/>
                  <a:gd name="connsiteX1" fmla="*/ 576923 w 1127601"/>
                  <a:gd name="connsiteY1" fmla="*/ 1394460 h 1394460"/>
                  <a:gd name="connsiteX2" fmla="*/ 554063 w 1127601"/>
                  <a:gd name="connsiteY2" fmla="*/ 0 h 1394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7601" h="1394460">
                    <a:moveTo>
                      <a:pt x="554063" y="0"/>
                    </a:moveTo>
                    <a:cubicBezTo>
                      <a:pt x="1582763" y="693420"/>
                      <a:pt x="996023" y="1371600"/>
                      <a:pt x="576923" y="1394460"/>
                    </a:cubicBezTo>
                    <a:cubicBezTo>
                      <a:pt x="112103" y="1371600"/>
                      <a:pt x="-436537" y="762000"/>
                      <a:pt x="554063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9" name="Rectangle 2">
                <a:extLst>
                  <a:ext uri="{FF2B5EF4-FFF2-40B4-BE49-F238E27FC236}">
                    <a16:creationId xmlns:a16="http://schemas.microsoft.com/office/drawing/2014/main" id="{8AA67138-021D-7B23-CDF5-E5F1880BA9C7}"/>
                  </a:ext>
                </a:extLst>
              </p:cNvPr>
              <p:cNvSpPr/>
              <p:nvPr/>
            </p:nvSpPr>
            <p:spPr>
              <a:xfrm rot="20050099">
                <a:off x="5875346" y="2864442"/>
                <a:ext cx="888593" cy="1934523"/>
              </a:xfrm>
              <a:custGeom>
                <a:avLst/>
                <a:gdLst>
                  <a:gd name="connsiteX0" fmla="*/ 0 w 457200"/>
                  <a:gd name="connsiteY0" fmla="*/ 0 h 1219200"/>
                  <a:gd name="connsiteX1" fmla="*/ 457200 w 457200"/>
                  <a:gd name="connsiteY1" fmla="*/ 0 h 1219200"/>
                  <a:gd name="connsiteX2" fmla="*/ 457200 w 457200"/>
                  <a:gd name="connsiteY2" fmla="*/ 1219200 h 1219200"/>
                  <a:gd name="connsiteX3" fmla="*/ 0 w 457200"/>
                  <a:gd name="connsiteY3" fmla="*/ 1219200 h 1219200"/>
                  <a:gd name="connsiteX4" fmla="*/ 0 w 457200"/>
                  <a:gd name="connsiteY4" fmla="*/ 0 h 1219200"/>
                  <a:gd name="connsiteX0" fmla="*/ 0 w 624840"/>
                  <a:gd name="connsiteY0" fmla="*/ 91440 h 1219200"/>
                  <a:gd name="connsiteX1" fmla="*/ 624840 w 624840"/>
                  <a:gd name="connsiteY1" fmla="*/ 0 h 1219200"/>
                  <a:gd name="connsiteX2" fmla="*/ 624840 w 624840"/>
                  <a:gd name="connsiteY2" fmla="*/ 1219200 h 1219200"/>
                  <a:gd name="connsiteX3" fmla="*/ 167640 w 624840"/>
                  <a:gd name="connsiteY3" fmla="*/ 1219200 h 1219200"/>
                  <a:gd name="connsiteX4" fmla="*/ 0 w 624840"/>
                  <a:gd name="connsiteY4" fmla="*/ 91440 h 12192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624840 w 624840"/>
                  <a:gd name="connsiteY2" fmla="*/ 1219200 h 1485900"/>
                  <a:gd name="connsiteX3" fmla="*/ 22860 w 624840"/>
                  <a:gd name="connsiteY3" fmla="*/ 1485900 h 1485900"/>
                  <a:gd name="connsiteX4" fmla="*/ 0 w 624840"/>
                  <a:gd name="connsiteY4" fmla="*/ 91440 h 14859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22860 w 624840"/>
                  <a:gd name="connsiteY2" fmla="*/ 1485900 h 1485900"/>
                  <a:gd name="connsiteX3" fmla="*/ 0 w 624840"/>
                  <a:gd name="connsiteY3" fmla="*/ 91440 h 1485900"/>
                  <a:gd name="connsiteX0" fmla="*/ 436076 w 1060916"/>
                  <a:gd name="connsiteY0" fmla="*/ 91440 h 1485900"/>
                  <a:gd name="connsiteX1" fmla="*/ 1060916 w 1060916"/>
                  <a:gd name="connsiteY1" fmla="*/ 0 h 1485900"/>
                  <a:gd name="connsiteX2" fmla="*/ 458936 w 1060916"/>
                  <a:gd name="connsiteY2" fmla="*/ 1485900 h 1485900"/>
                  <a:gd name="connsiteX3" fmla="*/ 436076 w 1060916"/>
                  <a:gd name="connsiteY3" fmla="*/ 91440 h 1485900"/>
                  <a:gd name="connsiteX0" fmla="*/ 554063 w 1178903"/>
                  <a:gd name="connsiteY0" fmla="*/ 91440 h 1485900"/>
                  <a:gd name="connsiteX1" fmla="*/ 1178903 w 1178903"/>
                  <a:gd name="connsiteY1" fmla="*/ 0 h 1485900"/>
                  <a:gd name="connsiteX2" fmla="*/ 576923 w 1178903"/>
                  <a:gd name="connsiteY2" fmla="*/ 1485900 h 1485900"/>
                  <a:gd name="connsiteX3" fmla="*/ 554063 w 1178903"/>
                  <a:gd name="connsiteY3" fmla="*/ 91440 h 1485900"/>
                  <a:gd name="connsiteX0" fmla="*/ 554063 w 576923"/>
                  <a:gd name="connsiteY0" fmla="*/ 0 h 1394460"/>
                  <a:gd name="connsiteX1" fmla="*/ 576923 w 576923"/>
                  <a:gd name="connsiteY1" fmla="*/ 1394460 h 1394460"/>
                  <a:gd name="connsiteX2" fmla="*/ 554063 w 576923"/>
                  <a:gd name="connsiteY2" fmla="*/ 0 h 1394460"/>
                  <a:gd name="connsiteX0" fmla="*/ 554063 w 1015539"/>
                  <a:gd name="connsiteY0" fmla="*/ 0 h 1394460"/>
                  <a:gd name="connsiteX1" fmla="*/ 576923 w 1015539"/>
                  <a:gd name="connsiteY1" fmla="*/ 1394460 h 1394460"/>
                  <a:gd name="connsiteX2" fmla="*/ 554063 w 1015539"/>
                  <a:gd name="connsiteY2" fmla="*/ 0 h 1394460"/>
                  <a:gd name="connsiteX0" fmla="*/ 554063 w 1127601"/>
                  <a:gd name="connsiteY0" fmla="*/ 0 h 1394460"/>
                  <a:gd name="connsiteX1" fmla="*/ 576923 w 1127601"/>
                  <a:gd name="connsiteY1" fmla="*/ 1394460 h 1394460"/>
                  <a:gd name="connsiteX2" fmla="*/ 554063 w 1127601"/>
                  <a:gd name="connsiteY2" fmla="*/ 0 h 1394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7601" h="1394460">
                    <a:moveTo>
                      <a:pt x="554063" y="0"/>
                    </a:moveTo>
                    <a:cubicBezTo>
                      <a:pt x="1582763" y="693420"/>
                      <a:pt x="996023" y="1371600"/>
                      <a:pt x="576923" y="1394460"/>
                    </a:cubicBezTo>
                    <a:cubicBezTo>
                      <a:pt x="112103" y="1371600"/>
                      <a:pt x="-436537" y="762000"/>
                      <a:pt x="554063" y="0"/>
                    </a:cubicBezTo>
                    <a:close/>
                  </a:path>
                </a:pathLst>
              </a:custGeom>
              <a:solidFill>
                <a:srgbClr val="82ED5C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13" name="Group 212">
              <a:extLst>
                <a:ext uri="{FF2B5EF4-FFF2-40B4-BE49-F238E27FC236}">
                  <a16:creationId xmlns:a16="http://schemas.microsoft.com/office/drawing/2014/main" id="{00091C89-5C81-AB4D-B301-3E48DC5D5148}"/>
                </a:ext>
              </a:extLst>
            </p:cNvPr>
            <p:cNvGrpSpPr/>
            <p:nvPr/>
          </p:nvGrpSpPr>
          <p:grpSpPr>
            <a:xfrm>
              <a:off x="7015033" y="1858380"/>
              <a:ext cx="1815143" cy="2372170"/>
              <a:chOff x="4646535" y="3006712"/>
              <a:chExt cx="1127763" cy="1473848"/>
            </a:xfrm>
            <a:solidFill>
              <a:srgbClr val="82ED5C"/>
            </a:solidFill>
          </p:grpSpPr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923ED5EF-08AE-AF2B-4063-124EEC7BD68C}"/>
                  </a:ext>
                </a:extLst>
              </p:cNvPr>
              <p:cNvSpPr/>
              <p:nvPr/>
            </p:nvSpPr>
            <p:spPr>
              <a:xfrm>
                <a:off x="5212080" y="3101340"/>
                <a:ext cx="0" cy="693420"/>
              </a:xfrm>
              <a:custGeom>
                <a:avLst/>
                <a:gdLst>
                  <a:gd name="connsiteX0" fmla="*/ 0 w 0"/>
                  <a:gd name="connsiteY0" fmla="*/ 0 h 693420"/>
                  <a:gd name="connsiteX1" fmla="*/ 0 w 0"/>
                  <a:gd name="connsiteY1" fmla="*/ 693420 h 693420"/>
                  <a:gd name="connsiteX2" fmla="*/ 0 w 0"/>
                  <a:gd name="connsiteY2" fmla="*/ 693420 h 693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h="693420">
                    <a:moveTo>
                      <a:pt x="0" y="0"/>
                    </a:moveTo>
                    <a:lnTo>
                      <a:pt x="0" y="693420"/>
                    </a:lnTo>
                    <a:lnTo>
                      <a:pt x="0" y="693420"/>
                    </a:lnTo>
                  </a:path>
                </a:pathLst>
              </a:custGeom>
              <a:grpFill/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6" name="Rectangle 2">
                <a:extLst>
                  <a:ext uri="{FF2B5EF4-FFF2-40B4-BE49-F238E27FC236}">
                    <a16:creationId xmlns:a16="http://schemas.microsoft.com/office/drawing/2014/main" id="{28305A7F-C666-C9B4-C502-818FE9A70746}"/>
                  </a:ext>
                </a:extLst>
              </p:cNvPr>
              <p:cNvSpPr/>
              <p:nvPr/>
            </p:nvSpPr>
            <p:spPr>
              <a:xfrm>
                <a:off x="4646535" y="3006712"/>
                <a:ext cx="1127601" cy="1394460"/>
              </a:xfrm>
              <a:custGeom>
                <a:avLst/>
                <a:gdLst>
                  <a:gd name="connsiteX0" fmla="*/ 0 w 457200"/>
                  <a:gd name="connsiteY0" fmla="*/ 0 h 1219200"/>
                  <a:gd name="connsiteX1" fmla="*/ 457200 w 457200"/>
                  <a:gd name="connsiteY1" fmla="*/ 0 h 1219200"/>
                  <a:gd name="connsiteX2" fmla="*/ 457200 w 457200"/>
                  <a:gd name="connsiteY2" fmla="*/ 1219200 h 1219200"/>
                  <a:gd name="connsiteX3" fmla="*/ 0 w 457200"/>
                  <a:gd name="connsiteY3" fmla="*/ 1219200 h 1219200"/>
                  <a:gd name="connsiteX4" fmla="*/ 0 w 457200"/>
                  <a:gd name="connsiteY4" fmla="*/ 0 h 1219200"/>
                  <a:gd name="connsiteX0" fmla="*/ 0 w 624840"/>
                  <a:gd name="connsiteY0" fmla="*/ 91440 h 1219200"/>
                  <a:gd name="connsiteX1" fmla="*/ 624840 w 624840"/>
                  <a:gd name="connsiteY1" fmla="*/ 0 h 1219200"/>
                  <a:gd name="connsiteX2" fmla="*/ 624840 w 624840"/>
                  <a:gd name="connsiteY2" fmla="*/ 1219200 h 1219200"/>
                  <a:gd name="connsiteX3" fmla="*/ 167640 w 624840"/>
                  <a:gd name="connsiteY3" fmla="*/ 1219200 h 1219200"/>
                  <a:gd name="connsiteX4" fmla="*/ 0 w 624840"/>
                  <a:gd name="connsiteY4" fmla="*/ 91440 h 12192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624840 w 624840"/>
                  <a:gd name="connsiteY2" fmla="*/ 1219200 h 1485900"/>
                  <a:gd name="connsiteX3" fmla="*/ 22860 w 624840"/>
                  <a:gd name="connsiteY3" fmla="*/ 1485900 h 1485900"/>
                  <a:gd name="connsiteX4" fmla="*/ 0 w 624840"/>
                  <a:gd name="connsiteY4" fmla="*/ 91440 h 14859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22860 w 624840"/>
                  <a:gd name="connsiteY2" fmla="*/ 1485900 h 1485900"/>
                  <a:gd name="connsiteX3" fmla="*/ 0 w 624840"/>
                  <a:gd name="connsiteY3" fmla="*/ 91440 h 1485900"/>
                  <a:gd name="connsiteX0" fmla="*/ 436076 w 1060916"/>
                  <a:gd name="connsiteY0" fmla="*/ 91440 h 1485900"/>
                  <a:gd name="connsiteX1" fmla="*/ 1060916 w 1060916"/>
                  <a:gd name="connsiteY1" fmla="*/ 0 h 1485900"/>
                  <a:gd name="connsiteX2" fmla="*/ 458936 w 1060916"/>
                  <a:gd name="connsiteY2" fmla="*/ 1485900 h 1485900"/>
                  <a:gd name="connsiteX3" fmla="*/ 436076 w 1060916"/>
                  <a:gd name="connsiteY3" fmla="*/ 91440 h 1485900"/>
                  <a:gd name="connsiteX0" fmla="*/ 554063 w 1178903"/>
                  <a:gd name="connsiteY0" fmla="*/ 91440 h 1485900"/>
                  <a:gd name="connsiteX1" fmla="*/ 1178903 w 1178903"/>
                  <a:gd name="connsiteY1" fmla="*/ 0 h 1485900"/>
                  <a:gd name="connsiteX2" fmla="*/ 576923 w 1178903"/>
                  <a:gd name="connsiteY2" fmla="*/ 1485900 h 1485900"/>
                  <a:gd name="connsiteX3" fmla="*/ 554063 w 1178903"/>
                  <a:gd name="connsiteY3" fmla="*/ 91440 h 1485900"/>
                  <a:gd name="connsiteX0" fmla="*/ 554063 w 576923"/>
                  <a:gd name="connsiteY0" fmla="*/ 0 h 1394460"/>
                  <a:gd name="connsiteX1" fmla="*/ 576923 w 576923"/>
                  <a:gd name="connsiteY1" fmla="*/ 1394460 h 1394460"/>
                  <a:gd name="connsiteX2" fmla="*/ 554063 w 576923"/>
                  <a:gd name="connsiteY2" fmla="*/ 0 h 1394460"/>
                  <a:gd name="connsiteX0" fmla="*/ 554063 w 1015539"/>
                  <a:gd name="connsiteY0" fmla="*/ 0 h 1394460"/>
                  <a:gd name="connsiteX1" fmla="*/ 576923 w 1015539"/>
                  <a:gd name="connsiteY1" fmla="*/ 1394460 h 1394460"/>
                  <a:gd name="connsiteX2" fmla="*/ 554063 w 1015539"/>
                  <a:gd name="connsiteY2" fmla="*/ 0 h 1394460"/>
                  <a:gd name="connsiteX0" fmla="*/ 554063 w 1127601"/>
                  <a:gd name="connsiteY0" fmla="*/ 0 h 1394460"/>
                  <a:gd name="connsiteX1" fmla="*/ 576923 w 1127601"/>
                  <a:gd name="connsiteY1" fmla="*/ 1394460 h 1394460"/>
                  <a:gd name="connsiteX2" fmla="*/ 554063 w 1127601"/>
                  <a:gd name="connsiteY2" fmla="*/ 0 h 1394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7601" h="1394460">
                    <a:moveTo>
                      <a:pt x="554063" y="0"/>
                    </a:moveTo>
                    <a:cubicBezTo>
                      <a:pt x="1582763" y="693420"/>
                      <a:pt x="996023" y="1371600"/>
                      <a:pt x="576923" y="1394460"/>
                    </a:cubicBezTo>
                    <a:cubicBezTo>
                      <a:pt x="112103" y="1371600"/>
                      <a:pt x="-436537" y="762000"/>
                      <a:pt x="554063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7" name="Rectangle 2">
                <a:extLst>
                  <a:ext uri="{FF2B5EF4-FFF2-40B4-BE49-F238E27FC236}">
                    <a16:creationId xmlns:a16="http://schemas.microsoft.com/office/drawing/2014/main" id="{138354A8-E45A-1836-AAFD-E045A64272A7}"/>
                  </a:ext>
                </a:extLst>
              </p:cNvPr>
              <p:cNvSpPr/>
              <p:nvPr/>
            </p:nvSpPr>
            <p:spPr>
              <a:xfrm>
                <a:off x="4646697" y="3086100"/>
                <a:ext cx="1127601" cy="1394460"/>
              </a:xfrm>
              <a:custGeom>
                <a:avLst/>
                <a:gdLst>
                  <a:gd name="connsiteX0" fmla="*/ 0 w 457200"/>
                  <a:gd name="connsiteY0" fmla="*/ 0 h 1219200"/>
                  <a:gd name="connsiteX1" fmla="*/ 457200 w 457200"/>
                  <a:gd name="connsiteY1" fmla="*/ 0 h 1219200"/>
                  <a:gd name="connsiteX2" fmla="*/ 457200 w 457200"/>
                  <a:gd name="connsiteY2" fmla="*/ 1219200 h 1219200"/>
                  <a:gd name="connsiteX3" fmla="*/ 0 w 457200"/>
                  <a:gd name="connsiteY3" fmla="*/ 1219200 h 1219200"/>
                  <a:gd name="connsiteX4" fmla="*/ 0 w 457200"/>
                  <a:gd name="connsiteY4" fmla="*/ 0 h 1219200"/>
                  <a:gd name="connsiteX0" fmla="*/ 0 w 624840"/>
                  <a:gd name="connsiteY0" fmla="*/ 91440 h 1219200"/>
                  <a:gd name="connsiteX1" fmla="*/ 624840 w 624840"/>
                  <a:gd name="connsiteY1" fmla="*/ 0 h 1219200"/>
                  <a:gd name="connsiteX2" fmla="*/ 624840 w 624840"/>
                  <a:gd name="connsiteY2" fmla="*/ 1219200 h 1219200"/>
                  <a:gd name="connsiteX3" fmla="*/ 167640 w 624840"/>
                  <a:gd name="connsiteY3" fmla="*/ 1219200 h 1219200"/>
                  <a:gd name="connsiteX4" fmla="*/ 0 w 624840"/>
                  <a:gd name="connsiteY4" fmla="*/ 91440 h 12192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624840 w 624840"/>
                  <a:gd name="connsiteY2" fmla="*/ 1219200 h 1485900"/>
                  <a:gd name="connsiteX3" fmla="*/ 22860 w 624840"/>
                  <a:gd name="connsiteY3" fmla="*/ 1485900 h 1485900"/>
                  <a:gd name="connsiteX4" fmla="*/ 0 w 624840"/>
                  <a:gd name="connsiteY4" fmla="*/ 91440 h 14859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22860 w 624840"/>
                  <a:gd name="connsiteY2" fmla="*/ 1485900 h 1485900"/>
                  <a:gd name="connsiteX3" fmla="*/ 0 w 624840"/>
                  <a:gd name="connsiteY3" fmla="*/ 91440 h 1485900"/>
                  <a:gd name="connsiteX0" fmla="*/ 436076 w 1060916"/>
                  <a:gd name="connsiteY0" fmla="*/ 91440 h 1485900"/>
                  <a:gd name="connsiteX1" fmla="*/ 1060916 w 1060916"/>
                  <a:gd name="connsiteY1" fmla="*/ 0 h 1485900"/>
                  <a:gd name="connsiteX2" fmla="*/ 458936 w 1060916"/>
                  <a:gd name="connsiteY2" fmla="*/ 1485900 h 1485900"/>
                  <a:gd name="connsiteX3" fmla="*/ 436076 w 1060916"/>
                  <a:gd name="connsiteY3" fmla="*/ 91440 h 1485900"/>
                  <a:gd name="connsiteX0" fmla="*/ 554063 w 1178903"/>
                  <a:gd name="connsiteY0" fmla="*/ 91440 h 1485900"/>
                  <a:gd name="connsiteX1" fmla="*/ 1178903 w 1178903"/>
                  <a:gd name="connsiteY1" fmla="*/ 0 h 1485900"/>
                  <a:gd name="connsiteX2" fmla="*/ 576923 w 1178903"/>
                  <a:gd name="connsiteY2" fmla="*/ 1485900 h 1485900"/>
                  <a:gd name="connsiteX3" fmla="*/ 554063 w 1178903"/>
                  <a:gd name="connsiteY3" fmla="*/ 91440 h 1485900"/>
                  <a:gd name="connsiteX0" fmla="*/ 554063 w 576923"/>
                  <a:gd name="connsiteY0" fmla="*/ 0 h 1394460"/>
                  <a:gd name="connsiteX1" fmla="*/ 576923 w 576923"/>
                  <a:gd name="connsiteY1" fmla="*/ 1394460 h 1394460"/>
                  <a:gd name="connsiteX2" fmla="*/ 554063 w 576923"/>
                  <a:gd name="connsiteY2" fmla="*/ 0 h 1394460"/>
                  <a:gd name="connsiteX0" fmla="*/ 554063 w 1015539"/>
                  <a:gd name="connsiteY0" fmla="*/ 0 h 1394460"/>
                  <a:gd name="connsiteX1" fmla="*/ 576923 w 1015539"/>
                  <a:gd name="connsiteY1" fmla="*/ 1394460 h 1394460"/>
                  <a:gd name="connsiteX2" fmla="*/ 554063 w 1015539"/>
                  <a:gd name="connsiteY2" fmla="*/ 0 h 1394460"/>
                  <a:gd name="connsiteX0" fmla="*/ 554063 w 1127601"/>
                  <a:gd name="connsiteY0" fmla="*/ 0 h 1394460"/>
                  <a:gd name="connsiteX1" fmla="*/ 576923 w 1127601"/>
                  <a:gd name="connsiteY1" fmla="*/ 1394460 h 1394460"/>
                  <a:gd name="connsiteX2" fmla="*/ 554063 w 1127601"/>
                  <a:gd name="connsiteY2" fmla="*/ 0 h 1394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7601" h="1394460">
                    <a:moveTo>
                      <a:pt x="554063" y="0"/>
                    </a:moveTo>
                    <a:cubicBezTo>
                      <a:pt x="1582763" y="693420"/>
                      <a:pt x="996023" y="1371600"/>
                      <a:pt x="576923" y="1394460"/>
                    </a:cubicBezTo>
                    <a:cubicBezTo>
                      <a:pt x="112103" y="1371600"/>
                      <a:pt x="-436537" y="762000"/>
                      <a:pt x="554063" y="0"/>
                    </a:cubicBezTo>
                    <a:close/>
                  </a:path>
                </a:pathLst>
              </a:custGeom>
              <a:grpFill/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14" name="Group 213">
              <a:extLst>
                <a:ext uri="{FF2B5EF4-FFF2-40B4-BE49-F238E27FC236}">
                  <a16:creationId xmlns:a16="http://schemas.microsoft.com/office/drawing/2014/main" id="{3279A809-FAC0-473D-1E17-ED9DCADC26CC}"/>
                </a:ext>
              </a:extLst>
            </p:cNvPr>
            <p:cNvGrpSpPr/>
            <p:nvPr/>
          </p:nvGrpSpPr>
          <p:grpSpPr>
            <a:xfrm rot="20471543">
              <a:off x="6310803" y="3272279"/>
              <a:ext cx="1499544" cy="2379697"/>
              <a:chOff x="4646697" y="3041969"/>
              <a:chExt cx="1146610" cy="1438591"/>
            </a:xfrm>
            <a:solidFill>
              <a:srgbClr val="82ED5C"/>
            </a:solidFill>
          </p:grpSpPr>
          <p:sp>
            <p:nvSpPr>
              <p:cNvPr id="223" name="Rectangle 2">
                <a:extLst>
                  <a:ext uri="{FF2B5EF4-FFF2-40B4-BE49-F238E27FC236}">
                    <a16:creationId xmlns:a16="http://schemas.microsoft.com/office/drawing/2014/main" id="{81237C45-148F-A911-D2B1-4C1985E75635}"/>
                  </a:ext>
                </a:extLst>
              </p:cNvPr>
              <p:cNvSpPr/>
              <p:nvPr/>
            </p:nvSpPr>
            <p:spPr>
              <a:xfrm>
                <a:off x="4665706" y="3041969"/>
                <a:ext cx="1127601" cy="1394460"/>
              </a:xfrm>
              <a:custGeom>
                <a:avLst/>
                <a:gdLst>
                  <a:gd name="connsiteX0" fmla="*/ 0 w 457200"/>
                  <a:gd name="connsiteY0" fmla="*/ 0 h 1219200"/>
                  <a:gd name="connsiteX1" fmla="*/ 457200 w 457200"/>
                  <a:gd name="connsiteY1" fmla="*/ 0 h 1219200"/>
                  <a:gd name="connsiteX2" fmla="*/ 457200 w 457200"/>
                  <a:gd name="connsiteY2" fmla="*/ 1219200 h 1219200"/>
                  <a:gd name="connsiteX3" fmla="*/ 0 w 457200"/>
                  <a:gd name="connsiteY3" fmla="*/ 1219200 h 1219200"/>
                  <a:gd name="connsiteX4" fmla="*/ 0 w 457200"/>
                  <a:gd name="connsiteY4" fmla="*/ 0 h 1219200"/>
                  <a:gd name="connsiteX0" fmla="*/ 0 w 624840"/>
                  <a:gd name="connsiteY0" fmla="*/ 91440 h 1219200"/>
                  <a:gd name="connsiteX1" fmla="*/ 624840 w 624840"/>
                  <a:gd name="connsiteY1" fmla="*/ 0 h 1219200"/>
                  <a:gd name="connsiteX2" fmla="*/ 624840 w 624840"/>
                  <a:gd name="connsiteY2" fmla="*/ 1219200 h 1219200"/>
                  <a:gd name="connsiteX3" fmla="*/ 167640 w 624840"/>
                  <a:gd name="connsiteY3" fmla="*/ 1219200 h 1219200"/>
                  <a:gd name="connsiteX4" fmla="*/ 0 w 624840"/>
                  <a:gd name="connsiteY4" fmla="*/ 91440 h 12192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624840 w 624840"/>
                  <a:gd name="connsiteY2" fmla="*/ 1219200 h 1485900"/>
                  <a:gd name="connsiteX3" fmla="*/ 22860 w 624840"/>
                  <a:gd name="connsiteY3" fmla="*/ 1485900 h 1485900"/>
                  <a:gd name="connsiteX4" fmla="*/ 0 w 624840"/>
                  <a:gd name="connsiteY4" fmla="*/ 91440 h 14859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22860 w 624840"/>
                  <a:gd name="connsiteY2" fmla="*/ 1485900 h 1485900"/>
                  <a:gd name="connsiteX3" fmla="*/ 0 w 624840"/>
                  <a:gd name="connsiteY3" fmla="*/ 91440 h 1485900"/>
                  <a:gd name="connsiteX0" fmla="*/ 436076 w 1060916"/>
                  <a:gd name="connsiteY0" fmla="*/ 91440 h 1485900"/>
                  <a:gd name="connsiteX1" fmla="*/ 1060916 w 1060916"/>
                  <a:gd name="connsiteY1" fmla="*/ 0 h 1485900"/>
                  <a:gd name="connsiteX2" fmla="*/ 458936 w 1060916"/>
                  <a:gd name="connsiteY2" fmla="*/ 1485900 h 1485900"/>
                  <a:gd name="connsiteX3" fmla="*/ 436076 w 1060916"/>
                  <a:gd name="connsiteY3" fmla="*/ 91440 h 1485900"/>
                  <a:gd name="connsiteX0" fmla="*/ 554063 w 1178903"/>
                  <a:gd name="connsiteY0" fmla="*/ 91440 h 1485900"/>
                  <a:gd name="connsiteX1" fmla="*/ 1178903 w 1178903"/>
                  <a:gd name="connsiteY1" fmla="*/ 0 h 1485900"/>
                  <a:gd name="connsiteX2" fmla="*/ 576923 w 1178903"/>
                  <a:gd name="connsiteY2" fmla="*/ 1485900 h 1485900"/>
                  <a:gd name="connsiteX3" fmla="*/ 554063 w 1178903"/>
                  <a:gd name="connsiteY3" fmla="*/ 91440 h 1485900"/>
                  <a:gd name="connsiteX0" fmla="*/ 554063 w 576923"/>
                  <a:gd name="connsiteY0" fmla="*/ 0 h 1394460"/>
                  <a:gd name="connsiteX1" fmla="*/ 576923 w 576923"/>
                  <a:gd name="connsiteY1" fmla="*/ 1394460 h 1394460"/>
                  <a:gd name="connsiteX2" fmla="*/ 554063 w 576923"/>
                  <a:gd name="connsiteY2" fmla="*/ 0 h 1394460"/>
                  <a:gd name="connsiteX0" fmla="*/ 554063 w 1015539"/>
                  <a:gd name="connsiteY0" fmla="*/ 0 h 1394460"/>
                  <a:gd name="connsiteX1" fmla="*/ 576923 w 1015539"/>
                  <a:gd name="connsiteY1" fmla="*/ 1394460 h 1394460"/>
                  <a:gd name="connsiteX2" fmla="*/ 554063 w 1015539"/>
                  <a:gd name="connsiteY2" fmla="*/ 0 h 1394460"/>
                  <a:gd name="connsiteX0" fmla="*/ 554063 w 1127601"/>
                  <a:gd name="connsiteY0" fmla="*/ 0 h 1394460"/>
                  <a:gd name="connsiteX1" fmla="*/ 576923 w 1127601"/>
                  <a:gd name="connsiteY1" fmla="*/ 1394460 h 1394460"/>
                  <a:gd name="connsiteX2" fmla="*/ 554063 w 1127601"/>
                  <a:gd name="connsiteY2" fmla="*/ 0 h 1394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7601" h="1394460">
                    <a:moveTo>
                      <a:pt x="554063" y="0"/>
                    </a:moveTo>
                    <a:cubicBezTo>
                      <a:pt x="1582763" y="693420"/>
                      <a:pt x="996023" y="1371600"/>
                      <a:pt x="576923" y="1394460"/>
                    </a:cubicBezTo>
                    <a:cubicBezTo>
                      <a:pt x="112103" y="1371600"/>
                      <a:pt x="-436537" y="762000"/>
                      <a:pt x="554063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4" name="Rectangle 2">
                <a:extLst>
                  <a:ext uri="{FF2B5EF4-FFF2-40B4-BE49-F238E27FC236}">
                    <a16:creationId xmlns:a16="http://schemas.microsoft.com/office/drawing/2014/main" id="{C7E4F66D-8C79-CE1E-E782-D25E0C348893}"/>
                  </a:ext>
                </a:extLst>
              </p:cNvPr>
              <p:cNvSpPr/>
              <p:nvPr/>
            </p:nvSpPr>
            <p:spPr>
              <a:xfrm>
                <a:off x="4646697" y="3086100"/>
                <a:ext cx="1127601" cy="1394460"/>
              </a:xfrm>
              <a:custGeom>
                <a:avLst/>
                <a:gdLst>
                  <a:gd name="connsiteX0" fmla="*/ 0 w 457200"/>
                  <a:gd name="connsiteY0" fmla="*/ 0 h 1219200"/>
                  <a:gd name="connsiteX1" fmla="*/ 457200 w 457200"/>
                  <a:gd name="connsiteY1" fmla="*/ 0 h 1219200"/>
                  <a:gd name="connsiteX2" fmla="*/ 457200 w 457200"/>
                  <a:gd name="connsiteY2" fmla="*/ 1219200 h 1219200"/>
                  <a:gd name="connsiteX3" fmla="*/ 0 w 457200"/>
                  <a:gd name="connsiteY3" fmla="*/ 1219200 h 1219200"/>
                  <a:gd name="connsiteX4" fmla="*/ 0 w 457200"/>
                  <a:gd name="connsiteY4" fmla="*/ 0 h 1219200"/>
                  <a:gd name="connsiteX0" fmla="*/ 0 w 624840"/>
                  <a:gd name="connsiteY0" fmla="*/ 91440 h 1219200"/>
                  <a:gd name="connsiteX1" fmla="*/ 624840 w 624840"/>
                  <a:gd name="connsiteY1" fmla="*/ 0 h 1219200"/>
                  <a:gd name="connsiteX2" fmla="*/ 624840 w 624840"/>
                  <a:gd name="connsiteY2" fmla="*/ 1219200 h 1219200"/>
                  <a:gd name="connsiteX3" fmla="*/ 167640 w 624840"/>
                  <a:gd name="connsiteY3" fmla="*/ 1219200 h 1219200"/>
                  <a:gd name="connsiteX4" fmla="*/ 0 w 624840"/>
                  <a:gd name="connsiteY4" fmla="*/ 91440 h 12192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624840 w 624840"/>
                  <a:gd name="connsiteY2" fmla="*/ 1219200 h 1485900"/>
                  <a:gd name="connsiteX3" fmla="*/ 22860 w 624840"/>
                  <a:gd name="connsiteY3" fmla="*/ 1485900 h 1485900"/>
                  <a:gd name="connsiteX4" fmla="*/ 0 w 624840"/>
                  <a:gd name="connsiteY4" fmla="*/ 91440 h 14859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22860 w 624840"/>
                  <a:gd name="connsiteY2" fmla="*/ 1485900 h 1485900"/>
                  <a:gd name="connsiteX3" fmla="*/ 0 w 624840"/>
                  <a:gd name="connsiteY3" fmla="*/ 91440 h 1485900"/>
                  <a:gd name="connsiteX0" fmla="*/ 436076 w 1060916"/>
                  <a:gd name="connsiteY0" fmla="*/ 91440 h 1485900"/>
                  <a:gd name="connsiteX1" fmla="*/ 1060916 w 1060916"/>
                  <a:gd name="connsiteY1" fmla="*/ 0 h 1485900"/>
                  <a:gd name="connsiteX2" fmla="*/ 458936 w 1060916"/>
                  <a:gd name="connsiteY2" fmla="*/ 1485900 h 1485900"/>
                  <a:gd name="connsiteX3" fmla="*/ 436076 w 1060916"/>
                  <a:gd name="connsiteY3" fmla="*/ 91440 h 1485900"/>
                  <a:gd name="connsiteX0" fmla="*/ 554063 w 1178903"/>
                  <a:gd name="connsiteY0" fmla="*/ 91440 h 1485900"/>
                  <a:gd name="connsiteX1" fmla="*/ 1178903 w 1178903"/>
                  <a:gd name="connsiteY1" fmla="*/ 0 h 1485900"/>
                  <a:gd name="connsiteX2" fmla="*/ 576923 w 1178903"/>
                  <a:gd name="connsiteY2" fmla="*/ 1485900 h 1485900"/>
                  <a:gd name="connsiteX3" fmla="*/ 554063 w 1178903"/>
                  <a:gd name="connsiteY3" fmla="*/ 91440 h 1485900"/>
                  <a:gd name="connsiteX0" fmla="*/ 554063 w 576923"/>
                  <a:gd name="connsiteY0" fmla="*/ 0 h 1394460"/>
                  <a:gd name="connsiteX1" fmla="*/ 576923 w 576923"/>
                  <a:gd name="connsiteY1" fmla="*/ 1394460 h 1394460"/>
                  <a:gd name="connsiteX2" fmla="*/ 554063 w 576923"/>
                  <a:gd name="connsiteY2" fmla="*/ 0 h 1394460"/>
                  <a:gd name="connsiteX0" fmla="*/ 554063 w 1015539"/>
                  <a:gd name="connsiteY0" fmla="*/ 0 h 1394460"/>
                  <a:gd name="connsiteX1" fmla="*/ 576923 w 1015539"/>
                  <a:gd name="connsiteY1" fmla="*/ 1394460 h 1394460"/>
                  <a:gd name="connsiteX2" fmla="*/ 554063 w 1015539"/>
                  <a:gd name="connsiteY2" fmla="*/ 0 h 1394460"/>
                  <a:gd name="connsiteX0" fmla="*/ 554063 w 1127601"/>
                  <a:gd name="connsiteY0" fmla="*/ 0 h 1394460"/>
                  <a:gd name="connsiteX1" fmla="*/ 576923 w 1127601"/>
                  <a:gd name="connsiteY1" fmla="*/ 1394460 h 1394460"/>
                  <a:gd name="connsiteX2" fmla="*/ 554063 w 1127601"/>
                  <a:gd name="connsiteY2" fmla="*/ 0 h 1394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7601" h="1394460">
                    <a:moveTo>
                      <a:pt x="554063" y="0"/>
                    </a:moveTo>
                    <a:cubicBezTo>
                      <a:pt x="1582763" y="693420"/>
                      <a:pt x="996023" y="1371600"/>
                      <a:pt x="576923" y="1394460"/>
                    </a:cubicBezTo>
                    <a:cubicBezTo>
                      <a:pt x="112103" y="1371600"/>
                      <a:pt x="-436537" y="762000"/>
                      <a:pt x="554063" y="0"/>
                    </a:cubicBezTo>
                    <a:close/>
                  </a:path>
                </a:pathLst>
              </a:custGeom>
              <a:grpFill/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15" name="Group 214">
              <a:extLst>
                <a:ext uri="{FF2B5EF4-FFF2-40B4-BE49-F238E27FC236}">
                  <a16:creationId xmlns:a16="http://schemas.microsoft.com/office/drawing/2014/main" id="{32ABE3A4-5016-38D9-0BAF-2245A6107DD5}"/>
                </a:ext>
              </a:extLst>
            </p:cNvPr>
            <p:cNvGrpSpPr/>
            <p:nvPr/>
          </p:nvGrpSpPr>
          <p:grpSpPr>
            <a:xfrm rot="1128457" flipH="1">
              <a:off x="8114364" y="3288550"/>
              <a:ext cx="1479041" cy="2389715"/>
              <a:chOff x="4643365" y="3035913"/>
              <a:chExt cx="1130933" cy="1444647"/>
            </a:xfrm>
            <a:solidFill>
              <a:srgbClr val="82ED5C"/>
            </a:solidFill>
          </p:grpSpPr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1974DEF7-4E1E-44C4-FA20-34C10CEFF447}"/>
                  </a:ext>
                </a:extLst>
              </p:cNvPr>
              <p:cNvSpPr/>
              <p:nvPr/>
            </p:nvSpPr>
            <p:spPr>
              <a:xfrm>
                <a:off x="5212080" y="3101340"/>
                <a:ext cx="0" cy="693420"/>
              </a:xfrm>
              <a:custGeom>
                <a:avLst/>
                <a:gdLst>
                  <a:gd name="connsiteX0" fmla="*/ 0 w 0"/>
                  <a:gd name="connsiteY0" fmla="*/ 0 h 693420"/>
                  <a:gd name="connsiteX1" fmla="*/ 0 w 0"/>
                  <a:gd name="connsiteY1" fmla="*/ 693420 h 693420"/>
                  <a:gd name="connsiteX2" fmla="*/ 0 w 0"/>
                  <a:gd name="connsiteY2" fmla="*/ 693420 h 693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h="693420">
                    <a:moveTo>
                      <a:pt x="0" y="0"/>
                    </a:moveTo>
                    <a:lnTo>
                      <a:pt x="0" y="693420"/>
                    </a:lnTo>
                    <a:lnTo>
                      <a:pt x="0" y="693420"/>
                    </a:lnTo>
                  </a:path>
                </a:pathLst>
              </a:custGeom>
              <a:grpFill/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1" name="Rectangle 2">
                <a:extLst>
                  <a:ext uri="{FF2B5EF4-FFF2-40B4-BE49-F238E27FC236}">
                    <a16:creationId xmlns:a16="http://schemas.microsoft.com/office/drawing/2014/main" id="{151B7F3D-B310-A1F3-57E4-7BEB2075ED44}"/>
                  </a:ext>
                </a:extLst>
              </p:cNvPr>
              <p:cNvSpPr/>
              <p:nvPr/>
            </p:nvSpPr>
            <p:spPr>
              <a:xfrm>
                <a:off x="4643365" y="3035913"/>
                <a:ext cx="1127601" cy="1394460"/>
              </a:xfrm>
              <a:custGeom>
                <a:avLst/>
                <a:gdLst>
                  <a:gd name="connsiteX0" fmla="*/ 0 w 457200"/>
                  <a:gd name="connsiteY0" fmla="*/ 0 h 1219200"/>
                  <a:gd name="connsiteX1" fmla="*/ 457200 w 457200"/>
                  <a:gd name="connsiteY1" fmla="*/ 0 h 1219200"/>
                  <a:gd name="connsiteX2" fmla="*/ 457200 w 457200"/>
                  <a:gd name="connsiteY2" fmla="*/ 1219200 h 1219200"/>
                  <a:gd name="connsiteX3" fmla="*/ 0 w 457200"/>
                  <a:gd name="connsiteY3" fmla="*/ 1219200 h 1219200"/>
                  <a:gd name="connsiteX4" fmla="*/ 0 w 457200"/>
                  <a:gd name="connsiteY4" fmla="*/ 0 h 1219200"/>
                  <a:gd name="connsiteX0" fmla="*/ 0 w 624840"/>
                  <a:gd name="connsiteY0" fmla="*/ 91440 h 1219200"/>
                  <a:gd name="connsiteX1" fmla="*/ 624840 w 624840"/>
                  <a:gd name="connsiteY1" fmla="*/ 0 h 1219200"/>
                  <a:gd name="connsiteX2" fmla="*/ 624840 w 624840"/>
                  <a:gd name="connsiteY2" fmla="*/ 1219200 h 1219200"/>
                  <a:gd name="connsiteX3" fmla="*/ 167640 w 624840"/>
                  <a:gd name="connsiteY3" fmla="*/ 1219200 h 1219200"/>
                  <a:gd name="connsiteX4" fmla="*/ 0 w 624840"/>
                  <a:gd name="connsiteY4" fmla="*/ 91440 h 12192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624840 w 624840"/>
                  <a:gd name="connsiteY2" fmla="*/ 1219200 h 1485900"/>
                  <a:gd name="connsiteX3" fmla="*/ 22860 w 624840"/>
                  <a:gd name="connsiteY3" fmla="*/ 1485900 h 1485900"/>
                  <a:gd name="connsiteX4" fmla="*/ 0 w 624840"/>
                  <a:gd name="connsiteY4" fmla="*/ 91440 h 14859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22860 w 624840"/>
                  <a:gd name="connsiteY2" fmla="*/ 1485900 h 1485900"/>
                  <a:gd name="connsiteX3" fmla="*/ 0 w 624840"/>
                  <a:gd name="connsiteY3" fmla="*/ 91440 h 1485900"/>
                  <a:gd name="connsiteX0" fmla="*/ 436076 w 1060916"/>
                  <a:gd name="connsiteY0" fmla="*/ 91440 h 1485900"/>
                  <a:gd name="connsiteX1" fmla="*/ 1060916 w 1060916"/>
                  <a:gd name="connsiteY1" fmla="*/ 0 h 1485900"/>
                  <a:gd name="connsiteX2" fmla="*/ 458936 w 1060916"/>
                  <a:gd name="connsiteY2" fmla="*/ 1485900 h 1485900"/>
                  <a:gd name="connsiteX3" fmla="*/ 436076 w 1060916"/>
                  <a:gd name="connsiteY3" fmla="*/ 91440 h 1485900"/>
                  <a:gd name="connsiteX0" fmla="*/ 554063 w 1178903"/>
                  <a:gd name="connsiteY0" fmla="*/ 91440 h 1485900"/>
                  <a:gd name="connsiteX1" fmla="*/ 1178903 w 1178903"/>
                  <a:gd name="connsiteY1" fmla="*/ 0 h 1485900"/>
                  <a:gd name="connsiteX2" fmla="*/ 576923 w 1178903"/>
                  <a:gd name="connsiteY2" fmla="*/ 1485900 h 1485900"/>
                  <a:gd name="connsiteX3" fmla="*/ 554063 w 1178903"/>
                  <a:gd name="connsiteY3" fmla="*/ 91440 h 1485900"/>
                  <a:gd name="connsiteX0" fmla="*/ 554063 w 576923"/>
                  <a:gd name="connsiteY0" fmla="*/ 0 h 1394460"/>
                  <a:gd name="connsiteX1" fmla="*/ 576923 w 576923"/>
                  <a:gd name="connsiteY1" fmla="*/ 1394460 h 1394460"/>
                  <a:gd name="connsiteX2" fmla="*/ 554063 w 576923"/>
                  <a:gd name="connsiteY2" fmla="*/ 0 h 1394460"/>
                  <a:gd name="connsiteX0" fmla="*/ 554063 w 1015539"/>
                  <a:gd name="connsiteY0" fmla="*/ 0 h 1394460"/>
                  <a:gd name="connsiteX1" fmla="*/ 576923 w 1015539"/>
                  <a:gd name="connsiteY1" fmla="*/ 1394460 h 1394460"/>
                  <a:gd name="connsiteX2" fmla="*/ 554063 w 1015539"/>
                  <a:gd name="connsiteY2" fmla="*/ 0 h 1394460"/>
                  <a:gd name="connsiteX0" fmla="*/ 554063 w 1127601"/>
                  <a:gd name="connsiteY0" fmla="*/ 0 h 1394460"/>
                  <a:gd name="connsiteX1" fmla="*/ 576923 w 1127601"/>
                  <a:gd name="connsiteY1" fmla="*/ 1394460 h 1394460"/>
                  <a:gd name="connsiteX2" fmla="*/ 554063 w 1127601"/>
                  <a:gd name="connsiteY2" fmla="*/ 0 h 1394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7601" h="1394460">
                    <a:moveTo>
                      <a:pt x="554063" y="0"/>
                    </a:moveTo>
                    <a:cubicBezTo>
                      <a:pt x="1582763" y="693420"/>
                      <a:pt x="996023" y="1371600"/>
                      <a:pt x="576923" y="1394460"/>
                    </a:cubicBezTo>
                    <a:cubicBezTo>
                      <a:pt x="112103" y="1371600"/>
                      <a:pt x="-436537" y="762000"/>
                      <a:pt x="554063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2" name="Rectangle 2">
                <a:extLst>
                  <a:ext uri="{FF2B5EF4-FFF2-40B4-BE49-F238E27FC236}">
                    <a16:creationId xmlns:a16="http://schemas.microsoft.com/office/drawing/2014/main" id="{8DEF3687-DEAF-832C-7B94-0B36C40DC2B7}"/>
                  </a:ext>
                </a:extLst>
              </p:cNvPr>
              <p:cNvSpPr/>
              <p:nvPr/>
            </p:nvSpPr>
            <p:spPr>
              <a:xfrm>
                <a:off x="4646697" y="3086100"/>
                <a:ext cx="1127601" cy="1394460"/>
              </a:xfrm>
              <a:custGeom>
                <a:avLst/>
                <a:gdLst>
                  <a:gd name="connsiteX0" fmla="*/ 0 w 457200"/>
                  <a:gd name="connsiteY0" fmla="*/ 0 h 1219200"/>
                  <a:gd name="connsiteX1" fmla="*/ 457200 w 457200"/>
                  <a:gd name="connsiteY1" fmla="*/ 0 h 1219200"/>
                  <a:gd name="connsiteX2" fmla="*/ 457200 w 457200"/>
                  <a:gd name="connsiteY2" fmla="*/ 1219200 h 1219200"/>
                  <a:gd name="connsiteX3" fmla="*/ 0 w 457200"/>
                  <a:gd name="connsiteY3" fmla="*/ 1219200 h 1219200"/>
                  <a:gd name="connsiteX4" fmla="*/ 0 w 457200"/>
                  <a:gd name="connsiteY4" fmla="*/ 0 h 1219200"/>
                  <a:gd name="connsiteX0" fmla="*/ 0 w 624840"/>
                  <a:gd name="connsiteY0" fmla="*/ 91440 h 1219200"/>
                  <a:gd name="connsiteX1" fmla="*/ 624840 w 624840"/>
                  <a:gd name="connsiteY1" fmla="*/ 0 h 1219200"/>
                  <a:gd name="connsiteX2" fmla="*/ 624840 w 624840"/>
                  <a:gd name="connsiteY2" fmla="*/ 1219200 h 1219200"/>
                  <a:gd name="connsiteX3" fmla="*/ 167640 w 624840"/>
                  <a:gd name="connsiteY3" fmla="*/ 1219200 h 1219200"/>
                  <a:gd name="connsiteX4" fmla="*/ 0 w 624840"/>
                  <a:gd name="connsiteY4" fmla="*/ 91440 h 12192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624840 w 624840"/>
                  <a:gd name="connsiteY2" fmla="*/ 1219200 h 1485900"/>
                  <a:gd name="connsiteX3" fmla="*/ 22860 w 624840"/>
                  <a:gd name="connsiteY3" fmla="*/ 1485900 h 1485900"/>
                  <a:gd name="connsiteX4" fmla="*/ 0 w 624840"/>
                  <a:gd name="connsiteY4" fmla="*/ 91440 h 14859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22860 w 624840"/>
                  <a:gd name="connsiteY2" fmla="*/ 1485900 h 1485900"/>
                  <a:gd name="connsiteX3" fmla="*/ 0 w 624840"/>
                  <a:gd name="connsiteY3" fmla="*/ 91440 h 1485900"/>
                  <a:gd name="connsiteX0" fmla="*/ 436076 w 1060916"/>
                  <a:gd name="connsiteY0" fmla="*/ 91440 h 1485900"/>
                  <a:gd name="connsiteX1" fmla="*/ 1060916 w 1060916"/>
                  <a:gd name="connsiteY1" fmla="*/ 0 h 1485900"/>
                  <a:gd name="connsiteX2" fmla="*/ 458936 w 1060916"/>
                  <a:gd name="connsiteY2" fmla="*/ 1485900 h 1485900"/>
                  <a:gd name="connsiteX3" fmla="*/ 436076 w 1060916"/>
                  <a:gd name="connsiteY3" fmla="*/ 91440 h 1485900"/>
                  <a:gd name="connsiteX0" fmla="*/ 554063 w 1178903"/>
                  <a:gd name="connsiteY0" fmla="*/ 91440 h 1485900"/>
                  <a:gd name="connsiteX1" fmla="*/ 1178903 w 1178903"/>
                  <a:gd name="connsiteY1" fmla="*/ 0 h 1485900"/>
                  <a:gd name="connsiteX2" fmla="*/ 576923 w 1178903"/>
                  <a:gd name="connsiteY2" fmla="*/ 1485900 h 1485900"/>
                  <a:gd name="connsiteX3" fmla="*/ 554063 w 1178903"/>
                  <a:gd name="connsiteY3" fmla="*/ 91440 h 1485900"/>
                  <a:gd name="connsiteX0" fmla="*/ 554063 w 576923"/>
                  <a:gd name="connsiteY0" fmla="*/ 0 h 1394460"/>
                  <a:gd name="connsiteX1" fmla="*/ 576923 w 576923"/>
                  <a:gd name="connsiteY1" fmla="*/ 1394460 h 1394460"/>
                  <a:gd name="connsiteX2" fmla="*/ 554063 w 576923"/>
                  <a:gd name="connsiteY2" fmla="*/ 0 h 1394460"/>
                  <a:gd name="connsiteX0" fmla="*/ 554063 w 1015539"/>
                  <a:gd name="connsiteY0" fmla="*/ 0 h 1394460"/>
                  <a:gd name="connsiteX1" fmla="*/ 576923 w 1015539"/>
                  <a:gd name="connsiteY1" fmla="*/ 1394460 h 1394460"/>
                  <a:gd name="connsiteX2" fmla="*/ 554063 w 1015539"/>
                  <a:gd name="connsiteY2" fmla="*/ 0 h 1394460"/>
                  <a:gd name="connsiteX0" fmla="*/ 554063 w 1127601"/>
                  <a:gd name="connsiteY0" fmla="*/ 0 h 1394460"/>
                  <a:gd name="connsiteX1" fmla="*/ 576923 w 1127601"/>
                  <a:gd name="connsiteY1" fmla="*/ 1394460 h 1394460"/>
                  <a:gd name="connsiteX2" fmla="*/ 554063 w 1127601"/>
                  <a:gd name="connsiteY2" fmla="*/ 0 h 1394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7601" h="1394460">
                    <a:moveTo>
                      <a:pt x="554063" y="0"/>
                    </a:moveTo>
                    <a:cubicBezTo>
                      <a:pt x="1582763" y="693420"/>
                      <a:pt x="996023" y="1371600"/>
                      <a:pt x="576923" y="1394460"/>
                    </a:cubicBezTo>
                    <a:cubicBezTo>
                      <a:pt x="112103" y="1371600"/>
                      <a:pt x="-436537" y="762000"/>
                      <a:pt x="554063" y="0"/>
                    </a:cubicBezTo>
                    <a:close/>
                  </a:path>
                </a:pathLst>
              </a:custGeom>
              <a:grpFill/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16" name="Group 215">
              <a:extLst>
                <a:ext uri="{FF2B5EF4-FFF2-40B4-BE49-F238E27FC236}">
                  <a16:creationId xmlns:a16="http://schemas.microsoft.com/office/drawing/2014/main" id="{588A46BC-8948-49D3-B9DB-5FE2110D0989}"/>
                </a:ext>
              </a:extLst>
            </p:cNvPr>
            <p:cNvGrpSpPr/>
            <p:nvPr/>
          </p:nvGrpSpPr>
          <p:grpSpPr>
            <a:xfrm>
              <a:off x="7060575" y="3492135"/>
              <a:ext cx="1815795" cy="2338032"/>
              <a:chOff x="4646697" y="3027922"/>
              <a:chExt cx="1128168" cy="1452638"/>
            </a:xfrm>
            <a:solidFill>
              <a:srgbClr val="82ED5C"/>
            </a:solidFill>
          </p:grpSpPr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176F63CA-8DC2-E453-606C-097BE8EE08B9}"/>
                  </a:ext>
                </a:extLst>
              </p:cNvPr>
              <p:cNvSpPr/>
              <p:nvPr/>
            </p:nvSpPr>
            <p:spPr>
              <a:xfrm>
                <a:off x="5212080" y="3101340"/>
                <a:ext cx="0" cy="693420"/>
              </a:xfrm>
              <a:custGeom>
                <a:avLst/>
                <a:gdLst>
                  <a:gd name="connsiteX0" fmla="*/ 0 w 0"/>
                  <a:gd name="connsiteY0" fmla="*/ 0 h 693420"/>
                  <a:gd name="connsiteX1" fmla="*/ 0 w 0"/>
                  <a:gd name="connsiteY1" fmla="*/ 693420 h 693420"/>
                  <a:gd name="connsiteX2" fmla="*/ 0 w 0"/>
                  <a:gd name="connsiteY2" fmla="*/ 693420 h 693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h="693420">
                    <a:moveTo>
                      <a:pt x="0" y="0"/>
                    </a:moveTo>
                    <a:lnTo>
                      <a:pt x="0" y="693420"/>
                    </a:lnTo>
                    <a:lnTo>
                      <a:pt x="0" y="693420"/>
                    </a:lnTo>
                  </a:path>
                </a:pathLst>
              </a:custGeom>
              <a:grpFill/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8" name="Rectangle 2">
                <a:extLst>
                  <a:ext uri="{FF2B5EF4-FFF2-40B4-BE49-F238E27FC236}">
                    <a16:creationId xmlns:a16="http://schemas.microsoft.com/office/drawing/2014/main" id="{88B09735-5B17-4881-AF16-06C823F0F833}"/>
                  </a:ext>
                </a:extLst>
              </p:cNvPr>
              <p:cNvSpPr/>
              <p:nvPr/>
            </p:nvSpPr>
            <p:spPr>
              <a:xfrm>
                <a:off x="4647264" y="3027922"/>
                <a:ext cx="1127601" cy="1394460"/>
              </a:xfrm>
              <a:custGeom>
                <a:avLst/>
                <a:gdLst>
                  <a:gd name="connsiteX0" fmla="*/ 0 w 457200"/>
                  <a:gd name="connsiteY0" fmla="*/ 0 h 1219200"/>
                  <a:gd name="connsiteX1" fmla="*/ 457200 w 457200"/>
                  <a:gd name="connsiteY1" fmla="*/ 0 h 1219200"/>
                  <a:gd name="connsiteX2" fmla="*/ 457200 w 457200"/>
                  <a:gd name="connsiteY2" fmla="*/ 1219200 h 1219200"/>
                  <a:gd name="connsiteX3" fmla="*/ 0 w 457200"/>
                  <a:gd name="connsiteY3" fmla="*/ 1219200 h 1219200"/>
                  <a:gd name="connsiteX4" fmla="*/ 0 w 457200"/>
                  <a:gd name="connsiteY4" fmla="*/ 0 h 1219200"/>
                  <a:gd name="connsiteX0" fmla="*/ 0 w 624840"/>
                  <a:gd name="connsiteY0" fmla="*/ 91440 h 1219200"/>
                  <a:gd name="connsiteX1" fmla="*/ 624840 w 624840"/>
                  <a:gd name="connsiteY1" fmla="*/ 0 h 1219200"/>
                  <a:gd name="connsiteX2" fmla="*/ 624840 w 624840"/>
                  <a:gd name="connsiteY2" fmla="*/ 1219200 h 1219200"/>
                  <a:gd name="connsiteX3" fmla="*/ 167640 w 624840"/>
                  <a:gd name="connsiteY3" fmla="*/ 1219200 h 1219200"/>
                  <a:gd name="connsiteX4" fmla="*/ 0 w 624840"/>
                  <a:gd name="connsiteY4" fmla="*/ 91440 h 12192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624840 w 624840"/>
                  <a:gd name="connsiteY2" fmla="*/ 1219200 h 1485900"/>
                  <a:gd name="connsiteX3" fmla="*/ 22860 w 624840"/>
                  <a:gd name="connsiteY3" fmla="*/ 1485900 h 1485900"/>
                  <a:gd name="connsiteX4" fmla="*/ 0 w 624840"/>
                  <a:gd name="connsiteY4" fmla="*/ 91440 h 14859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22860 w 624840"/>
                  <a:gd name="connsiteY2" fmla="*/ 1485900 h 1485900"/>
                  <a:gd name="connsiteX3" fmla="*/ 0 w 624840"/>
                  <a:gd name="connsiteY3" fmla="*/ 91440 h 1485900"/>
                  <a:gd name="connsiteX0" fmla="*/ 436076 w 1060916"/>
                  <a:gd name="connsiteY0" fmla="*/ 91440 h 1485900"/>
                  <a:gd name="connsiteX1" fmla="*/ 1060916 w 1060916"/>
                  <a:gd name="connsiteY1" fmla="*/ 0 h 1485900"/>
                  <a:gd name="connsiteX2" fmla="*/ 458936 w 1060916"/>
                  <a:gd name="connsiteY2" fmla="*/ 1485900 h 1485900"/>
                  <a:gd name="connsiteX3" fmla="*/ 436076 w 1060916"/>
                  <a:gd name="connsiteY3" fmla="*/ 91440 h 1485900"/>
                  <a:gd name="connsiteX0" fmla="*/ 554063 w 1178903"/>
                  <a:gd name="connsiteY0" fmla="*/ 91440 h 1485900"/>
                  <a:gd name="connsiteX1" fmla="*/ 1178903 w 1178903"/>
                  <a:gd name="connsiteY1" fmla="*/ 0 h 1485900"/>
                  <a:gd name="connsiteX2" fmla="*/ 576923 w 1178903"/>
                  <a:gd name="connsiteY2" fmla="*/ 1485900 h 1485900"/>
                  <a:gd name="connsiteX3" fmla="*/ 554063 w 1178903"/>
                  <a:gd name="connsiteY3" fmla="*/ 91440 h 1485900"/>
                  <a:gd name="connsiteX0" fmla="*/ 554063 w 576923"/>
                  <a:gd name="connsiteY0" fmla="*/ 0 h 1394460"/>
                  <a:gd name="connsiteX1" fmla="*/ 576923 w 576923"/>
                  <a:gd name="connsiteY1" fmla="*/ 1394460 h 1394460"/>
                  <a:gd name="connsiteX2" fmla="*/ 554063 w 576923"/>
                  <a:gd name="connsiteY2" fmla="*/ 0 h 1394460"/>
                  <a:gd name="connsiteX0" fmla="*/ 554063 w 1015539"/>
                  <a:gd name="connsiteY0" fmla="*/ 0 h 1394460"/>
                  <a:gd name="connsiteX1" fmla="*/ 576923 w 1015539"/>
                  <a:gd name="connsiteY1" fmla="*/ 1394460 h 1394460"/>
                  <a:gd name="connsiteX2" fmla="*/ 554063 w 1015539"/>
                  <a:gd name="connsiteY2" fmla="*/ 0 h 1394460"/>
                  <a:gd name="connsiteX0" fmla="*/ 554063 w 1127601"/>
                  <a:gd name="connsiteY0" fmla="*/ 0 h 1394460"/>
                  <a:gd name="connsiteX1" fmla="*/ 576923 w 1127601"/>
                  <a:gd name="connsiteY1" fmla="*/ 1394460 h 1394460"/>
                  <a:gd name="connsiteX2" fmla="*/ 554063 w 1127601"/>
                  <a:gd name="connsiteY2" fmla="*/ 0 h 1394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7601" h="1394460">
                    <a:moveTo>
                      <a:pt x="554063" y="0"/>
                    </a:moveTo>
                    <a:cubicBezTo>
                      <a:pt x="1582763" y="693420"/>
                      <a:pt x="996023" y="1371600"/>
                      <a:pt x="576923" y="1394460"/>
                    </a:cubicBezTo>
                    <a:cubicBezTo>
                      <a:pt x="112103" y="1371600"/>
                      <a:pt x="-436537" y="762000"/>
                      <a:pt x="554063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9" name="Rectangle 2">
                <a:extLst>
                  <a:ext uri="{FF2B5EF4-FFF2-40B4-BE49-F238E27FC236}">
                    <a16:creationId xmlns:a16="http://schemas.microsoft.com/office/drawing/2014/main" id="{8A766935-8424-0D32-04DC-90AF21D7C895}"/>
                  </a:ext>
                </a:extLst>
              </p:cNvPr>
              <p:cNvSpPr/>
              <p:nvPr/>
            </p:nvSpPr>
            <p:spPr>
              <a:xfrm>
                <a:off x="4646697" y="3086100"/>
                <a:ext cx="1127601" cy="1394460"/>
              </a:xfrm>
              <a:custGeom>
                <a:avLst/>
                <a:gdLst>
                  <a:gd name="connsiteX0" fmla="*/ 0 w 457200"/>
                  <a:gd name="connsiteY0" fmla="*/ 0 h 1219200"/>
                  <a:gd name="connsiteX1" fmla="*/ 457200 w 457200"/>
                  <a:gd name="connsiteY1" fmla="*/ 0 h 1219200"/>
                  <a:gd name="connsiteX2" fmla="*/ 457200 w 457200"/>
                  <a:gd name="connsiteY2" fmla="*/ 1219200 h 1219200"/>
                  <a:gd name="connsiteX3" fmla="*/ 0 w 457200"/>
                  <a:gd name="connsiteY3" fmla="*/ 1219200 h 1219200"/>
                  <a:gd name="connsiteX4" fmla="*/ 0 w 457200"/>
                  <a:gd name="connsiteY4" fmla="*/ 0 h 1219200"/>
                  <a:gd name="connsiteX0" fmla="*/ 0 w 624840"/>
                  <a:gd name="connsiteY0" fmla="*/ 91440 h 1219200"/>
                  <a:gd name="connsiteX1" fmla="*/ 624840 w 624840"/>
                  <a:gd name="connsiteY1" fmla="*/ 0 h 1219200"/>
                  <a:gd name="connsiteX2" fmla="*/ 624840 w 624840"/>
                  <a:gd name="connsiteY2" fmla="*/ 1219200 h 1219200"/>
                  <a:gd name="connsiteX3" fmla="*/ 167640 w 624840"/>
                  <a:gd name="connsiteY3" fmla="*/ 1219200 h 1219200"/>
                  <a:gd name="connsiteX4" fmla="*/ 0 w 624840"/>
                  <a:gd name="connsiteY4" fmla="*/ 91440 h 12192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624840 w 624840"/>
                  <a:gd name="connsiteY2" fmla="*/ 1219200 h 1485900"/>
                  <a:gd name="connsiteX3" fmla="*/ 22860 w 624840"/>
                  <a:gd name="connsiteY3" fmla="*/ 1485900 h 1485900"/>
                  <a:gd name="connsiteX4" fmla="*/ 0 w 624840"/>
                  <a:gd name="connsiteY4" fmla="*/ 91440 h 14859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22860 w 624840"/>
                  <a:gd name="connsiteY2" fmla="*/ 1485900 h 1485900"/>
                  <a:gd name="connsiteX3" fmla="*/ 0 w 624840"/>
                  <a:gd name="connsiteY3" fmla="*/ 91440 h 1485900"/>
                  <a:gd name="connsiteX0" fmla="*/ 436076 w 1060916"/>
                  <a:gd name="connsiteY0" fmla="*/ 91440 h 1485900"/>
                  <a:gd name="connsiteX1" fmla="*/ 1060916 w 1060916"/>
                  <a:gd name="connsiteY1" fmla="*/ 0 h 1485900"/>
                  <a:gd name="connsiteX2" fmla="*/ 458936 w 1060916"/>
                  <a:gd name="connsiteY2" fmla="*/ 1485900 h 1485900"/>
                  <a:gd name="connsiteX3" fmla="*/ 436076 w 1060916"/>
                  <a:gd name="connsiteY3" fmla="*/ 91440 h 1485900"/>
                  <a:gd name="connsiteX0" fmla="*/ 554063 w 1178903"/>
                  <a:gd name="connsiteY0" fmla="*/ 91440 h 1485900"/>
                  <a:gd name="connsiteX1" fmla="*/ 1178903 w 1178903"/>
                  <a:gd name="connsiteY1" fmla="*/ 0 h 1485900"/>
                  <a:gd name="connsiteX2" fmla="*/ 576923 w 1178903"/>
                  <a:gd name="connsiteY2" fmla="*/ 1485900 h 1485900"/>
                  <a:gd name="connsiteX3" fmla="*/ 554063 w 1178903"/>
                  <a:gd name="connsiteY3" fmla="*/ 91440 h 1485900"/>
                  <a:gd name="connsiteX0" fmla="*/ 554063 w 576923"/>
                  <a:gd name="connsiteY0" fmla="*/ 0 h 1394460"/>
                  <a:gd name="connsiteX1" fmla="*/ 576923 w 576923"/>
                  <a:gd name="connsiteY1" fmla="*/ 1394460 h 1394460"/>
                  <a:gd name="connsiteX2" fmla="*/ 554063 w 576923"/>
                  <a:gd name="connsiteY2" fmla="*/ 0 h 1394460"/>
                  <a:gd name="connsiteX0" fmla="*/ 554063 w 1015539"/>
                  <a:gd name="connsiteY0" fmla="*/ 0 h 1394460"/>
                  <a:gd name="connsiteX1" fmla="*/ 576923 w 1015539"/>
                  <a:gd name="connsiteY1" fmla="*/ 1394460 h 1394460"/>
                  <a:gd name="connsiteX2" fmla="*/ 554063 w 1015539"/>
                  <a:gd name="connsiteY2" fmla="*/ 0 h 1394460"/>
                  <a:gd name="connsiteX0" fmla="*/ 554063 w 1127601"/>
                  <a:gd name="connsiteY0" fmla="*/ 0 h 1394460"/>
                  <a:gd name="connsiteX1" fmla="*/ 576923 w 1127601"/>
                  <a:gd name="connsiteY1" fmla="*/ 1394460 h 1394460"/>
                  <a:gd name="connsiteX2" fmla="*/ 554063 w 1127601"/>
                  <a:gd name="connsiteY2" fmla="*/ 0 h 1394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7601" h="1394460">
                    <a:moveTo>
                      <a:pt x="554063" y="0"/>
                    </a:moveTo>
                    <a:cubicBezTo>
                      <a:pt x="1582763" y="693420"/>
                      <a:pt x="996023" y="1371600"/>
                      <a:pt x="576923" y="1394460"/>
                    </a:cubicBezTo>
                    <a:cubicBezTo>
                      <a:pt x="112103" y="1371600"/>
                      <a:pt x="-436537" y="762000"/>
                      <a:pt x="554063" y="0"/>
                    </a:cubicBezTo>
                    <a:close/>
                  </a:path>
                </a:pathLst>
              </a:custGeom>
              <a:grpFill/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CC7B81D5-AEDB-D807-CD8E-12FBD7A7EB0F}"/>
              </a:ext>
            </a:extLst>
          </p:cNvPr>
          <p:cNvGrpSpPr/>
          <p:nvPr/>
        </p:nvGrpSpPr>
        <p:grpSpPr>
          <a:xfrm>
            <a:off x="974220" y="1086422"/>
            <a:ext cx="4316943" cy="5838126"/>
            <a:chOff x="5800523" y="943432"/>
            <a:chExt cx="4316943" cy="5838126"/>
          </a:xfrm>
          <a:solidFill>
            <a:schemeClr val="bg1"/>
          </a:solidFill>
        </p:grpSpPr>
        <p:grpSp>
          <p:nvGrpSpPr>
            <p:cNvPr id="254" name="Group 253">
              <a:extLst>
                <a:ext uri="{FF2B5EF4-FFF2-40B4-BE49-F238E27FC236}">
                  <a16:creationId xmlns:a16="http://schemas.microsoft.com/office/drawing/2014/main" id="{2B25F43D-68EA-60DD-76F3-1A16502C22AA}"/>
                </a:ext>
              </a:extLst>
            </p:cNvPr>
            <p:cNvGrpSpPr/>
            <p:nvPr/>
          </p:nvGrpSpPr>
          <p:grpSpPr>
            <a:xfrm rot="20471543">
              <a:off x="6505797" y="1169031"/>
              <a:ext cx="1499360" cy="2380144"/>
              <a:chOff x="4627829" y="3041699"/>
              <a:chExt cx="1146469" cy="1438861"/>
            </a:xfrm>
            <a:grpFill/>
          </p:grpSpPr>
          <p:sp>
            <p:nvSpPr>
              <p:cNvPr id="304" name="Rectangle 2">
                <a:extLst>
                  <a:ext uri="{FF2B5EF4-FFF2-40B4-BE49-F238E27FC236}">
                    <a16:creationId xmlns:a16="http://schemas.microsoft.com/office/drawing/2014/main" id="{DABFD226-977D-7D91-AB95-61DA36D22402}"/>
                  </a:ext>
                </a:extLst>
              </p:cNvPr>
              <p:cNvSpPr/>
              <p:nvPr/>
            </p:nvSpPr>
            <p:spPr>
              <a:xfrm>
                <a:off x="4627829" y="3041699"/>
                <a:ext cx="1127601" cy="1394460"/>
              </a:xfrm>
              <a:custGeom>
                <a:avLst/>
                <a:gdLst>
                  <a:gd name="connsiteX0" fmla="*/ 0 w 457200"/>
                  <a:gd name="connsiteY0" fmla="*/ 0 h 1219200"/>
                  <a:gd name="connsiteX1" fmla="*/ 457200 w 457200"/>
                  <a:gd name="connsiteY1" fmla="*/ 0 h 1219200"/>
                  <a:gd name="connsiteX2" fmla="*/ 457200 w 457200"/>
                  <a:gd name="connsiteY2" fmla="*/ 1219200 h 1219200"/>
                  <a:gd name="connsiteX3" fmla="*/ 0 w 457200"/>
                  <a:gd name="connsiteY3" fmla="*/ 1219200 h 1219200"/>
                  <a:gd name="connsiteX4" fmla="*/ 0 w 457200"/>
                  <a:gd name="connsiteY4" fmla="*/ 0 h 1219200"/>
                  <a:gd name="connsiteX0" fmla="*/ 0 w 624840"/>
                  <a:gd name="connsiteY0" fmla="*/ 91440 h 1219200"/>
                  <a:gd name="connsiteX1" fmla="*/ 624840 w 624840"/>
                  <a:gd name="connsiteY1" fmla="*/ 0 h 1219200"/>
                  <a:gd name="connsiteX2" fmla="*/ 624840 w 624840"/>
                  <a:gd name="connsiteY2" fmla="*/ 1219200 h 1219200"/>
                  <a:gd name="connsiteX3" fmla="*/ 167640 w 624840"/>
                  <a:gd name="connsiteY3" fmla="*/ 1219200 h 1219200"/>
                  <a:gd name="connsiteX4" fmla="*/ 0 w 624840"/>
                  <a:gd name="connsiteY4" fmla="*/ 91440 h 12192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624840 w 624840"/>
                  <a:gd name="connsiteY2" fmla="*/ 1219200 h 1485900"/>
                  <a:gd name="connsiteX3" fmla="*/ 22860 w 624840"/>
                  <a:gd name="connsiteY3" fmla="*/ 1485900 h 1485900"/>
                  <a:gd name="connsiteX4" fmla="*/ 0 w 624840"/>
                  <a:gd name="connsiteY4" fmla="*/ 91440 h 14859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22860 w 624840"/>
                  <a:gd name="connsiteY2" fmla="*/ 1485900 h 1485900"/>
                  <a:gd name="connsiteX3" fmla="*/ 0 w 624840"/>
                  <a:gd name="connsiteY3" fmla="*/ 91440 h 1485900"/>
                  <a:gd name="connsiteX0" fmla="*/ 436076 w 1060916"/>
                  <a:gd name="connsiteY0" fmla="*/ 91440 h 1485900"/>
                  <a:gd name="connsiteX1" fmla="*/ 1060916 w 1060916"/>
                  <a:gd name="connsiteY1" fmla="*/ 0 h 1485900"/>
                  <a:gd name="connsiteX2" fmla="*/ 458936 w 1060916"/>
                  <a:gd name="connsiteY2" fmla="*/ 1485900 h 1485900"/>
                  <a:gd name="connsiteX3" fmla="*/ 436076 w 1060916"/>
                  <a:gd name="connsiteY3" fmla="*/ 91440 h 1485900"/>
                  <a:gd name="connsiteX0" fmla="*/ 554063 w 1178903"/>
                  <a:gd name="connsiteY0" fmla="*/ 91440 h 1485900"/>
                  <a:gd name="connsiteX1" fmla="*/ 1178903 w 1178903"/>
                  <a:gd name="connsiteY1" fmla="*/ 0 h 1485900"/>
                  <a:gd name="connsiteX2" fmla="*/ 576923 w 1178903"/>
                  <a:gd name="connsiteY2" fmla="*/ 1485900 h 1485900"/>
                  <a:gd name="connsiteX3" fmla="*/ 554063 w 1178903"/>
                  <a:gd name="connsiteY3" fmla="*/ 91440 h 1485900"/>
                  <a:gd name="connsiteX0" fmla="*/ 554063 w 576923"/>
                  <a:gd name="connsiteY0" fmla="*/ 0 h 1394460"/>
                  <a:gd name="connsiteX1" fmla="*/ 576923 w 576923"/>
                  <a:gd name="connsiteY1" fmla="*/ 1394460 h 1394460"/>
                  <a:gd name="connsiteX2" fmla="*/ 554063 w 576923"/>
                  <a:gd name="connsiteY2" fmla="*/ 0 h 1394460"/>
                  <a:gd name="connsiteX0" fmla="*/ 554063 w 1015539"/>
                  <a:gd name="connsiteY0" fmla="*/ 0 h 1394460"/>
                  <a:gd name="connsiteX1" fmla="*/ 576923 w 1015539"/>
                  <a:gd name="connsiteY1" fmla="*/ 1394460 h 1394460"/>
                  <a:gd name="connsiteX2" fmla="*/ 554063 w 1015539"/>
                  <a:gd name="connsiteY2" fmla="*/ 0 h 1394460"/>
                  <a:gd name="connsiteX0" fmla="*/ 554063 w 1127601"/>
                  <a:gd name="connsiteY0" fmla="*/ 0 h 1394460"/>
                  <a:gd name="connsiteX1" fmla="*/ 576923 w 1127601"/>
                  <a:gd name="connsiteY1" fmla="*/ 1394460 h 1394460"/>
                  <a:gd name="connsiteX2" fmla="*/ 554063 w 1127601"/>
                  <a:gd name="connsiteY2" fmla="*/ 0 h 1394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7601" h="1394460">
                    <a:moveTo>
                      <a:pt x="554063" y="0"/>
                    </a:moveTo>
                    <a:cubicBezTo>
                      <a:pt x="1582763" y="693420"/>
                      <a:pt x="996023" y="1371600"/>
                      <a:pt x="576923" y="1394460"/>
                    </a:cubicBezTo>
                    <a:cubicBezTo>
                      <a:pt x="112103" y="1371600"/>
                      <a:pt x="-436537" y="762000"/>
                      <a:pt x="554063" y="0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5" name="Rectangle 2">
                <a:extLst>
                  <a:ext uri="{FF2B5EF4-FFF2-40B4-BE49-F238E27FC236}">
                    <a16:creationId xmlns:a16="http://schemas.microsoft.com/office/drawing/2014/main" id="{653D9599-56C5-91B9-C777-B4A40001F64E}"/>
                  </a:ext>
                </a:extLst>
              </p:cNvPr>
              <p:cNvSpPr/>
              <p:nvPr/>
            </p:nvSpPr>
            <p:spPr>
              <a:xfrm>
                <a:off x="4646697" y="3086100"/>
                <a:ext cx="1127601" cy="1394460"/>
              </a:xfrm>
              <a:custGeom>
                <a:avLst/>
                <a:gdLst>
                  <a:gd name="connsiteX0" fmla="*/ 0 w 457200"/>
                  <a:gd name="connsiteY0" fmla="*/ 0 h 1219200"/>
                  <a:gd name="connsiteX1" fmla="*/ 457200 w 457200"/>
                  <a:gd name="connsiteY1" fmla="*/ 0 h 1219200"/>
                  <a:gd name="connsiteX2" fmla="*/ 457200 w 457200"/>
                  <a:gd name="connsiteY2" fmla="*/ 1219200 h 1219200"/>
                  <a:gd name="connsiteX3" fmla="*/ 0 w 457200"/>
                  <a:gd name="connsiteY3" fmla="*/ 1219200 h 1219200"/>
                  <a:gd name="connsiteX4" fmla="*/ 0 w 457200"/>
                  <a:gd name="connsiteY4" fmla="*/ 0 h 1219200"/>
                  <a:gd name="connsiteX0" fmla="*/ 0 w 624840"/>
                  <a:gd name="connsiteY0" fmla="*/ 91440 h 1219200"/>
                  <a:gd name="connsiteX1" fmla="*/ 624840 w 624840"/>
                  <a:gd name="connsiteY1" fmla="*/ 0 h 1219200"/>
                  <a:gd name="connsiteX2" fmla="*/ 624840 w 624840"/>
                  <a:gd name="connsiteY2" fmla="*/ 1219200 h 1219200"/>
                  <a:gd name="connsiteX3" fmla="*/ 167640 w 624840"/>
                  <a:gd name="connsiteY3" fmla="*/ 1219200 h 1219200"/>
                  <a:gd name="connsiteX4" fmla="*/ 0 w 624840"/>
                  <a:gd name="connsiteY4" fmla="*/ 91440 h 12192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624840 w 624840"/>
                  <a:gd name="connsiteY2" fmla="*/ 1219200 h 1485900"/>
                  <a:gd name="connsiteX3" fmla="*/ 22860 w 624840"/>
                  <a:gd name="connsiteY3" fmla="*/ 1485900 h 1485900"/>
                  <a:gd name="connsiteX4" fmla="*/ 0 w 624840"/>
                  <a:gd name="connsiteY4" fmla="*/ 91440 h 14859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22860 w 624840"/>
                  <a:gd name="connsiteY2" fmla="*/ 1485900 h 1485900"/>
                  <a:gd name="connsiteX3" fmla="*/ 0 w 624840"/>
                  <a:gd name="connsiteY3" fmla="*/ 91440 h 1485900"/>
                  <a:gd name="connsiteX0" fmla="*/ 436076 w 1060916"/>
                  <a:gd name="connsiteY0" fmla="*/ 91440 h 1485900"/>
                  <a:gd name="connsiteX1" fmla="*/ 1060916 w 1060916"/>
                  <a:gd name="connsiteY1" fmla="*/ 0 h 1485900"/>
                  <a:gd name="connsiteX2" fmla="*/ 458936 w 1060916"/>
                  <a:gd name="connsiteY2" fmla="*/ 1485900 h 1485900"/>
                  <a:gd name="connsiteX3" fmla="*/ 436076 w 1060916"/>
                  <a:gd name="connsiteY3" fmla="*/ 91440 h 1485900"/>
                  <a:gd name="connsiteX0" fmla="*/ 554063 w 1178903"/>
                  <a:gd name="connsiteY0" fmla="*/ 91440 h 1485900"/>
                  <a:gd name="connsiteX1" fmla="*/ 1178903 w 1178903"/>
                  <a:gd name="connsiteY1" fmla="*/ 0 h 1485900"/>
                  <a:gd name="connsiteX2" fmla="*/ 576923 w 1178903"/>
                  <a:gd name="connsiteY2" fmla="*/ 1485900 h 1485900"/>
                  <a:gd name="connsiteX3" fmla="*/ 554063 w 1178903"/>
                  <a:gd name="connsiteY3" fmla="*/ 91440 h 1485900"/>
                  <a:gd name="connsiteX0" fmla="*/ 554063 w 576923"/>
                  <a:gd name="connsiteY0" fmla="*/ 0 h 1394460"/>
                  <a:gd name="connsiteX1" fmla="*/ 576923 w 576923"/>
                  <a:gd name="connsiteY1" fmla="*/ 1394460 h 1394460"/>
                  <a:gd name="connsiteX2" fmla="*/ 554063 w 576923"/>
                  <a:gd name="connsiteY2" fmla="*/ 0 h 1394460"/>
                  <a:gd name="connsiteX0" fmla="*/ 554063 w 1015539"/>
                  <a:gd name="connsiteY0" fmla="*/ 0 h 1394460"/>
                  <a:gd name="connsiteX1" fmla="*/ 576923 w 1015539"/>
                  <a:gd name="connsiteY1" fmla="*/ 1394460 h 1394460"/>
                  <a:gd name="connsiteX2" fmla="*/ 554063 w 1015539"/>
                  <a:gd name="connsiteY2" fmla="*/ 0 h 1394460"/>
                  <a:gd name="connsiteX0" fmla="*/ 554063 w 1127601"/>
                  <a:gd name="connsiteY0" fmla="*/ 0 h 1394460"/>
                  <a:gd name="connsiteX1" fmla="*/ 576923 w 1127601"/>
                  <a:gd name="connsiteY1" fmla="*/ 1394460 h 1394460"/>
                  <a:gd name="connsiteX2" fmla="*/ 554063 w 1127601"/>
                  <a:gd name="connsiteY2" fmla="*/ 0 h 1394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7601" h="1394460">
                    <a:moveTo>
                      <a:pt x="554063" y="0"/>
                    </a:moveTo>
                    <a:cubicBezTo>
                      <a:pt x="1582763" y="693420"/>
                      <a:pt x="996023" y="1371600"/>
                      <a:pt x="576923" y="1394460"/>
                    </a:cubicBezTo>
                    <a:cubicBezTo>
                      <a:pt x="112103" y="1371600"/>
                      <a:pt x="-436537" y="762000"/>
                      <a:pt x="554063" y="0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5" name="Group 254">
              <a:extLst>
                <a:ext uri="{FF2B5EF4-FFF2-40B4-BE49-F238E27FC236}">
                  <a16:creationId xmlns:a16="http://schemas.microsoft.com/office/drawing/2014/main" id="{3F55905A-57B7-49E0-C41F-B497231F7308}"/>
                </a:ext>
              </a:extLst>
            </p:cNvPr>
            <p:cNvGrpSpPr/>
            <p:nvPr/>
          </p:nvGrpSpPr>
          <p:grpSpPr>
            <a:xfrm rot="1128457" flipH="1">
              <a:off x="7961936" y="1194535"/>
              <a:ext cx="1498585" cy="2380539"/>
              <a:chOff x="4628421" y="3041460"/>
              <a:chExt cx="1145877" cy="1439100"/>
            </a:xfrm>
            <a:grpFill/>
          </p:grpSpPr>
          <p:sp>
            <p:nvSpPr>
              <p:cNvPr id="302" name="Rectangle 2">
                <a:extLst>
                  <a:ext uri="{FF2B5EF4-FFF2-40B4-BE49-F238E27FC236}">
                    <a16:creationId xmlns:a16="http://schemas.microsoft.com/office/drawing/2014/main" id="{38BD31FB-5F9E-57E3-4536-9C64621928BD}"/>
                  </a:ext>
                </a:extLst>
              </p:cNvPr>
              <p:cNvSpPr/>
              <p:nvPr/>
            </p:nvSpPr>
            <p:spPr>
              <a:xfrm>
                <a:off x="4628421" y="3041460"/>
                <a:ext cx="1127601" cy="1394460"/>
              </a:xfrm>
              <a:custGeom>
                <a:avLst/>
                <a:gdLst>
                  <a:gd name="connsiteX0" fmla="*/ 0 w 457200"/>
                  <a:gd name="connsiteY0" fmla="*/ 0 h 1219200"/>
                  <a:gd name="connsiteX1" fmla="*/ 457200 w 457200"/>
                  <a:gd name="connsiteY1" fmla="*/ 0 h 1219200"/>
                  <a:gd name="connsiteX2" fmla="*/ 457200 w 457200"/>
                  <a:gd name="connsiteY2" fmla="*/ 1219200 h 1219200"/>
                  <a:gd name="connsiteX3" fmla="*/ 0 w 457200"/>
                  <a:gd name="connsiteY3" fmla="*/ 1219200 h 1219200"/>
                  <a:gd name="connsiteX4" fmla="*/ 0 w 457200"/>
                  <a:gd name="connsiteY4" fmla="*/ 0 h 1219200"/>
                  <a:gd name="connsiteX0" fmla="*/ 0 w 624840"/>
                  <a:gd name="connsiteY0" fmla="*/ 91440 h 1219200"/>
                  <a:gd name="connsiteX1" fmla="*/ 624840 w 624840"/>
                  <a:gd name="connsiteY1" fmla="*/ 0 h 1219200"/>
                  <a:gd name="connsiteX2" fmla="*/ 624840 w 624840"/>
                  <a:gd name="connsiteY2" fmla="*/ 1219200 h 1219200"/>
                  <a:gd name="connsiteX3" fmla="*/ 167640 w 624840"/>
                  <a:gd name="connsiteY3" fmla="*/ 1219200 h 1219200"/>
                  <a:gd name="connsiteX4" fmla="*/ 0 w 624840"/>
                  <a:gd name="connsiteY4" fmla="*/ 91440 h 12192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624840 w 624840"/>
                  <a:gd name="connsiteY2" fmla="*/ 1219200 h 1485900"/>
                  <a:gd name="connsiteX3" fmla="*/ 22860 w 624840"/>
                  <a:gd name="connsiteY3" fmla="*/ 1485900 h 1485900"/>
                  <a:gd name="connsiteX4" fmla="*/ 0 w 624840"/>
                  <a:gd name="connsiteY4" fmla="*/ 91440 h 14859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22860 w 624840"/>
                  <a:gd name="connsiteY2" fmla="*/ 1485900 h 1485900"/>
                  <a:gd name="connsiteX3" fmla="*/ 0 w 624840"/>
                  <a:gd name="connsiteY3" fmla="*/ 91440 h 1485900"/>
                  <a:gd name="connsiteX0" fmla="*/ 436076 w 1060916"/>
                  <a:gd name="connsiteY0" fmla="*/ 91440 h 1485900"/>
                  <a:gd name="connsiteX1" fmla="*/ 1060916 w 1060916"/>
                  <a:gd name="connsiteY1" fmla="*/ 0 h 1485900"/>
                  <a:gd name="connsiteX2" fmla="*/ 458936 w 1060916"/>
                  <a:gd name="connsiteY2" fmla="*/ 1485900 h 1485900"/>
                  <a:gd name="connsiteX3" fmla="*/ 436076 w 1060916"/>
                  <a:gd name="connsiteY3" fmla="*/ 91440 h 1485900"/>
                  <a:gd name="connsiteX0" fmla="*/ 554063 w 1178903"/>
                  <a:gd name="connsiteY0" fmla="*/ 91440 h 1485900"/>
                  <a:gd name="connsiteX1" fmla="*/ 1178903 w 1178903"/>
                  <a:gd name="connsiteY1" fmla="*/ 0 h 1485900"/>
                  <a:gd name="connsiteX2" fmla="*/ 576923 w 1178903"/>
                  <a:gd name="connsiteY2" fmla="*/ 1485900 h 1485900"/>
                  <a:gd name="connsiteX3" fmla="*/ 554063 w 1178903"/>
                  <a:gd name="connsiteY3" fmla="*/ 91440 h 1485900"/>
                  <a:gd name="connsiteX0" fmla="*/ 554063 w 576923"/>
                  <a:gd name="connsiteY0" fmla="*/ 0 h 1394460"/>
                  <a:gd name="connsiteX1" fmla="*/ 576923 w 576923"/>
                  <a:gd name="connsiteY1" fmla="*/ 1394460 h 1394460"/>
                  <a:gd name="connsiteX2" fmla="*/ 554063 w 576923"/>
                  <a:gd name="connsiteY2" fmla="*/ 0 h 1394460"/>
                  <a:gd name="connsiteX0" fmla="*/ 554063 w 1015539"/>
                  <a:gd name="connsiteY0" fmla="*/ 0 h 1394460"/>
                  <a:gd name="connsiteX1" fmla="*/ 576923 w 1015539"/>
                  <a:gd name="connsiteY1" fmla="*/ 1394460 h 1394460"/>
                  <a:gd name="connsiteX2" fmla="*/ 554063 w 1015539"/>
                  <a:gd name="connsiteY2" fmla="*/ 0 h 1394460"/>
                  <a:gd name="connsiteX0" fmla="*/ 554063 w 1127601"/>
                  <a:gd name="connsiteY0" fmla="*/ 0 h 1394460"/>
                  <a:gd name="connsiteX1" fmla="*/ 576923 w 1127601"/>
                  <a:gd name="connsiteY1" fmla="*/ 1394460 h 1394460"/>
                  <a:gd name="connsiteX2" fmla="*/ 554063 w 1127601"/>
                  <a:gd name="connsiteY2" fmla="*/ 0 h 1394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7601" h="1394460">
                    <a:moveTo>
                      <a:pt x="554063" y="0"/>
                    </a:moveTo>
                    <a:cubicBezTo>
                      <a:pt x="1582763" y="693420"/>
                      <a:pt x="996023" y="1371600"/>
                      <a:pt x="576923" y="1394460"/>
                    </a:cubicBezTo>
                    <a:cubicBezTo>
                      <a:pt x="112103" y="1371600"/>
                      <a:pt x="-436537" y="762000"/>
                      <a:pt x="554063" y="0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3" name="Rectangle 2">
                <a:extLst>
                  <a:ext uri="{FF2B5EF4-FFF2-40B4-BE49-F238E27FC236}">
                    <a16:creationId xmlns:a16="http://schemas.microsoft.com/office/drawing/2014/main" id="{B15F6DA4-C8A3-1ABE-B632-825D106C0E7E}"/>
                  </a:ext>
                </a:extLst>
              </p:cNvPr>
              <p:cNvSpPr/>
              <p:nvPr/>
            </p:nvSpPr>
            <p:spPr>
              <a:xfrm>
                <a:off x="4646697" y="3086100"/>
                <a:ext cx="1127601" cy="1394460"/>
              </a:xfrm>
              <a:custGeom>
                <a:avLst/>
                <a:gdLst>
                  <a:gd name="connsiteX0" fmla="*/ 0 w 457200"/>
                  <a:gd name="connsiteY0" fmla="*/ 0 h 1219200"/>
                  <a:gd name="connsiteX1" fmla="*/ 457200 w 457200"/>
                  <a:gd name="connsiteY1" fmla="*/ 0 h 1219200"/>
                  <a:gd name="connsiteX2" fmla="*/ 457200 w 457200"/>
                  <a:gd name="connsiteY2" fmla="*/ 1219200 h 1219200"/>
                  <a:gd name="connsiteX3" fmla="*/ 0 w 457200"/>
                  <a:gd name="connsiteY3" fmla="*/ 1219200 h 1219200"/>
                  <a:gd name="connsiteX4" fmla="*/ 0 w 457200"/>
                  <a:gd name="connsiteY4" fmla="*/ 0 h 1219200"/>
                  <a:gd name="connsiteX0" fmla="*/ 0 w 624840"/>
                  <a:gd name="connsiteY0" fmla="*/ 91440 h 1219200"/>
                  <a:gd name="connsiteX1" fmla="*/ 624840 w 624840"/>
                  <a:gd name="connsiteY1" fmla="*/ 0 h 1219200"/>
                  <a:gd name="connsiteX2" fmla="*/ 624840 w 624840"/>
                  <a:gd name="connsiteY2" fmla="*/ 1219200 h 1219200"/>
                  <a:gd name="connsiteX3" fmla="*/ 167640 w 624840"/>
                  <a:gd name="connsiteY3" fmla="*/ 1219200 h 1219200"/>
                  <a:gd name="connsiteX4" fmla="*/ 0 w 624840"/>
                  <a:gd name="connsiteY4" fmla="*/ 91440 h 12192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624840 w 624840"/>
                  <a:gd name="connsiteY2" fmla="*/ 1219200 h 1485900"/>
                  <a:gd name="connsiteX3" fmla="*/ 22860 w 624840"/>
                  <a:gd name="connsiteY3" fmla="*/ 1485900 h 1485900"/>
                  <a:gd name="connsiteX4" fmla="*/ 0 w 624840"/>
                  <a:gd name="connsiteY4" fmla="*/ 91440 h 14859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22860 w 624840"/>
                  <a:gd name="connsiteY2" fmla="*/ 1485900 h 1485900"/>
                  <a:gd name="connsiteX3" fmla="*/ 0 w 624840"/>
                  <a:gd name="connsiteY3" fmla="*/ 91440 h 1485900"/>
                  <a:gd name="connsiteX0" fmla="*/ 436076 w 1060916"/>
                  <a:gd name="connsiteY0" fmla="*/ 91440 h 1485900"/>
                  <a:gd name="connsiteX1" fmla="*/ 1060916 w 1060916"/>
                  <a:gd name="connsiteY1" fmla="*/ 0 h 1485900"/>
                  <a:gd name="connsiteX2" fmla="*/ 458936 w 1060916"/>
                  <a:gd name="connsiteY2" fmla="*/ 1485900 h 1485900"/>
                  <a:gd name="connsiteX3" fmla="*/ 436076 w 1060916"/>
                  <a:gd name="connsiteY3" fmla="*/ 91440 h 1485900"/>
                  <a:gd name="connsiteX0" fmla="*/ 554063 w 1178903"/>
                  <a:gd name="connsiteY0" fmla="*/ 91440 h 1485900"/>
                  <a:gd name="connsiteX1" fmla="*/ 1178903 w 1178903"/>
                  <a:gd name="connsiteY1" fmla="*/ 0 h 1485900"/>
                  <a:gd name="connsiteX2" fmla="*/ 576923 w 1178903"/>
                  <a:gd name="connsiteY2" fmla="*/ 1485900 h 1485900"/>
                  <a:gd name="connsiteX3" fmla="*/ 554063 w 1178903"/>
                  <a:gd name="connsiteY3" fmla="*/ 91440 h 1485900"/>
                  <a:gd name="connsiteX0" fmla="*/ 554063 w 576923"/>
                  <a:gd name="connsiteY0" fmla="*/ 0 h 1394460"/>
                  <a:gd name="connsiteX1" fmla="*/ 576923 w 576923"/>
                  <a:gd name="connsiteY1" fmla="*/ 1394460 h 1394460"/>
                  <a:gd name="connsiteX2" fmla="*/ 554063 w 576923"/>
                  <a:gd name="connsiteY2" fmla="*/ 0 h 1394460"/>
                  <a:gd name="connsiteX0" fmla="*/ 554063 w 1015539"/>
                  <a:gd name="connsiteY0" fmla="*/ 0 h 1394460"/>
                  <a:gd name="connsiteX1" fmla="*/ 576923 w 1015539"/>
                  <a:gd name="connsiteY1" fmla="*/ 1394460 h 1394460"/>
                  <a:gd name="connsiteX2" fmla="*/ 554063 w 1015539"/>
                  <a:gd name="connsiteY2" fmla="*/ 0 h 1394460"/>
                  <a:gd name="connsiteX0" fmla="*/ 554063 w 1127601"/>
                  <a:gd name="connsiteY0" fmla="*/ 0 h 1394460"/>
                  <a:gd name="connsiteX1" fmla="*/ 576923 w 1127601"/>
                  <a:gd name="connsiteY1" fmla="*/ 1394460 h 1394460"/>
                  <a:gd name="connsiteX2" fmla="*/ 554063 w 1127601"/>
                  <a:gd name="connsiteY2" fmla="*/ 0 h 1394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7601" h="1394460">
                    <a:moveTo>
                      <a:pt x="554063" y="0"/>
                    </a:moveTo>
                    <a:cubicBezTo>
                      <a:pt x="1582763" y="693420"/>
                      <a:pt x="996023" y="1371600"/>
                      <a:pt x="576923" y="1394460"/>
                    </a:cubicBezTo>
                    <a:cubicBezTo>
                      <a:pt x="112103" y="1371600"/>
                      <a:pt x="-436537" y="762000"/>
                      <a:pt x="554063" y="0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6" name="Group 255">
              <a:extLst>
                <a:ext uri="{FF2B5EF4-FFF2-40B4-BE49-F238E27FC236}">
                  <a16:creationId xmlns:a16="http://schemas.microsoft.com/office/drawing/2014/main" id="{7668575A-0626-C5FB-14C3-E4C5D9102379}"/>
                </a:ext>
              </a:extLst>
            </p:cNvPr>
            <p:cNvGrpSpPr/>
            <p:nvPr/>
          </p:nvGrpSpPr>
          <p:grpSpPr>
            <a:xfrm>
              <a:off x="7066524" y="943432"/>
              <a:ext cx="1814959" cy="2338182"/>
              <a:chOff x="4646649" y="3027829"/>
              <a:chExt cx="1127649" cy="1452731"/>
            </a:xfrm>
            <a:grpFill/>
          </p:grpSpPr>
          <p:sp>
            <p:nvSpPr>
              <p:cNvPr id="300" name="Rectangle 2">
                <a:extLst>
                  <a:ext uri="{FF2B5EF4-FFF2-40B4-BE49-F238E27FC236}">
                    <a16:creationId xmlns:a16="http://schemas.microsoft.com/office/drawing/2014/main" id="{E46CF0DE-8E10-D544-8878-3CF55F8F08BC}"/>
                  </a:ext>
                </a:extLst>
              </p:cNvPr>
              <p:cNvSpPr/>
              <p:nvPr/>
            </p:nvSpPr>
            <p:spPr>
              <a:xfrm>
                <a:off x="4646649" y="3027829"/>
                <a:ext cx="1127601" cy="1394460"/>
              </a:xfrm>
              <a:custGeom>
                <a:avLst/>
                <a:gdLst>
                  <a:gd name="connsiteX0" fmla="*/ 0 w 457200"/>
                  <a:gd name="connsiteY0" fmla="*/ 0 h 1219200"/>
                  <a:gd name="connsiteX1" fmla="*/ 457200 w 457200"/>
                  <a:gd name="connsiteY1" fmla="*/ 0 h 1219200"/>
                  <a:gd name="connsiteX2" fmla="*/ 457200 w 457200"/>
                  <a:gd name="connsiteY2" fmla="*/ 1219200 h 1219200"/>
                  <a:gd name="connsiteX3" fmla="*/ 0 w 457200"/>
                  <a:gd name="connsiteY3" fmla="*/ 1219200 h 1219200"/>
                  <a:gd name="connsiteX4" fmla="*/ 0 w 457200"/>
                  <a:gd name="connsiteY4" fmla="*/ 0 h 1219200"/>
                  <a:gd name="connsiteX0" fmla="*/ 0 w 624840"/>
                  <a:gd name="connsiteY0" fmla="*/ 91440 h 1219200"/>
                  <a:gd name="connsiteX1" fmla="*/ 624840 w 624840"/>
                  <a:gd name="connsiteY1" fmla="*/ 0 h 1219200"/>
                  <a:gd name="connsiteX2" fmla="*/ 624840 w 624840"/>
                  <a:gd name="connsiteY2" fmla="*/ 1219200 h 1219200"/>
                  <a:gd name="connsiteX3" fmla="*/ 167640 w 624840"/>
                  <a:gd name="connsiteY3" fmla="*/ 1219200 h 1219200"/>
                  <a:gd name="connsiteX4" fmla="*/ 0 w 624840"/>
                  <a:gd name="connsiteY4" fmla="*/ 91440 h 12192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624840 w 624840"/>
                  <a:gd name="connsiteY2" fmla="*/ 1219200 h 1485900"/>
                  <a:gd name="connsiteX3" fmla="*/ 22860 w 624840"/>
                  <a:gd name="connsiteY3" fmla="*/ 1485900 h 1485900"/>
                  <a:gd name="connsiteX4" fmla="*/ 0 w 624840"/>
                  <a:gd name="connsiteY4" fmla="*/ 91440 h 14859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22860 w 624840"/>
                  <a:gd name="connsiteY2" fmla="*/ 1485900 h 1485900"/>
                  <a:gd name="connsiteX3" fmla="*/ 0 w 624840"/>
                  <a:gd name="connsiteY3" fmla="*/ 91440 h 1485900"/>
                  <a:gd name="connsiteX0" fmla="*/ 436076 w 1060916"/>
                  <a:gd name="connsiteY0" fmla="*/ 91440 h 1485900"/>
                  <a:gd name="connsiteX1" fmla="*/ 1060916 w 1060916"/>
                  <a:gd name="connsiteY1" fmla="*/ 0 h 1485900"/>
                  <a:gd name="connsiteX2" fmla="*/ 458936 w 1060916"/>
                  <a:gd name="connsiteY2" fmla="*/ 1485900 h 1485900"/>
                  <a:gd name="connsiteX3" fmla="*/ 436076 w 1060916"/>
                  <a:gd name="connsiteY3" fmla="*/ 91440 h 1485900"/>
                  <a:gd name="connsiteX0" fmla="*/ 554063 w 1178903"/>
                  <a:gd name="connsiteY0" fmla="*/ 91440 h 1485900"/>
                  <a:gd name="connsiteX1" fmla="*/ 1178903 w 1178903"/>
                  <a:gd name="connsiteY1" fmla="*/ 0 h 1485900"/>
                  <a:gd name="connsiteX2" fmla="*/ 576923 w 1178903"/>
                  <a:gd name="connsiteY2" fmla="*/ 1485900 h 1485900"/>
                  <a:gd name="connsiteX3" fmla="*/ 554063 w 1178903"/>
                  <a:gd name="connsiteY3" fmla="*/ 91440 h 1485900"/>
                  <a:gd name="connsiteX0" fmla="*/ 554063 w 576923"/>
                  <a:gd name="connsiteY0" fmla="*/ 0 h 1394460"/>
                  <a:gd name="connsiteX1" fmla="*/ 576923 w 576923"/>
                  <a:gd name="connsiteY1" fmla="*/ 1394460 h 1394460"/>
                  <a:gd name="connsiteX2" fmla="*/ 554063 w 576923"/>
                  <a:gd name="connsiteY2" fmla="*/ 0 h 1394460"/>
                  <a:gd name="connsiteX0" fmla="*/ 554063 w 1015539"/>
                  <a:gd name="connsiteY0" fmla="*/ 0 h 1394460"/>
                  <a:gd name="connsiteX1" fmla="*/ 576923 w 1015539"/>
                  <a:gd name="connsiteY1" fmla="*/ 1394460 h 1394460"/>
                  <a:gd name="connsiteX2" fmla="*/ 554063 w 1015539"/>
                  <a:gd name="connsiteY2" fmla="*/ 0 h 1394460"/>
                  <a:gd name="connsiteX0" fmla="*/ 554063 w 1127601"/>
                  <a:gd name="connsiteY0" fmla="*/ 0 h 1394460"/>
                  <a:gd name="connsiteX1" fmla="*/ 576923 w 1127601"/>
                  <a:gd name="connsiteY1" fmla="*/ 1394460 h 1394460"/>
                  <a:gd name="connsiteX2" fmla="*/ 554063 w 1127601"/>
                  <a:gd name="connsiteY2" fmla="*/ 0 h 1394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7601" h="1394460">
                    <a:moveTo>
                      <a:pt x="554063" y="0"/>
                    </a:moveTo>
                    <a:cubicBezTo>
                      <a:pt x="1582763" y="693420"/>
                      <a:pt x="996023" y="1371600"/>
                      <a:pt x="576923" y="1394460"/>
                    </a:cubicBezTo>
                    <a:cubicBezTo>
                      <a:pt x="112103" y="1371600"/>
                      <a:pt x="-436537" y="762000"/>
                      <a:pt x="554063" y="0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1" name="Rectangle 2">
                <a:extLst>
                  <a:ext uri="{FF2B5EF4-FFF2-40B4-BE49-F238E27FC236}">
                    <a16:creationId xmlns:a16="http://schemas.microsoft.com/office/drawing/2014/main" id="{0E562CD3-523A-00C2-A4BF-0877F2478B69}"/>
                  </a:ext>
                </a:extLst>
              </p:cNvPr>
              <p:cNvSpPr/>
              <p:nvPr/>
            </p:nvSpPr>
            <p:spPr>
              <a:xfrm>
                <a:off x="4646697" y="3086100"/>
                <a:ext cx="1127601" cy="1394460"/>
              </a:xfrm>
              <a:custGeom>
                <a:avLst/>
                <a:gdLst>
                  <a:gd name="connsiteX0" fmla="*/ 0 w 457200"/>
                  <a:gd name="connsiteY0" fmla="*/ 0 h 1219200"/>
                  <a:gd name="connsiteX1" fmla="*/ 457200 w 457200"/>
                  <a:gd name="connsiteY1" fmla="*/ 0 h 1219200"/>
                  <a:gd name="connsiteX2" fmla="*/ 457200 w 457200"/>
                  <a:gd name="connsiteY2" fmla="*/ 1219200 h 1219200"/>
                  <a:gd name="connsiteX3" fmla="*/ 0 w 457200"/>
                  <a:gd name="connsiteY3" fmla="*/ 1219200 h 1219200"/>
                  <a:gd name="connsiteX4" fmla="*/ 0 w 457200"/>
                  <a:gd name="connsiteY4" fmla="*/ 0 h 1219200"/>
                  <a:gd name="connsiteX0" fmla="*/ 0 w 624840"/>
                  <a:gd name="connsiteY0" fmla="*/ 91440 h 1219200"/>
                  <a:gd name="connsiteX1" fmla="*/ 624840 w 624840"/>
                  <a:gd name="connsiteY1" fmla="*/ 0 h 1219200"/>
                  <a:gd name="connsiteX2" fmla="*/ 624840 w 624840"/>
                  <a:gd name="connsiteY2" fmla="*/ 1219200 h 1219200"/>
                  <a:gd name="connsiteX3" fmla="*/ 167640 w 624840"/>
                  <a:gd name="connsiteY3" fmla="*/ 1219200 h 1219200"/>
                  <a:gd name="connsiteX4" fmla="*/ 0 w 624840"/>
                  <a:gd name="connsiteY4" fmla="*/ 91440 h 12192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624840 w 624840"/>
                  <a:gd name="connsiteY2" fmla="*/ 1219200 h 1485900"/>
                  <a:gd name="connsiteX3" fmla="*/ 22860 w 624840"/>
                  <a:gd name="connsiteY3" fmla="*/ 1485900 h 1485900"/>
                  <a:gd name="connsiteX4" fmla="*/ 0 w 624840"/>
                  <a:gd name="connsiteY4" fmla="*/ 91440 h 14859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22860 w 624840"/>
                  <a:gd name="connsiteY2" fmla="*/ 1485900 h 1485900"/>
                  <a:gd name="connsiteX3" fmla="*/ 0 w 624840"/>
                  <a:gd name="connsiteY3" fmla="*/ 91440 h 1485900"/>
                  <a:gd name="connsiteX0" fmla="*/ 436076 w 1060916"/>
                  <a:gd name="connsiteY0" fmla="*/ 91440 h 1485900"/>
                  <a:gd name="connsiteX1" fmla="*/ 1060916 w 1060916"/>
                  <a:gd name="connsiteY1" fmla="*/ 0 h 1485900"/>
                  <a:gd name="connsiteX2" fmla="*/ 458936 w 1060916"/>
                  <a:gd name="connsiteY2" fmla="*/ 1485900 h 1485900"/>
                  <a:gd name="connsiteX3" fmla="*/ 436076 w 1060916"/>
                  <a:gd name="connsiteY3" fmla="*/ 91440 h 1485900"/>
                  <a:gd name="connsiteX0" fmla="*/ 554063 w 1178903"/>
                  <a:gd name="connsiteY0" fmla="*/ 91440 h 1485900"/>
                  <a:gd name="connsiteX1" fmla="*/ 1178903 w 1178903"/>
                  <a:gd name="connsiteY1" fmla="*/ 0 h 1485900"/>
                  <a:gd name="connsiteX2" fmla="*/ 576923 w 1178903"/>
                  <a:gd name="connsiteY2" fmla="*/ 1485900 h 1485900"/>
                  <a:gd name="connsiteX3" fmla="*/ 554063 w 1178903"/>
                  <a:gd name="connsiteY3" fmla="*/ 91440 h 1485900"/>
                  <a:gd name="connsiteX0" fmla="*/ 554063 w 576923"/>
                  <a:gd name="connsiteY0" fmla="*/ 0 h 1394460"/>
                  <a:gd name="connsiteX1" fmla="*/ 576923 w 576923"/>
                  <a:gd name="connsiteY1" fmla="*/ 1394460 h 1394460"/>
                  <a:gd name="connsiteX2" fmla="*/ 554063 w 576923"/>
                  <a:gd name="connsiteY2" fmla="*/ 0 h 1394460"/>
                  <a:gd name="connsiteX0" fmla="*/ 554063 w 1015539"/>
                  <a:gd name="connsiteY0" fmla="*/ 0 h 1394460"/>
                  <a:gd name="connsiteX1" fmla="*/ 576923 w 1015539"/>
                  <a:gd name="connsiteY1" fmla="*/ 1394460 h 1394460"/>
                  <a:gd name="connsiteX2" fmla="*/ 554063 w 1015539"/>
                  <a:gd name="connsiteY2" fmla="*/ 0 h 1394460"/>
                  <a:gd name="connsiteX0" fmla="*/ 554063 w 1127601"/>
                  <a:gd name="connsiteY0" fmla="*/ 0 h 1394460"/>
                  <a:gd name="connsiteX1" fmla="*/ 576923 w 1127601"/>
                  <a:gd name="connsiteY1" fmla="*/ 1394460 h 1394460"/>
                  <a:gd name="connsiteX2" fmla="*/ 554063 w 1127601"/>
                  <a:gd name="connsiteY2" fmla="*/ 0 h 1394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7601" h="1394460">
                    <a:moveTo>
                      <a:pt x="554063" y="0"/>
                    </a:moveTo>
                    <a:cubicBezTo>
                      <a:pt x="1582763" y="693420"/>
                      <a:pt x="996023" y="1371600"/>
                      <a:pt x="576923" y="1394460"/>
                    </a:cubicBezTo>
                    <a:cubicBezTo>
                      <a:pt x="112103" y="1371600"/>
                      <a:pt x="-436537" y="762000"/>
                      <a:pt x="554063" y="0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7" name="Group 256">
              <a:extLst>
                <a:ext uri="{FF2B5EF4-FFF2-40B4-BE49-F238E27FC236}">
                  <a16:creationId xmlns:a16="http://schemas.microsoft.com/office/drawing/2014/main" id="{B73D7644-3D23-8F75-3307-06C37B880E84}"/>
                </a:ext>
              </a:extLst>
            </p:cNvPr>
            <p:cNvGrpSpPr/>
            <p:nvPr/>
          </p:nvGrpSpPr>
          <p:grpSpPr>
            <a:xfrm rot="1128457" flipH="1">
              <a:off x="8412659" y="1945295"/>
              <a:ext cx="1504737" cy="2415429"/>
              <a:chOff x="4623717" y="3020368"/>
              <a:chExt cx="1150581" cy="1460192"/>
            </a:xfrm>
            <a:grpFill/>
          </p:grpSpPr>
          <p:sp>
            <p:nvSpPr>
              <p:cNvPr id="298" name="Rectangle 2">
                <a:extLst>
                  <a:ext uri="{FF2B5EF4-FFF2-40B4-BE49-F238E27FC236}">
                    <a16:creationId xmlns:a16="http://schemas.microsoft.com/office/drawing/2014/main" id="{BD51CDD3-A132-5407-1E9F-8573BDEA1AC8}"/>
                  </a:ext>
                </a:extLst>
              </p:cNvPr>
              <p:cNvSpPr/>
              <p:nvPr/>
            </p:nvSpPr>
            <p:spPr>
              <a:xfrm>
                <a:off x="4623717" y="3020368"/>
                <a:ext cx="1127601" cy="1394460"/>
              </a:xfrm>
              <a:custGeom>
                <a:avLst/>
                <a:gdLst>
                  <a:gd name="connsiteX0" fmla="*/ 0 w 457200"/>
                  <a:gd name="connsiteY0" fmla="*/ 0 h 1219200"/>
                  <a:gd name="connsiteX1" fmla="*/ 457200 w 457200"/>
                  <a:gd name="connsiteY1" fmla="*/ 0 h 1219200"/>
                  <a:gd name="connsiteX2" fmla="*/ 457200 w 457200"/>
                  <a:gd name="connsiteY2" fmla="*/ 1219200 h 1219200"/>
                  <a:gd name="connsiteX3" fmla="*/ 0 w 457200"/>
                  <a:gd name="connsiteY3" fmla="*/ 1219200 h 1219200"/>
                  <a:gd name="connsiteX4" fmla="*/ 0 w 457200"/>
                  <a:gd name="connsiteY4" fmla="*/ 0 h 1219200"/>
                  <a:gd name="connsiteX0" fmla="*/ 0 w 624840"/>
                  <a:gd name="connsiteY0" fmla="*/ 91440 h 1219200"/>
                  <a:gd name="connsiteX1" fmla="*/ 624840 w 624840"/>
                  <a:gd name="connsiteY1" fmla="*/ 0 h 1219200"/>
                  <a:gd name="connsiteX2" fmla="*/ 624840 w 624840"/>
                  <a:gd name="connsiteY2" fmla="*/ 1219200 h 1219200"/>
                  <a:gd name="connsiteX3" fmla="*/ 167640 w 624840"/>
                  <a:gd name="connsiteY3" fmla="*/ 1219200 h 1219200"/>
                  <a:gd name="connsiteX4" fmla="*/ 0 w 624840"/>
                  <a:gd name="connsiteY4" fmla="*/ 91440 h 12192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624840 w 624840"/>
                  <a:gd name="connsiteY2" fmla="*/ 1219200 h 1485900"/>
                  <a:gd name="connsiteX3" fmla="*/ 22860 w 624840"/>
                  <a:gd name="connsiteY3" fmla="*/ 1485900 h 1485900"/>
                  <a:gd name="connsiteX4" fmla="*/ 0 w 624840"/>
                  <a:gd name="connsiteY4" fmla="*/ 91440 h 14859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22860 w 624840"/>
                  <a:gd name="connsiteY2" fmla="*/ 1485900 h 1485900"/>
                  <a:gd name="connsiteX3" fmla="*/ 0 w 624840"/>
                  <a:gd name="connsiteY3" fmla="*/ 91440 h 1485900"/>
                  <a:gd name="connsiteX0" fmla="*/ 436076 w 1060916"/>
                  <a:gd name="connsiteY0" fmla="*/ 91440 h 1485900"/>
                  <a:gd name="connsiteX1" fmla="*/ 1060916 w 1060916"/>
                  <a:gd name="connsiteY1" fmla="*/ 0 h 1485900"/>
                  <a:gd name="connsiteX2" fmla="*/ 458936 w 1060916"/>
                  <a:gd name="connsiteY2" fmla="*/ 1485900 h 1485900"/>
                  <a:gd name="connsiteX3" fmla="*/ 436076 w 1060916"/>
                  <a:gd name="connsiteY3" fmla="*/ 91440 h 1485900"/>
                  <a:gd name="connsiteX0" fmla="*/ 554063 w 1178903"/>
                  <a:gd name="connsiteY0" fmla="*/ 91440 h 1485900"/>
                  <a:gd name="connsiteX1" fmla="*/ 1178903 w 1178903"/>
                  <a:gd name="connsiteY1" fmla="*/ 0 h 1485900"/>
                  <a:gd name="connsiteX2" fmla="*/ 576923 w 1178903"/>
                  <a:gd name="connsiteY2" fmla="*/ 1485900 h 1485900"/>
                  <a:gd name="connsiteX3" fmla="*/ 554063 w 1178903"/>
                  <a:gd name="connsiteY3" fmla="*/ 91440 h 1485900"/>
                  <a:gd name="connsiteX0" fmla="*/ 554063 w 576923"/>
                  <a:gd name="connsiteY0" fmla="*/ 0 h 1394460"/>
                  <a:gd name="connsiteX1" fmla="*/ 576923 w 576923"/>
                  <a:gd name="connsiteY1" fmla="*/ 1394460 h 1394460"/>
                  <a:gd name="connsiteX2" fmla="*/ 554063 w 576923"/>
                  <a:gd name="connsiteY2" fmla="*/ 0 h 1394460"/>
                  <a:gd name="connsiteX0" fmla="*/ 554063 w 1015539"/>
                  <a:gd name="connsiteY0" fmla="*/ 0 h 1394460"/>
                  <a:gd name="connsiteX1" fmla="*/ 576923 w 1015539"/>
                  <a:gd name="connsiteY1" fmla="*/ 1394460 h 1394460"/>
                  <a:gd name="connsiteX2" fmla="*/ 554063 w 1015539"/>
                  <a:gd name="connsiteY2" fmla="*/ 0 h 1394460"/>
                  <a:gd name="connsiteX0" fmla="*/ 554063 w 1127601"/>
                  <a:gd name="connsiteY0" fmla="*/ 0 h 1394460"/>
                  <a:gd name="connsiteX1" fmla="*/ 576923 w 1127601"/>
                  <a:gd name="connsiteY1" fmla="*/ 1394460 h 1394460"/>
                  <a:gd name="connsiteX2" fmla="*/ 554063 w 1127601"/>
                  <a:gd name="connsiteY2" fmla="*/ 0 h 1394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7601" h="1394460">
                    <a:moveTo>
                      <a:pt x="554063" y="0"/>
                    </a:moveTo>
                    <a:cubicBezTo>
                      <a:pt x="1582763" y="693420"/>
                      <a:pt x="996023" y="1371600"/>
                      <a:pt x="576923" y="1394460"/>
                    </a:cubicBezTo>
                    <a:cubicBezTo>
                      <a:pt x="112103" y="1371600"/>
                      <a:pt x="-436537" y="762000"/>
                      <a:pt x="554063" y="0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9" name="Rectangle 2">
                <a:extLst>
                  <a:ext uri="{FF2B5EF4-FFF2-40B4-BE49-F238E27FC236}">
                    <a16:creationId xmlns:a16="http://schemas.microsoft.com/office/drawing/2014/main" id="{7C72537F-B09F-BD7A-67B3-76747E18DF85}"/>
                  </a:ext>
                </a:extLst>
              </p:cNvPr>
              <p:cNvSpPr/>
              <p:nvPr/>
            </p:nvSpPr>
            <p:spPr>
              <a:xfrm>
                <a:off x="4646697" y="3086100"/>
                <a:ext cx="1127601" cy="1394460"/>
              </a:xfrm>
              <a:custGeom>
                <a:avLst/>
                <a:gdLst>
                  <a:gd name="connsiteX0" fmla="*/ 0 w 457200"/>
                  <a:gd name="connsiteY0" fmla="*/ 0 h 1219200"/>
                  <a:gd name="connsiteX1" fmla="*/ 457200 w 457200"/>
                  <a:gd name="connsiteY1" fmla="*/ 0 h 1219200"/>
                  <a:gd name="connsiteX2" fmla="*/ 457200 w 457200"/>
                  <a:gd name="connsiteY2" fmla="*/ 1219200 h 1219200"/>
                  <a:gd name="connsiteX3" fmla="*/ 0 w 457200"/>
                  <a:gd name="connsiteY3" fmla="*/ 1219200 h 1219200"/>
                  <a:gd name="connsiteX4" fmla="*/ 0 w 457200"/>
                  <a:gd name="connsiteY4" fmla="*/ 0 h 1219200"/>
                  <a:gd name="connsiteX0" fmla="*/ 0 w 624840"/>
                  <a:gd name="connsiteY0" fmla="*/ 91440 h 1219200"/>
                  <a:gd name="connsiteX1" fmla="*/ 624840 w 624840"/>
                  <a:gd name="connsiteY1" fmla="*/ 0 h 1219200"/>
                  <a:gd name="connsiteX2" fmla="*/ 624840 w 624840"/>
                  <a:gd name="connsiteY2" fmla="*/ 1219200 h 1219200"/>
                  <a:gd name="connsiteX3" fmla="*/ 167640 w 624840"/>
                  <a:gd name="connsiteY3" fmla="*/ 1219200 h 1219200"/>
                  <a:gd name="connsiteX4" fmla="*/ 0 w 624840"/>
                  <a:gd name="connsiteY4" fmla="*/ 91440 h 12192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624840 w 624840"/>
                  <a:gd name="connsiteY2" fmla="*/ 1219200 h 1485900"/>
                  <a:gd name="connsiteX3" fmla="*/ 22860 w 624840"/>
                  <a:gd name="connsiteY3" fmla="*/ 1485900 h 1485900"/>
                  <a:gd name="connsiteX4" fmla="*/ 0 w 624840"/>
                  <a:gd name="connsiteY4" fmla="*/ 91440 h 14859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22860 w 624840"/>
                  <a:gd name="connsiteY2" fmla="*/ 1485900 h 1485900"/>
                  <a:gd name="connsiteX3" fmla="*/ 0 w 624840"/>
                  <a:gd name="connsiteY3" fmla="*/ 91440 h 1485900"/>
                  <a:gd name="connsiteX0" fmla="*/ 436076 w 1060916"/>
                  <a:gd name="connsiteY0" fmla="*/ 91440 h 1485900"/>
                  <a:gd name="connsiteX1" fmla="*/ 1060916 w 1060916"/>
                  <a:gd name="connsiteY1" fmla="*/ 0 h 1485900"/>
                  <a:gd name="connsiteX2" fmla="*/ 458936 w 1060916"/>
                  <a:gd name="connsiteY2" fmla="*/ 1485900 h 1485900"/>
                  <a:gd name="connsiteX3" fmla="*/ 436076 w 1060916"/>
                  <a:gd name="connsiteY3" fmla="*/ 91440 h 1485900"/>
                  <a:gd name="connsiteX0" fmla="*/ 554063 w 1178903"/>
                  <a:gd name="connsiteY0" fmla="*/ 91440 h 1485900"/>
                  <a:gd name="connsiteX1" fmla="*/ 1178903 w 1178903"/>
                  <a:gd name="connsiteY1" fmla="*/ 0 h 1485900"/>
                  <a:gd name="connsiteX2" fmla="*/ 576923 w 1178903"/>
                  <a:gd name="connsiteY2" fmla="*/ 1485900 h 1485900"/>
                  <a:gd name="connsiteX3" fmla="*/ 554063 w 1178903"/>
                  <a:gd name="connsiteY3" fmla="*/ 91440 h 1485900"/>
                  <a:gd name="connsiteX0" fmla="*/ 554063 w 576923"/>
                  <a:gd name="connsiteY0" fmla="*/ 0 h 1394460"/>
                  <a:gd name="connsiteX1" fmla="*/ 576923 w 576923"/>
                  <a:gd name="connsiteY1" fmla="*/ 1394460 h 1394460"/>
                  <a:gd name="connsiteX2" fmla="*/ 554063 w 576923"/>
                  <a:gd name="connsiteY2" fmla="*/ 0 h 1394460"/>
                  <a:gd name="connsiteX0" fmla="*/ 554063 w 1015539"/>
                  <a:gd name="connsiteY0" fmla="*/ 0 h 1394460"/>
                  <a:gd name="connsiteX1" fmla="*/ 576923 w 1015539"/>
                  <a:gd name="connsiteY1" fmla="*/ 1394460 h 1394460"/>
                  <a:gd name="connsiteX2" fmla="*/ 554063 w 1015539"/>
                  <a:gd name="connsiteY2" fmla="*/ 0 h 1394460"/>
                  <a:gd name="connsiteX0" fmla="*/ 554063 w 1127601"/>
                  <a:gd name="connsiteY0" fmla="*/ 0 h 1394460"/>
                  <a:gd name="connsiteX1" fmla="*/ 576923 w 1127601"/>
                  <a:gd name="connsiteY1" fmla="*/ 1394460 h 1394460"/>
                  <a:gd name="connsiteX2" fmla="*/ 554063 w 1127601"/>
                  <a:gd name="connsiteY2" fmla="*/ 0 h 1394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7601" h="1394460">
                    <a:moveTo>
                      <a:pt x="554063" y="0"/>
                    </a:moveTo>
                    <a:cubicBezTo>
                      <a:pt x="1582763" y="693420"/>
                      <a:pt x="996023" y="1371600"/>
                      <a:pt x="576923" y="1394460"/>
                    </a:cubicBezTo>
                    <a:cubicBezTo>
                      <a:pt x="112103" y="1371600"/>
                      <a:pt x="-436537" y="762000"/>
                      <a:pt x="554063" y="0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8" name="Group 257">
              <a:extLst>
                <a:ext uri="{FF2B5EF4-FFF2-40B4-BE49-F238E27FC236}">
                  <a16:creationId xmlns:a16="http://schemas.microsoft.com/office/drawing/2014/main" id="{0E64E893-C8F8-AE9E-ABC6-8CD646E5D0A8}"/>
                </a:ext>
              </a:extLst>
            </p:cNvPr>
            <p:cNvGrpSpPr/>
            <p:nvPr/>
          </p:nvGrpSpPr>
          <p:grpSpPr>
            <a:xfrm rot="20471543">
              <a:off x="5976078" y="1964587"/>
              <a:ext cx="1502004" cy="2412860"/>
              <a:chOff x="4625807" y="3021921"/>
              <a:chExt cx="1148491" cy="1458639"/>
            </a:xfrm>
            <a:grpFill/>
          </p:grpSpPr>
          <p:sp>
            <p:nvSpPr>
              <p:cNvPr id="296" name="Rectangle 2">
                <a:extLst>
                  <a:ext uri="{FF2B5EF4-FFF2-40B4-BE49-F238E27FC236}">
                    <a16:creationId xmlns:a16="http://schemas.microsoft.com/office/drawing/2014/main" id="{BD5F450F-9823-F909-AA6F-D9204C646DB1}"/>
                  </a:ext>
                </a:extLst>
              </p:cNvPr>
              <p:cNvSpPr/>
              <p:nvPr/>
            </p:nvSpPr>
            <p:spPr>
              <a:xfrm>
                <a:off x="4625807" y="3021921"/>
                <a:ext cx="1127601" cy="1394460"/>
              </a:xfrm>
              <a:custGeom>
                <a:avLst/>
                <a:gdLst>
                  <a:gd name="connsiteX0" fmla="*/ 0 w 457200"/>
                  <a:gd name="connsiteY0" fmla="*/ 0 h 1219200"/>
                  <a:gd name="connsiteX1" fmla="*/ 457200 w 457200"/>
                  <a:gd name="connsiteY1" fmla="*/ 0 h 1219200"/>
                  <a:gd name="connsiteX2" fmla="*/ 457200 w 457200"/>
                  <a:gd name="connsiteY2" fmla="*/ 1219200 h 1219200"/>
                  <a:gd name="connsiteX3" fmla="*/ 0 w 457200"/>
                  <a:gd name="connsiteY3" fmla="*/ 1219200 h 1219200"/>
                  <a:gd name="connsiteX4" fmla="*/ 0 w 457200"/>
                  <a:gd name="connsiteY4" fmla="*/ 0 h 1219200"/>
                  <a:gd name="connsiteX0" fmla="*/ 0 w 624840"/>
                  <a:gd name="connsiteY0" fmla="*/ 91440 h 1219200"/>
                  <a:gd name="connsiteX1" fmla="*/ 624840 w 624840"/>
                  <a:gd name="connsiteY1" fmla="*/ 0 h 1219200"/>
                  <a:gd name="connsiteX2" fmla="*/ 624840 w 624840"/>
                  <a:gd name="connsiteY2" fmla="*/ 1219200 h 1219200"/>
                  <a:gd name="connsiteX3" fmla="*/ 167640 w 624840"/>
                  <a:gd name="connsiteY3" fmla="*/ 1219200 h 1219200"/>
                  <a:gd name="connsiteX4" fmla="*/ 0 w 624840"/>
                  <a:gd name="connsiteY4" fmla="*/ 91440 h 12192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624840 w 624840"/>
                  <a:gd name="connsiteY2" fmla="*/ 1219200 h 1485900"/>
                  <a:gd name="connsiteX3" fmla="*/ 22860 w 624840"/>
                  <a:gd name="connsiteY3" fmla="*/ 1485900 h 1485900"/>
                  <a:gd name="connsiteX4" fmla="*/ 0 w 624840"/>
                  <a:gd name="connsiteY4" fmla="*/ 91440 h 14859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22860 w 624840"/>
                  <a:gd name="connsiteY2" fmla="*/ 1485900 h 1485900"/>
                  <a:gd name="connsiteX3" fmla="*/ 0 w 624840"/>
                  <a:gd name="connsiteY3" fmla="*/ 91440 h 1485900"/>
                  <a:gd name="connsiteX0" fmla="*/ 436076 w 1060916"/>
                  <a:gd name="connsiteY0" fmla="*/ 91440 h 1485900"/>
                  <a:gd name="connsiteX1" fmla="*/ 1060916 w 1060916"/>
                  <a:gd name="connsiteY1" fmla="*/ 0 h 1485900"/>
                  <a:gd name="connsiteX2" fmla="*/ 458936 w 1060916"/>
                  <a:gd name="connsiteY2" fmla="*/ 1485900 h 1485900"/>
                  <a:gd name="connsiteX3" fmla="*/ 436076 w 1060916"/>
                  <a:gd name="connsiteY3" fmla="*/ 91440 h 1485900"/>
                  <a:gd name="connsiteX0" fmla="*/ 554063 w 1178903"/>
                  <a:gd name="connsiteY0" fmla="*/ 91440 h 1485900"/>
                  <a:gd name="connsiteX1" fmla="*/ 1178903 w 1178903"/>
                  <a:gd name="connsiteY1" fmla="*/ 0 h 1485900"/>
                  <a:gd name="connsiteX2" fmla="*/ 576923 w 1178903"/>
                  <a:gd name="connsiteY2" fmla="*/ 1485900 h 1485900"/>
                  <a:gd name="connsiteX3" fmla="*/ 554063 w 1178903"/>
                  <a:gd name="connsiteY3" fmla="*/ 91440 h 1485900"/>
                  <a:gd name="connsiteX0" fmla="*/ 554063 w 576923"/>
                  <a:gd name="connsiteY0" fmla="*/ 0 h 1394460"/>
                  <a:gd name="connsiteX1" fmla="*/ 576923 w 576923"/>
                  <a:gd name="connsiteY1" fmla="*/ 1394460 h 1394460"/>
                  <a:gd name="connsiteX2" fmla="*/ 554063 w 576923"/>
                  <a:gd name="connsiteY2" fmla="*/ 0 h 1394460"/>
                  <a:gd name="connsiteX0" fmla="*/ 554063 w 1015539"/>
                  <a:gd name="connsiteY0" fmla="*/ 0 h 1394460"/>
                  <a:gd name="connsiteX1" fmla="*/ 576923 w 1015539"/>
                  <a:gd name="connsiteY1" fmla="*/ 1394460 h 1394460"/>
                  <a:gd name="connsiteX2" fmla="*/ 554063 w 1015539"/>
                  <a:gd name="connsiteY2" fmla="*/ 0 h 1394460"/>
                  <a:gd name="connsiteX0" fmla="*/ 554063 w 1127601"/>
                  <a:gd name="connsiteY0" fmla="*/ 0 h 1394460"/>
                  <a:gd name="connsiteX1" fmla="*/ 576923 w 1127601"/>
                  <a:gd name="connsiteY1" fmla="*/ 1394460 h 1394460"/>
                  <a:gd name="connsiteX2" fmla="*/ 554063 w 1127601"/>
                  <a:gd name="connsiteY2" fmla="*/ 0 h 1394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7601" h="1394460">
                    <a:moveTo>
                      <a:pt x="554063" y="0"/>
                    </a:moveTo>
                    <a:cubicBezTo>
                      <a:pt x="1582763" y="693420"/>
                      <a:pt x="996023" y="1371600"/>
                      <a:pt x="576923" y="1394460"/>
                    </a:cubicBezTo>
                    <a:cubicBezTo>
                      <a:pt x="112103" y="1371600"/>
                      <a:pt x="-436537" y="762000"/>
                      <a:pt x="554063" y="0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7" name="Rectangle 2">
                <a:extLst>
                  <a:ext uri="{FF2B5EF4-FFF2-40B4-BE49-F238E27FC236}">
                    <a16:creationId xmlns:a16="http://schemas.microsoft.com/office/drawing/2014/main" id="{2FD0286A-99D1-1404-79A7-1070F8B79058}"/>
                  </a:ext>
                </a:extLst>
              </p:cNvPr>
              <p:cNvSpPr/>
              <p:nvPr/>
            </p:nvSpPr>
            <p:spPr>
              <a:xfrm>
                <a:off x="4646697" y="3086100"/>
                <a:ext cx="1127601" cy="1394460"/>
              </a:xfrm>
              <a:custGeom>
                <a:avLst/>
                <a:gdLst>
                  <a:gd name="connsiteX0" fmla="*/ 0 w 457200"/>
                  <a:gd name="connsiteY0" fmla="*/ 0 h 1219200"/>
                  <a:gd name="connsiteX1" fmla="*/ 457200 w 457200"/>
                  <a:gd name="connsiteY1" fmla="*/ 0 h 1219200"/>
                  <a:gd name="connsiteX2" fmla="*/ 457200 w 457200"/>
                  <a:gd name="connsiteY2" fmla="*/ 1219200 h 1219200"/>
                  <a:gd name="connsiteX3" fmla="*/ 0 w 457200"/>
                  <a:gd name="connsiteY3" fmla="*/ 1219200 h 1219200"/>
                  <a:gd name="connsiteX4" fmla="*/ 0 w 457200"/>
                  <a:gd name="connsiteY4" fmla="*/ 0 h 1219200"/>
                  <a:gd name="connsiteX0" fmla="*/ 0 w 624840"/>
                  <a:gd name="connsiteY0" fmla="*/ 91440 h 1219200"/>
                  <a:gd name="connsiteX1" fmla="*/ 624840 w 624840"/>
                  <a:gd name="connsiteY1" fmla="*/ 0 h 1219200"/>
                  <a:gd name="connsiteX2" fmla="*/ 624840 w 624840"/>
                  <a:gd name="connsiteY2" fmla="*/ 1219200 h 1219200"/>
                  <a:gd name="connsiteX3" fmla="*/ 167640 w 624840"/>
                  <a:gd name="connsiteY3" fmla="*/ 1219200 h 1219200"/>
                  <a:gd name="connsiteX4" fmla="*/ 0 w 624840"/>
                  <a:gd name="connsiteY4" fmla="*/ 91440 h 12192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624840 w 624840"/>
                  <a:gd name="connsiteY2" fmla="*/ 1219200 h 1485900"/>
                  <a:gd name="connsiteX3" fmla="*/ 22860 w 624840"/>
                  <a:gd name="connsiteY3" fmla="*/ 1485900 h 1485900"/>
                  <a:gd name="connsiteX4" fmla="*/ 0 w 624840"/>
                  <a:gd name="connsiteY4" fmla="*/ 91440 h 14859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22860 w 624840"/>
                  <a:gd name="connsiteY2" fmla="*/ 1485900 h 1485900"/>
                  <a:gd name="connsiteX3" fmla="*/ 0 w 624840"/>
                  <a:gd name="connsiteY3" fmla="*/ 91440 h 1485900"/>
                  <a:gd name="connsiteX0" fmla="*/ 436076 w 1060916"/>
                  <a:gd name="connsiteY0" fmla="*/ 91440 h 1485900"/>
                  <a:gd name="connsiteX1" fmla="*/ 1060916 w 1060916"/>
                  <a:gd name="connsiteY1" fmla="*/ 0 h 1485900"/>
                  <a:gd name="connsiteX2" fmla="*/ 458936 w 1060916"/>
                  <a:gd name="connsiteY2" fmla="*/ 1485900 h 1485900"/>
                  <a:gd name="connsiteX3" fmla="*/ 436076 w 1060916"/>
                  <a:gd name="connsiteY3" fmla="*/ 91440 h 1485900"/>
                  <a:gd name="connsiteX0" fmla="*/ 554063 w 1178903"/>
                  <a:gd name="connsiteY0" fmla="*/ 91440 h 1485900"/>
                  <a:gd name="connsiteX1" fmla="*/ 1178903 w 1178903"/>
                  <a:gd name="connsiteY1" fmla="*/ 0 h 1485900"/>
                  <a:gd name="connsiteX2" fmla="*/ 576923 w 1178903"/>
                  <a:gd name="connsiteY2" fmla="*/ 1485900 h 1485900"/>
                  <a:gd name="connsiteX3" fmla="*/ 554063 w 1178903"/>
                  <a:gd name="connsiteY3" fmla="*/ 91440 h 1485900"/>
                  <a:gd name="connsiteX0" fmla="*/ 554063 w 576923"/>
                  <a:gd name="connsiteY0" fmla="*/ 0 h 1394460"/>
                  <a:gd name="connsiteX1" fmla="*/ 576923 w 576923"/>
                  <a:gd name="connsiteY1" fmla="*/ 1394460 h 1394460"/>
                  <a:gd name="connsiteX2" fmla="*/ 554063 w 576923"/>
                  <a:gd name="connsiteY2" fmla="*/ 0 h 1394460"/>
                  <a:gd name="connsiteX0" fmla="*/ 554063 w 1015539"/>
                  <a:gd name="connsiteY0" fmla="*/ 0 h 1394460"/>
                  <a:gd name="connsiteX1" fmla="*/ 576923 w 1015539"/>
                  <a:gd name="connsiteY1" fmla="*/ 1394460 h 1394460"/>
                  <a:gd name="connsiteX2" fmla="*/ 554063 w 1015539"/>
                  <a:gd name="connsiteY2" fmla="*/ 0 h 1394460"/>
                  <a:gd name="connsiteX0" fmla="*/ 554063 w 1127601"/>
                  <a:gd name="connsiteY0" fmla="*/ 0 h 1394460"/>
                  <a:gd name="connsiteX1" fmla="*/ 576923 w 1127601"/>
                  <a:gd name="connsiteY1" fmla="*/ 1394460 h 1394460"/>
                  <a:gd name="connsiteX2" fmla="*/ 554063 w 1127601"/>
                  <a:gd name="connsiteY2" fmla="*/ 0 h 1394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7601" h="1394460">
                    <a:moveTo>
                      <a:pt x="554063" y="0"/>
                    </a:moveTo>
                    <a:cubicBezTo>
                      <a:pt x="1582763" y="693420"/>
                      <a:pt x="996023" y="1371600"/>
                      <a:pt x="576923" y="1394460"/>
                    </a:cubicBezTo>
                    <a:cubicBezTo>
                      <a:pt x="112103" y="1371600"/>
                      <a:pt x="-436537" y="762000"/>
                      <a:pt x="554063" y="0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9" name="Group 258">
              <a:extLst>
                <a:ext uri="{FF2B5EF4-FFF2-40B4-BE49-F238E27FC236}">
                  <a16:creationId xmlns:a16="http://schemas.microsoft.com/office/drawing/2014/main" id="{B49B439D-1671-0A4E-402C-3621BF6DAF7B}"/>
                </a:ext>
              </a:extLst>
            </p:cNvPr>
            <p:cNvGrpSpPr/>
            <p:nvPr/>
          </p:nvGrpSpPr>
          <p:grpSpPr>
            <a:xfrm rot="20471543">
              <a:off x="5857207" y="3184949"/>
              <a:ext cx="1495848" cy="2413905"/>
              <a:chOff x="4630514" y="3086100"/>
              <a:chExt cx="1143784" cy="1459271"/>
            </a:xfrm>
            <a:grpFill/>
          </p:grpSpPr>
          <p:sp>
            <p:nvSpPr>
              <p:cNvPr id="293" name="Rectangle 2">
                <a:extLst>
                  <a:ext uri="{FF2B5EF4-FFF2-40B4-BE49-F238E27FC236}">
                    <a16:creationId xmlns:a16="http://schemas.microsoft.com/office/drawing/2014/main" id="{309C1D11-3430-AE40-5C28-C31843D145BC}"/>
                  </a:ext>
                </a:extLst>
              </p:cNvPr>
              <p:cNvSpPr/>
              <p:nvPr/>
            </p:nvSpPr>
            <p:spPr>
              <a:xfrm>
                <a:off x="4630514" y="3150911"/>
                <a:ext cx="1127601" cy="1394460"/>
              </a:xfrm>
              <a:custGeom>
                <a:avLst/>
                <a:gdLst>
                  <a:gd name="connsiteX0" fmla="*/ 0 w 457200"/>
                  <a:gd name="connsiteY0" fmla="*/ 0 h 1219200"/>
                  <a:gd name="connsiteX1" fmla="*/ 457200 w 457200"/>
                  <a:gd name="connsiteY1" fmla="*/ 0 h 1219200"/>
                  <a:gd name="connsiteX2" fmla="*/ 457200 w 457200"/>
                  <a:gd name="connsiteY2" fmla="*/ 1219200 h 1219200"/>
                  <a:gd name="connsiteX3" fmla="*/ 0 w 457200"/>
                  <a:gd name="connsiteY3" fmla="*/ 1219200 h 1219200"/>
                  <a:gd name="connsiteX4" fmla="*/ 0 w 457200"/>
                  <a:gd name="connsiteY4" fmla="*/ 0 h 1219200"/>
                  <a:gd name="connsiteX0" fmla="*/ 0 w 624840"/>
                  <a:gd name="connsiteY0" fmla="*/ 91440 h 1219200"/>
                  <a:gd name="connsiteX1" fmla="*/ 624840 w 624840"/>
                  <a:gd name="connsiteY1" fmla="*/ 0 h 1219200"/>
                  <a:gd name="connsiteX2" fmla="*/ 624840 w 624840"/>
                  <a:gd name="connsiteY2" fmla="*/ 1219200 h 1219200"/>
                  <a:gd name="connsiteX3" fmla="*/ 167640 w 624840"/>
                  <a:gd name="connsiteY3" fmla="*/ 1219200 h 1219200"/>
                  <a:gd name="connsiteX4" fmla="*/ 0 w 624840"/>
                  <a:gd name="connsiteY4" fmla="*/ 91440 h 12192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624840 w 624840"/>
                  <a:gd name="connsiteY2" fmla="*/ 1219200 h 1485900"/>
                  <a:gd name="connsiteX3" fmla="*/ 22860 w 624840"/>
                  <a:gd name="connsiteY3" fmla="*/ 1485900 h 1485900"/>
                  <a:gd name="connsiteX4" fmla="*/ 0 w 624840"/>
                  <a:gd name="connsiteY4" fmla="*/ 91440 h 14859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22860 w 624840"/>
                  <a:gd name="connsiteY2" fmla="*/ 1485900 h 1485900"/>
                  <a:gd name="connsiteX3" fmla="*/ 0 w 624840"/>
                  <a:gd name="connsiteY3" fmla="*/ 91440 h 1485900"/>
                  <a:gd name="connsiteX0" fmla="*/ 436076 w 1060916"/>
                  <a:gd name="connsiteY0" fmla="*/ 91440 h 1485900"/>
                  <a:gd name="connsiteX1" fmla="*/ 1060916 w 1060916"/>
                  <a:gd name="connsiteY1" fmla="*/ 0 h 1485900"/>
                  <a:gd name="connsiteX2" fmla="*/ 458936 w 1060916"/>
                  <a:gd name="connsiteY2" fmla="*/ 1485900 h 1485900"/>
                  <a:gd name="connsiteX3" fmla="*/ 436076 w 1060916"/>
                  <a:gd name="connsiteY3" fmla="*/ 91440 h 1485900"/>
                  <a:gd name="connsiteX0" fmla="*/ 554063 w 1178903"/>
                  <a:gd name="connsiteY0" fmla="*/ 91440 h 1485900"/>
                  <a:gd name="connsiteX1" fmla="*/ 1178903 w 1178903"/>
                  <a:gd name="connsiteY1" fmla="*/ 0 h 1485900"/>
                  <a:gd name="connsiteX2" fmla="*/ 576923 w 1178903"/>
                  <a:gd name="connsiteY2" fmla="*/ 1485900 h 1485900"/>
                  <a:gd name="connsiteX3" fmla="*/ 554063 w 1178903"/>
                  <a:gd name="connsiteY3" fmla="*/ 91440 h 1485900"/>
                  <a:gd name="connsiteX0" fmla="*/ 554063 w 576923"/>
                  <a:gd name="connsiteY0" fmla="*/ 0 h 1394460"/>
                  <a:gd name="connsiteX1" fmla="*/ 576923 w 576923"/>
                  <a:gd name="connsiteY1" fmla="*/ 1394460 h 1394460"/>
                  <a:gd name="connsiteX2" fmla="*/ 554063 w 576923"/>
                  <a:gd name="connsiteY2" fmla="*/ 0 h 1394460"/>
                  <a:gd name="connsiteX0" fmla="*/ 554063 w 1015539"/>
                  <a:gd name="connsiteY0" fmla="*/ 0 h 1394460"/>
                  <a:gd name="connsiteX1" fmla="*/ 576923 w 1015539"/>
                  <a:gd name="connsiteY1" fmla="*/ 1394460 h 1394460"/>
                  <a:gd name="connsiteX2" fmla="*/ 554063 w 1015539"/>
                  <a:gd name="connsiteY2" fmla="*/ 0 h 1394460"/>
                  <a:gd name="connsiteX0" fmla="*/ 554063 w 1127601"/>
                  <a:gd name="connsiteY0" fmla="*/ 0 h 1394460"/>
                  <a:gd name="connsiteX1" fmla="*/ 576923 w 1127601"/>
                  <a:gd name="connsiteY1" fmla="*/ 1394460 h 1394460"/>
                  <a:gd name="connsiteX2" fmla="*/ 554063 w 1127601"/>
                  <a:gd name="connsiteY2" fmla="*/ 0 h 1394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7601" h="1394460">
                    <a:moveTo>
                      <a:pt x="554063" y="0"/>
                    </a:moveTo>
                    <a:cubicBezTo>
                      <a:pt x="1582763" y="693420"/>
                      <a:pt x="996023" y="1371600"/>
                      <a:pt x="576923" y="1394460"/>
                    </a:cubicBezTo>
                    <a:cubicBezTo>
                      <a:pt x="112103" y="1371600"/>
                      <a:pt x="-436537" y="762000"/>
                      <a:pt x="554063" y="0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4" name="Rectangle 2">
                <a:extLst>
                  <a:ext uri="{FF2B5EF4-FFF2-40B4-BE49-F238E27FC236}">
                    <a16:creationId xmlns:a16="http://schemas.microsoft.com/office/drawing/2014/main" id="{A3311AF3-5ECF-793A-12AD-62C6B9E1A9BF}"/>
                  </a:ext>
                </a:extLst>
              </p:cNvPr>
              <p:cNvSpPr/>
              <p:nvPr/>
            </p:nvSpPr>
            <p:spPr>
              <a:xfrm>
                <a:off x="4646697" y="3086100"/>
                <a:ext cx="1127601" cy="1394460"/>
              </a:xfrm>
              <a:custGeom>
                <a:avLst/>
                <a:gdLst>
                  <a:gd name="connsiteX0" fmla="*/ 0 w 457200"/>
                  <a:gd name="connsiteY0" fmla="*/ 0 h 1219200"/>
                  <a:gd name="connsiteX1" fmla="*/ 457200 w 457200"/>
                  <a:gd name="connsiteY1" fmla="*/ 0 h 1219200"/>
                  <a:gd name="connsiteX2" fmla="*/ 457200 w 457200"/>
                  <a:gd name="connsiteY2" fmla="*/ 1219200 h 1219200"/>
                  <a:gd name="connsiteX3" fmla="*/ 0 w 457200"/>
                  <a:gd name="connsiteY3" fmla="*/ 1219200 h 1219200"/>
                  <a:gd name="connsiteX4" fmla="*/ 0 w 457200"/>
                  <a:gd name="connsiteY4" fmla="*/ 0 h 1219200"/>
                  <a:gd name="connsiteX0" fmla="*/ 0 w 624840"/>
                  <a:gd name="connsiteY0" fmla="*/ 91440 h 1219200"/>
                  <a:gd name="connsiteX1" fmla="*/ 624840 w 624840"/>
                  <a:gd name="connsiteY1" fmla="*/ 0 h 1219200"/>
                  <a:gd name="connsiteX2" fmla="*/ 624840 w 624840"/>
                  <a:gd name="connsiteY2" fmla="*/ 1219200 h 1219200"/>
                  <a:gd name="connsiteX3" fmla="*/ 167640 w 624840"/>
                  <a:gd name="connsiteY3" fmla="*/ 1219200 h 1219200"/>
                  <a:gd name="connsiteX4" fmla="*/ 0 w 624840"/>
                  <a:gd name="connsiteY4" fmla="*/ 91440 h 12192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624840 w 624840"/>
                  <a:gd name="connsiteY2" fmla="*/ 1219200 h 1485900"/>
                  <a:gd name="connsiteX3" fmla="*/ 22860 w 624840"/>
                  <a:gd name="connsiteY3" fmla="*/ 1485900 h 1485900"/>
                  <a:gd name="connsiteX4" fmla="*/ 0 w 624840"/>
                  <a:gd name="connsiteY4" fmla="*/ 91440 h 14859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22860 w 624840"/>
                  <a:gd name="connsiteY2" fmla="*/ 1485900 h 1485900"/>
                  <a:gd name="connsiteX3" fmla="*/ 0 w 624840"/>
                  <a:gd name="connsiteY3" fmla="*/ 91440 h 1485900"/>
                  <a:gd name="connsiteX0" fmla="*/ 436076 w 1060916"/>
                  <a:gd name="connsiteY0" fmla="*/ 91440 h 1485900"/>
                  <a:gd name="connsiteX1" fmla="*/ 1060916 w 1060916"/>
                  <a:gd name="connsiteY1" fmla="*/ 0 h 1485900"/>
                  <a:gd name="connsiteX2" fmla="*/ 458936 w 1060916"/>
                  <a:gd name="connsiteY2" fmla="*/ 1485900 h 1485900"/>
                  <a:gd name="connsiteX3" fmla="*/ 436076 w 1060916"/>
                  <a:gd name="connsiteY3" fmla="*/ 91440 h 1485900"/>
                  <a:gd name="connsiteX0" fmla="*/ 554063 w 1178903"/>
                  <a:gd name="connsiteY0" fmla="*/ 91440 h 1485900"/>
                  <a:gd name="connsiteX1" fmla="*/ 1178903 w 1178903"/>
                  <a:gd name="connsiteY1" fmla="*/ 0 h 1485900"/>
                  <a:gd name="connsiteX2" fmla="*/ 576923 w 1178903"/>
                  <a:gd name="connsiteY2" fmla="*/ 1485900 h 1485900"/>
                  <a:gd name="connsiteX3" fmla="*/ 554063 w 1178903"/>
                  <a:gd name="connsiteY3" fmla="*/ 91440 h 1485900"/>
                  <a:gd name="connsiteX0" fmla="*/ 554063 w 576923"/>
                  <a:gd name="connsiteY0" fmla="*/ 0 h 1394460"/>
                  <a:gd name="connsiteX1" fmla="*/ 576923 w 576923"/>
                  <a:gd name="connsiteY1" fmla="*/ 1394460 h 1394460"/>
                  <a:gd name="connsiteX2" fmla="*/ 554063 w 576923"/>
                  <a:gd name="connsiteY2" fmla="*/ 0 h 1394460"/>
                  <a:gd name="connsiteX0" fmla="*/ 554063 w 1015539"/>
                  <a:gd name="connsiteY0" fmla="*/ 0 h 1394460"/>
                  <a:gd name="connsiteX1" fmla="*/ 576923 w 1015539"/>
                  <a:gd name="connsiteY1" fmla="*/ 1394460 h 1394460"/>
                  <a:gd name="connsiteX2" fmla="*/ 554063 w 1015539"/>
                  <a:gd name="connsiteY2" fmla="*/ 0 h 1394460"/>
                  <a:gd name="connsiteX0" fmla="*/ 554063 w 1127601"/>
                  <a:gd name="connsiteY0" fmla="*/ 0 h 1394460"/>
                  <a:gd name="connsiteX1" fmla="*/ 576923 w 1127601"/>
                  <a:gd name="connsiteY1" fmla="*/ 1394460 h 1394460"/>
                  <a:gd name="connsiteX2" fmla="*/ 554063 w 1127601"/>
                  <a:gd name="connsiteY2" fmla="*/ 0 h 1394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7601" h="1394460">
                    <a:moveTo>
                      <a:pt x="554063" y="0"/>
                    </a:moveTo>
                    <a:cubicBezTo>
                      <a:pt x="1582763" y="693420"/>
                      <a:pt x="996023" y="1371600"/>
                      <a:pt x="576923" y="1394460"/>
                    </a:cubicBezTo>
                    <a:cubicBezTo>
                      <a:pt x="112103" y="1371600"/>
                      <a:pt x="-436537" y="762000"/>
                      <a:pt x="554063" y="0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3CA0CE0C-0385-8853-51F2-36384914BFAA}"/>
                  </a:ext>
                </a:extLst>
              </p:cNvPr>
              <p:cNvSpPr/>
              <p:nvPr/>
            </p:nvSpPr>
            <p:spPr>
              <a:xfrm>
                <a:off x="5212080" y="3101340"/>
                <a:ext cx="0" cy="693420"/>
              </a:xfrm>
              <a:custGeom>
                <a:avLst/>
                <a:gdLst>
                  <a:gd name="connsiteX0" fmla="*/ 0 w 0"/>
                  <a:gd name="connsiteY0" fmla="*/ 0 h 693420"/>
                  <a:gd name="connsiteX1" fmla="*/ 0 w 0"/>
                  <a:gd name="connsiteY1" fmla="*/ 693420 h 693420"/>
                  <a:gd name="connsiteX2" fmla="*/ 0 w 0"/>
                  <a:gd name="connsiteY2" fmla="*/ 693420 h 693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h="693420">
                    <a:moveTo>
                      <a:pt x="0" y="0"/>
                    </a:moveTo>
                    <a:lnTo>
                      <a:pt x="0" y="693420"/>
                    </a:lnTo>
                    <a:lnTo>
                      <a:pt x="0" y="693420"/>
                    </a:lnTo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60" name="Group 259">
              <a:extLst>
                <a:ext uri="{FF2B5EF4-FFF2-40B4-BE49-F238E27FC236}">
                  <a16:creationId xmlns:a16="http://schemas.microsoft.com/office/drawing/2014/main" id="{F0BDD2EC-B5C5-BFE0-D938-DB600068450F}"/>
                </a:ext>
              </a:extLst>
            </p:cNvPr>
            <p:cNvGrpSpPr/>
            <p:nvPr/>
          </p:nvGrpSpPr>
          <p:grpSpPr>
            <a:xfrm rot="1466888" flipH="1">
              <a:off x="8569771" y="3259784"/>
              <a:ext cx="1547695" cy="2358265"/>
              <a:chOff x="4590870" y="3086100"/>
              <a:chExt cx="1183428" cy="1425635"/>
            </a:xfrm>
            <a:grpFill/>
          </p:grpSpPr>
          <p:sp>
            <p:nvSpPr>
              <p:cNvPr id="290" name="Rectangle 2">
                <a:extLst>
                  <a:ext uri="{FF2B5EF4-FFF2-40B4-BE49-F238E27FC236}">
                    <a16:creationId xmlns:a16="http://schemas.microsoft.com/office/drawing/2014/main" id="{2AA572BD-D239-934E-64ED-FF087E7B9AC1}"/>
                  </a:ext>
                </a:extLst>
              </p:cNvPr>
              <p:cNvSpPr/>
              <p:nvPr/>
            </p:nvSpPr>
            <p:spPr>
              <a:xfrm>
                <a:off x="4590870" y="3117275"/>
                <a:ext cx="1127601" cy="1394460"/>
              </a:xfrm>
              <a:custGeom>
                <a:avLst/>
                <a:gdLst>
                  <a:gd name="connsiteX0" fmla="*/ 0 w 457200"/>
                  <a:gd name="connsiteY0" fmla="*/ 0 h 1219200"/>
                  <a:gd name="connsiteX1" fmla="*/ 457200 w 457200"/>
                  <a:gd name="connsiteY1" fmla="*/ 0 h 1219200"/>
                  <a:gd name="connsiteX2" fmla="*/ 457200 w 457200"/>
                  <a:gd name="connsiteY2" fmla="*/ 1219200 h 1219200"/>
                  <a:gd name="connsiteX3" fmla="*/ 0 w 457200"/>
                  <a:gd name="connsiteY3" fmla="*/ 1219200 h 1219200"/>
                  <a:gd name="connsiteX4" fmla="*/ 0 w 457200"/>
                  <a:gd name="connsiteY4" fmla="*/ 0 h 1219200"/>
                  <a:gd name="connsiteX0" fmla="*/ 0 w 624840"/>
                  <a:gd name="connsiteY0" fmla="*/ 91440 h 1219200"/>
                  <a:gd name="connsiteX1" fmla="*/ 624840 w 624840"/>
                  <a:gd name="connsiteY1" fmla="*/ 0 h 1219200"/>
                  <a:gd name="connsiteX2" fmla="*/ 624840 w 624840"/>
                  <a:gd name="connsiteY2" fmla="*/ 1219200 h 1219200"/>
                  <a:gd name="connsiteX3" fmla="*/ 167640 w 624840"/>
                  <a:gd name="connsiteY3" fmla="*/ 1219200 h 1219200"/>
                  <a:gd name="connsiteX4" fmla="*/ 0 w 624840"/>
                  <a:gd name="connsiteY4" fmla="*/ 91440 h 12192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624840 w 624840"/>
                  <a:gd name="connsiteY2" fmla="*/ 1219200 h 1485900"/>
                  <a:gd name="connsiteX3" fmla="*/ 22860 w 624840"/>
                  <a:gd name="connsiteY3" fmla="*/ 1485900 h 1485900"/>
                  <a:gd name="connsiteX4" fmla="*/ 0 w 624840"/>
                  <a:gd name="connsiteY4" fmla="*/ 91440 h 14859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22860 w 624840"/>
                  <a:gd name="connsiteY2" fmla="*/ 1485900 h 1485900"/>
                  <a:gd name="connsiteX3" fmla="*/ 0 w 624840"/>
                  <a:gd name="connsiteY3" fmla="*/ 91440 h 1485900"/>
                  <a:gd name="connsiteX0" fmla="*/ 436076 w 1060916"/>
                  <a:gd name="connsiteY0" fmla="*/ 91440 h 1485900"/>
                  <a:gd name="connsiteX1" fmla="*/ 1060916 w 1060916"/>
                  <a:gd name="connsiteY1" fmla="*/ 0 h 1485900"/>
                  <a:gd name="connsiteX2" fmla="*/ 458936 w 1060916"/>
                  <a:gd name="connsiteY2" fmla="*/ 1485900 h 1485900"/>
                  <a:gd name="connsiteX3" fmla="*/ 436076 w 1060916"/>
                  <a:gd name="connsiteY3" fmla="*/ 91440 h 1485900"/>
                  <a:gd name="connsiteX0" fmla="*/ 554063 w 1178903"/>
                  <a:gd name="connsiteY0" fmla="*/ 91440 h 1485900"/>
                  <a:gd name="connsiteX1" fmla="*/ 1178903 w 1178903"/>
                  <a:gd name="connsiteY1" fmla="*/ 0 h 1485900"/>
                  <a:gd name="connsiteX2" fmla="*/ 576923 w 1178903"/>
                  <a:gd name="connsiteY2" fmla="*/ 1485900 h 1485900"/>
                  <a:gd name="connsiteX3" fmla="*/ 554063 w 1178903"/>
                  <a:gd name="connsiteY3" fmla="*/ 91440 h 1485900"/>
                  <a:gd name="connsiteX0" fmla="*/ 554063 w 576923"/>
                  <a:gd name="connsiteY0" fmla="*/ 0 h 1394460"/>
                  <a:gd name="connsiteX1" fmla="*/ 576923 w 576923"/>
                  <a:gd name="connsiteY1" fmla="*/ 1394460 h 1394460"/>
                  <a:gd name="connsiteX2" fmla="*/ 554063 w 576923"/>
                  <a:gd name="connsiteY2" fmla="*/ 0 h 1394460"/>
                  <a:gd name="connsiteX0" fmla="*/ 554063 w 1015539"/>
                  <a:gd name="connsiteY0" fmla="*/ 0 h 1394460"/>
                  <a:gd name="connsiteX1" fmla="*/ 576923 w 1015539"/>
                  <a:gd name="connsiteY1" fmla="*/ 1394460 h 1394460"/>
                  <a:gd name="connsiteX2" fmla="*/ 554063 w 1015539"/>
                  <a:gd name="connsiteY2" fmla="*/ 0 h 1394460"/>
                  <a:gd name="connsiteX0" fmla="*/ 554063 w 1127601"/>
                  <a:gd name="connsiteY0" fmla="*/ 0 h 1394460"/>
                  <a:gd name="connsiteX1" fmla="*/ 576923 w 1127601"/>
                  <a:gd name="connsiteY1" fmla="*/ 1394460 h 1394460"/>
                  <a:gd name="connsiteX2" fmla="*/ 554063 w 1127601"/>
                  <a:gd name="connsiteY2" fmla="*/ 0 h 1394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7601" h="1394460">
                    <a:moveTo>
                      <a:pt x="554063" y="0"/>
                    </a:moveTo>
                    <a:cubicBezTo>
                      <a:pt x="1582763" y="693420"/>
                      <a:pt x="996023" y="1371600"/>
                      <a:pt x="576923" y="1394460"/>
                    </a:cubicBezTo>
                    <a:cubicBezTo>
                      <a:pt x="112103" y="1371600"/>
                      <a:pt x="-436537" y="762000"/>
                      <a:pt x="554063" y="0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1" name="Rectangle 2">
                <a:extLst>
                  <a:ext uri="{FF2B5EF4-FFF2-40B4-BE49-F238E27FC236}">
                    <a16:creationId xmlns:a16="http://schemas.microsoft.com/office/drawing/2014/main" id="{9DD590BA-8C97-D11E-D27C-BBA7E2289529}"/>
                  </a:ext>
                </a:extLst>
              </p:cNvPr>
              <p:cNvSpPr/>
              <p:nvPr/>
            </p:nvSpPr>
            <p:spPr>
              <a:xfrm>
                <a:off x="4646697" y="3086100"/>
                <a:ext cx="1127601" cy="1394460"/>
              </a:xfrm>
              <a:custGeom>
                <a:avLst/>
                <a:gdLst>
                  <a:gd name="connsiteX0" fmla="*/ 0 w 457200"/>
                  <a:gd name="connsiteY0" fmla="*/ 0 h 1219200"/>
                  <a:gd name="connsiteX1" fmla="*/ 457200 w 457200"/>
                  <a:gd name="connsiteY1" fmla="*/ 0 h 1219200"/>
                  <a:gd name="connsiteX2" fmla="*/ 457200 w 457200"/>
                  <a:gd name="connsiteY2" fmla="*/ 1219200 h 1219200"/>
                  <a:gd name="connsiteX3" fmla="*/ 0 w 457200"/>
                  <a:gd name="connsiteY3" fmla="*/ 1219200 h 1219200"/>
                  <a:gd name="connsiteX4" fmla="*/ 0 w 457200"/>
                  <a:gd name="connsiteY4" fmla="*/ 0 h 1219200"/>
                  <a:gd name="connsiteX0" fmla="*/ 0 w 624840"/>
                  <a:gd name="connsiteY0" fmla="*/ 91440 h 1219200"/>
                  <a:gd name="connsiteX1" fmla="*/ 624840 w 624840"/>
                  <a:gd name="connsiteY1" fmla="*/ 0 h 1219200"/>
                  <a:gd name="connsiteX2" fmla="*/ 624840 w 624840"/>
                  <a:gd name="connsiteY2" fmla="*/ 1219200 h 1219200"/>
                  <a:gd name="connsiteX3" fmla="*/ 167640 w 624840"/>
                  <a:gd name="connsiteY3" fmla="*/ 1219200 h 1219200"/>
                  <a:gd name="connsiteX4" fmla="*/ 0 w 624840"/>
                  <a:gd name="connsiteY4" fmla="*/ 91440 h 12192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624840 w 624840"/>
                  <a:gd name="connsiteY2" fmla="*/ 1219200 h 1485900"/>
                  <a:gd name="connsiteX3" fmla="*/ 22860 w 624840"/>
                  <a:gd name="connsiteY3" fmla="*/ 1485900 h 1485900"/>
                  <a:gd name="connsiteX4" fmla="*/ 0 w 624840"/>
                  <a:gd name="connsiteY4" fmla="*/ 91440 h 14859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22860 w 624840"/>
                  <a:gd name="connsiteY2" fmla="*/ 1485900 h 1485900"/>
                  <a:gd name="connsiteX3" fmla="*/ 0 w 624840"/>
                  <a:gd name="connsiteY3" fmla="*/ 91440 h 1485900"/>
                  <a:gd name="connsiteX0" fmla="*/ 436076 w 1060916"/>
                  <a:gd name="connsiteY0" fmla="*/ 91440 h 1485900"/>
                  <a:gd name="connsiteX1" fmla="*/ 1060916 w 1060916"/>
                  <a:gd name="connsiteY1" fmla="*/ 0 h 1485900"/>
                  <a:gd name="connsiteX2" fmla="*/ 458936 w 1060916"/>
                  <a:gd name="connsiteY2" fmla="*/ 1485900 h 1485900"/>
                  <a:gd name="connsiteX3" fmla="*/ 436076 w 1060916"/>
                  <a:gd name="connsiteY3" fmla="*/ 91440 h 1485900"/>
                  <a:gd name="connsiteX0" fmla="*/ 554063 w 1178903"/>
                  <a:gd name="connsiteY0" fmla="*/ 91440 h 1485900"/>
                  <a:gd name="connsiteX1" fmla="*/ 1178903 w 1178903"/>
                  <a:gd name="connsiteY1" fmla="*/ 0 h 1485900"/>
                  <a:gd name="connsiteX2" fmla="*/ 576923 w 1178903"/>
                  <a:gd name="connsiteY2" fmla="*/ 1485900 h 1485900"/>
                  <a:gd name="connsiteX3" fmla="*/ 554063 w 1178903"/>
                  <a:gd name="connsiteY3" fmla="*/ 91440 h 1485900"/>
                  <a:gd name="connsiteX0" fmla="*/ 554063 w 576923"/>
                  <a:gd name="connsiteY0" fmla="*/ 0 h 1394460"/>
                  <a:gd name="connsiteX1" fmla="*/ 576923 w 576923"/>
                  <a:gd name="connsiteY1" fmla="*/ 1394460 h 1394460"/>
                  <a:gd name="connsiteX2" fmla="*/ 554063 w 576923"/>
                  <a:gd name="connsiteY2" fmla="*/ 0 h 1394460"/>
                  <a:gd name="connsiteX0" fmla="*/ 554063 w 1015539"/>
                  <a:gd name="connsiteY0" fmla="*/ 0 h 1394460"/>
                  <a:gd name="connsiteX1" fmla="*/ 576923 w 1015539"/>
                  <a:gd name="connsiteY1" fmla="*/ 1394460 h 1394460"/>
                  <a:gd name="connsiteX2" fmla="*/ 554063 w 1015539"/>
                  <a:gd name="connsiteY2" fmla="*/ 0 h 1394460"/>
                  <a:gd name="connsiteX0" fmla="*/ 554063 w 1127601"/>
                  <a:gd name="connsiteY0" fmla="*/ 0 h 1394460"/>
                  <a:gd name="connsiteX1" fmla="*/ 576923 w 1127601"/>
                  <a:gd name="connsiteY1" fmla="*/ 1394460 h 1394460"/>
                  <a:gd name="connsiteX2" fmla="*/ 554063 w 1127601"/>
                  <a:gd name="connsiteY2" fmla="*/ 0 h 1394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7601" h="1394460">
                    <a:moveTo>
                      <a:pt x="554063" y="0"/>
                    </a:moveTo>
                    <a:cubicBezTo>
                      <a:pt x="1582763" y="693420"/>
                      <a:pt x="996023" y="1371600"/>
                      <a:pt x="576923" y="1394460"/>
                    </a:cubicBezTo>
                    <a:cubicBezTo>
                      <a:pt x="112103" y="1371600"/>
                      <a:pt x="-436537" y="762000"/>
                      <a:pt x="554063" y="0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2C1B2ADD-7E20-D492-81C8-88F236BA1F5E}"/>
                  </a:ext>
                </a:extLst>
              </p:cNvPr>
              <p:cNvSpPr/>
              <p:nvPr/>
            </p:nvSpPr>
            <p:spPr>
              <a:xfrm>
                <a:off x="5212080" y="3101340"/>
                <a:ext cx="0" cy="693420"/>
              </a:xfrm>
              <a:custGeom>
                <a:avLst/>
                <a:gdLst>
                  <a:gd name="connsiteX0" fmla="*/ 0 w 0"/>
                  <a:gd name="connsiteY0" fmla="*/ 0 h 693420"/>
                  <a:gd name="connsiteX1" fmla="*/ 0 w 0"/>
                  <a:gd name="connsiteY1" fmla="*/ 693420 h 693420"/>
                  <a:gd name="connsiteX2" fmla="*/ 0 w 0"/>
                  <a:gd name="connsiteY2" fmla="*/ 693420 h 693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h="693420">
                    <a:moveTo>
                      <a:pt x="0" y="0"/>
                    </a:moveTo>
                    <a:lnTo>
                      <a:pt x="0" y="693420"/>
                    </a:lnTo>
                    <a:lnTo>
                      <a:pt x="0" y="693420"/>
                    </a:lnTo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61" name="Rectangle 41">
              <a:extLst>
                <a:ext uri="{FF2B5EF4-FFF2-40B4-BE49-F238E27FC236}">
                  <a16:creationId xmlns:a16="http://schemas.microsoft.com/office/drawing/2014/main" id="{443D579D-5642-283D-F748-43985A9CA82D}"/>
                </a:ext>
              </a:extLst>
            </p:cNvPr>
            <p:cNvSpPr/>
            <p:nvPr/>
          </p:nvSpPr>
          <p:spPr>
            <a:xfrm>
              <a:off x="7356174" y="5087294"/>
              <a:ext cx="1142203" cy="1694264"/>
            </a:xfrm>
            <a:custGeom>
              <a:avLst/>
              <a:gdLst>
                <a:gd name="connsiteX0" fmla="*/ 0 w 572500"/>
                <a:gd name="connsiteY0" fmla="*/ 0 h 485877"/>
                <a:gd name="connsiteX1" fmla="*/ 572500 w 572500"/>
                <a:gd name="connsiteY1" fmla="*/ 0 h 485877"/>
                <a:gd name="connsiteX2" fmla="*/ 572500 w 572500"/>
                <a:gd name="connsiteY2" fmla="*/ 485877 h 485877"/>
                <a:gd name="connsiteX3" fmla="*/ 0 w 572500"/>
                <a:gd name="connsiteY3" fmla="*/ 485877 h 485877"/>
                <a:gd name="connsiteX4" fmla="*/ 0 w 572500"/>
                <a:gd name="connsiteY4" fmla="*/ 0 h 485877"/>
                <a:gd name="connsiteX0" fmla="*/ 0 w 572500"/>
                <a:gd name="connsiteY0" fmla="*/ 0 h 1037420"/>
                <a:gd name="connsiteX1" fmla="*/ 572500 w 572500"/>
                <a:gd name="connsiteY1" fmla="*/ 0 h 1037420"/>
                <a:gd name="connsiteX2" fmla="*/ 572500 w 572500"/>
                <a:gd name="connsiteY2" fmla="*/ 485877 h 1037420"/>
                <a:gd name="connsiteX3" fmla="*/ 43543 w 572500"/>
                <a:gd name="connsiteY3" fmla="*/ 1037420 h 1037420"/>
                <a:gd name="connsiteX4" fmla="*/ 0 w 572500"/>
                <a:gd name="connsiteY4" fmla="*/ 0 h 1037420"/>
                <a:gd name="connsiteX0" fmla="*/ 0 w 630557"/>
                <a:gd name="connsiteY0" fmla="*/ 0 h 1066449"/>
                <a:gd name="connsiteX1" fmla="*/ 572500 w 630557"/>
                <a:gd name="connsiteY1" fmla="*/ 0 h 1066449"/>
                <a:gd name="connsiteX2" fmla="*/ 630557 w 630557"/>
                <a:gd name="connsiteY2" fmla="*/ 1066449 h 1066449"/>
                <a:gd name="connsiteX3" fmla="*/ 43543 w 630557"/>
                <a:gd name="connsiteY3" fmla="*/ 1037420 h 1066449"/>
                <a:gd name="connsiteX4" fmla="*/ 0 w 630557"/>
                <a:gd name="connsiteY4" fmla="*/ 0 h 1066449"/>
                <a:gd name="connsiteX0" fmla="*/ 0 w 630557"/>
                <a:gd name="connsiteY0" fmla="*/ 0 h 1066449"/>
                <a:gd name="connsiteX1" fmla="*/ 572500 w 630557"/>
                <a:gd name="connsiteY1" fmla="*/ 0 h 1066449"/>
                <a:gd name="connsiteX2" fmla="*/ 630557 w 630557"/>
                <a:gd name="connsiteY2" fmla="*/ 1066449 h 1066449"/>
                <a:gd name="connsiteX3" fmla="*/ 13063 w 630557"/>
                <a:gd name="connsiteY3" fmla="*/ 1022180 h 1066449"/>
                <a:gd name="connsiteX4" fmla="*/ 0 w 630557"/>
                <a:gd name="connsiteY4" fmla="*/ 0 h 1066449"/>
                <a:gd name="connsiteX0" fmla="*/ 0 w 645797"/>
                <a:gd name="connsiteY0" fmla="*/ 0 h 1043589"/>
                <a:gd name="connsiteX1" fmla="*/ 572500 w 645797"/>
                <a:gd name="connsiteY1" fmla="*/ 0 h 1043589"/>
                <a:gd name="connsiteX2" fmla="*/ 645797 w 645797"/>
                <a:gd name="connsiteY2" fmla="*/ 1043589 h 1043589"/>
                <a:gd name="connsiteX3" fmla="*/ 13063 w 645797"/>
                <a:gd name="connsiteY3" fmla="*/ 1022180 h 1043589"/>
                <a:gd name="connsiteX4" fmla="*/ 0 w 645797"/>
                <a:gd name="connsiteY4" fmla="*/ 0 h 1043589"/>
                <a:gd name="connsiteX0" fmla="*/ 0 w 645797"/>
                <a:gd name="connsiteY0" fmla="*/ 0 h 1043589"/>
                <a:gd name="connsiteX1" fmla="*/ 572500 w 645797"/>
                <a:gd name="connsiteY1" fmla="*/ 0 h 1043589"/>
                <a:gd name="connsiteX2" fmla="*/ 645797 w 645797"/>
                <a:gd name="connsiteY2" fmla="*/ 1043589 h 1043589"/>
                <a:gd name="connsiteX3" fmla="*/ 13063 w 645797"/>
                <a:gd name="connsiteY3" fmla="*/ 1022180 h 1043589"/>
                <a:gd name="connsiteX4" fmla="*/ 0 w 645797"/>
                <a:gd name="connsiteY4" fmla="*/ 0 h 1043589"/>
                <a:gd name="connsiteX0" fmla="*/ 0 w 706757"/>
                <a:gd name="connsiteY0" fmla="*/ 0 h 1058829"/>
                <a:gd name="connsiteX1" fmla="*/ 633460 w 706757"/>
                <a:gd name="connsiteY1" fmla="*/ 15240 h 1058829"/>
                <a:gd name="connsiteX2" fmla="*/ 706757 w 706757"/>
                <a:gd name="connsiteY2" fmla="*/ 1058829 h 1058829"/>
                <a:gd name="connsiteX3" fmla="*/ 74023 w 706757"/>
                <a:gd name="connsiteY3" fmla="*/ 1037420 h 1058829"/>
                <a:gd name="connsiteX4" fmla="*/ 0 w 706757"/>
                <a:gd name="connsiteY4" fmla="*/ 0 h 1058829"/>
                <a:gd name="connsiteX0" fmla="*/ 0 w 706757"/>
                <a:gd name="connsiteY0" fmla="*/ 0 h 1058829"/>
                <a:gd name="connsiteX1" fmla="*/ 633460 w 706757"/>
                <a:gd name="connsiteY1" fmla="*/ 15240 h 1058829"/>
                <a:gd name="connsiteX2" fmla="*/ 706757 w 706757"/>
                <a:gd name="connsiteY2" fmla="*/ 1058829 h 1058829"/>
                <a:gd name="connsiteX3" fmla="*/ 74023 w 706757"/>
                <a:gd name="connsiteY3" fmla="*/ 1037420 h 1058829"/>
                <a:gd name="connsiteX4" fmla="*/ 0 w 706757"/>
                <a:gd name="connsiteY4" fmla="*/ 0 h 1058829"/>
                <a:gd name="connsiteX0" fmla="*/ 0 w 706757"/>
                <a:gd name="connsiteY0" fmla="*/ 0 h 1058829"/>
                <a:gd name="connsiteX1" fmla="*/ 633460 w 706757"/>
                <a:gd name="connsiteY1" fmla="*/ 15240 h 1058829"/>
                <a:gd name="connsiteX2" fmla="*/ 706757 w 706757"/>
                <a:gd name="connsiteY2" fmla="*/ 1058829 h 1058829"/>
                <a:gd name="connsiteX3" fmla="*/ 74023 w 706757"/>
                <a:gd name="connsiteY3" fmla="*/ 1037420 h 1058829"/>
                <a:gd name="connsiteX4" fmla="*/ 0 w 706757"/>
                <a:gd name="connsiteY4" fmla="*/ 0 h 1058829"/>
                <a:gd name="connsiteX0" fmla="*/ 0 w 706757"/>
                <a:gd name="connsiteY0" fmla="*/ 0 h 1037420"/>
                <a:gd name="connsiteX1" fmla="*/ 633460 w 706757"/>
                <a:gd name="connsiteY1" fmla="*/ 15240 h 1037420"/>
                <a:gd name="connsiteX2" fmla="*/ 706757 w 706757"/>
                <a:gd name="connsiteY2" fmla="*/ 1035969 h 1037420"/>
                <a:gd name="connsiteX3" fmla="*/ 74023 w 706757"/>
                <a:gd name="connsiteY3" fmla="*/ 1037420 h 1037420"/>
                <a:gd name="connsiteX4" fmla="*/ 0 w 706757"/>
                <a:gd name="connsiteY4" fmla="*/ 0 h 1037420"/>
                <a:gd name="connsiteX0" fmla="*/ 0 w 706757"/>
                <a:gd name="connsiteY0" fmla="*/ 0 h 1037420"/>
                <a:gd name="connsiteX1" fmla="*/ 633460 w 706757"/>
                <a:gd name="connsiteY1" fmla="*/ 15240 h 1037420"/>
                <a:gd name="connsiteX2" fmla="*/ 706757 w 706757"/>
                <a:gd name="connsiteY2" fmla="*/ 1035969 h 1037420"/>
                <a:gd name="connsiteX3" fmla="*/ 74023 w 706757"/>
                <a:gd name="connsiteY3" fmla="*/ 1037420 h 1037420"/>
                <a:gd name="connsiteX4" fmla="*/ 0 w 706757"/>
                <a:gd name="connsiteY4" fmla="*/ 0 h 1037420"/>
                <a:gd name="connsiteX0" fmla="*/ 0 w 709660"/>
                <a:gd name="connsiteY0" fmla="*/ 15240 h 1052660"/>
                <a:gd name="connsiteX1" fmla="*/ 709660 w 709660"/>
                <a:gd name="connsiteY1" fmla="*/ 0 h 1052660"/>
                <a:gd name="connsiteX2" fmla="*/ 706757 w 709660"/>
                <a:gd name="connsiteY2" fmla="*/ 1051209 h 1052660"/>
                <a:gd name="connsiteX3" fmla="*/ 74023 w 709660"/>
                <a:gd name="connsiteY3" fmla="*/ 1052660 h 1052660"/>
                <a:gd name="connsiteX4" fmla="*/ 0 w 709660"/>
                <a:gd name="connsiteY4" fmla="*/ 15240 h 1052660"/>
                <a:gd name="connsiteX0" fmla="*/ 0 w 709660"/>
                <a:gd name="connsiteY0" fmla="*/ 15240 h 1052660"/>
                <a:gd name="connsiteX1" fmla="*/ 709660 w 709660"/>
                <a:gd name="connsiteY1" fmla="*/ 0 h 1052660"/>
                <a:gd name="connsiteX2" fmla="*/ 706757 w 709660"/>
                <a:gd name="connsiteY2" fmla="*/ 1051209 h 1052660"/>
                <a:gd name="connsiteX3" fmla="*/ 74023 w 709660"/>
                <a:gd name="connsiteY3" fmla="*/ 1052660 h 1052660"/>
                <a:gd name="connsiteX4" fmla="*/ 0 w 709660"/>
                <a:gd name="connsiteY4" fmla="*/ 15240 h 1052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9660" h="1052660">
                  <a:moveTo>
                    <a:pt x="0" y="15240"/>
                  </a:moveTo>
                  <a:lnTo>
                    <a:pt x="709660" y="0"/>
                  </a:lnTo>
                  <a:cubicBezTo>
                    <a:pt x="596932" y="782203"/>
                    <a:pt x="621365" y="848126"/>
                    <a:pt x="706757" y="1051209"/>
                  </a:cubicBezTo>
                  <a:lnTo>
                    <a:pt x="74023" y="1052660"/>
                  </a:lnTo>
                  <a:cubicBezTo>
                    <a:pt x="107769" y="841473"/>
                    <a:pt x="248194" y="820787"/>
                    <a:pt x="0" y="15240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62" name="Group 261">
              <a:extLst>
                <a:ext uri="{FF2B5EF4-FFF2-40B4-BE49-F238E27FC236}">
                  <a16:creationId xmlns:a16="http://schemas.microsoft.com/office/drawing/2014/main" id="{E4AD75A6-D313-DF8D-633D-9CD7A7A423E3}"/>
                </a:ext>
              </a:extLst>
            </p:cNvPr>
            <p:cNvGrpSpPr/>
            <p:nvPr/>
          </p:nvGrpSpPr>
          <p:grpSpPr>
            <a:xfrm>
              <a:off x="7015238" y="1982484"/>
              <a:ext cx="1815143" cy="2372170"/>
              <a:chOff x="4646535" y="3006712"/>
              <a:chExt cx="1127763" cy="1473848"/>
            </a:xfrm>
            <a:grpFill/>
          </p:grpSpPr>
          <p:sp>
            <p:nvSpPr>
              <p:cNvPr id="287" name="Rectangle 2">
                <a:extLst>
                  <a:ext uri="{FF2B5EF4-FFF2-40B4-BE49-F238E27FC236}">
                    <a16:creationId xmlns:a16="http://schemas.microsoft.com/office/drawing/2014/main" id="{ED1BFC33-9394-3C74-4988-3F192EF1A015}"/>
                  </a:ext>
                </a:extLst>
              </p:cNvPr>
              <p:cNvSpPr/>
              <p:nvPr/>
            </p:nvSpPr>
            <p:spPr>
              <a:xfrm>
                <a:off x="4646697" y="3086100"/>
                <a:ext cx="1127601" cy="1394460"/>
              </a:xfrm>
              <a:custGeom>
                <a:avLst/>
                <a:gdLst>
                  <a:gd name="connsiteX0" fmla="*/ 0 w 457200"/>
                  <a:gd name="connsiteY0" fmla="*/ 0 h 1219200"/>
                  <a:gd name="connsiteX1" fmla="*/ 457200 w 457200"/>
                  <a:gd name="connsiteY1" fmla="*/ 0 h 1219200"/>
                  <a:gd name="connsiteX2" fmla="*/ 457200 w 457200"/>
                  <a:gd name="connsiteY2" fmla="*/ 1219200 h 1219200"/>
                  <a:gd name="connsiteX3" fmla="*/ 0 w 457200"/>
                  <a:gd name="connsiteY3" fmla="*/ 1219200 h 1219200"/>
                  <a:gd name="connsiteX4" fmla="*/ 0 w 457200"/>
                  <a:gd name="connsiteY4" fmla="*/ 0 h 1219200"/>
                  <a:gd name="connsiteX0" fmla="*/ 0 w 624840"/>
                  <a:gd name="connsiteY0" fmla="*/ 91440 h 1219200"/>
                  <a:gd name="connsiteX1" fmla="*/ 624840 w 624840"/>
                  <a:gd name="connsiteY1" fmla="*/ 0 h 1219200"/>
                  <a:gd name="connsiteX2" fmla="*/ 624840 w 624840"/>
                  <a:gd name="connsiteY2" fmla="*/ 1219200 h 1219200"/>
                  <a:gd name="connsiteX3" fmla="*/ 167640 w 624840"/>
                  <a:gd name="connsiteY3" fmla="*/ 1219200 h 1219200"/>
                  <a:gd name="connsiteX4" fmla="*/ 0 w 624840"/>
                  <a:gd name="connsiteY4" fmla="*/ 91440 h 12192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624840 w 624840"/>
                  <a:gd name="connsiteY2" fmla="*/ 1219200 h 1485900"/>
                  <a:gd name="connsiteX3" fmla="*/ 22860 w 624840"/>
                  <a:gd name="connsiteY3" fmla="*/ 1485900 h 1485900"/>
                  <a:gd name="connsiteX4" fmla="*/ 0 w 624840"/>
                  <a:gd name="connsiteY4" fmla="*/ 91440 h 14859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22860 w 624840"/>
                  <a:gd name="connsiteY2" fmla="*/ 1485900 h 1485900"/>
                  <a:gd name="connsiteX3" fmla="*/ 0 w 624840"/>
                  <a:gd name="connsiteY3" fmla="*/ 91440 h 1485900"/>
                  <a:gd name="connsiteX0" fmla="*/ 436076 w 1060916"/>
                  <a:gd name="connsiteY0" fmla="*/ 91440 h 1485900"/>
                  <a:gd name="connsiteX1" fmla="*/ 1060916 w 1060916"/>
                  <a:gd name="connsiteY1" fmla="*/ 0 h 1485900"/>
                  <a:gd name="connsiteX2" fmla="*/ 458936 w 1060916"/>
                  <a:gd name="connsiteY2" fmla="*/ 1485900 h 1485900"/>
                  <a:gd name="connsiteX3" fmla="*/ 436076 w 1060916"/>
                  <a:gd name="connsiteY3" fmla="*/ 91440 h 1485900"/>
                  <a:gd name="connsiteX0" fmla="*/ 554063 w 1178903"/>
                  <a:gd name="connsiteY0" fmla="*/ 91440 h 1485900"/>
                  <a:gd name="connsiteX1" fmla="*/ 1178903 w 1178903"/>
                  <a:gd name="connsiteY1" fmla="*/ 0 h 1485900"/>
                  <a:gd name="connsiteX2" fmla="*/ 576923 w 1178903"/>
                  <a:gd name="connsiteY2" fmla="*/ 1485900 h 1485900"/>
                  <a:gd name="connsiteX3" fmla="*/ 554063 w 1178903"/>
                  <a:gd name="connsiteY3" fmla="*/ 91440 h 1485900"/>
                  <a:gd name="connsiteX0" fmla="*/ 554063 w 576923"/>
                  <a:gd name="connsiteY0" fmla="*/ 0 h 1394460"/>
                  <a:gd name="connsiteX1" fmla="*/ 576923 w 576923"/>
                  <a:gd name="connsiteY1" fmla="*/ 1394460 h 1394460"/>
                  <a:gd name="connsiteX2" fmla="*/ 554063 w 576923"/>
                  <a:gd name="connsiteY2" fmla="*/ 0 h 1394460"/>
                  <a:gd name="connsiteX0" fmla="*/ 554063 w 1015539"/>
                  <a:gd name="connsiteY0" fmla="*/ 0 h 1394460"/>
                  <a:gd name="connsiteX1" fmla="*/ 576923 w 1015539"/>
                  <a:gd name="connsiteY1" fmla="*/ 1394460 h 1394460"/>
                  <a:gd name="connsiteX2" fmla="*/ 554063 w 1015539"/>
                  <a:gd name="connsiteY2" fmla="*/ 0 h 1394460"/>
                  <a:gd name="connsiteX0" fmla="*/ 554063 w 1127601"/>
                  <a:gd name="connsiteY0" fmla="*/ 0 h 1394460"/>
                  <a:gd name="connsiteX1" fmla="*/ 576923 w 1127601"/>
                  <a:gd name="connsiteY1" fmla="*/ 1394460 h 1394460"/>
                  <a:gd name="connsiteX2" fmla="*/ 554063 w 1127601"/>
                  <a:gd name="connsiteY2" fmla="*/ 0 h 1394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7601" h="1394460">
                    <a:moveTo>
                      <a:pt x="554063" y="0"/>
                    </a:moveTo>
                    <a:cubicBezTo>
                      <a:pt x="1582763" y="693420"/>
                      <a:pt x="996023" y="1371600"/>
                      <a:pt x="576923" y="1394460"/>
                    </a:cubicBezTo>
                    <a:cubicBezTo>
                      <a:pt x="112103" y="1371600"/>
                      <a:pt x="-436537" y="762000"/>
                      <a:pt x="554063" y="0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75BB8EAE-D2D5-D1D1-E122-5621BE310770}"/>
                  </a:ext>
                </a:extLst>
              </p:cNvPr>
              <p:cNvSpPr/>
              <p:nvPr/>
            </p:nvSpPr>
            <p:spPr>
              <a:xfrm>
                <a:off x="5212080" y="3101340"/>
                <a:ext cx="0" cy="693420"/>
              </a:xfrm>
              <a:custGeom>
                <a:avLst/>
                <a:gdLst>
                  <a:gd name="connsiteX0" fmla="*/ 0 w 0"/>
                  <a:gd name="connsiteY0" fmla="*/ 0 h 693420"/>
                  <a:gd name="connsiteX1" fmla="*/ 0 w 0"/>
                  <a:gd name="connsiteY1" fmla="*/ 693420 h 693420"/>
                  <a:gd name="connsiteX2" fmla="*/ 0 w 0"/>
                  <a:gd name="connsiteY2" fmla="*/ 693420 h 693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h="693420">
                    <a:moveTo>
                      <a:pt x="0" y="0"/>
                    </a:moveTo>
                    <a:lnTo>
                      <a:pt x="0" y="693420"/>
                    </a:lnTo>
                    <a:lnTo>
                      <a:pt x="0" y="693420"/>
                    </a:lnTo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9" name="Rectangle 2">
                <a:extLst>
                  <a:ext uri="{FF2B5EF4-FFF2-40B4-BE49-F238E27FC236}">
                    <a16:creationId xmlns:a16="http://schemas.microsoft.com/office/drawing/2014/main" id="{BD7AC7F9-FCBD-A616-269A-02720940F5F3}"/>
                  </a:ext>
                </a:extLst>
              </p:cNvPr>
              <p:cNvSpPr/>
              <p:nvPr/>
            </p:nvSpPr>
            <p:spPr>
              <a:xfrm>
                <a:off x="4646535" y="3006712"/>
                <a:ext cx="1127601" cy="1394460"/>
              </a:xfrm>
              <a:custGeom>
                <a:avLst/>
                <a:gdLst>
                  <a:gd name="connsiteX0" fmla="*/ 0 w 457200"/>
                  <a:gd name="connsiteY0" fmla="*/ 0 h 1219200"/>
                  <a:gd name="connsiteX1" fmla="*/ 457200 w 457200"/>
                  <a:gd name="connsiteY1" fmla="*/ 0 h 1219200"/>
                  <a:gd name="connsiteX2" fmla="*/ 457200 w 457200"/>
                  <a:gd name="connsiteY2" fmla="*/ 1219200 h 1219200"/>
                  <a:gd name="connsiteX3" fmla="*/ 0 w 457200"/>
                  <a:gd name="connsiteY3" fmla="*/ 1219200 h 1219200"/>
                  <a:gd name="connsiteX4" fmla="*/ 0 w 457200"/>
                  <a:gd name="connsiteY4" fmla="*/ 0 h 1219200"/>
                  <a:gd name="connsiteX0" fmla="*/ 0 w 624840"/>
                  <a:gd name="connsiteY0" fmla="*/ 91440 h 1219200"/>
                  <a:gd name="connsiteX1" fmla="*/ 624840 w 624840"/>
                  <a:gd name="connsiteY1" fmla="*/ 0 h 1219200"/>
                  <a:gd name="connsiteX2" fmla="*/ 624840 w 624840"/>
                  <a:gd name="connsiteY2" fmla="*/ 1219200 h 1219200"/>
                  <a:gd name="connsiteX3" fmla="*/ 167640 w 624840"/>
                  <a:gd name="connsiteY3" fmla="*/ 1219200 h 1219200"/>
                  <a:gd name="connsiteX4" fmla="*/ 0 w 624840"/>
                  <a:gd name="connsiteY4" fmla="*/ 91440 h 12192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624840 w 624840"/>
                  <a:gd name="connsiteY2" fmla="*/ 1219200 h 1485900"/>
                  <a:gd name="connsiteX3" fmla="*/ 22860 w 624840"/>
                  <a:gd name="connsiteY3" fmla="*/ 1485900 h 1485900"/>
                  <a:gd name="connsiteX4" fmla="*/ 0 w 624840"/>
                  <a:gd name="connsiteY4" fmla="*/ 91440 h 14859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22860 w 624840"/>
                  <a:gd name="connsiteY2" fmla="*/ 1485900 h 1485900"/>
                  <a:gd name="connsiteX3" fmla="*/ 0 w 624840"/>
                  <a:gd name="connsiteY3" fmla="*/ 91440 h 1485900"/>
                  <a:gd name="connsiteX0" fmla="*/ 436076 w 1060916"/>
                  <a:gd name="connsiteY0" fmla="*/ 91440 h 1485900"/>
                  <a:gd name="connsiteX1" fmla="*/ 1060916 w 1060916"/>
                  <a:gd name="connsiteY1" fmla="*/ 0 h 1485900"/>
                  <a:gd name="connsiteX2" fmla="*/ 458936 w 1060916"/>
                  <a:gd name="connsiteY2" fmla="*/ 1485900 h 1485900"/>
                  <a:gd name="connsiteX3" fmla="*/ 436076 w 1060916"/>
                  <a:gd name="connsiteY3" fmla="*/ 91440 h 1485900"/>
                  <a:gd name="connsiteX0" fmla="*/ 554063 w 1178903"/>
                  <a:gd name="connsiteY0" fmla="*/ 91440 h 1485900"/>
                  <a:gd name="connsiteX1" fmla="*/ 1178903 w 1178903"/>
                  <a:gd name="connsiteY1" fmla="*/ 0 h 1485900"/>
                  <a:gd name="connsiteX2" fmla="*/ 576923 w 1178903"/>
                  <a:gd name="connsiteY2" fmla="*/ 1485900 h 1485900"/>
                  <a:gd name="connsiteX3" fmla="*/ 554063 w 1178903"/>
                  <a:gd name="connsiteY3" fmla="*/ 91440 h 1485900"/>
                  <a:gd name="connsiteX0" fmla="*/ 554063 w 576923"/>
                  <a:gd name="connsiteY0" fmla="*/ 0 h 1394460"/>
                  <a:gd name="connsiteX1" fmla="*/ 576923 w 576923"/>
                  <a:gd name="connsiteY1" fmla="*/ 1394460 h 1394460"/>
                  <a:gd name="connsiteX2" fmla="*/ 554063 w 576923"/>
                  <a:gd name="connsiteY2" fmla="*/ 0 h 1394460"/>
                  <a:gd name="connsiteX0" fmla="*/ 554063 w 1015539"/>
                  <a:gd name="connsiteY0" fmla="*/ 0 h 1394460"/>
                  <a:gd name="connsiteX1" fmla="*/ 576923 w 1015539"/>
                  <a:gd name="connsiteY1" fmla="*/ 1394460 h 1394460"/>
                  <a:gd name="connsiteX2" fmla="*/ 554063 w 1015539"/>
                  <a:gd name="connsiteY2" fmla="*/ 0 h 1394460"/>
                  <a:gd name="connsiteX0" fmla="*/ 554063 w 1127601"/>
                  <a:gd name="connsiteY0" fmla="*/ 0 h 1394460"/>
                  <a:gd name="connsiteX1" fmla="*/ 576923 w 1127601"/>
                  <a:gd name="connsiteY1" fmla="*/ 1394460 h 1394460"/>
                  <a:gd name="connsiteX2" fmla="*/ 554063 w 1127601"/>
                  <a:gd name="connsiteY2" fmla="*/ 0 h 1394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7601" h="1394460">
                    <a:moveTo>
                      <a:pt x="554063" y="0"/>
                    </a:moveTo>
                    <a:cubicBezTo>
                      <a:pt x="1582763" y="693420"/>
                      <a:pt x="996023" y="1371600"/>
                      <a:pt x="576923" y="1394460"/>
                    </a:cubicBezTo>
                    <a:cubicBezTo>
                      <a:pt x="112103" y="1371600"/>
                      <a:pt x="-436537" y="762000"/>
                      <a:pt x="554063" y="0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63" name="Group 262">
              <a:extLst>
                <a:ext uri="{FF2B5EF4-FFF2-40B4-BE49-F238E27FC236}">
                  <a16:creationId xmlns:a16="http://schemas.microsoft.com/office/drawing/2014/main" id="{5FE2ADD2-EB33-24D6-0DF3-027F1A82D0E3}"/>
                </a:ext>
              </a:extLst>
            </p:cNvPr>
            <p:cNvGrpSpPr/>
            <p:nvPr/>
          </p:nvGrpSpPr>
          <p:grpSpPr>
            <a:xfrm rot="1549901" flipH="1">
              <a:off x="9072205" y="2804206"/>
              <a:ext cx="888593" cy="1934523"/>
              <a:chOff x="4646697" y="3086100"/>
              <a:chExt cx="1127601" cy="1394460"/>
            </a:xfrm>
            <a:grpFill/>
          </p:grpSpPr>
          <p:sp>
            <p:nvSpPr>
              <p:cNvPr id="285" name="Rectangle 2">
                <a:extLst>
                  <a:ext uri="{FF2B5EF4-FFF2-40B4-BE49-F238E27FC236}">
                    <a16:creationId xmlns:a16="http://schemas.microsoft.com/office/drawing/2014/main" id="{B2724787-4AE1-F0FC-9C15-0C3A3BBF23DF}"/>
                  </a:ext>
                </a:extLst>
              </p:cNvPr>
              <p:cNvSpPr/>
              <p:nvPr/>
            </p:nvSpPr>
            <p:spPr>
              <a:xfrm>
                <a:off x="4646697" y="3086100"/>
                <a:ext cx="1127601" cy="1394460"/>
              </a:xfrm>
              <a:custGeom>
                <a:avLst/>
                <a:gdLst>
                  <a:gd name="connsiteX0" fmla="*/ 0 w 457200"/>
                  <a:gd name="connsiteY0" fmla="*/ 0 h 1219200"/>
                  <a:gd name="connsiteX1" fmla="*/ 457200 w 457200"/>
                  <a:gd name="connsiteY1" fmla="*/ 0 h 1219200"/>
                  <a:gd name="connsiteX2" fmla="*/ 457200 w 457200"/>
                  <a:gd name="connsiteY2" fmla="*/ 1219200 h 1219200"/>
                  <a:gd name="connsiteX3" fmla="*/ 0 w 457200"/>
                  <a:gd name="connsiteY3" fmla="*/ 1219200 h 1219200"/>
                  <a:gd name="connsiteX4" fmla="*/ 0 w 457200"/>
                  <a:gd name="connsiteY4" fmla="*/ 0 h 1219200"/>
                  <a:gd name="connsiteX0" fmla="*/ 0 w 624840"/>
                  <a:gd name="connsiteY0" fmla="*/ 91440 h 1219200"/>
                  <a:gd name="connsiteX1" fmla="*/ 624840 w 624840"/>
                  <a:gd name="connsiteY1" fmla="*/ 0 h 1219200"/>
                  <a:gd name="connsiteX2" fmla="*/ 624840 w 624840"/>
                  <a:gd name="connsiteY2" fmla="*/ 1219200 h 1219200"/>
                  <a:gd name="connsiteX3" fmla="*/ 167640 w 624840"/>
                  <a:gd name="connsiteY3" fmla="*/ 1219200 h 1219200"/>
                  <a:gd name="connsiteX4" fmla="*/ 0 w 624840"/>
                  <a:gd name="connsiteY4" fmla="*/ 91440 h 12192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624840 w 624840"/>
                  <a:gd name="connsiteY2" fmla="*/ 1219200 h 1485900"/>
                  <a:gd name="connsiteX3" fmla="*/ 22860 w 624840"/>
                  <a:gd name="connsiteY3" fmla="*/ 1485900 h 1485900"/>
                  <a:gd name="connsiteX4" fmla="*/ 0 w 624840"/>
                  <a:gd name="connsiteY4" fmla="*/ 91440 h 14859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22860 w 624840"/>
                  <a:gd name="connsiteY2" fmla="*/ 1485900 h 1485900"/>
                  <a:gd name="connsiteX3" fmla="*/ 0 w 624840"/>
                  <a:gd name="connsiteY3" fmla="*/ 91440 h 1485900"/>
                  <a:gd name="connsiteX0" fmla="*/ 436076 w 1060916"/>
                  <a:gd name="connsiteY0" fmla="*/ 91440 h 1485900"/>
                  <a:gd name="connsiteX1" fmla="*/ 1060916 w 1060916"/>
                  <a:gd name="connsiteY1" fmla="*/ 0 h 1485900"/>
                  <a:gd name="connsiteX2" fmla="*/ 458936 w 1060916"/>
                  <a:gd name="connsiteY2" fmla="*/ 1485900 h 1485900"/>
                  <a:gd name="connsiteX3" fmla="*/ 436076 w 1060916"/>
                  <a:gd name="connsiteY3" fmla="*/ 91440 h 1485900"/>
                  <a:gd name="connsiteX0" fmla="*/ 554063 w 1178903"/>
                  <a:gd name="connsiteY0" fmla="*/ 91440 h 1485900"/>
                  <a:gd name="connsiteX1" fmla="*/ 1178903 w 1178903"/>
                  <a:gd name="connsiteY1" fmla="*/ 0 h 1485900"/>
                  <a:gd name="connsiteX2" fmla="*/ 576923 w 1178903"/>
                  <a:gd name="connsiteY2" fmla="*/ 1485900 h 1485900"/>
                  <a:gd name="connsiteX3" fmla="*/ 554063 w 1178903"/>
                  <a:gd name="connsiteY3" fmla="*/ 91440 h 1485900"/>
                  <a:gd name="connsiteX0" fmla="*/ 554063 w 576923"/>
                  <a:gd name="connsiteY0" fmla="*/ 0 h 1394460"/>
                  <a:gd name="connsiteX1" fmla="*/ 576923 w 576923"/>
                  <a:gd name="connsiteY1" fmla="*/ 1394460 h 1394460"/>
                  <a:gd name="connsiteX2" fmla="*/ 554063 w 576923"/>
                  <a:gd name="connsiteY2" fmla="*/ 0 h 1394460"/>
                  <a:gd name="connsiteX0" fmla="*/ 554063 w 1015539"/>
                  <a:gd name="connsiteY0" fmla="*/ 0 h 1394460"/>
                  <a:gd name="connsiteX1" fmla="*/ 576923 w 1015539"/>
                  <a:gd name="connsiteY1" fmla="*/ 1394460 h 1394460"/>
                  <a:gd name="connsiteX2" fmla="*/ 554063 w 1015539"/>
                  <a:gd name="connsiteY2" fmla="*/ 0 h 1394460"/>
                  <a:gd name="connsiteX0" fmla="*/ 554063 w 1127601"/>
                  <a:gd name="connsiteY0" fmla="*/ 0 h 1394460"/>
                  <a:gd name="connsiteX1" fmla="*/ 576923 w 1127601"/>
                  <a:gd name="connsiteY1" fmla="*/ 1394460 h 1394460"/>
                  <a:gd name="connsiteX2" fmla="*/ 554063 w 1127601"/>
                  <a:gd name="connsiteY2" fmla="*/ 0 h 1394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7601" h="1394460">
                    <a:moveTo>
                      <a:pt x="554063" y="0"/>
                    </a:moveTo>
                    <a:cubicBezTo>
                      <a:pt x="1582763" y="693420"/>
                      <a:pt x="996023" y="1371600"/>
                      <a:pt x="576923" y="1394460"/>
                    </a:cubicBezTo>
                    <a:cubicBezTo>
                      <a:pt x="112103" y="1371600"/>
                      <a:pt x="-436537" y="762000"/>
                      <a:pt x="554063" y="0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A131A777-CC3E-7BB4-B678-756F68356057}"/>
                  </a:ext>
                </a:extLst>
              </p:cNvPr>
              <p:cNvSpPr/>
              <p:nvPr/>
            </p:nvSpPr>
            <p:spPr>
              <a:xfrm>
                <a:off x="5212080" y="3101340"/>
                <a:ext cx="0" cy="693420"/>
              </a:xfrm>
              <a:custGeom>
                <a:avLst/>
                <a:gdLst>
                  <a:gd name="connsiteX0" fmla="*/ 0 w 0"/>
                  <a:gd name="connsiteY0" fmla="*/ 0 h 693420"/>
                  <a:gd name="connsiteX1" fmla="*/ 0 w 0"/>
                  <a:gd name="connsiteY1" fmla="*/ 693420 h 693420"/>
                  <a:gd name="connsiteX2" fmla="*/ 0 w 0"/>
                  <a:gd name="connsiteY2" fmla="*/ 693420 h 693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h="693420">
                    <a:moveTo>
                      <a:pt x="0" y="0"/>
                    </a:moveTo>
                    <a:lnTo>
                      <a:pt x="0" y="693420"/>
                    </a:lnTo>
                    <a:lnTo>
                      <a:pt x="0" y="693420"/>
                    </a:lnTo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64" name="Group 263">
              <a:extLst>
                <a:ext uri="{FF2B5EF4-FFF2-40B4-BE49-F238E27FC236}">
                  <a16:creationId xmlns:a16="http://schemas.microsoft.com/office/drawing/2014/main" id="{B64830AC-6246-B8F2-9833-A21B3B0FE581}"/>
                </a:ext>
              </a:extLst>
            </p:cNvPr>
            <p:cNvGrpSpPr/>
            <p:nvPr/>
          </p:nvGrpSpPr>
          <p:grpSpPr>
            <a:xfrm rot="1549901" flipH="1">
              <a:off x="9121763" y="2649640"/>
              <a:ext cx="930708" cy="2023812"/>
              <a:chOff x="4593254" y="3021738"/>
              <a:chExt cx="1181044" cy="1458822"/>
            </a:xfrm>
            <a:grpFill/>
          </p:grpSpPr>
          <p:sp>
            <p:nvSpPr>
              <p:cNvPr id="283" name="Rectangle 2">
                <a:extLst>
                  <a:ext uri="{FF2B5EF4-FFF2-40B4-BE49-F238E27FC236}">
                    <a16:creationId xmlns:a16="http://schemas.microsoft.com/office/drawing/2014/main" id="{660FB7D8-12CE-4704-685B-169F4647C65D}"/>
                  </a:ext>
                </a:extLst>
              </p:cNvPr>
              <p:cNvSpPr/>
              <p:nvPr/>
            </p:nvSpPr>
            <p:spPr>
              <a:xfrm>
                <a:off x="4593254" y="3021738"/>
                <a:ext cx="1127601" cy="1394460"/>
              </a:xfrm>
              <a:custGeom>
                <a:avLst/>
                <a:gdLst>
                  <a:gd name="connsiteX0" fmla="*/ 0 w 457200"/>
                  <a:gd name="connsiteY0" fmla="*/ 0 h 1219200"/>
                  <a:gd name="connsiteX1" fmla="*/ 457200 w 457200"/>
                  <a:gd name="connsiteY1" fmla="*/ 0 h 1219200"/>
                  <a:gd name="connsiteX2" fmla="*/ 457200 w 457200"/>
                  <a:gd name="connsiteY2" fmla="*/ 1219200 h 1219200"/>
                  <a:gd name="connsiteX3" fmla="*/ 0 w 457200"/>
                  <a:gd name="connsiteY3" fmla="*/ 1219200 h 1219200"/>
                  <a:gd name="connsiteX4" fmla="*/ 0 w 457200"/>
                  <a:gd name="connsiteY4" fmla="*/ 0 h 1219200"/>
                  <a:gd name="connsiteX0" fmla="*/ 0 w 624840"/>
                  <a:gd name="connsiteY0" fmla="*/ 91440 h 1219200"/>
                  <a:gd name="connsiteX1" fmla="*/ 624840 w 624840"/>
                  <a:gd name="connsiteY1" fmla="*/ 0 h 1219200"/>
                  <a:gd name="connsiteX2" fmla="*/ 624840 w 624840"/>
                  <a:gd name="connsiteY2" fmla="*/ 1219200 h 1219200"/>
                  <a:gd name="connsiteX3" fmla="*/ 167640 w 624840"/>
                  <a:gd name="connsiteY3" fmla="*/ 1219200 h 1219200"/>
                  <a:gd name="connsiteX4" fmla="*/ 0 w 624840"/>
                  <a:gd name="connsiteY4" fmla="*/ 91440 h 12192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624840 w 624840"/>
                  <a:gd name="connsiteY2" fmla="*/ 1219200 h 1485900"/>
                  <a:gd name="connsiteX3" fmla="*/ 22860 w 624840"/>
                  <a:gd name="connsiteY3" fmla="*/ 1485900 h 1485900"/>
                  <a:gd name="connsiteX4" fmla="*/ 0 w 624840"/>
                  <a:gd name="connsiteY4" fmla="*/ 91440 h 14859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22860 w 624840"/>
                  <a:gd name="connsiteY2" fmla="*/ 1485900 h 1485900"/>
                  <a:gd name="connsiteX3" fmla="*/ 0 w 624840"/>
                  <a:gd name="connsiteY3" fmla="*/ 91440 h 1485900"/>
                  <a:gd name="connsiteX0" fmla="*/ 436076 w 1060916"/>
                  <a:gd name="connsiteY0" fmla="*/ 91440 h 1485900"/>
                  <a:gd name="connsiteX1" fmla="*/ 1060916 w 1060916"/>
                  <a:gd name="connsiteY1" fmla="*/ 0 h 1485900"/>
                  <a:gd name="connsiteX2" fmla="*/ 458936 w 1060916"/>
                  <a:gd name="connsiteY2" fmla="*/ 1485900 h 1485900"/>
                  <a:gd name="connsiteX3" fmla="*/ 436076 w 1060916"/>
                  <a:gd name="connsiteY3" fmla="*/ 91440 h 1485900"/>
                  <a:gd name="connsiteX0" fmla="*/ 554063 w 1178903"/>
                  <a:gd name="connsiteY0" fmla="*/ 91440 h 1485900"/>
                  <a:gd name="connsiteX1" fmla="*/ 1178903 w 1178903"/>
                  <a:gd name="connsiteY1" fmla="*/ 0 h 1485900"/>
                  <a:gd name="connsiteX2" fmla="*/ 576923 w 1178903"/>
                  <a:gd name="connsiteY2" fmla="*/ 1485900 h 1485900"/>
                  <a:gd name="connsiteX3" fmla="*/ 554063 w 1178903"/>
                  <a:gd name="connsiteY3" fmla="*/ 91440 h 1485900"/>
                  <a:gd name="connsiteX0" fmla="*/ 554063 w 576923"/>
                  <a:gd name="connsiteY0" fmla="*/ 0 h 1394460"/>
                  <a:gd name="connsiteX1" fmla="*/ 576923 w 576923"/>
                  <a:gd name="connsiteY1" fmla="*/ 1394460 h 1394460"/>
                  <a:gd name="connsiteX2" fmla="*/ 554063 w 576923"/>
                  <a:gd name="connsiteY2" fmla="*/ 0 h 1394460"/>
                  <a:gd name="connsiteX0" fmla="*/ 554063 w 1015539"/>
                  <a:gd name="connsiteY0" fmla="*/ 0 h 1394460"/>
                  <a:gd name="connsiteX1" fmla="*/ 576923 w 1015539"/>
                  <a:gd name="connsiteY1" fmla="*/ 1394460 h 1394460"/>
                  <a:gd name="connsiteX2" fmla="*/ 554063 w 1015539"/>
                  <a:gd name="connsiteY2" fmla="*/ 0 h 1394460"/>
                  <a:gd name="connsiteX0" fmla="*/ 554063 w 1127601"/>
                  <a:gd name="connsiteY0" fmla="*/ 0 h 1394460"/>
                  <a:gd name="connsiteX1" fmla="*/ 576923 w 1127601"/>
                  <a:gd name="connsiteY1" fmla="*/ 1394460 h 1394460"/>
                  <a:gd name="connsiteX2" fmla="*/ 554063 w 1127601"/>
                  <a:gd name="connsiteY2" fmla="*/ 0 h 1394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7601" h="1394460">
                    <a:moveTo>
                      <a:pt x="554063" y="0"/>
                    </a:moveTo>
                    <a:cubicBezTo>
                      <a:pt x="1582763" y="693420"/>
                      <a:pt x="996023" y="1371600"/>
                      <a:pt x="576923" y="1394460"/>
                    </a:cubicBezTo>
                    <a:cubicBezTo>
                      <a:pt x="112103" y="1371600"/>
                      <a:pt x="-436537" y="762000"/>
                      <a:pt x="554063" y="0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4" name="Rectangle 2">
                <a:extLst>
                  <a:ext uri="{FF2B5EF4-FFF2-40B4-BE49-F238E27FC236}">
                    <a16:creationId xmlns:a16="http://schemas.microsoft.com/office/drawing/2014/main" id="{482700C8-8D5F-BC26-A808-6CD5C2DC0EBC}"/>
                  </a:ext>
                </a:extLst>
              </p:cNvPr>
              <p:cNvSpPr/>
              <p:nvPr/>
            </p:nvSpPr>
            <p:spPr>
              <a:xfrm>
                <a:off x="4646697" y="3086100"/>
                <a:ext cx="1127601" cy="1394460"/>
              </a:xfrm>
              <a:custGeom>
                <a:avLst/>
                <a:gdLst>
                  <a:gd name="connsiteX0" fmla="*/ 0 w 457200"/>
                  <a:gd name="connsiteY0" fmla="*/ 0 h 1219200"/>
                  <a:gd name="connsiteX1" fmla="*/ 457200 w 457200"/>
                  <a:gd name="connsiteY1" fmla="*/ 0 h 1219200"/>
                  <a:gd name="connsiteX2" fmla="*/ 457200 w 457200"/>
                  <a:gd name="connsiteY2" fmla="*/ 1219200 h 1219200"/>
                  <a:gd name="connsiteX3" fmla="*/ 0 w 457200"/>
                  <a:gd name="connsiteY3" fmla="*/ 1219200 h 1219200"/>
                  <a:gd name="connsiteX4" fmla="*/ 0 w 457200"/>
                  <a:gd name="connsiteY4" fmla="*/ 0 h 1219200"/>
                  <a:gd name="connsiteX0" fmla="*/ 0 w 624840"/>
                  <a:gd name="connsiteY0" fmla="*/ 91440 h 1219200"/>
                  <a:gd name="connsiteX1" fmla="*/ 624840 w 624840"/>
                  <a:gd name="connsiteY1" fmla="*/ 0 h 1219200"/>
                  <a:gd name="connsiteX2" fmla="*/ 624840 w 624840"/>
                  <a:gd name="connsiteY2" fmla="*/ 1219200 h 1219200"/>
                  <a:gd name="connsiteX3" fmla="*/ 167640 w 624840"/>
                  <a:gd name="connsiteY3" fmla="*/ 1219200 h 1219200"/>
                  <a:gd name="connsiteX4" fmla="*/ 0 w 624840"/>
                  <a:gd name="connsiteY4" fmla="*/ 91440 h 12192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624840 w 624840"/>
                  <a:gd name="connsiteY2" fmla="*/ 1219200 h 1485900"/>
                  <a:gd name="connsiteX3" fmla="*/ 22860 w 624840"/>
                  <a:gd name="connsiteY3" fmla="*/ 1485900 h 1485900"/>
                  <a:gd name="connsiteX4" fmla="*/ 0 w 624840"/>
                  <a:gd name="connsiteY4" fmla="*/ 91440 h 14859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22860 w 624840"/>
                  <a:gd name="connsiteY2" fmla="*/ 1485900 h 1485900"/>
                  <a:gd name="connsiteX3" fmla="*/ 0 w 624840"/>
                  <a:gd name="connsiteY3" fmla="*/ 91440 h 1485900"/>
                  <a:gd name="connsiteX0" fmla="*/ 436076 w 1060916"/>
                  <a:gd name="connsiteY0" fmla="*/ 91440 h 1485900"/>
                  <a:gd name="connsiteX1" fmla="*/ 1060916 w 1060916"/>
                  <a:gd name="connsiteY1" fmla="*/ 0 h 1485900"/>
                  <a:gd name="connsiteX2" fmla="*/ 458936 w 1060916"/>
                  <a:gd name="connsiteY2" fmla="*/ 1485900 h 1485900"/>
                  <a:gd name="connsiteX3" fmla="*/ 436076 w 1060916"/>
                  <a:gd name="connsiteY3" fmla="*/ 91440 h 1485900"/>
                  <a:gd name="connsiteX0" fmla="*/ 554063 w 1178903"/>
                  <a:gd name="connsiteY0" fmla="*/ 91440 h 1485900"/>
                  <a:gd name="connsiteX1" fmla="*/ 1178903 w 1178903"/>
                  <a:gd name="connsiteY1" fmla="*/ 0 h 1485900"/>
                  <a:gd name="connsiteX2" fmla="*/ 576923 w 1178903"/>
                  <a:gd name="connsiteY2" fmla="*/ 1485900 h 1485900"/>
                  <a:gd name="connsiteX3" fmla="*/ 554063 w 1178903"/>
                  <a:gd name="connsiteY3" fmla="*/ 91440 h 1485900"/>
                  <a:gd name="connsiteX0" fmla="*/ 554063 w 576923"/>
                  <a:gd name="connsiteY0" fmla="*/ 0 h 1394460"/>
                  <a:gd name="connsiteX1" fmla="*/ 576923 w 576923"/>
                  <a:gd name="connsiteY1" fmla="*/ 1394460 h 1394460"/>
                  <a:gd name="connsiteX2" fmla="*/ 554063 w 576923"/>
                  <a:gd name="connsiteY2" fmla="*/ 0 h 1394460"/>
                  <a:gd name="connsiteX0" fmla="*/ 554063 w 1015539"/>
                  <a:gd name="connsiteY0" fmla="*/ 0 h 1394460"/>
                  <a:gd name="connsiteX1" fmla="*/ 576923 w 1015539"/>
                  <a:gd name="connsiteY1" fmla="*/ 1394460 h 1394460"/>
                  <a:gd name="connsiteX2" fmla="*/ 554063 w 1015539"/>
                  <a:gd name="connsiteY2" fmla="*/ 0 h 1394460"/>
                  <a:gd name="connsiteX0" fmla="*/ 554063 w 1127601"/>
                  <a:gd name="connsiteY0" fmla="*/ 0 h 1394460"/>
                  <a:gd name="connsiteX1" fmla="*/ 576923 w 1127601"/>
                  <a:gd name="connsiteY1" fmla="*/ 1394460 h 1394460"/>
                  <a:gd name="connsiteX2" fmla="*/ 554063 w 1127601"/>
                  <a:gd name="connsiteY2" fmla="*/ 0 h 1394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7601" h="1394460">
                    <a:moveTo>
                      <a:pt x="554063" y="0"/>
                    </a:moveTo>
                    <a:cubicBezTo>
                      <a:pt x="1582763" y="693420"/>
                      <a:pt x="996023" y="1371600"/>
                      <a:pt x="576923" y="1394460"/>
                    </a:cubicBezTo>
                    <a:cubicBezTo>
                      <a:pt x="112103" y="1371600"/>
                      <a:pt x="-436537" y="762000"/>
                      <a:pt x="554063" y="0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65" name="Group 264">
              <a:extLst>
                <a:ext uri="{FF2B5EF4-FFF2-40B4-BE49-F238E27FC236}">
                  <a16:creationId xmlns:a16="http://schemas.microsoft.com/office/drawing/2014/main" id="{8B723AD3-5219-DC0E-5C0A-1E7D944CDB8D}"/>
                </a:ext>
              </a:extLst>
            </p:cNvPr>
            <p:cNvGrpSpPr/>
            <p:nvPr/>
          </p:nvGrpSpPr>
          <p:grpSpPr>
            <a:xfrm>
              <a:off x="5800523" y="2819478"/>
              <a:ext cx="963416" cy="1979487"/>
              <a:chOff x="5800523" y="2819478"/>
              <a:chExt cx="963416" cy="1979487"/>
            </a:xfrm>
            <a:grpFill/>
          </p:grpSpPr>
          <p:sp>
            <p:nvSpPr>
              <p:cNvPr id="281" name="Rectangle 2">
                <a:extLst>
                  <a:ext uri="{FF2B5EF4-FFF2-40B4-BE49-F238E27FC236}">
                    <a16:creationId xmlns:a16="http://schemas.microsoft.com/office/drawing/2014/main" id="{08009FBF-109F-4341-A940-9E4BC2860664}"/>
                  </a:ext>
                </a:extLst>
              </p:cNvPr>
              <p:cNvSpPr/>
              <p:nvPr/>
            </p:nvSpPr>
            <p:spPr>
              <a:xfrm rot="20050099">
                <a:off x="5800523" y="2819478"/>
                <a:ext cx="888593" cy="1934523"/>
              </a:xfrm>
              <a:custGeom>
                <a:avLst/>
                <a:gdLst>
                  <a:gd name="connsiteX0" fmla="*/ 0 w 457200"/>
                  <a:gd name="connsiteY0" fmla="*/ 0 h 1219200"/>
                  <a:gd name="connsiteX1" fmla="*/ 457200 w 457200"/>
                  <a:gd name="connsiteY1" fmla="*/ 0 h 1219200"/>
                  <a:gd name="connsiteX2" fmla="*/ 457200 w 457200"/>
                  <a:gd name="connsiteY2" fmla="*/ 1219200 h 1219200"/>
                  <a:gd name="connsiteX3" fmla="*/ 0 w 457200"/>
                  <a:gd name="connsiteY3" fmla="*/ 1219200 h 1219200"/>
                  <a:gd name="connsiteX4" fmla="*/ 0 w 457200"/>
                  <a:gd name="connsiteY4" fmla="*/ 0 h 1219200"/>
                  <a:gd name="connsiteX0" fmla="*/ 0 w 624840"/>
                  <a:gd name="connsiteY0" fmla="*/ 91440 h 1219200"/>
                  <a:gd name="connsiteX1" fmla="*/ 624840 w 624840"/>
                  <a:gd name="connsiteY1" fmla="*/ 0 h 1219200"/>
                  <a:gd name="connsiteX2" fmla="*/ 624840 w 624840"/>
                  <a:gd name="connsiteY2" fmla="*/ 1219200 h 1219200"/>
                  <a:gd name="connsiteX3" fmla="*/ 167640 w 624840"/>
                  <a:gd name="connsiteY3" fmla="*/ 1219200 h 1219200"/>
                  <a:gd name="connsiteX4" fmla="*/ 0 w 624840"/>
                  <a:gd name="connsiteY4" fmla="*/ 91440 h 12192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624840 w 624840"/>
                  <a:gd name="connsiteY2" fmla="*/ 1219200 h 1485900"/>
                  <a:gd name="connsiteX3" fmla="*/ 22860 w 624840"/>
                  <a:gd name="connsiteY3" fmla="*/ 1485900 h 1485900"/>
                  <a:gd name="connsiteX4" fmla="*/ 0 w 624840"/>
                  <a:gd name="connsiteY4" fmla="*/ 91440 h 14859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22860 w 624840"/>
                  <a:gd name="connsiteY2" fmla="*/ 1485900 h 1485900"/>
                  <a:gd name="connsiteX3" fmla="*/ 0 w 624840"/>
                  <a:gd name="connsiteY3" fmla="*/ 91440 h 1485900"/>
                  <a:gd name="connsiteX0" fmla="*/ 436076 w 1060916"/>
                  <a:gd name="connsiteY0" fmla="*/ 91440 h 1485900"/>
                  <a:gd name="connsiteX1" fmla="*/ 1060916 w 1060916"/>
                  <a:gd name="connsiteY1" fmla="*/ 0 h 1485900"/>
                  <a:gd name="connsiteX2" fmla="*/ 458936 w 1060916"/>
                  <a:gd name="connsiteY2" fmla="*/ 1485900 h 1485900"/>
                  <a:gd name="connsiteX3" fmla="*/ 436076 w 1060916"/>
                  <a:gd name="connsiteY3" fmla="*/ 91440 h 1485900"/>
                  <a:gd name="connsiteX0" fmla="*/ 554063 w 1178903"/>
                  <a:gd name="connsiteY0" fmla="*/ 91440 h 1485900"/>
                  <a:gd name="connsiteX1" fmla="*/ 1178903 w 1178903"/>
                  <a:gd name="connsiteY1" fmla="*/ 0 h 1485900"/>
                  <a:gd name="connsiteX2" fmla="*/ 576923 w 1178903"/>
                  <a:gd name="connsiteY2" fmla="*/ 1485900 h 1485900"/>
                  <a:gd name="connsiteX3" fmla="*/ 554063 w 1178903"/>
                  <a:gd name="connsiteY3" fmla="*/ 91440 h 1485900"/>
                  <a:gd name="connsiteX0" fmla="*/ 554063 w 576923"/>
                  <a:gd name="connsiteY0" fmla="*/ 0 h 1394460"/>
                  <a:gd name="connsiteX1" fmla="*/ 576923 w 576923"/>
                  <a:gd name="connsiteY1" fmla="*/ 1394460 h 1394460"/>
                  <a:gd name="connsiteX2" fmla="*/ 554063 w 576923"/>
                  <a:gd name="connsiteY2" fmla="*/ 0 h 1394460"/>
                  <a:gd name="connsiteX0" fmla="*/ 554063 w 1015539"/>
                  <a:gd name="connsiteY0" fmla="*/ 0 h 1394460"/>
                  <a:gd name="connsiteX1" fmla="*/ 576923 w 1015539"/>
                  <a:gd name="connsiteY1" fmla="*/ 1394460 h 1394460"/>
                  <a:gd name="connsiteX2" fmla="*/ 554063 w 1015539"/>
                  <a:gd name="connsiteY2" fmla="*/ 0 h 1394460"/>
                  <a:gd name="connsiteX0" fmla="*/ 554063 w 1127601"/>
                  <a:gd name="connsiteY0" fmla="*/ 0 h 1394460"/>
                  <a:gd name="connsiteX1" fmla="*/ 576923 w 1127601"/>
                  <a:gd name="connsiteY1" fmla="*/ 1394460 h 1394460"/>
                  <a:gd name="connsiteX2" fmla="*/ 554063 w 1127601"/>
                  <a:gd name="connsiteY2" fmla="*/ 0 h 1394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7601" h="1394460">
                    <a:moveTo>
                      <a:pt x="554063" y="0"/>
                    </a:moveTo>
                    <a:cubicBezTo>
                      <a:pt x="1582763" y="693420"/>
                      <a:pt x="996023" y="1371600"/>
                      <a:pt x="576923" y="1394460"/>
                    </a:cubicBezTo>
                    <a:cubicBezTo>
                      <a:pt x="112103" y="1371600"/>
                      <a:pt x="-436537" y="762000"/>
                      <a:pt x="554063" y="0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2" name="Rectangle 2">
                <a:extLst>
                  <a:ext uri="{FF2B5EF4-FFF2-40B4-BE49-F238E27FC236}">
                    <a16:creationId xmlns:a16="http://schemas.microsoft.com/office/drawing/2014/main" id="{1098C0E5-2A51-9FE3-875A-9088DA75F88E}"/>
                  </a:ext>
                </a:extLst>
              </p:cNvPr>
              <p:cNvSpPr/>
              <p:nvPr/>
            </p:nvSpPr>
            <p:spPr>
              <a:xfrm rot="20050099">
                <a:off x="5875346" y="2864442"/>
                <a:ext cx="888593" cy="1934523"/>
              </a:xfrm>
              <a:custGeom>
                <a:avLst/>
                <a:gdLst>
                  <a:gd name="connsiteX0" fmla="*/ 0 w 457200"/>
                  <a:gd name="connsiteY0" fmla="*/ 0 h 1219200"/>
                  <a:gd name="connsiteX1" fmla="*/ 457200 w 457200"/>
                  <a:gd name="connsiteY1" fmla="*/ 0 h 1219200"/>
                  <a:gd name="connsiteX2" fmla="*/ 457200 w 457200"/>
                  <a:gd name="connsiteY2" fmla="*/ 1219200 h 1219200"/>
                  <a:gd name="connsiteX3" fmla="*/ 0 w 457200"/>
                  <a:gd name="connsiteY3" fmla="*/ 1219200 h 1219200"/>
                  <a:gd name="connsiteX4" fmla="*/ 0 w 457200"/>
                  <a:gd name="connsiteY4" fmla="*/ 0 h 1219200"/>
                  <a:gd name="connsiteX0" fmla="*/ 0 w 624840"/>
                  <a:gd name="connsiteY0" fmla="*/ 91440 h 1219200"/>
                  <a:gd name="connsiteX1" fmla="*/ 624840 w 624840"/>
                  <a:gd name="connsiteY1" fmla="*/ 0 h 1219200"/>
                  <a:gd name="connsiteX2" fmla="*/ 624840 w 624840"/>
                  <a:gd name="connsiteY2" fmla="*/ 1219200 h 1219200"/>
                  <a:gd name="connsiteX3" fmla="*/ 167640 w 624840"/>
                  <a:gd name="connsiteY3" fmla="*/ 1219200 h 1219200"/>
                  <a:gd name="connsiteX4" fmla="*/ 0 w 624840"/>
                  <a:gd name="connsiteY4" fmla="*/ 91440 h 12192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624840 w 624840"/>
                  <a:gd name="connsiteY2" fmla="*/ 1219200 h 1485900"/>
                  <a:gd name="connsiteX3" fmla="*/ 22860 w 624840"/>
                  <a:gd name="connsiteY3" fmla="*/ 1485900 h 1485900"/>
                  <a:gd name="connsiteX4" fmla="*/ 0 w 624840"/>
                  <a:gd name="connsiteY4" fmla="*/ 91440 h 14859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22860 w 624840"/>
                  <a:gd name="connsiteY2" fmla="*/ 1485900 h 1485900"/>
                  <a:gd name="connsiteX3" fmla="*/ 0 w 624840"/>
                  <a:gd name="connsiteY3" fmla="*/ 91440 h 1485900"/>
                  <a:gd name="connsiteX0" fmla="*/ 436076 w 1060916"/>
                  <a:gd name="connsiteY0" fmla="*/ 91440 h 1485900"/>
                  <a:gd name="connsiteX1" fmla="*/ 1060916 w 1060916"/>
                  <a:gd name="connsiteY1" fmla="*/ 0 h 1485900"/>
                  <a:gd name="connsiteX2" fmla="*/ 458936 w 1060916"/>
                  <a:gd name="connsiteY2" fmla="*/ 1485900 h 1485900"/>
                  <a:gd name="connsiteX3" fmla="*/ 436076 w 1060916"/>
                  <a:gd name="connsiteY3" fmla="*/ 91440 h 1485900"/>
                  <a:gd name="connsiteX0" fmla="*/ 554063 w 1178903"/>
                  <a:gd name="connsiteY0" fmla="*/ 91440 h 1485900"/>
                  <a:gd name="connsiteX1" fmla="*/ 1178903 w 1178903"/>
                  <a:gd name="connsiteY1" fmla="*/ 0 h 1485900"/>
                  <a:gd name="connsiteX2" fmla="*/ 576923 w 1178903"/>
                  <a:gd name="connsiteY2" fmla="*/ 1485900 h 1485900"/>
                  <a:gd name="connsiteX3" fmla="*/ 554063 w 1178903"/>
                  <a:gd name="connsiteY3" fmla="*/ 91440 h 1485900"/>
                  <a:gd name="connsiteX0" fmla="*/ 554063 w 576923"/>
                  <a:gd name="connsiteY0" fmla="*/ 0 h 1394460"/>
                  <a:gd name="connsiteX1" fmla="*/ 576923 w 576923"/>
                  <a:gd name="connsiteY1" fmla="*/ 1394460 h 1394460"/>
                  <a:gd name="connsiteX2" fmla="*/ 554063 w 576923"/>
                  <a:gd name="connsiteY2" fmla="*/ 0 h 1394460"/>
                  <a:gd name="connsiteX0" fmla="*/ 554063 w 1015539"/>
                  <a:gd name="connsiteY0" fmla="*/ 0 h 1394460"/>
                  <a:gd name="connsiteX1" fmla="*/ 576923 w 1015539"/>
                  <a:gd name="connsiteY1" fmla="*/ 1394460 h 1394460"/>
                  <a:gd name="connsiteX2" fmla="*/ 554063 w 1015539"/>
                  <a:gd name="connsiteY2" fmla="*/ 0 h 1394460"/>
                  <a:gd name="connsiteX0" fmla="*/ 554063 w 1127601"/>
                  <a:gd name="connsiteY0" fmla="*/ 0 h 1394460"/>
                  <a:gd name="connsiteX1" fmla="*/ 576923 w 1127601"/>
                  <a:gd name="connsiteY1" fmla="*/ 1394460 h 1394460"/>
                  <a:gd name="connsiteX2" fmla="*/ 554063 w 1127601"/>
                  <a:gd name="connsiteY2" fmla="*/ 0 h 1394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7601" h="1394460">
                    <a:moveTo>
                      <a:pt x="554063" y="0"/>
                    </a:moveTo>
                    <a:cubicBezTo>
                      <a:pt x="1582763" y="693420"/>
                      <a:pt x="996023" y="1371600"/>
                      <a:pt x="576923" y="1394460"/>
                    </a:cubicBezTo>
                    <a:cubicBezTo>
                      <a:pt x="112103" y="1371600"/>
                      <a:pt x="-436537" y="762000"/>
                      <a:pt x="554063" y="0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66" name="Group 265">
              <a:extLst>
                <a:ext uri="{FF2B5EF4-FFF2-40B4-BE49-F238E27FC236}">
                  <a16:creationId xmlns:a16="http://schemas.microsoft.com/office/drawing/2014/main" id="{85B8C833-B828-36AA-7C08-422F741F3907}"/>
                </a:ext>
              </a:extLst>
            </p:cNvPr>
            <p:cNvGrpSpPr/>
            <p:nvPr/>
          </p:nvGrpSpPr>
          <p:grpSpPr>
            <a:xfrm>
              <a:off x="7015033" y="1858380"/>
              <a:ext cx="1815143" cy="2372170"/>
              <a:chOff x="4646535" y="3006712"/>
              <a:chExt cx="1127763" cy="1473848"/>
            </a:xfrm>
            <a:grpFill/>
          </p:grpSpPr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DD110E13-BD2F-928C-3FCC-FBF0463261A2}"/>
                  </a:ext>
                </a:extLst>
              </p:cNvPr>
              <p:cNvSpPr/>
              <p:nvPr/>
            </p:nvSpPr>
            <p:spPr>
              <a:xfrm>
                <a:off x="5212080" y="3101340"/>
                <a:ext cx="0" cy="693420"/>
              </a:xfrm>
              <a:custGeom>
                <a:avLst/>
                <a:gdLst>
                  <a:gd name="connsiteX0" fmla="*/ 0 w 0"/>
                  <a:gd name="connsiteY0" fmla="*/ 0 h 693420"/>
                  <a:gd name="connsiteX1" fmla="*/ 0 w 0"/>
                  <a:gd name="connsiteY1" fmla="*/ 693420 h 693420"/>
                  <a:gd name="connsiteX2" fmla="*/ 0 w 0"/>
                  <a:gd name="connsiteY2" fmla="*/ 693420 h 693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h="693420">
                    <a:moveTo>
                      <a:pt x="0" y="0"/>
                    </a:moveTo>
                    <a:lnTo>
                      <a:pt x="0" y="693420"/>
                    </a:lnTo>
                    <a:lnTo>
                      <a:pt x="0" y="693420"/>
                    </a:lnTo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9" name="Rectangle 2">
                <a:extLst>
                  <a:ext uri="{FF2B5EF4-FFF2-40B4-BE49-F238E27FC236}">
                    <a16:creationId xmlns:a16="http://schemas.microsoft.com/office/drawing/2014/main" id="{C084AA70-C66F-22FF-2D3E-1DD870FC97B2}"/>
                  </a:ext>
                </a:extLst>
              </p:cNvPr>
              <p:cNvSpPr/>
              <p:nvPr/>
            </p:nvSpPr>
            <p:spPr>
              <a:xfrm>
                <a:off x="4646535" y="3006712"/>
                <a:ext cx="1127601" cy="1394460"/>
              </a:xfrm>
              <a:custGeom>
                <a:avLst/>
                <a:gdLst>
                  <a:gd name="connsiteX0" fmla="*/ 0 w 457200"/>
                  <a:gd name="connsiteY0" fmla="*/ 0 h 1219200"/>
                  <a:gd name="connsiteX1" fmla="*/ 457200 w 457200"/>
                  <a:gd name="connsiteY1" fmla="*/ 0 h 1219200"/>
                  <a:gd name="connsiteX2" fmla="*/ 457200 w 457200"/>
                  <a:gd name="connsiteY2" fmla="*/ 1219200 h 1219200"/>
                  <a:gd name="connsiteX3" fmla="*/ 0 w 457200"/>
                  <a:gd name="connsiteY3" fmla="*/ 1219200 h 1219200"/>
                  <a:gd name="connsiteX4" fmla="*/ 0 w 457200"/>
                  <a:gd name="connsiteY4" fmla="*/ 0 h 1219200"/>
                  <a:gd name="connsiteX0" fmla="*/ 0 w 624840"/>
                  <a:gd name="connsiteY0" fmla="*/ 91440 h 1219200"/>
                  <a:gd name="connsiteX1" fmla="*/ 624840 w 624840"/>
                  <a:gd name="connsiteY1" fmla="*/ 0 h 1219200"/>
                  <a:gd name="connsiteX2" fmla="*/ 624840 w 624840"/>
                  <a:gd name="connsiteY2" fmla="*/ 1219200 h 1219200"/>
                  <a:gd name="connsiteX3" fmla="*/ 167640 w 624840"/>
                  <a:gd name="connsiteY3" fmla="*/ 1219200 h 1219200"/>
                  <a:gd name="connsiteX4" fmla="*/ 0 w 624840"/>
                  <a:gd name="connsiteY4" fmla="*/ 91440 h 12192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624840 w 624840"/>
                  <a:gd name="connsiteY2" fmla="*/ 1219200 h 1485900"/>
                  <a:gd name="connsiteX3" fmla="*/ 22860 w 624840"/>
                  <a:gd name="connsiteY3" fmla="*/ 1485900 h 1485900"/>
                  <a:gd name="connsiteX4" fmla="*/ 0 w 624840"/>
                  <a:gd name="connsiteY4" fmla="*/ 91440 h 14859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22860 w 624840"/>
                  <a:gd name="connsiteY2" fmla="*/ 1485900 h 1485900"/>
                  <a:gd name="connsiteX3" fmla="*/ 0 w 624840"/>
                  <a:gd name="connsiteY3" fmla="*/ 91440 h 1485900"/>
                  <a:gd name="connsiteX0" fmla="*/ 436076 w 1060916"/>
                  <a:gd name="connsiteY0" fmla="*/ 91440 h 1485900"/>
                  <a:gd name="connsiteX1" fmla="*/ 1060916 w 1060916"/>
                  <a:gd name="connsiteY1" fmla="*/ 0 h 1485900"/>
                  <a:gd name="connsiteX2" fmla="*/ 458936 w 1060916"/>
                  <a:gd name="connsiteY2" fmla="*/ 1485900 h 1485900"/>
                  <a:gd name="connsiteX3" fmla="*/ 436076 w 1060916"/>
                  <a:gd name="connsiteY3" fmla="*/ 91440 h 1485900"/>
                  <a:gd name="connsiteX0" fmla="*/ 554063 w 1178903"/>
                  <a:gd name="connsiteY0" fmla="*/ 91440 h 1485900"/>
                  <a:gd name="connsiteX1" fmla="*/ 1178903 w 1178903"/>
                  <a:gd name="connsiteY1" fmla="*/ 0 h 1485900"/>
                  <a:gd name="connsiteX2" fmla="*/ 576923 w 1178903"/>
                  <a:gd name="connsiteY2" fmla="*/ 1485900 h 1485900"/>
                  <a:gd name="connsiteX3" fmla="*/ 554063 w 1178903"/>
                  <a:gd name="connsiteY3" fmla="*/ 91440 h 1485900"/>
                  <a:gd name="connsiteX0" fmla="*/ 554063 w 576923"/>
                  <a:gd name="connsiteY0" fmla="*/ 0 h 1394460"/>
                  <a:gd name="connsiteX1" fmla="*/ 576923 w 576923"/>
                  <a:gd name="connsiteY1" fmla="*/ 1394460 h 1394460"/>
                  <a:gd name="connsiteX2" fmla="*/ 554063 w 576923"/>
                  <a:gd name="connsiteY2" fmla="*/ 0 h 1394460"/>
                  <a:gd name="connsiteX0" fmla="*/ 554063 w 1015539"/>
                  <a:gd name="connsiteY0" fmla="*/ 0 h 1394460"/>
                  <a:gd name="connsiteX1" fmla="*/ 576923 w 1015539"/>
                  <a:gd name="connsiteY1" fmla="*/ 1394460 h 1394460"/>
                  <a:gd name="connsiteX2" fmla="*/ 554063 w 1015539"/>
                  <a:gd name="connsiteY2" fmla="*/ 0 h 1394460"/>
                  <a:gd name="connsiteX0" fmla="*/ 554063 w 1127601"/>
                  <a:gd name="connsiteY0" fmla="*/ 0 h 1394460"/>
                  <a:gd name="connsiteX1" fmla="*/ 576923 w 1127601"/>
                  <a:gd name="connsiteY1" fmla="*/ 1394460 h 1394460"/>
                  <a:gd name="connsiteX2" fmla="*/ 554063 w 1127601"/>
                  <a:gd name="connsiteY2" fmla="*/ 0 h 1394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7601" h="1394460">
                    <a:moveTo>
                      <a:pt x="554063" y="0"/>
                    </a:moveTo>
                    <a:cubicBezTo>
                      <a:pt x="1582763" y="693420"/>
                      <a:pt x="996023" y="1371600"/>
                      <a:pt x="576923" y="1394460"/>
                    </a:cubicBezTo>
                    <a:cubicBezTo>
                      <a:pt x="112103" y="1371600"/>
                      <a:pt x="-436537" y="762000"/>
                      <a:pt x="554063" y="0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0" name="Rectangle 2">
                <a:extLst>
                  <a:ext uri="{FF2B5EF4-FFF2-40B4-BE49-F238E27FC236}">
                    <a16:creationId xmlns:a16="http://schemas.microsoft.com/office/drawing/2014/main" id="{7382524E-5759-7B0B-FBA6-331F6E9E8E57}"/>
                  </a:ext>
                </a:extLst>
              </p:cNvPr>
              <p:cNvSpPr/>
              <p:nvPr/>
            </p:nvSpPr>
            <p:spPr>
              <a:xfrm>
                <a:off x="4646697" y="3086100"/>
                <a:ext cx="1127601" cy="1394460"/>
              </a:xfrm>
              <a:custGeom>
                <a:avLst/>
                <a:gdLst>
                  <a:gd name="connsiteX0" fmla="*/ 0 w 457200"/>
                  <a:gd name="connsiteY0" fmla="*/ 0 h 1219200"/>
                  <a:gd name="connsiteX1" fmla="*/ 457200 w 457200"/>
                  <a:gd name="connsiteY1" fmla="*/ 0 h 1219200"/>
                  <a:gd name="connsiteX2" fmla="*/ 457200 w 457200"/>
                  <a:gd name="connsiteY2" fmla="*/ 1219200 h 1219200"/>
                  <a:gd name="connsiteX3" fmla="*/ 0 w 457200"/>
                  <a:gd name="connsiteY3" fmla="*/ 1219200 h 1219200"/>
                  <a:gd name="connsiteX4" fmla="*/ 0 w 457200"/>
                  <a:gd name="connsiteY4" fmla="*/ 0 h 1219200"/>
                  <a:gd name="connsiteX0" fmla="*/ 0 w 624840"/>
                  <a:gd name="connsiteY0" fmla="*/ 91440 h 1219200"/>
                  <a:gd name="connsiteX1" fmla="*/ 624840 w 624840"/>
                  <a:gd name="connsiteY1" fmla="*/ 0 h 1219200"/>
                  <a:gd name="connsiteX2" fmla="*/ 624840 w 624840"/>
                  <a:gd name="connsiteY2" fmla="*/ 1219200 h 1219200"/>
                  <a:gd name="connsiteX3" fmla="*/ 167640 w 624840"/>
                  <a:gd name="connsiteY3" fmla="*/ 1219200 h 1219200"/>
                  <a:gd name="connsiteX4" fmla="*/ 0 w 624840"/>
                  <a:gd name="connsiteY4" fmla="*/ 91440 h 12192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624840 w 624840"/>
                  <a:gd name="connsiteY2" fmla="*/ 1219200 h 1485900"/>
                  <a:gd name="connsiteX3" fmla="*/ 22860 w 624840"/>
                  <a:gd name="connsiteY3" fmla="*/ 1485900 h 1485900"/>
                  <a:gd name="connsiteX4" fmla="*/ 0 w 624840"/>
                  <a:gd name="connsiteY4" fmla="*/ 91440 h 14859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22860 w 624840"/>
                  <a:gd name="connsiteY2" fmla="*/ 1485900 h 1485900"/>
                  <a:gd name="connsiteX3" fmla="*/ 0 w 624840"/>
                  <a:gd name="connsiteY3" fmla="*/ 91440 h 1485900"/>
                  <a:gd name="connsiteX0" fmla="*/ 436076 w 1060916"/>
                  <a:gd name="connsiteY0" fmla="*/ 91440 h 1485900"/>
                  <a:gd name="connsiteX1" fmla="*/ 1060916 w 1060916"/>
                  <a:gd name="connsiteY1" fmla="*/ 0 h 1485900"/>
                  <a:gd name="connsiteX2" fmla="*/ 458936 w 1060916"/>
                  <a:gd name="connsiteY2" fmla="*/ 1485900 h 1485900"/>
                  <a:gd name="connsiteX3" fmla="*/ 436076 w 1060916"/>
                  <a:gd name="connsiteY3" fmla="*/ 91440 h 1485900"/>
                  <a:gd name="connsiteX0" fmla="*/ 554063 w 1178903"/>
                  <a:gd name="connsiteY0" fmla="*/ 91440 h 1485900"/>
                  <a:gd name="connsiteX1" fmla="*/ 1178903 w 1178903"/>
                  <a:gd name="connsiteY1" fmla="*/ 0 h 1485900"/>
                  <a:gd name="connsiteX2" fmla="*/ 576923 w 1178903"/>
                  <a:gd name="connsiteY2" fmla="*/ 1485900 h 1485900"/>
                  <a:gd name="connsiteX3" fmla="*/ 554063 w 1178903"/>
                  <a:gd name="connsiteY3" fmla="*/ 91440 h 1485900"/>
                  <a:gd name="connsiteX0" fmla="*/ 554063 w 576923"/>
                  <a:gd name="connsiteY0" fmla="*/ 0 h 1394460"/>
                  <a:gd name="connsiteX1" fmla="*/ 576923 w 576923"/>
                  <a:gd name="connsiteY1" fmla="*/ 1394460 h 1394460"/>
                  <a:gd name="connsiteX2" fmla="*/ 554063 w 576923"/>
                  <a:gd name="connsiteY2" fmla="*/ 0 h 1394460"/>
                  <a:gd name="connsiteX0" fmla="*/ 554063 w 1015539"/>
                  <a:gd name="connsiteY0" fmla="*/ 0 h 1394460"/>
                  <a:gd name="connsiteX1" fmla="*/ 576923 w 1015539"/>
                  <a:gd name="connsiteY1" fmla="*/ 1394460 h 1394460"/>
                  <a:gd name="connsiteX2" fmla="*/ 554063 w 1015539"/>
                  <a:gd name="connsiteY2" fmla="*/ 0 h 1394460"/>
                  <a:gd name="connsiteX0" fmla="*/ 554063 w 1127601"/>
                  <a:gd name="connsiteY0" fmla="*/ 0 h 1394460"/>
                  <a:gd name="connsiteX1" fmla="*/ 576923 w 1127601"/>
                  <a:gd name="connsiteY1" fmla="*/ 1394460 h 1394460"/>
                  <a:gd name="connsiteX2" fmla="*/ 554063 w 1127601"/>
                  <a:gd name="connsiteY2" fmla="*/ 0 h 1394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7601" h="1394460">
                    <a:moveTo>
                      <a:pt x="554063" y="0"/>
                    </a:moveTo>
                    <a:cubicBezTo>
                      <a:pt x="1582763" y="693420"/>
                      <a:pt x="996023" y="1371600"/>
                      <a:pt x="576923" y="1394460"/>
                    </a:cubicBezTo>
                    <a:cubicBezTo>
                      <a:pt x="112103" y="1371600"/>
                      <a:pt x="-436537" y="762000"/>
                      <a:pt x="554063" y="0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67" name="Group 266">
              <a:extLst>
                <a:ext uri="{FF2B5EF4-FFF2-40B4-BE49-F238E27FC236}">
                  <a16:creationId xmlns:a16="http://schemas.microsoft.com/office/drawing/2014/main" id="{B3554B21-3295-0932-C73D-6E33A5402886}"/>
                </a:ext>
              </a:extLst>
            </p:cNvPr>
            <p:cNvGrpSpPr/>
            <p:nvPr/>
          </p:nvGrpSpPr>
          <p:grpSpPr>
            <a:xfrm rot="20471543">
              <a:off x="6310803" y="3272279"/>
              <a:ext cx="1499544" cy="2379697"/>
              <a:chOff x="4646697" y="3041969"/>
              <a:chExt cx="1146610" cy="1438591"/>
            </a:xfrm>
            <a:grpFill/>
          </p:grpSpPr>
          <p:sp>
            <p:nvSpPr>
              <p:cNvPr id="276" name="Rectangle 2">
                <a:extLst>
                  <a:ext uri="{FF2B5EF4-FFF2-40B4-BE49-F238E27FC236}">
                    <a16:creationId xmlns:a16="http://schemas.microsoft.com/office/drawing/2014/main" id="{93AA3B4A-5224-DF7B-61D1-4C6287EE99D5}"/>
                  </a:ext>
                </a:extLst>
              </p:cNvPr>
              <p:cNvSpPr/>
              <p:nvPr/>
            </p:nvSpPr>
            <p:spPr>
              <a:xfrm>
                <a:off x="4665706" y="3041969"/>
                <a:ext cx="1127601" cy="1394460"/>
              </a:xfrm>
              <a:custGeom>
                <a:avLst/>
                <a:gdLst>
                  <a:gd name="connsiteX0" fmla="*/ 0 w 457200"/>
                  <a:gd name="connsiteY0" fmla="*/ 0 h 1219200"/>
                  <a:gd name="connsiteX1" fmla="*/ 457200 w 457200"/>
                  <a:gd name="connsiteY1" fmla="*/ 0 h 1219200"/>
                  <a:gd name="connsiteX2" fmla="*/ 457200 w 457200"/>
                  <a:gd name="connsiteY2" fmla="*/ 1219200 h 1219200"/>
                  <a:gd name="connsiteX3" fmla="*/ 0 w 457200"/>
                  <a:gd name="connsiteY3" fmla="*/ 1219200 h 1219200"/>
                  <a:gd name="connsiteX4" fmla="*/ 0 w 457200"/>
                  <a:gd name="connsiteY4" fmla="*/ 0 h 1219200"/>
                  <a:gd name="connsiteX0" fmla="*/ 0 w 624840"/>
                  <a:gd name="connsiteY0" fmla="*/ 91440 h 1219200"/>
                  <a:gd name="connsiteX1" fmla="*/ 624840 w 624840"/>
                  <a:gd name="connsiteY1" fmla="*/ 0 h 1219200"/>
                  <a:gd name="connsiteX2" fmla="*/ 624840 w 624840"/>
                  <a:gd name="connsiteY2" fmla="*/ 1219200 h 1219200"/>
                  <a:gd name="connsiteX3" fmla="*/ 167640 w 624840"/>
                  <a:gd name="connsiteY3" fmla="*/ 1219200 h 1219200"/>
                  <a:gd name="connsiteX4" fmla="*/ 0 w 624840"/>
                  <a:gd name="connsiteY4" fmla="*/ 91440 h 12192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624840 w 624840"/>
                  <a:gd name="connsiteY2" fmla="*/ 1219200 h 1485900"/>
                  <a:gd name="connsiteX3" fmla="*/ 22860 w 624840"/>
                  <a:gd name="connsiteY3" fmla="*/ 1485900 h 1485900"/>
                  <a:gd name="connsiteX4" fmla="*/ 0 w 624840"/>
                  <a:gd name="connsiteY4" fmla="*/ 91440 h 14859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22860 w 624840"/>
                  <a:gd name="connsiteY2" fmla="*/ 1485900 h 1485900"/>
                  <a:gd name="connsiteX3" fmla="*/ 0 w 624840"/>
                  <a:gd name="connsiteY3" fmla="*/ 91440 h 1485900"/>
                  <a:gd name="connsiteX0" fmla="*/ 436076 w 1060916"/>
                  <a:gd name="connsiteY0" fmla="*/ 91440 h 1485900"/>
                  <a:gd name="connsiteX1" fmla="*/ 1060916 w 1060916"/>
                  <a:gd name="connsiteY1" fmla="*/ 0 h 1485900"/>
                  <a:gd name="connsiteX2" fmla="*/ 458936 w 1060916"/>
                  <a:gd name="connsiteY2" fmla="*/ 1485900 h 1485900"/>
                  <a:gd name="connsiteX3" fmla="*/ 436076 w 1060916"/>
                  <a:gd name="connsiteY3" fmla="*/ 91440 h 1485900"/>
                  <a:gd name="connsiteX0" fmla="*/ 554063 w 1178903"/>
                  <a:gd name="connsiteY0" fmla="*/ 91440 h 1485900"/>
                  <a:gd name="connsiteX1" fmla="*/ 1178903 w 1178903"/>
                  <a:gd name="connsiteY1" fmla="*/ 0 h 1485900"/>
                  <a:gd name="connsiteX2" fmla="*/ 576923 w 1178903"/>
                  <a:gd name="connsiteY2" fmla="*/ 1485900 h 1485900"/>
                  <a:gd name="connsiteX3" fmla="*/ 554063 w 1178903"/>
                  <a:gd name="connsiteY3" fmla="*/ 91440 h 1485900"/>
                  <a:gd name="connsiteX0" fmla="*/ 554063 w 576923"/>
                  <a:gd name="connsiteY0" fmla="*/ 0 h 1394460"/>
                  <a:gd name="connsiteX1" fmla="*/ 576923 w 576923"/>
                  <a:gd name="connsiteY1" fmla="*/ 1394460 h 1394460"/>
                  <a:gd name="connsiteX2" fmla="*/ 554063 w 576923"/>
                  <a:gd name="connsiteY2" fmla="*/ 0 h 1394460"/>
                  <a:gd name="connsiteX0" fmla="*/ 554063 w 1015539"/>
                  <a:gd name="connsiteY0" fmla="*/ 0 h 1394460"/>
                  <a:gd name="connsiteX1" fmla="*/ 576923 w 1015539"/>
                  <a:gd name="connsiteY1" fmla="*/ 1394460 h 1394460"/>
                  <a:gd name="connsiteX2" fmla="*/ 554063 w 1015539"/>
                  <a:gd name="connsiteY2" fmla="*/ 0 h 1394460"/>
                  <a:gd name="connsiteX0" fmla="*/ 554063 w 1127601"/>
                  <a:gd name="connsiteY0" fmla="*/ 0 h 1394460"/>
                  <a:gd name="connsiteX1" fmla="*/ 576923 w 1127601"/>
                  <a:gd name="connsiteY1" fmla="*/ 1394460 h 1394460"/>
                  <a:gd name="connsiteX2" fmla="*/ 554063 w 1127601"/>
                  <a:gd name="connsiteY2" fmla="*/ 0 h 1394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7601" h="1394460">
                    <a:moveTo>
                      <a:pt x="554063" y="0"/>
                    </a:moveTo>
                    <a:cubicBezTo>
                      <a:pt x="1582763" y="693420"/>
                      <a:pt x="996023" y="1371600"/>
                      <a:pt x="576923" y="1394460"/>
                    </a:cubicBezTo>
                    <a:cubicBezTo>
                      <a:pt x="112103" y="1371600"/>
                      <a:pt x="-436537" y="762000"/>
                      <a:pt x="554063" y="0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7" name="Rectangle 2">
                <a:extLst>
                  <a:ext uri="{FF2B5EF4-FFF2-40B4-BE49-F238E27FC236}">
                    <a16:creationId xmlns:a16="http://schemas.microsoft.com/office/drawing/2014/main" id="{E579D7D7-A1C6-F216-1247-240AF2ABBBE1}"/>
                  </a:ext>
                </a:extLst>
              </p:cNvPr>
              <p:cNvSpPr/>
              <p:nvPr/>
            </p:nvSpPr>
            <p:spPr>
              <a:xfrm>
                <a:off x="4646697" y="3086100"/>
                <a:ext cx="1127601" cy="1394460"/>
              </a:xfrm>
              <a:custGeom>
                <a:avLst/>
                <a:gdLst>
                  <a:gd name="connsiteX0" fmla="*/ 0 w 457200"/>
                  <a:gd name="connsiteY0" fmla="*/ 0 h 1219200"/>
                  <a:gd name="connsiteX1" fmla="*/ 457200 w 457200"/>
                  <a:gd name="connsiteY1" fmla="*/ 0 h 1219200"/>
                  <a:gd name="connsiteX2" fmla="*/ 457200 w 457200"/>
                  <a:gd name="connsiteY2" fmla="*/ 1219200 h 1219200"/>
                  <a:gd name="connsiteX3" fmla="*/ 0 w 457200"/>
                  <a:gd name="connsiteY3" fmla="*/ 1219200 h 1219200"/>
                  <a:gd name="connsiteX4" fmla="*/ 0 w 457200"/>
                  <a:gd name="connsiteY4" fmla="*/ 0 h 1219200"/>
                  <a:gd name="connsiteX0" fmla="*/ 0 w 624840"/>
                  <a:gd name="connsiteY0" fmla="*/ 91440 h 1219200"/>
                  <a:gd name="connsiteX1" fmla="*/ 624840 w 624840"/>
                  <a:gd name="connsiteY1" fmla="*/ 0 h 1219200"/>
                  <a:gd name="connsiteX2" fmla="*/ 624840 w 624840"/>
                  <a:gd name="connsiteY2" fmla="*/ 1219200 h 1219200"/>
                  <a:gd name="connsiteX3" fmla="*/ 167640 w 624840"/>
                  <a:gd name="connsiteY3" fmla="*/ 1219200 h 1219200"/>
                  <a:gd name="connsiteX4" fmla="*/ 0 w 624840"/>
                  <a:gd name="connsiteY4" fmla="*/ 91440 h 12192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624840 w 624840"/>
                  <a:gd name="connsiteY2" fmla="*/ 1219200 h 1485900"/>
                  <a:gd name="connsiteX3" fmla="*/ 22860 w 624840"/>
                  <a:gd name="connsiteY3" fmla="*/ 1485900 h 1485900"/>
                  <a:gd name="connsiteX4" fmla="*/ 0 w 624840"/>
                  <a:gd name="connsiteY4" fmla="*/ 91440 h 14859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22860 w 624840"/>
                  <a:gd name="connsiteY2" fmla="*/ 1485900 h 1485900"/>
                  <a:gd name="connsiteX3" fmla="*/ 0 w 624840"/>
                  <a:gd name="connsiteY3" fmla="*/ 91440 h 1485900"/>
                  <a:gd name="connsiteX0" fmla="*/ 436076 w 1060916"/>
                  <a:gd name="connsiteY0" fmla="*/ 91440 h 1485900"/>
                  <a:gd name="connsiteX1" fmla="*/ 1060916 w 1060916"/>
                  <a:gd name="connsiteY1" fmla="*/ 0 h 1485900"/>
                  <a:gd name="connsiteX2" fmla="*/ 458936 w 1060916"/>
                  <a:gd name="connsiteY2" fmla="*/ 1485900 h 1485900"/>
                  <a:gd name="connsiteX3" fmla="*/ 436076 w 1060916"/>
                  <a:gd name="connsiteY3" fmla="*/ 91440 h 1485900"/>
                  <a:gd name="connsiteX0" fmla="*/ 554063 w 1178903"/>
                  <a:gd name="connsiteY0" fmla="*/ 91440 h 1485900"/>
                  <a:gd name="connsiteX1" fmla="*/ 1178903 w 1178903"/>
                  <a:gd name="connsiteY1" fmla="*/ 0 h 1485900"/>
                  <a:gd name="connsiteX2" fmla="*/ 576923 w 1178903"/>
                  <a:gd name="connsiteY2" fmla="*/ 1485900 h 1485900"/>
                  <a:gd name="connsiteX3" fmla="*/ 554063 w 1178903"/>
                  <a:gd name="connsiteY3" fmla="*/ 91440 h 1485900"/>
                  <a:gd name="connsiteX0" fmla="*/ 554063 w 576923"/>
                  <a:gd name="connsiteY0" fmla="*/ 0 h 1394460"/>
                  <a:gd name="connsiteX1" fmla="*/ 576923 w 576923"/>
                  <a:gd name="connsiteY1" fmla="*/ 1394460 h 1394460"/>
                  <a:gd name="connsiteX2" fmla="*/ 554063 w 576923"/>
                  <a:gd name="connsiteY2" fmla="*/ 0 h 1394460"/>
                  <a:gd name="connsiteX0" fmla="*/ 554063 w 1015539"/>
                  <a:gd name="connsiteY0" fmla="*/ 0 h 1394460"/>
                  <a:gd name="connsiteX1" fmla="*/ 576923 w 1015539"/>
                  <a:gd name="connsiteY1" fmla="*/ 1394460 h 1394460"/>
                  <a:gd name="connsiteX2" fmla="*/ 554063 w 1015539"/>
                  <a:gd name="connsiteY2" fmla="*/ 0 h 1394460"/>
                  <a:gd name="connsiteX0" fmla="*/ 554063 w 1127601"/>
                  <a:gd name="connsiteY0" fmla="*/ 0 h 1394460"/>
                  <a:gd name="connsiteX1" fmla="*/ 576923 w 1127601"/>
                  <a:gd name="connsiteY1" fmla="*/ 1394460 h 1394460"/>
                  <a:gd name="connsiteX2" fmla="*/ 554063 w 1127601"/>
                  <a:gd name="connsiteY2" fmla="*/ 0 h 1394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7601" h="1394460">
                    <a:moveTo>
                      <a:pt x="554063" y="0"/>
                    </a:moveTo>
                    <a:cubicBezTo>
                      <a:pt x="1582763" y="693420"/>
                      <a:pt x="996023" y="1371600"/>
                      <a:pt x="576923" y="1394460"/>
                    </a:cubicBezTo>
                    <a:cubicBezTo>
                      <a:pt x="112103" y="1371600"/>
                      <a:pt x="-436537" y="762000"/>
                      <a:pt x="554063" y="0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68" name="Group 267">
              <a:extLst>
                <a:ext uri="{FF2B5EF4-FFF2-40B4-BE49-F238E27FC236}">
                  <a16:creationId xmlns:a16="http://schemas.microsoft.com/office/drawing/2014/main" id="{A3BCE81D-0729-84C6-0B3C-381F5076F7C9}"/>
                </a:ext>
              </a:extLst>
            </p:cNvPr>
            <p:cNvGrpSpPr/>
            <p:nvPr/>
          </p:nvGrpSpPr>
          <p:grpSpPr>
            <a:xfrm rot="1128457" flipH="1">
              <a:off x="8114364" y="3288550"/>
              <a:ext cx="1479041" cy="2389715"/>
              <a:chOff x="4643365" y="3035913"/>
              <a:chExt cx="1130933" cy="1444647"/>
            </a:xfrm>
            <a:grpFill/>
          </p:grpSpPr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6AD2BBAD-6C6D-5EA0-F8AD-4278ADAC767C}"/>
                  </a:ext>
                </a:extLst>
              </p:cNvPr>
              <p:cNvSpPr/>
              <p:nvPr/>
            </p:nvSpPr>
            <p:spPr>
              <a:xfrm>
                <a:off x="5212080" y="3101340"/>
                <a:ext cx="0" cy="693420"/>
              </a:xfrm>
              <a:custGeom>
                <a:avLst/>
                <a:gdLst>
                  <a:gd name="connsiteX0" fmla="*/ 0 w 0"/>
                  <a:gd name="connsiteY0" fmla="*/ 0 h 693420"/>
                  <a:gd name="connsiteX1" fmla="*/ 0 w 0"/>
                  <a:gd name="connsiteY1" fmla="*/ 693420 h 693420"/>
                  <a:gd name="connsiteX2" fmla="*/ 0 w 0"/>
                  <a:gd name="connsiteY2" fmla="*/ 693420 h 693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h="693420">
                    <a:moveTo>
                      <a:pt x="0" y="0"/>
                    </a:moveTo>
                    <a:lnTo>
                      <a:pt x="0" y="693420"/>
                    </a:lnTo>
                    <a:lnTo>
                      <a:pt x="0" y="693420"/>
                    </a:lnTo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4" name="Rectangle 2">
                <a:extLst>
                  <a:ext uri="{FF2B5EF4-FFF2-40B4-BE49-F238E27FC236}">
                    <a16:creationId xmlns:a16="http://schemas.microsoft.com/office/drawing/2014/main" id="{B0DD2E74-EC5F-E0A8-F1C9-572C5E94CB2A}"/>
                  </a:ext>
                </a:extLst>
              </p:cNvPr>
              <p:cNvSpPr/>
              <p:nvPr/>
            </p:nvSpPr>
            <p:spPr>
              <a:xfrm>
                <a:off x="4643365" y="3035913"/>
                <a:ext cx="1127601" cy="1394460"/>
              </a:xfrm>
              <a:custGeom>
                <a:avLst/>
                <a:gdLst>
                  <a:gd name="connsiteX0" fmla="*/ 0 w 457200"/>
                  <a:gd name="connsiteY0" fmla="*/ 0 h 1219200"/>
                  <a:gd name="connsiteX1" fmla="*/ 457200 w 457200"/>
                  <a:gd name="connsiteY1" fmla="*/ 0 h 1219200"/>
                  <a:gd name="connsiteX2" fmla="*/ 457200 w 457200"/>
                  <a:gd name="connsiteY2" fmla="*/ 1219200 h 1219200"/>
                  <a:gd name="connsiteX3" fmla="*/ 0 w 457200"/>
                  <a:gd name="connsiteY3" fmla="*/ 1219200 h 1219200"/>
                  <a:gd name="connsiteX4" fmla="*/ 0 w 457200"/>
                  <a:gd name="connsiteY4" fmla="*/ 0 h 1219200"/>
                  <a:gd name="connsiteX0" fmla="*/ 0 w 624840"/>
                  <a:gd name="connsiteY0" fmla="*/ 91440 h 1219200"/>
                  <a:gd name="connsiteX1" fmla="*/ 624840 w 624840"/>
                  <a:gd name="connsiteY1" fmla="*/ 0 h 1219200"/>
                  <a:gd name="connsiteX2" fmla="*/ 624840 w 624840"/>
                  <a:gd name="connsiteY2" fmla="*/ 1219200 h 1219200"/>
                  <a:gd name="connsiteX3" fmla="*/ 167640 w 624840"/>
                  <a:gd name="connsiteY3" fmla="*/ 1219200 h 1219200"/>
                  <a:gd name="connsiteX4" fmla="*/ 0 w 624840"/>
                  <a:gd name="connsiteY4" fmla="*/ 91440 h 12192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624840 w 624840"/>
                  <a:gd name="connsiteY2" fmla="*/ 1219200 h 1485900"/>
                  <a:gd name="connsiteX3" fmla="*/ 22860 w 624840"/>
                  <a:gd name="connsiteY3" fmla="*/ 1485900 h 1485900"/>
                  <a:gd name="connsiteX4" fmla="*/ 0 w 624840"/>
                  <a:gd name="connsiteY4" fmla="*/ 91440 h 14859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22860 w 624840"/>
                  <a:gd name="connsiteY2" fmla="*/ 1485900 h 1485900"/>
                  <a:gd name="connsiteX3" fmla="*/ 0 w 624840"/>
                  <a:gd name="connsiteY3" fmla="*/ 91440 h 1485900"/>
                  <a:gd name="connsiteX0" fmla="*/ 436076 w 1060916"/>
                  <a:gd name="connsiteY0" fmla="*/ 91440 h 1485900"/>
                  <a:gd name="connsiteX1" fmla="*/ 1060916 w 1060916"/>
                  <a:gd name="connsiteY1" fmla="*/ 0 h 1485900"/>
                  <a:gd name="connsiteX2" fmla="*/ 458936 w 1060916"/>
                  <a:gd name="connsiteY2" fmla="*/ 1485900 h 1485900"/>
                  <a:gd name="connsiteX3" fmla="*/ 436076 w 1060916"/>
                  <a:gd name="connsiteY3" fmla="*/ 91440 h 1485900"/>
                  <a:gd name="connsiteX0" fmla="*/ 554063 w 1178903"/>
                  <a:gd name="connsiteY0" fmla="*/ 91440 h 1485900"/>
                  <a:gd name="connsiteX1" fmla="*/ 1178903 w 1178903"/>
                  <a:gd name="connsiteY1" fmla="*/ 0 h 1485900"/>
                  <a:gd name="connsiteX2" fmla="*/ 576923 w 1178903"/>
                  <a:gd name="connsiteY2" fmla="*/ 1485900 h 1485900"/>
                  <a:gd name="connsiteX3" fmla="*/ 554063 w 1178903"/>
                  <a:gd name="connsiteY3" fmla="*/ 91440 h 1485900"/>
                  <a:gd name="connsiteX0" fmla="*/ 554063 w 576923"/>
                  <a:gd name="connsiteY0" fmla="*/ 0 h 1394460"/>
                  <a:gd name="connsiteX1" fmla="*/ 576923 w 576923"/>
                  <a:gd name="connsiteY1" fmla="*/ 1394460 h 1394460"/>
                  <a:gd name="connsiteX2" fmla="*/ 554063 w 576923"/>
                  <a:gd name="connsiteY2" fmla="*/ 0 h 1394460"/>
                  <a:gd name="connsiteX0" fmla="*/ 554063 w 1015539"/>
                  <a:gd name="connsiteY0" fmla="*/ 0 h 1394460"/>
                  <a:gd name="connsiteX1" fmla="*/ 576923 w 1015539"/>
                  <a:gd name="connsiteY1" fmla="*/ 1394460 h 1394460"/>
                  <a:gd name="connsiteX2" fmla="*/ 554063 w 1015539"/>
                  <a:gd name="connsiteY2" fmla="*/ 0 h 1394460"/>
                  <a:gd name="connsiteX0" fmla="*/ 554063 w 1127601"/>
                  <a:gd name="connsiteY0" fmla="*/ 0 h 1394460"/>
                  <a:gd name="connsiteX1" fmla="*/ 576923 w 1127601"/>
                  <a:gd name="connsiteY1" fmla="*/ 1394460 h 1394460"/>
                  <a:gd name="connsiteX2" fmla="*/ 554063 w 1127601"/>
                  <a:gd name="connsiteY2" fmla="*/ 0 h 1394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7601" h="1394460">
                    <a:moveTo>
                      <a:pt x="554063" y="0"/>
                    </a:moveTo>
                    <a:cubicBezTo>
                      <a:pt x="1582763" y="693420"/>
                      <a:pt x="996023" y="1371600"/>
                      <a:pt x="576923" y="1394460"/>
                    </a:cubicBezTo>
                    <a:cubicBezTo>
                      <a:pt x="112103" y="1371600"/>
                      <a:pt x="-436537" y="762000"/>
                      <a:pt x="554063" y="0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5" name="Rectangle 2">
                <a:extLst>
                  <a:ext uri="{FF2B5EF4-FFF2-40B4-BE49-F238E27FC236}">
                    <a16:creationId xmlns:a16="http://schemas.microsoft.com/office/drawing/2014/main" id="{16FB5695-5CBF-B3FF-A94C-1FAA51097E62}"/>
                  </a:ext>
                </a:extLst>
              </p:cNvPr>
              <p:cNvSpPr/>
              <p:nvPr/>
            </p:nvSpPr>
            <p:spPr>
              <a:xfrm>
                <a:off x="4646697" y="3086100"/>
                <a:ext cx="1127601" cy="1394460"/>
              </a:xfrm>
              <a:custGeom>
                <a:avLst/>
                <a:gdLst>
                  <a:gd name="connsiteX0" fmla="*/ 0 w 457200"/>
                  <a:gd name="connsiteY0" fmla="*/ 0 h 1219200"/>
                  <a:gd name="connsiteX1" fmla="*/ 457200 w 457200"/>
                  <a:gd name="connsiteY1" fmla="*/ 0 h 1219200"/>
                  <a:gd name="connsiteX2" fmla="*/ 457200 w 457200"/>
                  <a:gd name="connsiteY2" fmla="*/ 1219200 h 1219200"/>
                  <a:gd name="connsiteX3" fmla="*/ 0 w 457200"/>
                  <a:gd name="connsiteY3" fmla="*/ 1219200 h 1219200"/>
                  <a:gd name="connsiteX4" fmla="*/ 0 w 457200"/>
                  <a:gd name="connsiteY4" fmla="*/ 0 h 1219200"/>
                  <a:gd name="connsiteX0" fmla="*/ 0 w 624840"/>
                  <a:gd name="connsiteY0" fmla="*/ 91440 h 1219200"/>
                  <a:gd name="connsiteX1" fmla="*/ 624840 w 624840"/>
                  <a:gd name="connsiteY1" fmla="*/ 0 h 1219200"/>
                  <a:gd name="connsiteX2" fmla="*/ 624840 w 624840"/>
                  <a:gd name="connsiteY2" fmla="*/ 1219200 h 1219200"/>
                  <a:gd name="connsiteX3" fmla="*/ 167640 w 624840"/>
                  <a:gd name="connsiteY3" fmla="*/ 1219200 h 1219200"/>
                  <a:gd name="connsiteX4" fmla="*/ 0 w 624840"/>
                  <a:gd name="connsiteY4" fmla="*/ 91440 h 12192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624840 w 624840"/>
                  <a:gd name="connsiteY2" fmla="*/ 1219200 h 1485900"/>
                  <a:gd name="connsiteX3" fmla="*/ 22860 w 624840"/>
                  <a:gd name="connsiteY3" fmla="*/ 1485900 h 1485900"/>
                  <a:gd name="connsiteX4" fmla="*/ 0 w 624840"/>
                  <a:gd name="connsiteY4" fmla="*/ 91440 h 14859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22860 w 624840"/>
                  <a:gd name="connsiteY2" fmla="*/ 1485900 h 1485900"/>
                  <a:gd name="connsiteX3" fmla="*/ 0 w 624840"/>
                  <a:gd name="connsiteY3" fmla="*/ 91440 h 1485900"/>
                  <a:gd name="connsiteX0" fmla="*/ 436076 w 1060916"/>
                  <a:gd name="connsiteY0" fmla="*/ 91440 h 1485900"/>
                  <a:gd name="connsiteX1" fmla="*/ 1060916 w 1060916"/>
                  <a:gd name="connsiteY1" fmla="*/ 0 h 1485900"/>
                  <a:gd name="connsiteX2" fmla="*/ 458936 w 1060916"/>
                  <a:gd name="connsiteY2" fmla="*/ 1485900 h 1485900"/>
                  <a:gd name="connsiteX3" fmla="*/ 436076 w 1060916"/>
                  <a:gd name="connsiteY3" fmla="*/ 91440 h 1485900"/>
                  <a:gd name="connsiteX0" fmla="*/ 554063 w 1178903"/>
                  <a:gd name="connsiteY0" fmla="*/ 91440 h 1485900"/>
                  <a:gd name="connsiteX1" fmla="*/ 1178903 w 1178903"/>
                  <a:gd name="connsiteY1" fmla="*/ 0 h 1485900"/>
                  <a:gd name="connsiteX2" fmla="*/ 576923 w 1178903"/>
                  <a:gd name="connsiteY2" fmla="*/ 1485900 h 1485900"/>
                  <a:gd name="connsiteX3" fmla="*/ 554063 w 1178903"/>
                  <a:gd name="connsiteY3" fmla="*/ 91440 h 1485900"/>
                  <a:gd name="connsiteX0" fmla="*/ 554063 w 576923"/>
                  <a:gd name="connsiteY0" fmla="*/ 0 h 1394460"/>
                  <a:gd name="connsiteX1" fmla="*/ 576923 w 576923"/>
                  <a:gd name="connsiteY1" fmla="*/ 1394460 h 1394460"/>
                  <a:gd name="connsiteX2" fmla="*/ 554063 w 576923"/>
                  <a:gd name="connsiteY2" fmla="*/ 0 h 1394460"/>
                  <a:gd name="connsiteX0" fmla="*/ 554063 w 1015539"/>
                  <a:gd name="connsiteY0" fmla="*/ 0 h 1394460"/>
                  <a:gd name="connsiteX1" fmla="*/ 576923 w 1015539"/>
                  <a:gd name="connsiteY1" fmla="*/ 1394460 h 1394460"/>
                  <a:gd name="connsiteX2" fmla="*/ 554063 w 1015539"/>
                  <a:gd name="connsiteY2" fmla="*/ 0 h 1394460"/>
                  <a:gd name="connsiteX0" fmla="*/ 554063 w 1127601"/>
                  <a:gd name="connsiteY0" fmla="*/ 0 h 1394460"/>
                  <a:gd name="connsiteX1" fmla="*/ 576923 w 1127601"/>
                  <a:gd name="connsiteY1" fmla="*/ 1394460 h 1394460"/>
                  <a:gd name="connsiteX2" fmla="*/ 554063 w 1127601"/>
                  <a:gd name="connsiteY2" fmla="*/ 0 h 1394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7601" h="1394460">
                    <a:moveTo>
                      <a:pt x="554063" y="0"/>
                    </a:moveTo>
                    <a:cubicBezTo>
                      <a:pt x="1582763" y="693420"/>
                      <a:pt x="996023" y="1371600"/>
                      <a:pt x="576923" y="1394460"/>
                    </a:cubicBezTo>
                    <a:cubicBezTo>
                      <a:pt x="112103" y="1371600"/>
                      <a:pt x="-436537" y="762000"/>
                      <a:pt x="554063" y="0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69" name="Group 268">
              <a:extLst>
                <a:ext uri="{FF2B5EF4-FFF2-40B4-BE49-F238E27FC236}">
                  <a16:creationId xmlns:a16="http://schemas.microsoft.com/office/drawing/2014/main" id="{FF06E18E-C9D6-2EAB-7AA6-8002DE2E15DD}"/>
                </a:ext>
              </a:extLst>
            </p:cNvPr>
            <p:cNvGrpSpPr/>
            <p:nvPr/>
          </p:nvGrpSpPr>
          <p:grpSpPr>
            <a:xfrm>
              <a:off x="7060575" y="3492135"/>
              <a:ext cx="1815795" cy="2338032"/>
              <a:chOff x="4646697" y="3027922"/>
              <a:chExt cx="1128168" cy="1452638"/>
            </a:xfrm>
            <a:grpFill/>
          </p:grpSpPr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FD0E7B2B-1B3F-BA5D-C686-EBFC5CCC2491}"/>
                  </a:ext>
                </a:extLst>
              </p:cNvPr>
              <p:cNvSpPr/>
              <p:nvPr/>
            </p:nvSpPr>
            <p:spPr>
              <a:xfrm>
                <a:off x="5212080" y="3101340"/>
                <a:ext cx="0" cy="693420"/>
              </a:xfrm>
              <a:custGeom>
                <a:avLst/>
                <a:gdLst>
                  <a:gd name="connsiteX0" fmla="*/ 0 w 0"/>
                  <a:gd name="connsiteY0" fmla="*/ 0 h 693420"/>
                  <a:gd name="connsiteX1" fmla="*/ 0 w 0"/>
                  <a:gd name="connsiteY1" fmla="*/ 693420 h 693420"/>
                  <a:gd name="connsiteX2" fmla="*/ 0 w 0"/>
                  <a:gd name="connsiteY2" fmla="*/ 693420 h 693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h="693420">
                    <a:moveTo>
                      <a:pt x="0" y="0"/>
                    </a:moveTo>
                    <a:lnTo>
                      <a:pt x="0" y="693420"/>
                    </a:lnTo>
                    <a:lnTo>
                      <a:pt x="0" y="693420"/>
                    </a:lnTo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1" name="Rectangle 2">
                <a:extLst>
                  <a:ext uri="{FF2B5EF4-FFF2-40B4-BE49-F238E27FC236}">
                    <a16:creationId xmlns:a16="http://schemas.microsoft.com/office/drawing/2014/main" id="{E5A28BE8-99FD-A205-A431-B86B76B0C35A}"/>
                  </a:ext>
                </a:extLst>
              </p:cNvPr>
              <p:cNvSpPr/>
              <p:nvPr/>
            </p:nvSpPr>
            <p:spPr>
              <a:xfrm>
                <a:off x="4647264" y="3027922"/>
                <a:ext cx="1127601" cy="1394460"/>
              </a:xfrm>
              <a:custGeom>
                <a:avLst/>
                <a:gdLst>
                  <a:gd name="connsiteX0" fmla="*/ 0 w 457200"/>
                  <a:gd name="connsiteY0" fmla="*/ 0 h 1219200"/>
                  <a:gd name="connsiteX1" fmla="*/ 457200 w 457200"/>
                  <a:gd name="connsiteY1" fmla="*/ 0 h 1219200"/>
                  <a:gd name="connsiteX2" fmla="*/ 457200 w 457200"/>
                  <a:gd name="connsiteY2" fmla="*/ 1219200 h 1219200"/>
                  <a:gd name="connsiteX3" fmla="*/ 0 w 457200"/>
                  <a:gd name="connsiteY3" fmla="*/ 1219200 h 1219200"/>
                  <a:gd name="connsiteX4" fmla="*/ 0 w 457200"/>
                  <a:gd name="connsiteY4" fmla="*/ 0 h 1219200"/>
                  <a:gd name="connsiteX0" fmla="*/ 0 w 624840"/>
                  <a:gd name="connsiteY0" fmla="*/ 91440 h 1219200"/>
                  <a:gd name="connsiteX1" fmla="*/ 624840 w 624840"/>
                  <a:gd name="connsiteY1" fmla="*/ 0 h 1219200"/>
                  <a:gd name="connsiteX2" fmla="*/ 624840 w 624840"/>
                  <a:gd name="connsiteY2" fmla="*/ 1219200 h 1219200"/>
                  <a:gd name="connsiteX3" fmla="*/ 167640 w 624840"/>
                  <a:gd name="connsiteY3" fmla="*/ 1219200 h 1219200"/>
                  <a:gd name="connsiteX4" fmla="*/ 0 w 624840"/>
                  <a:gd name="connsiteY4" fmla="*/ 91440 h 12192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624840 w 624840"/>
                  <a:gd name="connsiteY2" fmla="*/ 1219200 h 1485900"/>
                  <a:gd name="connsiteX3" fmla="*/ 22860 w 624840"/>
                  <a:gd name="connsiteY3" fmla="*/ 1485900 h 1485900"/>
                  <a:gd name="connsiteX4" fmla="*/ 0 w 624840"/>
                  <a:gd name="connsiteY4" fmla="*/ 91440 h 14859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22860 w 624840"/>
                  <a:gd name="connsiteY2" fmla="*/ 1485900 h 1485900"/>
                  <a:gd name="connsiteX3" fmla="*/ 0 w 624840"/>
                  <a:gd name="connsiteY3" fmla="*/ 91440 h 1485900"/>
                  <a:gd name="connsiteX0" fmla="*/ 436076 w 1060916"/>
                  <a:gd name="connsiteY0" fmla="*/ 91440 h 1485900"/>
                  <a:gd name="connsiteX1" fmla="*/ 1060916 w 1060916"/>
                  <a:gd name="connsiteY1" fmla="*/ 0 h 1485900"/>
                  <a:gd name="connsiteX2" fmla="*/ 458936 w 1060916"/>
                  <a:gd name="connsiteY2" fmla="*/ 1485900 h 1485900"/>
                  <a:gd name="connsiteX3" fmla="*/ 436076 w 1060916"/>
                  <a:gd name="connsiteY3" fmla="*/ 91440 h 1485900"/>
                  <a:gd name="connsiteX0" fmla="*/ 554063 w 1178903"/>
                  <a:gd name="connsiteY0" fmla="*/ 91440 h 1485900"/>
                  <a:gd name="connsiteX1" fmla="*/ 1178903 w 1178903"/>
                  <a:gd name="connsiteY1" fmla="*/ 0 h 1485900"/>
                  <a:gd name="connsiteX2" fmla="*/ 576923 w 1178903"/>
                  <a:gd name="connsiteY2" fmla="*/ 1485900 h 1485900"/>
                  <a:gd name="connsiteX3" fmla="*/ 554063 w 1178903"/>
                  <a:gd name="connsiteY3" fmla="*/ 91440 h 1485900"/>
                  <a:gd name="connsiteX0" fmla="*/ 554063 w 576923"/>
                  <a:gd name="connsiteY0" fmla="*/ 0 h 1394460"/>
                  <a:gd name="connsiteX1" fmla="*/ 576923 w 576923"/>
                  <a:gd name="connsiteY1" fmla="*/ 1394460 h 1394460"/>
                  <a:gd name="connsiteX2" fmla="*/ 554063 w 576923"/>
                  <a:gd name="connsiteY2" fmla="*/ 0 h 1394460"/>
                  <a:gd name="connsiteX0" fmla="*/ 554063 w 1015539"/>
                  <a:gd name="connsiteY0" fmla="*/ 0 h 1394460"/>
                  <a:gd name="connsiteX1" fmla="*/ 576923 w 1015539"/>
                  <a:gd name="connsiteY1" fmla="*/ 1394460 h 1394460"/>
                  <a:gd name="connsiteX2" fmla="*/ 554063 w 1015539"/>
                  <a:gd name="connsiteY2" fmla="*/ 0 h 1394460"/>
                  <a:gd name="connsiteX0" fmla="*/ 554063 w 1127601"/>
                  <a:gd name="connsiteY0" fmla="*/ 0 h 1394460"/>
                  <a:gd name="connsiteX1" fmla="*/ 576923 w 1127601"/>
                  <a:gd name="connsiteY1" fmla="*/ 1394460 h 1394460"/>
                  <a:gd name="connsiteX2" fmla="*/ 554063 w 1127601"/>
                  <a:gd name="connsiteY2" fmla="*/ 0 h 1394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7601" h="1394460">
                    <a:moveTo>
                      <a:pt x="554063" y="0"/>
                    </a:moveTo>
                    <a:cubicBezTo>
                      <a:pt x="1582763" y="693420"/>
                      <a:pt x="996023" y="1371600"/>
                      <a:pt x="576923" y="1394460"/>
                    </a:cubicBezTo>
                    <a:cubicBezTo>
                      <a:pt x="112103" y="1371600"/>
                      <a:pt x="-436537" y="762000"/>
                      <a:pt x="554063" y="0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2" name="Rectangle 2">
                <a:extLst>
                  <a:ext uri="{FF2B5EF4-FFF2-40B4-BE49-F238E27FC236}">
                    <a16:creationId xmlns:a16="http://schemas.microsoft.com/office/drawing/2014/main" id="{8A0AAF5C-70FD-EB66-CBA7-E155D968B4D2}"/>
                  </a:ext>
                </a:extLst>
              </p:cNvPr>
              <p:cNvSpPr/>
              <p:nvPr/>
            </p:nvSpPr>
            <p:spPr>
              <a:xfrm>
                <a:off x="4646697" y="3086100"/>
                <a:ext cx="1127601" cy="1394460"/>
              </a:xfrm>
              <a:custGeom>
                <a:avLst/>
                <a:gdLst>
                  <a:gd name="connsiteX0" fmla="*/ 0 w 457200"/>
                  <a:gd name="connsiteY0" fmla="*/ 0 h 1219200"/>
                  <a:gd name="connsiteX1" fmla="*/ 457200 w 457200"/>
                  <a:gd name="connsiteY1" fmla="*/ 0 h 1219200"/>
                  <a:gd name="connsiteX2" fmla="*/ 457200 w 457200"/>
                  <a:gd name="connsiteY2" fmla="*/ 1219200 h 1219200"/>
                  <a:gd name="connsiteX3" fmla="*/ 0 w 457200"/>
                  <a:gd name="connsiteY3" fmla="*/ 1219200 h 1219200"/>
                  <a:gd name="connsiteX4" fmla="*/ 0 w 457200"/>
                  <a:gd name="connsiteY4" fmla="*/ 0 h 1219200"/>
                  <a:gd name="connsiteX0" fmla="*/ 0 w 624840"/>
                  <a:gd name="connsiteY0" fmla="*/ 91440 h 1219200"/>
                  <a:gd name="connsiteX1" fmla="*/ 624840 w 624840"/>
                  <a:gd name="connsiteY1" fmla="*/ 0 h 1219200"/>
                  <a:gd name="connsiteX2" fmla="*/ 624840 w 624840"/>
                  <a:gd name="connsiteY2" fmla="*/ 1219200 h 1219200"/>
                  <a:gd name="connsiteX3" fmla="*/ 167640 w 624840"/>
                  <a:gd name="connsiteY3" fmla="*/ 1219200 h 1219200"/>
                  <a:gd name="connsiteX4" fmla="*/ 0 w 624840"/>
                  <a:gd name="connsiteY4" fmla="*/ 91440 h 12192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624840 w 624840"/>
                  <a:gd name="connsiteY2" fmla="*/ 1219200 h 1485900"/>
                  <a:gd name="connsiteX3" fmla="*/ 22860 w 624840"/>
                  <a:gd name="connsiteY3" fmla="*/ 1485900 h 1485900"/>
                  <a:gd name="connsiteX4" fmla="*/ 0 w 624840"/>
                  <a:gd name="connsiteY4" fmla="*/ 91440 h 1485900"/>
                  <a:gd name="connsiteX0" fmla="*/ 0 w 624840"/>
                  <a:gd name="connsiteY0" fmla="*/ 91440 h 1485900"/>
                  <a:gd name="connsiteX1" fmla="*/ 624840 w 624840"/>
                  <a:gd name="connsiteY1" fmla="*/ 0 h 1485900"/>
                  <a:gd name="connsiteX2" fmla="*/ 22860 w 624840"/>
                  <a:gd name="connsiteY2" fmla="*/ 1485900 h 1485900"/>
                  <a:gd name="connsiteX3" fmla="*/ 0 w 624840"/>
                  <a:gd name="connsiteY3" fmla="*/ 91440 h 1485900"/>
                  <a:gd name="connsiteX0" fmla="*/ 436076 w 1060916"/>
                  <a:gd name="connsiteY0" fmla="*/ 91440 h 1485900"/>
                  <a:gd name="connsiteX1" fmla="*/ 1060916 w 1060916"/>
                  <a:gd name="connsiteY1" fmla="*/ 0 h 1485900"/>
                  <a:gd name="connsiteX2" fmla="*/ 458936 w 1060916"/>
                  <a:gd name="connsiteY2" fmla="*/ 1485900 h 1485900"/>
                  <a:gd name="connsiteX3" fmla="*/ 436076 w 1060916"/>
                  <a:gd name="connsiteY3" fmla="*/ 91440 h 1485900"/>
                  <a:gd name="connsiteX0" fmla="*/ 554063 w 1178903"/>
                  <a:gd name="connsiteY0" fmla="*/ 91440 h 1485900"/>
                  <a:gd name="connsiteX1" fmla="*/ 1178903 w 1178903"/>
                  <a:gd name="connsiteY1" fmla="*/ 0 h 1485900"/>
                  <a:gd name="connsiteX2" fmla="*/ 576923 w 1178903"/>
                  <a:gd name="connsiteY2" fmla="*/ 1485900 h 1485900"/>
                  <a:gd name="connsiteX3" fmla="*/ 554063 w 1178903"/>
                  <a:gd name="connsiteY3" fmla="*/ 91440 h 1485900"/>
                  <a:gd name="connsiteX0" fmla="*/ 554063 w 576923"/>
                  <a:gd name="connsiteY0" fmla="*/ 0 h 1394460"/>
                  <a:gd name="connsiteX1" fmla="*/ 576923 w 576923"/>
                  <a:gd name="connsiteY1" fmla="*/ 1394460 h 1394460"/>
                  <a:gd name="connsiteX2" fmla="*/ 554063 w 576923"/>
                  <a:gd name="connsiteY2" fmla="*/ 0 h 1394460"/>
                  <a:gd name="connsiteX0" fmla="*/ 554063 w 1015539"/>
                  <a:gd name="connsiteY0" fmla="*/ 0 h 1394460"/>
                  <a:gd name="connsiteX1" fmla="*/ 576923 w 1015539"/>
                  <a:gd name="connsiteY1" fmla="*/ 1394460 h 1394460"/>
                  <a:gd name="connsiteX2" fmla="*/ 554063 w 1015539"/>
                  <a:gd name="connsiteY2" fmla="*/ 0 h 1394460"/>
                  <a:gd name="connsiteX0" fmla="*/ 554063 w 1127601"/>
                  <a:gd name="connsiteY0" fmla="*/ 0 h 1394460"/>
                  <a:gd name="connsiteX1" fmla="*/ 576923 w 1127601"/>
                  <a:gd name="connsiteY1" fmla="*/ 1394460 h 1394460"/>
                  <a:gd name="connsiteX2" fmla="*/ 554063 w 1127601"/>
                  <a:gd name="connsiteY2" fmla="*/ 0 h 1394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27601" h="1394460">
                    <a:moveTo>
                      <a:pt x="554063" y="0"/>
                    </a:moveTo>
                    <a:cubicBezTo>
                      <a:pt x="1582763" y="693420"/>
                      <a:pt x="996023" y="1371600"/>
                      <a:pt x="576923" y="1394460"/>
                    </a:cubicBezTo>
                    <a:cubicBezTo>
                      <a:pt x="112103" y="1371600"/>
                      <a:pt x="-436537" y="762000"/>
                      <a:pt x="554063" y="0"/>
                    </a:cubicBezTo>
                    <a:close/>
                  </a:path>
                </a:pathLst>
              </a:cu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714887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899E7C12-2D82-BABB-EB99-8BFE446D6EC3}"/>
              </a:ext>
            </a:extLst>
          </p:cNvPr>
          <p:cNvGrpSpPr/>
          <p:nvPr/>
        </p:nvGrpSpPr>
        <p:grpSpPr>
          <a:xfrm>
            <a:off x="1130301" y="701359"/>
            <a:ext cx="3469243" cy="6052456"/>
            <a:chOff x="3345378" y="856343"/>
            <a:chExt cx="3469243" cy="6052456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1626DCA-58B6-C07B-1FB1-46BF3D36E39F}"/>
                </a:ext>
              </a:extLst>
            </p:cNvPr>
            <p:cNvSpPr/>
            <p:nvPr/>
          </p:nvSpPr>
          <p:spPr>
            <a:xfrm>
              <a:off x="3345378" y="1857827"/>
              <a:ext cx="3469243" cy="5050972"/>
            </a:xfrm>
            <a:custGeom>
              <a:avLst/>
              <a:gdLst>
                <a:gd name="connsiteX0" fmla="*/ 0 w 696685"/>
                <a:gd name="connsiteY0" fmla="*/ 0 h 1030515"/>
                <a:gd name="connsiteX1" fmla="*/ 696685 w 696685"/>
                <a:gd name="connsiteY1" fmla="*/ 0 h 1030515"/>
                <a:gd name="connsiteX2" fmla="*/ 696685 w 696685"/>
                <a:gd name="connsiteY2" fmla="*/ 1030515 h 1030515"/>
                <a:gd name="connsiteX3" fmla="*/ 0 w 696685"/>
                <a:gd name="connsiteY3" fmla="*/ 1030515 h 1030515"/>
                <a:gd name="connsiteX4" fmla="*/ 0 w 696685"/>
                <a:gd name="connsiteY4" fmla="*/ 0 h 1030515"/>
                <a:gd name="connsiteX0" fmla="*/ 58058 w 696685"/>
                <a:gd name="connsiteY0" fmla="*/ 0 h 1480458"/>
                <a:gd name="connsiteX1" fmla="*/ 696685 w 696685"/>
                <a:gd name="connsiteY1" fmla="*/ 449943 h 1480458"/>
                <a:gd name="connsiteX2" fmla="*/ 696685 w 696685"/>
                <a:gd name="connsiteY2" fmla="*/ 1480458 h 1480458"/>
                <a:gd name="connsiteX3" fmla="*/ 0 w 696685"/>
                <a:gd name="connsiteY3" fmla="*/ 1480458 h 1480458"/>
                <a:gd name="connsiteX4" fmla="*/ 58058 w 696685"/>
                <a:gd name="connsiteY4" fmla="*/ 0 h 1480458"/>
                <a:gd name="connsiteX0" fmla="*/ 58058 w 769256"/>
                <a:gd name="connsiteY0" fmla="*/ 0 h 1480458"/>
                <a:gd name="connsiteX1" fmla="*/ 769256 w 769256"/>
                <a:gd name="connsiteY1" fmla="*/ 29029 h 1480458"/>
                <a:gd name="connsiteX2" fmla="*/ 696685 w 769256"/>
                <a:gd name="connsiteY2" fmla="*/ 1480458 h 1480458"/>
                <a:gd name="connsiteX3" fmla="*/ 0 w 769256"/>
                <a:gd name="connsiteY3" fmla="*/ 1480458 h 1480458"/>
                <a:gd name="connsiteX4" fmla="*/ 58058 w 769256"/>
                <a:gd name="connsiteY4" fmla="*/ 0 h 1480458"/>
                <a:gd name="connsiteX0" fmla="*/ 1407887 w 2119085"/>
                <a:gd name="connsiteY0" fmla="*/ 0 h 5007429"/>
                <a:gd name="connsiteX1" fmla="*/ 2119085 w 2119085"/>
                <a:gd name="connsiteY1" fmla="*/ 29029 h 5007429"/>
                <a:gd name="connsiteX2" fmla="*/ 0 w 2119085"/>
                <a:gd name="connsiteY2" fmla="*/ 5007429 h 5007429"/>
                <a:gd name="connsiteX3" fmla="*/ 1349829 w 2119085"/>
                <a:gd name="connsiteY3" fmla="*/ 1480458 h 5007429"/>
                <a:gd name="connsiteX4" fmla="*/ 1407887 w 2119085"/>
                <a:gd name="connsiteY4" fmla="*/ 0 h 5007429"/>
                <a:gd name="connsiteX0" fmla="*/ 1407887 w 2119085"/>
                <a:gd name="connsiteY0" fmla="*/ 0 h 5007429"/>
                <a:gd name="connsiteX1" fmla="*/ 2119085 w 2119085"/>
                <a:gd name="connsiteY1" fmla="*/ 29029 h 5007429"/>
                <a:gd name="connsiteX2" fmla="*/ 0 w 2119085"/>
                <a:gd name="connsiteY2" fmla="*/ 5007429 h 5007429"/>
                <a:gd name="connsiteX3" fmla="*/ 580572 w 2119085"/>
                <a:gd name="connsiteY3" fmla="*/ 2119087 h 5007429"/>
                <a:gd name="connsiteX4" fmla="*/ 1407887 w 2119085"/>
                <a:gd name="connsiteY4" fmla="*/ 0 h 5007429"/>
                <a:gd name="connsiteX0" fmla="*/ 1407887 w 2119085"/>
                <a:gd name="connsiteY0" fmla="*/ 0 h 5015480"/>
                <a:gd name="connsiteX1" fmla="*/ 2119085 w 2119085"/>
                <a:gd name="connsiteY1" fmla="*/ 29029 h 5015480"/>
                <a:gd name="connsiteX2" fmla="*/ 0 w 2119085"/>
                <a:gd name="connsiteY2" fmla="*/ 5007429 h 5015480"/>
                <a:gd name="connsiteX3" fmla="*/ 580572 w 2119085"/>
                <a:gd name="connsiteY3" fmla="*/ 2119087 h 5015480"/>
                <a:gd name="connsiteX4" fmla="*/ 1407887 w 2119085"/>
                <a:gd name="connsiteY4" fmla="*/ 0 h 5015480"/>
                <a:gd name="connsiteX0" fmla="*/ 1407887 w 2743458"/>
                <a:gd name="connsiteY0" fmla="*/ 0 h 5014297"/>
                <a:gd name="connsiteX1" fmla="*/ 2119085 w 2743458"/>
                <a:gd name="connsiteY1" fmla="*/ 29029 h 5014297"/>
                <a:gd name="connsiteX2" fmla="*/ 0 w 2743458"/>
                <a:gd name="connsiteY2" fmla="*/ 5007429 h 5014297"/>
                <a:gd name="connsiteX3" fmla="*/ 580572 w 2743458"/>
                <a:gd name="connsiteY3" fmla="*/ 2119087 h 5014297"/>
                <a:gd name="connsiteX4" fmla="*/ 1407887 w 2743458"/>
                <a:gd name="connsiteY4" fmla="*/ 0 h 5014297"/>
                <a:gd name="connsiteX0" fmla="*/ 1991131 w 3326702"/>
                <a:gd name="connsiteY0" fmla="*/ 0 h 5014297"/>
                <a:gd name="connsiteX1" fmla="*/ 2702329 w 3326702"/>
                <a:gd name="connsiteY1" fmla="*/ 29029 h 5014297"/>
                <a:gd name="connsiteX2" fmla="*/ 583244 w 3326702"/>
                <a:gd name="connsiteY2" fmla="*/ 5007429 h 5014297"/>
                <a:gd name="connsiteX3" fmla="*/ 1163816 w 3326702"/>
                <a:gd name="connsiteY3" fmla="*/ 2119087 h 5014297"/>
                <a:gd name="connsiteX4" fmla="*/ 1991131 w 3326702"/>
                <a:gd name="connsiteY4" fmla="*/ 0 h 5014297"/>
                <a:gd name="connsiteX0" fmla="*/ 1986222 w 3321793"/>
                <a:gd name="connsiteY0" fmla="*/ 0 h 5014297"/>
                <a:gd name="connsiteX1" fmla="*/ 2697420 w 3321793"/>
                <a:gd name="connsiteY1" fmla="*/ 29029 h 5014297"/>
                <a:gd name="connsiteX2" fmla="*/ 578335 w 3321793"/>
                <a:gd name="connsiteY2" fmla="*/ 5007429 h 5014297"/>
                <a:gd name="connsiteX3" fmla="*/ 1158907 w 3321793"/>
                <a:gd name="connsiteY3" fmla="*/ 2119087 h 5014297"/>
                <a:gd name="connsiteX4" fmla="*/ 1986222 w 3321793"/>
                <a:gd name="connsiteY4" fmla="*/ 0 h 5014297"/>
                <a:gd name="connsiteX0" fmla="*/ 1969558 w 3305129"/>
                <a:gd name="connsiteY0" fmla="*/ 0 h 5014297"/>
                <a:gd name="connsiteX1" fmla="*/ 2680756 w 3305129"/>
                <a:gd name="connsiteY1" fmla="*/ 29029 h 5014297"/>
                <a:gd name="connsiteX2" fmla="*/ 561671 w 3305129"/>
                <a:gd name="connsiteY2" fmla="*/ 5007429 h 5014297"/>
                <a:gd name="connsiteX3" fmla="*/ 1142243 w 3305129"/>
                <a:gd name="connsiteY3" fmla="*/ 2119087 h 5014297"/>
                <a:gd name="connsiteX4" fmla="*/ 1969558 w 3305129"/>
                <a:gd name="connsiteY4" fmla="*/ 0 h 5014297"/>
                <a:gd name="connsiteX0" fmla="*/ 2057566 w 3393137"/>
                <a:gd name="connsiteY0" fmla="*/ 0 h 5014297"/>
                <a:gd name="connsiteX1" fmla="*/ 2768764 w 3393137"/>
                <a:gd name="connsiteY1" fmla="*/ 29029 h 5014297"/>
                <a:gd name="connsiteX2" fmla="*/ 649679 w 3393137"/>
                <a:gd name="connsiteY2" fmla="*/ 5007429 h 5014297"/>
                <a:gd name="connsiteX3" fmla="*/ 1230251 w 3393137"/>
                <a:gd name="connsiteY3" fmla="*/ 2119087 h 5014297"/>
                <a:gd name="connsiteX4" fmla="*/ 2057566 w 3393137"/>
                <a:gd name="connsiteY4" fmla="*/ 0 h 5014297"/>
                <a:gd name="connsiteX0" fmla="*/ 2057566 w 3393137"/>
                <a:gd name="connsiteY0" fmla="*/ 0 h 5014297"/>
                <a:gd name="connsiteX1" fmla="*/ 2768764 w 3393137"/>
                <a:gd name="connsiteY1" fmla="*/ 29029 h 5014297"/>
                <a:gd name="connsiteX2" fmla="*/ 649679 w 3393137"/>
                <a:gd name="connsiteY2" fmla="*/ 5007429 h 5014297"/>
                <a:gd name="connsiteX3" fmla="*/ 1230251 w 3393137"/>
                <a:gd name="connsiteY3" fmla="*/ 2119087 h 5014297"/>
                <a:gd name="connsiteX4" fmla="*/ 2057566 w 3393137"/>
                <a:gd name="connsiteY4" fmla="*/ 0 h 5014297"/>
                <a:gd name="connsiteX0" fmla="*/ 2057566 w 3393137"/>
                <a:gd name="connsiteY0" fmla="*/ 0 h 5014297"/>
                <a:gd name="connsiteX1" fmla="*/ 2768764 w 3393137"/>
                <a:gd name="connsiteY1" fmla="*/ 29029 h 5014297"/>
                <a:gd name="connsiteX2" fmla="*/ 649679 w 3393137"/>
                <a:gd name="connsiteY2" fmla="*/ 5007429 h 5014297"/>
                <a:gd name="connsiteX3" fmla="*/ 1230251 w 3393137"/>
                <a:gd name="connsiteY3" fmla="*/ 2119087 h 5014297"/>
                <a:gd name="connsiteX4" fmla="*/ 2057566 w 3393137"/>
                <a:gd name="connsiteY4" fmla="*/ 0 h 5014297"/>
                <a:gd name="connsiteX0" fmla="*/ 2057566 w 3317859"/>
                <a:gd name="connsiteY0" fmla="*/ 0 h 5067216"/>
                <a:gd name="connsiteX1" fmla="*/ 2768764 w 3317859"/>
                <a:gd name="connsiteY1" fmla="*/ 29029 h 5067216"/>
                <a:gd name="connsiteX2" fmla="*/ 649679 w 3317859"/>
                <a:gd name="connsiteY2" fmla="*/ 5007429 h 5067216"/>
                <a:gd name="connsiteX3" fmla="*/ 1230251 w 3317859"/>
                <a:gd name="connsiteY3" fmla="*/ 2119087 h 5067216"/>
                <a:gd name="connsiteX4" fmla="*/ 2057566 w 3317859"/>
                <a:gd name="connsiteY4" fmla="*/ 0 h 5067216"/>
                <a:gd name="connsiteX0" fmla="*/ 2057566 w 3317859"/>
                <a:gd name="connsiteY0" fmla="*/ 0 h 5053264"/>
                <a:gd name="connsiteX1" fmla="*/ 2768764 w 3317859"/>
                <a:gd name="connsiteY1" fmla="*/ 29029 h 5053264"/>
                <a:gd name="connsiteX2" fmla="*/ 649679 w 3317859"/>
                <a:gd name="connsiteY2" fmla="*/ 5007429 h 5053264"/>
                <a:gd name="connsiteX3" fmla="*/ 1230251 w 3317859"/>
                <a:gd name="connsiteY3" fmla="*/ 2119087 h 5053264"/>
                <a:gd name="connsiteX4" fmla="*/ 2057566 w 3317859"/>
                <a:gd name="connsiteY4" fmla="*/ 0 h 5053264"/>
                <a:gd name="connsiteX0" fmla="*/ 2057566 w 3288293"/>
                <a:gd name="connsiteY0" fmla="*/ 0 h 5074722"/>
                <a:gd name="connsiteX1" fmla="*/ 2768764 w 3288293"/>
                <a:gd name="connsiteY1" fmla="*/ 29029 h 5074722"/>
                <a:gd name="connsiteX2" fmla="*/ 649679 w 3288293"/>
                <a:gd name="connsiteY2" fmla="*/ 5007429 h 5074722"/>
                <a:gd name="connsiteX3" fmla="*/ 1230251 w 3288293"/>
                <a:gd name="connsiteY3" fmla="*/ 2119087 h 5074722"/>
                <a:gd name="connsiteX4" fmla="*/ 2057566 w 3288293"/>
                <a:gd name="connsiteY4" fmla="*/ 0 h 5074722"/>
                <a:gd name="connsiteX0" fmla="*/ 2057566 w 3410396"/>
                <a:gd name="connsiteY0" fmla="*/ 0 h 5074908"/>
                <a:gd name="connsiteX1" fmla="*/ 2768764 w 3410396"/>
                <a:gd name="connsiteY1" fmla="*/ 29029 h 5074908"/>
                <a:gd name="connsiteX2" fmla="*/ 649679 w 3410396"/>
                <a:gd name="connsiteY2" fmla="*/ 5007429 h 5074908"/>
                <a:gd name="connsiteX3" fmla="*/ 1230251 w 3410396"/>
                <a:gd name="connsiteY3" fmla="*/ 2119087 h 5074908"/>
                <a:gd name="connsiteX4" fmla="*/ 2057566 w 3410396"/>
                <a:gd name="connsiteY4" fmla="*/ 0 h 5074908"/>
                <a:gd name="connsiteX0" fmla="*/ 2104930 w 3444580"/>
                <a:gd name="connsiteY0" fmla="*/ 0 h 5060586"/>
                <a:gd name="connsiteX1" fmla="*/ 2816128 w 3444580"/>
                <a:gd name="connsiteY1" fmla="*/ 29029 h 5060586"/>
                <a:gd name="connsiteX2" fmla="*/ 638986 w 3444580"/>
                <a:gd name="connsiteY2" fmla="*/ 4992915 h 5060586"/>
                <a:gd name="connsiteX3" fmla="*/ 1277615 w 3444580"/>
                <a:gd name="connsiteY3" fmla="*/ 2119087 h 5060586"/>
                <a:gd name="connsiteX4" fmla="*/ 2104930 w 3444580"/>
                <a:gd name="connsiteY4" fmla="*/ 0 h 5060586"/>
                <a:gd name="connsiteX0" fmla="*/ 2104930 w 3433403"/>
                <a:gd name="connsiteY0" fmla="*/ 0 h 5091002"/>
                <a:gd name="connsiteX1" fmla="*/ 2816128 w 3433403"/>
                <a:gd name="connsiteY1" fmla="*/ 29029 h 5091002"/>
                <a:gd name="connsiteX2" fmla="*/ 638986 w 3433403"/>
                <a:gd name="connsiteY2" fmla="*/ 4992915 h 5091002"/>
                <a:gd name="connsiteX3" fmla="*/ 1277615 w 3433403"/>
                <a:gd name="connsiteY3" fmla="*/ 2119087 h 5091002"/>
                <a:gd name="connsiteX4" fmla="*/ 2104930 w 3433403"/>
                <a:gd name="connsiteY4" fmla="*/ 0 h 5091002"/>
                <a:gd name="connsiteX0" fmla="*/ 2104930 w 3411813"/>
                <a:gd name="connsiteY0" fmla="*/ 0 h 5115579"/>
                <a:gd name="connsiteX1" fmla="*/ 2816128 w 3411813"/>
                <a:gd name="connsiteY1" fmla="*/ 29029 h 5115579"/>
                <a:gd name="connsiteX2" fmla="*/ 638986 w 3411813"/>
                <a:gd name="connsiteY2" fmla="*/ 4992915 h 5115579"/>
                <a:gd name="connsiteX3" fmla="*/ 1277615 w 3411813"/>
                <a:gd name="connsiteY3" fmla="*/ 2119087 h 5115579"/>
                <a:gd name="connsiteX4" fmla="*/ 2104930 w 3411813"/>
                <a:gd name="connsiteY4" fmla="*/ 0 h 5115579"/>
                <a:gd name="connsiteX0" fmla="*/ 2104930 w 3250288"/>
                <a:gd name="connsiteY0" fmla="*/ 0 h 5073895"/>
                <a:gd name="connsiteX1" fmla="*/ 2816128 w 3250288"/>
                <a:gd name="connsiteY1" fmla="*/ 29029 h 5073895"/>
                <a:gd name="connsiteX2" fmla="*/ 638986 w 3250288"/>
                <a:gd name="connsiteY2" fmla="*/ 4992915 h 5073895"/>
                <a:gd name="connsiteX3" fmla="*/ 1277615 w 3250288"/>
                <a:gd name="connsiteY3" fmla="*/ 2119087 h 5073895"/>
                <a:gd name="connsiteX4" fmla="*/ 2104930 w 3250288"/>
                <a:gd name="connsiteY4" fmla="*/ 0 h 5073895"/>
                <a:gd name="connsiteX0" fmla="*/ 2104930 w 3470124"/>
                <a:gd name="connsiteY0" fmla="*/ 0 h 5096612"/>
                <a:gd name="connsiteX1" fmla="*/ 2816128 w 3470124"/>
                <a:gd name="connsiteY1" fmla="*/ 29029 h 5096612"/>
                <a:gd name="connsiteX2" fmla="*/ 638986 w 3470124"/>
                <a:gd name="connsiteY2" fmla="*/ 4992915 h 5096612"/>
                <a:gd name="connsiteX3" fmla="*/ 1277615 w 3470124"/>
                <a:gd name="connsiteY3" fmla="*/ 2119087 h 5096612"/>
                <a:gd name="connsiteX4" fmla="*/ 2104930 w 3470124"/>
                <a:gd name="connsiteY4" fmla="*/ 0 h 5096612"/>
                <a:gd name="connsiteX0" fmla="*/ 1606979 w 3079629"/>
                <a:gd name="connsiteY0" fmla="*/ 0 h 5153239"/>
                <a:gd name="connsiteX1" fmla="*/ 2318177 w 3079629"/>
                <a:gd name="connsiteY1" fmla="*/ 29029 h 5153239"/>
                <a:gd name="connsiteX2" fmla="*/ 779663 w 3079629"/>
                <a:gd name="connsiteY2" fmla="*/ 5050972 h 5153239"/>
                <a:gd name="connsiteX3" fmla="*/ 779664 w 3079629"/>
                <a:gd name="connsiteY3" fmla="*/ 2119087 h 5153239"/>
                <a:gd name="connsiteX4" fmla="*/ 1606979 w 3079629"/>
                <a:gd name="connsiteY4" fmla="*/ 0 h 5153239"/>
                <a:gd name="connsiteX0" fmla="*/ 1606979 w 3006080"/>
                <a:gd name="connsiteY0" fmla="*/ 0 h 5060336"/>
                <a:gd name="connsiteX1" fmla="*/ 2318177 w 3006080"/>
                <a:gd name="connsiteY1" fmla="*/ 29029 h 5060336"/>
                <a:gd name="connsiteX2" fmla="*/ 779663 w 3006080"/>
                <a:gd name="connsiteY2" fmla="*/ 5050972 h 5060336"/>
                <a:gd name="connsiteX3" fmla="*/ 779664 w 3006080"/>
                <a:gd name="connsiteY3" fmla="*/ 2119087 h 5060336"/>
                <a:gd name="connsiteX4" fmla="*/ 1606979 w 3006080"/>
                <a:gd name="connsiteY4" fmla="*/ 0 h 5060336"/>
                <a:gd name="connsiteX0" fmla="*/ 1916561 w 3315662"/>
                <a:gd name="connsiteY0" fmla="*/ 0 h 5060336"/>
                <a:gd name="connsiteX1" fmla="*/ 2627759 w 3315662"/>
                <a:gd name="connsiteY1" fmla="*/ 29029 h 5060336"/>
                <a:gd name="connsiteX2" fmla="*/ 1089245 w 3315662"/>
                <a:gd name="connsiteY2" fmla="*/ 5050972 h 5060336"/>
                <a:gd name="connsiteX3" fmla="*/ 1089246 w 3315662"/>
                <a:gd name="connsiteY3" fmla="*/ 2119087 h 5060336"/>
                <a:gd name="connsiteX4" fmla="*/ 1916561 w 3315662"/>
                <a:gd name="connsiteY4" fmla="*/ 0 h 5060336"/>
                <a:gd name="connsiteX0" fmla="*/ 1916561 w 3322067"/>
                <a:gd name="connsiteY0" fmla="*/ 0 h 5053336"/>
                <a:gd name="connsiteX1" fmla="*/ 2627759 w 3322067"/>
                <a:gd name="connsiteY1" fmla="*/ 29029 h 5053336"/>
                <a:gd name="connsiteX2" fmla="*/ 1089245 w 3322067"/>
                <a:gd name="connsiteY2" fmla="*/ 5050972 h 5053336"/>
                <a:gd name="connsiteX3" fmla="*/ 1089246 w 3322067"/>
                <a:gd name="connsiteY3" fmla="*/ 2119087 h 5053336"/>
                <a:gd name="connsiteX4" fmla="*/ 1916561 w 3322067"/>
                <a:gd name="connsiteY4" fmla="*/ 0 h 5053336"/>
                <a:gd name="connsiteX0" fmla="*/ 2158244 w 3563750"/>
                <a:gd name="connsiteY0" fmla="*/ 0 h 5053336"/>
                <a:gd name="connsiteX1" fmla="*/ 2869442 w 3563750"/>
                <a:gd name="connsiteY1" fmla="*/ 29029 h 5053336"/>
                <a:gd name="connsiteX2" fmla="*/ 1330928 w 3563750"/>
                <a:gd name="connsiteY2" fmla="*/ 5050972 h 5053336"/>
                <a:gd name="connsiteX3" fmla="*/ 1330929 w 3563750"/>
                <a:gd name="connsiteY3" fmla="*/ 2119087 h 5053336"/>
                <a:gd name="connsiteX4" fmla="*/ 2158244 w 3563750"/>
                <a:gd name="connsiteY4" fmla="*/ 0 h 5053336"/>
                <a:gd name="connsiteX0" fmla="*/ 2218085 w 3623591"/>
                <a:gd name="connsiteY0" fmla="*/ 0 h 5053336"/>
                <a:gd name="connsiteX1" fmla="*/ 2929283 w 3623591"/>
                <a:gd name="connsiteY1" fmla="*/ 29029 h 5053336"/>
                <a:gd name="connsiteX2" fmla="*/ 1390769 w 3623591"/>
                <a:gd name="connsiteY2" fmla="*/ 5050972 h 5053336"/>
                <a:gd name="connsiteX3" fmla="*/ 1231113 w 3623591"/>
                <a:gd name="connsiteY3" fmla="*/ 2525487 h 5053336"/>
                <a:gd name="connsiteX4" fmla="*/ 2218085 w 3623591"/>
                <a:gd name="connsiteY4" fmla="*/ 0 h 5053336"/>
                <a:gd name="connsiteX0" fmla="*/ 1983389 w 3388895"/>
                <a:gd name="connsiteY0" fmla="*/ 0 h 5053336"/>
                <a:gd name="connsiteX1" fmla="*/ 2694587 w 3388895"/>
                <a:gd name="connsiteY1" fmla="*/ 29029 h 5053336"/>
                <a:gd name="connsiteX2" fmla="*/ 1156073 w 3388895"/>
                <a:gd name="connsiteY2" fmla="*/ 5050972 h 5053336"/>
                <a:gd name="connsiteX3" fmla="*/ 996417 w 3388895"/>
                <a:gd name="connsiteY3" fmla="*/ 2525487 h 5053336"/>
                <a:gd name="connsiteX4" fmla="*/ 1983389 w 3388895"/>
                <a:gd name="connsiteY4" fmla="*/ 0 h 5053336"/>
                <a:gd name="connsiteX0" fmla="*/ 1965748 w 3371254"/>
                <a:gd name="connsiteY0" fmla="*/ 0 h 5053336"/>
                <a:gd name="connsiteX1" fmla="*/ 2676946 w 3371254"/>
                <a:gd name="connsiteY1" fmla="*/ 29029 h 5053336"/>
                <a:gd name="connsiteX2" fmla="*/ 1138432 w 3371254"/>
                <a:gd name="connsiteY2" fmla="*/ 5050972 h 5053336"/>
                <a:gd name="connsiteX3" fmla="*/ 978776 w 3371254"/>
                <a:gd name="connsiteY3" fmla="*/ 2525487 h 5053336"/>
                <a:gd name="connsiteX4" fmla="*/ 1965748 w 3371254"/>
                <a:gd name="connsiteY4" fmla="*/ 0 h 5053336"/>
                <a:gd name="connsiteX0" fmla="*/ 2083607 w 3489113"/>
                <a:gd name="connsiteY0" fmla="*/ 0 h 5053336"/>
                <a:gd name="connsiteX1" fmla="*/ 2794805 w 3489113"/>
                <a:gd name="connsiteY1" fmla="*/ 29029 h 5053336"/>
                <a:gd name="connsiteX2" fmla="*/ 1256291 w 3489113"/>
                <a:gd name="connsiteY2" fmla="*/ 5050972 h 5053336"/>
                <a:gd name="connsiteX3" fmla="*/ 1096635 w 3489113"/>
                <a:gd name="connsiteY3" fmla="*/ 2525487 h 5053336"/>
                <a:gd name="connsiteX4" fmla="*/ 2083607 w 3489113"/>
                <a:gd name="connsiteY4" fmla="*/ 0 h 5053336"/>
                <a:gd name="connsiteX0" fmla="*/ 2083607 w 3531996"/>
                <a:gd name="connsiteY0" fmla="*/ 0 h 5050972"/>
                <a:gd name="connsiteX1" fmla="*/ 2794805 w 3531996"/>
                <a:gd name="connsiteY1" fmla="*/ 29029 h 5050972"/>
                <a:gd name="connsiteX2" fmla="*/ 1256291 w 3531996"/>
                <a:gd name="connsiteY2" fmla="*/ 5050972 h 5050972"/>
                <a:gd name="connsiteX3" fmla="*/ 1096635 w 3531996"/>
                <a:gd name="connsiteY3" fmla="*/ 2525487 h 5050972"/>
                <a:gd name="connsiteX4" fmla="*/ 2083607 w 3531996"/>
                <a:gd name="connsiteY4" fmla="*/ 0 h 5050972"/>
                <a:gd name="connsiteX0" fmla="*/ 2083607 w 3469243"/>
                <a:gd name="connsiteY0" fmla="*/ 0 h 5050972"/>
                <a:gd name="connsiteX1" fmla="*/ 2794805 w 3469243"/>
                <a:gd name="connsiteY1" fmla="*/ 29029 h 5050972"/>
                <a:gd name="connsiteX2" fmla="*/ 1256291 w 3469243"/>
                <a:gd name="connsiteY2" fmla="*/ 5050972 h 5050972"/>
                <a:gd name="connsiteX3" fmla="*/ 1096635 w 3469243"/>
                <a:gd name="connsiteY3" fmla="*/ 2525487 h 5050972"/>
                <a:gd name="connsiteX4" fmla="*/ 2083607 w 3469243"/>
                <a:gd name="connsiteY4" fmla="*/ 0 h 5050972"/>
                <a:gd name="connsiteX0" fmla="*/ 2083607 w 3469243"/>
                <a:gd name="connsiteY0" fmla="*/ 0 h 5050972"/>
                <a:gd name="connsiteX1" fmla="*/ 2794805 w 3469243"/>
                <a:gd name="connsiteY1" fmla="*/ 29029 h 5050972"/>
                <a:gd name="connsiteX2" fmla="*/ 1256291 w 3469243"/>
                <a:gd name="connsiteY2" fmla="*/ 5050972 h 5050972"/>
                <a:gd name="connsiteX3" fmla="*/ 1096635 w 3469243"/>
                <a:gd name="connsiteY3" fmla="*/ 2525487 h 5050972"/>
                <a:gd name="connsiteX4" fmla="*/ 2083607 w 3469243"/>
                <a:gd name="connsiteY4" fmla="*/ 0 h 5050972"/>
                <a:gd name="connsiteX0" fmla="*/ 2083607 w 3469243"/>
                <a:gd name="connsiteY0" fmla="*/ 0 h 5050972"/>
                <a:gd name="connsiteX1" fmla="*/ 2794805 w 3469243"/>
                <a:gd name="connsiteY1" fmla="*/ 29029 h 5050972"/>
                <a:gd name="connsiteX2" fmla="*/ 1256291 w 3469243"/>
                <a:gd name="connsiteY2" fmla="*/ 5050972 h 5050972"/>
                <a:gd name="connsiteX3" fmla="*/ 1096635 w 3469243"/>
                <a:gd name="connsiteY3" fmla="*/ 2525487 h 5050972"/>
                <a:gd name="connsiteX4" fmla="*/ 2083607 w 3469243"/>
                <a:gd name="connsiteY4" fmla="*/ 0 h 5050972"/>
                <a:gd name="connsiteX0" fmla="*/ 2083607 w 3469243"/>
                <a:gd name="connsiteY0" fmla="*/ 0 h 5050972"/>
                <a:gd name="connsiteX1" fmla="*/ 2794805 w 3469243"/>
                <a:gd name="connsiteY1" fmla="*/ 29029 h 5050972"/>
                <a:gd name="connsiteX2" fmla="*/ 1256291 w 3469243"/>
                <a:gd name="connsiteY2" fmla="*/ 5050972 h 5050972"/>
                <a:gd name="connsiteX3" fmla="*/ 1096635 w 3469243"/>
                <a:gd name="connsiteY3" fmla="*/ 2525487 h 5050972"/>
                <a:gd name="connsiteX4" fmla="*/ 2083607 w 3469243"/>
                <a:gd name="connsiteY4" fmla="*/ 0 h 5050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69243" h="5050972">
                  <a:moveTo>
                    <a:pt x="2083607" y="0"/>
                  </a:moveTo>
                  <a:lnTo>
                    <a:pt x="2794805" y="29029"/>
                  </a:lnTo>
                  <a:cubicBezTo>
                    <a:pt x="4584900" y="2254554"/>
                    <a:pt x="2369053" y="5031620"/>
                    <a:pt x="1256291" y="5050972"/>
                  </a:cubicBezTo>
                  <a:cubicBezTo>
                    <a:pt x="-553156" y="4988077"/>
                    <a:pt x="-229003" y="3241525"/>
                    <a:pt x="1096635" y="2525487"/>
                  </a:cubicBezTo>
                  <a:cubicBezTo>
                    <a:pt x="1812018" y="1980995"/>
                    <a:pt x="1430463" y="343505"/>
                    <a:pt x="2083607" y="0"/>
                  </a:cubicBezTo>
                  <a:close/>
                </a:path>
              </a:pathLst>
            </a:custGeom>
            <a:solidFill>
              <a:srgbClr val="660099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991C1C7-5AA8-82DC-F867-9747C221E88C}"/>
                </a:ext>
              </a:extLst>
            </p:cNvPr>
            <p:cNvSpPr/>
            <p:nvPr/>
          </p:nvSpPr>
          <p:spPr>
            <a:xfrm>
              <a:off x="4905830" y="856343"/>
              <a:ext cx="1684090" cy="1886858"/>
            </a:xfrm>
            <a:custGeom>
              <a:avLst/>
              <a:gdLst>
                <a:gd name="connsiteX0" fmla="*/ 0 w 812800"/>
                <a:gd name="connsiteY0" fmla="*/ 0 h 667657"/>
                <a:gd name="connsiteX1" fmla="*/ 812800 w 812800"/>
                <a:gd name="connsiteY1" fmla="*/ 0 h 667657"/>
                <a:gd name="connsiteX2" fmla="*/ 812800 w 812800"/>
                <a:gd name="connsiteY2" fmla="*/ 667657 h 667657"/>
                <a:gd name="connsiteX3" fmla="*/ 0 w 812800"/>
                <a:gd name="connsiteY3" fmla="*/ 667657 h 667657"/>
                <a:gd name="connsiteX4" fmla="*/ 0 w 812800"/>
                <a:gd name="connsiteY4" fmla="*/ 0 h 667657"/>
                <a:gd name="connsiteX0" fmla="*/ 43542 w 812800"/>
                <a:gd name="connsiteY0" fmla="*/ 0 h 1277257"/>
                <a:gd name="connsiteX1" fmla="*/ 812800 w 812800"/>
                <a:gd name="connsiteY1" fmla="*/ 609600 h 1277257"/>
                <a:gd name="connsiteX2" fmla="*/ 812800 w 812800"/>
                <a:gd name="connsiteY2" fmla="*/ 1277257 h 1277257"/>
                <a:gd name="connsiteX3" fmla="*/ 0 w 812800"/>
                <a:gd name="connsiteY3" fmla="*/ 1277257 h 1277257"/>
                <a:gd name="connsiteX4" fmla="*/ 43542 w 812800"/>
                <a:gd name="connsiteY4" fmla="*/ 0 h 1277257"/>
                <a:gd name="connsiteX0" fmla="*/ 43542 w 812800"/>
                <a:gd name="connsiteY0" fmla="*/ 145143 h 1422400"/>
                <a:gd name="connsiteX1" fmla="*/ 232228 w 812800"/>
                <a:gd name="connsiteY1" fmla="*/ 0 h 1422400"/>
                <a:gd name="connsiteX2" fmla="*/ 812800 w 812800"/>
                <a:gd name="connsiteY2" fmla="*/ 1422400 h 1422400"/>
                <a:gd name="connsiteX3" fmla="*/ 0 w 812800"/>
                <a:gd name="connsiteY3" fmla="*/ 1422400 h 1422400"/>
                <a:gd name="connsiteX4" fmla="*/ 43542 w 812800"/>
                <a:gd name="connsiteY4" fmla="*/ 145143 h 1422400"/>
                <a:gd name="connsiteX0" fmla="*/ 43542 w 812800"/>
                <a:gd name="connsiteY0" fmla="*/ 145143 h 1422400"/>
                <a:gd name="connsiteX1" fmla="*/ 232228 w 812800"/>
                <a:gd name="connsiteY1" fmla="*/ 0 h 1422400"/>
                <a:gd name="connsiteX2" fmla="*/ 377371 w 812800"/>
                <a:gd name="connsiteY2" fmla="*/ 783771 h 1422400"/>
                <a:gd name="connsiteX3" fmla="*/ 812800 w 812800"/>
                <a:gd name="connsiteY3" fmla="*/ 1422400 h 1422400"/>
                <a:gd name="connsiteX4" fmla="*/ 0 w 812800"/>
                <a:gd name="connsiteY4" fmla="*/ 1422400 h 1422400"/>
                <a:gd name="connsiteX5" fmla="*/ 43542 w 812800"/>
                <a:gd name="connsiteY5" fmla="*/ 145143 h 1422400"/>
                <a:gd name="connsiteX0" fmla="*/ 43542 w 812800"/>
                <a:gd name="connsiteY0" fmla="*/ 145143 h 1422400"/>
                <a:gd name="connsiteX1" fmla="*/ 232228 w 812800"/>
                <a:gd name="connsiteY1" fmla="*/ 0 h 1422400"/>
                <a:gd name="connsiteX2" fmla="*/ 377371 w 812800"/>
                <a:gd name="connsiteY2" fmla="*/ 783771 h 1422400"/>
                <a:gd name="connsiteX3" fmla="*/ 812800 w 812800"/>
                <a:gd name="connsiteY3" fmla="*/ 1422400 h 1422400"/>
                <a:gd name="connsiteX4" fmla="*/ 0 w 812800"/>
                <a:gd name="connsiteY4" fmla="*/ 1422400 h 1422400"/>
                <a:gd name="connsiteX5" fmla="*/ 188686 w 812800"/>
                <a:gd name="connsiteY5" fmla="*/ 754743 h 1422400"/>
                <a:gd name="connsiteX6" fmla="*/ 43542 w 812800"/>
                <a:gd name="connsiteY6" fmla="*/ 145143 h 1422400"/>
                <a:gd name="connsiteX0" fmla="*/ 667656 w 1436914"/>
                <a:gd name="connsiteY0" fmla="*/ 145143 h 1422400"/>
                <a:gd name="connsiteX1" fmla="*/ 856342 w 1436914"/>
                <a:gd name="connsiteY1" fmla="*/ 0 h 1422400"/>
                <a:gd name="connsiteX2" fmla="*/ 1001485 w 1436914"/>
                <a:gd name="connsiteY2" fmla="*/ 783771 h 1422400"/>
                <a:gd name="connsiteX3" fmla="*/ 1436914 w 1436914"/>
                <a:gd name="connsiteY3" fmla="*/ 1422400 h 1422400"/>
                <a:gd name="connsiteX4" fmla="*/ 0 w 1436914"/>
                <a:gd name="connsiteY4" fmla="*/ 1378857 h 1422400"/>
                <a:gd name="connsiteX5" fmla="*/ 812800 w 1436914"/>
                <a:gd name="connsiteY5" fmla="*/ 754743 h 1422400"/>
                <a:gd name="connsiteX6" fmla="*/ 667656 w 1436914"/>
                <a:gd name="connsiteY6" fmla="*/ 145143 h 1422400"/>
                <a:gd name="connsiteX0" fmla="*/ 667656 w 1436914"/>
                <a:gd name="connsiteY0" fmla="*/ 145143 h 1422400"/>
                <a:gd name="connsiteX1" fmla="*/ 856342 w 1436914"/>
                <a:gd name="connsiteY1" fmla="*/ 0 h 1422400"/>
                <a:gd name="connsiteX2" fmla="*/ 1001485 w 1436914"/>
                <a:gd name="connsiteY2" fmla="*/ 783771 h 1422400"/>
                <a:gd name="connsiteX3" fmla="*/ 1436914 w 1436914"/>
                <a:gd name="connsiteY3" fmla="*/ 1422400 h 1422400"/>
                <a:gd name="connsiteX4" fmla="*/ 595085 w 1436914"/>
                <a:gd name="connsiteY4" fmla="*/ 1219200 h 1422400"/>
                <a:gd name="connsiteX5" fmla="*/ 0 w 1436914"/>
                <a:gd name="connsiteY5" fmla="*/ 1378857 h 1422400"/>
                <a:gd name="connsiteX6" fmla="*/ 812800 w 1436914"/>
                <a:gd name="connsiteY6" fmla="*/ 754743 h 1422400"/>
                <a:gd name="connsiteX7" fmla="*/ 667656 w 1436914"/>
                <a:gd name="connsiteY7" fmla="*/ 145143 h 1422400"/>
                <a:gd name="connsiteX0" fmla="*/ 667656 w 1683657"/>
                <a:gd name="connsiteY0" fmla="*/ 145143 h 1378857"/>
                <a:gd name="connsiteX1" fmla="*/ 856342 w 1683657"/>
                <a:gd name="connsiteY1" fmla="*/ 0 h 1378857"/>
                <a:gd name="connsiteX2" fmla="*/ 1001485 w 1683657"/>
                <a:gd name="connsiteY2" fmla="*/ 783771 h 1378857"/>
                <a:gd name="connsiteX3" fmla="*/ 1683657 w 1683657"/>
                <a:gd name="connsiteY3" fmla="*/ 1335314 h 1378857"/>
                <a:gd name="connsiteX4" fmla="*/ 595085 w 1683657"/>
                <a:gd name="connsiteY4" fmla="*/ 1219200 h 1378857"/>
                <a:gd name="connsiteX5" fmla="*/ 0 w 1683657"/>
                <a:gd name="connsiteY5" fmla="*/ 1378857 h 1378857"/>
                <a:gd name="connsiteX6" fmla="*/ 812800 w 1683657"/>
                <a:gd name="connsiteY6" fmla="*/ 754743 h 1378857"/>
                <a:gd name="connsiteX7" fmla="*/ 667656 w 1683657"/>
                <a:gd name="connsiteY7" fmla="*/ 145143 h 1378857"/>
                <a:gd name="connsiteX0" fmla="*/ 667656 w 1684126"/>
                <a:gd name="connsiteY0" fmla="*/ 145143 h 1378857"/>
                <a:gd name="connsiteX1" fmla="*/ 856342 w 1684126"/>
                <a:gd name="connsiteY1" fmla="*/ 0 h 1378857"/>
                <a:gd name="connsiteX2" fmla="*/ 1001485 w 1684126"/>
                <a:gd name="connsiteY2" fmla="*/ 783771 h 1378857"/>
                <a:gd name="connsiteX3" fmla="*/ 1683657 w 1684126"/>
                <a:gd name="connsiteY3" fmla="*/ 1335314 h 1378857"/>
                <a:gd name="connsiteX4" fmla="*/ 1074057 w 1684126"/>
                <a:gd name="connsiteY4" fmla="*/ 1219201 h 1378857"/>
                <a:gd name="connsiteX5" fmla="*/ 595085 w 1684126"/>
                <a:gd name="connsiteY5" fmla="*/ 1219200 h 1378857"/>
                <a:gd name="connsiteX6" fmla="*/ 0 w 1684126"/>
                <a:gd name="connsiteY6" fmla="*/ 1378857 h 1378857"/>
                <a:gd name="connsiteX7" fmla="*/ 812800 w 1684126"/>
                <a:gd name="connsiteY7" fmla="*/ 754743 h 1378857"/>
                <a:gd name="connsiteX8" fmla="*/ 667656 w 1684126"/>
                <a:gd name="connsiteY8" fmla="*/ 145143 h 1378857"/>
                <a:gd name="connsiteX0" fmla="*/ 667656 w 1684126"/>
                <a:gd name="connsiteY0" fmla="*/ 145143 h 1886858"/>
                <a:gd name="connsiteX1" fmla="*/ 856342 w 1684126"/>
                <a:gd name="connsiteY1" fmla="*/ 0 h 1886858"/>
                <a:gd name="connsiteX2" fmla="*/ 1001485 w 1684126"/>
                <a:gd name="connsiteY2" fmla="*/ 783771 h 1886858"/>
                <a:gd name="connsiteX3" fmla="*/ 1683657 w 1684126"/>
                <a:gd name="connsiteY3" fmla="*/ 1335314 h 1886858"/>
                <a:gd name="connsiteX4" fmla="*/ 1074057 w 1684126"/>
                <a:gd name="connsiteY4" fmla="*/ 1219201 h 1886858"/>
                <a:gd name="connsiteX5" fmla="*/ 870856 w 1684126"/>
                <a:gd name="connsiteY5" fmla="*/ 1886858 h 1886858"/>
                <a:gd name="connsiteX6" fmla="*/ 595085 w 1684126"/>
                <a:gd name="connsiteY6" fmla="*/ 1219200 h 1886858"/>
                <a:gd name="connsiteX7" fmla="*/ 0 w 1684126"/>
                <a:gd name="connsiteY7" fmla="*/ 1378857 h 1886858"/>
                <a:gd name="connsiteX8" fmla="*/ 812800 w 1684126"/>
                <a:gd name="connsiteY8" fmla="*/ 754743 h 1886858"/>
                <a:gd name="connsiteX9" fmla="*/ 667656 w 1684126"/>
                <a:gd name="connsiteY9" fmla="*/ 145143 h 1886858"/>
                <a:gd name="connsiteX0" fmla="*/ 667656 w 1684126"/>
                <a:gd name="connsiteY0" fmla="*/ 145143 h 1886858"/>
                <a:gd name="connsiteX1" fmla="*/ 856342 w 1684126"/>
                <a:gd name="connsiteY1" fmla="*/ 0 h 1886858"/>
                <a:gd name="connsiteX2" fmla="*/ 1001485 w 1684126"/>
                <a:gd name="connsiteY2" fmla="*/ 783771 h 1886858"/>
                <a:gd name="connsiteX3" fmla="*/ 1683657 w 1684126"/>
                <a:gd name="connsiteY3" fmla="*/ 1335314 h 1886858"/>
                <a:gd name="connsiteX4" fmla="*/ 1074057 w 1684126"/>
                <a:gd name="connsiteY4" fmla="*/ 1219201 h 1886858"/>
                <a:gd name="connsiteX5" fmla="*/ 870856 w 1684126"/>
                <a:gd name="connsiteY5" fmla="*/ 1886858 h 1886858"/>
                <a:gd name="connsiteX6" fmla="*/ 595085 w 1684126"/>
                <a:gd name="connsiteY6" fmla="*/ 1219200 h 1886858"/>
                <a:gd name="connsiteX7" fmla="*/ 0 w 1684126"/>
                <a:gd name="connsiteY7" fmla="*/ 1378857 h 1886858"/>
                <a:gd name="connsiteX8" fmla="*/ 812800 w 1684126"/>
                <a:gd name="connsiteY8" fmla="*/ 754743 h 1886858"/>
                <a:gd name="connsiteX9" fmla="*/ 667656 w 1684126"/>
                <a:gd name="connsiteY9" fmla="*/ 145143 h 1886858"/>
                <a:gd name="connsiteX0" fmla="*/ 667656 w 1684126"/>
                <a:gd name="connsiteY0" fmla="*/ 145143 h 1886858"/>
                <a:gd name="connsiteX1" fmla="*/ 856342 w 1684126"/>
                <a:gd name="connsiteY1" fmla="*/ 0 h 1886858"/>
                <a:gd name="connsiteX2" fmla="*/ 1001485 w 1684126"/>
                <a:gd name="connsiteY2" fmla="*/ 783771 h 1886858"/>
                <a:gd name="connsiteX3" fmla="*/ 1683657 w 1684126"/>
                <a:gd name="connsiteY3" fmla="*/ 1335314 h 1886858"/>
                <a:gd name="connsiteX4" fmla="*/ 1074057 w 1684126"/>
                <a:gd name="connsiteY4" fmla="*/ 1219201 h 1886858"/>
                <a:gd name="connsiteX5" fmla="*/ 870856 w 1684126"/>
                <a:gd name="connsiteY5" fmla="*/ 1886858 h 1886858"/>
                <a:gd name="connsiteX6" fmla="*/ 595085 w 1684126"/>
                <a:gd name="connsiteY6" fmla="*/ 1219200 h 1886858"/>
                <a:gd name="connsiteX7" fmla="*/ 0 w 1684126"/>
                <a:gd name="connsiteY7" fmla="*/ 1378857 h 1886858"/>
                <a:gd name="connsiteX8" fmla="*/ 812800 w 1684126"/>
                <a:gd name="connsiteY8" fmla="*/ 754743 h 1886858"/>
                <a:gd name="connsiteX9" fmla="*/ 667656 w 1684126"/>
                <a:gd name="connsiteY9" fmla="*/ 145143 h 1886858"/>
                <a:gd name="connsiteX0" fmla="*/ 667656 w 1684126"/>
                <a:gd name="connsiteY0" fmla="*/ 145143 h 1886858"/>
                <a:gd name="connsiteX1" fmla="*/ 856342 w 1684126"/>
                <a:gd name="connsiteY1" fmla="*/ 0 h 1886858"/>
                <a:gd name="connsiteX2" fmla="*/ 1001485 w 1684126"/>
                <a:gd name="connsiteY2" fmla="*/ 783771 h 1886858"/>
                <a:gd name="connsiteX3" fmla="*/ 1683657 w 1684126"/>
                <a:gd name="connsiteY3" fmla="*/ 1335314 h 1886858"/>
                <a:gd name="connsiteX4" fmla="*/ 1074057 w 1684126"/>
                <a:gd name="connsiteY4" fmla="*/ 1219201 h 1886858"/>
                <a:gd name="connsiteX5" fmla="*/ 870856 w 1684126"/>
                <a:gd name="connsiteY5" fmla="*/ 1886858 h 1886858"/>
                <a:gd name="connsiteX6" fmla="*/ 595085 w 1684126"/>
                <a:gd name="connsiteY6" fmla="*/ 1219200 h 1886858"/>
                <a:gd name="connsiteX7" fmla="*/ 0 w 1684126"/>
                <a:gd name="connsiteY7" fmla="*/ 1378857 h 1886858"/>
                <a:gd name="connsiteX8" fmla="*/ 812800 w 1684126"/>
                <a:gd name="connsiteY8" fmla="*/ 754743 h 1886858"/>
                <a:gd name="connsiteX9" fmla="*/ 667656 w 1684126"/>
                <a:gd name="connsiteY9" fmla="*/ 145143 h 1886858"/>
                <a:gd name="connsiteX0" fmla="*/ 667656 w 1684090"/>
                <a:gd name="connsiteY0" fmla="*/ 145143 h 1886858"/>
                <a:gd name="connsiteX1" fmla="*/ 856342 w 1684090"/>
                <a:gd name="connsiteY1" fmla="*/ 0 h 1886858"/>
                <a:gd name="connsiteX2" fmla="*/ 1001485 w 1684090"/>
                <a:gd name="connsiteY2" fmla="*/ 783771 h 1886858"/>
                <a:gd name="connsiteX3" fmla="*/ 1683657 w 1684090"/>
                <a:gd name="connsiteY3" fmla="*/ 1335314 h 1886858"/>
                <a:gd name="connsiteX4" fmla="*/ 1035957 w 1684090"/>
                <a:gd name="connsiteY4" fmla="*/ 1203961 h 1886858"/>
                <a:gd name="connsiteX5" fmla="*/ 870856 w 1684090"/>
                <a:gd name="connsiteY5" fmla="*/ 1886858 h 1886858"/>
                <a:gd name="connsiteX6" fmla="*/ 595085 w 1684090"/>
                <a:gd name="connsiteY6" fmla="*/ 1219200 h 1886858"/>
                <a:gd name="connsiteX7" fmla="*/ 0 w 1684090"/>
                <a:gd name="connsiteY7" fmla="*/ 1378857 h 1886858"/>
                <a:gd name="connsiteX8" fmla="*/ 812800 w 1684090"/>
                <a:gd name="connsiteY8" fmla="*/ 754743 h 1886858"/>
                <a:gd name="connsiteX9" fmla="*/ 667656 w 1684090"/>
                <a:gd name="connsiteY9" fmla="*/ 145143 h 1886858"/>
                <a:gd name="connsiteX0" fmla="*/ 667656 w 1684090"/>
                <a:gd name="connsiteY0" fmla="*/ 145143 h 1886858"/>
                <a:gd name="connsiteX1" fmla="*/ 856342 w 1684090"/>
                <a:gd name="connsiteY1" fmla="*/ 0 h 1886858"/>
                <a:gd name="connsiteX2" fmla="*/ 1001485 w 1684090"/>
                <a:gd name="connsiteY2" fmla="*/ 783771 h 1886858"/>
                <a:gd name="connsiteX3" fmla="*/ 1683657 w 1684090"/>
                <a:gd name="connsiteY3" fmla="*/ 1335314 h 1886858"/>
                <a:gd name="connsiteX4" fmla="*/ 1035957 w 1684090"/>
                <a:gd name="connsiteY4" fmla="*/ 1203961 h 1886858"/>
                <a:gd name="connsiteX5" fmla="*/ 870856 w 1684090"/>
                <a:gd name="connsiteY5" fmla="*/ 1886858 h 1886858"/>
                <a:gd name="connsiteX6" fmla="*/ 595085 w 1684090"/>
                <a:gd name="connsiteY6" fmla="*/ 1219200 h 1886858"/>
                <a:gd name="connsiteX7" fmla="*/ 0 w 1684090"/>
                <a:gd name="connsiteY7" fmla="*/ 1378857 h 1886858"/>
                <a:gd name="connsiteX8" fmla="*/ 812800 w 1684090"/>
                <a:gd name="connsiteY8" fmla="*/ 754743 h 1886858"/>
                <a:gd name="connsiteX9" fmla="*/ 667656 w 1684090"/>
                <a:gd name="connsiteY9" fmla="*/ 145143 h 1886858"/>
                <a:gd name="connsiteX0" fmla="*/ 667656 w 1684090"/>
                <a:gd name="connsiteY0" fmla="*/ 145143 h 1886858"/>
                <a:gd name="connsiteX1" fmla="*/ 856342 w 1684090"/>
                <a:gd name="connsiteY1" fmla="*/ 0 h 1886858"/>
                <a:gd name="connsiteX2" fmla="*/ 1001485 w 1684090"/>
                <a:gd name="connsiteY2" fmla="*/ 783771 h 1886858"/>
                <a:gd name="connsiteX3" fmla="*/ 1683657 w 1684090"/>
                <a:gd name="connsiteY3" fmla="*/ 1335314 h 1886858"/>
                <a:gd name="connsiteX4" fmla="*/ 1035957 w 1684090"/>
                <a:gd name="connsiteY4" fmla="*/ 1203961 h 1886858"/>
                <a:gd name="connsiteX5" fmla="*/ 870856 w 1684090"/>
                <a:gd name="connsiteY5" fmla="*/ 1886858 h 1886858"/>
                <a:gd name="connsiteX6" fmla="*/ 595085 w 1684090"/>
                <a:gd name="connsiteY6" fmla="*/ 1219200 h 1886858"/>
                <a:gd name="connsiteX7" fmla="*/ 0 w 1684090"/>
                <a:gd name="connsiteY7" fmla="*/ 1378857 h 1886858"/>
                <a:gd name="connsiteX8" fmla="*/ 812800 w 1684090"/>
                <a:gd name="connsiteY8" fmla="*/ 754743 h 1886858"/>
                <a:gd name="connsiteX9" fmla="*/ 667656 w 1684090"/>
                <a:gd name="connsiteY9" fmla="*/ 145143 h 1886858"/>
                <a:gd name="connsiteX0" fmla="*/ 667656 w 1684090"/>
                <a:gd name="connsiteY0" fmla="*/ 145143 h 1886858"/>
                <a:gd name="connsiteX1" fmla="*/ 856342 w 1684090"/>
                <a:gd name="connsiteY1" fmla="*/ 0 h 1886858"/>
                <a:gd name="connsiteX2" fmla="*/ 1001485 w 1684090"/>
                <a:gd name="connsiteY2" fmla="*/ 783771 h 1886858"/>
                <a:gd name="connsiteX3" fmla="*/ 1683657 w 1684090"/>
                <a:gd name="connsiteY3" fmla="*/ 1335314 h 1886858"/>
                <a:gd name="connsiteX4" fmla="*/ 1035957 w 1684090"/>
                <a:gd name="connsiteY4" fmla="*/ 1203961 h 1886858"/>
                <a:gd name="connsiteX5" fmla="*/ 870856 w 1684090"/>
                <a:gd name="connsiteY5" fmla="*/ 1886858 h 1886858"/>
                <a:gd name="connsiteX6" fmla="*/ 595085 w 1684090"/>
                <a:gd name="connsiteY6" fmla="*/ 1219200 h 1886858"/>
                <a:gd name="connsiteX7" fmla="*/ 0 w 1684090"/>
                <a:gd name="connsiteY7" fmla="*/ 1378857 h 1886858"/>
                <a:gd name="connsiteX8" fmla="*/ 812800 w 1684090"/>
                <a:gd name="connsiteY8" fmla="*/ 754743 h 1886858"/>
                <a:gd name="connsiteX9" fmla="*/ 667656 w 1684090"/>
                <a:gd name="connsiteY9" fmla="*/ 145143 h 1886858"/>
                <a:gd name="connsiteX0" fmla="*/ 667656 w 1684090"/>
                <a:gd name="connsiteY0" fmla="*/ 145143 h 1886858"/>
                <a:gd name="connsiteX1" fmla="*/ 856342 w 1684090"/>
                <a:gd name="connsiteY1" fmla="*/ 0 h 1886858"/>
                <a:gd name="connsiteX2" fmla="*/ 1001485 w 1684090"/>
                <a:gd name="connsiteY2" fmla="*/ 783771 h 1886858"/>
                <a:gd name="connsiteX3" fmla="*/ 1683657 w 1684090"/>
                <a:gd name="connsiteY3" fmla="*/ 1335314 h 1886858"/>
                <a:gd name="connsiteX4" fmla="*/ 1035957 w 1684090"/>
                <a:gd name="connsiteY4" fmla="*/ 1203961 h 1886858"/>
                <a:gd name="connsiteX5" fmla="*/ 870856 w 1684090"/>
                <a:gd name="connsiteY5" fmla="*/ 1886858 h 1886858"/>
                <a:gd name="connsiteX6" fmla="*/ 595085 w 1684090"/>
                <a:gd name="connsiteY6" fmla="*/ 1219200 h 1886858"/>
                <a:gd name="connsiteX7" fmla="*/ 0 w 1684090"/>
                <a:gd name="connsiteY7" fmla="*/ 1378857 h 1886858"/>
                <a:gd name="connsiteX8" fmla="*/ 812800 w 1684090"/>
                <a:gd name="connsiteY8" fmla="*/ 754743 h 1886858"/>
                <a:gd name="connsiteX9" fmla="*/ 667656 w 1684090"/>
                <a:gd name="connsiteY9" fmla="*/ 145143 h 1886858"/>
                <a:gd name="connsiteX0" fmla="*/ 667656 w 1684090"/>
                <a:gd name="connsiteY0" fmla="*/ 145143 h 1886858"/>
                <a:gd name="connsiteX1" fmla="*/ 856342 w 1684090"/>
                <a:gd name="connsiteY1" fmla="*/ 0 h 1886858"/>
                <a:gd name="connsiteX2" fmla="*/ 1001485 w 1684090"/>
                <a:gd name="connsiteY2" fmla="*/ 783771 h 1886858"/>
                <a:gd name="connsiteX3" fmla="*/ 1683657 w 1684090"/>
                <a:gd name="connsiteY3" fmla="*/ 1335314 h 1886858"/>
                <a:gd name="connsiteX4" fmla="*/ 1035957 w 1684090"/>
                <a:gd name="connsiteY4" fmla="*/ 1203961 h 1886858"/>
                <a:gd name="connsiteX5" fmla="*/ 870856 w 1684090"/>
                <a:gd name="connsiteY5" fmla="*/ 1886858 h 1886858"/>
                <a:gd name="connsiteX6" fmla="*/ 595085 w 1684090"/>
                <a:gd name="connsiteY6" fmla="*/ 1219200 h 1886858"/>
                <a:gd name="connsiteX7" fmla="*/ 0 w 1684090"/>
                <a:gd name="connsiteY7" fmla="*/ 1378857 h 1886858"/>
                <a:gd name="connsiteX8" fmla="*/ 812800 w 1684090"/>
                <a:gd name="connsiteY8" fmla="*/ 754743 h 1886858"/>
                <a:gd name="connsiteX9" fmla="*/ 667656 w 1684090"/>
                <a:gd name="connsiteY9" fmla="*/ 145143 h 1886858"/>
                <a:gd name="connsiteX0" fmla="*/ 667656 w 1684090"/>
                <a:gd name="connsiteY0" fmla="*/ 145143 h 1886858"/>
                <a:gd name="connsiteX1" fmla="*/ 856342 w 1684090"/>
                <a:gd name="connsiteY1" fmla="*/ 0 h 1886858"/>
                <a:gd name="connsiteX2" fmla="*/ 971005 w 1684090"/>
                <a:gd name="connsiteY2" fmla="*/ 768531 h 1886858"/>
                <a:gd name="connsiteX3" fmla="*/ 1683657 w 1684090"/>
                <a:gd name="connsiteY3" fmla="*/ 1335314 h 1886858"/>
                <a:gd name="connsiteX4" fmla="*/ 1035957 w 1684090"/>
                <a:gd name="connsiteY4" fmla="*/ 1203961 h 1886858"/>
                <a:gd name="connsiteX5" fmla="*/ 870856 w 1684090"/>
                <a:gd name="connsiteY5" fmla="*/ 1886858 h 1886858"/>
                <a:gd name="connsiteX6" fmla="*/ 595085 w 1684090"/>
                <a:gd name="connsiteY6" fmla="*/ 1219200 h 1886858"/>
                <a:gd name="connsiteX7" fmla="*/ 0 w 1684090"/>
                <a:gd name="connsiteY7" fmla="*/ 1378857 h 1886858"/>
                <a:gd name="connsiteX8" fmla="*/ 812800 w 1684090"/>
                <a:gd name="connsiteY8" fmla="*/ 754743 h 1886858"/>
                <a:gd name="connsiteX9" fmla="*/ 667656 w 1684090"/>
                <a:gd name="connsiteY9" fmla="*/ 145143 h 1886858"/>
                <a:gd name="connsiteX0" fmla="*/ 667656 w 1684090"/>
                <a:gd name="connsiteY0" fmla="*/ 145143 h 1886858"/>
                <a:gd name="connsiteX1" fmla="*/ 856342 w 1684090"/>
                <a:gd name="connsiteY1" fmla="*/ 0 h 1886858"/>
                <a:gd name="connsiteX2" fmla="*/ 971005 w 1684090"/>
                <a:gd name="connsiteY2" fmla="*/ 768531 h 1886858"/>
                <a:gd name="connsiteX3" fmla="*/ 1683657 w 1684090"/>
                <a:gd name="connsiteY3" fmla="*/ 1335314 h 1886858"/>
                <a:gd name="connsiteX4" fmla="*/ 1035957 w 1684090"/>
                <a:gd name="connsiteY4" fmla="*/ 1203961 h 1886858"/>
                <a:gd name="connsiteX5" fmla="*/ 870856 w 1684090"/>
                <a:gd name="connsiteY5" fmla="*/ 1886858 h 1886858"/>
                <a:gd name="connsiteX6" fmla="*/ 595085 w 1684090"/>
                <a:gd name="connsiteY6" fmla="*/ 1219200 h 1886858"/>
                <a:gd name="connsiteX7" fmla="*/ 0 w 1684090"/>
                <a:gd name="connsiteY7" fmla="*/ 1378857 h 1886858"/>
                <a:gd name="connsiteX8" fmla="*/ 812800 w 1684090"/>
                <a:gd name="connsiteY8" fmla="*/ 754743 h 1886858"/>
                <a:gd name="connsiteX9" fmla="*/ 667656 w 1684090"/>
                <a:gd name="connsiteY9" fmla="*/ 145143 h 1886858"/>
                <a:gd name="connsiteX0" fmla="*/ 667656 w 1684090"/>
                <a:gd name="connsiteY0" fmla="*/ 145143 h 1886858"/>
                <a:gd name="connsiteX1" fmla="*/ 856342 w 1684090"/>
                <a:gd name="connsiteY1" fmla="*/ 0 h 1886858"/>
                <a:gd name="connsiteX2" fmla="*/ 971005 w 1684090"/>
                <a:gd name="connsiteY2" fmla="*/ 768531 h 1886858"/>
                <a:gd name="connsiteX3" fmla="*/ 1683657 w 1684090"/>
                <a:gd name="connsiteY3" fmla="*/ 1335314 h 1886858"/>
                <a:gd name="connsiteX4" fmla="*/ 1035957 w 1684090"/>
                <a:gd name="connsiteY4" fmla="*/ 1203961 h 1886858"/>
                <a:gd name="connsiteX5" fmla="*/ 870856 w 1684090"/>
                <a:gd name="connsiteY5" fmla="*/ 1886858 h 1886858"/>
                <a:gd name="connsiteX6" fmla="*/ 595085 w 1684090"/>
                <a:gd name="connsiteY6" fmla="*/ 1219200 h 1886858"/>
                <a:gd name="connsiteX7" fmla="*/ 0 w 1684090"/>
                <a:gd name="connsiteY7" fmla="*/ 1378857 h 1886858"/>
                <a:gd name="connsiteX8" fmla="*/ 812800 w 1684090"/>
                <a:gd name="connsiteY8" fmla="*/ 754743 h 1886858"/>
                <a:gd name="connsiteX9" fmla="*/ 667656 w 1684090"/>
                <a:gd name="connsiteY9" fmla="*/ 145143 h 1886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84090" h="1886858">
                  <a:moveTo>
                    <a:pt x="667656" y="145143"/>
                  </a:moveTo>
                  <a:lnTo>
                    <a:pt x="856342" y="0"/>
                  </a:lnTo>
                  <a:cubicBezTo>
                    <a:pt x="948266" y="217714"/>
                    <a:pt x="1061961" y="436517"/>
                    <a:pt x="971005" y="768531"/>
                  </a:cubicBezTo>
                  <a:cubicBezTo>
                    <a:pt x="1236496" y="830459"/>
                    <a:pt x="1570566" y="1029546"/>
                    <a:pt x="1683657" y="1335314"/>
                  </a:cubicBezTo>
                  <a:cubicBezTo>
                    <a:pt x="1700590" y="1417562"/>
                    <a:pt x="1217386" y="1223313"/>
                    <a:pt x="1035957" y="1203961"/>
                  </a:cubicBezTo>
                  <a:cubicBezTo>
                    <a:pt x="1031119" y="1355031"/>
                    <a:pt x="950685" y="1886858"/>
                    <a:pt x="870856" y="1886858"/>
                  </a:cubicBezTo>
                  <a:cubicBezTo>
                    <a:pt x="791027" y="1886858"/>
                    <a:pt x="627016" y="1393493"/>
                    <a:pt x="595085" y="1219200"/>
                  </a:cubicBezTo>
                  <a:cubicBezTo>
                    <a:pt x="328143" y="1356239"/>
                    <a:pt x="198362" y="1325638"/>
                    <a:pt x="0" y="1378857"/>
                  </a:cubicBezTo>
                  <a:cubicBezTo>
                    <a:pt x="70636" y="1113366"/>
                    <a:pt x="505944" y="814494"/>
                    <a:pt x="812800" y="754743"/>
                  </a:cubicBezTo>
                  <a:lnTo>
                    <a:pt x="667656" y="145143"/>
                  </a:lnTo>
                  <a:close/>
                </a:path>
              </a:pathLst>
            </a:custGeom>
            <a:solidFill>
              <a:srgbClr val="29B224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466DB5E6-B089-E744-DE94-E0E2EE0D87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27063" y="3513137"/>
            <a:ext cx="2143125" cy="2143125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74FF4C74-A196-F9DA-49EA-8FC4B81F3052}"/>
              </a:ext>
            </a:extLst>
          </p:cNvPr>
          <p:cNvSpPr/>
          <p:nvPr/>
        </p:nvSpPr>
        <p:spPr>
          <a:xfrm>
            <a:off x="7193478" y="1915882"/>
            <a:ext cx="3469243" cy="5050972"/>
          </a:xfrm>
          <a:custGeom>
            <a:avLst/>
            <a:gdLst>
              <a:gd name="connsiteX0" fmla="*/ 0 w 696685"/>
              <a:gd name="connsiteY0" fmla="*/ 0 h 1030515"/>
              <a:gd name="connsiteX1" fmla="*/ 696685 w 696685"/>
              <a:gd name="connsiteY1" fmla="*/ 0 h 1030515"/>
              <a:gd name="connsiteX2" fmla="*/ 696685 w 696685"/>
              <a:gd name="connsiteY2" fmla="*/ 1030515 h 1030515"/>
              <a:gd name="connsiteX3" fmla="*/ 0 w 696685"/>
              <a:gd name="connsiteY3" fmla="*/ 1030515 h 1030515"/>
              <a:gd name="connsiteX4" fmla="*/ 0 w 696685"/>
              <a:gd name="connsiteY4" fmla="*/ 0 h 1030515"/>
              <a:gd name="connsiteX0" fmla="*/ 58058 w 696685"/>
              <a:gd name="connsiteY0" fmla="*/ 0 h 1480458"/>
              <a:gd name="connsiteX1" fmla="*/ 696685 w 696685"/>
              <a:gd name="connsiteY1" fmla="*/ 449943 h 1480458"/>
              <a:gd name="connsiteX2" fmla="*/ 696685 w 696685"/>
              <a:gd name="connsiteY2" fmla="*/ 1480458 h 1480458"/>
              <a:gd name="connsiteX3" fmla="*/ 0 w 696685"/>
              <a:gd name="connsiteY3" fmla="*/ 1480458 h 1480458"/>
              <a:gd name="connsiteX4" fmla="*/ 58058 w 696685"/>
              <a:gd name="connsiteY4" fmla="*/ 0 h 1480458"/>
              <a:gd name="connsiteX0" fmla="*/ 58058 w 769256"/>
              <a:gd name="connsiteY0" fmla="*/ 0 h 1480458"/>
              <a:gd name="connsiteX1" fmla="*/ 769256 w 769256"/>
              <a:gd name="connsiteY1" fmla="*/ 29029 h 1480458"/>
              <a:gd name="connsiteX2" fmla="*/ 696685 w 769256"/>
              <a:gd name="connsiteY2" fmla="*/ 1480458 h 1480458"/>
              <a:gd name="connsiteX3" fmla="*/ 0 w 769256"/>
              <a:gd name="connsiteY3" fmla="*/ 1480458 h 1480458"/>
              <a:gd name="connsiteX4" fmla="*/ 58058 w 769256"/>
              <a:gd name="connsiteY4" fmla="*/ 0 h 1480458"/>
              <a:gd name="connsiteX0" fmla="*/ 1407887 w 2119085"/>
              <a:gd name="connsiteY0" fmla="*/ 0 h 5007429"/>
              <a:gd name="connsiteX1" fmla="*/ 2119085 w 2119085"/>
              <a:gd name="connsiteY1" fmla="*/ 29029 h 5007429"/>
              <a:gd name="connsiteX2" fmla="*/ 0 w 2119085"/>
              <a:gd name="connsiteY2" fmla="*/ 5007429 h 5007429"/>
              <a:gd name="connsiteX3" fmla="*/ 1349829 w 2119085"/>
              <a:gd name="connsiteY3" fmla="*/ 1480458 h 5007429"/>
              <a:gd name="connsiteX4" fmla="*/ 1407887 w 2119085"/>
              <a:gd name="connsiteY4" fmla="*/ 0 h 5007429"/>
              <a:gd name="connsiteX0" fmla="*/ 1407887 w 2119085"/>
              <a:gd name="connsiteY0" fmla="*/ 0 h 5007429"/>
              <a:gd name="connsiteX1" fmla="*/ 2119085 w 2119085"/>
              <a:gd name="connsiteY1" fmla="*/ 29029 h 5007429"/>
              <a:gd name="connsiteX2" fmla="*/ 0 w 2119085"/>
              <a:gd name="connsiteY2" fmla="*/ 5007429 h 5007429"/>
              <a:gd name="connsiteX3" fmla="*/ 580572 w 2119085"/>
              <a:gd name="connsiteY3" fmla="*/ 2119087 h 5007429"/>
              <a:gd name="connsiteX4" fmla="*/ 1407887 w 2119085"/>
              <a:gd name="connsiteY4" fmla="*/ 0 h 5007429"/>
              <a:gd name="connsiteX0" fmla="*/ 1407887 w 2119085"/>
              <a:gd name="connsiteY0" fmla="*/ 0 h 5015480"/>
              <a:gd name="connsiteX1" fmla="*/ 2119085 w 2119085"/>
              <a:gd name="connsiteY1" fmla="*/ 29029 h 5015480"/>
              <a:gd name="connsiteX2" fmla="*/ 0 w 2119085"/>
              <a:gd name="connsiteY2" fmla="*/ 5007429 h 5015480"/>
              <a:gd name="connsiteX3" fmla="*/ 580572 w 2119085"/>
              <a:gd name="connsiteY3" fmla="*/ 2119087 h 5015480"/>
              <a:gd name="connsiteX4" fmla="*/ 1407887 w 2119085"/>
              <a:gd name="connsiteY4" fmla="*/ 0 h 5015480"/>
              <a:gd name="connsiteX0" fmla="*/ 1407887 w 2743458"/>
              <a:gd name="connsiteY0" fmla="*/ 0 h 5014297"/>
              <a:gd name="connsiteX1" fmla="*/ 2119085 w 2743458"/>
              <a:gd name="connsiteY1" fmla="*/ 29029 h 5014297"/>
              <a:gd name="connsiteX2" fmla="*/ 0 w 2743458"/>
              <a:gd name="connsiteY2" fmla="*/ 5007429 h 5014297"/>
              <a:gd name="connsiteX3" fmla="*/ 580572 w 2743458"/>
              <a:gd name="connsiteY3" fmla="*/ 2119087 h 5014297"/>
              <a:gd name="connsiteX4" fmla="*/ 1407887 w 2743458"/>
              <a:gd name="connsiteY4" fmla="*/ 0 h 5014297"/>
              <a:gd name="connsiteX0" fmla="*/ 1991131 w 3326702"/>
              <a:gd name="connsiteY0" fmla="*/ 0 h 5014297"/>
              <a:gd name="connsiteX1" fmla="*/ 2702329 w 3326702"/>
              <a:gd name="connsiteY1" fmla="*/ 29029 h 5014297"/>
              <a:gd name="connsiteX2" fmla="*/ 583244 w 3326702"/>
              <a:gd name="connsiteY2" fmla="*/ 5007429 h 5014297"/>
              <a:gd name="connsiteX3" fmla="*/ 1163816 w 3326702"/>
              <a:gd name="connsiteY3" fmla="*/ 2119087 h 5014297"/>
              <a:gd name="connsiteX4" fmla="*/ 1991131 w 3326702"/>
              <a:gd name="connsiteY4" fmla="*/ 0 h 5014297"/>
              <a:gd name="connsiteX0" fmla="*/ 1986222 w 3321793"/>
              <a:gd name="connsiteY0" fmla="*/ 0 h 5014297"/>
              <a:gd name="connsiteX1" fmla="*/ 2697420 w 3321793"/>
              <a:gd name="connsiteY1" fmla="*/ 29029 h 5014297"/>
              <a:gd name="connsiteX2" fmla="*/ 578335 w 3321793"/>
              <a:gd name="connsiteY2" fmla="*/ 5007429 h 5014297"/>
              <a:gd name="connsiteX3" fmla="*/ 1158907 w 3321793"/>
              <a:gd name="connsiteY3" fmla="*/ 2119087 h 5014297"/>
              <a:gd name="connsiteX4" fmla="*/ 1986222 w 3321793"/>
              <a:gd name="connsiteY4" fmla="*/ 0 h 5014297"/>
              <a:gd name="connsiteX0" fmla="*/ 1969558 w 3305129"/>
              <a:gd name="connsiteY0" fmla="*/ 0 h 5014297"/>
              <a:gd name="connsiteX1" fmla="*/ 2680756 w 3305129"/>
              <a:gd name="connsiteY1" fmla="*/ 29029 h 5014297"/>
              <a:gd name="connsiteX2" fmla="*/ 561671 w 3305129"/>
              <a:gd name="connsiteY2" fmla="*/ 5007429 h 5014297"/>
              <a:gd name="connsiteX3" fmla="*/ 1142243 w 3305129"/>
              <a:gd name="connsiteY3" fmla="*/ 2119087 h 5014297"/>
              <a:gd name="connsiteX4" fmla="*/ 1969558 w 3305129"/>
              <a:gd name="connsiteY4" fmla="*/ 0 h 5014297"/>
              <a:gd name="connsiteX0" fmla="*/ 2057566 w 3393137"/>
              <a:gd name="connsiteY0" fmla="*/ 0 h 5014297"/>
              <a:gd name="connsiteX1" fmla="*/ 2768764 w 3393137"/>
              <a:gd name="connsiteY1" fmla="*/ 29029 h 5014297"/>
              <a:gd name="connsiteX2" fmla="*/ 649679 w 3393137"/>
              <a:gd name="connsiteY2" fmla="*/ 5007429 h 5014297"/>
              <a:gd name="connsiteX3" fmla="*/ 1230251 w 3393137"/>
              <a:gd name="connsiteY3" fmla="*/ 2119087 h 5014297"/>
              <a:gd name="connsiteX4" fmla="*/ 2057566 w 3393137"/>
              <a:gd name="connsiteY4" fmla="*/ 0 h 5014297"/>
              <a:gd name="connsiteX0" fmla="*/ 2057566 w 3393137"/>
              <a:gd name="connsiteY0" fmla="*/ 0 h 5014297"/>
              <a:gd name="connsiteX1" fmla="*/ 2768764 w 3393137"/>
              <a:gd name="connsiteY1" fmla="*/ 29029 h 5014297"/>
              <a:gd name="connsiteX2" fmla="*/ 649679 w 3393137"/>
              <a:gd name="connsiteY2" fmla="*/ 5007429 h 5014297"/>
              <a:gd name="connsiteX3" fmla="*/ 1230251 w 3393137"/>
              <a:gd name="connsiteY3" fmla="*/ 2119087 h 5014297"/>
              <a:gd name="connsiteX4" fmla="*/ 2057566 w 3393137"/>
              <a:gd name="connsiteY4" fmla="*/ 0 h 5014297"/>
              <a:gd name="connsiteX0" fmla="*/ 2057566 w 3393137"/>
              <a:gd name="connsiteY0" fmla="*/ 0 h 5014297"/>
              <a:gd name="connsiteX1" fmla="*/ 2768764 w 3393137"/>
              <a:gd name="connsiteY1" fmla="*/ 29029 h 5014297"/>
              <a:gd name="connsiteX2" fmla="*/ 649679 w 3393137"/>
              <a:gd name="connsiteY2" fmla="*/ 5007429 h 5014297"/>
              <a:gd name="connsiteX3" fmla="*/ 1230251 w 3393137"/>
              <a:gd name="connsiteY3" fmla="*/ 2119087 h 5014297"/>
              <a:gd name="connsiteX4" fmla="*/ 2057566 w 3393137"/>
              <a:gd name="connsiteY4" fmla="*/ 0 h 5014297"/>
              <a:gd name="connsiteX0" fmla="*/ 2057566 w 3317859"/>
              <a:gd name="connsiteY0" fmla="*/ 0 h 5067216"/>
              <a:gd name="connsiteX1" fmla="*/ 2768764 w 3317859"/>
              <a:gd name="connsiteY1" fmla="*/ 29029 h 5067216"/>
              <a:gd name="connsiteX2" fmla="*/ 649679 w 3317859"/>
              <a:gd name="connsiteY2" fmla="*/ 5007429 h 5067216"/>
              <a:gd name="connsiteX3" fmla="*/ 1230251 w 3317859"/>
              <a:gd name="connsiteY3" fmla="*/ 2119087 h 5067216"/>
              <a:gd name="connsiteX4" fmla="*/ 2057566 w 3317859"/>
              <a:gd name="connsiteY4" fmla="*/ 0 h 5067216"/>
              <a:gd name="connsiteX0" fmla="*/ 2057566 w 3317859"/>
              <a:gd name="connsiteY0" fmla="*/ 0 h 5053264"/>
              <a:gd name="connsiteX1" fmla="*/ 2768764 w 3317859"/>
              <a:gd name="connsiteY1" fmla="*/ 29029 h 5053264"/>
              <a:gd name="connsiteX2" fmla="*/ 649679 w 3317859"/>
              <a:gd name="connsiteY2" fmla="*/ 5007429 h 5053264"/>
              <a:gd name="connsiteX3" fmla="*/ 1230251 w 3317859"/>
              <a:gd name="connsiteY3" fmla="*/ 2119087 h 5053264"/>
              <a:gd name="connsiteX4" fmla="*/ 2057566 w 3317859"/>
              <a:gd name="connsiteY4" fmla="*/ 0 h 5053264"/>
              <a:gd name="connsiteX0" fmla="*/ 2057566 w 3288293"/>
              <a:gd name="connsiteY0" fmla="*/ 0 h 5074722"/>
              <a:gd name="connsiteX1" fmla="*/ 2768764 w 3288293"/>
              <a:gd name="connsiteY1" fmla="*/ 29029 h 5074722"/>
              <a:gd name="connsiteX2" fmla="*/ 649679 w 3288293"/>
              <a:gd name="connsiteY2" fmla="*/ 5007429 h 5074722"/>
              <a:gd name="connsiteX3" fmla="*/ 1230251 w 3288293"/>
              <a:gd name="connsiteY3" fmla="*/ 2119087 h 5074722"/>
              <a:gd name="connsiteX4" fmla="*/ 2057566 w 3288293"/>
              <a:gd name="connsiteY4" fmla="*/ 0 h 5074722"/>
              <a:gd name="connsiteX0" fmla="*/ 2057566 w 3410396"/>
              <a:gd name="connsiteY0" fmla="*/ 0 h 5074908"/>
              <a:gd name="connsiteX1" fmla="*/ 2768764 w 3410396"/>
              <a:gd name="connsiteY1" fmla="*/ 29029 h 5074908"/>
              <a:gd name="connsiteX2" fmla="*/ 649679 w 3410396"/>
              <a:gd name="connsiteY2" fmla="*/ 5007429 h 5074908"/>
              <a:gd name="connsiteX3" fmla="*/ 1230251 w 3410396"/>
              <a:gd name="connsiteY3" fmla="*/ 2119087 h 5074908"/>
              <a:gd name="connsiteX4" fmla="*/ 2057566 w 3410396"/>
              <a:gd name="connsiteY4" fmla="*/ 0 h 5074908"/>
              <a:gd name="connsiteX0" fmla="*/ 2104930 w 3444580"/>
              <a:gd name="connsiteY0" fmla="*/ 0 h 5060586"/>
              <a:gd name="connsiteX1" fmla="*/ 2816128 w 3444580"/>
              <a:gd name="connsiteY1" fmla="*/ 29029 h 5060586"/>
              <a:gd name="connsiteX2" fmla="*/ 638986 w 3444580"/>
              <a:gd name="connsiteY2" fmla="*/ 4992915 h 5060586"/>
              <a:gd name="connsiteX3" fmla="*/ 1277615 w 3444580"/>
              <a:gd name="connsiteY3" fmla="*/ 2119087 h 5060586"/>
              <a:gd name="connsiteX4" fmla="*/ 2104930 w 3444580"/>
              <a:gd name="connsiteY4" fmla="*/ 0 h 5060586"/>
              <a:gd name="connsiteX0" fmla="*/ 2104930 w 3433403"/>
              <a:gd name="connsiteY0" fmla="*/ 0 h 5091002"/>
              <a:gd name="connsiteX1" fmla="*/ 2816128 w 3433403"/>
              <a:gd name="connsiteY1" fmla="*/ 29029 h 5091002"/>
              <a:gd name="connsiteX2" fmla="*/ 638986 w 3433403"/>
              <a:gd name="connsiteY2" fmla="*/ 4992915 h 5091002"/>
              <a:gd name="connsiteX3" fmla="*/ 1277615 w 3433403"/>
              <a:gd name="connsiteY3" fmla="*/ 2119087 h 5091002"/>
              <a:gd name="connsiteX4" fmla="*/ 2104930 w 3433403"/>
              <a:gd name="connsiteY4" fmla="*/ 0 h 5091002"/>
              <a:gd name="connsiteX0" fmla="*/ 2104930 w 3411813"/>
              <a:gd name="connsiteY0" fmla="*/ 0 h 5115579"/>
              <a:gd name="connsiteX1" fmla="*/ 2816128 w 3411813"/>
              <a:gd name="connsiteY1" fmla="*/ 29029 h 5115579"/>
              <a:gd name="connsiteX2" fmla="*/ 638986 w 3411813"/>
              <a:gd name="connsiteY2" fmla="*/ 4992915 h 5115579"/>
              <a:gd name="connsiteX3" fmla="*/ 1277615 w 3411813"/>
              <a:gd name="connsiteY3" fmla="*/ 2119087 h 5115579"/>
              <a:gd name="connsiteX4" fmla="*/ 2104930 w 3411813"/>
              <a:gd name="connsiteY4" fmla="*/ 0 h 5115579"/>
              <a:gd name="connsiteX0" fmla="*/ 2104930 w 3250288"/>
              <a:gd name="connsiteY0" fmla="*/ 0 h 5073895"/>
              <a:gd name="connsiteX1" fmla="*/ 2816128 w 3250288"/>
              <a:gd name="connsiteY1" fmla="*/ 29029 h 5073895"/>
              <a:gd name="connsiteX2" fmla="*/ 638986 w 3250288"/>
              <a:gd name="connsiteY2" fmla="*/ 4992915 h 5073895"/>
              <a:gd name="connsiteX3" fmla="*/ 1277615 w 3250288"/>
              <a:gd name="connsiteY3" fmla="*/ 2119087 h 5073895"/>
              <a:gd name="connsiteX4" fmla="*/ 2104930 w 3250288"/>
              <a:gd name="connsiteY4" fmla="*/ 0 h 5073895"/>
              <a:gd name="connsiteX0" fmla="*/ 2104930 w 3470124"/>
              <a:gd name="connsiteY0" fmla="*/ 0 h 5096612"/>
              <a:gd name="connsiteX1" fmla="*/ 2816128 w 3470124"/>
              <a:gd name="connsiteY1" fmla="*/ 29029 h 5096612"/>
              <a:gd name="connsiteX2" fmla="*/ 638986 w 3470124"/>
              <a:gd name="connsiteY2" fmla="*/ 4992915 h 5096612"/>
              <a:gd name="connsiteX3" fmla="*/ 1277615 w 3470124"/>
              <a:gd name="connsiteY3" fmla="*/ 2119087 h 5096612"/>
              <a:gd name="connsiteX4" fmla="*/ 2104930 w 3470124"/>
              <a:gd name="connsiteY4" fmla="*/ 0 h 5096612"/>
              <a:gd name="connsiteX0" fmla="*/ 1606979 w 3079629"/>
              <a:gd name="connsiteY0" fmla="*/ 0 h 5153239"/>
              <a:gd name="connsiteX1" fmla="*/ 2318177 w 3079629"/>
              <a:gd name="connsiteY1" fmla="*/ 29029 h 5153239"/>
              <a:gd name="connsiteX2" fmla="*/ 779663 w 3079629"/>
              <a:gd name="connsiteY2" fmla="*/ 5050972 h 5153239"/>
              <a:gd name="connsiteX3" fmla="*/ 779664 w 3079629"/>
              <a:gd name="connsiteY3" fmla="*/ 2119087 h 5153239"/>
              <a:gd name="connsiteX4" fmla="*/ 1606979 w 3079629"/>
              <a:gd name="connsiteY4" fmla="*/ 0 h 5153239"/>
              <a:gd name="connsiteX0" fmla="*/ 1606979 w 3006080"/>
              <a:gd name="connsiteY0" fmla="*/ 0 h 5060336"/>
              <a:gd name="connsiteX1" fmla="*/ 2318177 w 3006080"/>
              <a:gd name="connsiteY1" fmla="*/ 29029 h 5060336"/>
              <a:gd name="connsiteX2" fmla="*/ 779663 w 3006080"/>
              <a:gd name="connsiteY2" fmla="*/ 5050972 h 5060336"/>
              <a:gd name="connsiteX3" fmla="*/ 779664 w 3006080"/>
              <a:gd name="connsiteY3" fmla="*/ 2119087 h 5060336"/>
              <a:gd name="connsiteX4" fmla="*/ 1606979 w 3006080"/>
              <a:gd name="connsiteY4" fmla="*/ 0 h 5060336"/>
              <a:gd name="connsiteX0" fmla="*/ 1916561 w 3315662"/>
              <a:gd name="connsiteY0" fmla="*/ 0 h 5060336"/>
              <a:gd name="connsiteX1" fmla="*/ 2627759 w 3315662"/>
              <a:gd name="connsiteY1" fmla="*/ 29029 h 5060336"/>
              <a:gd name="connsiteX2" fmla="*/ 1089245 w 3315662"/>
              <a:gd name="connsiteY2" fmla="*/ 5050972 h 5060336"/>
              <a:gd name="connsiteX3" fmla="*/ 1089246 w 3315662"/>
              <a:gd name="connsiteY3" fmla="*/ 2119087 h 5060336"/>
              <a:gd name="connsiteX4" fmla="*/ 1916561 w 3315662"/>
              <a:gd name="connsiteY4" fmla="*/ 0 h 5060336"/>
              <a:gd name="connsiteX0" fmla="*/ 1916561 w 3322067"/>
              <a:gd name="connsiteY0" fmla="*/ 0 h 5053336"/>
              <a:gd name="connsiteX1" fmla="*/ 2627759 w 3322067"/>
              <a:gd name="connsiteY1" fmla="*/ 29029 h 5053336"/>
              <a:gd name="connsiteX2" fmla="*/ 1089245 w 3322067"/>
              <a:gd name="connsiteY2" fmla="*/ 5050972 h 5053336"/>
              <a:gd name="connsiteX3" fmla="*/ 1089246 w 3322067"/>
              <a:gd name="connsiteY3" fmla="*/ 2119087 h 5053336"/>
              <a:gd name="connsiteX4" fmla="*/ 1916561 w 3322067"/>
              <a:gd name="connsiteY4" fmla="*/ 0 h 5053336"/>
              <a:gd name="connsiteX0" fmla="*/ 2158244 w 3563750"/>
              <a:gd name="connsiteY0" fmla="*/ 0 h 5053336"/>
              <a:gd name="connsiteX1" fmla="*/ 2869442 w 3563750"/>
              <a:gd name="connsiteY1" fmla="*/ 29029 h 5053336"/>
              <a:gd name="connsiteX2" fmla="*/ 1330928 w 3563750"/>
              <a:gd name="connsiteY2" fmla="*/ 5050972 h 5053336"/>
              <a:gd name="connsiteX3" fmla="*/ 1330929 w 3563750"/>
              <a:gd name="connsiteY3" fmla="*/ 2119087 h 5053336"/>
              <a:gd name="connsiteX4" fmla="*/ 2158244 w 3563750"/>
              <a:gd name="connsiteY4" fmla="*/ 0 h 5053336"/>
              <a:gd name="connsiteX0" fmla="*/ 2218085 w 3623591"/>
              <a:gd name="connsiteY0" fmla="*/ 0 h 5053336"/>
              <a:gd name="connsiteX1" fmla="*/ 2929283 w 3623591"/>
              <a:gd name="connsiteY1" fmla="*/ 29029 h 5053336"/>
              <a:gd name="connsiteX2" fmla="*/ 1390769 w 3623591"/>
              <a:gd name="connsiteY2" fmla="*/ 5050972 h 5053336"/>
              <a:gd name="connsiteX3" fmla="*/ 1231113 w 3623591"/>
              <a:gd name="connsiteY3" fmla="*/ 2525487 h 5053336"/>
              <a:gd name="connsiteX4" fmla="*/ 2218085 w 3623591"/>
              <a:gd name="connsiteY4" fmla="*/ 0 h 5053336"/>
              <a:gd name="connsiteX0" fmla="*/ 1983389 w 3388895"/>
              <a:gd name="connsiteY0" fmla="*/ 0 h 5053336"/>
              <a:gd name="connsiteX1" fmla="*/ 2694587 w 3388895"/>
              <a:gd name="connsiteY1" fmla="*/ 29029 h 5053336"/>
              <a:gd name="connsiteX2" fmla="*/ 1156073 w 3388895"/>
              <a:gd name="connsiteY2" fmla="*/ 5050972 h 5053336"/>
              <a:gd name="connsiteX3" fmla="*/ 996417 w 3388895"/>
              <a:gd name="connsiteY3" fmla="*/ 2525487 h 5053336"/>
              <a:gd name="connsiteX4" fmla="*/ 1983389 w 3388895"/>
              <a:gd name="connsiteY4" fmla="*/ 0 h 5053336"/>
              <a:gd name="connsiteX0" fmla="*/ 1965748 w 3371254"/>
              <a:gd name="connsiteY0" fmla="*/ 0 h 5053336"/>
              <a:gd name="connsiteX1" fmla="*/ 2676946 w 3371254"/>
              <a:gd name="connsiteY1" fmla="*/ 29029 h 5053336"/>
              <a:gd name="connsiteX2" fmla="*/ 1138432 w 3371254"/>
              <a:gd name="connsiteY2" fmla="*/ 5050972 h 5053336"/>
              <a:gd name="connsiteX3" fmla="*/ 978776 w 3371254"/>
              <a:gd name="connsiteY3" fmla="*/ 2525487 h 5053336"/>
              <a:gd name="connsiteX4" fmla="*/ 1965748 w 3371254"/>
              <a:gd name="connsiteY4" fmla="*/ 0 h 5053336"/>
              <a:gd name="connsiteX0" fmla="*/ 2083607 w 3489113"/>
              <a:gd name="connsiteY0" fmla="*/ 0 h 5053336"/>
              <a:gd name="connsiteX1" fmla="*/ 2794805 w 3489113"/>
              <a:gd name="connsiteY1" fmla="*/ 29029 h 5053336"/>
              <a:gd name="connsiteX2" fmla="*/ 1256291 w 3489113"/>
              <a:gd name="connsiteY2" fmla="*/ 5050972 h 5053336"/>
              <a:gd name="connsiteX3" fmla="*/ 1096635 w 3489113"/>
              <a:gd name="connsiteY3" fmla="*/ 2525487 h 5053336"/>
              <a:gd name="connsiteX4" fmla="*/ 2083607 w 3489113"/>
              <a:gd name="connsiteY4" fmla="*/ 0 h 5053336"/>
              <a:gd name="connsiteX0" fmla="*/ 2083607 w 3531996"/>
              <a:gd name="connsiteY0" fmla="*/ 0 h 5050972"/>
              <a:gd name="connsiteX1" fmla="*/ 2794805 w 3531996"/>
              <a:gd name="connsiteY1" fmla="*/ 29029 h 5050972"/>
              <a:gd name="connsiteX2" fmla="*/ 1256291 w 3531996"/>
              <a:gd name="connsiteY2" fmla="*/ 5050972 h 5050972"/>
              <a:gd name="connsiteX3" fmla="*/ 1096635 w 3531996"/>
              <a:gd name="connsiteY3" fmla="*/ 2525487 h 5050972"/>
              <a:gd name="connsiteX4" fmla="*/ 2083607 w 3531996"/>
              <a:gd name="connsiteY4" fmla="*/ 0 h 5050972"/>
              <a:gd name="connsiteX0" fmla="*/ 2083607 w 3469243"/>
              <a:gd name="connsiteY0" fmla="*/ 0 h 5050972"/>
              <a:gd name="connsiteX1" fmla="*/ 2794805 w 3469243"/>
              <a:gd name="connsiteY1" fmla="*/ 29029 h 5050972"/>
              <a:gd name="connsiteX2" fmla="*/ 1256291 w 3469243"/>
              <a:gd name="connsiteY2" fmla="*/ 5050972 h 5050972"/>
              <a:gd name="connsiteX3" fmla="*/ 1096635 w 3469243"/>
              <a:gd name="connsiteY3" fmla="*/ 2525487 h 5050972"/>
              <a:gd name="connsiteX4" fmla="*/ 2083607 w 3469243"/>
              <a:gd name="connsiteY4" fmla="*/ 0 h 5050972"/>
              <a:gd name="connsiteX0" fmla="*/ 2083607 w 3469243"/>
              <a:gd name="connsiteY0" fmla="*/ 0 h 5050972"/>
              <a:gd name="connsiteX1" fmla="*/ 2794805 w 3469243"/>
              <a:gd name="connsiteY1" fmla="*/ 29029 h 5050972"/>
              <a:gd name="connsiteX2" fmla="*/ 1256291 w 3469243"/>
              <a:gd name="connsiteY2" fmla="*/ 5050972 h 5050972"/>
              <a:gd name="connsiteX3" fmla="*/ 1096635 w 3469243"/>
              <a:gd name="connsiteY3" fmla="*/ 2525487 h 5050972"/>
              <a:gd name="connsiteX4" fmla="*/ 2083607 w 3469243"/>
              <a:gd name="connsiteY4" fmla="*/ 0 h 5050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69243" h="5050972">
                <a:moveTo>
                  <a:pt x="2083607" y="0"/>
                </a:moveTo>
                <a:lnTo>
                  <a:pt x="2794805" y="29029"/>
                </a:lnTo>
                <a:cubicBezTo>
                  <a:pt x="4584900" y="2254554"/>
                  <a:pt x="2369053" y="5031620"/>
                  <a:pt x="1256291" y="5050972"/>
                </a:cubicBezTo>
                <a:cubicBezTo>
                  <a:pt x="-553156" y="4988077"/>
                  <a:pt x="-229003" y="3241525"/>
                  <a:pt x="1096635" y="2525487"/>
                </a:cubicBezTo>
                <a:cubicBezTo>
                  <a:pt x="1517550" y="1717525"/>
                  <a:pt x="1430463" y="343505"/>
                  <a:pt x="2083607" y="0"/>
                </a:cubicBezTo>
                <a:close/>
              </a:path>
            </a:pathLst>
          </a:custGeom>
          <a:solidFill>
            <a:srgbClr val="785099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A044F690-2A58-BA6F-30F7-CD15A8D11C91}"/>
              </a:ext>
            </a:extLst>
          </p:cNvPr>
          <p:cNvSpPr/>
          <p:nvPr/>
        </p:nvSpPr>
        <p:spPr>
          <a:xfrm>
            <a:off x="8753930" y="914398"/>
            <a:ext cx="1684090" cy="1886858"/>
          </a:xfrm>
          <a:custGeom>
            <a:avLst/>
            <a:gdLst>
              <a:gd name="connsiteX0" fmla="*/ 0 w 812800"/>
              <a:gd name="connsiteY0" fmla="*/ 0 h 667657"/>
              <a:gd name="connsiteX1" fmla="*/ 812800 w 812800"/>
              <a:gd name="connsiteY1" fmla="*/ 0 h 667657"/>
              <a:gd name="connsiteX2" fmla="*/ 812800 w 812800"/>
              <a:gd name="connsiteY2" fmla="*/ 667657 h 667657"/>
              <a:gd name="connsiteX3" fmla="*/ 0 w 812800"/>
              <a:gd name="connsiteY3" fmla="*/ 667657 h 667657"/>
              <a:gd name="connsiteX4" fmla="*/ 0 w 812800"/>
              <a:gd name="connsiteY4" fmla="*/ 0 h 667657"/>
              <a:gd name="connsiteX0" fmla="*/ 43542 w 812800"/>
              <a:gd name="connsiteY0" fmla="*/ 0 h 1277257"/>
              <a:gd name="connsiteX1" fmla="*/ 812800 w 812800"/>
              <a:gd name="connsiteY1" fmla="*/ 609600 h 1277257"/>
              <a:gd name="connsiteX2" fmla="*/ 812800 w 812800"/>
              <a:gd name="connsiteY2" fmla="*/ 1277257 h 1277257"/>
              <a:gd name="connsiteX3" fmla="*/ 0 w 812800"/>
              <a:gd name="connsiteY3" fmla="*/ 1277257 h 1277257"/>
              <a:gd name="connsiteX4" fmla="*/ 43542 w 812800"/>
              <a:gd name="connsiteY4" fmla="*/ 0 h 1277257"/>
              <a:gd name="connsiteX0" fmla="*/ 43542 w 812800"/>
              <a:gd name="connsiteY0" fmla="*/ 145143 h 1422400"/>
              <a:gd name="connsiteX1" fmla="*/ 232228 w 812800"/>
              <a:gd name="connsiteY1" fmla="*/ 0 h 1422400"/>
              <a:gd name="connsiteX2" fmla="*/ 812800 w 812800"/>
              <a:gd name="connsiteY2" fmla="*/ 1422400 h 1422400"/>
              <a:gd name="connsiteX3" fmla="*/ 0 w 812800"/>
              <a:gd name="connsiteY3" fmla="*/ 1422400 h 1422400"/>
              <a:gd name="connsiteX4" fmla="*/ 43542 w 812800"/>
              <a:gd name="connsiteY4" fmla="*/ 145143 h 1422400"/>
              <a:gd name="connsiteX0" fmla="*/ 43542 w 812800"/>
              <a:gd name="connsiteY0" fmla="*/ 145143 h 1422400"/>
              <a:gd name="connsiteX1" fmla="*/ 232228 w 812800"/>
              <a:gd name="connsiteY1" fmla="*/ 0 h 1422400"/>
              <a:gd name="connsiteX2" fmla="*/ 377371 w 812800"/>
              <a:gd name="connsiteY2" fmla="*/ 783771 h 1422400"/>
              <a:gd name="connsiteX3" fmla="*/ 812800 w 812800"/>
              <a:gd name="connsiteY3" fmla="*/ 1422400 h 1422400"/>
              <a:gd name="connsiteX4" fmla="*/ 0 w 812800"/>
              <a:gd name="connsiteY4" fmla="*/ 1422400 h 1422400"/>
              <a:gd name="connsiteX5" fmla="*/ 43542 w 812800"/>
              <a:gd name="connsiteY5" fmla="*/ 145143 h 1422400"/>
              <a:gd name="connsiteX0" fmla="*/ 43542 w 812800"/>
              <a:gd name="connsiteY0" fmla="*/ 145143 h 1422400"/>
              <a:gd name="connsiteX1" fmla="*/ 232228 w 812800"/>
              <a:gd name="connsiteY1" fmla="*/ 0 h 1422400"/>
              <a:gd name="connsiteX2" fmla="*/ 377371 w 812800"/>
              <a:gd name="connsiteY2" fmla="*/ 783771 h 1422400"/>
              <a:gd name="connsiteX3" fmla="*/ 812800 w 812800"/>
              <a:gd name="connsiteY3" fmla="*/ 1422400 h 1422400"/>
              <a:gd name="connsiteX4" fmla="*/ 0 w 812800"/>
              <a:gd name="connsiteY4" fmla="*/ 1422400 h 1422400"/>
              <a:gd name="connsiteX5" fmla="*/ 188686 w 812800"/>
              <a:gd name="connsiteY5" fmla="*/ 754743 h 1422400"/>
              <a:gd name="connsiteX6" fmla="*/ 43542 w 812800"/>
              <a:gd name="connsiteY6" fmla="*/ 145143 h 1422400"/>
              <a:gd name="connsiteX0" fmla="*/ 667656 w 1436914"/>
              <a:gd name="connsiteY0" fmla="*/ 145143 h 1422400"/>
              <a:gd name="connsiteX1" fmla="*/ 856342 w 1436914"/>
              <a:gd name="connsiteY1" fmla="*/ 0 h 1422400"/>
              <a:gd name="connsiteX2" fmla="*/ 1001485 w 1436914"/>
              <a:gd name="connsiteY2" fmla="*/ 783771 h 1422400"/>
              <a:gd name="connsiteX3" fmla="*/ 1436914 w 1436914"/>
              <a:gd name="connsiteY3" fmla="*/ 1422400 h 1422400"/>
              <a:gd name="connsiteX4" fmla="*/ 0 w 1436914"/>
              <a:gd name="connsiteY4" fmla="*/ 1378857 h 1422400"/>
              <a:gd name="connsiteX5" fmla="*/ 812800 w 1436914"/>
              <a:gd name="connsiteY5" fmla="*/ 754743 h 1422400"/>
              <a:gd name="connsiteX6" fmla="*/ 667656 w 1436914"/>
              <a:gd name="connsiteY6" fmla="*/ 145143 h 1422400"/>
              <a:gd name="connsiteX0" fmla="*/ 667656 w 1436914"/>
              <a:gd name="connsiteY0" fmla="*/ 145143 h 1422400"/>
              <a:gd name="connsiteX1" fmla="*/ 856342 w 1436914"/>
              <a:gd name="connsiteY1" fmla="*/ 0 h 1422400"/>
              <a:gd name="connsiteX2" fmla="*/ 1001485 w 1436914"/>
              <a:gd name="connsiteY2" fmla="*/ 783771 h 1422400"/>
              <a:gd name="connsiteX3" fmla="*/ 1436914 w 1436914"/>
              <a:gd name="connsiteY3" fmla="*/ 1422400 h 1422400"/>
              <a:gd name="connsiteX4" fmla="*/ 595085 w 1436914"/>
              <a:gd name="connsiteY4" fmla="*/ 1219200 h 1422400"/>
              <a:gd name="connsiteX5" fmla="*/ 0 w 1436914"/>
              <a:gd name="connsiteY5" fmla="*/ 1378857 h 1422400"/>
              <a:gd name="connsiteX6" fmla="*/ 812800 w 1436914"/>
              <a:gd name="connsiteY6" fmla="*/ 754743 h 1422400"/>
              <a:gd name="connsiteX7" fmla="*/ 667656 w 1436914"/>
              <a:gd name="connsiteY7" fmla="*/ 145143 h 1422400"/>
              <a:gd name="connsiteX0" fmla="*/ 667656 w 1683657"/>
              <a:gd name="connsiteY0" fmla="*/ 145143 h 1378857"/>
              <a:gd name="connsiteX1" fmla="*/ 856342 w 1683657"/>
              <a:gd name="connsiteY1" fmla="*/ 0 h 1378857"/>
              <a:gd name="connsiteX2" fmla="*/ 1001485 w 1683657"/>
              <a:gd name="connsiteY2" fmla="*/ 783771 h 1378857"/>
              <a:gd name="connsiteX3" fmla="*/ 1683657 w 1683657"/>
              <a:gd name="connsiteY3" fmla="*/ 1335314 h 1378857"/>
              <a:gd name="connsiteX4" fmla="*/ 595085 w 1683657"/>
              <a:gd name="connsiteY4" fmla="*/ 1219200 h 1378857"/>
              <a:gd name="connsiteX5" fmla="*/ 0 w 1683657"/>
              <a:gd name="connsiteY5" fmla="*/ 1378857 h 1378857"/>
              <a:gd name="connsiteX6" fmla="*/ 812800 w 1683657"/>
              <a:gd name="connsiteY6" fmla="*/ 754743 h 1378857"/>
              <a:gd name="connsiteX7" fmla="*/ 667656 w 1683657"/>
              <a:gd name="connsiteY7" fmla="*/ 145143 h 1378857"/>
              <a:gd name="connsiteX0" fmla="*/ 667656 w 1684126"/>
              <a:gd name="connsiteY0" fmla="*/ 145143 h 1378857"/>
              <a:gd name="connsiteX1" fmla="*/ 856342 w 1684126"/>
              <a:gd name="connsiteY1" fmla="*/ 0 h 1378857"/>
              <a:gd name="connsiteX2" fmla="*/ 1001485 w 1684126"/>
              <a:gd name="connsiteY2" fmla="*/ 783771 h 1378857"/>
              <a:gd name="connsiteX3" fmla="*/ 1683657 w 1684126"/>
              <a:gd name="connsiteY3" fmla="*/ 1335314 h 1378857"/>
              <a:gd name="connsiteX4" fmla="*/ 1074057 w 1684126"/>
              <a:gd name="connsiteY4" fmla="*/ 1219201 h 1378857"/>
              <a:gd name="connsiteX5" fmla="*/ 595085 w 1684126"/>
              <a:gd name="connsiteY5" fmla="*/ 1219200 h 1378857"/>
              <a:gd name="connsiteX6" fmla="*/ 0 w 1684126"/>
              <a:gd name="connsiteY6" fmla="*/ 1378857 h 1378857"/>
              <a:gd name="connsiteX7" fmla="*/ 812800 w 1684126"/>
              <a:gd name="connsiteY7" fmla="*/ 754743 h 1378857"/>
              <a:gd name="connsiteX8" fmla="*/ 667656 w 1684126"/>
              <a:gd name="connsiteY8" fmla="*/ 145143 h 1378857"/>
              <a:gd name="connsiteX0" fmla="*/ 667656 w 1684126"/>
              <a:gd name="connsiteY0" fmla="*/ 145143 h 1886858"/>
              <a:gd name="connsiteX1" fmla="*/ 856342 w 1684126"/>
              <a:gd name="connsiteY1" fmla="*/ 0 h 1886858"/>
              <a:gd name="connsiteX2" fmla="*/ 1001485 w 1684126"/>
              <a:gd name="connsiteY2" fmla="*/ 783771 h 1886858"/>
              <a:gd name="connsiteX3" fmla="*/ 1683657 w 1684126"/>
              <a:gd name="connsiteY3" fmla="*/ 1335314 h 1886858"/>
              <a:gd name="connsiteX4" fmla="*/ 1074057 w 1684126"/>
              <a:gd name="connsiteY4" fmla="*/ 1219201 h 1886858"/>
              <a:gd name="connsiteX5" fmla="*/ 870856 w 1684126"/>
              <a:gd name="connsiteY5" fmla="*/ 1886858 h 1886858"/>
              <a:gd name="connsiteX6" fmla="*/ 595085 w 1684126"/>
              <a:gd name="connsiteY6" fmla="*/ 1219200 h 1886858"/>
              <a:gd name="connsiteX7" fmla="*/ 0 w 1684126"/>
              <a:gd name="connsiteY7" fmla="*/ 1378857 h 1886858"/>
              <a:gd name="connsiteX8" fmla="*/ 812800 w 1684126"/>
              <a:gd name="connsiteY8" fmla="*/ 754743 h 1886858"/>
              <a:gd name="connsiteX9" fmla="*/ 667656 w 1684126"/>
              <a:gd name="connsiteY9" fmla="*/ 145143 h 1886858"/>
              <a:gd name="connsiteX0" fmla="*/ 667656 w 1684126"/>
              <a:gd name="connsiteY0" fmla="*/ 145143 h 1886858"/>
              <a:gd name="connsiteX1" fmla="*/ 856342 w 1684126"/>
              <a:gd name="connsiteY1" fmla="*/ 0 h 1886858"/>
              <a:gd name="connsiteX2" fmla="*/ 1001485 w 1684126"/>
              <a:gd name="connsiteY2" fmla="*/ 783771 h 1886858"/>
              <a:gd name="connsiteX3" fmla="*/ 1683657 w 1684126"/>
              <a:gd name="connsiteY3" fmla="*/ 1335314 h 1886858"/>
              <a:gd name="connsiteX4" fmla="*/ 1074057 w 1684126"/>
              <a:gd name="connsiteY4" fmla="*/ 1219201 h 1886858"/>
              <a:gd name="connsiteX5" fmla="*/ 870856 w 1684126"/>
              <a:gd name="connsiteY5" fmla="*/ 1886858 h 1886858"/>
              <a:gd name="connsiteX6" fmla="*/ 595085 w 1684126"/>
              <a:gd name="connsiteY6" fmla="*/ 1219200 h 1886858"/>
              <a:gd name="connsiteX7" fmla="*/ 0 w 1684126"/>
              <a:gd name="connsiteY7" fmla="*/ 1378857 h 1886858"/>
              <a:gd name="connsiteX8" fmla="*/ 812800 w 1684126"/>
              <a:gd name="connsiteY8" fmla="*/ 754743 h 1886858"/>
              <a:gd name="connsiteX9" fmla="*/ 667656 w 1684126"/>
              <a:gd name="connsiteY9" fmla="*/ 145143 h 1886858"/>
              <a:gd name="connsiteX0" fmla="*/ 667656 w 1684126"/>
              <a:gd name="connsiteY0" fmla="*/ 145143 h 1886858"/>
              <a:gd name="connsiteX1" fmla="*/ 856342 w 1684126"/>
              <a:gd name="connsiteY1" fmla="*/ 0 h 1886858"/>
              <a:gd name="connsiteX2" fmla="*/ 1001485 w 1684126"/>
              <a:gd name="connsiteY2" fmla="*/ 783771 h 1886858"/>
              <a:gd name="connsiteX3" fmla="*/ 1683657 w 1684126"/>
              <a:gd name="connsiteY3" fmla="*/ 1335314 h 1886858"/>
              <a:gd name="connsiteX4" fmla="*/ 1074057 w 1684126"/>
              <a:gd name="connsiteY4" fmla="*/ 1219201 h 1886858"/>
              <a:gd name="connsiteX5" fmla="*/ 870856 w 1684126"/>
              <a:gd name="connsiteY5" fmla="*/ 1886858 h 1886858"/>
              <a:gd name="connsiteX6" fmla="*/ 595085 w 1684126"/>
              <a:gd name="connsiteY6" fmla="*/ 1219200 h 1886858"/>
              <a:gd name="connsiteX7" fmla="*/ 0 w 1684126"/>
              <a:gd name="connsiteY7" fmla="*/ 1378857 h 1886858"/>
              <a:gd name="connsiteX8" fmla="*/ 812800 w 1684126"/>
              <a:gd name="connsiteY8" fmla="*/ 754743 h 1886858"/>
              <a:gd name="connsiteX9" fmla="*/ 667656 w 1684126"/>
              <a:gd name="connsiteY9" fmla="*/ 145143 h 1886858"/>
              <a:gd name="connsiteX0" fmla="*/ 667656 w 1684126"/>
              <a:gd name="connsiteY0" fmla="*/ 145143 h 1886858"/>
              <a:gd name="connsiteX1" fmla="*/ 856342 w 1684126"/>
              <a:gd name="connsiteY1" fmla="*/ 0 h 1886858"/>
              <a:gd name="connsiteX2" fmla="*/ 1001485 w 1684126"/>
              <a:gd name="connsiteY2" fmla="*/ 783771 h 1886858"/>
              <a:gd name="connsiteX3" fmla="*/ 1683657 w 1684126"/>
              <a:gd name="connsiteY3" fmla="*/ 1335314 h 1886858"/>
              <a:gd name="connsiteX4" fmla="*/ 1074057 w 1684126"/>
              <a:gd name="connsiteY4" fmla="*/ 1219201 h 1886858"/>
              <a:gd name="connsiteX5" fmla="*/ 870856 w 1684126"/>
              <a:gd name="connsiteY5" fmla="*/ 1886858 h 1886858"/>
              <a:gd name="connsiteX6" fmla="*/ 595085 w 1684126"/>
              <a:gd name="connsiteY6" fmla="*/ 1219200 h 1886858"/>
              <a:gd name="connsiteX7" fmla="*/ 0 w 1684126"/>
              <a:gd name="connsiteY7" fmla="*/ 1378857 h 1886858"/>
              <a:gd name="connsiteX8" fmla="*/ 812800 w 1684126"/>
              <a:gd name="connsiteY8" fmla="*/ 754743 h 1886858"/>
              <a:gd name="connsiteX9" fmla="*/ 667656 w 1684126"/>
              <a:gd name="connsiteY9" fmla="*/ 145143 h 1886858"/>
              <a:gd name="connsiteX0" fmla="*/ 667656 w 1684090"/>
              <a:gd name="connsiteY0" fmla="*/ 145143 h 1886858"/>
              <a:gd name="connsiteX1" fmla="*/ 856342 w 1684090"/>
              <a:gd name="connsiteY1" fmla="*/ 0 h 1886858"/>
              <a:gd name="connsiteX2" fmla="*/ 1001485 w 1684090"/>
              <a:gd name="connsiteY2" fmla="*/ 783771 h 1886858"/>
              <a:gd name="connsiteX3" fmla="*/ 1683657 w 1684090"/>
              <a:gd name="connsiteY3" fmla="*/ 1335314 h 1886858"/>
              <a:gd name="connsiteX4" fmla="*/ 1035957 w 1684090"/>
              <a:gd name="connsiteY4" fmla="*/ 1203961 h 1886858"/>
              <a:gd name="connsiteX5" fmla="*/ 870856 w 1684090"/>
              <a:gd name="connsiteY5" fmla="*/ 1886858 h 1886858"/>
              <a:gd name="connsiteX6" fmla="*/ 595085 w 1684090"/>
              <a:gd name="connsiteY6" fmla="*/ 1219200 h 1886858"/>
              <a:gd name="connsiteX7" fmla="*/ 0 w 1684090"/>
              <a:gd name="connsiteY7" fmla="*/ 1378857 h 1886858"/>
              <a:gd name="connsiteX8" fmla="*/ 812800 w 1684090"/>
              <a:gd name="connsiteY8" fmla="*/ 754743 h 1886858"/>
              <a:gd name="connsiteX9" fmla="*/ 667656 w 1684090"/>
              <a:gd name="connsiteY9" fmla="*/ 145143 h 1886858"/>
              <a:gd name="connsiteX0" fmla="*/ 667656 w 1684090"/>
              <a:gd name="connsiteY0" fmla="*/ 145143 h 1886858"/>
              <a:gd name="connsiteX1" fmla="*/ 856342 w 1684090"/>
              <a:gd name="connsiteY1" fmla="*/ 0 h 1886858"/>
              <a:gd name="connsiteX2" fmla="*/ 1001485 w 1684090"/>
              <a:gd name="connsiteY2" fmla="*/ 783771 h 1886858"/>
              <a:gd name="connsiteX3" fmla="*/ 1683657 w 1684090"/>
              <a:gd name="connsiteY3" fmla="*/ 1335314 h 1886858"/>
              <a:gd name="connsiteX4" fmla="*/ 1035957 w 1684090"/>
              <a:gd name="connsiteY4" fmla="*/ 1203961 h 1886858"/>
              <a:gd name="connsiteX5" fmla="*/ 870856 w 1684090"/>
              <a:gd name="connsiteY5" fmla="*/ 1886858 h 1886858"/>
              <a:gd name="connsiteX6" fmla="*/ 595085 w 1684090"/>
              <a:gd name="connsiteY6" fmla="*/ 1219200 h 1886858"/>
              <a:gd name="connsiteX7" fmla="*/ 0 w 1684090"/>
              <a:gd name="connsiteY7" fmla="*/ 1378857 h 1886858"/>
              <a:gd name="connsiteX8" fmla="*/ 812800 w 1684090"/>
              <a:gd name="connsiteY8" fmla="*/ 754743 h 1886858"/>
              <a:gd name="connsiteX9" fmla="*/ 667656 w 1684090"/>
              <a:gd name="connsiteY9" fmla="*/ 145143 h 1886858"/>
              <a:gd name="connsiteX0" fmla="*/ 667656 w 1684090"/>
              <a:gd name="connsiteY0" fmla="*/ 145143 h 1886858"/>
              <a:gd name="connsiteX1" fmla="*/ 856342 w 1684090"/>
              <a:gd name="connsiteY1" fmla="*/ 0 h 1886858"/>
              <a:gd name="connsiteX2" fmla="*/ 1001485 w 1684090"/>
              <a:gd name="connsiteY2" fmla="*/ 783771 h 1886858"/>
              <a:gd name="connsiteX3" fmla="*/ 1683657 w 1684090"/>
              <a:gd name="connsiteY3" fmla="*/ 1335314 h 1886858"/>
              <a:gd name="connsiteX4" fmla="*/ 1035957 w 1684090"/>
              <a:gd name="connsiteY4" fmla="*/ 1203961 h 1886858"/>
              <a:gd name="connsiteX5" fmla="*/ 870856 w 1684090"/>
              <a:gd name="connsiteY5" fmla="*/ 1886858 h 1886858"/>
              <a:gd name="connsiteX6" fmla="*/ 595085 w 1684090"/>
              <a:gd name="connsiteY6" fmla="*/ 1219200 h 1886858"/>
              <a:gd name="connsiteX7" fmla="*/ 0 w 1684090"/>
              <a:gd name="connsiteY7" fmla="*/ 1378857 h 1886858"/>
              <a:gd name="connsiteX8" fmla="*/ 812800 w 1684090"/>
              <a:gd name="connsiteY8" fmla="*/ 754743 h 1886858"/>
              <a:gd name="connsiteX9" fmla="*/ 667656 w 1684090"/>
              <a:gd name="connsiteY9" fmla="*/ 145143 h 1886858"/>
              <a:gd name="connsiteX0" fmla="*/ 667656 w 1684090"/>
              <a:gd name="connsiteY0" fmla="*/ 145143 h 1886858"/>
              <a:gd name="connsiteX1" fmla="*/ 856342 w 1684090"/>
              <a:gd name="connsiteY1" fmla="*/ 0 h 1886858"/>
              <a:gd name="connsiteX2" fmla="*/ 1001485 w 1684090"/>
              <a:gd name="connsiteY2" fmla="*/ 783771 h 1886858"/>
              <a:gd name="connsiteX3" fmla="*/ 1683657 w 1684090"/>
              <a:gd name="connsiteY3" fmla="*/ 1335314 h 1886858"/>
              <a:gd name="connsiteX4" fmla="*/ 1035957 w 1684090"/>
              <a:gd name="connsiteY4" fmla="*/ 1203961 h 1886858"/>
              <a:gd name="connsiteX5" fmla="*/ 870856 w 1684090"/>
              <a:gd name="connsiteY5" fmla="*/ 1886858 h 1886858"/>
              <a:gd name="connsiteX6" fmla="*/ 595085 w 1684090"/>
              <a:gd name="connsiteY6" fmla="*/ 1219200 h 1886858"/>
              <a:gd name="connsiteX7" fmla="*/ 0 w 1684090"/>
              <a:gd name="connsiteY7" fmla="*/ 1378857 h 1886858"/>
              <a:gd name="connsiteX8" fmla="*/ 812800 w 1684090"/>
              <a:gd name="connsiteY8" fmla="*/ 754743 h 1886858"/>
              <a:gd name="connsiteX9" fmla="*/ 667656 w 1684090"/>
              <a:gd name="connsiteY9" fmla="*/ 145143 h 1886858"/>
              <a:gd name="connsiteX0" fmla="*/ 667656 w 1684090"/>
              <a:gd name="connsiteY0" fmla="*/ 145143 h 1886858"/>
              <a:gd name="connsiteX1" fmla="*/ 856342 w 1684090"/>
              <a:gd name="connsiteY1" fmla="*/ 0 h 1886858"/>
              <a:gd name="connsiteX2" fmla="*/ 1001485 w 1684090"/>
              <a:gd name="connsiteY2" fmla="*/ 783771 h 1886858"/>
              <a:gd name="connsiteX3" fmla="*/ 1683657 w 1684090"/>
              <a:gd name="connsiteY3" fmla="*/ 1335314 h 1886858"/>
              <a:gd name="connsiteX4" fmla="*/ 1035957 w 1684090"/>
              <a:gd name="connsiteY4" fmla="*/ 1203961 h 1886858"/>
              <a:gd name="connsiteX5" fmla="*/ 870856 w 1684090"/>
              <a:gd name="connsiteY5" fmla="*/ 1886858 h 1886858"/>
              <a:gd name="connsiteX6" fmla="*/ 595085 w 1684090"/>
              <a:gd name="connsiteY6" fmla="*/ 1219200 h 1886858"/>
              <a:gd name="connsiteX7" fmla="*/ 0 w 1684090"/>
              <a:gd name="connsiteY7" fmla="*/ 1378857 h 1886858"/>
              <a:gd name="connsiteX8" fmla="*/ 812800 w 1684090"/>
              <a:gd name="connsiteY8" fmla="*/ 754743 h 1886858"/>
              <a:gd name="connsiteX9" fmla="*/ 667656 w 1684090"/>
              <a:gd name="connsiteY9" fmla="*/ 145143 h 1886858"/>
              <a:gd name="connsiteX0" fmla="*/ 667656 w 1684090"/>
              <a:gd name="connsiteY0" fmla="*/ 145143 h 1886858"/>
              <a:gd name="connsiteX1" fmla="*/ 856342 w 1684090"/>
              <a:gd name="connsiteY1" fmla="*/ 0 h 1886858"/>
              <a:gd name="connsiteX2" fmla="*/ 1001485 w 1684090"/>
              <a:gd name="connsiteY2" fmla="*/ 783771 h 1886858"/>
              <a:gd name="connsiteX3" fmla="*/ 1683657 w 1684090"/>
              <a:gd name="connsiteY3" fmla="*/ 1335314 h 1886858"/>
              <a:gd name="connsiteX4" fmla="*/ 1035957 w 1684090"/>
              <a:gd name="connsiteY4" fmla="*/ 1203961 h 1886858"/>
              <a:gd name="connsiteX5" fmla="*/ 870856 w 1684090"/>
              <a:gd name="connsiteY5" fmla="*/ 1886858 h 1886858"/>
              <a:gd name="connsiteX6" fmla="*/ 595085 w 1684090"/>
              <a:gd name="connsiteY6" fmla="*/ 1219200 h 1886858"/>
              <a:gd name="connsiteX7" fmla="*/ 0 w 1684090"/>
              <a:gd name="connsiteY7" fmla="*/ 1378857 h 1886858"/>
              <a:gd name="connsiteX8" fmla="*/ 812800 w 1684090"/>
              <a:gd name="connsiteY8" fmla="*/ 754743 h 1886858"/>
              <a:gd name="connsiteX9" fmla="*/ 667656 w 1684090"/>
              <a:gd name="connsiteY9" fmla="*/ 145143 h 1886858"/>
              <a:gd name="connsiteX0" fmla="*/ 667656 w 1684090"/>
              <a:gd name="connsiteY0" fmla="*/ 145143 h 1886858"/>
              <a:gd name="connsiteX1" fmla="*/ 856342 w 1684090"/>
              <a:gd name="connsiteY1" fmla="*/ 0 h 1886858"/>
              <a:gd name="connsiteX2" fmla="*/ 971005 w 1684090"/>
              <a:gd name="connsiteY2" fmla="*/ 768531 h 1886858"/>
              <a:gd name="connsiteX3" fmla="*/ 1683657 w 1684090"/>
              <a:gd name="connsiteY3" fmla="*/ 1335314 h 1886858"/>
              <a:gd name="connsiteX4" fmla="*/ 1035957 w 1684090"/>
              <a:gd name="connsiteY4" fmla="*/ 1203961 h 1886858"/>
              <a:gd name="connsiteX5" fmla="*/ 870856 w 1684090"/>
              <a:gd name="connsiteY5" fmla="*/ 1886858 h 1886858"/>
              <a:gd name="connsiteX6" fmla="*/ 595085 w 1684090"/>
              <a:gd name="connsiteY6" fmla="*/ 1219200 h 1886858"/>
              <a:gd name="connsiteX7" fmla="*/ 0 w 1684090"/>
              <a:gd name="connsiteY7" fmla="*/ 1378857 h 1886858"/>
              <a:gd name="connsiteX8" fmla="*/ 812800 w 1684090"/>
              <a:gd name="connsiteY8" fmla="*/ 754743 h 1886858"/>
              <a:gd name="connsiteX9" fmla="*/ 667656 w 1684090"/>
              <a:gd name="connsiteY9" fmla="*/ 145143 h 1886858"/>
              <a:gd name="connsiteX0" fmla="*/ 667656 w 1684090"/>
              <a:gd name="connsiteY0" fmla="*/ 145143 h 1886858"/>
              <a:gd name="connsiteX1" fmla="*/ 856342 w 1684090"/>
              <a:gd name="connsiteY1" fmla="*/ 0 h 1886858"/>
              <a:gd name="connsiteX2" fmla="*/ 971005 w 1684090"/>
              <a:gd name="connsiteY2" fmla="*/ 768531 h 1886858"/>
              <a:gd name="connsiteX3" fmla="*/ 1683657 w 1684090"/>
              <a:gd name="connsiteY3" fmla="*/ 1335314 h 1886858"/>
              <a:gd name="connsiteX4" fmla="*/ 1035957 w 1684090"/>
              <a:gd name="connsiteY4" fmla="*/ 1203961 h 1886858"/>
              <a:gd name="connsiteX5" fmla="*/ 870856 w 1684090"/>
              <a:gd name="connsiteY5" fmla="*/ 1886858 h 1886858"/>
              <a:gd name="connsiteX6" fmla="*/ 595085 w 1684090"/>
              <a:gd name="connsiteY6" fmla="*/ 1219200 h 1886858"/>
              <a:gd name="connsiteX7" fmla="*/ 0 w 1684090"/>
              <a:gd name="connsiteY7" fmla="*/ 1378857 h 1886858"/>
              <a:gd name="connsiteX8" fmla="*/ 812800 w 1684090"/>
              <a:gd name="connsiteY8" fmla="*/ 754743 h 1886858"/>
              <a:gd name="connsiteX9" fmla="*/ 667656 w 1684090"/>
              <a:gd name="connsiteY9" fmla="*/ 145143 h 1886858"/>
              <a:gd name="connsiteX0" fmla="*/ 667656 w 1684090"/>
              <a:gd name="connsiteY0" fmla="*/ 145143 h 1886858"/>
              <a:gd name="connsiteX1" fmla="*/ 856342 w 1684090"/>
              <a:gd name="connsiteY1" fmla="*/ 0 h 1886858"/>
              <a:gd name="connsiteX2" fmla="*/ 971005 w 1684090"/>
              <a:gd name="connsiteY2" fmla="*/ 768531 h 1886858"/>
              <a:gd name="connsiteX3" fmla="*/ 1683657 w 1684090"/>
              <a:gd name="connsiteY3" fmla="*/ 1335314 h 1886858"/>
              <a:gd name="connsiteX4" fmla="*/ 1035957 w 1684090"/>
              <a:gd name="connsiteY4" fmla="*/ 1203961 h 1886858"/>
              <a:gd name="connsiteX5" fmla="*/ 870856 w 1684090"/>
              <a:gd name="connsiteY5" fmla="*/ 1886858 h 1886858"/>
              <a:gd name="connsiteX6" fmla="*/ 595085 w 1684090"/>
              <a:gd name="connsiteY6" fmla="*/ 1219200 h 1886858"/>
              <a:gd name="connsiteX7" fmla="*/ 0 w 1684090"/>
              <a:gd name="connsiteY7" fmla="*/ 1378857 h 1886858"/>
              <a:gd name="connsiteX8" fmla="*/ 812800 w 1684090"/>
              <a:gd name="connsiteY8" fmla="*/ 754743 h 1886858"/>
              <a:gd name="connsiteX9" fmla="*/ 667656 w 1684090"/>
              <a:gd name="connsiteY9" fmla="*/ 145143 h 1886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684090" h="1886858">
                <a:moveTo>
                  <a:pt x="667656" y="145143"/>
                </a:moveTo>
                <a:lnTo>
                  <a:pt x="856342" y="0"/>
                </a:lnTo>
                <a:cubicBezTo>
                  <a:pt x="948266" y="217714"/>
                  <a:pt x="1061961" y="436517"/>
                  <a:pt x="971005" y="768531"/>
                </a:cubicBezTo>
                <a:cubicBezTo>
                  <a:pt x="1236496" y="830459"/>
                  <a:pt x="1570566" y="1029546"/>
                  <a:pt x="1683657" y="1335314"/>
                </a:cubicBezTo>
                <a:cubicBezTo>
                  <a:pt x="1700590" y="1417562"/>
                  <a:pt x="1217386" y="1223313"/>
                  <a:pt x="1035957" y="1203961"/>
                </a:cubicBezTo>
                <a:cubicBezTo>
                  <a:pt x="1031119" y="1355031"/>
                  <a:pt x="950685" y="1886858"/>
                  <a:pt x="870856" y="1886858"/>
                </a:cubicBezTo>
                <a:cubicBezTo>
                  <a:pt x="791027" y="1886858"/>
                  <a:pt x="627016" y="1393493"/>
                  <a:pt x="595085" y="1219200"/>
                </a:cubicBezTo>
                <a:cubicBezTo>
                  <a:pt x="328143" y="1356239"/>
                  <a:pt x="198362" y="1325638"/>
                  <a:pt x="0" y="1378857"/>
                </a:cubicBezTo>
                <a:cubicBezTo>
                  <a:pt x="70636" y="1113366"/>
                  <a:pt x="505944" y="814494"/>
                  <a:pt x="812800" y="754743"/>
                </a:cubicBezTo>
                <a:lnTo>
                  <a:pt x="667656" y="145143"/>
                </a:lnTo>
                <a:close/>
              </a:path>
            </a:pathLst>
          </a:custGeom>
          <a:solidFill>
            <a:srgbClr val="29B224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6644141-603A-4CF8-E267-968F9DFF2AAD}"/>
              </a:ext>
            </a:extLst>
          </p:cNvPr>
          <p:cNvGrpSpPr/>
          <p:nvPr/>
        </p:nvGrpSpPr>
        <p:grpSpPr>
          <a:xfrm>
            <a:off x="3294578" y="486909"/>
            <a:ext cx="3469243" cy="6052456"/>
            <a:chOff x="3345378" y="856343"/>
            <a:chExt cx="3469243" cy="6052456"/>
          </a:xfrm>
          <a:solidFill>
            <a:schemeClr val="bg1"/>
          </a:solidFill>
        </p:grpSpPr>
        <p:sp>
          <p:nvSpPr>
            <p:cNvPr id="10" name="Rectangle 2">
              <a:extLst>
                <a:ext uri="{FF2B5EF4-FFF2-40B4-BE49-F238E27FC236}">
                  <a16:creationId xmlns:a16="http://schemas.microsoft.com/office/drawing/2014/main" id="{1AB4EA0F-E839-FAF7-F970-A53747810A09}"/>
                </a:ext>
              </a:extLst>
            </p:cNvPr>
            <p:cNvSpPr/>
            <p:nvPr/>
          </p:nvSpPr>
          <p:spPr>
            <a:xfrm>
              <a:off x="3345378" y="1857827"/>
              <a:ext cx="3469243" cy="5050972"/>
            </a:xfrm>
            <a:custGeom>
              <a:avLst/>
              <a:gdLst>
                <a:gd name="connsiteX0" fmla="*/ 0 w 696685"/>
                <a:gd name="connsiteY0" fmla="*/ 0 h 1030515"/>
                <a:gd name="connsiteX1" fmla="*/ 696685 w 696685"/>
                <a:gd name="connsiteY1" fmla="*/ 0 h 1030515"/>
                <a:gd name="connsiteX2" fmla="*/ 696685 w 696685"/>
                <a:gd name="connsiteY2" fmla="*/ 1030515 h 1030515"/>
                <a:gd name="connsiteX3" fmla="*/ 0 w 696685"/>
                <a:gd name="connsiteY3" fmla="*/ 1030515 h 1030515"/>
                <a:gd name="connsiteX4" fmla="*/ 0 w 696685"/>
                <a:gd name="connsiteY4" fmla="*/ 0 h 1030515"/>
                <a:gd name="connsiteX0" fmla="*/ 58058 w 696685"/>
                <a:gd name="connsiteY0" fmla="*/ 0 h 1480458"/>
                <a:gd name="connsiteX1" fmla="*/ 696685 w 696685"/>
                <a:gd name="connsiteY1" fmla="*/ 449943 h 1480458"/>
                <a:gd name="connsiteX2" fmla="*/ 696685 w 696685"/>
                <a:gd name="connsiteY2" fmla="*/ 1480458 h 1480458"/>
                <a:gd name="connsiteX3" fmla="*/ 0 w 696685"/>
                <a:gd name="connsiteY3" fmla="*/ 1480458 h 1480458"/>
                <a:gd name="connsiteX4" fmla="*/ 58058 w 696685"/>
                <a:gd name="connsiteY4" fmla="*/ 0 h 1480458"/>
                <a:gd name="connsiteX0" fmla="*/ 58058 w 769256"/>
                <a:gd name="connsiteY0" fmla="*/ 0 h 1480458"/>
                <a:gd name="connsiteX1" fmla="*/ 769256 w 769256"/>
                <a:gd name="connsiteY1" fmla="*/ 29029 h 1480458"/>
                <a:gd name="connsiteX2" fmla="*/ 696685 w 769256"/>
                <a:gd name="connsiteY2" fmla="*/ 1480458 h 1480458"/>
                <a:gd name="connsiteX3" fmla="*/ 0 w 769256"/>
                <a:gd name="connsiteY3" fmla="*/ 1480458 h 1480458"/>
                <a:gd name="connsiteX4" fmla="*/ 58058 w 769256"/>
                <a:gd name="connsiteY4" fmla="*/ 0 h 1480458"/>
                <a:gd name="connsiteX0" fmla="*/ 1407887 w 2119085"/>
                <a:gd name="connsiteY0" fmla="*/ 0 h 5007429"/>
                <a:gd name="connsiteX1" fmla="*/ 2119085 w 2119085"/>
                <a:gd name="connsiteY1" fmla="*/ 29029 h 5007429"/>
                <a:gd name="connsiteX2" fmla="*/ 0 w 2119085"/>
                <a:gd name="connsiteY2" fmla="*/ 5007429 h 5007429"/>
                <a:gd name="connsiteX3" fmla="*/ 1349829 w 2119085"/>
                <a:gd name="connsiteY3" fmla="*/ 1480458 h 5007429"/>
                <a:gd name="connsiteX4" fmla="*/ 1407887 w 2119085"/>
                <a:gd name="connsiteY4" fmla="*/ 0 h 5007429"/>
                <a:gd name="connsiteX0" fmla="*/ 1407887 w 2119085"/>
                <a:gd name="connsiteY0" fmla="*/ 0 h 5007429"/>
                <a:gd name="connsiteX1" fmla="*/ 2119085 w 2119085"/>
                <a:gd name="connsiteY1" fmla="*/ 29029 h 5007429"/>
                <a:gd name="connsiteX2" fmla="*/ 0 w 2119085"/>
                <a:gd name="connsiteY2" fmla="*/ 5007429 h 5007429"/>
                <a:gd name="connsiteX3" fmla="*/ 580572 w 2119085"/>
                <a:gd name="connsiteY3" fmla="*/ 2119087 h 5007429"/>
                <a:gd name="connsiteX4" fmla="*/ 1407887 w 2119085"/>
                <a:gd name="connsiteY4" fmla="*/ 0 h 5007429"/>
                <a:gd name="connsiteX0" fmla="*/ 1407887 w 2119085"/>
                <a:gd name="connsiteY0" fmla="*/ 0 h 5015480"/>
                <a:gd name="connsiteX1" fmla="*/ 2119085 w 2119085"/>
                <a:gd name="connsiteY1" fmla="*/ 29029 h 5015480"/>
                <a:gd name="connsiteX2" fmla="*/ 0 w 2119085"/>
                <a:gd name="connsiteY2" fmla="*/ 5007429 h 5015480"/>
                <a:gd name="connsiteX3" fmla="*/ 580572 w 2119085"/>
                <a:gd name="connsiteY3" fmla="*/ 2119087 h 5015480"/>
                <a:gd name="connsiteX4" fmla="*/ 1407887 w 2119085"/>
                <a:gd name="connsiteY4" fmla="*/ 0 h 5015480"/>
                <a:gd name="connsiteX0" fmla="*/ 1407887 w 2743458"/>
                <a:gd name="connsiteY0" fmla="*/ 0 h 5014297"/>
                <a:gd name="connsiteX1" fmla="*/ 2119085 w 2743458"/>
                <a:gd name="connsiteY1" fmla="*/ 29029 h 5014297"/>
                <a:gd name="connsiteX2" fmla="*/ 0 w 2743458"/>
                <a:gd name="connsiteY2" fmla="*/ 5007429 h 5014297"/>
                <a:gd name="connsiteX3" fmla="*/ 580572 w 2743458"/>
                <a:gd name="connsiteY3" fmla="*/ 2119087 h 5014297"/>
                <a:gd name="connsiteX4" fmla="*/ 1407887 w 2743458"/>
                <a:gd name="connsiteY4" fmla="*/ 0 h 5014297"/>
                <a:gd name="connsiteX0" fmla="*/ 1991131 w 3326702"/>
                <a:gd name="connsiteY0" fmla="*/ 0 h 5014297"/>
                <a:gd name="connsiteX1" fmla="*/ 2702329 w 3326702"/>
                <a:gd name="connsiteY1" fmla="*/ 29029 h 5014297"/>
                <a:gd name="connsiteX2" fmla="*/ 583244 w 3326702"/>
                <a:gd name="connsiteY2" fmla="*/ 5007429 h 5014297"/>
                <a:gd name="connsiteX3" fmla="*/ 1163816 w 3326702"/>
                <a:gd name="connsiteY3" fmla="*/ 2119087 h 5014297"/>
                <a:gd name="connsiteX4" fmla="*/ 1991131 w 3326702"/>
                <a:gd name="connsiteY4" fmla="*/ 0 h 5014297"/>
                <a:gd name="connsiteX0" fmla="*/ 1986222 w 3321793"/>
                <a:gd name="connsiteY0" fmla="*/ 0 h 5014297"/>
                <a:gd name="connsiteX1" fmla="*/ 2697420 w 3321793"/>
                <a:gd name="connsiteY1" fmla="*/ 29029 h 5014297"/>
                <a:gd name="connsiteX2" fmla="*/ 578335 w 3321793"/>
                <a:gd name="connsiteY2" fmla="*/ 5007429 h 5014297"/>
                <a:gd name="connsiteX3" fmla="*/ 1158907 w 3321793"/>
                <a:gd name="connsiteY3" fmla="*/ 2119087 h 5014297"/>
                <a:gd name="connsiteX4" fmla="*/ 1986222 w 3321793"/>
                <a:gd name="connsiteY4" fmla="*/ 0 h 5014297"/>
                <a:gd name="connsiteX0" fmla="*/ 1969558 w 3305129"/>
                <a:gd name="connsiteY0" fmla="*/ 0 h 5014297"/>
                <a:gd name="connsiteX1" fmla="*/ 2680756 w 3305129"/>
                <a:gd name="connsiteY1" fmla="*/ 29029 h 5014297"/>
                <a:gd name="connsiteX2" fmla="*/ 561671 w 3305129"/>
                <a:gd name="connsiteY2" fmla="*/ 5007429 h 5014297"/>
                <a:gd name="connsiteX3" fmla="*/ 1142243 w 3305129"/>
                <a:gd name="connsiteY3" fmla="*/ 2119087 h 5014297"/>
                <a:gd name="connsiteX4" fmla="*/ 1969558 w 3305129"/>
                <a:gd name="connsiteY4" fmla="*/ 0 h 5014297"/>
                <a:gd name="connsiteX0" fmla="*/ 2057566 w 3393137"/>
                <a:gd name="connsiteY0" fmla="*/ 0 h 5014297"/>
                <a:gd name="connsiteX1" fmla="*/ 2768764 w 3393137"/>
                <a:gd name="connsiteY1" fmla="*/ 29029 h 5014297"/>
                <a:gd name="connsiteX2" fmla="*/ 649679 w 3393137"/>
                <a:gd name="connsiteY2" fmla="*/ 5007429 h 5014297"/>
                <a:gd name="connsiteX3" fmla="*/ 1230251 w 3393137"/>
                <a:gd name="connsiteY3" fmla="*/ 2119087 h 5014297"/>
                <a:gd name="connsiteX4" fmla="*/ 2057566 w 3393137"/>
                <a:gd name="connsiteY4" fmla="*/ 0 h 5014297"/>
                <a:gd name="connsiteX0" fmla="*/ 2057566 w 3393137"/>
                <a:gd name="connsiteY0" fmla="*/ 0 h 5014297"/>
                <a:gd name="connsiteX1" fmla="*/ 2768764 w 3393137"/>
                <a:gd name="connsiteY1" fmla="*/ 29029 h 5014297"/>
                <a:gd name="connsiteX2" fmla="*/ 649679 w 3393137"/>
                <a:gd name="connsiteY2" fmla="*/ 5007429 h 5014297"/>
                <a:gd name="connsiteX3" fmla="*/ 1230251 w 3393137"/>
                <a:gd name="connsiteY3" fmla="*/ 2119087 h 5014297"/>
                <a:gd name="connsiteX4" fmla="*/ 2057566 w 3393137"/>
                <a:gd name="connsiteY4" fmla="*/ 0 h 5014297"/>
                <a:gd name="connsiteX0" fmla="*/ 2057566 w 3393137"/>
                <a:gd name="connsiteY0" fmla="*/ 0 h 5014297"/>
                <a:gd name="connsiteX1" fmla="*/ 2768764 w 3393137"/>
                <a:gd name="connsiteY1" fmla="*/ 29029 h 5014297"/>
                <a:gd name="connsiteX2" fmla="*/ 649679 w 3393137"/>
                <a:gd name="connsiteY2" fmla="*/ 5007429 h 5014297"/>
                <a:gd name="connsiteX3" fmla="*/ 1230251 w 3393137"/>
                <a:gd name="connsiteY3" fmla="*/ 2119087 h 5014297"/>
                <a:gd name="connsiteX4" fmla="*/ 2057566 w 3393137"/>
                <a:gd name="connsiteY4" fmla="*/ 0 h 5014297"/>
                <a:gd name="connsiteX0" fmla="*/ 2057566 w 3317859"/>
                <a:gd name="connsiteY0" fmla="*/ 0 h 5067216"/>
                <a:gd name="connsiteX1" fmla="*/ 2768764 w 3317859"/>
                <a:gd name="connsiteY1" fmla="*/ 29029 h 5067216"/>
                <a:gd name="connsiteX2" fmla="*/ 649679 w 3317859"/>
                <a:gd name="connsiteY2" fmla="*/ 5007429 h 5067216"/>
                <a:gd name="connsiteX3" fmla="*/ 1230251 w 3317859"/>
                <a:gd name="connsiteY3" fmla="*/ 2119087 h 5067216"/>
                <a:gd name="connsiteX4" fmla="*/ 2057566 w 3317859"/>
                <a:gd name="connsiteY4" fmla="*/ 0 h 5067216"/>
                <a:gd name="connsiteX0" fmla="*/ 2057566 w 3317859"/>
                <a:gd name="connsiteY0" fmla="*/ 0 h 5053264"/>
                <a:gd name="connsiteX1" fmla="*/ 2768764 w 3317859"/>
                <a:gd name="connsiteY1" fmla="*/ 29029 h 5053264"/>
                <a:gd name="connsiteX2" fmla="*/ 649679 w 3317859"/>
                <a:gd name="connsiteY2" fmla="*/ 5007429 h 5053264"/>
                <a:gd name="connsiteX3" fmla="*/ 1230251 w 3317859"/>
                <a:gd name="connsiteY3" fmla="*/ 2119087 h 5053264"/>
                <a:gd name="connsiteX4" fmla="*/ 2057566 w 3317859"/>
                <a:gd name="connsiteY4" fmla="*/ 0 h 5053264"/>
                <a:gd name="connsiteX0" fmla="*/ 2057566 w 3288293"/>
                <a:gd name="connsiteY0" fmla="*/ 0 h 5074722"/>
                <a:gd name="connsiteX1" fmla="*/ 2768764 w 3288293"/>
                <a:gd name="connsiteY1" fmla="*/ 29029 h 5074722"/>
                <a:gd name="connsiteX2" fmla="*/ 649679 w 3288293"/>
                <a:gd name="connsiteY2" fmla="*/ 5007429 h 5074722"/>
                <a:gd name="connsiteX3" fmla="*/ 1230251 w 3288293"/>
                <a:gd name="connsiteY3" fmla="*/ 2119087 h 5074722"/>
                <a:gd name="connsiteX4" fmla="*/ 2057566 w 3288293"/>
                <a:gd name="connsiteY4" fmla="*/ 0 h 5074722"/>
                <a:gd name="connsiteX0" fmla="*/ 2057566 w 3410396"/>
                <a:gd name="connsiteY0" fmla="*/ 0 h 5074908"/>
                <a:gd name="connsiteX1" fmla="*/ 2768764 w 3410396"/>
                <a:gd name="connsiteY1" fmla="*/ 29029 h 5074908"/>
                <a:gd name="connsiteX2" fmla="*/ 649679 w 3410396"/>
                <a:gd name="connsiteY2" fmla="*/ 5007429 h 5074908"/>
                <a:gd name="connsiteX3" fmla="*/ 1230251 w 3410396"/>
                <a:gd name="connsiteY3" fmla="*/ 2119087 h 5074908"/>
                <a:gd name="connsiteX4" fmla="*/ 2057566 w 3410396"/>
                <a:gd name="connsiteY4" fmla="*/ 0 h 5074908"/>
                <a:gd name="connsiteX0" fmla="*/ 2104930 w 3444580"/>
                <a:gd name="connsiteY0" fmla="*/ 0 h 5060586"/>
                <a:gd name="connsiteX1" fmla="*/ 2816128 w 3444580"/>
                <a:gd name="connsiteY1" fmla="*/ 29029 h 5060586"/>
                <a:gd name="connsiteX2" fmla="*/ 638986 w 3444580"/>
                <a:gd name="connsiteY2" fmla="*/ 4992915 h 5060586"/>
                <a:gd name="connsiteX3" fmla="*/ 1277615 w 3444580"/>
                <a:gd name="connsiteY3" fmla="*/ 2119087 h 5060586"/>
                <a:gd name="connsiteX4" fmla="*/ 2104930 w 3444580"/>
                <a:gd name="connsiteY4" fmla="*/ 0 h 5060586"/>
                <a:gd name="connsiteX0" fmla="*/ 2104930 w 3433403"/>
                <a:gd name="connsiteY0" fmla="*/ 0 h 5091002"/>
                <a:gd name="connsiteX1" fmla="*/ 2816128 w 3433403"/>
                <a:gd name="connsiteY1" fmla="*/ 29029 h 5091002"/>
                <a:gd name="connsiteX2" fmla="*/ 638986 w 3433403"/>
                <a:gd name="connsiteY2" fmla="*/ 4992915 h 5091002"/>
                <a:gd name="connsiteX3" fmla="*/ 1277615 w 3433403"/>
                <a:gd name="connsiteY3" fmla="*/ 2119087 h 5091002"/>
                <a:gd name="connsiteX4" fmla="*/ 2104930 w 3433403"/>
                <a:gd name="connsiteY4" fmla="*/ 0 h 5091002"/>
                <a:gd name="connsiteX0" fmla="*/ 2104930 w 3411813"/>
                <a:gd name="connsiteY0" fmla="*/ 0 h 5115579"/>
                <a:gd name="connsiteX1" fmla="*/ 2816128 w 3411813"/>
                <a:gd name="connsiteY1" fmla="*/ 29029 h 5115579"/>
                <a:gd name="connsiteX2" fmla="*/ 638986 w 3411813"/>
                <a:gd name="connsiteY2" fmla="*/ 4992915 h 5115579"/>
                <a:gd name="connsiteX3" fmla="*/ 1277615 w 3411813"/>
                <a:gd name="connsiteY3" fmla="*/ 2119087 h 5115579"/>
                <a:gd name="connsiteX4" fmla="*/ 2104930 w 3411813"/>
                <a:gd name="connsiteY4" fmla="*/ 0 h 5115579"/>
                <a:gd name="connsiteX0" fmla="*/ 2104930 w 3250288"/>
                <a:gd name="connsiteY0" fmla="*/ 0 h 5073895"/>
                <a:gd name="connsiteX1" fmla="*/ 2816128 w 3250288"/>
                <a:gd name="connsiteY1" fmla="*/ 29029 h 5073895"/>
                <a:gd name="connsiteX2" fmla="*/ 638986 w 3250288"/>
                <a:gd name="connsiteY2" fmla="*/ 4992915 h 5073895"/>
                <a:gd name="connsiteX3" fmla="*/ 1277615 w 3250288"/>
                <a:gd name="connsiteY3" fmla="*/ 2119087 h 5073895"/>
                <a:gd name="connsiteX4" fmla="*/ 2104930 w 3250288"/>
                <a:gd name="connsiteY4" fmla="*/ 0 h 5073895"/>
                <a:gd name="connsiteX0" fmla="*/ 2104930 w 3470124"/>
                <a:gd name="connsiteY0" fmla="*/ 0 h 5096612"/>
                <a:gd name="connsiteX1" fmla="*/ 2816128 w 3470124"/>
                <a:gd name="connsiteY1" fmla="*/ 29029 h 5096612"/>
                <a:gd name="connsiteX2" fmla="*/ 638986 w 3470124"/>
                <a:gd name="connsiteY2" fmla="*/ 4992915 h 5096612"/>
                <a:gd name="connsiteX3" fmla="*/ 1277615 w 3470124"/>
                <a:gd name="connsiteY3" fmla="*/ 2119087 h 5096612"/>
                <a:gd name="connsiteX4" fmla="*/ 2104930 w 3470124"/>
                <a:gd name="connsiteY4" fmla="*/ 0 h 5096612"/>
                <a:gd name="connsiteX0" fmla="*/ 1606979 w 3079629"/>
                <a:gd name="connsiteY0" fmla="*/ 0 h 5153239"/>
                <a:gd name="connsiteX1" fmla="*/ 2318177 w 3079629"/>
                <a:gd name="connsiteY1" fmla="*/ 29029 h 5153239"/>
                <a:gd name="connsiteX2" fmla="*/ 779663 w 3079629"/>
                <a:gd name="connsiteY2" fmla="*/ 5050972 h 5153239"/>
                <a:gd name="connsiteX3" fmla="*/ 779664 w 3079629"/>
                <a:gd name="connsiteY3" fmla="*/ 2119087 h 5153239"/>
                <a:gd name="connsiteX4" fmla="*/ 1606979 w 3079629"/>
                <a:gd name="connsiteY4" fmla="*/ 0 h 5153239"/>
                <a:gd name="connsiteX0" fmla="*/ 1606979 w 3006080"/>
                <a:gd name="connsiteY0" fmla="*/ 0 h 5060336"/>
                <a:gd name="connsiteX1" fmla="*/ 2318177 w 3006080"/>
                <a:gd name="connsiteY1" fmla="*/ 29029 h 5060336"/>
                <a:gd name="connsiteX2" fmla="*/ 779663 w 3006080"/>
                <a:gd name="connsiteY2" fmla="*/ 5050972 h 5060336"/>
                <a:gd name="connsiteX3" fmla="*/ 779664 w 3006080"/>
                <a:gd name="connsiteY3" fmla="*/ 2119087 h 5060336"/>
                <a:gd name="connsiteX4" fmla="*/ 1606979 w 3006080"/>
                <a:gd name="connsiteY4" fmla="*/ 0 h 5060336"/>
                <a:gd name="connsiteX0" fmla="*/ 1916561 w 3315662"/>
                <a:gd name="connsiteY0" fmla="*/ 0 h 5060336"/>
                <a:gd name="connsiteX1" fmla="*/ 2627759 w 3315662"/>
                <a:gd name="connsiteY1" fmla="*/ 29029 h 5060336"/>
                <a:gd name="connsiteX2" fmla="*/ 1089245 w 3315662"/>
                <a:gd name="connsiteY2" fmla="*/ 5050972 h 5060336"/>
                <a:gd name="connsiteX3" fmla="*/ 1089246 w 3315662"/>
                <a:gd name="connsiteY3" fmla="*/ 2119087 h 5060336"/>
                <a:gd name="connsiteX4" fmla="*/ 1916561 w 3315662"/>
                <a:gd name="connsiteY4" fmla="*/ 0 h 5060336"/>
                <a:gd name="connsiteX0" fmla="*/ 1916561 w 3322067"/>
                <a:gd name="connsiteY0" fmla="*/ 0 h 5053336"/>
                <a:gd name="connsiteX1" fmla="*/ 2627759 w 3322067"/>
                <a:gd name="connsiteY1" fmla="*/ 29029 h 5053336"/>
                <a:gd name="connsiteX2" fmla="*/ 1089245 w 3322067"/>
                <a:gd name="connsiteY2" fmla="*/ 5050972 h 5053336"/>
                <a:gd name="connsiteX3" fmla="*/ 1089246 w 3322067"/>
                <a:gd name="connsiteY3" fmla="*/ 2119087 h 5053336"/>
                <a:gd name="connsiteX4" fmla="*/ 1916561 w 3322067"/>
                <a:gd name="connsiteY4" fmla="*/ 0 h 5053336"/>
                <a:gd name="connsiteX0" fmla="*/ 2158244 w 3563750"/>
                <a:gd name="connsiteY0" fmla="*/ 0 h 5053336"/>
                <a:gd name="connsiteX1" fmla="*/ 2869442 w 3563750"/>
                <a:gd name="connsiteY1" fmla="*/ 29029 h 5053336"/>
                <a:gd name="connsiteX2" fmla="*/ 1330928 w 3563750"/>
                <a:gd name="connsiteY2" fmla="*/ 5050972 h 5053336"/>
                <a:gd name="connsiteX3" fmla="*/ 1330929 w 3563750"/>
                <a:gd name="connsiteY3" fmla="*/ 2119087 h 5053336"/>
                <a:gd name="connsiteX4" fmla="*/ 2158244 w 3563750"/>
                <a:gd name="connsiteY4" fmla="*/ 0 h 5053336"/>
                <a:gd name="connsiteX0" fmla="*/ 2218085 w 3623591"/>
                <a:gd name="connsiteY0" fmla="*/ 0 h 5053336"/>
                <a:gd name="connsiteX1" fmla="*/ 2929283 w 3623591"/>
                <a:gd name="connsiteY1" fmla="*/ 29029 h 5053336"/>
                <a:gd name="connsiteX2" fmla="*/ 1390769 w 3623591"/>
                <a:gd name="connsiteY2" fmla="*/ 5050972 h 5053336"/>
                <a:gd name="connsiteX3" fmla="*/ 1231113 w 3623591"/>
                <a:gd name="connsiteY3" fmla="*/ 2525487 h 5053336"/>
                <a:gd name="connsiteX4" fmla="*/ 2218085 w 3623591"/>
                <a:gd name="connsiteY4" fmla="*/ 0 h 5053336"/>
                <a:gd name="connsiteX0" fmla="*/ 1983389 w 3388895"/>
                <a:gd name="connsiteY0" fmla="*/ 0 h 5053336"/>
                <a:gd name="connsiteX1" fmla="*/ 2694587 w 3388895"/>
                <a:gd name="connsiteY1" fmla="*/ 29029 h 5053336"/>
                <a:gd name="connsiteX2" fmla="*/ 1156073 w 3388895"/>
                <a:gd name="connsiteY2" fmla="*/ 5050972 h 5053336"/>
                <a:gd name="connsiteX3" fmla="*/ 996417 w 3388895"/>
                <a:gd name="connsiteY3" fmla="*/ 2525487 h 5053336"/>
                <a:gd name="connsiteX4" fmla="*/ 1983389 w 3388895"/>
                <a:gd name="connsiteY4" fmla="*/ 0 h 5053336"/>
                <a:gd name="connsiteX0" fmla="*/ 1965748 w 3371254"/>
                <a:gd name="connsiteY0" fmla="*/ 0 h 5053336"/>
                <a:gd name="connsiteX1" fmla="*/ 2676946 w 3371254"/>
                <a:gd name="connsiteY1" fmla="*/ 29029 h 5053336"/>
                <a:gd name="connsiteX2" fmla="*/ 1138432 w 3371254"/>
                <a:gd name="connsiteY2" fmla="*/ 5050972 h 5053336"/>
                <a:gd name="connsiteX3" fmla="*/ 978776 w 3371254"/>
                <a:gd name="connsiteY3" fmla="*/ 2525487 h 5053336"/>
                <a:gd name="connsiteX4" fmla="*/ 1965748 w 3371254"/>
                <a:gd name="connsiteY4" fmla="*/ 0 h 5053336"/>
                <a:gd name="connsiteX0" fmla="*/ 2083607 w 3489113"/>
                <a:gd name="connsiteY0" fmla="*/ 0 h 5053336"/>
                <a:gd name="connsiteX1" fmla="*/ 2794805 w 3489113"/>
                <a:gd name="connsiteY1" fmla="*/ 29029 h 5053336"/>
                <a:gd name="connsiteX2" fmla="*/ 1256291 w 3489113"/>
                <a:gd name="connsiteY2" fmla="*/ 5050972 h 5053336"/>
                <a:gd name="connsiteX3" fmla="*/ 1096635 w 3489113"/>
                <a:gd name="connsiteY3" fmla="*/ 2525487 h 5053336"/>
                <a:gd name="connsiteX4" fmla="*/ 2083607 w 3489113"/>
                <a:gd name="connsiteY4" fmla="*/ 0 h 5053336"/>
                <a:gd name="connsiteX0" fmla="*/ 2083607 w 3531996"/>
                <a:gd name="connsiteY0" fmla="*/ 0 h 5050972"/>
                <a:gd name="connsiteX1" fmla="*/ 2794805 w 3531996"/>
                <a:gd name="connsiteY1" fmla="*/ 29029 h 5050972"/>
                <a:gd name="connsiteX2" fmla="*/ 1256291 w 3531996"/>
                <a:gd name="connsiteY2" fmla="*/ 5050972 h 5050972"/>
                <a:gd name="connsiteX3" fmla="*/ 1096635 w 3531996"/>
                <a:gd name="connsiteY3" fmla="*/ 2525487 h 5050972"/>
                <a:gd name="connsiteX4" fmla="*/ 2083607 w 3531996"/>
                <a:gd name="connsiteY4" fmla="*/ 0 h 5050972"/>
                <a:gd name="connsiteX0" fmla="*/ 2083607 w 3469243"/>
                <a:gd name="connsiteY0" fmla="*/ 0 h 5050972"/>
                <a:gd name="connsiteX1" fmla="*/ 2794805 w 3469243"/>
                <a:gd name="connsiteY1" fmla="*/ 29029 h 5050972"/>
                <a:gd name="connsiteX2" fmla="*/ 1256291 w 3469243"/>
                <a:gd name="connsiteY2" fmla="*/ 5050972 h 5050972"/>
                <a:gd name="connsiteX3" fmla="*/ 1096635 w 3469243"/>
                <a:gd name="connsiteY3" fmla="*/ 2525487 h 5050972"/>
                <a:gd name="connsiteX4" fmla="*/ 2083607 w 3469243"/>
                <a:gd name="connsiteY4" fmla="*/ 0 h 5050972"/>
                <a:gd name="connsiteX0" fmla="*/ 2083607 w 3469243"/>
                <a:gd name="connsiteY0" fmla="*/ 0 h 5050972"/>
                <a:gd name="connsiteX1" fmla="*/ 2794805 w 3469243"/>
                <a:gd name="connsiteY1" fmla="*/ 29029 h 5050972"/>
                <a:gd name="connsiteX2" fmla="*/ 1256291 w 3469243"/>
                <a:gd name="connsiteY2" fmla="*/ 5050972 h 5050972"/>
                <a:gd name="connsiteX3" fmla="*/ 1096635 w 3469243"/>
                <a:gd name="connsiteY3" fmla="*/ 2525487 h 5050972"/>
                <a:gd name="connsiteX4" fmla="*/ 2083607 w 3469243"/>
                <a:gd name="connsiteY4" fmla="*/ 0 h 5050972"/>
                <a:gd name="connsiteX0" fmla="*/ 2083607 w 3469243"/>
                <a:gd name="connsiteY0" fmla="*/ 0 h 5050972"/>
                <a:gd name="connsiteX1" fmla="*/ 2794805 w 3469243"/>
                <a:gd name="connsiteY1" fmla="*/ 29029 h 5050972"/>
                <a:gd name="connsiteX2" fmla="*/ 1256291 w 3469243"/>
                <a:gd name="connsiteY2" fmla="*/ 5050972 h 5050972"/>
                <a:gd name="connsiteX3" fmla="*/ 1096635 w 3469243"/>
                <a:gd name="connsiteY3" fmla="*/ 2525487 h 5050972"/>
                <a:gd name="connsiteX4" fmla="*/ 2083607 w 3469243"/>
                <a:gd name="connsiteY4" fmla="*/ 0 h 5050972"/>
                <a:gd name="connsiteX0" fmla="*/ 2083607 w 3469243"/>
                <a:gd name="connsiteY0" fmla="*/ 0 h 5050972"/>
                <a:gd name="connsiteX1" fmla="*/ 2794805 w 3469243"/>
                <a:gd name="connsiteY1" fmla="*/ 29029 h 5050972"/>
                <a:gd name="connsiteX2" fmla="*/ 1256291 w 3469243"/>
                <a:gd name="connsiteY2" fmla="*/ 5050972 h 5050972"/>
                <a:gd name="connsiteX3" fmla="*/ 1096635 w 3469243"/>
                <a:gd name="connsiteY3" fmla="*/ 2525487 h 5050972"/>
                <a:gd name="connsiteX4" fmla="*/ 2083607 w 3469243"/>
                <a:gd name="connsiteY4" fmla="*/ 0 h 5050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69243" h="5050972">
                  <a:moveTo>
                    <a:pt x="2083607" y="0"/>
                  </a:moveTo>
                  <a:lnTo>
                    <a:pt x="2794805" y="29029"/>
                  </a:lnTo>
                  <a:cubicBezTo>
                    <a:pt x="4584900" y="2254554"/>
                    <a:pt x="2369053" y="5031620"/>
                    <a:pt x="1256291" y="5050972"/>
                  </a:cubicBezTo>
                  <a:cubicBezTo>
                    <a:pt x="-553156" y="4988077"/>
                    <a:pt x="-229003" y="3241525"/>
                    <a:pt x="1096635" y="2525487"/>
                  </a:cubicBezTo>
                  <a:cubicBezTo>
                    <a:pt x="1812018" y="1980995"/>
                    <a:pt x="1430463" y="343505"/>
                    <a:pt x="2083607" y="0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3">
              <a:extLst>
                <a:ext uri="{FF2B5EF4-FFF2-40B4-BE49-F238E27FC236}">
                  <a16:creationId xmlns:a16="http://schemas.microsoft.com/office/drawing/2014/main" id="{C879D4A8-2B21-5E73-3CE2-D389C3842067}"/>
                </a:ext>
              </a:extLst>
            </p:cNvPr>
            <p:cNvSpPr/>
            <p:nvPr/>
          </p:nvSpPr>
          <p:spPr>
            <a:xfrm>
              <a:off x="4905830" y="856343"/>
              <a:ext cx="1684090" cy="1886858"/>
            </a:xfrm>
            <a:custGeom>
              <a:avLst/>
              <a:gdLst>
                <a:gd name="connsiteX0" fmla="*/ 0 w 812800"/>
                <a:gd name="connsiteY0" fmla="*/ 0 h 667657"/>
                <a:gd name="connsiteX1" fmla="*/ 812800 w 812800"/>
                <a:gd name="connsiteY1" fmla="*/ 0 h 667657"/>
                <a:gd name="connsiteX2" fmla="*/ 812800 w 812800"/>
                <a:gd name="connsiteY2" fmla="*/ 667657 h 667657"/>
                <a:gd name="connsiteX3" fmla="*/ 0 w 812800"/>
                <a:gd name="connsiteY3" fmla="*/ 667657 h 667657"/>
                <a:gd name="connsiteX4" fmla="*/ 0 w 812800"/>
                <a:gd name="connsiteY4" fmla="*/ 0 h 667657"/>
                <a:gd name="connsiteX0" fmla="*/ 43542 w 812800"/>
                <a:gd name="connsiteY0" fmla="*/ 0 h 1277257"/>
                <a:gd name="connsiteX1" fmla="*/ 812800 w 812800"/>
                <a:gd name="connsiteY1" fmla="*/ 609600 h 1277257"/>
                <a:gd name="connsiteX2" fmla="*/ 812800 w 812800"/>
                <a:gd name="connsiteY2" fmla="*/ 1277257 h 1277257"/>
                <a:gd name="connsiteX3" fmla="*/ 0 w 812800"/>
                <a:gd name="connsiteY3" fmla="*/ 1277257 h 1277257"/>
                <a:gd name="connsiteX4" fmla="*/ 43542 w 812800"/>
                <a:gd name="connsiteY4" fmla="*/ 0 h 1277257"/>
                <a:gd name="connsiteX0" fmla="*/ 43542 w 812800"/>
                <a:gd name="connsiteY0" fmla="*/ 145143 h 1422400"/>
                <a:gd name="connsiteX1" fmla="*/ 232228 w 812800"/>
                <a:gd name="connsiteY1" fmla="*/ 0 h 1422400"/>
                <a:gd name="connsiteX2" fmla="*/ 812800 w 812800"/>
                <a:gd name="connsiteY2" fmla="*/ 1422400 h 1422400"/>
                <a:gd name="connsiteX3" fmla="*/ 0 w 812800"/>
                <a:gd name="connsiteY3" fmla="*/ 1422400 h 1422400"/>
                <a:gd name="connsiteX4" fmla="*/ 43542 w 812800"/>
                <a:gd name="connsiteY4" fmla="*/ 145143 h 1422400"/>
                <a:gd name="connsiteX0" fmla="*/ 43542 w 812800"/>
                <a:gd name="connsiteY0" fmla="*/ 145143 h 1422400"/>
                <a:gd name="connsiteX1" fmla="*/ 232228 w 812800"/>
                <a:gd name="connsiteY1" fmla="*/ 0 h 1422400"/>
                <a:gd name="connsiteX2" fmla="*/ 377371 w 812800"/>
                <a:gd name="connsiteY2" fmla="*/ 783771 h 1422400"/>
                <a:gd name="connsiteX3" fmla="*/ 812800 w 812800"/>
                <a:gd name="connsiteY3" fmla="*/ 1422400 h 1422400"/>
                <a:gd name="connsiteX4" fmla="*/ 0 w 812800"/>
                <a:gd name="connsiteY4" fmla="*/ 1422400 h 1422400"/>
                <a:gd name="connsiteX5" fmla="*/ 43542 w 812800"/>
                <a:gd name="connsiteY5" fmla="*/ 145143 h 1422400"/>
                <a:gd name="connsiteX0" fmla="*/ 43542 w 812800"/>
                <a:gd name="connsiteY0" fmla="*/ 145143 h 1422400"/>
                <a:gd name="connsiteX1" fmla="*/ 232228 w 812800"/>
                <a:gd name="connsiteY1" fmla="*/ 0 h 1422400"/>
                <a:gd name="connsiteX2" fmla="*/ 377371 w 812800"/>
                <a:gd name="connsiteY2" fmla="*/ 783771 h 1422400"/>
                <a:gd name="connsiteX3" fmla="*/ 812800 w 812800"/>
                <a:gd name="connsiteY3" fmla="*/ 1422400 h 1422400"/>
                <a:gd name="connsiteX4" fmla="*/ 0 w 812800"/>
                <a:gd name="connsiteY4" fmla="*/ 1422400 h 1422400"/>
                <a:gd name="connsiteX5" fmla="*/ 188686 w 812800"/>
                <a:gd name="connsiteY5" fmla="*/ 754743 h 1422400"/>
                <a:gd name="connsiteX6" fmla="*/ 43542 w 812800"/>
                <a:gd name="connsiteY6" fmla="*/ 145143 h 1422400"/>
                <a:gd name="connsiteX0" fmla="*/ 667656 w 1436914"/>
                <a:gd name="connsiteY0" fmla="*/ 145143 h 1422400"/>
                <a:gd name="connsiteX1" fmla="*/ 856342 w 1436914"/>
                <a:gd name="connsiteY1" fmla="*/ 0 h 1422400"/>
                <a:gd name="connsiteX2" fmla="*/ 1001485 w 1436914"/>
                <a:gd name="connsiteY2" fmla="*/ 783771 h 1422400"/>
                <a:gd name="connsiteX3" fmla="*/ 1436914 w 1436914"/>
                <a:gd name="connsiteY3" fmla="*/ 1422400 h 1422400"/>
                <a:gd name="connsiteX4" fmla="*/ 0 w 1436914"/>
                <a:gd name="connsiteY4" fmla="*/ 1378857 h 1422400"/>
                <a:gd name="connsiteX5" fmla="*/ 812800 w 1436914"/>
                <a:gd name="connsiteY5" fmla="*/ 754743 h 1422400"/>
                <a:gd name="connsiteX6" fmla="*/ 667656 w 1436914"/>
                <a:gd name="connsiteY6" fmla="*/ 145143 h 1422400"/>
                <a:gd name="connsiteX0" fmla="*/ 667656 w 1436914"/>
                <a:gd name="connsiteY0" fmla="*/ 145143 h 1422400"/>
                <a:gd name="connsiteX1" fmla="*/ 856342 w 1436914"/>
                <a:gd name="connsiteY1" fmla="*/ 0 h 1422400"/>
                <a:gd name="connsiteX2" fmla="*/ 1001485 w 1436914"/>
                <a:gd name="connsiteY2" fmla="*/ 783771 h 1422400"/>
                <a:gd name="connsiteX3" fmla="*/ 1436914 w 1436914"/>
                <a:gd name="connsiteY3" fmla="*/ 1422400 h 1422400"/>
                <a:gd name="connsiteX4" fmla="*/ 595085 w 1436914"/>
                <a:gd name="connsiteY4" fmla="*/ 1219200 h 1422400"/>
                <a:gd name="connsiteX5" fmla="*/ 0 w 1436914"/>
                <a:gd name="connsiteY5" fmla="*/ 1378857 h 1422400"/>
                <a:gd name="connsiteX6" fmla="*/ 812800 w 1436914"/>
                <a:gd name="connsiteY6" fmla="*/ 754743 h 1422400"/>
                <a:gd name="connsiteX7" fmla="*/ 667656 w 1436914"/>
                <a:gd name="connsiteY7" fmla="*/ 145143 h 1422400"/>
                <a:gd name="connsiteX0" fmla="*/ 667656 w 1683657"/>
                <a:gd name="connsiteY0" fmla="*/ 145143 h 1378857"/>
                <a:gd name="connsiteX1" fmla="*/ 856342 w 1683657"/>
                <a:gd name="connsiteY1" fmla="*/ 0 h 1378857"/>
                <a:gd name="connsiteX2" fmla="*/ 1001485 w 1683657"/>
                <a:gd name="connsiteY2" fmla="*/ 783771 h 1378857"/>
                <a:gd name="connsiteX3" fmla="*/ 1683657 w 1683657"/>
                <a:gd name="connsiteY3" fmla="*/ 1335314 h 1378857"/>
                <a:gd name="connsiteX4" fmla="*/ 595085 w 1683657"/>
                <a:gd name="connsiteY4" fmla="*/ 1219200 h 1378857"/>
                <a:gd name="connsiteX5" fmla="*/ 0 w 1683657"/>
                <a:gd name="connsiteY5" fmla="*/ 1378857 h 1378857"/>
                <a:gd name="connsiteX6" fmla="*/ 812800 w 1683657"/>
                <a:gd name="connsiteY6" fmla="*/ 754743 h 1378857"/>
                <a:gd name="connsiteX7" fmla="*/ 667656 w 1683657"/>
                <a:gd name="connsiteY7" fmla="*/ 145143 h 1378857"/>
                <a:gd name="connsiteX0" fmla="*/ 667656 w 1684126"/>
                <a:gd name="connsiteY0" fmla="*/ 145143 h 1378857"/>
                <a:gd name="connsiteX1" fmla="*/ 856342 w 1684126"/>
                <a:gd name="connsiteY1" fmla="*/ 0 h 1378857"/>
                <a:gd name="connsiteX2" fmla="*/ 1001485 w 1684126"/>
                <a:gd name="connsiteY2" fmla="*/ 783771 h 1378857"/>
                <a:gd name="connsiteX3" fmla="*/ 1683657 w 1684126"/>
                <a:gd name="connsiteY3" fmla="*/ 1335314 h 1378857"/>
                <a:gd name="connsiteX4" fmla="*/ 1074057 w 1684126"/>
                <a:gd name="connsiteY4" fmla="*/ 1219201 h 1378857"/>
                <a:gd name="connsiteX5" fmla="*/ 595085 w 1684126"/>
                <a:gd name="connsiteY5" fmla="*/ 1219200 h 1378857"/>
                <a:gd name="connsiteX6" fmla="*/ 0 w 1684126"/>
                <a:gd name="connsiteY6" fmla="*/ 1378857 h 1378857"/>
                <a:gd name="connsiteX7" fmla="*/ 812800 w 1684126"/>
                <a:gd name="connsiteY7" fmla="*/ 754743 h 1378857"/>
                <a:gd name="connsiteX8" fmla="*/ 667656 w 1684126"/>
                <a:gd name="connsiteY8" fmla="*/ 145143 h 1378857"/>
                <a:gd name="connsiteX0" fmla="*/ 667656 w 1684126"/>
                <a:gd name="connsiteY0" fmla="*/ 145143 h 1886858"/>
                <a:gd name="connsiteX1" fmla="*/ 856342 w 1684126"/>
                <a:gd name="connsiteY1" fmla="*/ 0 h 1886858"/>
                <a:gd name="connsiteX2" fmla="*/ 1001485 w 1684126"/>
                <a:gd name="connsiteY2" fmla="*/ 783771 h 1886858"/>
                <a:gd name="connsiteX3" fmla="*/ 1683657 w 1684126"/>
                <a:gd name="connsiteY3" fmla="*/ 1335314 h 1886858"/>
                <a:gd name="connsiteX4" fmla="*/ 1074057 w 1684126"/>
                <a:gd name="connsiteY4" fmla="*/ 1219201 h 1886858"/>
                <a:gd name="connsiteX5" fmla="*/ 870856 w 1684126"/>
                <a:gd name="connsiteY5" fmla="*/ 1886858 h 1886858"/>
                <a:gd name="connsiteX6" fmla="*/ 595085 w 1684126"/>
                <a:gd name="connsiteY6" fmla="*/ 1219200 h 1886858"/>
                <a:gd name="connsiteX7" fmla="*/ 0 w 1684126"/>
                <a:gd name="connsiteY7" fmla="*/ 1378857 h 1886858"/>
                <a:gd name="connsiteX8" fmla="*/ 812800 w 1684126"/>
                <a:gd name="connsiteY8" fmla="*/ 754743 h 1886858"/>
                <a:gd name="connsiteX9" fmla="*/ 667656 w 1684126"/>
                <a:gd name="connsiteY9" fmla="*/ 145143 h 1886858"/>
                <a:gd name="connsiteX0" fmla="*/ 667656 w 1684126"/>
                <a:gd name="connsiteY0" fmla="*/ 145143 h 1886858"/>
                <a:gd name="connsiteX1" fmla="*/ 856342 w 1684126"/>
                <a:gd name="connsiteY1" fmla="*/ 0 h 1886858"/>
                <a:gd name="connsiteX2" fmla="*/ 1001485 w 1684126"/>
                <a:gd name="connsiteY2" fmla="*/ 783771 h 1886858"/>
                <a:gd name="connsiteX3" fmla="*/ 1683657 w 1684126"/>
                <a:gd name="connsiteY3" fmla="*/ 1335314 h 1886858"/>
                <a:gd name="connsiteX4" fmla="*/ 1074057 w 1684126"/>
                <a:gd name="connsiteY4" fmla="*/ 1219201 h 1886858"/>
                <a:gd name="connsiteX5" fmla="*/ 870856 w 1684126"/>
                <a:gd name="connsiteY5" fmla="*/ 1886858 h 1886858"/>
                <a:gd name="connsiteX6" fmla="*/ 595085 w 1684126"/>
                <a:gd name="connsiteY6" fmla="*/ 1219200 h 1886858"/>
                <a:gd name="connsiteX7" fmla="*/ 0 w 1684126"/>
                <a:gd name="connsiteY7" fmla="*/ 1378857 h 1886858"/>
                <a:gd name="connsiteX8" fmla="*/ 812800 w 1684126"/>
                <a:gd name="connsiteY8" fmla="*/ 754743 h 1886858"/>
                <a:gd name="connsiteX9" fmla="*/ 667656 w 1684126"/>
                <a:gd name="connsiteY9" fmla="*/ 145143 h 1886858"/>
                <a:gd name="connsiteX0" fmla="*/ 667656 w 1684126"/>
                <a:gd name="connsiteY0" fmla="*/ 145143 h 1886858"/>
                <a:gd name="connsiteX1" fmla="*/ 856342 w 1684126"/>
                <a:gd name="connsiteY1" fmla="*/ 0 h 1886858"/>
                <a:gd name="connsiteX2" fmla="*/ 1001485 w 1684126"/>
                <a:gd name="connsiteY2" fmla="*/ 783771 h 1886858"/>
                <a:gd name="connsiteX3" fmla="*/ 1683657 w 1684126"/>
                <a:gd name="connsiteY3" fmla="*/ 1335314 h 1886858"/>
                <a:gd name="connsiteX4" fmla="*/ 1074057 w 1684126"/>
                <a:gd name="connsiteY4" fmla="*/ 1219201 h 1886858"/>
                <a:gd name="connsiteX5" fmla="*/ 870856 w 1684126"/>
                <a:gd name="connsiteY5" fmla="*/ 1886858 h 1886858"/>
                <a:gd name="connsiteX6" fmla="*/ 595085 w 1684126"/>
                <a:gd name="connsiteY6" fmla="*/ 1219200 h 1886858"/>
                <a:gd name="connsiteX7" fmla="*/ 0 w 1684126"/>
                <a:gd name="connsiteY7" fmla="*/ 1378857 h 1886858"/>
                <a:gd name="connsiteX8" fmla="*/ 812800 w 1684126"/>
                <a:gd name="connsiteY8" fmla="*/ 754743 h 1886858"/>
                <a:gd name="connsiteX9" fmla="*/ 667656 w 1684126"/>
                <a:gd name="connsiteY9" fmla="*/ 145143 h 1886858"/>
                <a:gd name="connsiteX0" fmla="*/ 667656 w 1684126"/>
                <a:gd name="connsiteY0" fmla="*/ 145143 h 1886858"/>
                <a:gd name="connsiteX1" fmla="*/ 856342 w 1684126"/>
                <a:gd name="connsiteY1" fmla="*/ 0 h 1886858"/>
                <a:gd name="connsiteX2" fmla="*/ 1001485 w 1684126"/>
                <a:gd name="connsiteY2" fmla="*/ 783771 h 1886858"/>
                <a:gd name="connsiteX3" fmla="*/ 1683657 w 1684126"/>
                <a:gd name="connsiteY3" fmla="*/ 1335314 h 1886858"/>
                <a:gd name="connsiteX4" fmla="*/ 1074057 w 1684126"/>
                <a:gd name="connsiteY4" fmla="*/ 1219201 h 1886858"/>
                <a:gd name="connsiteX5" fmla="*/ 870856 w 1684126"/>
                <a:gd name="connsiteY5" fmla="*/ 1886858 h 1886858"/>
                <a:gd name="connsiteX6" fmla="*/ 595085 w 1684126"/>
                <a:gd name="connsiteY6" fmla="*/ 1219200 h 1886858"/>
                <a:gd name="connsiteX7" fmla="*/ 0 w 1684126"/>
                <a:gd name="connsiteY7" fmla="*/ 1378857 h 1886858"/>
                <a:gd name="connsiteX8" fmla="*/ 812800 w 1684126"/>
                <a:gd name="connsiteY8" fmla="*/ 754743 h 1886858"/>
                <a:gd name="connsiteX9" fmla="*/ 667656 w 1684126"/>
                <a:gd name="connsiteY9" fmla="*/ 145143 h 1886858"/>
                <a:gd name="connsiteX0" fmla="*/ 667656 w 1684090"/>
                <a:gd name="connsiteY0" fmla="*/ 145143 h 1886858"/>
                <a:gd name="connsiteX1" fmla="*/ 856342 w 1684090"/>
                <a:gd name="connsiteY1" fmla="*/ 0 h 1886858"/>
                <a:gd name="connsiteX2" fmla="*/ 1001485 w 1684090"/>
                <a:gd name="connsiteY2" fmla="*/ 783771 h 1886858"/>
                <a:gd name="connsiteX3" fmla="*/ 1683657 w 1684090"/>
                <a:gd name="connsiteY3" fmla="*/ 1335314 h 1886858"/>
                <a:gd name="connsiteX4" fmla="*/ 1035957 w 1684090"/>
                <a:gd name="connsiteY4" fmla="*/ 1203961 h 1886858"/>
                <a:gd name="connsiteX5" fmla="*/ 870856 w 1684090"/>
                <a:gd name="connsiteY5" fmla="*/ 1886858 h 1886858"/>
                <a:gd name="connsiteX6" fmla="*/ 595085 w 1684090"/>
                <a:gd name="connsiteY6" fmla="*/ 1219200 h 1886858"/>
                <a:gd name="connsiteX7" fmla="*/ 0 w 1684090"/>
                <a:gd name="connsiteY7" fmla="*/ 1378857 h 1886858"/>
                <a:gd name="connsiteX8" fmla="*/ 812800 w 1684090"/>
                <a:gd name="connsiteY8" fmla="*/ 754743 h 1886858"/>
                <a:gd name="connsiteX9" fmla="*/ 667656 w 1684090"/>
                <a:gd name="connsiteY9" fmla="*/ 145143 h 1886858"/>
                <a:gd name="connsiteX0" fmla="*/ 667656 w 1684090"/>
                <a:gd name="connsiteY0" fmla="*/ 145143 h 1886858"/>
                <a:gd name="connsiteX1" fmla="*/ 856342 w 1684090"/>
                <a:gd name="connsiteY1" fmla="*/ 0 h 1886858"/>
                <a:gd name="connsiteX2" fmla="*/ 1001485 w 1684090"/>
                <a:gd name="connsiteY2" fmla="*/ 783771 h 1886858"/>
                <a:gd name="connsiteX3" fmla="*/ 1683657 w 1684090"/>
                <a:gd name="connsiteY3" fmla="*/ 1335314 h 1886858"/>
                <a:gd name="connsiteX4" fmla="*/ 1035957 w 1684090"/>
                <a:gd name="connsiteY4" fmla="*/ 1203961 h 1886858"/>
                <a:gd name="connsiteX5" fmla="*/ 870856 w 1684090"/>
                <a:gd name="connsiteY5" fmla="*/ 1886858 h 1886858"/>
                <a:gd name="connsiteX6" fmla="*/ 595085 w 1684090"/>
                <a:gd name="connsiteY6" fmla="*/ 1219200 h 1886858"/>
                <a:gd name="connsiteX7" fmla="*/ 0 w 1684090"/>
                <a:gd name="connsiteY7" fmla="*/ 1378857 h 1886858"/>
                <a:gd name="connsiteX8" fmla="*/ 812800 w 1684090"/>
                <a:gd name="connsiteY8" fmla="*/ 754743 h 1886858"/>
                <a:gd name="connsiteX9" fmla="*/ 667656 w 1684090"/>
                <a:gd name="connsiteY9" fmla="*/ 145143 h 1886858"/>
                <a:gd name="connsiteX0" fmla="*/ 667656 w 1684090"/>
                <a:gd name="connsiteY0" fmla="*/ 145143 h 1886858"/>
                <a:gd name="connsiteX1" fmla="*/ 856342 w 1684090"/>
                <a:gd name="connsiteY1" fmla="*/ 0 h 1886858"/>
                <a:gd name="connsiteX2" fmla="*/ 1001485 w 1684090"/>
                <a:gd name="connsiteY2" fmla="*/ 783771 h 1886858"/>
                <a:gd name="connsiteX3" fmla="*/ 1683657 w 1684090"/>
                <a:gd name="connsiteY3" fmla="*/ 1335314 h 1886858"/>
                <a:gd name="connsiteX4" fmla="*/ 1035957 w 1684090"/>
                <a:gd name="connsiteY4" fmla="*/ 1203961 h 1886858"/>
                <a:gd name="connsiteX5" fmla="*/ 870856 w 1684090"/>
                <a:gd name="connsiteY5" fmla="*/ 1886858 h 1886858"/>
                <a:gd name="connsiteX6" fmla="*/ 595085 w 1684090"/>
                <a:gd name="connsiteY6" fmla="*/ 1219200 h 1886858"/>
                <a:gd name="connsiteX7" fmla="*/ 0 w 1684090"/>
                <a:gd name="connsiteY7" fmla="*/ 1378857 h 1886858"/>
                <a:gd name="connsiteX8" fmla="*/ 812800 w 1684090"/>
                <a:gd name="connsiteY8" fmla="*/ 754743 h 1886858"/>
                <a:gd name="connsiteX9" fmla="*/ 667656 w 1684090"/>
                <a:gd name="connsiteY9" fmla="*/ 145143 h 1886858"/>
                <a:gd name="connsiteX0" fmla="*/ 667656 w 1684090"/>
                <a:gd name="connsiteY0" fmla="*/ 145143 h 1886858"/>
                <a:gd name="connsiteX1" fmla="*/ 856342 w 1684090"/>
                <a:gd name="connsiteY1" fmla="*/ 0 h 1886858"/>
                <a:gd name="connsiteX2" fmla="*/ 1001485 w 1684090"/>
                <a:gd name="connsiteY2" fmla="*/ 783771 h 1886858"/>
                <a:gd name="connsiteX3" fmla="*/ 1683657 w 1684090"/>
                <a:gd name="connsiteY3" fmla="*/ 1335314 h 1886858"/>
                <a:gd name="connsiteX4" fmla="*/ 1035957 w 1684090"/>
                <a:gd name="connsiteY4" fmla="*/ 1203961 h 1886858"/>
                <a:gd name="connsiteX5" fmla="*/ 870856 w 1684090"/>
                <a:gd name="connsiteY5" fmla="*/ 1886858 h 1886858"/>
                <a:gd name="connsiteX6" fmla="*/ 595085 w 1684090"/>
                <a:gd name="connsiteY6" fmla="*/ 1219200 h 1886858"/>
                <a:gd name="connsiteX7" fmla="*/ 0 w 1684090"/>
                <a:gd name="connsiteY7" fmla="*/ 1378857 h 1886858"/>
                <a:gd name="connsiteX8" fmla="*/ 812800 w 1684090"/>
                <a:gd name="connsiteY8" fmla="*/ 754743 h 1886858"/>
                <a:gd name="connsiteX9" fmla="*/ 667656 w 1684090"/>
                <a:gd name="connsiteY9" fmla="*/ 145143 h 1886858"/>
                <a:gd name="connsiteX0" fmla="*/ 667656 w 1684090"/>
                <a:gd name="connsiteY0" fmla="*/ 145143 h 1886858"/>
                <a:gd name="connsiteX1" fmla="*/ 856342 w 1684090"/>
                <a:gd name="connsiteY1" fmla="*/ 0 h 1886858"/>
                <a:gd name="connsiteX2" fmla="*/ 1001485 w 1684090"/>
                <a:gd name="connsiteY2" fmla="*/ 783771 h 1886858"/>
                <a:gd name="connsiteX3" fmla="*/ 1683657 w 1684090"/>
                <a:gd name="connsiteY3" fmla="*/ 1335314 h 1886858"/>
                <a:gd name="connsiteX4" fmla="*/ 1035957 w 1684090"/>
                <a:gd name="connsiteY4" fmla="*/ 1203961 h 1886858"/>
                <a:gd name="connsiteX5" fmla="*/ 870856 w 1684090"/>
                <a:gd name="connsiteY5" fmla="*/ 1886858 h 1886858"/>
                <a:gd name="connsiteX6" fmla="*/ 595085 w 1684090"/>
                <a:gd name="connsiteY6" fmla="*/ 1219200 h 1886858"/>
                <a:gd name="connsiteX7" fmla="*/ 0 w 1684090"/>
                <a:gd name="connsiteY7" fmla="*/ 1378857 h 1886858"/>
                <a:gd name="connsiteX8" fmla="*/ 812800 w 1684090"/>
                <a:gd name="connsiteY8" fmla="*/ 754743 h 1886858"/>
                <a:gd name="connsiteX9" fmla="*/ 667656 w 1684090"/>
                <a:gd name="connsiteY9" fmla="*/ 145143 h 1886858"/>
                <a:gd name="connsiteX0" fmla="*/ 667656 w 1684090"/>
                <a:gd name="connsiteY0" fmla="*/ 145143 h 1886858"/>
                <a:gd name="connsiteX1" fmla="*/ 856342 w 1684090"/>
                <a:gd name="connsiteY1" fmla="*/ 0 h 1886858"/>
                <a:gd name="connsiteX2" fmla="*/ 1001485 w 1684090"/>
                <a:gd name="connsiteY2" fmla="*/ 783771 h 1886858"/>
                <a:gd name="connsiteX3" fmla="*/ 1683657 w 1684090"/>
                <a:gd name="connsiteY3" fmla="*/ 1335314 h 1886858"/>
                <a:gd name="connsiteX4" fmla="*/ 1035957 w 1684090"/>
                <a:gd name="connsiteY4" fmla="*/ 1203961 h 1886858"/>
                <a:gd name="connsiteX5" fmla="*/ 870856 w 1684090"/>
                <a:gd name="connsiteY5" fmla="*/ 1886858 h 1886858"/>
                <a:gd name="connsiteX6" fmla="*/ 595085 w 1684090"/>
                <a:gd name="connsiteY6" fmla="*/ 1219200 h 1886858"/>
                <a:gd name="connsiteX7" fmla="*/ 0 w 1684090"/>
                <a:gd name="connsiteY7" fmla="*/ 1378857 h 1886858"/>
                <a:gd name="connsiteX8" fmla="*/ 812800 w 1684090"/>
                <a:gd name="connsiteY8" fmla="*/ 754743 h 1886858"/>
                <a:gd name="connsiteX9" fmla="*/ 667656 w 1684090"/>
                <a:gd name="connsiteY9" fmla="*/ 145143 h 1886858"/>
                <a:gd name="connsiteX0" fmla="*/ 667656 w 1684090"/>
                <a:gd name="connsiteY0" fmla="*/ 145143 h 1886858"/>
                <a:gd name="connsiteX1" fmla="*/ 856342 w 1684090"/>
                <a:gd name="connsiteY1" fmla="*/ 0 h 1886858"/>
                <a:gd name="connsiteX2" fmla="*/ 971005 w 1684090"/>
                <a:gd name="connsiteY2" fmla="*/ 768531 h 1886858"/>
                <a:gd name="connsiteX3" fmla="*/ 1683657 w 1684090"/>
                <a:gd name="connsiteY3" fmla="*/ 1335314 h 1886858"/>
                <a:gd name="connsiteX4" fmla="*/ 1035957 w 1684090"/>
                <a:gd name="connsiteY4" fmla="*/ 1203961 h 1886858"/>
                <a:gd name="connsiteX5" fmla="*/ 870856 w 1684090"/>
                <a:gd name="connsiteY5" fmla="*/ 1886858 h 1886858"/>
                <a:gd name="connsiteX6" fmla="*/ 595085 w 1684090"/>
                <a:gd name="connsiteY6" fmla="*/ 1219200 h 1886858"/>
                <a:gd name="connsiteX7" fmla="*/ 0 w 1684090"/>
                <a:gd name="connsiteY7" fmla="*/ 1378857 h 1886858"/>
                <a:gd name="connsiteX8" fmla="*/ 812800 w 1684090"/>
                <a:gd name="connsiteY8" fmla="*/ 754743 h 1886858"/>
                <a:gd name="connsiteX9" fmla="*/ 667656 w 1684090"/>
                <a:gd name="connsiteY9" fmla="*/ 145143 h 1886858"/>
                <a:gd name="connsiteX0" fmla="*/ 667656 w 1684090"/>
                <a:gd name="connsiteY0" fmla="*/ 145143 h 1886858"/>
                <a:gd name="connsiteX1" fmla="*/ 856342 w 1684090"/>
                <a:gd name="connsiteY1" fmla="*/ 0 h 1886858"/>
                <a:gd name="connsiteX2" fmla="*/ 971005 w 1684090"/>
                <a:gd name="connsiteY2" fmla="*/ 768531 h 1886858"/>
                <a:gd name="connsiteX3" fmla="*/ 1683657 w 1684090"/>
                <a:gd name="connsiteY3" fmla="*/ 1335314 h 1886858"/>
                <a:gd name="connsiteX4" fmla="*/ 1035957 w 1684090"/>
                <a:gd name="connsiteY4" fmla="*/ 1203961 h 1886858"/>
                <a:gd name="connsiteX5" fmla="*/ 870856 w 1684090"/>
                <a:gd name="connsiteY5" fmla="*/ 1886858 h 1886858"/>
                <a:gd name="connsiteX6" fmla="*/ 595085 w 1684090"/>
                <a:gd name="connsiteY6" fmla="*/ 1219200 h 1886858"/>
                <a:gd name="connsiteX7" fmla="*/ 0 w 1684090"/>
                <a:gd name="connsiteY7" fmla="*/ 1378857 h 1886858"/>
                <a:gd name="connsiteX8" fmla="*/ 812800 w 1684090"/>
                <a:gd name="connsiteY8" fmla="*/ 754743 h 1886858"/>
                <a:gd name="connsiteX9" fmla="*/ 667656 w 1684090"/>
                <a:gd name="connsiteY9" fmla="*/ 145143 h 1886858"/>
                <a:gd name="connsiteX0" fmla="*/ 667656 w 1684090"/>
                <a:gd name="connsiteY0" fmla="*/ 145143 h 1886858"/>
                <a:gd name="connsiteX1" fmla="*/ 856342 w 1684090"/>
                <a:gd name="connsiteY1" fmla="*/ 0 h 1886858"/>
                <a:gd name="connsiteX2" fmla="*/ 971005 w 1684090"/>
                <a:gd name="connsiteY2" fmla="*/ 768531 h 1886858"/>
                <a:gd name="connsiteX3" fmla="*/ 1683657 w 1684090"/>
                <a:gd name="connsiteY3" fmla="*/ 1335314 h 1886858"/>
                <a:gd name="connsiteX4" fmla="*/ 1035957 w 1684090"/>
                <a:gd name="connsiteY4" fmla="*/ 1203961 h 1886858"/>
                <a:gd name="connsiteX5" fmla="*/ 870856 w 1684090"/>
                <a:gd name="connsiteY5" fmla="*/ 1886858 h 1886858"/>
                <a:gd name="connsiteX6" fmla="*/ 595085 w 1684090"/>
                <a:gd name="connsiteY6" fmla="*/ 1219200 h 1886858"/>
                <a:gd name="connsiteX7" fmla="*/ 0 w 1684090"/>
                <a:gd name="connsiteY7" fmla="*/ 1378857 h 1886858"/>
                <a:gd name="connsiteX8" fmla="*/ 812800 w 1684090"/>
                <a:gd name="connsiteY8" fmla="*/ 754743 h 1886858"/>
                <a:gd name="connsiteX9" fmla="*/ 667656 w 1684090"/>
                <a:gd name="connsiteY9" fmla="*/ 145143 h 1886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84090" h="1886858">
                  <a:moveTo>
                    <a:pt x="667656" y="145143"/>
                  </a:moveTo>
                  <a:lnTo>
                    <a:pt x="856342" y="0"/>
                  </a:lnTo>
                  <a:cubicBezTo>
                    <a:pt x="948266" y="217714"/>
                    <a:pt x="1061961" y="436517"/>
                    <a:pt x="971005" y="768531"/>
                  </a:cubicBezTo>
                  <a:cubicBezTo>
                    <a:pt x="1236496" y="830459"/>
                    <a:pt x="1570566" y="1029546"/>
                    <a:pt x="1683657" y="1335314"/>
                  </a:cubicBezTo>
                  <a:cubicBezTo>
                    <a:pt x="1700590" y="1417562"/>
                    <a:pt x="1217386" y="1223313"/>
                    <a:pt x="1035957" y="1203961"/>
                  </a:cubicBezTo>
                  <a:cubicBezTo>
                    <a:pt x="1031119" y="1355031"/>
                    <a:pt x="950685" y="1886858"/>
                    <a:pt x="870856" y="1886858"/>
                  </a:cubicBezTo>
                  <a:cubicBezTo>
                    <a:pt x="791027" y="1886858"/>
                    <a:pt x="627016" y="1393493"/>
                    <a:pt x="595085" y="1219200"/>
                  </a:cubicBezTo>
                  <a:cubicBezTo>
                    <a:pt x="328143" y="1356239"/>
                    <a:pt x="198362" y="1325638"/>
                    <a:pt x="0" y="1378857"/>
                  </a:cubicBezTo>
                  <a:cubicBezTo>
                    <a:pt x="70636" y="1113366"/>
                    <a:pt x="505944" y="814494"/>
                    <a:pt x="812800" y="754743"/>
                  </a:cubicBezTo>
                  <a:lnTo>
                    <a:pt x="667656" y="145143"/>
                  </a:ln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65B77EA-2CD2-8B66-86FA-73F63157A10C}"/>
              </a:ext>
            </a:extLst>
          </p:cNvPr>
          <p:cNvGrpSpPr/>
          <p:nvPr/>
        </p:nvGrpSpPr>
        <p:grpSpPr>
          <a:xfrm>
            <a:off x="4289632" y="17101"/>
            <a:ext cx="3469243" cy="6052456"/>
            <a:chOff x="3345378" y="856343"/>
            <a:chExt cx="3469243" cy="6052456"/>
          </a:xfrm>
        </p:grpSpPr>
        <p:sp>
          <p:nvSpPr>
            <p:cNvPr id="13" name="Rectangle 2">
              <a:extLst>
                <a:ext uri="{FF2B5EF4-FFF2-40B4-BE49-F238E27FC236}">
                  <a16:creationId xmlns:a16="http://schemas.microsoft.com/office/drawing/2014/main" id="{BB890739-FCC2-F8FA-AD10-126AED703B42}"/>
                </a:ext>
              </a:extLst>
            </p:cNvPr>
            <p:cNvSpPr/>
            <p:nvPr/>
          </p:nvSpPr>
          <p:spPr>
            <a:xfrm>
              <a:off x="3345378" y="1857827"/>
              <a:ext cx="3469243" cy="5050972"/>
            </a:xfrm>
            <a:custGeom>
              <a:avLst/>
              <a:gdLst>
                <a:gd name="connsiteX0" fmla="*/ 0 w 696685"/>
                <a:gd name="connsiteY0" fmla="*/ 0 h 1030515"/>
                <a:gd name="connsiteX1" fmla="*/ 696685 w 696685"/>
                <a:gd name="connsiteY1" fmla="*/ 0 h 1030515"/>
                <a:gd name="connsiteX2" fmla="*/ 696685 w 696685"/>
                <a:gd name="connsiteY2" fmla="*/ 1030515 h 1030515"/>
                <a:gd name="connsiteX3" fmla="*/ 0 w 696685"/>
                <a:gd name="connsiteY3" fmla="*/ 1030515 h 1030515"/>
                <a:gd name="connsiteX4" fmla="*/ 0 w 696685"/>
                <a:gd name="connsiteY4" fmla="*/ 0 h 1030515"/>
                <a:gd name="connsiteX0" fmla="*/ 58058 w 696685"/>
                <a:gd name="connsiteY0" fmla="*/ 0 h 1480458"/>
                <a:gd name="connsiteX1" fmla="*/ 696685 w 696685"/>
                <a:gd name="connsiteY1" fmla="*/ 449943 h 1480458"/>
                <a:gd name="connsiteX2" fmla="*/ 696685 w 696685"/>
                <a:gd name="connsiteY2" fmla="*/ 1480458 h 1480458"/>
                <a:gd name="connsiteX3" fmla="*/ 0 w 696685"/>
                <a:gd name="connsiteY3" fmla="*/ 1480458 h 1480458"/>
                <a:gd name="connsiteX4" fmla="*/ 58058 w 696685"/>
                <a:gd name="connsiteY4" fmla="*/ 0 h 1480458"/>
                <a:gd name="connsiteX0" fmla="*/ 58058 w 769256"/>
                <a:gd name="connsiteY0" fmla="*/ 0 h 1480458"/>
                <a:gd name="connsiteX1" fmla="*/ 769256 w 769256"/>
                <a:gd name="connsiteY1" fmla="*/ 29029 h 1480458"/>
                <a:gd name="connsiteX2" fmla="*/ 696685 w 769256"/>
                <a:gd name="connsiteY2" fmla="*/ 1480458 h 1480458"/>
                <a:gd name="connsiteX3" fmla="*/ 0 w 769256"/>
                <a:gd name="connsiteY3" fmla="*/ 1480458 h 1480458"/>
                <a:gd name="connsiteX4" fmla="*/ 58058 w 769256"/>
                <a:gd name="connsiteY4" fmla="*/ 0 h 1480458"/>
                <a:gd name="connsiteX0" fmla="*/ 1407887 w 2119085"/>
                <a:gd name="connsiteY0" fmla="*/ 0 h 5007429"/>
                <a:gd name="connsiteX1" fmla="*/ 2119085 w 2119085"/>
                <a:gd name="connsiteY1" fmla="*/ 29029 h 5007429"/>
                <a:gd name="connsiteX2" fmla="*/ 0 w 2119085"/>
                <a:gd name="connsiteY2" fmla="*/ 5007429 h 5007429"/>
                <a:gd name="connsiteX3" fmla="*/ 1349829 w 2119085"/>
                <a:gd name="connsiteY3" fmla="*/ 1480458 h 5007429"/>
                <a:gd name="connsiteX4" fmla="*/ 1407887 w 2119085"/>
                <a:gd name="connsiteY4" fmla="*/ 0 h 5007429"/>
                <a:gd name="connsiteX0" fmla="*/ 1407887 w 2119085"/>
                <a:gd name="connsiteY0" fmla="*/ 0 h 5007429"/>
                <a:gd name="connsiteX1" fmla="*/ 2119085 w 2119085"/>
                <a:gd name="connsiteY1" fmla="*/ 29029 h 5007429"/>
                <a:gd name="connsiteX2" fmla="*/ 0 w 2119085"/>
                <a:gd name="connsiteY2" fmla="*/ 5007429 h 5007429"/>
                <a:gd name="connsiteX3" fmla="*/ 580572 w 2119085"/>
                <a:gd name="connsiteY3" fmla="*/ 2119087 h 5007429"/>
                <a:gd name="connsiteX4" fmla="*/ 1407887 w 2119085"/>
                <a:gd name="connsiteY4" fmla="*/ 0 h 5007429"/>
                <a:gd name="connsiteX0" fmla="*/ 1407887 w 2119085"/>
                <a:gd name="connsiteY0" fmla="*/ 0 h 5015480"/>
                <a:gd name="connsiteX1" fmla="*/ 2119085 w 2119085"/>
                <a:gd name="connsiteY1" fmla="*/ 29029 h 5015480"/>
                <a:gd name="connsiteX2" fmla="*/ 0 w 2119085"/>
                <a:gd name="connsiteY2" fmla="*/ 5007429 h 5015480"/>
                <a:gd name="connsiteX3" fmla="*/ 580572 w 2119085"/>
                <a:gd name="connsiteY3" fmla="*/ 2119087 h 5015480"/>
                <a:gd name="connsiteX4" fmla="*/ 1407887 w 2119085"/>
                <a:gd name="connsiteY4" fmla="*/ 0 h 5015480"/>
                <a:gd name="connsiteX0" fmla="*/ 1407887 w 2743458"/>
                <a:gd name="connsiteY0" fmla="*/ 0 h 5014297"/>
                <a:gd name="connsiteX1" fmla="*/ 2119085 w 2743458"/>
                <a:gd name="connsiteY1" fmla="*/ 29029 h 5014297"/>
                <a:gd name="connsiteX2" fmla="*/ 0 w 2743458"/>
                <a:gd name="connsiteY2" fmla="*/ 5007429 h 5014297"/>
                <a:gd name="connsiteX3" fmla="*/ 580572 w 2743458"/>
                <a:gd name="connsiteY3" fmla="*/ 2119087 h 5014297"/>
                <a:gd name="connsiteX4" fmla="*/ 1407887 w 2743458"/>
                <a:gd name="connsiteY4" fmla="*/ 0 h 5014297"/>
                <a:gd name="connsiteX0" fmla="*/ 1991131 w 3326702"/>
                <a:gd name="connsiteY0" fmla="*/ 0 h 5014297"/>
                <a:gd name="connsiteX1" fmla="*/ 2702329 w 3326702"/>
                <a:gd name="connsiteY1" fmla="*/ 29029 h 5014297"/>
                <a:gd name="connsiteX2" fmla="*/ 583244 w 3326702"/>
                <a:gd name="connsiteY2" fmla="*/ 5007429 h 5014297"/>
                <a:gd name="connsiteX3" fmla="*/ 1163816 w 3326702"/>
                <a:gd name="connsiteY3" fmla="*/ 2119087 h 5014297"/>
                <a:gd name="connsiteX4" fmla="*/ 1991131 w 3326702"/>
                <a:gd name="connsiteY4" fmla="*/ 0 h 5014297"/>
                <a:gd name="connsiteX0" fmla="*/ 1986222 w 3321793"/>
                <a:gd name="connsiteY0" fmla="*/ 0 h 5014297"/>
                <a:gd name="connsiteX1" fmla="*/ 2697420 w 3321793"/>
                <a:gd name="connsiteY1" fmla="*/ 29029 h 5014297"/>
                <a:gd name="connsiteX2" fmla="*/ 578335 w 3321793"/>
                <a:gd name="connsiteY2" fmla="*/ 5007429 h 5014297"/>
                <a:gd name="connsiteX3" fmla="*/ 1158907 w 3321793"/>
                <a:gd name="connsiteY3" fmla="*/ 2119087 h 5014297"/>
                <a:gd name="connsiteX4" fmla="*/ 1986222 w 3321793"/>
                <a:gd name="connsiteY4" fmla="*/ 0 h 5014297"/>
                <a:gd name="connsiteX0" fmla="*/ 1969558 w 3305129"/>
                <a:gd name="connsiteY0" fmla="*/ 0 h 5014297"/>
                <a:gd name="connsiteX1" fmla="*/ 2680756 w 3305129"/>
                <a:gd name="connsiteY1" fmla="*/ 29029 h 5014297"/>
                <a:gd name="connsiteX2" fmla="*/ 561671 w 3305129"/>
                <a:gd name="connsiteY2" fmla="*/ 5007429 h 5014297"/>
                <a:gd name="connsiteX3" fmla="*/ 1142243 w 3305129"/>
                <a:gd name="connsiteY3" fmla="*/ 2119087 h 5014297"/>
                <a:gd name="connsiteX4" fmla="*/ 1969558 w 3305129"/>
                <a:gd name="connsiteY4" fmla="*/ 0 h 5014297"/>
                <a:gd name="connsiteX0" fmla="*/ 2057566 w 3393137"/>
                <a:gd name="connsiteY0" fmla="*/ 0 h 5014297"/>
                <a:gd name="connsiteX1" fmla="*/ 2768764 w 3393137"/>
                <a:gd name="connsiteY1" fmla="*/ 29029 h 5014297"/>
                <a:gd name="connsiteX2" fmla="*/ 649679 w 3393137"/>
                <a:gd name="connsiteY2" fmla="*/ 5007429 h 5014297"/>
                <a:gd name="connsiteX3" fmla="*/ 1230251 w 3393137"/>
                <a:gd name="connsiteY3" fmla="*/ 2119087 h 5014297"/>
                <a:gd name="connsiteX4" fmla="*/ 2057566 w 3393137"/>
                <a:gd name="connsiteY4" fmla="*/ 0 h 5014297"/>
                <a:gd name="connsiteX0" fmla="*/ 2057566 w 3393137"/>
                <a:gd name="connsiteY0" fmla="*/ 0 h 5014297"/>
                <a:gd name="connsiteX1" fmla="*/ 2768764 w 3393137"/>
                <a:gd name="connsiteY1" fmla="*/ 29029 h 5014297"/>
                <a:gd name="connsiteX2" fmla="*/ 649679 w 3393137"/>
                <a:gd name="connsiteY2" fmla="*/ 5007429 h 5014297"/>
                <a:gd name="connsiteX3" fmla="*/ 1230251 w 3393137"/>
                <a:gd name="connsiteY3" fmla="*/ 2119087 h 5014297"/>
                <a:gd name="connsiteX4" fmla="*/ 2057566 w 3393137"/>
                <a:gd name="connsiteY4" fmla="*/ 0 h 5014297"/>
                <a:gd name="connsiteX0" fmla="*/ 2057566 w 3393137"/>
                <a:gd name="connsiteY0" fmla="*/ 0 h 5014297"/>
                <a:gd name="connsiteX1" fmla="*/ 2768764 w 3393137"/>
                <a:gd name="connsiteY1" fmla="*/ 29029 h 5014297"/>
                <a:gd name="connsiteX2" fmla="*/ 649679 w 3393137"/>
                <a:gd name="connsiteY2" fmla="*/ 5007429 h 5014297"/>
                <a:gd name="connsiteX3" fmla="*/ 1230251 w 3393137"/>
                <a:gd name="connsiteY3" fmla="*/ 2119087 h 5014297"/>
                <a:gd name="connsiteX4" fmla="*/ 2057566 w 3393137"/>
                <a:gd name="connsiteY4" fmla="*/ 0 h 5014297"/>
                <a:gd name="connsiteX0" fmla="*/ 2057566 w 3317859"/>
                <a:gd name="connsiteY0" fmla="*/ 0 h 5067216"/>
                <a:gd name="connsiteX1" fmla="*/ 2768764 w 3317859"/>
                <a:gd name="connsiteY1" fmla="*/ 29029 h 5067216"/>
                <a:gd name="connsiteX2" fmla="*/ 649679 w 3317859"/>
                <a:gd name="connsiteY2" fmla="*/ 5007429 h 5067216"/>
                <a:gd name="connsiteX3" fmla="*/ 1230251 w 3317859"/>
                <a:gd name="connsiteY3" fmla="*/ 2119087 h 5067216"/>
                <a:gd name="connsiteX4" fmla="*/ 2057566 w 3317859"/>
                <a:gd name="connsiteY4" fmla="*/ 0 h 5067216"/>
                <a:gd name="connsiteX0" fmla="*/ 2057566 w 3317859"/>
                <a:gd name="connsiteY0" fmla="*/ 0 h 5053264"/>
                <a:gd name="connsiteX1" fmla="*/ 2768764 w 3317859"/>
                <a:gd name="connsiteY1" fmla="*/ 29029 h 5053264"/>
                <a:gd name="connsiteX2" fmla="*/ 649679 w 3317859"/>
                <a:gd name="connsiteY2" fmla="*/ 5007429 h 5053264"/>
                <a:gd name="connsiteX3" fmla="*/ 1230251 w 3317859"/>
                <a:gd name="connsiteY3" fmla="*/ 2119087 h 5053264"/>
                <a:gd name="connsiteX4" fmla="*/ 2057566 w 3317859"/>
                <a:gd name="connsiteY4" fmla="*/ 0 h 5053264"/>
                <a:gd name="connsiteX0" fmla="*/ 2057566 w 3288293"/>
                <a:gd name="connsiteY0" fmla="*/ 0 h 5074722"/>
                <a:gd name="connsiteX1" fmla="*/ 2768764 w 3288293"/>
                <a:gd name="connsiteY1" fmla="*/ 29029 h 5074722"/>
                <a:gd name="connsiteX2" fmla="*/ 649679 w 3288293"/>
                <a:gd name="connsiteY2" fmla="*/ 5007429 h 5074722"/>
                <a:gd name="connsiteX3" fmla="*/ 1230251 w 3288293"/>
                <a:gd name="connsiteY3" fmla="*/ 2119087 h 5074722"/>
                <a:gd name="connsiteX4" fmla="*/ 2057566 w 3288293"/>
                <a:gd name="connsiteY4" fmla="*/ 0 h 5074722"/>
                <a:gd name="connsiteX0" fmla="*/ 2057566 w 3410396"/>
                <a:gd name="connsiteY0" fmla="*/ 0 h 5074908"/>
                <a:gd name="connsiteX1" fmla="*/ 2768764 w 3410396"/>
                <a:gd name="connsiteY1" fmla="*/ 29029 h 5074908"/>
                <a:gd name="connsiteX2" fmla="*/ 649679 w 3410396"/>
                <a:gd name="connsiteY2" fmla="*/ 5007429 h 5074908"/>
                <a:gd name="connsiteX3" fmla="*/ 1230251 w 3410396"/>
                <a:gd name="connsiteY3" fmla="*/ 2119087 h 5074908"/>
                <a:gd name="connsiteX4" fmla="*/ 2057566 w 3410396"/>
                <a:gd name="connsiteY4" fmla="*/ 0 h 5074908"/>
                <a:gd name="connsiteX0" fmla="*/ 2104930 w 3444580"/>
                <a:gd name="connsiteY0" fmla="*/ 0 h 5060586"/>
                <a:gd name="connsiteX1" fmla="*/ 2816128 w 3444580"/>
                <a:gd name="connsiteY1" fmla="*/ 29029 h 5060586"/>
                <a:gd name="connsiteX2" fmla="*/ 638986 w 3444580"/>
                <a:gd name="connsiteY2" fmla="*/ 4992915 h 5060586"/>
                <a:gd name="connsiteX3" fmla="*/ 1277615 w 3444580"/>
                <a:gd name="connsiteY3" fmla="*/ 2119087 h 5060586"/>
                <a:gd name="connsiteX4" fmla="*/ 2104930 w 3444580"/>
                <a:gd name="connsiteY4" fmla="*/ 0 h 5060586"/>
                <a:gd name="connsiteX0" fmla="*/ 2104930 w 3433403"/>
                <a:gd name="connsiteY0" fmla="*/ 0 h 5091002"/>
                <a:gd name="connsiteX1" fmla="*/ 2816128 w 3433403"/>
                <a:gd name="connsiteY1" fmla="*/ 29029 h 5091002"/>
                <a:gd name="connsiteX2" fmla="*/ 638986 w 3433403"/>
                <a:gd name="connsiteY2" fmla="*/ 4992915 h 5091002"/>
                <a:gd name="connsiteX3" fmla="*/ 1277615 w 3433403"/>
                <a:gd name="connsiteY3" fmla="*/ 2119087 h 5091002"/>
                <a:gd name="connsiteX4" fmla="*/ 2104930 w 3433403"/>
                <a:gd name="connsiteY4" fmla="*/ 0 h 5091002"/>
                <a:gd name="connsiteX0" fmla="*/ 2104930 w 3411813"/>
                <a:gd name="connsiteY0" fmla="*/ 0 h 5115579"/>
                <a:gd name="connsiteX1" fmla="*/ 2816128 w 3411813"/>
                <a:gd name="connsiteY1" fmla="*/ 29029 h 5115579"/>
                <a:gd name="connsiteX2" fmla="*/ 638986 w 3411813"/>
                <a:gd name="connsiteY2" fmla="*/ 4992915 h 5115579"/>
                <a:gd name="connsiteX3" fmla="*/ 1277615 w 3411813"/>
                <a:gd name="connsiteY3" fmla="*/ 2119087 h 5115579"/>
                <a:gd name="connsiteX4" fmla="*/ 2104930 w 3411813"/>
                <a:gd name="connsiteY4" fmla="*/ 0 h 5115579"/>
                <a:gd name="connsiteX0" fmla="*/ 2104930 w 3250288"/>
                <a:gd name="connsiteY0" fmla="*/ 0 h 5073895"/>
                <a:gd name="connsiteX1" fmla="*/ 2816128 w 3250288"/>
                <a:gd name="connsiteY1" fmla="*/ 29029 h 5073895"/>
                <a:gd name="connsiteX2" fmla="*/ 638986 w 3250288"/>
                <a:gd name="connsiteY2" fmla="*/ 4992915 h 5073895"/>
                <a:gd name="connsiteX3" fmla="*/ 1277615 w 3250288"/>
                <a:gd name="connsiteY3" fmla="*/ 2119087 h 5073895"/>
                <a:gd name="connsiteX4" fmla="*/ 2104930 w 3250288"/>
                <a:gd name="connsiteY4" fmla="*/ 0 h 5073895"/>
                <a:gd name="connsiteX0" fmla="*/ 2104930 w 3470124"/>
                <a:gd name="connsiteY0" fmla="*/ 0 h 5096612"/>
                <a:gd name="connsiteX1" fmla="*/ 2816128 w 3470124"/>
                <a:gd name="connsiteY1" fmla="*/ 29029 h 5096612"/>
                <a:gd name="connsiteX2" fmla="*/ 638986 w 3470124"/>
                <a:gd name="connsiteY2" fmla="*/ 4992915 h 5096612"/>
                <a:gd name="connsiteX3" fmla="*/ 1277615 w 3470124"/>
                <a:gd name="connsiteY3" fmla="*/ 2119087 h 5096612"/>
                <a:gd name="connsiteX4" fmla="*/ 2104930 w 3470124"/>
                <a:gd name="connsiteY4" fmla="*/ 0 h 5096612"/>
                <a:gd name="connsiteX0" fmla="*/ 1606979 w 3079629"/>
                <a:gd name="connsiteY0" fmla="*/ 0 h 5153239"/>
                <a:gd name="connsiteX1" fmla="*/ 2318177 w 3079629"/>
                <a:gd name="connsiteY1" fmla="*/ 29029 h 5153239"/>
                <a:gd name="connsiteX2" fmla="*/ 779663 w 3079629"/>
                <a:gd name="connsiteY2" fmla="*/ 5050972 h 5153239"/>
                <a:gd name="connsiteX3" fmla="*/ 779664 w 3079629"/>
                <a:gd name="connsiteY3" fmla="*/ 2119087 h 5153239"/>
                <a:gd name="connsiteX4" fmla="*/ 1606979 w 3079629"/>
                <a:gd name="connsiteY4" fmla="*/ 0 h 5153239"/>
                <a:gd name="connsiteX0" fmla="*/ 1606979 w 3006080"/>
                <a:gd name="connsiteY0" fmla="*/ 0 h 5060336"/>
                <a:gd name="connsiteX1" fmla="*/ 2318177 w 3006080"/>
                <a:gd name="connsiteY1" fmla="*/ 29029 h 5060336"/>
                <a:gd name="connsiteX2" fmla="*/ 779663 w 3006080"/>
                <a:gd name="connsiteY2" fmla="*/ 5050972 h 5060336"/>
                <a:gd name="connsiteX3" fmla="*/ 779664 w 3006080"/>
                <a:gd name="connsiteY3" fmla="*/ 2119087 h 5060336"/>
                <a:gd name="connsiteX4" fmla="*/ 1606979 w 3006080"/>
                <a:gd name="connsiteY4" fmla="*/ 0 h 5060336"/>
                <a:gd name="connsiteX0" fmla="*/ 1916561 w 3315662"/>
                <a:gd name="connsiteY0" fmla="*/ 0 h 5060336"/>
                <a:gd name="connsiteX1" fmla="*/ 2627759 w 3315662"/>
                <a:gd name="connsiteY1" fmla="*/ 29029 h 5060336"/>
                <a:gd name="connsiteX2" fmla="*/ 1089245 w 3315662"/>
                <a:gd name="connsiteY2" fmla="*/ 5050972 h 5060336"/>
                <a:gd name="connsiteX3" fmla="*/ 1089246 w 3315662"/>
                <a:gd name="connsiteY3" fmla="*/ 2119087 h 5060336"/>
                <a:gd name="connsiteX4" fmla="*/ 1916561 w 3315662"/>
                <a:gd name="connsiteY4" fmla="*/ 0 h 5060336"/>
                <a:gd name="connsiteX0" fmla="*/ 1916561 w 3322067"/>
                <a:gd name="connsiteY0" fmla="*/ 0 h 5053336"/>
                <a:gd name="connsiteX1" fmla="*/ 2627759 w 3322067"/>
                <a:gd name="connsiteY1" fmla="*/ 29029 h 5053336"/>
                <a:gd name="connsiteX2" fmla="*/ 1089245 w 3322067"/>
                <a:gd name="connsiteY2" fmla="*/ 5050972 h 5053336"/>
                <a:gd name="connsiteX3" fmla="*/ 1089246 w 3322067"/>
                <a:gd name="connsiteY3" fmla="*/ 2119087 h 5053336"/>
                <a:gd name="connsiteX4" fmla="*/ 1916561 w 3322067"/>
                <a:gd name="connsiteY4" fmla="*/ 0 h 5053336"/>
                <a:gd name="connsiteX0" fmla="*/ 2158244 w 3563750"/>
                <a:gd name="connsiteY0" fmla="*/ 0 h 5053336"/>
                <a:gd name="connsiteX1" fmla="*/ 2869442 w 3563750"/>
                <a:gd name="connsiteY1" fmla="*/ 29029 h 5053336"/>
                <a:gd name="connsiteX2" fmla="*/ 1330928 w 3563750"/>
                <a:gd name="connsiteY2" fmla="*/ 5050972 h 5053336"/>
                <a:gd name="connsiteX3" fmla="*/ 1330929 w 3563750"/>
                <a:gd name="connsiteY3" fmla="*/ 2119087 h 5053336"/>
                <a:gd name="connsiteX4" fmla="*/ 2158244 w 3563750"/>
                <a:gd name="connsiteY4" fmla="*/ 0 h 5053336"/>
                <a:gd name="connsiteX0" fmla="*/ 2218085 w 3623591"/>
                <a:gd name="connsiteY0" fmla="*/ 0 h 5053336"/>
                <a:gd name="connsiteX1" fmla="*/ 2929283 w 3623591"/>
                <a:gd name="connsiteY1" fmla="*/ 29029 h 5053336"/>
                <a:gd name="connsiteX2" fmla="*/ 1390769 w 3623591"/>
                <a:gd name="connsiteY2" fmla="*/ 5050972 h 5053336"/>
                <a:gd name="connsiteX3" fmla="*/ 1231113 w 3623591"/>
                <a:gd name="connsiteY3" fmla="*/ 2525487 h 5053336"/>
                <a:gd name="connsiteX4" fmla="*/ 2218085 w 3623591"/>
                <a:gd name="connsiteY4" fmla="*/ 0 h 5053336"/>
                <a:gd name="connsiteX0" fmla="*/ 1983389 w 3388895"/>
                <a:gd name="connsiteY0" fmla="*/ 0 h 5053336"/>
                <a:gd name="connsiteX1" fmla="*/ 2694587 w 3388895"/>
                <a:gd name="connsiteY1" fmla="*/ 29029 h 5053336"/>
                <a:gd name="connsiteX2" fmla="*/ 1156073 w 3388895"/>
                <a:gd name="connsiteY2" fmla="*/ 5050972 h 5053336"/>
                <a:gd name="connsiteX3" fmla="*/ 996417 w 3388895"/>
                <a:gd name="connsiteY3" fmla="*/ 2525487 h 5053336"/>
                <a:gd name="connsiteX4" fmla="*/ 1983389 w 3388895"/>
                <a:gd name="connsiteY4" fmla="*/ 0 h 5053336"/>
                <a:gd name="connsiteX0" fmla="*/ 1965748 w 3371254"/>
                <a:gd name="connsiteY0" fmla="*/ 0 h 5053336"/>
                <a:gd name="connsiteX1" fmla="*/ 2676946 w 3371254"/>
                <a:gd name="connsiteY1" fmla="*/ 29029 h 5053336"/>
                <a:gd name="connsiteX2" fmla="*/ 1138432 w 3371254"/>
                <a:gd name="connsiteY2" fmla="*/ 5050972 h 5053336"/>
                <a:gd name="connsiteX3" fmla="*/ 978776 w 3371254"/>
                <a:gd name="connsiteY3" fmla="*/ 2525487 h 5053336"/>
                <a:gd name="connsiteX4" fmla="*/ 1965748 w 3371254"/>
                <a:gd name="connsiteY4" fmla="*/ 0 h 5053336"/>
                <a:gd name="connsiteX0" fmla="*/ 2083607 w 3489113"/>
                <a:gd name="connsiteY0" fmla="*/ 0 h 5053336"/>
                <a:gd name="connsiteX1" fmla="*/ 2794805 w 3489113"/>
                <a:gd name="connsiteY1" fmla="*/ 29029 h 5053336"/>
                <a:gd name="connsiteX2" fmla="*/ 1256291 w 3489113"/>
                <a:gd name="connsiteY2" fmla="*/ 5050972 h 5053336"/>
                <a:gd name="connsiteX3" fmla="*/ 1096635 w 3489113"/>
                <a:gd name="connsiteY3" fmla="*/ 2525487 h 5053336"/>
                <a:gd name="connsiteX4" fmla="*/ 2083607 w 3489113"/>
                <a:gd name="connsiteY4" fmla="*/ 0 h 5053336"/>
                <a:gd name="connsiteX0" fmla="*/ 2083607 w 3531996"/>
                <a:gd name="connsiteY0" fmla="*/ 0 h 5050972"/>
                <a:gd name="connsiteX1" fmla="*/ 2794805 w 3531996"/>
                <a:gd name="connsiteY1" fmla="*/ 29029 h 5050972"/>
                <a:gd name="connsiteX2" fmla="*/ 1256291 w 3531996"/>
                <a:gd name="connsiteY2" fmla="*/ 5050972 h 5050972"/>
                <a:gd name="connsiteX3" fmla="*/ 1096635 w 3531996"/>
                <a:gd name="connsiteY3" fmla="*/ 2525487 h 5050972"/>
                <a:gd name="connsiteX4" fmla="*/ 2083607 w 3531996"/>
                <a:gd name="connsiteY4" fmla="*/ 0 h 5050972"/>
                <a:gd name="connsiteX0" fmla="*/ 2083607 w 3469243"/>
                <a:gd name="connsiteY0" fmla="*/ 0 h 5050972"/>
                <a:gd name="connsiteX1" fmla="*/ 2794805 w 3469243"/>
                <a:gd name="connsiteY1" fmla="*/ 29029 h 5050972"/>
                <a:gd name="connsiteX2" fmla="*/ 1256291 w 3469243"/>
                <a:gd name="connsiteY2" fmla="*/ 5050972 h 5050972"/>
                <a:gd name="connsiteX3" fmla="*/ 1096635 w 3469243"/>
                <a:gd name="connsiteY3" fmla="*/ 2525487 h 5050972"/>
                <a:gd name="connsiteX4" fmla="*/ 2083607 w 3469243"/>
                <a:gd name="connsiteY4" fmla="*/ 0 h 5050972"/>
                <a:gd name="connsiteX0" fmla="*/ 2083607 w 3469243"/>
                <a:gd name="connsiteY0" fmla="*/ 0 h 5050972"/>
                <a:gd name="connsiteX1" fmla="*/ 2794805 w 3469243"/>
                <a:gd name="connsiteY1" fmla="*/ 29029 h 5050972"/>
                <a:gd name="connsiteX2" fmla="*/ 1256291 w 3469243"/>
                <a:gd name="connsiteY2" fmla="*/ 5050972 h 5050972"/>
                <a:gd name="connsiteX3" fmla="*/ 1096635 w 3469243"/>
                <a:gd name="connsiteY3" fmla="*/ 2525487 h 5050972"/>
                <a:gd name="connsiteX4" fmla="*/ 2083607 w 3469243"/>
                <a:gd name="connsiteY4" fmla="*/ 0 h 5050972"/>
                <a:gd name="connsiteX0" fmla="*/ 2083607 w 3469243"/>
                <a:gd name="connsiteY0" fmla="*/ 0 h 5050972"/>
                <a:gd name="connsiteX1" fmla="*/ 2794805 w 3469243"/>
                <a:gd name="connsiteY1" fmla="*/ 29029 h 5050972"/>
                <a:gd name="connsiteX2" fmla="*/ 1256291 w 3469243"/>
                <a:gd name="connsiteY2" fmla="*/ 5050972 h 5050972"/>
                <a:gd name="connsiteX3" fmla="*/ 1096635 w 3469243"/>
                <a:gd name="connsiteY3" fmla="*/ 2525487 h 5050972"/>
                <a:gd name="connsiteX4" fmla="*/ 2083607 w 3469243"/>
                <a:gd name="connsiteY4" fmla="*/ 0 h 5050972"/>
                <a:gd name="connsiteX0" fmla="*/ 2083607 w 3469243"/>
                <a:gd name="connsiteY0" fmla="*/ 0 h 5050972"/>
                <a:gd name="connsiteX1" fmla="*/ 2794805 w 3469243"/>
                <a:gd name="connsiteY1" fmla="*/ 29029 h 5050972"/>
                <a:gd name="connsiteX2" fmla="*/ 1256291 w 3469243"/>
                <a:gd name="connsiteY2" fmla="*/ 5050972 h 5050972"/>
                <a:gd name="connsiteX3" fmla="*/ 1096635 w 3469243"/>
                <a:gd name="connsiteY3" fmla="*/ 2525487 h 5050972"/>
                <a:gd name="connsiteX4" fmla="*/ 2083607 w 3469243"/>
                <a:gd name="connsiteY4" fmla="*/ 0 h 5050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69243" h="5050972">
                  <a:moveTo>
                    <a:pt x="2083607" y="0"/>
                  </a:moveTo>
                  <a:lnTo>
                    <a:pt x="2794805" y="29029"/>
                  </a:lnTo>
                  <a:cubicBezTo>
                    <a:pt x="4584900" y="2254554"/>
                    <a:pt x="2369053" y="5031620"/>
                    <a:pt x="1256291" y="5050972"/>
                  </a:cubicBezTo>
                  <a:cubicBezTo>
                    <a:pt x="-553156" y="4988077"/>
                    <a:pt x="-229003" y="3241525"/>
                    <a:pt x="1096635" y="2525487"/>
                  </a:cubicBezTo>
                  <a:cubicBezTo>
                    <a:pt x="1812018" y="1980995"/>
                    <a:pt x="1430463" y="343505"/>
                    <a:pt x="2083607" y="0"/>
                  </a:cubicBezTo>
                  <a:close/>
                </a:path>
              </a:pathLst>
            </a:custGeom>
            <a:solidFill>
              <a:srgbClr val="660099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3">
              <a:extLst>
                <a:ext uri="{FF2B5EF4-FFF2-40B4-BE49-F238E27FC236}">
                  <a16:creationId xmlns:a16="http://schemas.microsoft.com/office/drawing/2014/main" id="{8D612FE1-DD20-12D8-3F5C-24D6CD154DE6}"/>
                </a:ext>
              </a:extLst>
            </p:cNvPr>
            <p:cNvSpPr/>
            <p:nvPr/>
          </p:nvSpPr>
          <p:spPr>
            <a:xfrm>
              <a:off x="4905830" y="856343"/>
              <a:ext cx="1684090" cy="1886858"/>
            </a:xfrm>
            <a:custGeom>
              <a:avLst/>
              <a:gdLst>
                <a:gd name="connsiteX0" fmla="*/ 0 w 812800"/>
                <a:gd name="connsiteY0" fmla="*/ 0 h 667657"/>
                <a:gd name="connsiteX1" fmla="*/ 812800 w 812800"/>
                <a:gd name="connsiteY1" fmla="*/ 0 h 667657"/>
                <a:gd name="connsiteX2" fmla="*/ 812800 w 812800"/>
                <a:gd name="connsiteY2" fmla="*/ 667657 h 667657"/>
                <a:gd name="connsiteX3" fmla="*/ 0 w 812800"/>
                <a:gd name="connsiteY3" fmla="*/ 667657 h 667657"/>
                <a:gd name="connsiteX4" fmla="*/ 0 w 812800"/>
                <a:gd name="connsiteY4" fmla="*/ 0 h 667657"/>
                <a:gd name="connsiteX0" fmla="*/ 43542 w 812800"/>
                <a:gd name="connsiteY0" fmla="*/ 0 h 1277257"/>
                <a:gd name="connsiteX1" fmla="*/ 812800 w 812800"/>
                <a:gd name="connsiteY1" fmla="*/ 609600 h 1277257"/>
                <a:gd name="connsiteX2" fmla="*/ 812800 w 812800"/>
                <a:gd name="connsiteY2" fmla="*/ 1277257 h 1277257"/>
                <a:gd name="connsiteX3" fmla="*/ 0 w 812800"/>
                <a:gd name="connsiteY3" fmla="*/ 1277257 h 1277257"/>
                <a:gd name="connsiteX4" fmla="*/ 43542 w 812800"/>
                <a:gd name="connsiteY4" fmla="*/ 0 h 1277257"/>
                <a:gd name="connsiteX0" fmla="*/ 43542 w 812800"/>
                <a:gd name="connsiteY0" fmla="*/ 145143 h 1422400"/>
                <a:gd name="connsiteX1" fmla="*/ 232228 w 812800"/>
                <a:gd name="connsiteY1" fmla="*/ 0 h 1422400"/>
                <a:gd name="connsiteX2" fmla="*/ 812800 w 812800"/>
                <a:gd name="connsiteY2" fmla="*/ 1422400 h 1422400"/>
                <a:gd name="connsiteX3" fmla="*/ 0 w 812800"/>
                <a:gd name="connsiteY3" fmla="*/ 1422400 h 1422400"/>
                <a:gd name="connsiteX4" fmla="*/ 43542 w 812800"/>
                <a:gd name="connsiteY4" fmla="*/ 145143 h 1422400"/>
                <a:gd name="connsiteX0" fmla="*/ 43542 w 812800"/>
                <a:gd name="connsiteY0" fmla="*/ 145143 h 1422400"/>
                <a:gd name="connsiteX1" fmla="*/ 232228 w 812800"/>
                <a:gd name="connsiteY1" fmla="*/ 0 h 1422400"/>
                <a:gd name="connsiteX2" fmla="*/ 377371 w 812800"/>
                <a:gd name="connsiteY2" fmla="*/ 783771 h 1422400"/>
                <a:gd name="connsiteX3" fmla="*/ 812800 w 812800"/>
                <a:gd name="connsiteY3" fmla="*/ 1422400 h 1422400"/>
                <a:gd name="connsiteX4" fmla="*/ 0 w 812800"/>
                <a:gd name="connsiteY4" fmla="*/ 1422400 h 1422400"/>
                <a:gd name="connsiteX5" fmla="*/ 43542 w 812800"/>
                <a:gd name="connsiteY5" fmla="*/ 145143 h 1422400"/>
                <a:gd name="connsiteX0" fmla="*/ 43542 w 812800"/>
                <a:gd name="connsiteY0" fmla="*/ 145143 h 1422400"/>
                <a:gd name="connsiteX1" fmla="*/ 232228 w 812800"/>
                <a:gd name="connsiteY1" fmla="*/ 0 h 1422400"/>
                <a:gd name="connsiteX2" fmla="*/ 377371 w 812800"/>
                <a:gd name="connsiteY2" fmla="*/ 783771 h 1422400"/>
                <a:gd name="connsiteX3" fmla="*/ 812800 w 812800"/>
                <a:gd name="connsiteY3" fmla="*/ 1422400 h 1422400"/>
                <a:gd name="connsiteX4" fmla="*/ 0 w 812800"/>
                <a:gd name="connsiteY4" fmla="*/ 1422400 h 1422400"/>
                <a:gd name="connsiteX5" fmla="*/ 188686 w 812800"/>
                <a:gd name="connsiteY5" fmla="*/ 754743 h 1422400"/>
                <a:gd name="connsiteX6" fmla="*/ 43542 w 812800"/>
                <a:gd name="connsiteY6" fmla="*/ 145143 h 1422400"/>
                <a:gd name="connsiteX0" fmla="*/ 667656 w 1436914"/>
                <a:gd name="connsiteY0" fmla="*/ 145143 h 1422400"/>
                <a:gd name="connsiteX1" fmla="*/ 856342 w 1436914"/>
                <a:gd name="connsiteY1" fmla="*/ 0 h 1422400"/>
                <a:gd name="connsiteX2" fmla="*/ 1001485 w 1436914"/>
                <a:gd name="connsiteY2" fmla="*/ 783771 h 1422400"/>
                <a:gd name="connsiteX3" fmla="*/ 1436914 w 1436914"/>
                <a:gd name="connsiteY3" fmla="*/ 1422400 h 1422400"/>
                <a:gd name="connsiteX4" fmla="*/ 0 w 1436914"/>
                <a:gd name="connsiteY4" fmla="*/ 1378857 h 1422400"/>
                <a:gd name="connsiteX5" fmla="*/ 812800 w 1436914"/>
                <a:gd name="connsiteY5" fmla="*/ 754743 h 1422400"/>
                <a:gd name="connsiteX6" fmla="*/ 667656 w 1436914"/>
                <a:gd name="connsiteY6" fmla="*/ 145143 h 1422400"/>
                <a:gd name="connsiteX0" fmla="*/ 667656 w 1436914"/>
                <a:gd name="connsiteY0" fmla="*/ 145143 h 1422400"/>
                <a:gd name="connsiteX1" fmla="*/ 856342 w 1436914"/>
                <a:gd name="connsiteY1" fmla="*/ 0 h 1422400"/>
                <a:gd name="connsiteX2" fmla="*/ 1001485 w 1436914"/>
                <a:gd name="connsiteY2" fmla="*/ 783771 h 1422400"/>
                <a:gd name="connsiteX3" fmla="*/ 1436914 w 1436914"/>
                <a:gd name="connsiteY3" fmla="*/ 1422400 h 1422400"/>
                <a:gd name="connsiteX4" fmla="*/ 595085 w 1436914"/>
                <a:gd name="connsiteY4" fmla="*/ 1219200 h 1422400"/>
                <a:gd name="connsiteX5" fmla="*/ 0 w 1436914"/>
                <a:gd name="connsiteY5" fmla="*/ 1378857 h 1422400"/>
                <a:gd name="connsiteX6" fmla="*/ 812800 w 1436914"/>
                <a:gd name="connsiteY6" fmla="*/ 754743 h 1422400"/>
                <a:gd name="connsiteX7" fmla="*/ 667656 w 1436914"/>
                <a:gd name="connsiteY7" fmla="*/ 145143 h 1422400"/>
                <a:gd name="connsiteX0" fmla="*/ 667656 w 1683657"/>
                <a:gd name="connsiteY0" fmla="*/ 145143 h 1378857"/>
                <a:gd name="connsiteX1" fmla="*/ 856342 w 1683657"/>
                <a:gd name="connsiteY1" fmla="*/ 0 h 1378857"/>
                <a:gd name="connsiteX2" fmla="*/ 1001485 w 1683657"/>
                <a:gd name="connsiteY2" fmla="*/ 783771 h 1378857"/>
                <a:gd name="connsiteX3" fmla="*/ 1683657 w 1683657"/>
                <a:gd name="connsiteY3" fmla="*/ 1335314 h 1378857"/>
                <a:gd name="connsiteX4" fmla="*/ 595085 w 1683657"/>
                <a:gd name="connsiteY4" fmla="*/ 1219200 h 1378857"/>
                <a:gd name="connsiteX5" fmla="*/ 0 w 1683657"/>
                <a:gd name="connsiteY5" fmla="*/ 1378857 h 1378857"/>
                <a:gd name="connsiteX6" fmla="*/ 812800 w 1683657"/>
                <a:gd name="connsiteY6" fmla="*/ 754743 h 1378857"/>
                <a:gd name="connsiteX7" fmla="*/ 667656 w 1683657"/>
                <a:gd name="connsiteY7" fmla="*/ 145143 h 1378857"/>
                <a:gd name="connsiteX0" fmla="*/ 667656 w 1684126"/>
                <a:gd name="connsiteY0" fmla="*/ 145143 h 1378857"/>
                <a:gd name="connsiteX1" fmla="*/ 856342 w 1684126"/>
                <a:gd name="connsiteY1" fmla="*/ 0 h 1378857"/>
                <a:gd name="connsiteX2" fmla="*/ 1001485 w 1684126"/>
                <a:gd name="connsiteY2" fmla="*/ 783771 h 1378857"/>
                <a:gd name="connsiteX3" fmla="*/ 1683657 w 1684126"/>
                <a:gd name="connsiteY3" fmla="*/ 1335314 h 1378857"/>
                <a:gd name="connsiteX4" fmla="*/ 1074057 w 1684126"/>
                <a:gd name="connsiteY4" fmla="*/ 1219201 h 1378857"/>
                <a:gd name="connsiteX5" fmla="*/ 595085 w 1684126"/>
                <a:gd name="connsiteY5" fmla="*/ 1219200 h 1378857"/>
                <a:gd name="connsiteX6" fmla="*/ 0 w 1684126"/>
                <a:gd name="connsiteY6" fmla="*/ 1378857 h 1378857"/>
                <a:gd name="connsiteX7" fmla="*/ 812800 w 1684126"/>
                <a:gd name="connsiteY7" fmla="*/ 754743 h 1378857"/>
                <a:gd name="connsiteX8" fmla="*/ 667656 w 1684126"/>
                <a:gd name="connsiteY8" fmla="*/ 145143 h 1378857"/>
                <a:gd name="connsiteX0" fmla="*/ 667656 w 1684126"/>
                <a:gd name="connsiteY0" fmla="*/ 145143 h 1886858"/>
                <a:gd name="connsiteX1" fmla="*/ 856342 w 1684126"/>
                <a:gd name="connsiteY1" fmla="*/ 0 h 1886858"/>
                <a:gd name="connsiteX2" fmla="*/ 1001485 w 1684126"/>
                <a:gd name="connsiteY2" fmla="*/ 783771 h 1886858"/>
                <a:gd name="connsiteX3" fmla="*/ 1683657 w 1684126"/>
                <a:gd name="connsiteY3" fmla="*/ 1335314 h 1886858"/>
                <a:gd name="connsiteX4" fmla="*/ 1074057 w 1684126"/>
                <a:gd name="connsiteY4" fmla="*/ 1219201 h 1886858"/>
                <a:gd name="connsiteX5" fmla="*/ 870856 w 1684126"/>
                <a:gd name="connsiteY5" fmla="*/ 1886858 h 1886858"/>
                <a:gd name="connsiteX6" fmla="*/ 595085 w 1684126"/>
                <a:gd name="connsiteY6" fmla="*/ 1219200 h 1886858"/>
                <a:gd name="connsiteX7" fmla="*/ 0 w 1684126"/>
                <a:gd name="connsiteY7" fmla="*/ 1378857 h 1886858"/>
                <a:gd name="connsiteX8" fmla="*/ 812800 w 1684126"/>
                <a:gd name="connsiteY8" fmla="*/ 754743 h 1886858"/>
                <a:gd name="connsiteX9" fmla="*/ 667656 w 1684126"/>
                <a:gd name="connsiteY9" fmla="*/ 145143 h 1886858"/>
                <a:gd name="connsiteX0" fmla="*/ 667656 w 1684126"/>
                <a:gd name="connsiteY0" fmla="*/ 145143 h 1886858"/>
                <a:gd name="connsiteX1" fmla="*/ 856342 w 1684126"/>
                <a:gd name="connsiteY1" fmla="*/ 0 h 1886858"/>
                <a:gd name="connsiteX2" fmla="*/ 1001485 w 1684126"/>
                <a:gd name="connsiteY2" fmla="*/ 783771 h 1886858"/>
                <a:gd name="connsiteX3" fmla="*/ 1683657 w 1684126"/>
                <a:gd name="connsiteY3" fmla="*/ 1335314 h 1886858"/>
                <a:gd name="connsiteX4" fmla="*/ 1074057 w 1684126"/>
                <a:gd name="connsiteY4" fmla="*/ 1219201 h 1886858"/>
                <a:gd name="connsiteX5" fmla="*/ 870856 w 1684126"/>
                <a:gd name="connsiteY5" fmla="*/ 1886858 h 1886858"/>
                <a:gd name="connsiteX6" fmla="*/ 595085 w 1684126"/>
                <a:gd name="connsiteY6" fmla="*/ 1219200 h 1886858"/>
                <a:gd name="connsiteX7" fmla="*/ 0 w 1684126"/>
                <a:gd name="connsiteY7" fmla="*/ 1378857 h 1886858"/>
                <a:gd name="connsiteX8" fmla="*/ 812800 w 1684126"/>
                <a:gd name="connsiteY8" fmla="*/ 754743 h 1886858"/>
                <a:gd name="connsiteX9" fmla="*/ 667656 w 1684126"/>
                <a:gd name="connsiteY9" fmla="*/ 145143 h 1886858"/>
                <a:gd name="connsiteX0" fmla="*/ 667656 w 1684126"/>
                <a:gd name="connsiteY0" fmla="*/ 145143 h 1886858"/>
                <a:gd name="connsiteX1" fmla="*/ 856342 w 1684126"/>
                <a:gd name="connsiteY1" fmla="*/ 0 h 1886858"/>
                <a:gd name="connsiteX2" fmla="*/ 1001485 w 1684126"/>
                <a:gd name="connsiteY2" fmla="*/ 783771 h 1886858"/>
                <a:gd name="connsiteX3" fmla="*/ 1683657 w 1684126"/>
                <a:gd name="connsiteY3" fmla="*/ 1335314 h 1886858"/>
                <a:gd name="connsiteX4" fmla="*/ 1074057 w 1684126"/>
                <a:gd name="connsiteY4" fmla="*/ 1219201 h 1886858"/>
                <a:gd name="connsiteX5" fmla="*/ 870856 w 1684126"/>
                <a:gd name="connsiteY5" fmla="*/ 1886858 h 1886858"/>
                <a:gd name="connsiteX6" fmla="*/ 595085 w 1684126"/>
                <a:gd name="connsiteY6" fmla="*/ 1219200 h 1886858"/>
                <a:gd name="connsiteX7" fmla="*/ 0 w 1684126"/>
                <a:gd name="connsiteY7" fmla="*/ 1378857 h 1886858"/>
                <a:gd name="connsiteX8" fmla="*/ 812800 w 1684126"/>
                <a:gd name="connsiteY8" fmla="*/ 754743 h 1886858"/>
                <a:gd name="connsiteX9" fmla="*/ 667656 w 1684126"/>
                <a:gd name="connsiteY9" fmla="*/ 145143 h 1886858"/>
                <a:gd name="connsiteX0" fmla="*/ 667656 w 1684126"/>
                <a:gd name="connsiteY0" fmla="*/ 145143 h 1886858"/>
                <a:gd name="connsiteX1" fmla="*/ 856342 w 1684126"/>
                <a:gd name="connsiteY1" fmla="*/ 0 h 1886858"/>
                <a:gd name="connsiteX2" fmla="*/ 1001485 w 1684126"/>
                <a:gd name="connsiteY2" fmla="*/ 783771 h 1886858"/>
                <a:gd name="connsiteX3" fmla="*/ 1683657 w 1684126"/>
                <a:gd name="connsiteY3" fmla="*/ 1335314 h 1886858"/>
                <a:gd name="connsiteX4" fmla="*/ 1074057 w 1684126"/>
                <a:gd name="connsiteY4" fmla="*/ 1219201 h 1886858"/>
                <a:gd name="connsiteX5" fmla="*/ 870856 w 1684126"/>
                <a:gd name="connsiteY5" fmla="*/ 1886858 h 1886858"/>
                <a:gd name="connsiteX6" fmla="*/ 595085 w 1684126"/>
                <a:gd name="connsiteY6" fmla="*/ 1219200 h 1886858"/>
                <a:gd name="connsiteX7" fmla="*/ 0 w 1684126"/>
                <a:gd name="connsiteY7" fmla="*/ 1378857 h 1886858"/>
                <a:gd name="connsiteX8" fmla="*/ 812800 w 1684126"/>
                <a:gd name="connsiteY8" fmla="*/ 754743 h 1886858"/>
                <a:gd name="connsiteX9" fmla="*/ 667656 w 1684126"/>
                <a:gd name="connsiteY9" fmla="*/ 145143 h 1886858"/>
                <a:gd name="connsiteX0" fmla="*/ 667656 w 1684090"/>
                <a:gd name="connsiteY0" fmla="*/ 145143 h 1886858"/>
                <a:gd name="connsiteX1" fmla="*/ 856342 w 1684090"/>
                <a:gd name="connsiteY1" fmla="*/ 0 h 1886858"/>
                <a:gd name="connsiteX2" fmla="*/ 1001485 w 1684090"/>
                <a:gd name="connsiteY2" fmla="*/ 783771 h 1886858"/>
                <a:gd name="connsiteX3" fmla="*/ 1683657 w 1684090"/>
                <a:gd name="connsiteY3" fmla="*/ 1335314 h 1886858"/>
                <a:gd name="connsiteX4" fmla="*/ 1035957 w 1684090"/>
                <a:gd name="connsiteY4" fmla="*/ 1203961 h 1886858"/>
                <a:gd name="connsiteX5" fmla="*/ 870856 w 1684090"/>
                <a:gd name="connsiteY5" fmla="*/ 1886858 h 1886858"/>
                <a:gd name="connsiteX6" fmla="*/ 595085 w 1684090"/>
                <a:gd name="connsiteY6" fmla="*/ 1219200 h 1886858"/>
                <a:gd name="connsiteX7" fmla="*/ 0 w 1684090"/>
                <a:gd name="connsiteY7" fmla="*/ 1378857 h 1886858"/>
                <a:gd name="connsiteX8" fmla="*/ 812800 w 1684090"/>
                <a:gd name="connsiteY8" fmla="*/ 754743 h 1886858"/>
                <a:gd name="connsiteX9" fmla="*/ 667656 w 1684090"/>
                <a:gd name="connsiteY9" fmla="*/ 145143 h 1886858"/>
                <a:gd name="connsiteX0" fmla="*/ 667656 w 1684090"/>
                <a:gd name="connsiteY0" fmla="*/ 145143 h 1886858"/>
                <a:gd name="connsiteX1" fmla="*/ 856342 w 1684090"/>
                <a:gd name="connsiteY1" fmla="*/ 0 h 1886858"/>
                <a:gd name="connsiteX2" fmla="*/ 1001485 w 1684090"/>
                <a:gd name="connsiteY2" fmla="*/ 783771 h 1886858"/>
                <a:gd name="connsiteX3" fmla="*/ 1683657 w 1684090"/>
                <a:gd name="connsiteY3" fmla="*/ 1335314 h 1886858"/>
                <a:gd name="connsiteX4" fmla="*/ 1035957 w 1684090"/>
                <a:gd name="connsiteY4" fmla="*/ 1203961 h 1886858"/>
                <a:gd name="connsiteX5" fmla="*/ 870856 w 1684090"/>
                <a:gd name="connsiteY5" fmla="*/ 1886858 h 1886858"/>
                <a:gd name="connsiteX6" fmla="*/ 595085 w 1684090"/>
                <a:gd name="connsiteY6" fmla="*/ 1219200 h 1886858"/>
                <a:gd name="connsiteX7" fmla="*/ 0 w 1684090"/>
                <a:gd name="connsiteY7" fmla="*/ 1378857 h 1886858"/>
                <a:gd name="connsiteX8" fmla="*/ 812800 w 1684090"/>
                <a:gd name="connsiteY8" fmla="*/ 754743 h 1886858"/>
                <a:gd name="connsiteX9" fmla="*/ 667656 w 1684090"/>
                <a:gd name="connsiteY9" fmla="*/ 145143 h 1886858"/>
                <a:gd name="connsiteX0" fmla="*/ 667656 w 1684090"/>
                <a:gd name="connsiteY0" fmla="*/ 145143 h 1886858"/>
                <a:gd name="connsiteX1" fmla="*/ 856342 w 1684090"/>
                <a:gd name="connsiteY1" fmla="*/ 0 h 1886858"/>
                <a:gd name="connsiteX2" fmla="*/ 1001485 w 1684090"/>
                <a:gd name="connsiteY2" fmla="*/ 783771 h 1886858"/>
                <a:gd name="connsiteX3" fmla="*/ 1683657 w 1684090"/>
                <a:gd name="connsiteY3" fmla="*/ 1335314 h 1886858"/>
                <a:gd name="connsiteX4" fmla="*/ 1035957 w 1684090"/>
                <a:gd name="connsiteY4" fmla="*/ 1203961 h 1886858"/>
                <a:gd name="connsiteX5" fmla="*/ 870856 w 1684090"/>
                <a:gd name="connsiteY5" fmla="*/ 1886858 h 1886858"/>
                <a:gd name="connsiteX6" fmla="*/ 595085 w 1684090"/>
                <a:gd name="connsiteY6" fmla="*/ 1219200 h 1886858"/>
                <a:gd name="connsiteX7" fmla="*/ 0 w 1684090"/>
                <a:gd name="connsiteY7" fmla="*/ 1378857 h 1886858"/>
                <a:gd name="connsiteX8" fmla="*/ 812800 w 1684090"/>
                <a:gd name="connsiteY8" fmla="*/ 754743 h 1886858"/>
                <a:gd name="connsiteX9" fmla="*/ 667656 w 1684090"/>
                <a:gd name="connsiteY9" fmla="*/ 145143 h 1886858"/>
                <a:gd name="connsiteX0" fmla="*/ 667656 w 1684090"/>
                <a:gd name="connsiteY0" fmla="*/ 145143 h 1886858"/>
                <a:gd name="connsiteX1" fmla="*/ 856342 w 1684090"/>
                <a:gd name="connsiteY1" fmla="*/ 0 h 1886858"/>
                <a:gd name="connsiteX2" fmla="*/ 1001485 w 1684090"/>
                <a:gd name="connsiteY2" fmla="*/ 783771 h 1886858"/>
                <a:gd name="connsiteX3" fmla="*/ 1683657 w 1684090"/>
                <a:gd name="connsiteY3" fmla="*/ 1335314 h 1886858"/>
                <a:gd name="connsiteX4" fmla="*/ 1035957 w 1684090"/>
                <a:gd name="connsiteY4" fmla="*/ 1203961 h 1886858"/>
                <a:gd name="connsiteX5" fmla="*/ 870856 w 1684090"/>
                <a:gd name="connsiteY5" fmla="*/ 1886858 h 1886858"/>
                <a:gd name="connsiteX6" fmla="*/ 595085 w 1684090"/>
                <a:gd name="connsiteY6" fmla="*/ 1219200 h 1886858"/>
                <a:gd name="connsiteX7" fmla="*/ 0 w 1684090"/>
                <a:gd name="connsiteY7" fmla="*/ 1378857 h 1886858"/>
                <a:gd name="connsiteX8" fmla="*/ 812800 w 1684090"/>
                <a:gd name="connsiteY8" fmla="*/ 754743 h 1886858"/>
                <a:gd name="connsiteX9" fmla="*/ 667656 w 1684090"/>
                <a:gd name="connsiteY9" fmla="*/ 145143 h 1886858"/>
                <a:gd name="connsiteX0" fmla="*/ 667656 w 1684090"/>
                <a:gd name="connsiteY0" fmla="*/ 145143 h 1886858"/>
                <a:gd name="connsiteX1" fmla="*/ 856342 w 1684090"/>
                <a:gd name="connsiteY1" fmla="*/ 0 h 1886858"/>
                <a:gd name="connsiteX2" fmla="*/ 1001485 w 1684090"/>
                <a:gd name="connsiteY2" fmla="*/ 783771 h 1886858"/>
                <a:gd name="connsiteX3" fmla="*/ 1683657 w 1684090"/>
                <a:gd name="connsiteY3" fmla="*/ 1335314 h 1886858"/>
                <a:gd name="connsiteX4" fmla="*/ 1035957 w 1684090"/>
                <a:gd name="connsiteY4" fmla="*/ 1203961 h 1886858"/>
                <a:gd name="connsiteX5" fmla="*/ 870856 w 1684090"/>
                <a:gd name="connsiteY5" fmla="*/ 1886858 h 1886858"/>
                <a:gd name="connsiteX6" fmla="*/ 595085 w 1684090"/>
                <a:gd name="connsiteY6" fmla="*/ 1219200 h 1886858"/>
                <a:gd name="connsiteX7" fmla="*/ 0 w 1684090"/>
                <a:gd name="connsiteY7" fmla="*/ 1378857 h 1886858"/>
                <a:gd name="connsiteX8" fmla="*/ 812800 w 1684090"/>
                <a:gd name="connsiteY8" fmla="*/ 754743 h 1886858"/>
                <a:gd name="connsiteX9" fmla="*/ 667656 w 1684090"/>
                <a:gd name="connsiteY9" fmla="*/ 145143 h 1886858"/>
                <a:gd name="connsiteX0" fmla="*/ 667656 w 1684090"/>
                <a:gd name="connsiteY0" fmla="*/ 145143 h 1886858"/>
                <a:gd name="connsiteX1" fmla="*/ 856342 w 1684090"/>
                <a:gd name="connsiteY1" fmla="*/ 0 h 1886858"/>
                <a:gd name="connsiteX2" fmla="*/ 1001485 w 1684090"/>
                <a:gd name="connsiteY2" fmla="*/ 783771 h 1886858"/>
                <a:gd name="connsiteX3" fmla="*/ 1683657 w 1684090"/>
                <a:gd name="connsiteY3" fmla="*/ 1335314 h 1886858"/>
                <a:gd name="connsiteX4" fmla="*/ 1035957 w 1684090"/>
                <a:gd name="connsiteY4" fmla="*/ 1203961 h 1886858"/>
                <a:gd name="connsiteX5" fmla="*/ 870856 w 1684090"/>
                <a:gd name="connsiteY5" fmla="*/ 1886858 h 1886858"/>
                <a:gd name="connsiteX6" fmla="*/ 595085 w 1684090"/>
                <a:gd name="connsiteY6" fmla="*/ 1219200 h 1886858"/>
                <a:gd name="connsiteX7" fmla="*/ 0 w 1684090"/>
                <a:gd name="connsiteY7" fmla="*/ 1378857 h 1886858"/>
                <a:gd name="connsiteX8" fmla="*/ 812800 w 1684090"/>
                <a:gd name="connsiteY8" fmla="*/ 754743 h 1886858"/>
                <a:gd name="connsiteX9" fmla="*/ 667656 w 1684090"/>
                <a:gd name="connsiteY9" fmla="*/ 145143 h 1886858"/>
                <a:gd name="connsiteX0" fmla="*/ 667656 w 1684090"/>
                <a:gd name="connsiteY0" fmla="*/ 145143 h 1886858"/>
                <a:gd name="connsiteX1" fmla="*/ 856342 w 1684090"/>
                <a:gd name="connsiteY1" fmla="*/ 0 h 1886858"/>
                <a:gd name="connsiteX2" fmla="*/ 971005 w 1684090"/>
                <a:gd name="connsiteY2" fmla="*/ 768531 h 1886858"/>
                <a:gd name="connsiteX3" fmla="*/ 1683657 w 1684090"/>
                <a:gd name="connsiteY3" fmla="*/ 1335314 h 1886858"/>
                <a:gd name="connsiteX4" fmla="*/ 1035957 w 1684090"/>
                <a:gd name="connsiteY4" fmla="*/ 1203961 h 1886858"/>
                <a:gd name="connsiteX5" fmla="*/ 870856 w 1684090"/>
                <a:gd name="connsiteY5" fmla="*/ 1886858 h 1886858"/>
                <a:gd name="connsiteX6" fmla="*/ 595085 w 1684090"/>
                <a:gd name="connsiteY6" fmla="*/ 1219200 h 1886858"/>
                <a:gd name="connsiteX7" fmla="*/ 0 w 1684090"/>
                <a:gd name="connsiteY7" fmla="*/ 1378857 h 1886858"/>
                <a:gd name="connsiteX8" fmla="*/ 812800 w 1684090"/>
                <a:gd name="connsiteY8" fmla="*/ 754743 h 1886858"/>
                <a:gd name="connsiteX9" fmla="*/ 667656 w 1684090"/>
                <a:gd name="connsiteY9" fmla="*/ 145143 h 1886858"/>
                <a:gd name="connsiteX0" fmla="*/ 667656 w 1684090"/>
                <a:gd name="connsiteY0" fmla="*/ 145143 h 1886858"/>
                <a:gd name="connsiteX1" fmla="*/ 856342 w 1684090"/>
                <a:gd name="connsiteY1" fmla="*/ 0 h 1886858"/>
                <a:gd name="connsiteX2" fmla="*/ 971005 w 1684090"/>
                <a:gd name="connsiteY2" fmla="*/ 768531 h 1886858"/>
                <a:gd name="connsiteX3" fmla="*/ 1683657 w 1684090"/>
                <a:gd name="connsiteY3" fmla="*/ 1335314 h 1886858"/>
                <a:gd name="connsiteX4" fmla="*/ 1035957 w 1684090"/>
                <a:gd name="connsiteY4" fmla="*/ 1203961 h 1886858"/>
                <a:gd name="connsiteX5" fmla="*/ 870856 w 1684090"/>
                <a:gd name="connsiteY5" fmla="*/ 1886858 h 1886858"/>
                <a:gd name="connsiteX6" fmla="*/ 595085 w 1684090"/>
                <a:gd name="connsiteY6" fmla="*/ 1219200 h 1886858"/>
                <a:gd name="connsiteX7" fmla="*/ 0 w 1684090"/>
                <a:gd name="connsiteY7" fmla="*/ 1378857 h 1886858"/>
                <a:gd name="connsiteX8" fmla="*/ 812800 w 1684090"/>
                <a:gd name="connsiteY8" fmla="*/ 754743 h 1886858"/>
                <a:gd name="connsiteX9" fmla="*/ 667656 w 1684090"/>
                <a:gd name="connsiteY9" fmla="*/ 145143 h 1886858"/>
                <a:gd name="connsiteX0" fmla="*/ 667656 w 1684090"/>
                <a:gd name="connsiteY0" fmla="*/ 145143 h 1886858"/>
                <a:gd name="connsiteX1" fmla="*/ 856342 w 1684090"/>
                <a:gd name="connsiteY1" fmla="*/ 0 h 1886858"/>
                <a:gd name="connsiteX2" fmla="*/ 971005 w 1684090"/>
                <a:gd name="connsiteY2" fmla="*/ 768531 h 1886858"/>
                <a:gd name="connsiteX3" fmla="*/ 1683657 w 1684090"/>
                <a:gd name="connsiteY3" fmla="*/ 1335314 h 1886858"/>
                <a:gd name="connsiteX4" fmla="*/ 1035957 w 1684090"/>
                <a:gd name="connsiteY4" fmla="*/ 1203961 h 1886858"/>
                <a:gd name="connsiteX5" fmla="*/ 870856 w 1684090"/>
                <a:gd name="connsiteY5" fmla="*/ 1886858 h 1886858"/>
                <a:gd name="connsiteX6" fmla="*/ 595085 w 1684090"/>
                <a:gd name="connsiteY6" fmla="*/ 1219200 h 1886858"/>
                <a:gd name="connsiteX7" fmla="*/ 0 w 1684090"/>
                <a:gd name="connsiteY7" fmla="*/ 1378857 h 1886858"/>
                <a:gd name="connsiteX8" fmla="*/ 812800 w 1684090"/>
                <a:gd name="connsiteY8" fmla="*/ 754743 h 1886858"/>
                <a:gd name="connsiteX9" fmla="*/ 667656 w 1684090"/>
                <a:gd name="connsiteY9" fmla="*/ 145143 h 1886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84090" h="1886858">
                  <a:moveTo>
                    <a:pt x="667656" y="145143"/>
                  </a:moveTo>
                  <a:lnTo>
                    <a:pt x="856342" y="0"/>
                  </a:lnTo>
                  <a:cubicBezTo>
                    <a:pt x="948266" y="217714"/>
                    <a:pt x="1061961" y="436517"/>
                    <a:pt x="971005" y="768531"/>
                  </a:cubicBezTo>
                  <a:cubicBezTo>
                    <a:pt x="1236496" y="830459"/>
                    <a:pt x="1570566" y="1029546"/>
                    <a:pt x="1683657" y="1335314"/>
                  </a:cubicBezTo>
                  <a:cubicBezTo>
                    <a:pt x="1700590" y="1417562"/>
                    <a:pt x="1217386" y="1223313"/>
                    <a:pt x="1035957" y="1203961"/>
                  </a:cubicBezTo>
                  <a:cubicBezTo>
                    <a:pt x="1031119" y="1355031"/>
                    <a:pt x="950685" y="1886858"/>
                    <a:pt x="870856" y="1886858"/>
                  </a:cubicBezTo>
                  <a:cubicBezTo>
                    <a:pt x="791027" y="1886858"/>
                    <a:pt x="627016" y="1393493"/>
                    <a:pt x="595085" y="1219200"/>
                  </a:cubicBezTo>
                  <a:cubicBezTo>
                    <a:pt x="328143" y="1356239"/>
                    <a:pt x="198362" y="1325638"/>
                    <a:pt x="0" y="1378857"/>
                  </a:cubicBezTo>
                  <a:cubicBezTo>
                    <a:pt x="70636" y="1113366"/>
                    <a:pt x="505944" y="814494"/>
                    <a:pt x="812800" y="754743"/>
                  </a:cubicBezTo>
                  <a:lnTo>
                    <a:pt x="667656" y="145143"/>
                  </a:lnTo>
                  <a:close/>
                </a:path>
              </a:pathLst>
            </a:custGeom>
            <a:solidFill>
              <a:srgbClr val="29B224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964807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A2AC588-95C5-3691-6298-7382608582B0}"/>
              </a:ext>
            </a:extLst>
          </p:cNvPr>
          <p:cNvGrpSpPr/>
          <p:nvPr/>
        </p:nvGrpSpPr>
        <p:grpSpPr>
          <a:xfrm>
            <a:off x="2109128" y="2814781"/>
            <a:ext cx="5350859" cy="3305173"/>
            <a:chOff x="2109128" y="2814781"/>
            <a:chExt cx="5350859" cy="3305173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4335881F-1488-F750-4EFB-D0F36C87B6A1}"/>
                </a:ext>
              </a:extLst>
            </p:cNvPr>
            <p:cNvSpPr/>
            <p:nvPr/>
          </p:nvSpPr>
          <p:spPr>
            <a:xfrm>
              <a:off x="2109128" y="2814781"/>
              <a:ext cx="5350859" cy="3305173"/>
            </a:xfrm>
            <a:custGeom>
              <a:avLst/>
              <a:gdLst>
                <a:gd name="connsiteX0" fmla="*/ 0 w 2679700"/>
                <a:gd name="connsiteY0" fmla="*/ 0 h 876300"/>
                <a:gd name="connsiteX1" fmla="*/ 2679700 w 2679700"/>
                <a:gd name="connsiteY1" fmla="*/ 0 h 876300"/>
                <a:gd name="connsiteX2" fmla="*/ 2679700 w 2679700"/>
                <a:gd name="connsiteY2" fmla="*/ 876300 h 876300"/>
                <a:gd name="connsiteX3" fmla="*/ 0 w 2679700"/>
                <a:gd name="connsiteY3" fmla="*/ 876300 h 876300"/>
                <a:gd name="connsiteX4" fmla="*/ 0 w 2679700"/>
                <a:gd name="connsiteY4" fmla="*/ 0 h 876300"/>
                <a:gd name="connsiteX0" fmla="*/ 0 w 3441700"/>
                <a:gd name="connsiteY0" fmla="*/ 0 h 889000"/>
                <a:gd name="connsiteX1" fmla="*/ 3441700 w 3441700"/>
                <a:gd name="connsiteY1" fmla="*/ 12700 h 889000"/>
                <a:gd name="connsiteX2" fmla="*/ 3441700 w 3441700"/>
                <a:gd name="connsiteY2" fmla="*/ 889000 h 889000"/>
                <a:gd name="connsiteX3" fmla="*/ 762000 w 3441700"/>
                <a:gd name="connsiteY3" fmla="*/ 889000 h 889000"/>
                <a:gd name="connsiteX4" fmla="*/ 0 w 3441700"/>
                <a:gd name="connsiteY4" fmla="*/ 0 h 889000"/>
                <a:gd name="connsiteX0" fmla="*/ 0 w 3441700"/>
                <a:gd name="connsiteY0" fmla="*/ 698500 h 1587500"/>
                <a:gd name="connsiteX1" fmla="*/ 1612900 w 3441700"/>
                <a:gd name="connsiteY1" fmla="*/ 0 h 1587500"/>
                <a:gd name="connsiteX2" fmla="*/ 3441700 w 3441700"/>
                <a:gd name="connsiteY2" fmla="*/ 711200 h 1587500"/>
                <a:gd name="connsiteX3" fmla="*/ 3441700 w 3441700"/>
                <a:gd name="connsiteY3" fmla="*/ 1587500 h 1587500"/>
                <a:gd name="connsiteX4" fmla="*/ 762000 w 3441700"/>
                <a:gd name="connsiteY4" fmla="*/ 1587500 h 1587500"/>
                <a:gd name="connsiteX5" fmla="*/ 0 w 3441700"/>
                <a:gd name="connsiteY5" fmla="*/ 698500 h 1587500"/>
                <a:gd name="connsiteX0" fmla="*/ 0 w 3441700"/>
                <a:gd name="connsiteY0" fmla="*/ 1029217 h 1918217"/>
                <a:gd name="connsiteX1" fmla="*/ 1612900 w 3441700"/>
                <a:gd name="connsiteY1" fmla="*/ 330717 h 1918217"/>
                <a:gd name="connsiteX2" fmla="*/ 2730500 w 3441700"/>
                <a:gd name="connsiteY2" fmla="*/ 13217 h 1918217"/>
                <a:gd name="connsiteX3" fmla="*/ 3441700 w 3441700"/>
                <a:gd name="connsiteY3" fmla="*/ 1041917 h 1918217"/>
                <a:gd name="connsiteX4" fmla="*/ 3441700 w 3441700"/>
                <a:gd name="connsiteY4" fmla="*/ 1918217 h 1918217"/>
                <a:gd name="connsiteX5" fmla="*/ 762000 w 3441700"/>
                <a:gd name="connsiteY5" fmla="*/ 1918217 h 1918217"/>
                <a:gd name="connsiteX6" fmla="*/ 0 w 3441700"/>
                <a:gd name="connsiteY6" fmla="*/ 1029217 h 1918217"/>
                <a:gd name="connsiteX0" fmla="*/ 0 w 4495800"/>
                <a:gd name="connsiteY0" fmla="*/ 1029217 h 2235717"/>
                <a:gd name="connsiteX1" fmla="*/ 1612900 w 4495800"/>
                <a:gd name="connsiteY1" fmla="*/ 330717 h 2235717"/>
                <a:gd name="connsiteX2" fmla="*/ 2730500 w 4495800"/>
                <a:gd name="connsiteY2" fmla="*/ 13217 h 2235717"/>
                <a:gd name="connsiteX3" fmla="*/ 4495800 w 4495800"/>
                <a:gd name="connsiteY3" fmla="*/ 2235717 h 2235717"/>
                <a:gd name="connsiteX4" fmla="*/ 3441700 w 4495800"/>
                <a:gd name="connsiteY4" fmla="*/ 1918217 h 2235717"/>
                <a:gd name="connsiteX5" fmla="*/ 762000 w 4495800"/>
                <a:gd name="connsiteY5" fmla="*/ 1918217 h 2235717"/>
                <a:gd name="connsiteX6" fmla="*/ 0 w 4495800"/>
                <a:gd name="connsiteY6" fmla="*/ 1029217 h 2235717"/>
                <a:gd name="connsiteX0" fmla="*/ 0 w 4495800"/>
                <a:gd name="connsiteY0" fmla="*/ 1029217 h 2756417"/>
                <a:gd name="connsiteX1" fmla="*/ 1612900 w 4495800"/>
                <a:gd name="connsiteY1" fmla="*/ 330717 h 2756417"/>
                <a:gd name="connsiteX2" fmla="*/ 2730500 w 4495800"/>
                <a:gd name="connsiteY2" fmla="*/ 13217 h 2756417"/>
                <a:gd name="connsiteX3" fmla="*/ 4495800 w 4495800"/>
                <a:gd name="connsiteY3" fmla="*/ 2235717 h 2756417"/>
                <a:gd name="connsiteX4" fmla="*/ 3759200 w 4495800"/>
                <a:gd name="connsiteY4" fmla="*/ 2756417 h 2756417"/>
                <a:gd name="connsiteX5" fmla="*/ 762000 w 4495800"/>
                <a:gd name="connsiteY5" fmla="*/ 1918217 h 2756417"/>
                <a:gd name="connsiteX6" fmla="*/ 0 w 4495800"/>
                <a:gd name="connsiteY6" fmla="*/ 1029217 h 2756417"/>
                <a:gd name="connsiteX0" fmla="*/ 0 w 4495800"/>
                <a:gd name="connsiteY0" fmla="*/ 1029217 h 2756417"/>
                <a:gd name="connsiteX1" fmla="*/ 1612900 w 4495800"/>
                <a:gd name="connsiteY1" fmla="*/ 330717 h 2756417"/>
                <a:gd name="connsiteX2" fmla="*/ 2730500 w 4495800"/>
                <a:gd name="connsiteY2" fmla="*/ 13217 h 2756417"/>
                <a:gd name="connsiteX3" fmla="*/ 4495800 w 4495800"/>
                <a:gd name="connsiteY3" fmla="*/ 2235717 h 2756417"/>
                <a:gd name="connsiteX4" fmla="*/ 3759200 w 4495800"/>
                <a:gd name="connsiteY4" fmla="*/ 2756417 h 2756417"/>
                <a:gd name="connsiteX5" fmla="*/ 762000 w 4495800"/>
                <a:gd name="connsiteY5" fmla="*/ 1918217 h 2756417"/>
                <a:gd name="connsiteX6" fmla="*/ 0 w 4495800"/>
                <a:gd name="connsiteY6" fmla="*/ 1029217 h 2756417"/>
                <a:gd name="connsiteX0" fmla="*/ 571500 w 5067300"/>
                <a:gd name="connsiteY0" fmla="*/ 1029217 h 2756417"/>
                <a:gd name="connsiteX1" fmla="*/ 2184400 w 5067300"/>
                <a:gd name="connsiteY1" fmla="*/ 330717 h 2756417"/>
                <a:gd name="connsiteX2" fmla="*/ 3302000 w 5067300"/>
                <a:gd name="connsiteY2" fmla="*/ 13217 h 2756417"/>
                <a:gd name="connsiteX3" fmla="*/ 5067300 w 5067300"/>
                <a:gd name="connsiteY3" fmla="*/ 2235717 h 2756417"/>
                <a:gd name="connsiteX4" fmla="*/ 4330700 w 5067300"/>
                <a:gd name="connsiteY4" fmla="*/ 2756417 h 2756417"/>
                <a:gd name="connsiteX5" fmla="*/ 0 w 5067300"/>
                <a:gd name="connsiteY5" fmla="*/ 2515117 h 2756417"/>
                <a:gd name="connsiteX6" fmla="*/ 571500 w 5067300"/>
                <a:gd name="connsiteY6" fmla="*/ 1029217 h 2756417"/>
                <a:gd name="connsiteX0" fmla="*/ 609142 w 5104942"/>
                <a:gd name="connsiteY0" fmla="*/ 1029217 h 2756417"/>
                <a:gd name="connsiteX1" fmla="*/ 2222042 w 5104942"/>
                <a:gd name="connsiteY1" fmla="*/ 330717 h 2756417"/>
                <a:gd name="connsiteX2" fmla="*/ 3339642 w 5104942"/>
                <a:gd name="connsiteY2" fmla="*/ 13217 h 2756417"/>
                <a:gd name="connsiteX3" fmla="*/ 5104942 w 5104942"/>
                <a:gd name="connsiteY3" fmla="*/ 2235717 h 2756417"/>
                <a:gd name="connsiteX4" fmla="*/ 4368342 w 5104942"/>
                <a:gd name="connsiteY4" fmla="*/ 2756417 h 2756417"/>
                <a:gd name="connsiteX5" fmla="*/ 37642 w 5104942"/>
                <a:gd name="connsiteY5" fmla="*/ 2515117 h 2756417"/>
                <a:gd name="connsiteX6" fmla="*/ 12242 w 5104942"/>
                <a:gd name="connsiteY6" fmla="*/ 2108718 h 2756417"/>
                <a:gd name="connsiteX7" fmla="*/ 609142 w 5104942"/>
                <a:gd name="connsiteY7" fmla="*/ 1029217 h 2756417"/>
                <a:gd name="connsiteX0" fmla="*/ 609142 w 5104942"/>
                <a:gd name="connsiteY0" fmla="*/ 1029217 h 2756417"/>
                <a:gd name="connsiteX1" fmla="*/ 2222042 w 5104942"/>
                <a:gd name="connsiteY1" fmla="*/ 330717 h 2756417"/>
                <a:gd name="connsiteX2" fmla="*/ 3339642 w 5104942"/>
                <a:gd name="connsiteY2" fmla="*/ 13217 h 2756417"/>
                <a:gd name="connsiteX3" fmla="*/ 5104942 w 5104942"/>
                <a:gd name="connsiteY3" fmla="*/ 2235717 h 2756417"/>
                <a:gd name="connsiteX4" fmla="*/ 4368342 w 5104942"/>
                <a:gd name="connsiteY4" fmla="*/ 2756417 h 2756417"/>
                <a:gd name="connsiteX5" fmla="*/ 37642 w 5104942"/>
                <a:gd name="connsiteY5" fmla="*/ 2515117 h 2756417"/>
                <a:gd name="connsiteX6" fmla="*/ 12242 w 5104942"/>
                <a:gd name="connsiteY6" fmla="*/ 2108718 h 2756417"/>
                <a:gd name="connsiteX7" fmla="*/ 126542 w 5104942"/>
                <a:gd name="connsiteY7" fmla="*/ 1626118 h 2756417"/>
                <a:gd name="connsiteX8" fmla="*/ 609142 w 5104942"/>
                <a:gd name="connsiteY8" fmla="*/ 1029217 h 2756417"/>
                <a:gd name="connsiteX0" fmla="*/ 609142 w 5104942"/>
                <a:gd name="connsiteY0" fmla="*/ 1029217 h 3119147"/>
                <a:gd name="connsiteX1" fmla="*/ 2222042 w 5104942"/>
                <a:gd name="connsiteY1" fmla="*/ 330717 h 3119147"/>
                <a:gd name="connsiteX2" fmla="*/ 3339642 w 5104942"/>
                <a:gd name="connsiteY2" fmla="*/ 13217 h 3119147"/>
                <a:gd name="connsiteX3" fmla="*/ 5104942 w 5104942"/>
                <a:gd name="connsiteY3" fmla="*/ 2235717 h 3119147"/>
                <a:gd name="connsiteX4" fmla="*/ 4368342 w 5104942"/>
                <a:gd name="connsiteY4" fmla="*/ 2756417 h 3119147"/>
                <a:gd name="connsiteX5" fmla="*/ 37642 w 5104942"/>
                <a:gd name="connsiteY5" fmla="*/ 2515117 h 3119147"/>
                <a:gd name="connsiteX6" fmla="*/ 12242 w 5104942"/>
                <a:gd name="connsiteY6" fmla="*/ 2108718 h 3119147"/>
                <a:gd name="connsiteX7" fmla="*/ 126542 w 5104942"/>
                <a:gd name="connsiteY7" fmla="*/ 1626118 h 3119147"/>
                <a:gd name="connsiteX8" fmla="*/ 609142 w 5104942"/>
                <a:gd name="connsiteY8" fmla="*/ 1029217 h 3119147"/>
                <a:gd name="connsiteX0" fmla="*/ 609142 w 5104942"/>
                <a:gd name="connsiteY0" fmla="*/ 1029217 h 3257892"/>
                <a:gd name="connsiteX1" fmla="*/ 2222042 w 5104942"/>
                <a:gd name="connsiteY1" fmla="*/ 330717 h 3257892"/>
                <a:gd name="connsiteX2" fmla="*/ 3339642 w 5104942"/>
                <a:gd name="connsiteY2" fmla="*/ 13217 h 3257892"/>
                <a:gd name="connsiteX3" fmla="*/ 5104942 w 5104942"/>
                <a:gd name="connsiteY3" fmla="*/ 2235717 h 3257892"/>
                <a:gd name="connsiteX4" fmla="*/ 4368342 w 5104942"/>
                <a:gd name="connsiteY4" fmla="*/ 2756417 h 3257892"/>
                <a:gd name="connsiteX5" fmla="*/ 37642 w 5104942"/>
                <a:gd name="connsiteY5" fmla="*/ 2515117 h 3257892"/>
                <a:gd name="connsiteX6" fmla="*/ 12242 w 5104942"/>
                <a:gd name="connsiteY6" fmla="*/ 2108718 h 3257892"/>
                <a:gd name="connsiteX7" fmla="*/ 126542 w 5104942"/>
                <a:gd name="connsiteY7" fmla="*/ 1626118 h 3257892"/>
                <a:gd name="connsiteX8" fmla="*/ 609142 w 5104942"/>
                <a:gd name="connsiteY8" fmla="*/ 1029217 h 3257892"/>
                <a:gd name="connsiteX0" fmla="*/ 623912 w 5119712"/>
                <a:gd name="connsiteY0" fmla="*/ 1029217 h 3257892"/>
                <a:gd name="connsiteX1" fmla="*/ 2236812 w 5119712"/>
                <a:gd name="connsiteY1" fmla="*/ 330717 h 3257892"/>
                <a:gd name="connsiteX2" fmla="*/ 3354412 w 5119712"/>
                <a:gd name="connsiteY2" fmla="*/ 13217 h 3257892"/>
                <a:gd name="connsiteX3" fmla="*/ 5119712 w 5119712"/>
                <a:gd name="connsiteY3" fmla="*/ 2235717 h 3257892"/>
                <a:gd name="connsiteX4" fmla="*/ 4383112 w 5119712"/>
                <a:gd name="connsiteY4" fmla="*/ 2756417 h 3257892"/>
                <a:gd name="connsiteX5" fmla="*/ 52412 w 5119712"/>
                <a:gd name="connsiteY5" fmla="*/ 2515117 h 3257892"/>
                <a:gd name="connsiteX6" fmla="*/ 27012 w 5119712"/>
                <a:gd name="connsiteY6" fmla="*/ 2108718 h 3257892"/>
                <a:gd name="connsiteX7" fmla="*/ 141312 w 5119712"/>
                <a:gd name="connsiteY7" fmla="*/ 1626118 h 3257892"/>
                <a:gd name="connsiteX8" fmla="*/ 623912 w 5119712"/>
                <a:gd name="connsiteY8" fmla="*/ 1029217 h 3257892"/>
                <a:gd name="connsiteX0" fmla="*/ 623912 w 5119712"/>
                <a:gd name="connsiteY0" fmla="*/ 1029217 h 3257892"/>
                <a:gd name="connsiteX1" fmla="*/ 2236812 w 5119712"/>
                <a:gd name="connsiteY1" fmla="*/ 330717 h 3257892"/>
                <a:gd name="connsiteX2" fmla="*/ 3354412 w 5119712"/>
                <a:gd name="connsiteY2" fmla="*/ 13217 h 3257892"/>
                <a:gd name="connsiteX3" fmla="*/ 5119712 w 5119712"/>
                <a:gd name="connsiteY3" fmla="*/ 2235717 h 3257892"/>
                <a:gd name="connsiteX4" fmla="*/ 4383112 w 5119712"/>
                <a:gd name="connsiteY4" fmla="*/ 2756417 h 3257892"/>
                <a:gd name="connsiteX5" fmla="*/ 52412 w 5119712"/>
                <a:gd name="connsiteY5" fmla="*/ 2515117 h 3257892"/>
                <a:gd name="connsiteX6" fmla="*/ 27012 w 5119712"/>
                <a:gd name="connsiteY6" fmla="*/ 2108718 h 3257892"/>
                <a:gd name="connsiteX7" fmla="*/ 141312 w 5119712"/>
                <a:gd name="connsiteY7" fmla="*/ 1626118 h 3257892"/>
                <a:gd name="connsiteX8" fmla="*/ 623912 w 5119712"/>
                <a:gd name="connsiteY8" fmla="*/ 1029217 h 3257892"/>
                <a:gd name="connsiteX0" fmla="*/ 623912 w 5119712"/>
                <a:gd name="connsiteY0" fmla="*/ 1029217 h 3257892"/>
                <a:gd name="connsiteX1" fmla="*/ 2236812 w 5119712"/>
                <a:gd name="connsiteY1" fmla="*/ 330717 h 3257892"/>
                <a:gd name="connsiteX2" fmla="*/ 3354412 w 5119712"/>
                <a:gd name="connsiteY2" fmla="*/ 13217 h 3257892"/>
                <a:gd name="connsiteX3" fmla="*/ 5119712 w 5119712"/>
                <a:gd name="connsiteY3" fmla="*/ 2235717 h 3257892"/>
                <a:gd name="connsiteX4" fmla="*/ 4383112 w 5119712"/>
                <a:gd name="connsiteY4" fmla="*/ 2756417 h 3257892"/>
                <a:gd name="connsiteX5" fmla="*/ 52412 w 5119712"/>
                <a:gd name="connsiteY5" fmla="*/ 2515117 h 3257892"/>
                <a:gd name="connsiteX6" fmla="*/ 27012 w 5119712"/>
                <a:gd name="connsiteY6" fmla="*/ 2108718 h 3257892"/>
                <a:gd name="connsiteX7" fmla="*/ 141312 w 5119712"/>
                <a:gd name="connsiteY7" fmla="*/ 1626118 h 3257892"/>
                <a:gd name="connsiteX8" fmla="*/ 623912 w 5119712"/>
                <a:gd name="connsiteY8" fmla="*/ 1029217 h 3257892"/>
                <a:gd name="connsiteX0" fmla="*/ 623912 w 5119712"/>
                <a:gd name="connsiteY0" fmla="*/ 1077069 h 3305744"/>
                <a:gd name="connsiteX1" fmla="*/ 2236812 w 5119712"/>
                <a:gd name="connsiteY1" fmla="*/ 378569 h 3305744"/>
                <a:gd name="connsiteX2" fmla="*/ 3354412 w 5119712"/>
                <a:gd name="connsiteY2" fmla="*/ 61069 h 3305744"/>
                <a:gd name="connsiteX3" fmla="*/ 5119712 w 5119712"/>
                <a:gd name="connsiteY3" fmla="*/ 2283569 h 3305744"/>
                <a:gd name="connsiteX4" fmla="*/ 4383112 w 5119712"/>
                <a:gd name="connsiteY4" fmla="*/ 2804269 h 3305744"/>
                <a:gd name="connsiteX5" fmla="*/ 52412 w 5119712"/>
                <a:gd name="connsiteY5" fmla="*/ 2562969 h 3305744"/>
                <a:gd name="connsiteX6" fmla="*/ 27012 w 5119712"/>
                <a:gd name="connsiteY6" fmla="*/ 2156570 h 3305744"/>
                <a:gd name="connsiteX7" fmla="*/ 141312 w 5119712"/>
                <a:gd name="connsiteY7" fmla="*/ 1673970 h 3305744"/>
                <a:gd name="connsiteX8" fmla="*/ 623912 w 5119712"/>
                <a:gd name="connsiteY8" fmla="*/ 1077069 h 3305744"/>
                <a:gd name="connsiteX0" fmla="*/ 623912 w 5096852"/>
                <a:gd name="connsiteY0" fmla="*/ 1077696 h 3306371"/>
                <a:gd name="connsiteX1" fmla="*/ 2236812 w 5096852"/>
                <a:gd name="connsiteY1" fmla="*/ 379196 h 3306371"/>
                <a:gd name="connsiteX2" fmla="*/ 3354412 w 5096852"/>
                <a:gd name="connsiteY2" fmla="*/ 61696 h 3306371"/>
                <a:gd name="connsiteX3" fmla="*/ 5096852 w 5096852"/>
                <a:gd name="connsiteY3" fmla="*/ 2261336 h 3306371"/>
                <a:gd name="connsiteX4" fmla="*/ 4383112 w 5096852"/>
                <a:gd name="connsiteY4" fmla="*/ 2804896 h 3306371"/>
                <a:gd name="connsiteX5" fmla="*/ 52412 w 5096852"/>
                <a:gd name="connsiteY5" fmla="*/ 2563596 h 3306371"/>
                <a:gd name="connsiteX6" fmla="*/ 27012 w 5096852"/>
                <a:gd name="connsiteY6" fmla="*/ 2157197 h 3306371"/>
                <a:gd name="connsiteX7" fmla="*/ 141312 w 5096852"/>
                <a:gd name="connsiteY7" fmla="*/ 1674597 h 3306371"/>
                <a:gd name="connsiteX8" fmla="*/ 623912 w 5096852"/>
                <a:gd name="connsiteY8" fmla="*/ 1077696 h 3306371"/>
                <a:gd name="connsiteX0" fmla="*/ 623912 w 5350859"/>
                <a:gd name="connsiteY0" fmla="*/ 1076498 h 3305173"/>
                <a:gd name="connsiteX1" fmla="*/ 2236812 w 5350859"/>
                <a:gd name="connsiteY1" fmla="*/ 377998 h 3305173"/>
                <a:gd name="connsiteX2" fmla="*/ 3354412 w 5350859"/>
                <a:gd name="connsiteY2" fmla="*/ 60498 h 3305173"/>
                <a:gd name="connsiteX3" fmla="*/ 5096852 w 5350859"/>
                <a:gd name="connsiteY3" fmla="*/ 2260138 h 3305173"/>
                <a:gd name="connsiteX4" fmla="*/ 4383112 w 5350859"/>
                <a:gd name="connsiteY4" fmla="*/ 2803698 h 3305173"/>
                <a:gd name="connsiteX5" fmla="*/ 52412 w 5350859"/>
                <a:gd name="connsiteY5" fmla="*/ 2562398 h 3305173"/>
                <a:gd name="connsiteX6" fmla="*/ 27012 w 5350859"/>
                <a:gd name="connsiteY6" fmla="*/ 2155999 h 3305173"/>
                <a:gd name="connsiteX7" fmla="*/ 141312 w 5350859"/>
                <a:gd name="connsiteY7" fmla="*/ 1673399 h 3305173"/>
                <a:gd name="connsiteX8" fmla="*/ 623912 w 5350859"/>
                <a:gd name="connsiteY8" fmla="*/ 1076498 h 330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350859" h="3305173">
                  <a:moveTo>
                    <a:pt x="623912" y="1076498"/>
                  </a:moveTo>
                  <a:cubicBezTo>
                    <a:pt x="1223352" y="378845"/>
                    <a:pt x="1805012" y="382231"/>
                    <a:pt x="2236812" y="377998"/>
                  </a:cubicBezTo>
                  <a:cubicBezTo>
                    <a:pt x="2490812" y="479598"/>
                    <a:pt x="3100412" y="-41102"/>
                    <a:pt x="3354412" y="60498"/>
                  </a:cubicBezTo>
                  <a:cubicBezTo>
                    <a:pt x="5466845" y="-364529"/>
                    <a:pt x="5620939" y="1565025"/>
                    <a:pt x="5096852" y="2260138"/>
                  </a:cubicBezTo>
                  <a:cubicBezTo>
                    <a:pt x="4889419" y="2306705"/>
                    <a:pt x="4628645" y="2630131"/>
                    <a:pt x="4383112" y="2803698"/>
                  </a:cubicBezTo>
                  <a:cubicBezTo>
                    <a:pt x="3053845" y="3193165"/>
                    <a:pt x="645079" y="3811231"/>
                    <a:pt x="52412" y="2562398"/>
                  </a:cubicBezTo>
                  <a:cubicBezTo>
                    <a:pt x="4152" y="2386292"/>
                    <a:pt x="-23788" y="2278765"/>
                    <a:pt x="27012" y="2155999"/>
                  </a:cubicBezTo>
                  <a:cubicBezTo>
                    <a:pt x="124379" y="1990899"/>
                    <a:pt x="43945" y="1838499"/>
                    <a:pt x="141312" y="1673399"/>
                  </a:cubicBezTo>
                  <a:cubicBezTo>
                    <a:pt x="271699" y="1291552"/>
                    <a:pt x="463045" y="1275465"/>
                    <a:pt x="623912" y="1076498"/>
                  </a:cubicBezTo>
                  <a:close/>
                </a:path>
              </a:pathLst>
            </a:custGeom>
            <a:solidFill>
              <a:srgbClr val="BA926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40B681E5-E5C1-D372-1471-8400F1800AE7}"/>
                </a:ext>
              </a:extLst>
            </p:cNvPr>
            <p:cNvSpPr/>
            <p:nvPr/>
          </p:nvSpPr>
          <p:spPr>
            <a:xfrm>
              <a:off x="5514100" y="2926080"/>
              <a:ext cx="78979" cy="358140"/>
            </a:xfrm>
            <a:custGeom>
              <a:avLst/>
              <a:gdLst>
                <a:gd name="connsiteX0" fmla="*/ 0 w 60960"/>
                <a:gd name="connsiteY0" fmla="*/ 0 h 358140"/>
                <a:gd name="connsiteX1" fmla="*/ 60960 w 60960"/>
                <a:gd name="connsiteY1" fmla="*/ 358140 h 358140"/>
                <a:gd name="connsiteX2" fmla="*/ 60960 w 60960"/>
                <a:gd name="connsiteY2" fmla="*/ 358140 h 358140"/>
                <a:gd name="connsiteX0" fmla="*/ 14163 w 75123"/>
                <a:gd name="connsiteY0" fmla="*/ 0 h 358140"/>
                <a:gd name="connsiteX1" fmla="*/ 75123 w 75123"/>
                <a:gd name="connsiteY1" fmla="*/ 358140 h 358140"/>
                <a:gd name="connsiteX2" fmla="*/ 75123 w 75123"/>
                <a:gd name="connsiteY2" fmla="*/ 358140 h 358140"/>
                <a:gd name="connsiteX0" fmla="*/ 18019 w 78979"/>
                <a:gd name="connsiteY0" fmla="*/ 0 h 358140"/>
                <a:gd name="connsiteX1" fmla="*/ 78979 w 78979"/>
                <a:gd name="connsiteY1" fmla="*/ 358140 h 358140"/>
                <a:gd name="connsiteX2" fmla="*/ 78979 w 78979"/>
                <a:gd name="connsiteY2" fmla="*/ 358140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8979" h="358140">
                  <a:moveTo>
                    <a:pt x="18019" y="0"/>
                  </a:moveTo>
                  <a:cubicBezTo>
                    <a:pt x="-30241" y="165100"/>
                    <a:pt x="28179" y="238760"/>
                    <a:pt x="78979" y="358140"/>
                  </a:cubicBezTo>
                  <a:lnTo>
                    <a:pt x="78979" y="358140"/>
                  </a:lnTo>
                </a:path>
              </a:pathLst>
            </a:cu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C3ADD29-696B-13A8-4C44-452176DC1679}"/>
                </a:ext>
              </a:extLst>
            </p:cNvPr>
            <p:cNvSpPr/>
            <p:nvPr/>
          </p:nvSpPr>
          <p:spPr>
            <a:xfrm>
              <a:off x="2930920" y="3779520"/>
              <a:ext cx="78979" cy="358140"/>
            </a:xfrm>
            <a:custGeom>
              <a:avLst/>
              <a:gdLst>
                <a:gd name="connsiteX0" fmla="*/ 0 w 60960"/>
                <a:gd name="connsiteY0" fmla="*/ 0 h 358140"/>
                <a:gd name="connsiteX1" fmla="*/ 60960 w 60960"/>
                <a:gd name="connsiteY1" fmla="*/ 358140 h 358140"/>
                <a:gd name="connsiteX2" fmla="*/ 60960 w 60960"/>
                <a:gd name="connsiteY2" fmla="*/ 358140 h 358140"/>
                <a:gd name="connsiteX0" fmla="*/ 14163 w 75123"/>
                <a:gd name="connsiteY0" fmla="*/ 0 h 358140"/>
                <a:gd name="connsiteX1" fmla="*/ 75123 w 75123"/>
                <a:gd name="connsiteY1" fmla="*/ 358140 h 358140"/>
                <a:gd name="connsiteX2" fmla="*/ 75123 w 75123"/>
                <a:gd name="connsiteY2" fmla="*/ 358140 h 358140"/>
                <a:gd name="connsiteX0" fmla="*/ 18019 w 78979"/>
                <a:gd name="connsiteY0" fmla="*/ 0 h 358140"/>
                <a:gd name="connsiteX1" fmla="*/ 78979 w 78979"/>
                <a:gd name="connsiteY1" fmla="*/ 358140 h 358140"/>
                <a:gd name="connsiteX2" fmla="*/ 78979 w 78979"/>
                <a:gd name="connsiteY2" fmla="*/ 358140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8979" h="358140">
                  <a:moveTo>
                    <a:pt x="18019" y="0"/>
                  </a:moveTo>
                  <a:cubicBezTo>
                    <a:pt x="-30241" y="165100"/>
                    <a:pt x="28179" y="238760"/>
                    <a:pt x="78979" y="358140"/>
                  </a:cubicBezTo>
                  <a:lnTo>
                    <a:pt x="78979" y="358140"/>
                  </a:lnTo>
                </a:path>
              </a:pathLst>
            </a:cu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2FAA922-D525-7BFD-470B-7D6728EFA1AD}"/>
                </a:ext>
              </a:extLst>
            </p:cNvPr>
            <p:cNvSpPr/>
            <p:nvPr/>
          </p:nvSpPr>
          <p:spPr>
            <a:xfrm>
              <a:off x="4098386" y="3787140"/>
              <a:ext cx="184053" cy="655320"/>
            </a:xfrm>
            <a:custGeom>
              <a:avLst/>
              <a:gdLst>
                <a:gd name="connsiteX0" fmla="*/ 0 w 60960"/>
                <a:gd name="connsiteY0" fmla="*/ 0 h 358140"/>
                <a:gd name="connsiteX1" fmla="*/ 60960 w 60960"/>
                <a:gd name="connsiteY1" fmla="*/ 358140 h 358140"/>
                <a:gd name="connsiteX2" fmla="*/ 60960 w 60960"/>
                <a:gd name="connsiteY2" fmla="*/ 358140 h 358140"/>
                <a:gd name="connsiteX0" fmla="*/ 14163 w 75123"/>
                <a:gd name="connsiteY0" fmla="*/ 0 h 358140"/>
                <a:gd name="connsiteX1" fmla="*/ 75123 w 75123"/>
                <a:gd name="connsiteY1" fmla="*/ 358140 h 358140"/>
                <a:gd name="connsiteX2" fmla="*/ 75123 w 75123"/>
                <a:gd name="connsiteY2" fmla="*/ 358140 h 358140"/>
                <a:gd name="connsiteX0" fmla="*/ 18019 w 78979"/>
                <a:gd name="connsiteY0" fmla="*/ 0 h 358140"/>
                <a:gd name="connsiteX1" fmla="*/ 78979 w 78979"/>
                <a:gd name="connsiteY1" fmla="*/ 358140 h 358140"/>
                <a:gd name="connsiteX2" fmla="*/ 78979 w 78979"/>
                <a:gd name="connsiteY2" fmla="*/ 358140 h 358140"/>
                <a:gd name="connsiteX0" fmla="*/ 18019 w 200899"/>
                <a:gd name="connsiteY0" fmla="*/ 0 h 655320"/>
                <a:gd name="connsiteX1" fmla="*/ 78979 w 200899"/>
                <a:gd name="connsiteY1" fmla="*/ 358140 h 655320"/>
                <a:gd name="connsiteX2" fmla="*/ 200899 w 200899"/>
                <a:gd name="connsiteY2" fmla="*/ 655320 h 655320"/>
                <a:gd name="connsiteX0" fmla="*/ 0 w 182880"/>
                <a:gd name="connsiteY0" fmla="*/ 0 h 655320"/>
                <a:gd name="connsiteX1" fmla="*/ 182880 w 182880"/>
                <a:gd name="connsiteY1" fmla="*/ 655320 h 655320"/>
                <a:gd name="connsiteX0" fmla="*/ 1173 w 184053"/>
                <a:gd name="connsiteY0" fmla="*/ 0 h 655320"/>
                <a:gd name="connsiteX1" fmla="*/ 184053 w 184053"/>
                <a:gd name="connsiteY1" fmla="*/ 655320 h 655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4053" h="655320">
                  <a:moveTo>
                    <a:pt x="1173" y="0"/>
                  </a:moveTo>
                  <a:cubicBezTo>
                    <a:pt x="-14067" y="302260"/>
                    <a:pt x="123093" y="436880"/>
                    <a:pt x="184053" y="65532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76EACAF6-85AB-8B7E-5FC0-8E1B99A44760}"/>
                </a:ext>
              </a:extLst>
            </p:cNvPr>
            <p:cNvSpPr/>
            <p:nvPr/>
          </p:nvSpPr>
          <p:spPr>
            <a:xfrm>
              <a:off x="5978090" y="4564380"/>
              <a:ext cx="201730" cy="525780"/>
            </a:xfrm>
            <a:custGeom>
              <a:avLst/>
              <a:gdLst>
                <a:gd name="connsiteX0" fmla="*/ 0 w 60960"/>
                <a:gd name="connsiteY0" fmla="*/ 0 h 358140"/>
                <a:gd name="connsiteX1" fmla="*/ 60960 w 60960"/>
                <a:gd name="connsiteY1" fmla="*/ 358140 h 358140"/>
                <a:gd name="connsiteX2" fmla="*/ 60960 w 60960"/>
                <a:gd name="connsiteY2" fmla="*/ 358140 h 358140"/>
                <a:gd name="connsiteX0" fmla="*/ 14163 w 75123"/>
                <a:gd name="connsiteY0" fmla="*/ 0 h 358140"/>
                <a:gd name="connsiteX1" fmla="*/ 75123 w 75123"/>
                <a:gd name="connsiteY1" fmla="*/ 358140 h 358140"/>
                <a:gd name="connsiteX2" fmla="*/ 75123 w 75123"/>
                <a:gd name="connsiteY2" fmla="*/ 358140 h 358140"/>
                <a:gd name="connsiteX0" fmla="*/ 18019 w 78979"/>
                <a:gd name="connsiteY0" fmla="*/ 0 h 358140"/>
                <a:gd name="connsiteX1" fmla="*/ 78979 w 78979"/>
                <a:gd name="connsiteY1" fmla="*/ 358140 h 358140"/>
                <a:gd name="connsiteX2" fmla="*/ 78979 w 78979"/>
                <a:gd name="connsiteY2" fmla="*/ 358140 h 358140"/>
                <a:gd name="connsiteX0" fmla="*/ 18019 w 208519"/>
                <a:gd name="connsiteY0" fmla="*/ 0 h 525780"/>
                <a:gd name="connsiteX1" fmla="*/ 78979 w 208519"/>
                <a:gd name="connsiteY1" fmla="*/ 358140 h 525780"/>
                <a:gd name="connsiteX2" fmla="*/ 208519 w 208519"/>
                <a:gd name="connsiteY2" fmla="*/ 525780 h 525780"/>
                <a:gd name="connsiteX0" fmla="*/ 0 w 190500"/>
                <a:gd name="connsiteY0" fmla="*/ 0 h 525780"/>
                <a:gd name="connsiteX1" fmla="*/ 190500 w 190500"/>
                <a:gd name="connsiteY1" fmla="*/ 525780 h 525780"/>
                <a:gd name="connsiteX0" fmla="*/ 11230 w 201730"/>
                <a:gd name="connsiteY0" fmla="*/ 0 h 525780"/>
                <a:gd name="connsiteX1" fmla="*/ 201730 w 201730"/>
                <a:gd name="connsiteY1" fmla="*/ 525780 h 525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1730" h="525780">
                  <a:moveTo>
                    <a:pt x="11230" y="0"/>
                  </a:moveTo>
                  <a:cubicBezTo>
                    <a:pt x="-47190" y="251460"/>
                    <a:pt x="138230" y="350520"/>
                    <a:pt x="201730" y="52578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23ABF82-5C20-8C04-1D63-E94A6AE1CFAA}"/>
                </a:ext>
              </a:extLst>
            </p:cNvPr>
            <p:cNvSpPr/>
            <p:nvPr/>
          </p:nvSpPr>
          <p:spPr>
            <a:xfrm>
              <a:off x="4683692" y="5676900"/>
              <a:ext cx="201730" cy="335280"/>
            </a:xfrm>
            <a:custGeom>
              <a:avLst/>
              <a:gdLst>
                <a:gd name="connsiteX0" fmla="*/ 0 w 60960"/>
                <a:gd name="connsiteY0" fmla="*/ 0 h 358140"/>
                <a:gd name="connsiteX1" fmla="*/ 60960 w 60960"/>
                <a:gd name="connsiteY1" fmla="*/ 358140 h 358140"/>
                <a:gd name="connsiteX2" fmla="*/ 60960 w 60960"/>
                <a:gd name="connsiteY2" fmla="*/ 358140 h 358140"/>
                <a:gd name="connsiteX0" fmla="*/ 14163 w 75123"/>
                <a:gd name="connsiteY0" fmla="*/ 0 h 358140"/>
                <a:gd name="connsiteX1" fmla="*/ 75123 w 75123"/>
                <a:gd name="connsiteY1" fmla="*/ 358140 h 358140"/>
                <a:gd name="connsiteX2" fmla="*/ 75123 w 75123"/>
                <a:gd name="connsiteY2" fmla="*/ 358140 h 358140"/>
                <a:gd name="connsiteX0" fmla="*/ 18019 w 78979"/>
                <a:gd name="connsiteY0" fmla="*/ 0 h 358140"/>
                <a:gd name="connsiteX1" fmla="*/ 78979 w 78979"/>
                <a:gd name="connsiteY1" fmla="*/ 358140 h 358140"/>
                <a:gd name="connsiteX2" fmla="*/ 78979 w 78979"/>
                <a:gd name="connsiteY2" fmla="*/ 358140 h 358140"/>
                <a:gd name="connsiteX0" fmla="*/ 18019 w 208519"/>
                <a:gd name="connsiteY0" fmla="*/ 0 h 525780"/>
                <a:gd name="connsiteX1" fmla="*/ 78979 w 208519"/>
                <a:gd name="connsiteY1" fmla="*/ 358140 h 525780"/>
                <a:gd name="connsiteX2" fmla="*/ 208519 w 208519"/>
                <a:gd name="connsiteY2" fmla="*/ 525780 h 525780"/>
                <a:gd name="connsiteX0" fmla="*/ 0 w 190500"/>
                <a:gd name="connsiteY0" fmla="*/ 0 h 525780"/>
                <a:gd name="connsiteX1" fmla="*/ 190500 w 190500"/>
                <a:gd name="connsiteY1" fmla="*/ 525780 h 525780"/>
                <a:gd name="connsiteX0" fmla="*/ 11230 w 201730"/>
                <a:gd name="connsiteY0" fmla="*/ 0 h 525780"/>
                <a:gd name="connsiteX1" fmla="*/ 201730 w 201730"/>
                <a:gd name="connsiteY1" fmla="*/ 525780 h 525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1730" h="525780">
                  <a:moveTo>
                    <a:pt x="11230" y="0"/>
                  </a:moveTo>
                  <a:cubicBezTo>
                    <a:pt x="-47190" y="251460"/>
                    <a:pt x="138230" y="350520"/>
                    <a:pt x="201730" y="52578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7F07929A-9399-40E1-D1FC-D933CF216EAC}"/>
                </a:ext>
              </a:extLst>
            </p:cNvPr>
            <p:cNvSpPr/>
            <p:nvPr/>
          </p:nvSpPr>
          <p:spPr>
            <a:xfrm rot="19015873" flipH="1">
              <a:off x="6991408" y="4150692"/>
              <a:ext cx="349657" cy="480060"/>
            </a:xfrm>
            <a:custGeom>
              <a:avLst/>
              <a:gdLst>
                <a:gd name="connsiteX0" fmla="*/ 0 w 60960"/>
                <a:gd name="connsiteY0" fmla="*/ 0 h 358140"/>
                <a:gd name="connsiteX1" fmla="*/ 60960 w 60960"/>
                <a:gd name="connsiteY1" fmla="*/ 358140 h 358140"/>
                <a:gd name="connsiteX2" fmla="*/ 60960 w 60960"/>
                <a:gd name="connsiteY2" fmla="*/ 358140 h 358140"/>
                <a:gd name="connsiteX0" fmla="*/ 14163 w 75123"/>
                <a:gd name="connsiteY0" fmla="*/ 0 h 358140"/>
                <a:gd name="connsiteX1" fmla="*/ 75123 w 75123"/>
                <a:gd name="connsiteY1" fmla="*/ 358140 h 358140"/>
                <a:gd name="connsiteX2" fmla="*/ 75123 w 75123"/>
                <a:gd name="connsiteY2" fmla="*/ 358140 h 358140"/>
                <a:gd name="connsiteX0" fmla="*/ 18019 w 78979"/>
                <a:gd name="connsiteY0" fmla="*/ 0 h 358140"/>
                <a:gd name="connsiteX1" fmla="*/ 78979 w 78979"/>
                <a:gd name="connsiteY1" fmla="*/ 358140 h 358140"/>
                <a:gd name="connsiteX2" fmla="*/ 78979 w 78979"/>
                <a:gd name="connsiteY2" fmla="*/ 358140 h 358140"/>
                <a:gd name="connsiteX0" fmla="*/ 18019 w 208519"/>
                <a:gd name="connsiteY0" fmla="*/ 0 h 525780"/>
                <a:gd name="connsiteX1" fmla="*/ 78979 w 208519"/>
                <a:gd name="connsiteY1" fmla="*/ 358140 h 525780"/>
                <a:gd name="connsiteX2" fmla="*/ 208519 w 208519"/>
                <a:gd name="connsiteY2" fmla="*/ 525780 h 525780"/>
                <a:gd name="connsiteX0" fmla="*/ 0 w 190500"/>
                <a:gd name="connsiteY0" fmla="*/ 0 h 525780"/>
                <a:gd name="connsiteX1" fmla="*/ 190500 w 190500"/>
                <a:gd name="connsiteY1" fmla="*/ 525780 h 525780"/>
                <a:gd name="connsiteX0" fmla="*/ 11230 w 201730"/>
                <a:gd name="connsiteY0" fmla="*/ 0 h 525780"/>
                <a:gd name="connsiteX1" fmla="*/ 201730 w 201730"/>
                <a:gd name="connsiteY1" fmla="*/ 525780 h 525780"/>
                <a:gd name="connsiteX0" fmla="*/ 6757 w 349657"/>
                <a:gd name="connsiteY0" fmla="*/ 0 h 752821"/>
                <a:gd name="connsiteX1" fmla="*/ 349657 w 349657"/>
                <a:gd name="connsiteY1" fmla="*/ 752821 h 752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49657" h="752821">
                  <a:moveTo>
                    <a:pt x="6757" y="0"/>
                  </a:moveTo>
                  <a:cubicBezTo>
                    <a:pt x="-51663" y="251460"/>
                    <a:pt x="286157" y="577561"/>
                    <a:pt x="349657" y="752821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6BCFAA8C-E27F-1462-646E-9D0C8BA7EA5A}"/>
                </a:ext>
              </a:extLst>
            </p:cNvPr>
            <p:cNvSpPr/>
            <p:nvPr/>
          </p:nvSpPr>
          <p:spPr>
            <a:xfrm>
              <a:off x="3295545" y="5509260"/>
              <a:ext cx="201730" cy="335280"/>
            </a:xfrm>
            <a:custGeom>
              <a:avLst/>
              <a:gdLst>
                <a:gd name="connsiteX0" fmla="*/ 0 w 60960"/>
                <a:gd name="connsiteY0" fmla="*/ 0 h 358140"/>
                <a:gd name="connsiteX1" fmla="*/ 60960 w 60960"/>
                <a:gd name="connsiteY1" fmla="*/ 358140 h 358140"/>
                <a:gd name="connsiteX2" fmla="*/ 60960 w 60960"/>
                <a:gd name="connsiteY2" fmla="*/ 358140 h 358140"/>
                <a:gd name="connsiteX0" fmla="*/ 14163 w 75123"/>
                <a:gd name="connsiteY0" fmla="*/ 0 h 358140"/>
                <a:gd name="connsiteX1" fmla="*/ 75123 w 75123"/>
                <a:gd name="connsiteY1" fmla="*/ 358140 h 358140"/>
                <a:gd name="connsiteX2" fmla="*/ 75123 w 75123"/>
                <a:gd name="connsiteY2" fmla="*/ 358140 h 358140"/>
                <a:gd name="connsiteX0" fmla="*/ 18019 w 78979"/>
                <a:gd name="connsiteY0" fmla="*/ 0 h 358140"/>
                <a:gd name="connsiteX1" fmla="*/ 78979 w 78979"/>
                <a:gd name="connsiteY1" fmla="*/ 358140 h 358140"/>
                <a:gd name="connsiteX2" fmla="*/ 78979 w 78979"/>
                <a:gd name="connsiteY2" fmla="*/ 358140 h 358140"/>
                <a:gd name="connsiteX0" fmla="*/ 18019 w 208519"/>
                <a:gd name="connsiteY0" fmla="*/ 0 h 525780"/>
                <a:gd name="connsiteX1" fmla="*/ 78979 w 208519"/>
                <a:gd name="connsiteY1" fmla="*/ 358140 h 525780"/>
                <a:gd name="connsiteX2" fmla="*/ 208519 w 208519"/>
                <a:gd name="connsiteY2" fmla="*/ 525780 h 525780"/>
                <a:gd name="connsiteX0" fmla="*/ 0 w 190500"/>
                <a:gd name="connsiteY0" fmla="*/ 0 h 525780"/>
                <a:gd name="connsiteX1" fmla="*/ 190500 w 190500"/>
                <a:gd name="connsiteY1" fmla="*/ 525780 h 525780"/>
                <a:gd name="connsiteX0" fmla="*/ 11230 w 201730"/>
                <a:gd name="connsiteY0" fmla="*/ 0 h 525780"/>
                <a:gd name="connsiteX1" fmla="*/ 201730 w 201730"/>
                <a:gd name="connsiteY1" fmla="*/ 525780 h 525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1730" h="525780">
                  <a:moveTo>
                    <a:pt x="11230" y="0"/>
                  </a:moveTo>
                  <a:cubicBezTo>
                    <a:pt x="-47190" y="251460"/>
                    <a:pt x="138230" y="350520"/>
                    <a:pt x="201730" y="52578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8680EEE6-51ED-53E2-52D9-4784621FDF5E}"/>
              </a:ext>
            </a:extLst>
          </p:cNvPr>
          <p:cNvGrpSpPr/>
          <p:nvPr/>
        </p:nvGrpSpPr>
        <p:grpSpPr>
          <a:xfrm>
            <a:off x="1070742" y="581027"/>
            <a:ext cx="5350859" cy="3305173"/>
            <a:chOff x="2109128" y="2814781"/>
            <a:chExt cx="5350859" cy="3305173"/>
          </a:xfrm>
        </p:grpSpPr>
        <p:sp>
          <p:nvSpPr>
            <p:cNvPr id="12" name="Rectangle 2">
              <a:extLst>
                <a:ext uri="{FF2B5EF4-FFF2-40B4-BE49-F238E27FC236}">
                  <a16:creationId xmlns:a16="http://schemas.microsoft.com/office/drawing/2014/main" id="{28DDD74B-EC01-B69B-BB42-3BFC2DC84F3B}"/>
                </a:ext>
              </a:extLst>
            </p:cNvPr>
            <p:cNvSpPr/>
            <p:nvPr/>
          </p:nvSpPr>
          <p:spPr>
            <a:xfrm>
              <a:off x="2109128" y="2814781"/>
              <a:ext cx="5350859" cy="3305173"/>
            </a:xfrm>
            <a:custGeom>
              <a:avLst/>
              <a:gdLst>
                <a:gd name="connsiteX0" fmla="*/ 0 w 2679700"/>
                <a:gd name="connsiteY0" fmla="*/ 0 h 876300"/>
                <a:gd name="connsiteX1" fmla="*/ 2679700 w 2679700"/>
                <a:gd name="connsiteY1" fmla="*/ 0 h 876300"/>
                <a:gd name="connsiteX2" fmla="*/ 2679700 w 2679700"/>
                <a:gd name="connsiteY2" fmla="*/ 876300 h 876300"/>
                <a:gd name="connsiteX3" fmla="*/ 0 w 2679700"/>
                <a:gd name="connsiteY3" fmla="*/ 876300 h 876300"/>
                <a:gd name="connsiteX4" fmla="*/ 0 w 2679700"/>
                <a:gd name="connsiteY4" fmla="*/ 0 h 876300"/>
                <a:gd name="connsiteX0" fmla="*/ 0 w 3441700"/>
                <a:gd name="connsiteY0" fmla="*/ 0 h 889000"/>
                <a:gd name="connsiteX1" fmla="*/ 3441700 w 3441700"/>
                <a:gd name="connsiteY1" fmla="*/ 12700 h 889000"/>
                <a:gd name="connsiteX2" fmla="*/ 3441700 w 3441700"/>
                <a:gd name="connsiteY2" fmla="*/ 889000 h 889000"/>
                <a:gd name="connsiteX3" fmla="*/ 762000 w 3441700"/>
                <a:gd name="connsiteY3" fmla="*/ 889000 h 889000"/>
                <a:gd name="connsiteX4" fmla="*/ 0 w 3441700"/>
                <a:gd name="connsiteY4" fmla="*/ 0 h 889000"/>
                <a:gd name="connsiteX0" fmla="*/ 0 w 3441700"/>
                <a:gd name="connsiteY0" fmla="*/ 698500 h 1587500"/>
                <a:gd name="connsiteX1" fmla="*/ 1612900 w 3441700"/>
                <a:gd name="connsiteY1" fmla="*/ 0 h 1587500"/>
                <a:gd name="connsiteX2" fmla="*/ 3441700 w 3441700"/>
                <a:gd name="connsiteY2" fmla="*/ 711200 h 1587500"/>
                <a:gd name="connsiteX3" fmla="*/ 3441700 w 3441700"/>
                <a:gd name="connsiteY3" fmla="*/ 1587500 h 1587500"/>
                <a:gd name="connsiteX4" fmla="*/ 762000 w 3441700"/>
                <a:gd name="connsiteY4" fmla="*/ 1587500 h 1587500"/>
                <a:gd name="connsiteX5" fmla="*/ 0 w 3441700"/>
                <a:gd name="connsiteY5" fmla="*/ 698500 h 1587500"/>
                <a:gd name="connsiteX0" fmla="*/ 0 w 3441700"/>
                <a:gd name="connsiteY0" fmla="*/ 1029217 h 1918217"/>
                <a:gd name="connsiteX1" fmla="*/ 1612900 w 3441700"/>
                <a:gd name="connsiteY1" fmla="*/ 330717 h 1918217"/>
                <a:gd name="connsiteX2" fmla="*/ 2730500 w 3441700"/>
                <a:gd name="connsiteY2" fmla="*/ 13217 h 1918217"/>
                <a:gd name="connsiteX3" fmla="*/ 3441700 w 3441700"/>
                <a:gd name="connsiteY3" fmla="*/ 1041917 h 1918217"/>
                <a:gd name="connsiteX4" fmla="*/ 3441700 w 3441700"/>
                <a:gd name="connsiteY4" fmla="*/ 1918217 h 1918217"/>
                <a:gd name="connsiteX5" fmla="*/ 762000 w 3441700"/>
                <a:gd name="connsiteY5" fmla="*/ 1918217 h 1918217"/>
                <a:gd name="connsiteX6" fmla="*/ 0 w 3441700"/>
                <a:gd name="connsiteY6" fmla="*/ 1029217 h 1918217"/>
                <a:gd name="connsiteX0" fmla="*/ 0 w 4495800"/>
                <a:gd name="connsiteY0" fmla="*/ 1029217 h 2235717"/>
                <a:gd name="connsiteX1" fmla="*/ 1612900 w 4495800"/>
                <a:gd name="connsiteY1" fmla="*/ 330717 h 2235717"/>
                <a:gd name="connsiteX2" fmla="*/ 2730500 w 4495800"/>
                <a:gd name="connsiteY2" fmla="*/ 13217 h 2235717"/>
                <a:gd name="connsiteX3" fmla="*/ 4495800 w 4495800"/>
                <a:gd name="connsiteY3" fmla="*/ 2235717 h 2235717"/>
                <a:gd name="connsiteX4" fmla="*/ 3441700 w 4495800"/>
                <a:gd name="connsiteY4" fmla="*/ 1918217 h 2235717"/>
                <a:gd name="connsiteX5" fmla="*/ 762000 w 4495800"/>
                <a:gd name="connsiteY5" fmla="*/ 1918217 h 2235717"/>
                <a:gd name="connsiteX6" fmla="*/ 0 w 4495800"/>
                <a:gd name="connsiteY6" fmla="*/ 1029217 h 2235717"/>
                <a:gd name="connsiteX0" fmla="*/ 0 w 4495800"/>
                <a:gd name="connsiteY0" fmla="*/ 1029217 h 2756417"/>
                <a:gd name="connsiteX1" fmla="*/ 1612900 w 4495800"/>
                <a:gd name="connsiteY1" fmla="*/ 330717 h 2756417"/>
                <a:gd name="connsiteX2" fmla="*/ 2730500 w 4495800"/>
                <a:gd name="connsiteY2" fmla="*/ 13217 h 2756417"/>
                <a:gd name="connsiteX3" fmla="*/ 4495800 w 4495800"/>
                <a:gd name="connsiteY3" fmla="*/ 2235717 h 2756417"/>
                <a:gd name="connsiteX4" fmla="*/ 3759200 w 4495800"/>
                <a:gd name="connsiteY4" fmla="*/ 2756417 h 2756417"/>
                <a:gd name="connsiteX5" fmla="*/ 762000 w 4495800"/>
                <a:gd name="connsiteY5" fmla="*/ 1918217 h 2756417"/>
                <a:gd name="connsiteX6" fmla="*/ 0 w 4495800"/>
                <a:gd name="connsiteY6" fmla="*/ 1029217 h 2756417"/>
                <a:gd name="connsiteX0" fmla="*/ 0 w 4495800"/>
                <a:gd name="connsiteY0" fmla="*/ 1029217 h 2756417"/>
                <a:gd name="connsiteX1" fmla="*/ 1612900 w 4495800"/>
                <a:gd name="connsiteY1" fmla="*/ 330717 h 2756417"/>
                <a:gd name="connsiteX2" fmla="*/ 2730500 w 4495800"/>
                <a:gd name="connsiteY2" fmla="*/ 13217 h 2756417"/>
                <a:gd name="connsiteX3" fmla="*/ 4495800 w 4495800"/>
                <a:gd name="connsiteY3" fmla="*/ 2235717 h 2756417"/>
                <a:gd name="connsiteX4" fmla="*/ 3759200 w 4495800"/>
                <a:gd name="connsiteY4" fmla="*/ 2756417 h 2756417"/>
                <a:gd name="connsiteX5" fmla="*/ 762000 w 4495800"/>
                <a:gd name="connsiteY5" fmla="*/ 1918217 h 2756417"/>
                <a:gd name="connsiteX6" fmla="*/ 0 w 4495800"/>
                <a:gd name="connsiteY6" fmla="*/ 1029217 h 2756417"/>
                <a:gd name="connsiteX0" fmla="*/ 571500 w 5067300"/>
                <a:gd name="connsiteY0" fmla="*/ 1029217 h 2756417"/>
                <a:gd name="connsiteX1" fmla="*/ 2184400 w 5067300"/>
                <a:gd name="connsiteY1" fmla="*/ 330717 h 2756417"/>
                <a:gd name="connsiteX2" fmla="*/ 3302000 w 5067300"/>
                <a:gd name="connsiteY2" fmla="*/ 13217 h 2756417"/>
                <a:gd name="connsiteX3" fmla="*/ 5067300 w 5067300"/>
                <a:gd name="connsiteY3" fmla="*/ 2235717 h 2756417"/>
                <a:gd name="connsiteX4" fmla="*/ 4330700 w 5067300"/>
                <a:gd name="connsiteY4" fmla="*/ 2756417 h 2756417"/>
                <a:gd name="connsiteX5" fmla="*/ 0 w 5067300"/>
                <a:gd name="connsiteY5" fmla="*/ 2515117 h 2756417"/>
                <a:gd name="connsiteX6" fmla="*/ 571500 w 5067300"/>
                <a:gd name="connsiteY6" fmla="*/ 1029217 h 2756417"/>
                <a:gd name="connsiteX0" fmla="*/ 609142 w 5104942"/>
                <a:gd name="connsiteY0" fmla="*/ 1029217 h 2756417"/>
                <a:gd name="connsiteX1" fmla="*/ 2222042 w 5104942"/>
                <a:gd name="connsiteY1" fmla="*/ 330717 h 2756417"/>
                <a:gd name="connsiteX2" fmla="*/ 3339642 w 5104942"/>
                <a:gd name="connsiteY2" fmla="*/ 13217 h 2756417"/>
                <a:gd name="connsiteX3" fmla="*/ 5104942 w 5104942"/>
                <a:gd name="connsiteY3" fmla="*/ 2235717 h 2756417"/>
                <a:gd name="connsiteX4" fmla="*/ 4368342 w 5104942"/>
                <a:gd name="connsiteY4" fmla="*/ 2756417 h 2756417"/>
                <a:gd name="connsiteX5" fmla="*/ 37642 w 5104942"/>
                <a:gd name="connsiteY5" fmla="*/ 2515117 h 2756417"/>
                <a:gd name="connsiteX6" fmla="*/ 12242 w 5104942"/>
                <a:gd name="connsiteY6" fmla="*/ 2108718 h 2756417"/>
                <a:gd name="connsiteX7" fmla="*/ 609142 w 5104942"/>
                <a:gd name="connsiteY7" fmla="*/ 1029217 h 2756417"/>
                <a:gd name="connsiteX0" fmla="*/ 609142 w 5104942"/>
                <a:gd name="connsiteY0" fmla="*/ 1029217 h 2756417"/>
                <a:gd name="connsiteX1" fmla="*/ 2222042 w 5104942"/>
                <a:gd name="connsiteY1" fmla="*/ 330717 h 2756417"/>
                <a:gd name="connsiteX2" fmla="*/ 3339642 w 5104942"/>
                <a:gd name="connsiteY2" fmla="*/ 13217 h 2756417"/>
                <a:gd name="connsiteX3" fmla="*/ 5104942 w 5104942"/>
                <a:gd name="connsiteY3" fmla="*/ 2235717 h 2756417"/>
                <a:gd name="connsiteX4" fmla="*/ 4368342 w 5104942"/>
                <a:gd name="connsiteY4" fmla="*/ 2756417 h 2756417"/>
                <a:gd name="connsiteX5" fmla="*/ 37642 w 5104942"/>
                <a:gd name="connsiteY5" fmla="*/ 2515117 h 2756417"/>
                <a:gd name="connsiteX6" fmla="*/ 12242 w 5104942"/>
                <a:gd name="connsiteY6" fmla="*/ 2108718 h 2756417"/>
                <a:gd name="connsiteX7" fmla="*/ 126542 w 5104942"/>
                <a:gd name="connsiteY7" fmla="*/ 1626118 h 2756417"/>
                <a:gd name="connsiteX8" fmla="*/ 609142 w 5104942"/>
                <a:gd name="connsiteY8" fmla="*/ 1029217 h 2756417"/>
                <a:gd name="connsiteX0" fmla="*/ 609142 w 5104942"/>
                <a:gd name="connsiteY0" fmla="*/ 1029217 h 3119147"/>
                <a:gd name="connsiteX1" fmla="*/ 2222042 w 5104942"/>
                <a:gd name="connsiteY1" fmla="*/ 330717 h 3119147"/>
                <a:gd name="connsiteX2" fmla="*/ 3339642 w 5104942"/>
                <a:gd name="connsiteY2" fmla="*/ 13217 h 3119147"/>
                <a:gd name="connsiteX3" fmla="*/ 5104942 w 5104942"/>
                <a:gd name="connsiteY3" fmla="*/ 2235717 h 3119147"/>
                <a:gd name="connsiteX4" fmla="*/ 4368342 w 5104942"/>
                <a:gd name="connsiteY4" fmla="*/ 2756417 h 3119147"/>
                <a:gd name="connsiteX5" fmla="*/ 37642 w 5104942"/>
                <a:gd name="connsiteY5" fmla="*/ 2515117 h 3119147"/>
                <a:gd name="connsiteX6" fmla="*/ 12242 w 5104942"/>
                <a:gd name="connsiteY6" fmla="*/ 2108718 h 3119147"/>
                <a:gd name="connsiteX7" fmla="*/ 126542 w 5104942"/>
                <a:gd name="connsiteY7" fmla="*/ 1626118 h 3119147"/>
                <a:gd name="connsiteX8" fmla="*/ 609142 w 5104942"/>
                <a:gd name="connsiteY8" fmla="*/ 1029217 h 3119147"/>
                <a:gd name="connsiteX0" fmla="*/ 609142 w 5104942"/>
                <a:gd name="connsiteY0" fmla="*/ 1029217 h 3257892"/>
                <a:gd name="connsiteX1" fmla="*/ 2222042 w 5104942"/>
                <a:gd name="connsiteY1" fmla="*/ 330717 h 3257892"/>
                <a:gd name="connsiteX2" fmla="*/ 3339642 w 5104942"/>
                <a:gd name="connsiteY2" fmla="*/ 13217 h 3257892"/>
                <a:gd name="connsiteX3" fmla="*/ 5104942 w 5104942"/>
                <a:gd name="connsiteY3" fmla="*/ 2235717 h 3257892"/>
                <a:gd name="connsiteX4" fmla="*/ 4368342 w 5104942"/>
                <a:gd name="connsiteY4" fmla="*/ 2756417 h 3257892"/>
                <a:gd name="connsiteX5" fmla="*/ 37642 w 5104942"/>
                <a:gd name="connsiteY5" fmla="*/ 2515117 h 3257892"/>
                <a:gd name="connsiteX6" fmla="*/ 12242 w 5104942"/>
                <a:gd name="connsiteY6" fmla="*/ 2108718 h 3257892"/>
                <a:gd name="connsiteX7" fmla="*/ 126542 w 5104942"/>
                <a:gd name="connsiteY7" fmla="*/ 1626118 h 3257892"/>
                <a:gd name="connsiteX8" fmla="*/ 609142 w 5104942"/>
                <a:gd name="connsiteY8" fmla="*/ 1029217 h 3257892"/>
                <a:gd name="connsiteX0" fmla="*/ 623912 w 5119712"/>
                <a:gd name="connsiteY0" fmla="*/ 1029217 h 3257892"/>
                <a:gd name="connsiteX1" fmla="*/ 2236812 w 5119712"/>
                <a:gd name="connsiteY1" fmla="*/ 330717 h 3257892"/>
                <a:gd name="connsiteX2" fmla="*/ 3354412 w 5119712"/>
                <a:gd name="connsiteY2" fmla="*/ 13217 h 3257892"/>
                <a:gd name="connsiteX3" fmla="*/ 5119712 w 5119712"/>
                <a:gd name="connsiteY3" fmla="*/ 2235717 h 3257892"/>
                <a:gd name="connsiteX4" fmla="*/ 4383112 w 5119712"/>
                <a:gd name="connsiteY4" fmla="*/ 2756417 h 3257892"/>
                <a:gd name="connsiteX5" fmla="*/ 52412 w 5119712"/>
                <a:gd name="connsiteY5" fmla="*/ 2515117 h 3257892"/>
                <a:gd name="connsiteX6" fmla="*/ 27012 w 5119712"/>
                <a:gd name="connsiteY6" fmla="*/ 2108718 h 3257892"/>
                <a:gd name="connsiteX7" fmla="*/ 141312 w 5119712"/>
                <a:gd name="connsiteY7" fmla="*/ 1626118 h 3257892"/>
                <a:gd name="connsiteX8" fmla="*/ 623912 w 5119712"/>
                <a:gd name="connsiteY8" fmla="*/ 1029217 h 3257892"/>
                <a:gd name="connsiteX0" fmla="*/ 623912 w 5119712"/>
                <a:gd name="connsiteY0" fmla="*/ 1029217 h 3257892"/>
                <a:gd name="connsiteX1" fmla="*/ 2236812 w 5119712"/>
                <a:gd name="connsiteY1" fmla="*/ 330717 h 3257892"/>
                <a:gd name="connsiteX2" fmla="*/ 3354412 w 5119712"/>
                <a:gd name="connsiteY2" fmla="*/ 13217 h 3257892"/>
                <a:gd name="connsiteX3" fmla="*/ 5119712 w 5119712"/>
                <a:gd name="connsiteY3" fmla="*/ 2235717 h 3257892"/>
                <a:gd name="connsiteX4" fmla="*/ 4383112 w 5119712"/>
                <a:gd name="connsiteY4" fmla="*/ 2756417 h 3257892"/>
                <a:gd name="connsiteX5" fmla="*/ 52412 w 5119712"/>
                <a:gd name="connsiteY5" fmla="*/ 2515117 h 3257892"/>
                <a:gd name="connsiteX6" fmla="*/ 27012 w 5119712"/>
                <a:gd name="connsiteY6" fmla="*/ 2108718 h 3257892"/>
                <a:gd name="connsiteX7" fmla="*/ 141312 w 5119712"/>
                <a:gd name="connsiteY7" fmla="*/ 1626118 h 3257892"/>
                <a:gd name="connsiteX8" fmla="*/ 623912 w 5119712"/>
                <a:gd name="connsiteY8" fmla="*/ 1029217 h 3257892"/>
                <a:gd name="connsiteX0" fmla="*/ 623912 w 5119712"/>
                <a:gd name="connsiteY0" fmla="*/ 1029217 h 3257892"/>
                <a:gd name="connsiteX1" fmla="*/ 2236812 w 5119712"/>
                <a:gd name="connsiteY1" fmla="*/ 330717 h 3257892"/>
                <a:gd name="connsiteX2" fmla="*/ 3354412 w 5119712"/>
                <a:gd name="connsiteY2" fmla="*/ 13217 h 3257892"/>
                <a:gd name="connsiteX3" fmla="*/ 5119712 w 5119712"/>
                <a:gd name="connsiteY3" fmla="*/ 2235717 h 3257892"/>
                <a:gd name="connsiteX4" fmla="*/ 4383112 w 5119712"/>
                <a:gd name="connsiteY4" fmla="*/ 2756417 h 3257892"/>
                <a:gd name="connsiteX5" fmla="*/ 52412 w 5119712"/>
                <a:gd name="connsiteY5" fmla="*/ 2515117 h 3257892"/>
                <a:gd name="connsiteX6" fmla="*/ 27012 w 5119712"/>
                <a:gd name="connsiteY6" fmla="*/ 2108718 h 3257892"/>
                <a:gd name="connsiteX7" fmla="*/ 141312 w 5119712"/>
                <a:gd name="connsiteY7" fmla="*/ 1626118 h 3257892"/>
                <a:gd name="connsiteX8" fmla="*/ 623912 w 5119712"/>
                <a:gd name="connsiteY8" fmla="*/ 1029217 h 3257892"/>
                <a:gd name="connsiteX0" fmla="*/ 623912 w 5119712"/>
                <a:gd name="connsiteY0" fmla="*/ 1077069 h 3305744"/>
                <a:gd name="connsiteX1" fmla="*/ 2236812 w 5119712"/>
                <a:gd name="connsiteY1" fmla="*/ 378569 h 3305744"/>
                <a:gd name="connsiteX2" fmla="*/ 3354412 w 5119712"/>
                <a:gd name="connsiteY2" fmla="*/ 61069 h 3305744"/>
                <a:gd name="connsiteX3" fmla="*/ 5119712 w 5119712"/>
                <a:gd name="connsiteY3" fmla="*/ 2283569 h 3305744"/>
                <a:gd name="connsiteX4" fmla="*/ 4383112 w 5119712"/>
                <a:gd name="connsiteY4" fmla="*/ 2804269 h 3305744"/>
                <a:gd name="connsiteX5" fmla="*/ 52412 w 5119712"/>
                <a:gd name="connsiteY5" fmla="*/ 2562969 h 3305744"/>
                <a:gd name="connsiteX6" fmla="*/ 27012 w 5119712"/>
                <a:gd name="connsiteY6" fmla="*/ 2156570 h 3305744"/>
                <a:gd name="connsiteX7" fmla="*/ 141312 w 5119712"/>
                <a:gd name="connsiteY7" fmla="*/ 1673970 h 3305744"/>
                <a:gd name="connsiteX8" fmla="*/ 623912 w 5119712"/>
                <a:gd name="connsiteY8" fmla="*/ 1077069 h 3305744"/>
                <a:gd name="connsiteX0" fmla="*/ 623912 w 5096852"/>
                <a:gd name="connsiteY0" fmla="*/ 1077696 h 3306371"/>
                <a:gd name="connsiteX1" fmla="*/ 2236812 w 5096852"/>
                <a:gd name="connsiteY1" fmla="*/ 379196 h 3306371"/>
                <a:gd name="connsiteX2" fmla="*/ 3354412 w 5096852"/>
                <a:gd name="connsiteY2" fmla="*/ 61696 h 3306371"/>
                <a:gd name="connsiteX3" fmla="*/ 5096852 w 5096852"/>
                <a:gd name="connsiteY3" fmla="*/ 2261336 h 3306371"/>
                <a:gd name="connsiteX4" fmla="*/ 4383112 w 5096852"/>
                <a:gd name="connsiteY4" fmla="*/ 2804896 h 3306371"/>
                <a:gd name="connsiteX5" fmla="*/ 52412 w 5096852"/>
                <a:gd name="connsiteY5" fmla="*/ 2563596 h 3306371"/>
                <a:gd name="connsiteX6" fmla="*/ 27012 w 5096852"/>
                <a:gd name="connsiteY6" fmla="*/ 2157197 h 3306371"/>
                <a:gd name="connsiteX7" fmla="*/ 141312 w 5096852"/>
                <a:gd name="connsiteY7" fmla="*/ 1674597 h 3306371"/>
                <a:gd name="connsiteX8" fmla="*/ 623912 w 5096852"/>
                <a:gd name="connsiteY8" fmla="*/ 1077696 h 3306371"/>
                <a:gd name="connsiteX0" fmla="*/ 623912 w 5350859"/>
                <a:gd name="connsiteY0" fmla="*/ 1076498 h 3305173"/>
                <a:gd name="connsiteX1" fmla="*/ 2236812 w 5350859"/>
                <a:gd name="connsiteY1" fmla="*/ 377998 h 3305173"/>
                <a:gd name="connsiteX2" fmla="*/ 3354412 w 5350859"/>
                <a:gd name="connsiteY2" fmla="*/ 60498 h 3305173"/>
                <a:gd name="connsiteX3" fmla="*/ 5096852 w 5350859"/>
                <a:gd name="connsiteY3" fmla="*/ 2260138 h 3305173"/>
                <a:gd name="connsiteX4" fmla="*/ 4383112 w 5350859"/>
                <a:gd name="connsiteY4" fmla="*/ 2803698 h 3305173"/>
                <a:gd name="connsiteX5" fmla="*/ 52412 w 5350859"/>
                <a:gd name="connsiteY5" fmla="*/ 2562398 h 3305173"/>
                <a:gd name="connsiteX6" fmla="*/ 27012 w 5350859"/>
                <a:gd name="connsiteY6" fmla="*/ 2155999 h 3305173"/>
                <a:gd name="connsiteX7" fmla="*/ 141312 w 5350859"/>
                <a:gd name="connsiteY7" fmla="*/ 1673399 h 3305173"/>
                <a:gd name="connsiteX8" fmla="*/ 623912 w 5350859"/>
                <a:gd name="connsiteY8" fmla="*/ 1076498 h 330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350859" h="3305173">
                  <a:moveTo>
                    <a:pt x="623912" y="1076498"/>
                  </a:moveTo>
                  <a:cubicBezTo>
                    <a:pt x="1223352" y="378845"/>
                    <a:pt x="1805012" y="382231"/>
                    <a:pt x="2236812" y="377998"/>
                  </a:cubicBezTo>
                  <a:cubicBezTo>
                    <a:pt x="2490812" y="479598"/>
                    <a:pt x="3100412" y="-41102"/>
                    <a:pt x="3354412" y="60498"/>
                  </a:cubicBezTo>
                  <a:cubicBezTo>
                    <a:pt x="5466845" y="-364529"/>
                    <a:pt x="5620939" y="1565025"/>
                    <a:pt x="5096852" y="2260138"/>
                  </a:cubicBezTo>
                  <a:cubicBezTo>
                    <a:pt x="4889419" y="2306705"/>
                    <a:pt x="4628645" y="2630131"/>
                    <a:pt x="4383112" y="2803698"/>
                  </a:cubicBezTo>
                  <a:cubicBezTo>
                    <a:pt x="3053845" y="3193165"/>
                    <a:pt x="645079" y="3811231"/>
                    <a:pt x="52412" y="2562398"/>
                  </a:cubicBezTo>
                  <a:cubicBezTo>
                    <a:pt x="4152" y="2386292"/>
                    <a:pt x="-23788" y="2278765"/>
                    <a:pt x="27012" y="2155999"/>
                  </a:cubicBezTo>
                  <a:cubicBezTo>
                    <a:pt x="124379" y="1990899"/>
                    <a:pt x="43945" y="1838499"/>
                    <a:pt x="141312" y="1673399"/>
                  </a:cubicBezTo>
                  <a:cubicBezTo>
                    <a:pt x="271699" y="1291552"/>
                    <a:pt x="463045" y="1275465"/>
                    <a:pt x="623912" y="1076498"/>
                  </a:cubicBezTo>
                  <a:close/>
                </a:path>
              </a:pathLst>
            </a:custGeom>
            <a:solidFill>
              <a:srgbClr val="BA9261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8E64D95-6415-078C-7680-2D0E21E80CD5}"/>
                </a:ext>
              </a:extLst>
            </p:cNvPr>
            <p:cNvSpPr/>
            <p:nvPr/>
          </p:nvSpPr>
          <p:spPr>
            <a:xfrm>
              <a:off x="5514100" y="2926080"/>
              <a:ext cx="78979" cy="358140"/>
            </a:xfrm>
            <a:custGeom>
              <a:avLst/>
              <a:gdLst>
                <a:gd name="connsiteX0" fmla="*/ 0 w 60960"/>
                <a:gd name="connsiteY0" fmla="*/ 0 h 358140"/>
                <a:gd name="connsiteX1" fmla="*/ 60960 w 60960"/>
                <a:gd name="connsiteY1" fmla="*/ 358140 h 358140"/>
                <a:gd name="connsiteX2" fmla="*/ 60960 w 60960"/>
                <a:gd name="connsiteY2" fmla="*/ 358140 h 358140"/>
                <a:gd name="connsiteX0" fmla="*/ 14163 w 75123"/>
                <a:gd name="connsiteY0" fmla="*/ 0 h 358140"/>
                <a:gd name="connsiteX1" fmla="*/ 75123 w 75123"/>
                <a:gd name="connsiteY1" fmla="*/ 358140 h 358140"/>
                <a:gd name="connsiteX2" fmla="*/ 75123 w 75123"/>
                <a:gd name="connsiteY2" fmla="*/ 358140 h 358140"/>
                <a:gd name="connsiteX0" fmla="*/ 18019 w 78979"/>
                <a:gd name="connsiteY0" fmla="*/ 0 h 358140"/>
                <a:gd name="connsiteX1" fmla="*/ 78979 w 78979"/>
                <a:gd name="connsiteY1" fmla="*/ 358140 h 358140"/>
                <a:gd name="connsiteX2" fmla="*/ 78979 w 78979"/>
                <a:gd name="connsiteY2" fmla="*/ 358140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8979" h="358140">
                  <a:moveTo>
                    <a:pt x="18019" y="0"/>
                  </a:moveTo>
                  <a:cubicBezTo>
                    <a:pt x="-30241" y="165100"/>
                    <a:pt x="28179" y="238760"/>
                    <a:pt x="78979" y="358140"/>
                  </a:cubicBezTo>
                  <a:lnTo>
                    <a:pt x="78979" y="358140"/>
                  </a:lnTo>
                </a:path>
              </a:pathLst>
            </a:custGeom>
            <a:noFill/>
            <a:ln w="38100">
              <a:solidFill>
                <a:srgbClr val="926D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2C68FF8-D7CF-01E0-C415-700D969B811A}"/>
                </a:ext>
              </a:extLst>
            </p:cNvPr>
            <p:cNvSpPr/>
            <p:nvPr/>
          </p:nvSpPr>
          <p:spPr>
            <a:xfrm>
              <a:off x="2930920" y="3779520"/>
              <a:ext cx="78979" cy="358140"/>
            </a:xfrm>
            <a:custGeom>
              <a:avLst/>
              <a:gdLst>
                <a:gd name="connsiteX0" fmla="*/ 0 w 60960"/>
                <a:gd name="connsiteY0" fmla="*/ 0 h 358140"/>
                <a:gd name="connsiteX1" fmla="*/ 60960 w 60960"/>
                <a:gd name="connsiteY1" fmla="*/ 358140 h 358140"/>
                <a:gd name="connsiteX2" fmla="*/ 60960 w 60960"/>
                <a:gd name="connsiteY2" fmla="*/ 358140 h 358140"/>
                <a:gd name="connsiteX0" fmla="*/ 14163 w 75123"/>
                <a:gd name="connsiteY0" fmla="*/ 0 h 358140"/>
                <a:gd name="connsiteX1" fmla="*/ 75123 w 75123"/>
                <a:gd name="connsiteY1" fmla="*/ 358140 h 358140"/>
                <a:gd name="connsiteX2" fmla="*/ 75123 w 75123"/>
                <a:gd name="connsiteY2" fmla="*/ 358140 h 358140"/>
                <a:gd name="connsiteX0" fmla="*/ 18019 w 78979"/>
                <a:gd name="connsiteY0" fmla="*/ 0 h 358140"/>
                <a:gd name="connsiteX1" fmla="*/ 78979 w 78979"/>
                <a:gd name="connsiteY1" fmla="*/ 358140 h 358140"/>
                <a:gd name="connsiteX2" fmla="*/ 78979 w 78979"/>
                <a:gd name="connsiteY2" fmla="*/ 358140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8979" h="358140">
                  <a:moveTo>
                    <a:pt x="18019" y="0"/>
                  </a:moveTo>
                  <a:cubicBezTo>
                    <a:pt x="-30241" y="165100"/>
                    <a:pt x="28179" y="238760"/>
                    <a:pt x="78979" y="358140"/>
                  </a:cubicBezTo>
                  <a:lnTo>
                    <a:pt x="78979" y="358140"/>
                  </a:lnTo>
                </a:path>
              </a:pathLst>
            </a:custGeom>
            <a:noFill/>
            <a:ln w="38100">
              <a:solidFill>
                <a:srgbClr val="926D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4B68963-4DCD-4BBF-2D91-2235F3FECBBE}"/>
                </a:ext>
              </a:extLst>
            </p:cNvPr>
            <p:cNvSpPr/>
            <p:nvPr/>
          </p:nvSpPr>
          <p:spPr>
            <a:xfrm>
              <a:off x="4098386" y="3787140"/>
              <a:ext cx="184053" cy="655320"/>
            </a:xfrm>
            <a:custGeom>
              <a:avLst/>
              <a:gdLst>
                <a:gd name="connsiteX0" fmla="*/ 0 w 60960"/>
                <a:gd name="connsiteY0" fmla="*/ 0 h 358140"/>
                <a:gd name="connsiteX1" fmla="*/ 60960 w 60960"/>
                <a:gd name="connsiteY1" fmla="*/ 358140 h 358140"/>
                <a:gd name="connsiteX2" fmla="*/ 60960 w 60960"/>
                <a:gd name="connsiteY2" fmla="*/ 358140 h 358140"/>
                <a:gd name="connsiteX0" fmla="*/ 14163 w 75123"/>
                <a:gd name="connsiteY0" fmla="*/ 0 h 358140"/>
                <a:gd name="connsiteX1" fmla="*/ 75123 w 75123"/>
                <a:gd name="connsiteY1" fmla="*/ 358140 h 358140"/>
                <a:gd name="connsiteX2" fmla="*/ 75123 w 75123"/>
                <a:gd name="connsiteY2" fmla="*/ 358140 h 358140"/>
                <a:gd name="connsiteX0" fmla="*/ 18019 w 78979"/>
                <a:gd name="connsiteY0" fmla="*/ 0 h 358140"/>
                <a:gd name="connsiteX1" fmla="*/ 78979 w 78979"/>
                <a:gd name="connsiteY1" fmla="*/ 358140 h 358140"/>
                <a:gd name="connsiteX2" fmla="*/ 78979 w 78979"/>
                <a:gd name="connsiteY2" fmla="*/ 358140 h 358140"/>
                <a:gd name="connsiteX0" fmla="*/ 18019 w 200899"/>
                <a:gd name="connsiteY0" fmla="*/ 0 h 655320"/>
                <a:gd name="connsiteX1" fmla="*/ 78979 w 200899"/>
                <a:gd name="connsiteY1" fmla="*/ 358140 h 655320"/>
                <a:gd name="connsiteX2" fmla="*/ 200899 w 200899"/>
                <a:gd name="connsiteY2" fmla="*/ 655320 h 655320"/>
                <a:gd name="connsiteX0" fmla="*/ 0 w 182880"/>
                <a:gd name="connsiteY0" fmla="*/ 0 h 655320"/>
                <a:gd name="connsiteX1" fmla="*/ 182880 w 182880"/>
                <a:gd name="connsiteY1" fmla="*/ 655320 h 655320"/>
                <a:gd name="connsiteX0" fmla="*/ 1173 w 184053"/>
                <a:gd name="connsiteY0" fmla="*/ 0 h 655320"/>
                <a:gd name="connsiteX1" fmla="*/ 184053 w 184053"/>
                <a:gd name="connsiteY1" fmla="*/ 655320 h 655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4053" h="655320">
                  <a:moveTo>
                    <a:pt x="1173" y="0"/>
                  </a:moveTo>
                  <a:cubicBezTo>
                    <a:pt x="-14067" y="302260"/>
                    <a:pt x="123093" y="436880"/>
                    <a:pt x="184053" y="655320"/>
                  </a:cubicBezTo>
                </a:path>
              </a:pathLst>
            </a:custGeom>
            <a:noFill/>
            <a:ln w="38100">
              <a:solidFill>
                <a:srgbClr val="926D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63FB0C1-FD2E-5A17-FD2C-C7438ED91704}"/>
                </a:ext>
              </a:extLst>
            </p:cNvPr>
            <p:cNvSpPr/>
            <p:nvPr/>
          </p:nvSpPr>
          <p:spPr>
            <a:xfrm>
              <a:off x="5978090" y="4564380"/>
              <a:ext cx="201730" cy="525780"/>
            </a:xfrm>
            <a:custGeom>
              <a:avLst/>
              <a:gdLst>
                <a:gd name="connsiteX0" fmla="*/ 0 w 60960"/>
                <a:gd name="connsiteY0" fmla="*/ 0 h 358140"/>
                <a:gd name="connsiteX1" fmla="*/ 60960 w 60960"/>
                <a:gd name="connsiteY1" fmla="*/ 358140 h 358140"/>
                <a:gd name="connsiteX2" fmla="*/ 60960 w 60960"/>
                <a:gd name="connsiteY2" fmla="*/ 358140 h 358140"/>
                <a:gd name="connsiteX0" fmla="*/ 14163 w 75123"/>
                <a:gd name="connsiteY0" fmla="*/ 0 h 358140"/>
                <a:gd name="connsiteX1" fmla="*/ 75123 w 75123"/>
                <a:gd name="connsiteY1" fmla="*/ 358140 h 358140"/>
                <a:gd name="connsiteX2" fmla="*/ 75123 w 75123"/>
                <a:gd name="connsiteY2" fmla="*/ 358140 h 358140"/>
                <a:gd name="connsiteX0" fmla="*/ 18019 w 78979"/>
                <a:gd name="connsiteY0" fmla="*/ 0 h 358140"/>
                <a:gd name="connsiteX1" fmla="*/ 78979 w 78979"/>
                <a:gd name="connsiteY1" fmla="*/ 358140 h 358140"/>
                <a:gd name="connsiteX2" fmla="*/ 78979 w 78979"/>
                <a:gd name="connsiteY2" fmla="*/ 358140 h 358140"/>
                <a:gd name="connsiteX0" fmla="*/ 18019 w 208519"/>
                <a:gd name="connsiteY0" fmla="*/ 0 h 525780"/>
                <a:gd name="connsiteX1" fmla="*/ 78979 w 208519"/>
                <a:gd name="connsiteY1" fmla="*/ 358140 h 525780"/>
                <a:gd name="connsiteX2" fmla="*/ 208519 w 208519"/>
                <a:gd name="connsiteY2" fmla="*/ 525780 h 525780"/>
                <a:gd name="connsiteX0" fmla="*/ 0 w 190500"/>
                <a:gd name="connsiteY0" fmla="*/ 0 h 525780"/>
                <a:gd name="connsiteX1" fmla="*/ 190500 w 190500"/>
                <a:gd name="connsiteY1" fmla="*/ 525780 h 525780"/>
                <a:gd name="connsiteX0" fmla="*/ 11230 w 201730"/>
                <a:gd name="connsiteY0" fmla="*/ 0 h 525780"/>
                <a:gd name="connsiteX1" fmla="*/ 201730 w 201730"/>
                <a:gd name="connsiteY1" fmla="*/ 525780 h 525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1730" h="525780">
                  <a:moveTo>
                    <a:pt x="11230" y="0"/>
                  </a:moveTo>
                  <a:cubicBezTo>
                    <a:pt x="-47190" y="251460"/>
                    <a:pt x="138230" y="350520"/>
                    <a:pt x="201730" y="525780"/>
                  </a:cubicBezTo>
                </a:path>
              </a:pathLst>
            </a:custGeom>
            <a:noFill/>
            <a:ln w="38100">
              <a:solidFill>
                <a:srgbClr val="926D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4153DFF-F1BD-4A7E-6C8F-EACEF8A39F87}"/>
                </a:ext>
              </a:extLst>
            </p:cNvPr>
            <p:cNvSpPr/>
            <p:nvPr/>
          </p:nvSpPr>
          <p:spPr>
            <a:xfrm>
              <a:off x="4683692" y="5676900"/>
              <a:ext cx="201730" cy="335280"/>
            </a:xfrm>
            <a:custGeom>
              <a:avLst/>
              <a:gdLst>
                <a:gd name="connsiteX0" fmla="*/ 0 w 60960"/>
                <a:gd name="connsiteY0" fmla="*/ 0 h 358140"/>
                <a:gd name="connsiteX1" fmla="*/ 60960 w 60960"/>
                <a:gd name="connsiteY1" fmla="*/ 358140 h 358140"/>
                <a:gd name="connsiteX2" fmla="*/ 60960 w 60960"/>
                <a:gd name="connsiteY2" fmla="*/ 358140 h 358140"/>
                <a:gd name="connsiteX0" fmla="*/ 14163 w 75123"/>
                <a:gd name="connsiteY0" fmla="*/ 0 h 358140"/>
                <a:gd name="connsiteX1" fmla="*/ 75123 w 75123"/>
                <a:gd name="connsiteY1" fmla="*/ 358140 h 358140"/>
                <a:gd name="connsiteX2" fmla="*/ 75123 w 75123"/>
                <a:gd name="connsiteY2" fmla="*/ 358140 h 358140"/>
                <a:gd name="connsiteX0" fmla="*/ 18019 w 78979"/>
                <a:gd name="connsiteY0" fmla="*/ 0 h 358140"/>
                <a:gd name="connsiteX1" fmla="*/ 78979 w 78979"/>
                <a:gd name="connsiteY1" fmla="*/ 358140 h 358140"/>
                <a:gd name="connsiteX2" fmla="*/ 78979 w 78979"/>
                <a:gd name="connsiteY2" fmla="*/ 358140 h 358140"/>
                <a:gd name="connsiteX0" fmla="*/ 18019 w 208519"/>
                <a:gd name="connsiteY0" fmla="*/ 0 h 525780"/>
                <a:gd name="connsiteX1" fmla="*/ 78979 w 208519"/>
                <a:gd name="connsiteY1" fmla="*/ 358140 h 525780"/>
                <a:gd name="connsiteX2" fmla="*/ 208519 w 208519"/>
                <a:gd name="connsiteY2" fmla="*/ 525780 h 525780"/>
                <a:gd name="connsiteX0" fmla="*/ 0 w 190500"/>
                <a:gd name="connsiteY0" fmla="*/ 0 h 525780"/>
                <a:gd name="connsiteX1" fmla="*/ 190500 w 190500"/>
                <a:gd name="connsiteY1" fmla="*/ 525780 h 525780"/>
                <a:gd name="connsiteX0" fmla="*/ 11230 w 201730"/>
                <a:gd name="connsiteY0" fmla="*/ 0 h 525780"/>
                <a:gd name="connsiteX1" fmla="*/ 201730 w 201730"/>
                <a:gd name="connsiteY1" fmla="*/ 525780 h 525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1730" h="525780">
                  <a:moveTo>
                    <a:pt x="11230" y="0"/>
                  </a:moveTo>
                  <a:cubicBezTo>
                    <a:pt x="-47190" y="251460"/>
                    <a:pt x="138230" y="350520"/>
                    <a:pt x="201730" y="525780"/>
                  </a:cubicBezTo>
                </a:path>
              </a:pathLst>
            </a:custGeom>
            <a:noFill/>
            <a:ln w="38100">
              <a:solidFill>
                <a:srgbClr val="926D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CB36122-BAA9-D297-8F45-C469C1969BA8}"/>
                </a:ext>
              </a:extLst>
            </p:cNvPr>
            <p:cNvSpPr/>
            <p:nvPr/>
          </p:nvSpPr>
          <p:spPr>
            <a:xfrm rot="19015873" flipH="1">
              <a:off x="6991408" y="4150692"/>
              <a:ext cx="349657" cy="480060"/>
            </a:xfrm>
            <a:custGeom>
              <a:avLst/>
              <a:gdLst>
                <a:gd name="connsiteX0" fmla="*/ 0 w 60960"/>
                <a:gd name="connsiteY0" fmla="*/ 0 h 358140"/>
                <a:gd name="connsiteX1" fmla="*/ 60960 w 60960"/>
                <a:gd name="connsiteY1" fmla="*/ 358140 h 358140"/>
                <a:gd name="connsiteX2" fmla="*/ 60960 w 60960"/>
                <a:gd name="connsiteY2" fmla="*/ 358140 h 358140"/>
                <a:gd name="connsiteX0" fmla="*/ 14163 w 75123"/>
                <a:gd name="connsiteY0" fmla="*/ 0 h 358140"/>
                <a:gd name="connsiteX1" fmla="*/ 75123 w 75123"/>
                <a:gd name="connsiteY1" fmla="*/ 358140 h 358140"/>
                <a:gd name="connsiteX2" fmla="*/ 75123 w 75123"/>
                <a:gd name="connsiteY2" fmla="*/ 358140 h 358140"/>
                <a:gd name="connsiteX0" fmla="*/ 18019 w 78979"/>
                <a:gd name="connsiteY0" fmla="*/ 0 h 358140"/>
                <a:gd name="connsiteX1" fmla="*/ 78979 w 78979"/>
                <a:gd name="connsiteY1" fmla="*/ 358140 h 358140"/>
                <a:gd name="connsiteX2" fmla="*/ 78979 w 78979"/>
                <a:gd name="connsiteY2" fmla="*/ 358140 h 358140"/>
                <a:gd name="connsiteX0" fmla="*/ 18019 w 208519"/>
                <a:gd name="connsiteY0" fmla="*/ 0 h 525780"/>
                <a:gd name="connsiteX1" fmla="*/ 78979 w 208519"/>
                <a:gd name="connsiteY1" fmla="*/ 358140 h 525780"/>
                <a:gd name="connsiteX2" fmla="*/ 208519 w 208519"/>
                <a:gd name="connsiteY2" fmla="*/ 525780 h 525780"/>
                <a:gd name="connsiteX0" fmla="*/ 0 w 190500"/>
                <a:gd name="connsiteY0" fmla="*/ 0 h 525780"/>
                <a:gd name="connsiteX1" fmla="*/ 190500 w 190500"/>
                <a:gd name="connsiteY1" fmla="*/ 525780 h 525780"/>
                <a:gd name="connsiteX0" fmla="*/ 11230 w 201730"/>
                <a:gd name="connsiteY0" fmla="*/ 0 h 525780"/>
                <a:gd name="connsiteX1" fmla="*/ 201730 w 201730"/>
                <a:gd name="connsiteY1" fmla="*/ 525780 h 525780"/>
                <a:gd name="connsiteX0" fmla="*/ 6757 w 349657"/>
                <a:gd name="connsiteY0" fmla="*/ 0 h 752821"/>
                <a:gd name="connsiteX1" fmla="*/ 349657 w 349657"/>
                <a:gd name="connsiteY1" fmla="*/ 752821 h 752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49657" h="752821">
                  <a:moveTo>
                    <a:pt x="6757" y="0"/>
                  </a:moveTo>
                  <a:cubicBezTo>
                    <a:pt x="-51663" y="251460"/>
                    <a:pt x="286157" y="577561"/>
                    <a:pt x="349657" y="752821"/>
                  </a:cubicBezTo>
                </a:path>
              </a:pathLst>
            </a:custGeom>
            <a:noFill/>
            <a:ln w="38100">
              <a:solidFill>
                <a:srgbClr val="926D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A5CCC8E9-0CE2-024B-008B-A975E4F2C85E}"/>
                </a:ext>
              </a:extLst>
            </p:cNvPr>
            <p:cNvSpPr/>
            <p:nvPr/>
          </p:nvSpPr>
          <p:spPr>
            <a:xfrm>
              <a:off x="3295545" y="5509260"/>
              <a:ext cx="201730" cy="335280"/>
            </a:xfrm>
            <a:custGeom>
              <a:avLst/>
              <a:gdLst>
                <a:gd name="connsiteX0" fmla="*/ 0 w 60960"/>
                <a:gd name="connsiteY0" fmla="*/ 0 h 358140"/>
                <a:gd name="connsiteX1" fmla="*/ 60960 w 60960"/>
                <a:gd name="connsiteY1" fmla="*/ 358140 h 358140"/>
                <a:gd name="connsiteX2" fmla="*/ 60960 w 60960"/>
                <a:gd name="connsiteY2" fmla="*/ 358140 h 358140"/>
                <a:gd name="connsiteX0" fmla="*/ 14163 w 75123"/>
                <a:gd name="connsiteY0" fmla="*/ 0 h 358140"/>
                <a:gd name="connsiteX1" fmla="*/ 75123 w 75123"/>
                <a:gd name="connsiteY1" fmla="*/ 358140 h 358140"/>
                <a:gd name="connsiteX2" fmla="*/ 75123 w 75123"/>
                <a:gd name="connsiteY2" fmla="*/ 358140 h 358140"/>
                <a:gd name="connsiteX0" fmla="*/ 18019 w 78979"/>
                <a:gd name="connsiteY0" fmla="*/ 0 h 358140"/>
                <a:gd name="connsiteX1" fmla="*/ 78979 w 78979"/>
                <a:gd name="connsiteY1" fmla="*/ 358140 h 358140"/>
                <a:gd name="connsiteX2" fmla="*/ 78979 w 78979"/>
                <a:gd name="connsiteY2" fmla="*/ 358140 h 358140"/>
                <a:gd name="connsiteX0" fmla="*/ 18019 w 208519"/>
                <a:gd name="connsiteY0" fmla="*/ 0 h 525780"/>
                <a:gd name="connsiteX1" fmla="*/ 78979 w 208519"/>
                <a:gd name="connsiteY1" fmla="*/ 358140 h 525780"/>
                <a:gd name="connsiteX2" fmla="*/ 208519 w 208519"/>
                <a:gd name="connsiteY2" fmla="*/ 525780 h 525780"/>
                <a:gd name="connsiteX0" fmla="*/ 0 w 190500"/>
                <a:gd name="connsiteY0" fmla="*/ 0 h 525780"/>
                <a:gd name="connsiteX1" fmla="*/ 190500 w 190500"/>
                <a:gd name="connsiteY1" fmla="*/ 525780 h 525780"/>
                <a:gd name="connsiteX0" fmla="*/ 11230 w 201730"/>
                <a:gd name="connsiteY0" fmla="*/ 0 h 525780"/>
                <a:gd name="connsiteX1" fmla="*/ 201730 w 201730"/>
                <a:gd name="connsiteY1" fmla="*/ 525780 h 525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1730" h="525780">
                  <a:moveTo>
                    <a:pt x="11230" y="0"/>
                  </a:moveTo>
                  <a:cubicBezTo>
                    <a:pt x="-47190" y="251460"/>
                    <a:pt x="138230" y="350520"/>
                    <a:pt x="201730" y="525780"/>
                  </a:cubicBezTo>
                </a:path>
              </a:pathLst>
            </a:custGeom>
            <a:noFill/>
            <a:ln w="38100">
              <a:solidFill>
                <a:srgbClr val="926D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A2C9F6C-8FFC-372D-F310-63BB32F95211}"/>
              </a:ext>
            </a:extLst>
          </p:cNvPr>
          <p:cNvGrpSpPr/>
          <p:nvPr/>
        </p:nvGrpSpPr>
        <p:grpSpPr>
          <a:xfrm>
            <a:off x="4707541" y="2856406"/>
            <a:ext cx="5350859" cy="3305173"/>
            <a:chOff x="2109128" y="2814781"/>
            <a:chExt cx="5350859" cy="3305173"/>
          </a:xfrm>
          <a:solidFill>
            <a:schemeClr val="bg1"/>
          </a:solidFill>
        </p:grpSpPr>
        <p:sp>
          <p:nvSpPr>
            <p:cNvPr id="21" name="Rectangle 2">
              <a:extLst>
                <a:ext uri="{FF2B5EF4-FFF2-40B4-BE49-F238E27FC236}">
                  <a16:creationId xmlns:a16="http://schemas.microsoft.com/office/drawing/2014/main" id="{AD19121A-BEDC-FD47-8B34-487C4D8FB8AA}"/>
                </a:ext>
              </a:extLst>
            </p:cNvPr>
            <p:cNvSpPr/>
            <p:nvPr/>
          </p:nvSpPr>
          <p:spPr>
            <a:xfrm>
              <a:off x="2109128" y="2814781"/>
              <a:ext cx="5350859" cy="3305173"/>
            </a:xfrm>
            <a:custGeom>
              <a:avLst/>
              <a:gdLst>
                <a:gd name="connsiteX0" fmla="*/ 0 w 2679700"/>
                <a:gd name="connsiteY0" fmla="*/ 0 h 876300"/>
                <a:gd name="connsiteX1" fmla="*/ 2679700 w 2679700"/>
                <a:gd name="connsiteY1" fmla="*/ 0 h 876300"/>
                <a:gd name="connsiteX2" fmla="*/ 2679700 w 2679700"/>
                <a:gd name="connsiteY2" fmla="*/ 876300 h 876300"/>
                <a:gd name="connsiteX3" fmla="*/ 0 w 2679700"/>
                <a:gd name="connsiteY3" fmla="*/ 876300 h 876300"/>
                <a:gd name="connsiteX4" fmla="*/ 0 w 2679700"/>
                <a:gd name="connsiteY4" fmla="*/ 0 h 876300"/>
                <a:gd name="connsiteX0" fmla="*/ 0 w 3441700"/>
                <a:gd name="connsiteY0" fmla="*/ 0 h 889000"/>
                <a:gd name="connsiteX1" fmla="*/ 3441700 w 3441700"/>
                <a:gd name="connsiteY1" fmla="*/ 12700 h 889000"/>
                <a:gd name="connsiteX2" fmla="*/ 3441700 w 3441700"/>
                <a:gd name="connsiteY2" fmla="*/ 889000 h 889000"/>
                <a:gd name="connsiteX3" fmla="*/ 762000 w 3441700"/>
                <a:gd name="connsiteY3" fmla="*/ 889000 h 889000"/>
                <a:gd name="connsiteX4" fmla="*/ 0 w 3441700"/>
                <a:gd name="connsiteY4" fmla="*/ 0 h 889000"/>
                <a:gd name="connsiteX0" fmla="*/ 0 w 3441700"/>
                <a:gd name="connsiteY0" fmla="*/ 698500 h 1587500"/>
                <a:gd name="connsiteX1" fmla="*/ 1612900 w 3441700"/>
                <a:gd name="connsiteY1" fmla="*/ 0 h 1587500"/>
                <a:gd name="connsiteX2" fmla="*/ 3441700 w 3441700"/>
                <a:gd name="connsiteY2" fmla="*/ 711200 h 1587500"/>
                <a:gd name="connsiteX3" fmla="*/ 3441700 w 3441700"/>
                <a:gd name="connsiteY3" fmla="*/ 1587500 h 1587500"/>
                <a:gd name="connsiteX4" fmla="*/ 762000 w 3441700"/>
                <a:gd name="connsiteY4" fmla="*/ 1587500 h 1587500"/>
                <a:gd name="connsiteX5" fmla="*/ 0 w 3441700"/>
                <a:gd name="connsiteY5" fmla="*/ 698500 h 1587500"/>
                <a:gd name="connsiteX0" fmla="*/ 0 w 3441700"/>
                <a:gd name="connsiteY0" fmla="*/ 1029217 h 1918217"/>
                <a:gd name="connsiteX1" fmla="*/ 1612900 w 3441700"/>
                <a:gd name="connsiteY1" fmla="*/ 330717 h 1918217"/>
                <a:gd name="connsiteX2" fmla="*/ 2730500 w 3441700"/>
                <a:gd name="connsiteY2" fmla="*/ 13217 h 1918217"/>
                <a:gd name="connsiteX3" fmla="*/ 3441700 w 3441700"/>
                <a:gd name="connsiteY3" fmla="*/ 1041917 h 1918217"/>
                <a:gd name="connsiteX4" fmla="*/ 3441700 w 3441700"/>
                <a:gd name="connsiteY4" fmla="*/ 1918217 h 1918217"/>
                <a:gd name="connsiteX5" fmla="*/ 762000 w 3441700"/>
                <a:gd name="connsiteY5" fmla="*/ 1918217 h 1918217"/>
                <a:gd name="connsiteX6" fmla="*/ 0 w 3441700"/>
                <a:gd name="connsiteY6" fmla="*/ 1029217 h 1918217"/>
                <a:gd name="connsiteX0" fmla="*/ 0 w 4495800"/>
                <a:gd name="connsiteY0" fmla="*/ 1029217 h 2235717"/>
                <a:gd name="connsiteX1" fmla="*/ 1612900 w 4495800"/>
                <a:gd name="connsiteY1" fmla="*/ 330717 h 2235717"/>
                <a:gd name="connsiteX2" fmla="*/ 2730500 w 4495800"/>
                <a:gd name="connsiteY2" fmla="*/ 13217 h 2235717"/>
                <a:gd name="connsiteX3" fmla="*/ 4495800 w 4495800"/>
                <a:gd name="connsiteY3" fmla="*/ 2235717 h 2235717"/>
                <a:gd name="connsiteX4" fmla="*/ 3441700 w 4495800"/>
                <a:gd name="connsiteY4" fmla="*/ 1918217 h 2235717"/>
                <a:gd name="connsiteX5" fmla="*/ 762000 w 4495800"/>
                <a:gd name="connsiteY5" fmla="*/ 1918217 h 2235717"/>
                <a:gd name="connsiteX6" fmla="*/ 0 w 4495800"/>
                <a:gd name="connsiteY6" fmla="*/ 1029217 h 2235717"/>
                <a:gd name="connsiteX0" fmla="*/ 0 w 4495800"/>
                <a:gd name="connsiteY0" fmla="*/ 1029217 h 2756417"/>
                <a:gd name="connsiteX1" fmla="*/ 1612900 w 4495800"/>
                <a:gd name="connsiteY1" fmla="*/ 330717 h 2756417"/>
                <a:gd name="connsiteX2" fmla="*/ 2730500 w 4495800"/>
                <a:gd name="connsiteY2" fmla="*/ 13217 h 2756417"/>
                <a:gd name="connsiteX3" fmla="*/ 4495800 w 4495800"/>
                <a:gd name="connsiteY3" fmla="*/ 2235717 h 2756417"/>
                <a:gd name="connsiteX4" fmla="*/ 3759200 w 4495800"/>
                <a:gd name="connsiteY4" fmla="*/ 2756417 h 2756417"/>
                <a:gd name="connsiteX5" fmla="*/ 762000 w 4495800"/>
                <a:gd name="connsiteY5" fmla="*/ 1918217 h 2756417"/>
                <a:gd name="connsiteX6" fmla="*/ 0 w 4495800"/>
                <a:gd name="connsiteY6" fmla="*/ 1029217 h 2756417"/>
                <a:gd name="connsiteX0" fmla="*/ 0 w 4495800"/>
                <a:gd name="connsiteY0" fmla="*/ 1029217 h 2756417"/>
                <a:gd name="connsiteX1" fmla="*/ 1612900 w 4495800"/>
                <a:gd name="connsiteY1" fmla="*/ 330717 h 2756417"/>
                <a:gd name="connsiteX2" fmla="*/ 2730500 w 4495800"/>
                <a:gd name="connsiteY2" fmla="*/ 13217 h 2756417"/>
                <a:gd name="connsiteX3" fmla="*/ 4495800 w 4495800"/>
                <a:gd name="connsiteY3" fmla="*/ 2235717 h 2756417"/>
                <a:gd name="connsiteX4" fmla="*/ 3759200 w 4495800"/>
                <a:gd name="connsiteY4" fmla="*/ 2756417 h 2756417"/>
                <a:gd name="connsiteX5" fmla="*/ 762000 w 4495800"/>
                <a:gd name="connsiteY5" fmla="*/ 1918217 h 2756417"/>
                <a:gd name="connsiteX6" fmla="*/ 0 w 4495800"/>
                <a:gd name="connsiteY6" fmla="*/ 1029217 h 2756417"/>
                <a:gd name="connsiteX0" fmla="*/ 571500 w 5067300"/>
                <a:gd name="connsiteY0" fmla="*/ 1029217 h 2756417"/>
                <a:gd name="connsiteX1" fmla="*/ 2184400 w 5067300"/>
                <a:gd name="connsiteY1" fmla="*/ 330717 h 2756417"/>
                <a:gd name="connsiteX2" fmla="*/ 3302000 w 5067300"/>
                <a:gd name="connsiteY2" fmla="*/ 13217 h 2756417"/>
                <a:gd name="connsiteX3" fmla="*/ 5067300 w 5067300"/>
                <a:gd name="connsiteY3" fmla="*/ 2235717 h 2756417"/>
                <a:gd name="connsiteX4" fmla="*/ 4330700 w 5067300"/>
                <a:gd name="connsiteY4" fmla="*/ 2756417 h 2756417"/>
                <a:gd name="connsiteX5" fmla="*/ 0 w 5067300"/>
                <a:gd name="connsiteY5" fmla="*/ 2515117 h 2756417"/>
                <a:gd name="connsiteX6" fmla="*/ 571500 w 5067300"/>
                <a:gd name="connsiteY6" fmla="*/ 1029217 h 2756417"/>
                <a:gd name="connsiteX0" fmla="*/ 609142 w 5104942"/>
                <a:gd name="connsiteY0" fmla="*/ 1029217 h 2756417"/>
                <a:gd name="connsiteX1" fmla="*/ 2222042 w 5104942"/>
                <a:gd name="connsiteY1" fmla="*/ 330717 h 2756417"/>
                <a:gd name="connsiteX2" fmla="*/ 3339642 w 5104942"/>
                <a:gd name="connsiteY2" fmla="*/ 13217 h 2756417"/>
                <a:gd name="connsiteX3" fmla="*/ 5104942 w 5104942"/>
                <a:gd name="connsiteY3" fmla="*/ 2235717 h 2756417"/>
                <a:gd name="connsiteX4" fmla="*/ 4368342 w 5104942"/>
                <a:gd name="connsiteY4" fmla="*/ 2756417 h 2756417"/>
                <a:gd name="connsiteX5" fmla="*/ 37642 w 5104942"/>
                <a:gd name="connsiteY5" fmla="*/ 2515117 h 2756417"/>
                <a:gd name="connsiteX6" fmla="*/ 12242 w 5104942"/>
                <a:gd name="connsiteY6" fmla="*/ 2108718 h 2756417"/>
                <a:gd name="connsiteX7" fmla="*/ 609142 w 5104942"/>
                <a:gd name="connsiteY7" fmla="*/ 1029217 h 2756417"/>
                <a:gd name="connsiteX0" fmla="*/ 609142 w 5104942"/>
                <a:gd name="connsiteY0" fmla="*/ 1029217 h 2756417"/>
                <a:gd name="connsiteX1" fmla="*/ 2222042 w 5104942"/>
                <a:gd name="connsiteY1" fmla="*/ 330717 h 2756417"/>
                <a:gd name="connsiteX2" fmla="*/ 3339642 w 5104942"/>
                <a:gd name="connsiteY2" fmla="*/ 13217 h 2756417"/>
                <a:gd name="connsiteX3" fmla="*/ 5104942 w 5104942"/>
                <a:gd name="connsiteY3" fmla="*/ 2235717 h 2756417"/>
                <a:gd name="connsiteX4" fmla="*/ 4368342 w 5104942"/>
                <a:gd name="connsiteY4" fmla="*/ 2756417 h 2756417"/>
                <a:gd name="connsiteX5" fmla="*/ 37642 w 5104942"/>
                <a:gd name="connsiteY5" fmla="*/ 2515117 h 2756417"/>
                <a:gd name="connsiteX6" fmla="*/ 12242 w 5104942"/>
                <a:gd name="connsiteY6" fmla="*/ 2108718 h 2756417"/>
                <a:gd name="connsiteX7" fmla="*/ 126542 w 5104942"/>
                <a:gd name="connsiteY7" fmla="*/ 1626118 h 2756417"/>
                <a:gd name="connsiteX8" fmla="*/ 609142 w 5104942"/>
                <a:gd name="connsiteY8" fmla="*/ 1029217 h 2756417"/>
                <a:gd name="connsiteX0" fmla="*/ 609142 w 5104942"/>
                <a:gd name="connsiteY0" fmla="*/ 1029217 h 3119147"/>
                <a:gd name="connsiteX1" fmla="*/ 2222042 w 5104942"/>
                <a:gd name="connsiteY1" fmla="*/ 330717 h 3119147"/>
                <a:gd name="connsiteX2" fmla="*/ 3339642 w 5104942"/>
                <a:gd name="connsiteY2" fmla="*/ 13217 h 3119147"/>
                <a:gd name="connsiteX3" fmla="*/ 5104942 w 5104942"/>
                <a:gd name="connsiteY3" fmla="*/ 2235717 h 3119147"/>
                <a:gd name="connsiteX4" fmla="*/ 4368342 w 5104942"/>
                <a:gd name="connsiteY4" fmla="*/ 2756417 h 3119147"/>
                <a:gd name="connsiteX5" fmla="*/ 37642 w 5104942"/>
                <a:gd name="connsiteY5" fmla="*/ 2515117 h 3119147"/>
                <a:gd name="connsiteX6" fmla="*/ 12242 w 5104942"/>
                <a:gd name="connsiteY6" fmla="*/ 2108718 h 3119147"/>
                <a:gd name="connsiteX7" fmla="*/ 126542 w 5104942"/>
                <a:gd name="connsiteY7" fmla="*/ 1626118 h 3119147"/>
                <a:gd name="connsiteX8" fmla="*/ 609142 w 5104942"/>
                <a:gd name="connsiteY8" fmla="*/ 1029217 h 3119147"/>
                <a:gd name="connsiteX0" fmla="*/ 609142 w 5104942"/>
                <a:gd name="connsiteY0" fmla="*/ 1029217 h 3257892"/>
                <a:gd name="connsiteX1" fmla="*/ 2222042 w 5104942"/>
                <a:gd name="connsiteY1" fmla="*/ 330717 h 3257892"/>
                <a:gd name="connsiteX2" fmla="*/ 3339642 w 5104942"/>
                <a:gd name="connsiteY2" fmla="*/ 13217 h 3257892"/>
                <a:gd name="connsiteX3" fmla="*/ 5104942 w 5104942"/>
                <a:gd name="connsiteY3" fmla="*/ 2235717 h 3257892"/>
                <a:gd name="connsiteX4" fmla="*/ 4368342 w 5104942"/>
                <a:gd name="connsiteY4" fmla="*/ 2756417 h 3257892"/>
                <a:gd name="connsiteX5" fmla="*/ 37642 w 5104942"/>
                <a:gd name="connsiteY5" fmla="*/ 2515117 h 3257892"/>
                <a:gd name="connsiteX6" fmla="*/ 12242 w 5104942"/>
                <a:gd name="connsiteY6" fmla="*/ 2108718 h 3257892"/>
                <a:gd name="connsiteX7" fmla="*/ 126542 w 5104942"/>
                <a:gd name="connsiteY7" fmla="*/ 1626118 h 3257892"/>
                <a:gd name="connsiteX8" fmla="*/ 609142 w 5104942"/>
                <a:gd name="connsiteY8" fmla="*/ 1029217 h 3257892"/>
                <a:gd name="connsiteX0" fmla="*/ 623912 w 5119712"/>
                <a:gd name="connsiteY0" fmla="*/ 1029217 h 3257892"/>
                <a:gd name="connsiteX1" fmla="*/ 2236812 w 5119712"/>
                <a:gd name="connsiteY1" fmla="*/ 330717 h 3257892"/>
                <a:gd name="connsiteX2" fmla="*/ 3354412 w 5119712"/>
                <a:gd name="connsiteY2" fmla="*/ 13217 h 3257892"/>
                <a:gd name="connsiteX3" fmla="*/ 5119712 w 5119712"/>
                <a:gd name="connsiteY3" fmla="*/ 2235717 h 3257892"/>
                <a:gd name="connsiteX4" fmla="*/ 4383112 w 5119712"/>
                <a:gd name="connsiteY4" fmla="*/ 2756417 h 3257892"/>
                <a:gd name="connsiteX5" fmla="*/ 52412 w 5119712"/>
                <a:gd name="connsiteY5" fmla="*/ 2515117 h 3257892"/>
                <a:gd name="connsiteX6" fmla="*/ 27012 w 5119712"/>
                <a:gd name="connsiteY6" fmla="*/ 2108718 h 3257892"/>
                <a:gd name="connsiteX7" fmla="*/ 141312 w 5119712"/>
                <a:gd name="connsiteY7" fmla="*/ 1626118 h 3257892"/>
                <a:gd name="connsiteX8" fmla="*/ 623912 w 5119712"/>
                <a:gd name="connsiteY8" fmla="*/ 1029217 h 3257892"/>
                <a:gd name="connsiteX0" fmla="*/ 623912 w 5119712"/>
                <a:gd name="connsiteY0" fmla="*/ 1029217 h 3257892"/>
                <a:gd name="connsiteX1" fmla="*/ 2236812 w 5119712"/>
                <a:gd name="connsiteY1" fmla="*/ 330717 h 3257892"/>
                <a:gd name="connsiteX2" fmla="*/ 3354412 w 5119712"/>
                <a:gd name="connsiteY2" fmla="*/ 13217 h 3257892"/>
                <a:gd name="connsiteX3" fmla="*/ 5119712 w 5119712"/>
                <a:gd name="connsiteY3" fmla="*/ 2235717 h 3257892"/>
                <a:gd name="connsiteX4" fmla="*/ 4383112 w 5119712"/>
                <a:gd name="connsiteY4" fmla="*/ 2756417 h 3257892"/>
                <a:gd name="connsiteX5" fmla="*/ 52412 w 5119712"/>
                <a:gd name="connsiteY5" fmla="*/ 2515117 h 3257892"/>
                <a:gd name="connsiteX6" fmla="*/ 27012 w 5119712"/>
                <a:gd name="connsiteY6" fmla="*/ 2108718 h 3257892"/>
                <a:gd name="connsiteX7" fmla="*/ 141312 w 5119712"/>
                <a:gd name="connsiteY7" fmla="*/ 1626118 h 3257892"/>
                <a:gd name="connsiteX8" fmla="*/ 623912 w 5119712"/>
                <a:gd name="connsiteY8" fmla="*/ 1029217 h 3257892"/>
                <a:gd name="connsiteX0" fmla="*/ 623912 w 5119712"/>
                <a:gd name="connsiteY0" fmla="*/ 1029217 h 3257892"/>
                <a:gd name="connsiteX1" fmla="*/ 2236812 w 5119712"/>
                <a:gd name="connsiteY1" fmla="*/ 330717 h 3257892"/>
                <a:gd name="connsiteX2" fmla="*/ 3354412 w 5119712"/>
                <a:gd name="connsiteY2" fmla="*/ 13217 h 3257892"/>
                <a:gd name="connsiteX3" fmla="*/ 5119712 w 5119712"/>
                <a:gd name="connsiteY3" fmla="*/ 2235717 h 3257892"/>
                <a:gd name="connsiteX4" fmla="*/ 4383112 w 5119712"/>
                <a:gd name="connsiteY4" fmla="*/ 2756417 h 3257892"/>
                <a:gd name="connsiteX5" fmla="*/ 52412 w 5119712"/>
                <a:gd name="connsiteY5" fmla="*/ 2515117 h 3257892"/>
                <a:gd name="connsiteX6" fmla="*/ 27012 w 5119712"/>
                <a:gd name="connsiteY6" fmla="*/ 2108718 h 3257892"/>
                <a:gd name="connsiteX7" fmla="*/ 141312 w 5119712"/>
                <a:gd name="connsiteY7" fmla="*/ 1626118 h 3257892"/>
                <a:gd name="connsiteX8" fmla="*/ 623912 w 5119712"/>
                <a:gd name="connsiteY8" fmla="*/ 1029217 h 3257892"/>
                <a:gd name="connsiteX0" fmla="*/ 623912 w 5119712"/>
                <a:gd name="connsiteY0" fmla="*/ 1077069 h 3305744"/>
                <a:gd name="connsiteX1" fmla="*/ 2236812 w 5119712"/>
                <a:gd name="connsiteY1" fmla="*/ 378569 h 3305744"/>
                <a:gd name="connsiteX2" fmla="*/ 3354412 w 5119712"/>
                <a:gd name="connsiteY2" fmla="*/ 61069 h 3305744"/>
                <a:gd name="connsiteX3" fmla="*/ 5119712 w 5119712"/>
                <a:gd name="connsiteY3" fmla="*/ 2283569 h 3305744"/>
                <a:gd name="connsiteX4" fmla="*/ 4383112 w 5119712"/>
                <a:gd name="connsiteY4" fmla="*/ 2804269 h 3305744"/>
                <a:gd name="connsiteX5" fmla="*/ 52412 w 5119712"/>
                <a:gd name="connsiteY5" fmla="*/ 2562969 h 3305744"/>
                <a:gd name="connsiteX6" fmla="*/ 27012 w 5119712"/>
                <a:gd name="connsiteY6" fmla="*/ 2156570 h 3305744"/>
                <a:gd name="connsiteX7" fmla="*/ 141312 w 5119712"/>
                <a:gd name="connsiteY7" fmla="*/ 1673970 h 3305744"/>
                <a:gd name="connsiteX8" fmla="*/ 623912 w 5119712"/>
                <a:gd name="connsiteY8" fmla="*/ 1077069 h 3305744"/>
                <a:gd name="connsiteX0" fmla="*/ 623912 w 5096852"/>
                <a:gd name="connsiteY0" fmla="*/ 1077696 h 3306371"/>
                <a:gd name="connsiteX1" fmla="*/ 2236812 w 5096852"/>
                <a:gd name="connsiteY1" fmla="*/ 379196 h 3306371"/>
                <a:gd name="connsiteX2" fmla="*/ 3354412 w 5096852"/>
                <a:gd name="connsiteY2" fmla="*/ 61696 h 3306371"/>
                <a:gd name="connsiteX3" fmla="*/ 5096852 w 5096852"/>
                <a:gd name="connsiteY3" fmla="*/ 2261336 h 3306371"/>
                <a:gd name="connsiteX4" fmla="*/ 4383112 w 5096852"/>
                <a:gd name="connsiteY4" fmla="*/ 2804896 h 3306371"/>
                <a:gd name="connsiteX5" fmla="*/ 52412 w 5096852"/>
                <a:gd name="connsiteY5" fmla="*/ 2563596 h 3306371"/>
                <a:gd name="connsiteX6" fmla="*/ 27012 w 5096852"/>
                <a:gd name="connsiteY6" fmla="*/ 2157197 h 3306371"/>
                <a:gd name="connsiteX7" fmla="*/ 141312 w 5096852"/>
                <a:gd name="connsiteY7" fmla="*/ 1674597 h 3306371"/>
                <a:gd name="connsiteX8" fmla="*/ 623912 w 5096852"/>
                <a:gd name="connsiteY8" fmla="*/ 1077696 h 3306371"/>
                <a:gd name="connsiteX0" fmla="*/ 623912 w 5350859"/>
                <a:gd name="connsiteY0" fmla="*/ 1076498 h 3305173"/>
                <a:gd name="connsiteX1" fmla="*/ 2236812 w 5350859"/>
                <a:gd name="connsiteY1" fmla="*/ 377998 h 3305173"/>
                <a:gd name="connsiteX2" fmla="*/ 3354412 w 5350859"/>
                <a:gd name="connsiteY2" fmla="*/ 60498 h 3305173"/>
                <a:gd name="connsiteX3" fmla="*/ 5096852 w 5350859"/>
                <a:gd name="connsiteY3" fmla="*/ 2260138 h 3305173"/>
                <a:gd name="connsiteX4" fmla="*/ 4383112 w 5350859"/>
                <a:gd name="connsiteY4" fmla="*/ 2803698 h 3305173"/>
                <a:gd name="connsiteX5" fmla="*/ 52412 w 5350859"/>
                <a:gd name="connsiteY5" fmla="*/ 2562398 h 3305173"/>
                <a:gd name="connsiteX6" fmla="*/ 27012 w 5350859"/>
                <a:gd name="connsiteY6" fmla="*/ 2155999 h 3305173"/>
                <a:gd name="connsiteX7" fmla="*/ 141312 w 5350859"/>
                <a:gd name="connsiteY7" fmla="*/ 1673399 h 3305173"/>
                <a:gd name="connsiteX8" fmla="*/ 623912 w 5350859"/>
                <a:gd name="connsiteY8" fmla="*/ 1076498 h 330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350859" h="3305173">
                  <a:moveTo>
                    <a:pt x="623912" y="1076498"/>
                  </a:moveTo>
                  <a:cubicBezTo>
                    <a:pt x="1223352" y="378845"/>
                    <a:pt x="1805012" y="382231"/>
                    <a:pt x="2236812" y="377998"/>
                  </a:cubicBezTo>
                  <a:cubicBezTo>
                    <a:pt x="2490812" y="479598"/>
                    <a:pt x="3100412" y="-41102"/>
                    <a:pt x="3354412" y="60498"/>
                  </a:cubicBezTo>
                  <a:cubicBezTo>
                    <a:pt x="5466845" y="-364529"/>
                    <a:pt x="5620939" y="1565025"/>
                    <a:pt x="5096852" y="2260138"/>
                  </a:cubicBezTo>
                  <a:cubicBezTo>
                    <a:pt x="4889419" y="2306705"/>
                    <a:pt x="4628645" y="2630131"/>
                    <a:pt x="4383112" y="2803698"/>
                  </a:cubicBezTo>
                  <a:cubicBezTo>
                    <a:pt x="3053845" y="3193165"/>
                    <a:pt x="645079" y="3811231"/>
                    <a:pt x="52412" y="2562398"/>
                  </a:cubicBezTo>
                  <a:cubicBezTo>
                    <a:pt x="4152" y="2386292"/>
                    <a:pt x="-23788" y="2278765"/>
                    <a:pt x="27012" y="2155999"/>
                  </a:cubicBezTo>
                  <a:cubicBezTo>
                    <a:pt x="124379" y="1990899"/>
                    <a:pt x="43945" y="1838499"/>
                    <a:pt x="141312" y="1673399"/>
                  </a:cubicBezTo>
                  <a:cubicBezTo>
                    <a:pt x="271699" y="1291552"/>
                    <a:pt x="463045" y="1275465"/>
                    <a:pt x="623912" y="1076498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E22796-4D87-7FAA-2707-BA5F61840248}"/>
                </a:ext>
              </a:extLst>
            </p:cNvPr>
            <p:cNvSpPr/>
            <p:nvPr/>
          </p:nvSpPr>
          <p:spPr>
            <a:xfrm>
              <a:off x="5514100" y="2926080"/>
              <a:ext cx="78979" cy="358140"/>
            </a:xfrm>
            <a:custGeom>
              <a:avLst/>
              <a:gdLst>
                <a:gd name="connsiteX0" fmla="*/ 0 w 60960"/>
                <a:gd name="connsiteY0" fmla="*/ 0 h 358140"/>
                <a:gd name="connsiteX1" fmla="*/ 60960 w 60960"/>
                <a:gd name="connsiteY1" fmla="*/ 358140 h 358140"/>
                <a:gd name="connsiteX2" fmla="*/ 60960 w 60960"/>
                <a:gd name="connsiteY2" fmla="*/ 358140 h 358140"/>
                <a:gd name="connsiteX0" fmla="*/ 14163 w 75123"/>
                <a:gd name="connsiteY0" fmla="*/ 0 h 358140"/>
                <a:gd name="connsiteX1" fmla="*/ 75123 w 75123"/>
                <a:gd name="connsiteY1" fmla="*/ 358140 h 358140"/>
                <a:gd name="connsiteX2" fmla="*/ 75123 w 75123"/>
                <a:gd name="connsiteY2" fmla="*/ 358140 h 358140"/>
                <a:gd name="connsiteX0" fmla="*/ 18019 w 78979"/>
                <a:gd name="connsiteY0" fmla="*/ 0 h 358140"/>
                <a:gd name="connsiteX1" fmla="*/ 78979 w 78979"/>
                <a:gd name="connsiteY1" fmla="*/ 358140 h 358140"/>
                <a:gd name="connsiteX2" fmla="*/ 78979 w 78979"/>
                <a:gd name="connsiteY2" fmla="*/ 358140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8979" h="358140">
                  <a:moveTo>
                    <a:pt x="18019" y="0"/>
                  </a:moveTo>
                  <a:cubicBezTo>
                    <a:pt x="-30241" y="165100"/>
                    <a:pt x="28179" y="238760"/>
                    <a:pt x="78979" y="358140"/>
                  </a:cubicBezTo>
                  <a:lnTo>
                    <a:pt x="78979" y="358140"/>
                  </a:lnTo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6185B4A-0027-D608-B204-F2CC84E6BFF4}"/>
                </a:ext>
              </a:extLst>
            </p:cNvPr>
            <p:cNvSpPr/>
            <p:nvPr/>
          </p:nvSpPr>
          <p:spPr>
            <a:xfrm>
              <a:off x="2930920" y="3779520"/>
              <a:ext cx="78979" cy="358140"/>
            </a:xfrm>
            <a:custGeom>
              <a:avLst/>
              <a:gdLst>
                <a:gd name="connsiteX0" fmla="*/ 0 w 60960"/>
                <a:gd name="connsiteY0" fmla="*/ 0 h 358140"/>
                <a:gd name="connsiteX1" fmla="*/ 60960 w 60960"/>
                <a:gd name="connsiteY1" fmla="*/ 358140 h 358140"/>
                <a:gd name="connsiteX2" fmla="*/ 60960 w 60960"/>
                <a:gd name="connsiteY2" fmla="*/ 358140 h 358140"/>
                <a:gd name="connsiteX0" fmla="*/ 14163 w 75123"/>
                <a:gd name="connsiteY0" fmla="*/ 0 h 358140"/>
                <a:gd name="connsiteX1" fmla="*/ 75123 w 75123"/>
                <a:gd name="connsiteY1" fmla="*/ 358140 h 358140"/>
                <a:gd name="connsiteX2" fmla="*/ 75123 w 75123"/>
                <a:gd name="connsiteY2" fmla="*/ 358140 h 358140"/>
                <a:gd name="connsiteX0" fmla="*/ 18019 w 78979"/>
                <a:gd name="connsiteY0" fmla="*/ 0 h 358140"/>
                <a:gd name="connsiteX1" fmla="*/ 78979 w 78979"/>
                <a:gd name="connsiteY1" fmla="*/ 358140 h 358140"/>
                <a:gd name="connsiteX2" fmla="*/ 78979 w 78979"/>
                <a:gd name="connsiteY2" fmla="*/ 358140 h 358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8979" h="358140">
                  <a:moveTo>
                    <a:pt x="18019" y="0"/>
                  </a:moveTo>
                  <a:cubicBezTo>
                    <a:pt x="-30241" y="165100"/>
                    <a:pt x="28179" y="238760"/>
                    <a:pt x="78979" y="358140"/>
                  </a:cubicBezTo>
                  <a:lnTo>
                    <a:pt x="78979" y="358140"/>
                  </a:lnTo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ACB1AA1-20F2-584A-97F8-A2379A65AAA3}"/>
                </a:ext>
              </a:extLst>
            </p:cNvPr>
            <p:cNvSpPr/>
            <p:nvPr/>
          </p:nvSpPr>
          <p:spPr>
            <a:xfrm>
              <a:off x="4098386" y="3787140"/>
              <a:ext cx="184053" cy="655320"/>
            </a:xfrm>
            <a:custGeom>
              <a:avLst/>
              <a:gdLst>
                <a:gd name="connsiteX0" fmla="*/ 0 w 60960"/>
                <a:gd name="connsiteY0" fmla="*/ 0 h 358140"/>
                <a:gd name="connsiteX1" fmla="*/ 60960 w 60960"/>
                <a:gd name="connsiteY1" fmla="*/ 358140 h 358140"/>
                <a:gd name="connsiteX2" fmla="*/ 60960 w 60960"/>
                <a:gd name="connsiteY2" fmla="*/ 358140 h 358140"/>
                <a:gd name="connsiteX0" fmla="*/ 14163 w 75123"/>
                <a:gd name="connsiteY0" fmla="*/ 0 h 358140"/>
                <a:gd name="connsiteX1" fmla="*/ 75123 w 75123"/>
                <a:gd name="connsiteY1" fmla="*/ 358140 h 358140"/>
                <a:gd name="connsiteX2" fmla="*/ 75123 w 75123"/>
                <a:gd name="connsiteY2" fmla="*/ 358140 h 358140"/>
                <a:gd name="connsiteX0" fmla="*/ 18019 w 78979"/>
                <a:gd name="connsiteY0" fmla="*/ 0 h 358140"/>
                <a:gd name="connsiteX1" fmla="*/ 78979 w 78979"/>
                <a:gd name="connsiteY1" fmla="*/ 358140 h 358140"/>
                <a:gd name="connsiteX2" fmla="*/ 78979 w 78979"/>
                <a:gd name="connsiteY2" fmla="*/ 358140 h 358140"/>
                <a:gd name="connsiteX0" fmla="*/ 18019 w 200899"/>
                <a:gd name="connsiteY0" fmla="*/ 0 h 655320"/>
                <a:gd name="connsiteX1" fmla="*/ 78979 w 200899"/>
                <a:gd name="connsiteY1" fmla="*/ 358140 h 655320"/>
                <a:gd name="connsiteX2" fmla="*/ 200899 w 200899"/>
                <a:gd name="connsiteY2" fmla="*/ 655320 h 655320"/>
                <a:gd name="connsiteX0" fmla="*/ 0 w 182880"/>
                <a:gd name="connsiteY0" fmla="*/ 0 h 655320"/>
                <a:gd name="connsiteX1" fmla="*/ 182880 w 182880"/>
                <a:gd name="connsiteY1" fmla="*/ 655320 h 655320"/>
                <a:gd name="connsiteX0" fmla="*/ 1173 w 184053"/>
                <a:gd name="connsiteY0" fmla="*/ 0 h 655320"/>
                <a:gd name="connsiteX1" fmla="*/ 184053 w 184053"/>
                <a:gd name="connsiteY1" fmla="*/ 655320 h 655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4053" h="655320">
                  <a:moveTo>
                    <a:pt x="1173" y="0"/>
                  </a:moveTo>
                  <a:cubicBezTo>
                    <a:pt x="-14067" y="302260"/>
                    <a:pt x="123093" y="436880"/>
                    <a:pt x="184053" y="655320"/>
                  </a:cubicBezTo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354AA04-2549-5CA3-3C2C-1E5F859309F9}"/>
                </a:ext>
              </a:extLst>
            </p:cNvPr>
            <p:cNvSpPr/>
            <p:nvPr/>
          </p:nvSpPr>
          <p:spPr>
            <a:xfrm>
              <a:off x="5978090" y="4564380"/>
              <a:ext cx="201730" cy="525780"/>
            </a:xfrm>
            <a:custGeom>
              <a:avLst/>
              <a:gdLst>
                <a:gd name="connsiteX0" fmla="*/ 0 w 60960"/>
                <a:gd name="connsiteY0" fmla="*/ 0 h 358140"/>
                <a:gd name="connsiteX1" fmla="*/ 60960 w 60960"/>
                <a:gd name="connsiteY1" fmla="*/ 358140 h 358140"/>
                <a:gd name="connsiteX2" fmla="*/ 60960 w 60960"/>
                <a:gd name="connsiteY2" fmla="*/ 358140 h 358140"/>
                <a:gd name="connsiteX0" fmla="*/ 14163 w 75123"/>
                <a:gd name="connsiteY0" fmla="*/ 0 h 358140"/>
                <a:gd name="connsiteX1" fmla="*/ 75123 w 75123"/>
                <a:gd name="connsiteY1" fmla="*/ 358140 h 358140"/>
                <a:gd name="connsiteX2" fmla="*/ 75123 w 75123"/>
                <a:gd name="connsiteY2" fmla="*/ 358140 h 358140"/>
                <a:gd name="connsiteX0" fmla="*/ 18019 w 78979"/>
                <a:gd name="connsiteY0" fmla="*/ 0 h 358140"/>
                <a:gd name="connsiteX1" fmla="*/ 78979 w 78979"/>
                <a:gd name="connsiteY1" fmla="*/ 358140 h 358140"/>
                <a:gd name="connsiteX2" fmla="*/ 78979 w 78979"/>
                <a:gd name="connsiteY2" fmla="*/ 358140 h 358140"/>
                <a:gd name="connsiteX0" fmla="*/ 18019 w 208519"/>
                <a:gd name="connsiteY0" fmla="*/ 0 h 525780"/>
                <a:gd name="connsiteX1" fmla="*/ 78979 w 208519"/>
                <a:gd name="connsiteY1" fmla="*/ 358140 h 525780"/>
                <a:gd name="connsiteX2" fmla="*/ 208519 w 208519"/>
                <a:gd name="connsiteY2" fmla="*/ 525780 h 525780"/>
                <a:gd name="connsiteX0" fmla="*/ 0 w 190500"/>
                <a:gd name="connsiteY0" fmla="*/ 0 h 525780"/>
                <a:gd name="connsiteX1" fmla="*/ 190500 w 190500"/>
                <a:gd name="connsiteY1" fmla="*/ 525780 h 525780"/>
                <a:gd name="connsiteX0" fmla="*/ 11230 w 201730"/>
                <a:gd name="connsiteY0" fmla="*/ 0 h 525780"/>
                <a:gd name="connsiteX1" fmla="*/ 201730 w 201730"/>
                <a:gd name="connsiteY1" fmla="*/ 525780 h 525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1730" h="525780">
                  <a:moveTo>
                    <a:pt x="11230" y="0"/>
                  </a:moveTo>
                  <a:cubicBezTo>
                    <a:pt x="-47190" y="251460"/>
                    <a:pt x="138230" y="350520"/>
                    <a:pt x="201730" y="525780"/>
                  </a:cubicBezTo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55B0ECAE-C9E8-AC8B-B15D-D292EAEA35A0}"/>
                </a:ext>
              </a:extLst>
            </p:cNvPr>
            <p:cNvSpPr/>
            <p:nvPr/>
          </p:nvSpPr>
          <p:spPr>
            <a:xfrm>
              <a:off x="4683692" y="5676900"/>
              <a:ext cx="201730" cy="335280"/>
            </a:xfrm>
            <a:custGeom>
              <a:avLst/>
              <a:gdLst>
                <a:gd name="connsiteX0" fmla="*/ 0 w 60960"/>
                <a:gd name="connsiteY0" fmla="*/ 0 h 358140"/>
                <a:gd name="connsiteX1" fmla="*/ 60960 w 60960"/>
                <a:gd name="connsiteY1" fmla="*/ 358140 h 358140"/>
                <a:gd name="connsiteX2" fmla="*/ 60960 w 60960"/>
                <a:gd name="connsiteY2" fmla="*/ 358140 h 358140"/>
                <a:gd name="connsiteX0" fmla="*/ 14163 w 75123"/>
                <a:gd name="connsiteY0" fmla="*/ 0 h 358140"/>
                <a:gd name="connsiteX1" fmla="*/ 75123 w 75123"/>
                <a:gd name="connsiteY1" fmla="*/ 358140 h 358140"/>
                <a:gd name="connsiteX2" fmla="*/ 75123 w 75123"/>
                <a:gd name="connsiteY2" fmla="*/ 358140 h 358140"/>
                <a:gd name="connsiteX0" fmla="*/ 18019 w 78979"/>
                <a:gd name="connsiteY0" fmla="*/ 0 h 358140"/>
                <a:gd name="connsiteX1" fmla="*/ 78979 w 78979"/>
                <a:gd name="connsiteY1" fmla="*/ 358140 h 358140"/>
                <a:gd name="connsiteX2" fmla="*/ 78979 w 78979"/>
                <a:gd name="connsiteY2" fmla="*/ 358140 h 358140"/>
                <a:gd name="connsiteX0" fmla="*/ 18019 w 208519"/>
                <a:gd name="connsiteY0" fmla="*/ 0 h 525780"/>
                <a:gd name="connsiteX1" fmla="*/ 78979 w 208519"/>
                <a:gd name="connsiteY1" fmla="*/ 358140 h 525780"/>
                <a:gd name="connsiteX2" fmla="*/ 208519 w 208519"/>
                <a:gd name="connsiteY2" fmla="*/ 525780 h 525780"/>
                <a:gd name="connsiteX0" fmla="*/ 0 w 190500"/>
                <a:gd name="connsiteY0" fmla="*/ 0 h 525780"/>
                <a:gd name="connsiteX1" fmla="*/ 190500 w 190500"/>
                <a:gd name="connsiteY1" fmla="*/ 525780 h 525780"/>
                <a:gd name="connsiteX0" fmla="*/ 11230 w 201730"/>
                <a:gd name="connsiteY0" fmla="*/ 0 h 525780"/>
                <a:gd name="connsiteX1" fmla="*/ 201730 w 201730"/>
                <a:gd name="connsiteY1" fmla="*/ 525780 h 525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1730" h="525780">
                  <a:moveTo>
                    <a:pt x="11230" y="0"/>
                  </a:moveTo>
                  <a:cubicBezTo>
                    <a:pt x="-47190" y="251460"/>
                    <a:pt x="138230" y="350520"/>
                    <a:pt x="201730" y="525780"/>
                  </a:cubicBezTo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5898764B-40AC-2453-AEA3-A5CCED4AF504}"/>
                </a:ext>
              </a:extLst>
            </p:cNvPr>
            <p:cNvSpPr/>
            <p:nvPr/>
          </p:nvSpPr>
          <p:spPr>
            <a:xfrm rot="19015873" flipH="1">
              <a:off x="6991408" y="4150692"/>
              <a:ext cx="349657" cy="480060"/>
            </a:xfrm>
            <a:custGeom>
              <a:avLst/>
              <a:gdLst>
                <a:gd name="connsiteX0" fmla="*/ 0 w 60960"/>
                <a:gd name="connsiteY0" fmla="*/ 0 h 358140"/>
                <a:gd name="connsiteX1" fmla="*/ 60960 w 60960"/>
                <a:gd name="connsiteY1" fmla="*/ 358140 h 358140"/>
                <a:gd name="connsiteX2" fmla="*/ 60960 w 60960"/>
                <a:gd name="connsiteY2" fmla="*/ 358140 h 358140"/>
                <a:gd name="connsiteX0" fmla="*/ 14163 w 75123"/>
                <a:gd name="connsiteY0" fmla="*/ 0 h 358140"/>
                <a:gd name="connsiteX1" fmla="*/ 75123 w 75123"/>
                <a:gd name="connsiteY1" fmla="*/ 358140 h 358140"/>
                <a:gd name="connsiteX2" fmla="*/ 75123 w 75123"/>
                <a:gd name="connsiteY2" fmla="*/ 358140 h 358140"/>
                <a:gd name="connsiteX0" fmla="*/ 18019 w 78979"/>
                <a:gd name="connsiteY0" fmla="*/ 0 h 358140"/>
                <a:gd name="connsiteX1" fmla="*/ 78979 w 78979"/>
                <a:gd name="connsiteY1" fmla="*/ 358140 h 358140"/>
                <a:gd name="connsiteX2" fmla="*/ 78979 w 78979"/>
                <a:gd name="connsiteY2" fmla="*/ 358140 h 358140"/>
                <a:gd name="connsiteX0" fmla="*/ 18019 w 208519"/>
                <a:gd name="connsiteY0" fmla="*/ 0 h 525780"/>
                <a:gd name="connsiteX1" fmla="*/ 78979 w 208519"/>
                <a:gd name="connsiteY1" fmla="*/ 358140 h 525780"/>
                <a:gd name="connsiteX2" fmla="*/ 208519 w 208519"/>
                <a:gd name="connsiteY2" fmla="*/ 525780 h 525780"/>
                <a:gd name="connsiteX0" fmla="*/ 0 w 190500"/>
                <a:gd name="connsiteY0" fmla="*/ 0 h 525780"/>
                <a:gd name="connsiteX1" fmla="*/ 190500 w 190500"/>
                <a:gd name="connsiteY1" fmla="*/ 525780 h 525780"/>
                <a:gd name="connsiteX0" fmla="*/ 11230 w 201730"/>
                <a:gd name="connsiteY0" fmla="*/ 0 h 525780"/>
                <a:gd name="connsiteX1" fmla="*/ 201730 w 201730"/>
                <a:gd name="connsiteY1" fmla="*/ 525780 h 525780"/>
                <a:gd name="connsiteX0" fmla="*/ 6757 w 349657"/>
                <a:gd name="connsiteY0" fmla="*/ 0 h 752821"/>
                <a:gd name="connsiteX1" fmla="*/ 349657 w 349657"/>
                <a:gd name="connsiteY1" fmla="*/ 752821 h 752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49657" h="752821">
                  <a:moveTo>
                    <a:pt x="6757" y="0"/>
                  </a:moveTo>
                  <a:cubicBezTo>
                    <a:pt x="-51663" y="251460"/>
                    <a:pt x="286157" y="577561"/>
                    <a:pt x="349657" y="752821"/>
                  </a:cubicBezTo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7E4B9B6-2079-6F9D-A22C-4F2CAA7926D1}"/>
                </a:ext>
              </a:extLst>
            </p:cNvPr>
            <p:cNvSpPr/>
            <p:nvPr/>
          </p:nvSpPr>
          <p:spPr>
            <a:xfrm>
              <a:off x="3295545" y="5509260"/>
              <a:ext cx="201730" cy="335280"/>
            </a:xfrm>
            <a:custGeom>
              <a:avLst/>
              <a:gdLst>
                <a:gd name="connsiteX0" fmla="*/ 0 w 60960"/>
                <a:gd name="connsiteY0" fmla="*/ 0 h 358140"/>
                <a:gd name="connsiteX1" fmla="*/ 60960 w 60960"/>
                <a:gd name="connsiteY1" fmla="*/ 358140 h 358140"/>
                <a:gd name="connsiteX2" fmla="*/ 60960 w 60960"/>
                <a:gd name="connsiteY2" fmla="*/ 358140 h 358140"/>
                <a:gd name="connsiteX0" fmla="*/ 14163 w 75123"/>
                <a:gd name="connsiteY0" fmla="*/ 0 h 358140"/>
                <a:gd name="connsiteX1" fmla="*/ 75123 w 75123"/>
                <a:gd name="connsiteY1" fmla="*/ 358140 h 358140"/>
                <a:gd name="connsiteX2" fmla="*/ 75123 w 75123"/>
                <a:gd name="connsiteY2" fmla="*/ 358140 h 358140"/>
                <a:gd name="connsiteX0" fmla="*/ 18019 w 78979"/>
                <a:gd name="connsiteY0" fmla="*/ 0 h 358140"/>
                <a:gd name="connsiteX1" fmla="*/ 78979 w 78979"/>
                <a:gd name="connsiteY1" fmla="*/ 358140 h 358140"/>
                <a:gd name="connsiteX2" fmla="*/ 78979 w 78979"/>
                <a:gd name="connsiteY2" fmla="*/ 358140 h 358140"/>
                <a:gd name="connsiteX0" fmla="*/ 18019 w 208519"/>
                <a:gd name="connsiteY0" fmla="*/ 0 h 525780"/>
                <a:gd name="connsiteX1" fmla="*/ 78979 w 208519"/>
                <a:gd name="connsiteY1" fmla="*/ 358140 h 525780"/>
                <a:gd name="connsiteX2" fmla="*/ 208519 w 208519"/>
                <a:gd name="connsiteY2" fmla="*/ 525780 h 525780"/>
                <a:gd name="connsiteX0" fmla="*/ 0 w 190500"/>
                <a:gd name="connsiteY0" fmla="*/ 0 h 525780"/>
                <a:gd name="connsiteX1" fmla="*/ 190500 w 190500"/>
                <a:gd name="connsiteY1" fmla="*/ 525780 h 525780"/>
                <a:gd name="connsiteX0" fmla="*/ 11230 w 201730"/>
                <a:gd name="connsiteY0" fmla="*/ 0 h 525780"/>
                <a:gd name="connsiteX1" fmla="*/ 201730 w 201730"/>
                <a:gd name="connsiteY1" fmla="*/ 525780 h 525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1730" h="525780">
                  <a:moveTo>
                    <a:pt x="11230" y="0"/>
                  </a:moveTo>
                  <a:cubicBezTo>
                    <a:pt x="-47190" y="251460"/>
                    <a:pt x="138230" y="350520"/>
                    <a:pt x="201730" y="525780"/>
                  </a:cubicBezTo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279876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D7E9A473-1550-4827-D24B-AB90A1ED22D9}"/>
              </a:ext>
            </a:extLst>
          </p:cNvPr>
          <p:cNvGrpSpPr/>
          <p:nvPr/>
        </p:nvGrpSpPr>
        <p:grpSpPr>
          <a:xfrm>
            <a:off x="2879156" y="532111"/>
            <a:ext cx="5599498" cy="5973419"/>
            <a:chOff x="2879156" y="532111"/>
            <a:chExt cx="5599498" cy="5973419"/>
          </a:xfrm>
        </p:grpSpPr>
        <p:sp>
          <p:nvSpPr>
            <p:cNvPr id="11" name="Rectangle 4">
              <a:extLst>
                <a:ext uri="{FF2B5EF4-FFF2-40B4-BE49-F238E27FC236}">
                  <a16:creationId xmlns:a16="http://schemas.microsoft.com/office/drawing/2014/main" id="{04AB1217-D466-EACC-BD2D-2366CFF4DD2E}"/>
                </a:ext>
              </a:extLst>
            </p:cNvPr>
            <p:cNvSpPr/>
            <p:nvPr/>
          </p:nvSpPr>
          <p:spPr>
            <a:xfrm>
              <a:off x="4723275" y="1872213"/>
              <a:ext cx="1005839" cy="1208387"/>
            </a:xfrm>
            <a:custGeom>
              <a:avLst/>
              <a:gdLst>
                <a:gd name="connsiteX0" fmla="*/ 0 w 457200"/>
                <a:gd name="connsiteY0" fmla="*/ 0 h 736600"/>
                <a:gd name="connsiteX1" fmla="*/ 457200 w 457200"/>
                <a:gd name="connsiteY1" fmla="*/ 0 h 736600"/>
                <a:gd name="connsiteX2" fmla="*/ 457200 w 457200"/>
                <a:gd name="connsiteY2" fmla="*/ 736600 h 736600"/>
                <a:gd name="connsiteX3" fmla="*/ 0 w 457200"/>
                <a:gd name="connsiteY3" fmla="*/ 736600 h 736600"/>
                <a:gd name="connsiteX4" fmla="*/ 0 w 457200"/>
                <a:gd name="connsiteY4" fmla="*/ 0 h 736600"/>
                <a:gd name="connsiteX0" fmla="*/ 12700 w 457200"/>
                <a:gd name="connsiteY0" fmla="*/ 0 h 800100"/>
                <a:gd name="connsiteX1" fmla="*/ 457200 w 457200"/>
                <a:gd name="connsiteY1" fmla="*/ 63500 h 800100"/>
                <a:gd name="connsiteX2" fmla="*/ 457200 w 457200"/>
                <a:gd name="connsiteY2" fmla="*/ 800100 h 800100"/>
                <a:gd name="connsiteX3" fmla="*/ 0 w 457200"/>
                <a:gd name="connsiteY3" fmla="*/ 800100 h 800100"/>
                <a:gd name="connsiteX4" fmla="*/ 12700 w 457200"/>
                <a:gd name="connsiteY4" fmla="*/ 0 h 800100"/>
                <a:gd name="connsiteX0" fmla="*/ 12700 w 584200"/>
                <a:gd name="connsiteY0" fmla="*/ 50800 h 850900"/>
                <a:gd name="connsiteX1" fmla="*/ 584200 w 584200"/>
                <a:gd name="connsiteY1" fmla="*/ 0 h 850900"/>
                <a:gd name="connsiteX2" fmla="*/ 457200 w 584200"/>
                <a:gd name="connsiteY2" fmla="*/ 850900 h 850900"/>
                <a:gd name="connsiteX3" fmla="*/ 0 w 584200"/>
                <a:gd name="connsiteY3" fmla="*/ 850900 h 850900"/>
                <a:gd name="connsiteX4" fmla="*/ 12700 w 584200"/>
                <a:gd name="connsiteY4" fmla="*/ 50800 h 850900"/>
                <a:gd name="connsiteX0" fmla="*/ 12700 w 649686"/>
                <a:gd name="connsiteY0" fmla="*/ 50800 h 850900"/>
                <a:gd name="connsiteX1" fmla="*/ 584200 w 649686"/>
                <a:gd name="connsiteY1" fmla="*/ 0 h 850900"/>
                <a:gd name="connsiteX2" fmla="*/ 647700 w 649686"/>
                <a:gd name="connsiteY2" fmla="*/ 444500 h 850900"/>
                <a:gd name="connsiteX3" fmla="*/ 457200 w 649686"/>
                <a:gd name="connsiteY3" fmla="*/ 850900 h 850900"/>
                <a:gd name="connsiteX4" fmla="*/ 0 w 649686"/>
                <a:gd name="connsiteY4" fmla="*/ 850900 h 850900"/>
                <a:gd name="connsiteX5" fmla="*/ 12700 w 649686"/>
                <a:gd name="connsiteY5" fmla="*/ 50800 h 850900"/>
                <a:gd name="connsiteX0" fmla="*/ 12700 w 649686"/>
                <a:gd name="connsiteY0" fmla="*/ 50800 h 965200"/>
                <a:gd name="connsiteX1" fmla="*/ 584200 w 649686"/>
                <a:gd name="connsiteY1" fmla="*/ 0 h 965200"/>
                <a:gd name="connsiteX2" fmla="*/ 647700 w 649686"/>
                <a:gd name="connsiteY2" fmla="*/ 444500 h 965200"/>
                <a:gd name="connsiteX3" fmla="*/ 152400 w 649686"/>
                <a:gd name="connsiteY3" fmla="*/ 965200 h 965200"/>
                <a:gd name="connsiteX4" fmla="*/ 0 w 649686"/>
                <a:gd name="connsiteY4" fmla="*/ 850900 h 965200"/>
                <a:gd name="connsiteX5" fmla="*/ 12700 w 649686"/>
                <a:gd name="connsiteY5" fmla="*/ 50800 h 965200"/>
                <a:gd name="connsiteX0" fmla="*/ 254000 w 890986"/>
                <a:gd name="connsiteY0" fmla="*/ 50800 h 965200"/>
                <a:gd name="connsiteX1" fmla="*/ 825500 w 890986"/>
                <a:gd name="connsiteY1" fmla="*/ 0 h 965200"/>
                <a:gd name="connsiteX2" fmla="*/ 889000 w 890986"/>
                <a:gd name="connsiteY2" fmla="*/ 444500 h 965200"/>
                <a:gd name="connsiteX3" fmla="*/ 393700 w 890986"/>
                <a:gd name="connsiteY3" fmla="*/ 965200 h 965200"/>
                <a:gd name="connsiteX4" fmla="*/ 0 w 890986"/>
                <a:gd name="connsiteY4" fmla="*/ 355600 h 965200"/>
                <a:gd name="connsiteX5" fmla="*/ 254000 w 890986"/>
                <a:gd name="connsiteY5" fmla="*/ 50800 h 965200"/>
                <a:gd name="connsiteX0" fmla="*/ 418310 w 1055296"/>
                <a:gd name="connsiteY0" fmla="*/ 50800 h 965200"/>
                <a:gd name="connsiteX1" fmla="*/ 989810 w 1055296"/>
                <a:gd name="connsiteY1" fmla="*/ 0 h 965200"/>
                <a:gd name="connsiteX2" fmla="*/ 1053310 w 1055296"/>
                <a:gd name="connsiteY2" fmla="*/ 444500 h 965200"/>
                <a:gd name="connsiteX3" fmla="*/ 558010 w 1055296"/>
                <a:gd name="connsiteY3" fmla="*/ 965200 h 965200"/>
                <a:gd name="connsiteX4" fmla="*/ 164310 w 1055296"/>
                <a:gd name="connsiteY4" fmla="*/ 355600 h 965200"/>
                <a:gd name="connsiteX5" fmla="*/ 418310 w 1055296"/>
                <a:gd name="connsiteY5" fmla="*/ 50800 h 965200"/>
                <a:gd name="connsiteX0" fmla="*/ 418310 w 1055296"/>
                <a:gd name="connsiteY0" fmla="*/ 50800 h 965200"/>
                <a:gd name="connsiteX1" fmla="*/ 989810 w 1055296"/>
                <a:gd name="connsiteY1" fmla="*/ 0 h 965200"/>
                <a:gd name="connsiteX2" fmla="*/ 1053310 w 1055296"/>
                <a:gd name="connsiteY2" fmla="*/ 444500 h 965200"/>
                <a:gd name="connsiteX3" fmla="*/ 558010 w 1055296"/>
                <a:gd name="connsiteY3" fmla="*/ 965200 h 965200"/>
                <a:gd name="connsiteX4" fmla="*/ 164310 w 1055296"/>
                <a:gd name="connsiteY4" fmla="*/ 355600 h 965200"/>
                <a:gd name="connsiteX5" fmla="*/ 418310 w 1055296"/>
                <a:gd name="connsiteY5" fmla="*/ 50800 h 965200"/>
                <a:gd name="connsiteX0" fmla="*/ 418310 w 1055296"/>
                <a:gd name="connsiteY0" fmla="*/ 384085 h 1298485"/>
                <a:gd name="connsiteX1" fmla="*/ 989810 w 1055296"/>
                <a:gd name="connsiteY1" fmla="*/ 333285 h 1298485"/>
                <a:gd name="connsiteX2" fmla="*/ 1053310 w 1055296"/>
                <a:gd name="connsiteY2" fmla="*/ 777785 h 1298485"/>
                <a:gd name="connsiteX3" fmla="*/ 558010 w 1055296"/>
                <a:gd name="connsiteY3" fmla="*/ 1298485 h 1298485"/>
                <a:gd name="connsiteX4" fmla="*/ 164310 w 1055296"/>
                <a:gd name="connsiteY4" fmla="*/ 688885 h 1298485"/>
                <a:gd name="connsiteX5" fmla="*/ 418310 w 1055296"/>
                <a:gd name="connsiteY5" fmla="*/ 384085 h 1298485"/>
                <a:gd name="connsiteX0" fmla="*/ 418310 w 1055296"/>
                <a:gd name="connsiteY0" fmla="*/ 476485 h 1390885"/>
                <a:gd name="connsiteX1" fmla="*/ 989810 w 1055296"/>
                <a:gd name="connsiteY1" fmla="*/ 425685 h 1390885"/>
                <a:gd name="connsiteX2" fmla="*/ 1053310 w 1055296"/>
                <a:gd name="connsiteY2" fmla="*/ 870185 h 1390885"/>
                <a:gd name="connsiteX3" fmla="*/ 558010 w 1055296"/>
                <a:gd name="connsiteY3" fmla="*/ 1390885 h 1390885"/>
                <a:gd name="connsiteX4" fmla="*/ 164310 w 1055296"/>
                <a:gd name="connsiteY4" fmla="*/ 781285 h 1390885"/>
                <a:gd name="connsiteX5" fmla="*/ 418310 w 1055296"/>
                <a:gd name="connsiteY5" fmla="*/ 476485 h 1390885"/>
                <a:gd name="connsiteX0" fmla="*/ 418310 w 1135940"/>
                <a:gd name="connsiteY0" fmla="*/ 476485 h 1390885"/>
                <a:gd name="connsiteX1" fmla="*/ 989810 w 1135940"/>
                <a:gd name="connsiteY1" fmla="*/ 425685 h 1390885"/>
                <a:gd name="connsiteX2" fmla="*/ 1053310 w 1135940"/>
                <a:gd name="connsiteY2" fmla="*/ 870185 h 1390885"/>
                <a:gd name="connsiteX3" fmla="*/ 558010 w 1135940"/>
                <a:gd name="connsiteY3" fmla="*/ 1390885 h 1390885"/>
                <a:gd name="connsiteX4" fmla="*/ 164310 w 1135940"/>
                <a:gd name="connsiteY4" fmla="*/ 781285 h 1390885"/>
                <a:gd name="connsiteX5" fmla="*/ 418310 w 1135940"/>
                <a:gd name="connsiteY5" fmla="*/ 476485 h 1390885"/>
                <a:gd name="connsiteX0" fmla="*/ 418310 w 1135940"/>
                <a:gd name="connsiteY0" fmla="*/ 476485 h 1390885"/>
                <a:gd name="connsiteX1" fmla="*/ 989810 w 1135940"/>
                <a:gd name="connsiteY1" fmla="*/ 425685 h 1390885"/>
                <a:gd name="connsiteX2" fmla="*/ 1053310 w 1135940"/>
                <a:gd name="connsiteY2" fmla="*/ 870185 h 1390885"/>
                <a:gd name="connsiteX3" fmla="*/ 558010 w 1135940"/>
                <a:gd name="connsiteY3" fmla="*/ 1390885 h 1390885"/>
                <a:gd name="connsiteX4" fmla="*/ 164310 w 1135940"/>
                <a:gd name="connsiteY4" fmla="*/ 781285 h 1390885"/>
                <a:gd name="connsiteX5" fmla="*/ 418310 w 1135940"/>
                <a:gd name="connsiteY5" fmla="*/ 476485 h 1390885"/>
                <a:gd name="connsiteX0" fmla="*/ 401518 w 1119148"/>
                <a:gd name="connsiteY0" fmla="*/ 476485 h 1808452"/>
                <a:gd name="connsiteX1" fmla="*/ 973018 w 1119148"/>
                <a:gd name="connsiteY1" fmla="*/ 425685 h 1808452"/>
                <a:gd name="connsiteX2" fmla="*/ 1036518 w 1119148"/>
                <a:gd name="connsiteY2" fmla="*/ 870185 h 1808452"/>
                <a:gd name="connsiteX3" fmla="*/ 669000 w 1119148"/>
                <a:gd name="connsiteY3" fmla="*/ 1808452 h 1808452"/>
                <a:gd name="connsiteX4" fmla="*/ 147518 w 1119148"/>
                <a:gd name="connsiteY4" fmla="*/ 781285 h 1808452"/>
                <a:gd name="connsiteX5" fmla="*/ 401518 w 1119148"/>
                <a:gd name="connsiteY5" fmla="*/ 476485 h 1808452"/>
                <a:gd name="connsiteX0" fmla="*/ 401518 w 1071059"/>
                <a:gd name="connsiteY0" fmla="*/ 543905 h 1875872"/>
                <a:gd name="connsiteX1" fmla="*/ 881900 w 1071059"/>
                <a:gd name="connsiteY1" fmla="*/ 333865 h 1875872"/>
                <a:gd name="connsiteX2" fmla="*/ 1036518 w 1071059"/>
                <a:gd name="connsiteY2" fmla="*/ 937605 h 1875872"/>
                <a:gd name="connsiteX3" fmla="*/ 669000 w 1071059"/>
                <a:gd name="connsiteY3" fmla="*/ 1875872 h 1875872"/>
                <a:gd name="connsiteX4" fmla="*/ 147518 w 1071059"/>
                <a:gd name="connsiteY4" fmla="*/ 848705 h 1875872"/>
                <a:gd name="connsiteX5" fmla="*/ 401518 w 1071059"/>
                <a:gd name="connsiteY5" fmla="*/ 543905 h 1875872"/>
                <a:gd name="connsiteX0" fmla="*/ 259378 w 1071059"/>
                <a:gd name="connsiteY0" fmla="*/ 521907 h 1902218"/>
                <a:gd name="connsiteX1" fmla="*/ 881900 w 1071059"/>
                <a:gd name="connsiteY1" fmla="*/ 360211 h 1902218"/>
                <a:gd name="connsiteX2" fmla="*/ 1036518 w 1071059"/>
                <a:gd name="connsiteY2" fmla="*/ 963951 h 1902218"/>
                <a:gd name="connsiteX3" fmla="*/ 669000 w 1071059"/>
                <a:gd name="connsiteY3" fmla="*/ 1902218 h 1902218"/>
                <a:gd name="connsiteX4" fmla="*/ 147518 w 1071059"/>
                <a:gd name="connsiteY4" fmla="*/ 875051 h 1902218"/>
                <a:gd name="connsiteX5" fmla="*/ 259378 w 1071059"/>
                <a:gd name="connsiteY5" fmla="*/ 521907 h 1902218"/>
                <a:gd name="connsiteX0" fmla="*/ 259378 w 1071059"/>
                <a:gd name="connsiteY0" fmla="*/ 441940 h 1822251"/>
                <a:gd name="connsiteX1" fmla="*/ 881900 w 1071059"/>
                <a:gd name="connsiteY1" fmla="*/ 280244 h 1822251"/>
                <a:gd name="connsiteX2" fmla="*/ 1036518 w 1071059"/>
                <a:gd name="connsiteY2" fmla="*/ 883984 h 1822251"/>
                <a:gd name="connsiteX3" fmla="*/ 669000 w 1071059"/>
                <a:gd name="connsiteY3" fmla="*/ 1822251 h 1822251"/>
                <a:gd name="connsiteX4" fmla="*/ 147518 w 1071059"/>
                <a:gd name="connsiteY4" fmla="*/ 795084 h 1822251"/>
                <a:gd name="connsiteX5" fmla="*/ 259378 w 1071059"/>
                <a:gd name="connsiteY5" fmla="*/ 441940 h 1822251"/>
                <a:gd name="connsiteX0" fmla="*/ 259378 w 1071059"/>
                <a:gd name="connsiteY0" fmla="*/ 497486 h 1877797"/>
                <a:gd name="connsiteX1" fmla="*/ 795848 w 1071059"/>
                <a:gd name="connsiteY1" fmla="*/ 233916 h 1877797"/>
                <a:gd name="connsiteX2" fmla="*/ 1036518 w 1071059"/>
                <a:gd name="connsiteY2" fmla="*/ 939530 h 1877797"/>
                <a:gd name="connsiteX3" fmla="*/ 669000 w 1071059"/>
                <a:gd name="connsiteY3" fmla="*/ 1877797 h 1877797"/>
                <a:gd name="connsiteX4" fmla="*/ 147518 w 1071059"/>
                <a:gd name="connsiteY4" fmla="*/ 850630 h 1877797"/>
                <a:gd name="connsiteX5" fmla="*/ 259378 w 1071059"/>
                <a:gd name="connsiteY5" fmla="*/ 497486 h 1877797"/>
                <a:gd name="connsiteX0" fmla="*/ 259378 w 1075570"/>
                <a:gd name="connsiteY0" fmla="*/ 497486 h 1877797"/>
                <a:gd name="connsiteX1" fmla="*/ 795848 w 1075570"/>
                <a:gd name="connsiteY1" fmla="*/ 233916 h 1877797"/>
                <a:gd name="connsiteX2" fmla="*/ 1047390 w 1075570"/>
                <a:gd name="connsiteY2" fmla="*/ 435756 h 1877797"/>
                <a:gd name="connsiteX3" fmla="*/ 669000 w 1075570"/>
                <a:gd name="connsiteY3" fmla="*/ 1877797 h 1877797"/>
                <a:gd name="connsiteX4" fmla="*/ 147518 w 1075570"/>
                <a:gd name="connsiteY4" fmla="*/ 850630 h 1877797"/>
                <a:gd name="connsiteX5" fmla="*/ 259378 w 1075570"/>
                <a:gd name="connsiteY5" fmla="*/ 497486 h 1877797"/>
                <a:gd name="connsiteX0" fmla="*/ 243514 w 1155570"/>
                <a:gd name="connsiteY0" fmla="*/ 497486 h 877706"/>
                <a:gd name="connsiteX1" fmla="*/ 779984 w 1155570"/>
                <a:gd name="connsiteY1" fmla="*/ 233916 h 877706"/>
                <a:gd name="connsiteX2" fmla="*/ 1031526 w 1155570"/>
                <a:gd name="connsiteY2" fmla="*/ 435756 h 877706"/>
                <a:gd name="connsiteX3" fmla="*/ 803097 w 1155570"/>
                <a:gd name="connsiteY3" fmla="*/ 808496 h 877706"/>
                <a:gd name="connsiteX4" fmla="*/ 131654 w 1155570"/>
                <a:gd name="connsiteY4" fmla="*/ 850630 h 877706"/>
                <a:gd name="connsiteX5" fmla="*/ 243514 w 1155570"/>
                <a:gd name="connsiteY5" fmla="*/ 497486 h 877706"/>
                <a:gd name="connsiteX0" fmla="*/ 27827 w 939883"/>
                <a:gd name="connsiteY0" fmla="*/ 497486 h 808496"/>
                <a:gd name="connsiteX1" fmla="*/ 564297 w 939883"/>
                <a:gd name="connsiteY1" fmla="*/ 233916 h 808496"/>
                <a:gd name="connsiteX2" fmla="*/ 815839 w 939883"/>
                <a:gd name="connsiteY2" fmla="*/ 435756 h 808496"/>
                <a:gd name="connsiteX3" fmla="*/ 587410 w 939883"/>
                <a:gd name="connsiteY3" fmla="*/ 808496 h 808496"/>
                <a:gd name="connsiteX4" fmla="*/ 220997 w 939883"/>
                <a:gd name="connsiteY4" fmla="*/ 674436 h 808496"/>
                <a:gd name="connsiteX5" fmla="*/ 27827 w 939883"/>
                <a:gd name="connsiteY5" fmla="*/ 497486 h 808496"/>
                <a:gd name="connsiteX0" fmla="*/ 99347 w 887276"/>
                <a:gd name="connsiteY0" fmla="*/ 412502 h 886548"/>
                <a:gd name="connsiteX1" fmla="*/ 511690 w 887276"/>
                <a:gd name="connsiteY1" fmla="*/ 311968 h 886548"/>
                <a:gd name="connsiteX2" fmla="*/ 763232 w 887276"/>
                <a:gd name="connsiteY2" fmla="*/ 513808 h 886548"/>
                <a:gd name="connsiteX3" fmla="*/ 534803 w 887276"/>
                <a:gd name="connsiteY3" fmla="*/ 886548 h 886548"/>
                <a:gd name="connsiteX4" fmla="*/ 168390 w 887276"/>
                <a:gd name="connsiteY4" fmla="*/ 752488 h 886548"/>
                <a:gd name="connsiteX5" fmla="*/ 99347 w 887276"/>
                <a:gd name="connsiteY5" fmla="*/ 412502 h 886548"/>
                <a:gd name="connsiteX0" fmla="*/ 57691 w 845620"/>
                <a:gd name="connsiteY0" fmla="*/ 412502 h 905384"/>
                <a:gd name="connsiteX1" fmla="*/ 470034 w 845620"/>
                <a:gd name="connsiteY1" fmla="*/ 311968 h 905384"/>
                <a:gd name="connsiteX2" fmla="*/ 721576 w 845620"/>
                <a:gd name="connsiteY2" fmla="*/ 513808 h 905384"/>
                <a:gd name="connsiteX3" fmla="*/ 493147 w 845620"/>
                <a:gd name="connsiteY3" fmla="*/ 886548 h 905384"/>
                <a:gd name="connsiteX4" fmla="*/ 126734 w 845620"/>
                <a:gd name="connsiteY4" fmla="*/ 752488 h 905384"/>
                <a:gd name="connsiteX5" fmla="*/ 57691 w 845620"/>
                <a:gd name="connsiteY5" fmla="*/ 412502 h 905384"/>
                <a:gd name="connsiteX0" fmla="*/ 57691 w 845620"/>
                <a:gd name="connsiteY0" fmla="*/ 412502 h 966637"/>
                <a:gd name="connsiteX1" fmla="*/ 470034 w 845620"/>
                <a:gd name="connsiteY1" fmla="*/ 311968 h 966637"/>
                <a:gd name="connsiteX2" fmla="*/ 721576 w 845620"/>
                <a:gd name="connsiteY2" fmla="*/ 513808 h 966637"/>
                <a:gd name="connsiteX3" fmla="*/ 493147 w 845620"/>
                <a:gd name="connsiteY3" fmla="*/ 886548 h 966637"/>
                <a:gd name="connsiteX4" fmla="*/ 126734 w 845620"/>
                <a:gd name="connsiteY4" fmla="*/ 752488 h 966637"/>
                <a:gd name="connsiteX5" fmla="*/ 57691 w 845620"/>
                <a:gd name="connsiteY5" fmla="*/ 412502 h 966637"/>
                <a:gd name="connsiteX0" fmla="*/ 57691 w 845620"/>
                <a:gd name="connsiteY0" fmla="*/ 358234 h 912369"/>
                <a:gd name="connsiteX1" fmla="*/ 470034 w 845620"/>
                <a:gd name="connsiteY1" fmla="*/ 257700 h 912369"/>
                <a:gd name="connsiteX2" fmla="*/ 721576 w 845620"/>
                <a:gd name="connsiteY2" fmla="*/ 459540 h 912369"/>
                <a:gd name="connsiteX3" fmla="*/ 493147 w 845620"/>
                <a:gd name="connsiteY3" fmla="*/ 832280 h 912369"/>
                <a:gd name="connsiteX4" fmla="*/ 126734 w 845620"/>
                <a:gd name="connsiteY4" fmla="*/ 698220 h 912369"/>
                <a:gd name="connsiteX5" fmla="*/ 57691 w 845620"/>
                <a:gd name="connsiteY5" fmla="*/ 358234 h 912369"/>
                <a:gd name="connsiteX0" fmla="*/ 57691 w 845620"/>
                <a:gd name="connsiteY0" fmla="*/ 364631 h 918766"/>
                <a:gd name="connsiteX1" fmla="*/ 436372 w 845620"/>
                <a:gd name="connsiteY1" fmla="*/ 251801 h 918766"/>
                <a:gd name="connsiteX2" fmla="*/ 721576 w 845620"/>
                <a:gd name="connsiteY2" fmla="*/ 465937 h 918766"/>
                <a:gd name="connsiteX3" fmla="*/ 493147 w 845620"/>
                <a:gd name="connsiteY3" fmla="*/ 838677 h 918766"/>
                <a:gd name="connsiteX4" fmla="*/ 126734 w 845620"/>
                <a:gd name="connsiteY4" fmla="*/ 704617 h 918766"/>
                <a:gd name="connsiteX5" fmla="*/ 57691 w 845620"/>
                <a:gd name="connsiteY5" fmla="*/ 364631 h 918766"/>
                <a:gd name="connsiteX0" fmla="*/ 57691 w 845620"/>
                <a:gd name="connsiteY0" fmla="*/ 364631 h 918766"/>
                <a:gd name="connsiteX1" fmla="*/ 436372 w 845620"/>
                <a:gd name="connsiteY1" fmla="*/ 251801 h 918766"/>
                <a:gd name="connsiteX2" fmla="*/ 721576 w 845620"/>
                <a:gd name="connsiteY2" fmla="*/ 465937 h 918766"/>
                <a:gd name="connsiteX3" fmla="*/ 493147 w 845620"/>
                <a:gd name="connsiteY3" fmla="*/ 838677 h 918766"/>
                <a:gd name="connsiteX4" fmla="*/ 126734 w 845620"/>
                <a:gd name="connsiteY4" fmla="*/ 704617 h 918766"/>
                <a:gd name="connsiteX5" fmla="*/ 57691 w 845620"/>
                <a:gd name="connsiteY5" fmla="*/ 364631 h 918766"/>
                <a:gd name="connsiteX0" fmla="*/ 57691 w 845620"/>
                <a:gd name="connsiteY0" fmla="*/ 364631 h 918766"/>
                <a:gd name="connsiteX1" fmla="*/ 436372 w 845620"/>
                <a:gd name="connsiteY1" fmla="*/ 251801 h 918766"/>
                <a:gd name="connsiteX2" fmla="*/ 721576 w 845620"/>
                <a:gd name="connsiteY2" fmla="*/ 465937 h 918766"/>
                <a:gd name="connsiteX3" fmla="*/ 493147 w 845620"/>
                <a:gd name="connsiteY3" fmla="*/ 838677 h 918766"/>
                <a:gd name="connsiteX4" fmla="*/ 126734 w 845620"/>
                <a:gd name="connsiteY4" fmla="*/ 704617 h 918766"/>
                <a:gd name="connsiteX5" fmla="*/ 57691 w 845620"/>
                <a:gd name="connsiteY5" fmla="*/ 364631 h 918766"/>
                <a:gd name="connsiteX0" fmla="*/ 57691 w 917627"/>
                <a:gd name="connsiteY0" fmla="*/ 364631 h 918766"/>
                <a:gd name="connsiteX1" fmla="*/ 436372 w 917627"/>
                <a:gd name="connsiteY1" fmla="*/ 251801 h 918766"/>
                <a:gd name="connsiteX2" fmla="*/ 721576 w 917627"/>
                <a:gd name="connsiteY2" fmla="*/ 465937 h 918766"/>
                <a:gd name="connsiteX3" fmla="*/ 493147 w 917627"/>
                <a:gd name="connsiteY3" fmla="*/ 838677 h 918766"/>
                <a:gd name="connsiteX4" fmla="*/ 126734 w 917627"/>
                <a:gd name="connsiteY4" fmla="*/ 704617 h 918766"/>
                <a:gd name="connsiteX5" fmla="*/ 57691 w 917627"/>
                <a:gd name="connsiteY5" fmla="*/ 364631 h 918766"/>
                <a:gd name="connsiteX0" fmla="*/ 57691 w 799697"/>
                <a:gd name="connsiteY0" fmla="*/ 364631 h 918766"/>
                <a:gd name="connsiteX1" fmla="*/ 436372 w 799697"/>
                <a:gd name="connsiteY1" fmla="*/ 251801 h 918766"/>
                <a:gd name="connsiteX2" fmla="*/ 721576 w 799697"/>
                <a:gd name="connsiteY2" fmla="*/ 465937 h 918766"/>
                <a:gd name="connsiteX3" fmla="*/ 493147 w 799697"/>
                <a:gd name="connsiteY3" fmla="*/ 838677 h 918766"/>
                <a:gd name="connsiteX4" fmla="*/ 126734 w 799697"/>
                <a:gd name="connsiteY4" fmla="*/ 704617 h 918766"/>
                <a:gd name="connsiteX5" fmla="*/ 57691 w 799697"/>
                <a:gd name="connsiteY5" fmla="*/ 364631 h 918766"/>
                <a:gd name="connsiteX0" fmla="*/ 65803 w 788752"/>
                <a:gd name="connsiteY0" fmla="*/ 359423 h 923546"/>
                <a:gd name="connsiteX1" fmla="*/ 425427 w 788752"/>
                <a:gd name="connsiteY1" fmla="*/ 256581 h 923546"/>
                <a:gd name="connsiteX2" fmla="*/ 710631 w 788752"/>
                <a:gd name="connsiteY2" fmla="*/ 470717 h 923546"/>
                <a:gd name="connsiteX3" fmla="*/ 482202 w 788752"/>
                <a:gd name="connsiteY3" fmla="*/ 843457 h 923546"/>
                <a:gd name="connsiteX4" fmla="*/ 115789 w 788752"/>
                <a:gd name="connsiteY4" fmla="*/ 709397 h 923546"/>
                <a:gd name="connsiteX5" fmla="*/ 65803 w 788752"/>
                <a:gd name="connsiteY5" fmla="*/ 359423 h 923546"/>
                <a:gd name="connsiteX0" fmla="*/ 65803 w 788752"/>
                <a:gd name="connsiteY0" fmla="*/ 338595 h 902718"/>
                <a:gd name="connsiteX1" fmla="*/ 425427 w 788752"/>
                <a:gd name="connsiteY1" fmla="*/ 235753 h 902718"/>
                <a:gd name="connsiteX2" fmla="*/ 710631 w 788752"/>
                <a:gd name="connsiteY2" fmla="*/ 449889 h 902718"/>
                <a:gd name="connsiteX3" fmla="*/ 482202 w 788752"/>
                <a:gd name="connsiteY3" fmla="*/ 822629 h 902718"/>
                <a:gd name="connsiteX4" fmla="*/ 115789 w 788752"/>
                <a:gd name="connsiteY4" fmla="*/ 688569 h 902718"/>
                <a:gd name="connsiteX5" fmla="*/ 65803 w 788752"/>
                <a:gd name="connsiteY5" fmla="*/ 338595 h 902718"/>
                <a:gd name="connsiteX0" fmla="*/ 65803 w 761655"/>
                <a:gd name="connsiteY0" fmla="*/ 338595 h 1029873"/>
                <a:gd name="connsiteX1" fmla="*/ 425427 w 761655"/>
                <a:gd name="connsiteY1" fmla="*/ 235753 h 1029873"/>
                <a:gd name="connsiteX2" fmla="*/ 710631 w 761655"/>
                <a:gd name="connsiteY2" fmla="*/ 449889 h 1029873"/>
                <a:gd name="connsiteX3" fmla="*/ 404437 w 761655"/>
                <a:gd name="connsiteY3" fmla="*/ 1020782 h 1029873"/>
                <a:gd name="connsiteX4" fmla="*/ 115789 w 761655"/>
                <a:gd name="connsiteY4" fmla="*/ 688569 h 1029873"/>
                <a:gd name="connsiteX5" fmla="*/ 65803 w 761655"/>
                <a:gd name="connsiteY5" fmla="*/ 338595 h 1029873"/>
                <a:gd name="connsiteX0" fmla="*/ 65803 w 716384"/>
                <a:gd name="connsiteY0" fmla="*/ 338595 h 1029873"/>
                <a:gd name="connsiteX1" fmla="*/ 425427 w 716384"/>
                <a:gd name="connsiteY1" fmla="*/ 235753 h 1029873"/>
                <a:gd name="connsiteX2" fmla="*/ 641964 w 716384"/>
                <a:gd name="connsiteY2" fmla="*/ 498799 h 1029873"/>
                <a:gd name="connsiteX3" fmla="*/ 404437 w 716384"/>
                <a:gd name="connsiteY3" fmla="*/ 1020782 h 1029873"/>
                <a:gd name="connsiteX4" fmla="*/ 115789 w 716384"/>
                <a:gd name="connsiteY4" fmla="*/ 688569 h 1029873"/>
                <a:gd name="connsiteX5" fmla="*/ 65803 w 716384"/>
                <a:gd name="connsiteY5" fmla="*/ 338595 h 1029873"/>
                <a:gd name="connsiteX0" fmla="*/ 65803 w 716384"/>
                <a:gd name="connsiteY0" fmla="*/ 338595 h 1029873"/>
                <a:gd name="connsiteX1" fmla="*/ 425427 w 716384"/>
                <a:gd name="connsiteY1" fmla="*/ 235753 h 1029873"/>
                <a:gd name="connsiteX2" fmla="*/ 641964 w 716384"/>
                <a:gd name="connsiteY2" fmla="*/ 498799 h 1029873"/>
                <a:gd name="connsiteX3" fmla="*/ 404437 w 716384"/>
                <a:gd name="connsiteY3" fmla="*/ 1020782 h 1029873"/>
                <a:gd name="connsiteX4" fmla="*/ 115789 w 716384"/>
                <a:gd name="connsiteY4" fmla="*/ 688569 h 1029873"/>
                <a:gd name="connsiteX5" fmla="*/ 65803 w 716384"/>
                <a:gd name="connsiteY5" fmla="*/ 338595 h 1029873"/>
                <a:gd name="connsiteX0" fmla="*/ 65803 w 716384"/>
                <a:gd name="connsiteY0" fmla="*/ 331981 h 1023259"/>
                <a:gd name="connsiteX1" fmla="*/ 473398 w 716384"/>
                <a:gd name="connsiteY1" fmla="*/ 241369 h 1023259"/>
                <a:gd name="connsiteX2" fmla="*/ 641964 w 716384"/>
                <a:gd name="connsiteY2" fmla="*/ 492185 h 1023259"/>
                <a:gd name="connsiteX3" fmla="*/ 404437 w 716384"/>
                <a:gd name="connsiteY3" fmla="*/ 1014168 h 1023259"/>
                <a:gd name="connsiteX4" fmla="*/ 115789 w 716384"/>
                <a:gd name="connsiteY4" fmla="*/ 681955 h 1023259"/>
                <a:gd name="connsiteX5" fmla="*/ 65803 w 716384"/>
                <a:gd name="connsiteY5" fmla="*/ 331981 h 1023259"/>
                <a:gd name="connsiteX0" fmla="*/ 65803 w 716384"/>
                <a:gd name="connsiteY0" fmla="*/ 331981 h 1023259"/>
                <a:gd name="connsiteX1" fmla="*/ 473398 w 716384"/>
                <a:gd name="connsiteY1" fmla="*/ 241369 h 1023259"/>
                <a:gd name="connsiteX2" fmla="*/ 641964 w 716384"/>
                <a:gd name="connsiteY2" fmla="*/ 492185 h 1023259"/>
                <a:gd name="connsiteX3" fmla="*/ 404437 w 716384"/>
                <a:gd name="connsiteY3" fmla="*/ 1014168 h 1023259"/>
                <a:gd name="connsiteX4" fmla="*/ 115789 w 716384"/>
                <a:gd name="connsiteY4" fmla="*/ 681955 h 1023259"/>
                <a:gd name="connsiteX5" fmla="*/ 65803 w 716384"/>
                <a:gd name="connsiteY5" fmla="*/ 331981 h 1023259"/>
                <a:gd name="connsiteX0" fmla="*/ 65803 w 846096"/>
                <a:gd name="connsiteY0" fmla="*/ 331981 h 1023259"/>
                <a:gd name="connsiteX1" fmla="*/ 473398 w 846096"/>
                <a:gd name="connsiteY1" fmla="*/ 241369 h 1023259"/>
                <a:gd name="connsiteX2" fmla="*/ 641964 w 846096"/>
                <a:gd name="connsiteY2" fmla="*/ 492185 h 1023259"/>
                <a:gd name="connsiteX3" fmla="*/ 404437 w 846096"/>
                <a:gd name="connsiteY3" fmla="*/ 1014168 h 1023259"/>
                <a:gd name="connsiteX4" fmla="*/ 115789 w 846096"/>
                <a:gd name="connsiteY4" fmla="*/ 681955 h 1023259"/>
                <a:gd name="connsiteX5" fmla="*/ 65803 w 846096"/>
                <a:gd name="connsiteY5" fmla="*/ 331981 h 1023259"/>
                <a:gd name="connsiteX0" fmla="*/ 65803 w 659717"/>
                <a:gd name="connsiteY0" fmla="*/ 331981 h 1023259"/>
                <a:gd name="connsiteX1" fmla="*/ 473398 w 659717"/>
                <a:gd name="connsiteY1" fmla="*/ 241369 h 1023259"/>
                <a:gd name="connsiteX2" fmla="*/ 641964 w 659717"/>
                <a:gd name="connsiteY2" fmla="*/ 492185 h 1023259"/>
                <a:gd name="connsiteX3" fmla="*/ 623051 w 659717"/>
                <a:gd name="connsiteY3" fmla="*/ 847102 h 1023259"/>
                <a:gd name="connsiteX4" fmla="*/ 404437 w 659717"/>
                <a:gd name="connsiteY4" fmla="*/ 1014168 h 1023259"/>
                <a:gd name="connsiteX5" fmla="*/ 115789 w 659717"/>
                <a:gd name="connsiteY5" fmla="*/ 681955 h 1023259"/>
                <a:gd name="connsiteX6" fmla="*/ 65803 w 659717"/>
                <a:gd name="connsiteY6" fmla="*/ 331981 h 1023259"/>
                <a:gd name="connsiteX0" fmla="*/ 65803 w 839877"/>
                <a:gd name="connsiteY0" fmla="*/ 331981 h 1023259"/>
                <a:gd name="connsiteX1" fmla="*/ 473398 w 839877"/>
                <a:gd name="connsiteY1" fmla="*/ 241369 h 1023259"/>
                <a:gd name="connsiteX2" fmla="*/ 641964 w 839877"/>
                <a:gd name="connsiteY2" fmla="*/ 492185 h 1023259"/>
                <a:gd name="connsiteX3" fmla="*/ 623051 w 839877"/>
                <a:gd name="connsiteY3" fmla="*/ 847102 h 1023259"/>
                <a:gd name="connsiteX4" fmla="*/ 404437 w 839877"/>
                <a:gd name="connsiteY4" fmla="*/ 1014168 h 1023259"/>
                <a:gd name="connsiteX5" fmla="*/ 115789 w 839877"/>
                <a:gd name="connsiteY5" fmla="*/ 681955 h 1023259"/>
                <a:gd name="connsiteX6" fmla="*/ 65803 w 839877"/>
                <a:gd name="connsiteY6" fmla="*/ 331981 h 1023259"/>
                <a:gd name="connsiteX0" fmla="*/ 65803 w 839877"/>
                <a:gd name="connsiteY0" fmla="*/ 331981 h 998613"/>
                <a:gd name="connsiteX1" fmla="*/ 473398 w 839877"/>
                <a:gd name="connsiteY1" fmla="*/ 241369 h 998613"/>
                <a:gd name="connsiteX2" fmla="*/ 641964 w 839877"/>
                <a:gd name="connsiteY2" fmla="*/ 492185 h 998613"/>
                <a:gd name="connsiteX3" fmla="*/ 623051 w 839877"/>
                <a:gd name="connsiteY3" fmla="*/ 847102 h 998613"/>
                <a:gd name="connsiteX4" fmla="*/ 416980 w 839877"/>
                <a:gd name="connsiteY4" fmla="*/ 985010 h 998613"/>
                <a:gd name="connsiteX5" fmla="*/ 115789 w 839877"/>
                <a:gd name="connsiteY5" fmla="*/ 681955 h 998613"/>
                <a:gd name="connsiteX6" fmla="*/ 65803 w 839877"/>
                <a:gd name="connsiteY6" fmla="*/ 331981 h 998613"/>
                <a:gd name="connsiteX0" fmla="*/ 65803 w 839877"/>
                <a:gd name="connsiteY0" fmla="*/ 331981 h 998613"/>
                <a:gd name="connsiteX1" fmla="*/ 473398 w 839877"/>
                <a:gd name="connsiteY1" fmla="*/ 241369 h 998613"/>
                <a:gd name="connsiteX2" fmla="*/ 641964 w 839877"/>
                <a:gd name="connsiteY2" fmla="*/ 492185 h 998613"/>
                <a:gd name="connsiteX3" fmla="*/ 623051 w 839877"/>
                <a:gd name="connsiteY3" fmla="*/ 847102 h 998613"/>
                <a:gd name="connsiteX4" fmla="*/ 416980 w 839877"/>
                <a:gd name="connsiteY4" fmla="*/ 985010 h 998613"/>
                <a:gd name="connsiteX5" fmla="*/ 115789 w 839877"/>
                <a:gd name="connsiteY5" fmla="*/ 681955 h 998613"/>
                <a:gd name="connsiteX6" fmla="*/ 65803 w 839877"/>
                <a:gd name="connsiteY6" fmla="*/ 331981 h 998613"/>
                <a:gd name="connsiteX0" fmla="*/ 140391 w 914465"/>
                <a:gd name="connsiteY0" fmla="*/ 331981 h 1026030"/>
                <a:gd name="connsiteX1" fmla="*/ 547986 w 914465"/>
                <a:gd name="connsiteY1" fmla="*/ 241369 h 1026030"/>
                <a:gd name="connsiteX2" fmla="*/ 716552 w 914465"/>
                <a:gd name="connsiteY2" fmla="*/ 492185 h 1026030"/>
                <a:gd name="connsiteX3" fmla="*/ 697639 w 914465"/>
                <a:gd name="connsiteY3" fmla="*/ 847102 h 1026030"/>
                <a:gd name="connsiteX4" fmla="*/ 491568 w 914465"/>
                <a:gd name="connsiteY4" fmla="*/ 985010 h 1026030"/>
                <a:gd name="connsiteX5" fmla="*/ 70290 w 914465"/>
                <a:gd name="connsiteY5" fmla="*/ 772249 h 1026030"/>
                <a:gd name="connsiteX6" fmla="*/ 140391 w 914465"/>
                <a:gd name="connsiteY6" fmla="*/ 331981 h 1026030"/>
                <a:gd name="connsiteX0" fmla="*/ 140391 w 914465"/>
                <a:gd name="connsiteY0" fmla="*/ 331981 h 995547"/>
                <a:gd name="connsiteX1" fmla="*/ 547986 w 914465"/>
                <a:gd name="connsiteY1" fmla="*/ 241369 h 995547"/>
                <a:gd name="connsiteX2" fmla="*/ 716552 w 914465"/>
                <a:gd name="connsiteY2" fmla="*/ 492185 h 995547"/>
                <a:gd name="connsiteX3" fmla="*/ 697639 w 914465"/>
                <a:gd name="connsiteY3" fmla="*/ 847102 h 995547"/>
                <a:gd name="connsiteX4" fmla="*/ 491568 w 914465"/>
                <a:gd name="connsiteY4" fmla="*/ 985010 h 995547"/>
                <a:gd name="connsiteX5" fmla="*/ 70290 w 914465"/>
                <a:gd name="connsiteY5" fmla="*/ 772249 h 995547"/>
                <a:gd name="connsiteX6" fmla="*/ 140391 w 914465"/>
                <a:gd name="connsiteY6" fmla="*/ 331981 h 995547"/>
                <a:gd name="connsiteX0" fmla="*/ 124524 w 920236"/>
                <a:gd name="connsiteY0" fmla="*/ 385023 h 957037"/>
                <a:gd name="connsiteX1" fmla="*/ 553757 w 920236"/>
                <a:gd name="connsiteY1" fmla="*/ 202859 h 957037"/>
                <a:gd name="connsiteX2" fmla="*/ 722323 w 920236"/>
                <a:gd name="connsiteY2" fmla="*/ 453675 h 957037"/>
                <a:gd name="connsiteX3" fmla="*/ 703410 w 920236"/>
                <a:gd name="connsiteY3" fmla="*/ 808592 h 957037"/>
                <a:gd name="connsiteX4" fmla="*/ 497339 w 920236"/>
                <a:gd name="connsiteY4" fmla="*/ 946500 h 957037"/>
                <a:gd name="connsiteX5" fmla="*/ 76061 w 920236"/>
                <a:gd name="connsiteY5" fmla="*/ 733739 h 957037"/>
                <a:gd name="connsiteX6" fmla="*/ 124524 w 920236"/>
                <a:gd name="connsiteY6" fmla="*/ 385023 h 957037"/>
                <a:gd name="connsiteX0" fmla="*/ 138979 w 914937"/>
                <a:gd name="connsiteY0" fmla="*/ 366321 h 969060"/>
                <a:gd name="connsiteX1" fmla="*/ 548458 w 914937"/>
                <a:gd name="connsiteY1" fmla="*/ 214882 h 969060"/>
                <a:gd name="connsiteX2" fmla="*/ 717024 w 914937"/>
                <a:gd name="connsiteY2" fmla="*/ 465698 h 969060"/>
                <a:gd name="connsiteX3" fmla="*/ 698111 w 914937"/>
                <a:gd name="connsiteY3" fmla="*/ 820615 h 969060"/>
                <a:gd name="connsiteX4" fmla="*/ 492040 w 914937"/>
                <a:gd name="connsiteY4" fmla="*/ 958523 h 969060"/>
                <a:gd name="connsiteX5" fmla="*/ 70762 w 914937"/>
                <a:gd name="connsiteY5" fmla="*/ 745762 h 969060"/>
                <a:gd name="connsiteX6" fmla="*/ 138979 w 914937"/>
                <a:gd name="connsiteY6" fmla="*/ 366321 h 969060"/>
                <a:gd name="connsiteX0" fmla="*/ 138979 w 914937"/>
                <a:gd name="connsiteY0" fmla="*/ 395581 h 998320"/>
                <a:gd name="connsiteX1" fmla="*/ 548458 w 914937"/>
                <a:gd name="connsiteY1" fmla="*/ 244142 h 998320"/>
                <a:gd name="connsiteX2" fmla="*/ 717024 w 914937"/>
                <a:gd name="connsiteY2" fmla="*/ 494958 h 998320"/>
                <a:gd name="connsiteX3" fmla="*/ 698111 w 914937"/>
                <a:gd name="connsiteY3" fmla="*/ 849875 h 998320"/>
                <a:gd name="connsiteX4" fmla="*/ 492040 w 914937"/>
                <a:gd name="connsiteY4" fmla="*/ 987783 h 998320"/>
                <a:gd name="connsiteX5" fmla="*/ 70762 w 914937"/>
                <a:gd name="connsiteY5" fmla="*/ 775022 h 998320"/>
                <a:gd name="connsiteX6" fmla="*/ 138979 w 914937"/>
                <a:gd name="connsiteY6" fmla="*/ 395581 h 998320"/>
                <a:gd name="connsiteX0" fmla="*/ 174943 w 950901"/>
                <a:gd name="connsiteY0" fmla="*/ 395581 h 998320"/>
                <a:gd name="connsiteX1" fmla="*/ 584422 w 950901"/>
                <a:gd name="connsiteY1" fmla="*/ 244142 h 998320"/>
                <a:gd name="connsiteX2" fmla="*/ 752988 w 950901"/>
                <a:gd name="connsiteY2" fmla="*/ 494958 h 998320"/>
                <a:gd name="connsiteX3" fmla="*/ 734075 w 950901"/>
                <a:gd name="connsiteY3" fmla="*/ 849875 h 998320"/>
                <a:gd name="connsiteX4" fmla="*/ 528004 w 950901"/>
                <a:gd name="connsiteY4" fmla="*/ 987783 h 998320"/>
                <a:gd name="connsiteX5" fmla="*/ 106726 w 950901"/>
                <a:gd name="connsiteY5" fmla="*/ 775022 h 998320"/>
                <a:gd name="connsiteX6" fmla="*/ 174943 w 950901"/>
                <a:gd name="connsiteY6" fmla="*/ 395581 h 998320"/>
                <a:gd name="connsiteX0" fmla="*/ 205514 w 981472"/>
                <a:gd name="connsiteY0" fmla="*/ 395581 h 998320"/>
                <a:gd name="connsiteX1" fmla="*/ 614993 w 981472"/>
                <a:gd name="connsiteY1" fmla="*/ 244142 h 998320"/>
                <a:gd name="connsiteX2" fmla="*/ 783559 w 981472"/>
                <a:gd name="connsiteY2" fmla="*/ 494958 h 998320"/>
                <a:gd name="connsiteX3" fmla="*/ 764646 w 981472"/>
                <a:gd name="connsiteY3" fmla="*/ 849875 h 998320"/>
                <a:gd name="connsiteX4" fmla="*/ 558575 w 981472"/>
                <a:gd name="connsiteY4" fmla="*/ 987783 h 998320"/>
                <a:gd name="connsiteX5" fmla="*/ 137297 w 981472"/>
                <a:gd name="connsiteY5" fmla="*/ 775022 h 998320"/>
                <a:gd name="connsiteX6" fmla="*/ 205514 w 981472"/>
                <a:gd name="connsiteY6" fmla="*/ 395581 h 998320"/>
                <a:gd name="connsiteX0" fmla="*/ 203182 w 982904"/>
                <a:gd name="connsiteY0" fmla="*/ 415154 h 983091"/>
                <a:gd name="connsiteX1" fmla="*/ 616425 w 982904"/>
                <a:gd name="connsiteY1" fmla="*/ 228913 h 983091"/>
                <a:gd name="connsiteX2" fmla="*/ 784991 w 982904"/>
                <a:gd name="connsiteY2" fmla="*/ 479729 h 983091"/>
                <a:gd name="connsiteX3" fmla="*/ 766078 w 982904"/>
                <a:gd name="connsiteY3" fmla="*/ 834646 h 983091"/>
                <a:gd name="connsiteX4" fmla="*/ 560007 w 982904"/>
                <a:gd name="connsiteY4" fmla="*/ 972554 h 983091"/>
                <a:gd name="connsiteX5" fmla="*/ 138729 w 982904"/>
                <a:gd name="connsiteY5" fmla="*/ 759793 h 983091"/>
                <a:gd name="connsiteX6" fmla="*/ 203182 w 982904"/>
                <a:gd name="connsiteY6" fmla="*/ 415154 h 983091"/>
                <a:gd name="connsiteX0" fmla="*/ 203182 w 982904"/>
                <a:gd name="connsiteY0" fmla="*/ 439435 h 1007372"/>
                <a:gd name="connsiteX1" fmla="*/ 616425 w 982904"/>
                <a:gd name="connsiteY1" fmla="*/ 253194 h 1007372"/>
                <a:gd name="connsiteX2" fmla="*/ 784991 w 982904"/>
                <a:gd name="connsiteY2" fmla="*/ 504010 h 1007372"/>
                <a:gd name="connsiteX3" fmla="*/ 766078 w 982904"/>
                <a:gd name="connsiteY3" fmla="*/ 858927 h 1007372"/>
                <a:gd name="connsiteX4" fmla="*/ 560007 w 982904"/>
                <a:gd name="connsiteY4" fmla="*/ 996835 h 1007372"/>
                <a:gd name="connsiteX5" fmla="*/ 138729 w 982904"/>
                <a:gd name="connsiteY5" fmla="*/ 784074 h 1007372"/>
                <a:gd name="connsiteX6" fmla="*/ 203182 w 982904"/>
                <a:gd name="connsiteY6" fmla="*/ 439435 h 1007372"/>
                <a:gd name="connsiteX0" fmla="*/ 203860 w 983582"/>
                <a:gd name="connsiteY0" fmla="*/ 439435 h 1007372"/>
                <a:gd name="connsiteX1" fmla="*/ 617103 w 983582"/>
                <a:gd name="connsiteY1" fmla="*/ 253194 h 1007372"/>
                <a:gd name="connsiteX2" fmla="*/ 785669 w 983582"/>
                <a:gd name="connsiteY2" fmla="*/ 504010 h 1007372"/>
                <a:gd name="connsiteX3" fmla="*/ 766756 w 983582"/>
                <a:gd name="connsiteY3" fmla="*/ 858927 h 1007372"/>
                <a:gd name="connsiteX4" fmla="*/ 560685 w 983582"/>
                <a:gd name="connsiteY4" fmla="*/ 996835 h 1007372"/>
                <a:gd name="connsiteX5" fmla="*/ 139407 w 983582"/>
                <a:gd name="connsiteY5" fmla="*/ 784074 h 1007372"/>
                <a:gd name="connsiteX6" fmla="*/ 203860 w 983582"/>
                <a:gd name="connsiteY6" fmla="*/ 439435 h 1007372"/>
                <a:gd name="connsiteX0" fmla="*/ 165065 w 944787"/>
                <a:gd name="connsiteY0" fmla="*/ 439435 h 1007372"/>
                <a:gd name="connsiteX1" fmla="*/ 578308 w 944787"/>
                <a:gd name="connsiteY1" fmla="*/ 253194 h 1007372"/>
                <a:gd name="connsiteX2" fmla="*/ 746874 w 944787"/>
                <a:gd name="connsiteY2" fmla="*/ 504010 h 1007372"/>
                <a:gd name="connsiteX3" fmla="*/ 727961 w 944787"/>
                <a:gd name="connsiteY3" fmla="*/ 858927 h 1007372"/>
                <a:gd name="connsiteX4" fmla="*/ 521890 w 944787"/>
                <a:gd name="connsiteY4" fmla="*/ 996835 h 1007372"/>
                <a:gd name="connsiteX5" fmla="*/ 100612 w 944787"/>
                <a:gd name="connsiteY5" fmla="*/ 784074 h 1007372"/>
                <a:gd name="connsiteX6" fmla="*/ 165065 w 944787"/>
                <a:gd name="connsiteY6" fmla="*/ 439435 h 1007372"/>
                <a:gd name="connsiteX0" fmla="*/ 167589 w 947311"/>
                <a:gd name="connsiteY0" fmla="*/ 439435 h 1007372"/>
                <a:gd name="connsiteX1" fmla="*/ 580832 w 947311"/>
                <a:gd name="connsiteY1" fmla="*/ 253194 h 1007372"/>
                <a:gd name="connsiteX2" fmla="*/ 749398 w 947311"/>
                <a:gd name="connsiteY2" fmla="*/ 504010 h 1007372"/>
                <a:gd name="connsiteX3" fmla="*/ 730485 w 947311"/>
                <a:gd name="connsiteY3" fmla="*/ 858927 h 1007372"/>
                <a:gd name="connsiteX4" fmla="*/ 524414 w 947311"/>
                <a:gd name="connsiteY4" fmla="*/ 996835 h 1007372"/>
                <a:gd name="connsiteX5" fmla="*/ 103136 w 947311"/>
                <a:gd name="connsiteY5" fmla="*/ 784074 h 1007372"/>
                <a:gd name="connsiteX6" fmla="*/ 167589 w 947311"/>
                <a:gd name="connsiteY6" fmla="*/ 439435 h 1007372"/>
                <a:gd name="connsiteX0" fmla="*/ 167589 w 750069"/>
                <a:gd name="connsiteY0" fmla="*/ 439435 h 1007372"/>
                <a:gd name="connsiteX1" fmla="*/ 580832 w 750069"/>
                <a:gd name="connsiteY1" fmla="*/ 253194 h 1007372"/>
                <a:gd name="connsiteX2" fmla="*/ 749398 w 750069"/>
                <a:gd name="connsiteY2" fmla="*/ 504010 h 1007372"/>
                <a:gd name="connsiteX3" fmla="*/ 524414 w 750069"/>
                <a:gd name="connsiteY3" fmla="*/ 996835 h 1007372"/>
                <a:gd name="connsiteX4" fmla="*/ 103136 w 750069"/>
                <a:gd name="connsiteY4" fmla="*/ 784074 h 1007372"/>
                <a:gd name="connsiteX5" fmla="*/ 167589 w 750069"/>
                <a:gd name="connsiteY5" fmla="*/ 439435 h 1007372"/>
                <a:gd name="connsiteX0" fmla="*/ 167589 w 761646"/>
                <a:gd name="connsiteY0" fmla="*/ 439435 h 1007372"/>
                <a:gd name="connsiteX1" fmla="*/ 580832 w 761646"/>
                <a:gd name="connsiteY1" fmla="*/ 253194 h 1007372"/>
                <a:gd name="connsiteX2" fmla="*/ 761341 w 761646"/>
                <a:gd name="connsiteY2" fmla="*/ 585650 h 1007372"/>
                <a:gd name="connsiteX3" fmla="*/ 524414 w 761646"/>
                <a:gd name="connsiteY3" fmla="*/ 996835 h 1007372"/>
                <a:gd name="connsiteX4" fmla="*/ 103136 w 761646"/>
                <a:gd name="connsiteY4" fmla="*/ 784074 h 1007372"/>
                <a:gd name="connsiteX5" fmla="*/ 167589 w 761646"/>
                <a:gd name="connsiteY5" fmla="*/ 439435 h 1007372"/>
                <a:gd name="connsiteX0" fmla="*/ 167589 w 779109"/>
                <a:gd name="connsiteY0" fmla="*/ 439435 h 1007372"/>
                <a:gd name="connsiteX1" fmla="*/ 580832 w 779109"/>
                <a:gd name="connsiteY1" fmla="*/ 253194 h 1007372"/>
                <a:gd name="connsiteX2" fmla="*/ 761341 w 779109"/>
                <a:gd name="connsiteY2" fmla="*/ 585650 h 1007372"/>
                <a:gd name="connsiteX3" fmla="*/ 524414 w 779109"/>
                <a:gd name="connsiteY3" fmla="*/ 996835 h 1007372"/>
                <a:gd name="connsiteX4" fmla="*/ 103136 w 779109"/>
                <a:gd name="connsiteY4" fmla="*/ 784074 h 1007372"/>
                <a:gd name="connsiteX5" fmla="*/ 167589 w 779109"/>
                <a:gd name="connsiteY5" fmla="*/ 439435 h 1007372"/>
                <a:gd name="connsiteX0" fmla="*/ 167589 w 777845"/>
                <a:gd name="connsiteY0" fmla="*/ 439435 h 967499"/>
                <a:gd name="connsiteX1" fmla="*/ 580832 w 777845"/>
                <a:gd name="connsiteY1" fmla="*/ 253194 h 967499"/>
                <a:gd name="connsiteX2" fmla="*/ 761341 w 777845"/>
                <a:gd name="connsiteY2" fmla="*/ 585650 h 967499"/>
                <a:gd name="connsiteX3" fmla="*/ 503231 w 777845"/>
                <a:gd name="connsiteY3" fmla="*/ 943231 h 967499"/>
                <a:gd name="connsiteX4" fmla="*/ 103136 w 777845"/>
                <a:gd name="connsiteY4" fmla="*/ 784074 h 967499"/>
                <a:gd name="connsiteX5" fmla="*/ 167589 w 777845"/>
                <a:gd name="connsiteY5" fmla="*/ 439435 h 967499"/>
                <a:gd name="connsiteX0" fmla="*/ 137733 w 747989"/>
                <a:gd name="connsiteY0" fmla="*/ 439435 h 946366"/>
                <a:gd name="connsiteX1" fmla="*/ 550976 w 747989"/>
                <a:gd name="connsiteY1" fmla="*/ 253194 h 946366"/>
                <a:gd name="connsiteX2" fmla="*/ 731485 w 747989"/>
                <a:gd name="connsiteY2" fmla="*/ 585650 h 946366"/>
                <a:gd name="connsiteX3" fmla="*/ 473375 w 747989"/>
                <a:gd name="connsiteY3" fmla="*/ 943231 h 946366"/>
                <a:gd name="connsiteX4" fmla="*/ 135771 w 747989"/>
                <a:gd name="connsiteY4" fmla="*/ 629839 h 946366"/>
                <a:gd name="connsiteX5" fmla="*/ 137733 w 747989"/>
                <a:gd name="connsiteY5" fmla="*/ 439435 h 946366"/>
                <a:gd name="connsiteX0" fmla="*/ 137733 w 747989"/>
                <a:gd name="connsiteY0" fmla="*/ 439435 h 945724"/>
                <a:gd name="connsiteX1" fmla="*/ 550976 w 747989"/>
                <a:gd name="connsiteY1" fmla="*/ 253194 h 945724"/>
                <a:gd name="connsiteX2" fmla="*/ 731485 w 747989"/>
                <a:gd name="connsiteY2" fmla="*/ 585650 h 945724"/>
                <a:gd name="connsiteX3" fmla="*/ 473375 w 747989"/>
                <a:gd name="connsiteY3" fmla="*/ 943231 h 945724"/>
                <a:gd name="connsiteX4" fmla="*/ 135771 w 747989"/>
                <a:gd name="connsiteY4" fmla="*/ 629839 h 945724"/>
                <a:gd name="connsiteX5" fmla="*/ 137733 w 747989"/>
                <a:gd name="connsiteY5" fmla="*/ 439435 h 945724"/>
                <a:gd name="connsiteX0" fmla="*/ 137733 w 747989"/>
                <a:gd name="connsiteY0" fmla="*/ 439435 h 1019313"/>
                <a:gd name="connsiteX1" fmla="*/ 550976 w 747989"/>
                <a:gd name="connsiteY1" fmla="*/ 253194 h 1019313"/>
                <a:gd name="connsiteX2" fmla="*/ 731485 w 747989"/>
                <a:gd name="connsiteY2" fmla="*/ 585650 h 1019313"/>
                <a:gd name="connsiteX3" fmla="*/ 473375 w 747989"/>
                <a:gd name="connsiteY3" fmla="*/ 943231 h 1019313"/>
                <a:gd name="connsiteX4" fmla="*/ 135771 w 747989"/>
                <a:gd name="connsiteY4" fmla="*/ 629839 h 1019313"/>
                <a:gd name="connsiteX5" fmla="*/ 137733 w 747989"/>
                <a:gd name="connsiteY5" fmla="*/ 439435 h 1019313"/>
                <a:gd name="connsiteX0" fmla="*/ 137733 w 747989"/>
                <a:gd name="connsiteY0" fmla="*/ 439435 h 1010236"/>
                <a:gd name="connsiteX1" fmla="*/ 550976 w 747989"/>
                <a:gd name="connsiteY1" fmla="*/ 253194 h 1010236"/>
                <a:gd name="connsiteX2" fmla="*/ 731485 w 747989"/>
                <a:gd name="connsiteY2" fmla="*/ 585650 h 1010236"/>
                <a:gd name="connsiteX3" fmla="*/ 473375 w 747989"/>
                <a:gd name="connsiteY3" fmla="*/ 943231 h 1010236"/>
                <a:gd name="connsiteX4" fmla="*/ 135771 w 747989"/>
                <a:gd name="connsiteY4" fmla="*/ 629839 h 1010236"/>
                <a:gd name="connsiteX5" fmla="*/ 137733 w 747989"/>
                <a:gd name="connsiteY5" fmla="*/ 439435 h 1010236"/>
                <a:gd name="connsiteX0" fmla="*/ 235521 w 678428"/>
                <a:gd name="connsiteY0" fmla="*/ 346376 h 1118440"/>
                <a:gd name="connsiteX1" fmla="*/ 481415 w 678428"/>
                <a:gd name="connsiteY1" fmla="*/ 361398 h 1118440"/>
                <a:gd name="connsiteX2" fmla="*/ 661924 w 678428"/>
                <a:gd name="connsiteY2" fmla="*/ 693854 h 1118440"/>
                <a:gd name="connsiteX3" fmla="*/ 403814 w 678428"/>
                <a:gd name="connsiteY3" fmla="*/ 1051435 h 1118440"/>
                <a:gd name="connsiteX4" fmla="*/ 66210 w 678428"/>
                <a:gd name="connsiteY4" fmla="*/ 738043 h 1118440"/>
                <a:gd name="connsiteX5" fmla="*/ 235521 w 678428"/>
                <a:gd name="connsiteY5" fmla="*/ 346376 h 1118440"/>
                <a:gd name="connsiteX0" fmla="*/ 229547 w 672454"/>
                <a:gd name="connsiteY0" fmla="*/ 346376 h 1118440"/>
                <a:gd name="connsiteX1" fmla="*/ 475441 w 672454"/>
                <a:gd name="connsiteY1" fmla="*/ 361398 h 1118440"/>
                <a:gd name="connsiteX2" fmla="*/ 655950 w 672454"/>
                <a:gd name="connsiteY2" fmla="*/ 693854 h 1118440"/>
                <a:gd name="connsiteX3" fmla="*/ 397840 w 672454"/>
                <a:gd name="connsiteY3" fmla="*/ 1051435 h 1118440"/>
                <a:gd name="connsiteX4" fmla="*/ 60236 w 672454"/>
                <a:gd name="connsiteY4" fmla="*/ 738043 h 1118440"/>
                <a:gd name="connsiteX5" fmla="*/ 229547 w 672454"/>
                <a:gd name="connsiteY5" fmla="*/ 346376 h 1118440"/>
                <a:gd name="connsiteX0" fmla="*/ 229547 w 672454"/>
                <a:gd name="connsiteY0" fmla="*/ 234881 h 1006945"/>
                <a:gd name="connsiteX1" fmla="*/ 475441 w 672454"/>
                <a:gd name="connsiteY1" fmla="*/ 249903 h 1006945"/>
                <a:gd name="connsiteX2" fmla="*/ 655950 w 672454"/>
                <a:gd name="connsiteY2" fmla="*/ 582359 h 1006945"/>
                <a:gd name="connsiteX3" fmla="*/ 397840 w 672454"/>
                <a:gd name="connsiteY3" fmla="*/ 939940 h 1006945"/>
                <a:gd name="connsiteX4" fmla="*/ 60236 w 672454"/>
                <a:gd name="connsiteY4" fmla="*/ 626548 h 1006945"/>
                <a:gd name="connsiteX5" fmla="*/ 229547 w 672454"/>
                <a:gd name="connsiteY5" fmla="*/ 234881 h 1006945"/>
                <a:gd name="connsiteX0" fmla="*/ 239654 w 678117"/>
                <a:gd name="connsiteY0" fmla="*/ 234881 h 972629"/>
                <a:gd name="connsiteX1" fmla="*/ 485548 w 678117"/>
                <a:gd name="connsiteY1" fmla="*/ 249903 h 972629"/>
                <a:gd name="connsiteX2" fmla="*/ 666057 w 678117"/>
                <a:gd name="connsiteY2" fmla="*/ 582359 h 972629"/>
                <a:gd name="connsiteX3" fmla="*/ 299232 w 678117"/>
                <a:gd name="connsiteY3" fmla="*/ 900803 h 972629"/>
                <a:gd name="connsiteX4" fmla="*/ 70343 w 678117"/>
                <a:gd name="connsiteY4" fmla="*/ 626548 h 972629"/>
                <a:gd name="connsiteX5" fmla="*/ 239654 w 678117"/>
                <a:gd name="connsiteY5" fmla="*/ 234881 h 972629"/>
                <a:gd name="connsiteX0" fmla="*/ 14263 w 452726"/>
                <a:gd name="connsiteY0" fmla="*/ 234881 h 900803"/>
                <a:gd name="connsiteX1" fmla="*/ 260157 w 452726"/>
                <a:gd name="connsiteY1" fmla="*/ 249903 h 900803"/>
                <a:gd name="connsiteX2" fmla="*/ 440666 w 452726"/>
                <a:gd name="connsiteY2" fmla="*/ 582359 h 900803"/>
                <a:gd name="connsiteX3" fmla="*/ 73841 w 452726"/>
                <a:gd name="connsiteY3" fmla="*/ 900803 h 900803"/>
                <a:gd name="connsiteX4" fmla="*/ 14263 w 452726"/>
                <a:gd name="connsiteY4" fmla="*/ 234881 h 900803"/>
                <a:gd name="connsiteX0" fmla="*/ 101773 w 537125"/>
                <a:gd name="connsiteY0" fmla="*/ 234881 h 939940"/>
                <a:gd name="connsiteX1" fmla="*/ 347667 w 537125"/>
                <a:gd name="connsiteY1" fmla="*/ 249903 h 939940"/>
                <a:gd name="connsiteX2" fmla="*/ 528176 w 537125"/>
                <a:gd name="connsiteY2" fmla="*/ 582359 h 939940"/>
                <a:gd name="connsiteX3" fmla="*/ 22196 w 537125"/>
                <a:gd name="connsiteY3" fmla="*/ 939940 h 939940"/>
                <a:gd name="connsiteX4" fmla="*/ 101773 w 537125"/>
                <a:gd name="connsiteY4" fmla="*/ 234881 h 939940"/>
                <a:gd name="connsiteX0" fmla="*/ 179102 w 614454"/>
                <a:gd name="connsiteY0" fmla="*/ 234881 h 939940"/>
                <a:gd name="connsiteX1" fmla="*/ 424996 w 614454"/>
                <a:gd name="connsiteY1" fmla="*/ 249903 h 939940"/>
                <a:gd name="connsiteX2" fmla="*/ 605505 w 614454"/>
                <a:gd name="connsiteY2" fmla="*/ 582359 h 939940"/>
                <a:gd name="connsiteX3" fmla="*/ 99525 w 614454"/>
                <a:gd name="connsiteY3" fmla="*/ 939940 h 939940"/>
                <a:gd name="connsiteX4" fmla="*/ 2796 w 614454"/>
                <a:gd name="connsiteY4" fmla="*/ 608866 h 939940"/>
                <a:gd name="connsiteX5" fmla="*/ 179102 w 614454"/>
                <a:gd name="connsiteY5" fmla="*/ 234881 h 939940"/>
                <a:gd name="connsiteX0" fmla="*/ 109525 w 614454"/>
                <a:gd name="connsiteY0" fmla="*/ 254787 h 920709"/>
                <a:gd name="connsiteX1" fmla="*/ 424996 w 614454"/>
                <a:gd name="connsiteY1" fmla="*/ 230672 h 920709"/>
                <a:gd name="connsiteX2" fmla="*/ 605505 w 614454"/>
                <a:gd name="connsiteY2" fmla="*/ 563128 h 920709"/>
                <a:gd name="connsiteX3" fmla="*/ 99525 w 614454"/>
                <a:gd name="connsiteY3" fmla="*/ 920709 h 920709"/>
                <a:gd name="connsiteX4" fmla="*/ 2796 w 614454"/>
                <a:gd name="connsiteY4" fmla="*/ 589635 h 920709"/>
                <a:gd name="connsiteX5" fmla="*/ 109525 w 614454"/>
                <a:gd name="connsiteY5" fmla="*/ 254787 h 920709"/>
                <a:gd name="connsiteX0" fmla="*/ 150226 w 655155"/>
                <a:gd name="connsiteY0" fmla="*/ 254787 h 920709"/>
                <a:gd name="connsiteX1" fmla="*/ 465697 w 655155"/>
                <a:gd name="connsiteY1" fmla="*/ 230672 h 920709"/>
                <a:gd name="connsiteX2" fmla="*/ 646206 w 655155"/>
                <a:gd name="connsiteY2" fmla="*/ 563128 h 920709"/>
                <a:gd name="connsiteX3" fmla="*/ 140226 w 655155"/>
                <a:gd name="connsiteY3" fmla="*/ 920709 h 920709"/>
                <a:gd name="connsiteX4" fmla="*/ 43497 w 655155"/>
                <a:gd name="connsiteY4" fmla="*/ 589635 h 920709"/>
                <a:gd name="connsiteX5" fmla="*/ 150226 w 655155"/>
                <a:gd name="connsiteY5" fmla="*/ 254787 h 920709"/>
                <a:gd name="connsiteX0" fmla="*/ 181425 w 686354"/>
                <a:gd name="connsiteY0" fmla="*/ 254787 h 920709"/>
                <a:gd name="connsiteX1" fmla="*/ 496896 w 686354"/>
                <a:gd name="connsiteY1" fmla="*/ 230672 h 920709"/>
                <a:gd name="connsiteX2" fmla="*/ 677405 w 686354"/>
                <a:gd name="connsiteY2" fmla="*/ 563128 h 920709"/>
                <a:gd name="connsiteX3" fmla="*/ 171425 w 686354"/>
                <a:gd name="connsiteY3" fmla="*/ 920709 h 920709"/>
                <a:gd name="connsiteX4" fmla="*/ 74696 w 686354"/>
                <a:gd name="connsiteY4" fmla="*/ 589635 h 920709"/>
                <a:gd name="connsiteX5" fmla="*/ 181425 w 686354"/>
                <a:gd name="connsiteY5" fmla="*/ 254787 h 920709"/>
                <a:gd name="connsiteX0" fmla="*/ 181425 w 686973"/>
                <a:gd name="connsiteY0" fmla="*/ 254787 h 920709"/>
                <a:gd name="connsiteX1" fmla="*/ 496896 w 686973"/>
                <a:gd name="connsiteY1" fmla="*/ 230672 h 920709"/>
                <a:gd name="connsiteX2" fmla="*/ 677405 w 686973"/>
                <a:gd name="connsiteY2" fmla="*/ 563128 h 920709"/>
                <a:gd name="connsiteX3" fmla="*/ 206214 w 686973"/>
                <a:gd name="connsiteY3" fmla="*/ 920709 h 920709"/>
                <a:gd name="connsiteX4" fmla="*/ 74696 w 686973"/>
                <a:gd name="connsiteY4" fmla="*/ 589635 h 920709"/>
                <a:gd name="connsiteX5" fmla="*/ 181425 w 686973"/>
                <a:gd name="connsiteY5" fmla="*/ 254787 h 920709"/>
                <a:gd name="connsiteX0" fmla="*/ 181425 w 686973"/>
                <a:gd name="connsiteY0" fmla="*/ 254787 h 920709"/>
                <a:gd name="connsiteX1" fmla="*/ 496896 w 686973"/>
                <a:gd name="connsiteY1" fmla="*/ 230672 h 920709"/>
                <a:gd name="connsiteX2" fmla="*/ 677405 w 686973"/>
                <a:gd name="connsiteY2" fmla="*/ 563128 h 920709"/>
                <a:gd name="connsiteX3" fmla="*/ 206214 w 686973"/>
                <a:gd name="connsiteY3" fmla="*/ 920709 h 920709"/>
                <a:gd name="connsiteX4" fmla="*/ 74696 w 686973"/>
                <a:gd name="connsiteY4" fmla="*/ 589635 h 920709"/>
                <a:gd name="connsiteX5" fmla="*/ 181425 w 686973"/>
                <a:gd name="connsiteY5" fmla="*/ 254787 h 920709"/>
                <a:gd name="connsiteX0" fmla="*/ 181425 w 688815"/>
                <a:gd name="connsiteY0" fmla="*/ 250210 h 916132"/>
                <a:gd name="connsiteX1" fmla="*/ 562125 w 688815"/>
                <a:gd name="connsiteY1" fmla="*/ 234792 h 916132"/>
                <a:gd name="connsiteX2" fmla="*/ 677405 w 688815"/>
                <a:gd name="connsiteY2" fmla="*/ 558551 h 916132"/>
                <a:gd name="connsiteX3" fmla="*/ 206214 w 688815"/>
                <a:gd name="connsiteY3" fmla="*/ 916132 h 916132"/>
                <a:gd name="connsiteX4" fmla="*/ 74696 w 688815"/>
                <a:gd name="connsiteY4" fmla="*/ 585058 h 916132"/>
                <a:gd name="connsiteX5" fmla="*/ 181425 w 688815"/>
                <a:gd name="connsiteY5" fmla="*/ 250210 h 916132"/>
                <a:gd name="connsiteX0" fmla="*/ 181425 w 688815"/>
                <a:gd name="connsiteY0" fmla="*/ 184263 h 850185"/>
                <a:gd name="connsiteX1" fmla="*/ 562125 w 688815"/>
                <a:gd name="connsiteY1" fmla="*/ 168845 h 850185"/>
                <a:gd name="connsiteX2" fmla="*/ 677405 w 688815"/>
                <a:gd name="connsiteY2" fmla="*/ 492604 h 850185"/>
                <a:gd name="connsiteX3" fmla="*/ 206214 w 688815"/>
                <a:gd name="connsiteY3" fmla="*/ 850185 h 850185"/>
                <a:gd name="connsiteX4" fmla="*/ 74696 w 688815"/>
                <a:gd name="connsiteY4" fmla="*/ 519111 h 850185"/>
                <a:gd name="connsiteX5" fmla="*/ 181425 w 688815"/>
                <a:gd name="connsiteY5" fmla="*/ 184263 h 850185"/>
                <a:gd name="connsiteX0" fmla="*/ 181425 w 688815"/>
                <a:gd name="connsiteY0" fmla="*/ 161602 h 827524"/>
                <a:gd name="connsiteX1" fmla="*/ 562125 w 688815"/>
                <a:gd name="connsiteY1" fmla="*/ 146184 h 827524"/>
                <a:gd name="connsiteX2" fmla="*/ 677405 w 688815"/>
                <a:gd name="connsiteY2" fmla="*/ 469943 h 827524"/>
                <a:gd name="connsiteX3" fmla="*/ 206214 w 688815"/>
                <a:gd name="connsiteY3" fmla="*/ 827524 h 827524"/>
                <a:gd name="connsiteX4" fmla="*/ 74696 w 688815"/>
                <a:gd name="connsiteY4" fmla="*/ 496450 h 827524"/>
                <a:gd name="connsiteX5" fmla="*/ 181425 w 688815"/>
                <a:gd name="connsiteY5" fmla="*/ 161602 h 827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88815" h="827524">
                  <a:moveTo>
                    <a:pt x="181425" y="161602"/>
                  </a:moveTo>
                  <a:cubicBezTo>
                    <a:pt x="364671" y="-158581"/>
                    <a:pt x="580556" y="85480"/>
                    <a:pt x="562125" y="146184"/>
                  </a:cubicBezTo>
                  <a:cubicBezTo>
                    <a:pt x="739215" y="222180"/>
                    <a:pt x="679659" y="285968"/>
                    <a:pt x="677405" y="469943"/>
                  </a:cubicBezTo>
                  <a:cubicBezTo>
                    <a:pt x="757279" y="770944"/>
                    <a:pt x="313924" y="780847"/>
                    <a:pt x="206214" y="827524"/>
                  </a:cubicBezTo>
                  <a:cubicBezTo>
                    <a:pt x="130405" y="792080"/>
                    <a:pt x="144056" y="670491"/>
                    <a:pt x="74696" y="496450"/>
                  </a:cubicBezTo>
                  <a:cubicBezTo>
                    <a:pt x="988" y="465911"/>
                    <a:pt x="-86077" y="129384"/>
                    <a:pt x="181425" y="161602"/>
                  </a:cubicBezTo>
                  <a:close/>
                </a:path>
              </a:pathLst>
            </a:custGeom>
            <a:solidFill>
              <a:srgbClr val="769324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69381E7-2BDF-CE28-FD6F-369E474C98C4}"/>
                </a:ext>
              </a:extLst>
            </p:cNvPr>
            <p:cNvSpPr/>
            <p:nvPr/>
          </p:nvSpPr>
          <p:spPr>
            <a:xfrm rot="1727514" flipH="1">
              <a:off x="5706151" y="740403"/>
              <a:ext cx="1564010" cy="2660935"/>
            </a:xfrm>
            <a:custGeom>
              <a:avLst/>
              <a:gdLst>
                <a:gd name="connsiteX0" fmla="*/ 0 w 457200"/>
                <a:gd name="connsiteY0" fmla="*/ 0 h 736600"/>
                <a:gd name="connsiteX1" fmla="*/ 457200 w 457200"/>
                <a:gd name="connsiteY1" fmla="*/ 0 h 736600"/>
                <a:gd name="connsiteX2" fmla="*/ 457200 w 457200"/>
                <a:gd name="connsiteY2" fmla="*/ 736600 h 736600"/>
                <a:gd name="connsiteX3" fmla="*/ 0 w 457200"/>
                <a:gd name="connsiteY3" fmla="*/ 736600 h 736600"/>
                <a:gd name="connsiteX4" fmla="*/ 0 w 457200"/>
                <a:gd name="connsiteY4" fmla="*/ 0 h 736600"/>
                <a:gd name="connsiteX0" fmla="*/ 12700 w 457200"/>
                <a:gd name="connsiteY0" fmla="*/ 0 h 800100"/>
                <a:gd name="connsiteX1" fmla="*/ 457200 w 457200"/>
                <a:gd name="connsiteY1" fmla="*/ 63500 h 800100"/>
                <a:gd name="connsiteX2" fmla="*/ 457200 w 457200"/>
                <a:gd name="connsiteY2" fmla="*/ 800100 h 800100"/>
                <a:gd name="connsiteX3" fmla="*/ 0 w 457200"/>
                <a:gd name="connsiteY3" fmla="*/ 800100 h 800100"/>
                <a:gd name="connsiteX4" fmla="*/ 12700 w 457200"/>
                <a:gd name="connsiteY4" fmla="*/ 0 h 800100"/>
                <a:gd name="connsiteX0" fmla="*/ 12700 w 584200"/>
                <a:gd name="connsiteY0" fmla="*/ 50800 h 850900"/>
                <a:gd name="connsiteX1" fmla="*/ 584200 w 584200"/>
                <a:gd name="connsiteY1" fmla="*/ 0 h 850900"/>
                <a:gd name="connsiteX2" fmla="*/ 457200 w 584200"/>
                <a:gd name="connsiteY2" fmla="*/ 850900 h 850900"/>
                <a:gd name="connsiteX3" fmla="*/ 0 w 584200"/>
                <a:gd name="connsiteY3" fmla="*/ 850900 h 850900"/>
                <a:gd name="connsiteX4" fmla="*/ 12700 w 584200"/>
                <a:gd name="connsiteY4" fmla="*/ 50800 h 850900"/>
                <a:gd name="connsiteX0" fmla="*/ 12700 w 649686"/>
                <a:gd name="connsiteY0" fmla="*/ 50800 h 850900"/>
                <a:gd name="connsiteX1" fmla="*/ 584200 w 649686"/>
                <a:gd name="connsiteY1" fmla="*/ 0 h 850900"/>
                <a:gd name="connsiteX2" fmla="*/ 647700 w 649686"/>
                <a:gd name="connsiteY2" fmla="*/ 444500 h 850900"/>
                <a:gd name="connsiteX3" fmla="*/ 457200 w 649686"/>
                <a:gd name="connsiteY3" fmla="*/ 850900 h 850900"/>
                <a:gd name="connsiteX4" fmla="*/ 0 w 649686"/>
                <a:gd name="connsiteY4" fmla="*/ 850900 h 850900"/>
                <a:gd name="connsiteX5" fmla="*/ 12700 w 649686"/>
                <a:gd name="connsiteY5" fmla="*/ 50800 h 850900"/>
                <a:gd name="connsiteX0" fmla="*/ 12700 w 649686"/>
                <a:gd name="connsiteY0" fmla="*/ 50800 h 965200"/>
                <a:gd name="connsiteX1" fmla="*/ 584200 w 649686"/>
                <a:gd name="connsiteY1" fmla="*/ 0 h 965200"/>
                <a:gd name="connsiteX2" fmla="*/ 647700 w 649686"/>
                <a:gd name="connsiteY2" fmla="*/ 444500 h 965200"/>
                <a:gd name="connsiteX3" fmla="*/ 152400 w 649686"/>
                <a:gd name="connsiteY3" fmla="*/ 965200 h 965200"/>
                <a:gd name="connsiteX4" fmla="*/ 0 w 649686"/>
                <a:gd name="connsiteY4" fmla="*/ 850900 h 965200"/>
                <a:gd name="connsiteX5" fmla="*/ 12700 w 649686"/>
                <a:gd name="connsiteY5" fmla="*/ 50800 h 965200"/>
                <a:gd name="connsiteX0" fmla="*/ 254000 w 890986"/>
                <a:gd name="connsiteY0" fmla="*/ 50800 h 965200"/>
                <a:gd name="connsiteX1" fmla="*/ 825500 w 890986"/>
                <a:gd name="connsiteY1" fmla="*/ 0 h 965200"/>
                <a:gd name="connsiteX2" fmla="*/ 889000 w 890986"/>
                <a:gd name="connsiteY2" fmla="*/ 444500 h 965200"/>
                <a:gd name="connsiteX3" fmla="*/ 393700 w 890986"/>
                <a:gd name="connsiteY3" fmla="*/ 965200 h 965200"/>
                <a:gd name="connsiteX4" fmla="*/ 0 w 890986"/>
                <a:gd name="connsiteY4" fmla="*/ 355600 h 965200"/>
                <a:gd name="connsiteX5" fmla="*/ 254000 w 890986"/>
                <a:gd name="connsiteY5" fmla="*/ 50800 h 965200"/>
                <a:gd name="connsiteX0" fmla="*/ 418310 w 1055296"/>
                <a:gd name="connsiteY0" fmla="*/ 50800 h 965200"/>
                <a:gd name="connsiteX1" fmla="*/ 989810 w 1055296"/>
                <a:gd name="connsiteY1" fmla="*/ 0 h 965200"/>
                <a:gd name="connsiteX2" fmla="*/ 1053310 w 1055296"/>
                <a:gd name="connsiteY2" fmla="*/ 444500 h 965200"/>
                <a:gd name="connsiteX3" fmla="*/ 558010 w 1055296"/>
                <a:gd name="connsiteY3" fmla="*/ 965200 h 965200"/>
                <a:gd name="connsiteX4" fmla="*/ 164310 w 1055296"/>
                <a:gd name="connsiteY4" fmla="*/ 355600 h 965200"/>
                <a:gd name="connsiteX5" fmla="*/ 418310 w 1055296"/>
                <a:gd name="connsiteY5" fmla="*/ 50800 h 965200"/>
                <a:gd name="connsiteX0" fmla="*/ 418310 w 1055296"/>
                <a:gd name="connsiteY0" fmla="*/ 50800 h 965200"/>
                <a:gd name="connsiteX1" fmla="*/ 989810 w 1055296"/>
                <a:gd name="connsiteY1" fmla="*/ 0 h 965200"/>
                <a:gd name="connsiteX2" fmla="*/ 1053310 w 1055296"/>
                <a:gd name="connsiteY2" fmla="*/ 444500 h 965200"/>
                <a:gd name="connsiteX3" fmla="*/ 558010 w 1055296"/>
                <a:gd name="connsiteY3" fmla="*/ 965200 h 965200"/>
                <a:gd name="connsiteX4" fmla="*/ 164310 w 1055296"/>
                <a:gd name="connsiteY4" fmla="*/ 355600 h 965200"/>
                <a:gd name="connsiteX5" fmla="*/ 418310 w 1055296"/>
                <a:gd name="connsiteY5" fmla="*/ 50800 h 965200"/>
                <a:gd name="connsiteX0" fmla="*/ 418310 w 1055296"/>
                <a:gd name="connsiteY0" fmla="*/ 384085 h 1298485"/>
                <a:gd name="connsiteX1" fmla="*/ 989810 w 1055296"/>
                <a:gd name="connsiteY1" fmla="*/ 333285 h 1298485"/>
                <a:gd name="connsiteX2" fmla="*/ 1053310 w 1055296"/>
                <a:gd name="connsiteY2" fmla="*/ 777785 h 1298485"/>
                <a:gd name="connsiteX3" fmla="*/ 558010 w 1055296"/>
                <a:gd name="connsiteY3" fmla="*/ 1298485 h 1298485"/>
                <a:gd name="connsiteX4" fmla="*/ 164310 w 1055296"/>
                <a:gd name="connsiteY4" fmla="*/ 688885 h 1298485"/>
                <a:gd name="connsiteX5" fmla="*/ 418310 w 1055296"/>
                <a:gd name="connsiteY5" fmla="*/ 384085 h 1298485"/>
                <a:gd name="connsiteX0" fmla="*/ 418310 w 1055296"/>
                <a:gd name="connsiteY0" fmla="*/ 476485 h 1390885"/>
                <a:gd name="connsiteX1" fmla="*/ 989810 w 1055296"/>
                <a:gd name="connsiteY1" fmla="*/ 425685 h 1390885"/>
                <a:gd name="connsiteX2" fmla="*/ 1053310 w 1055296"/>
                <a:gd name="connsiteY2" fmla="*/ 870185 h 1390885"/>
                <a:gd name="connsiteX3" fmla="*/ 558010 w 1055296"/>
                <a:gd name="connsiteY3" fmla="*/ 1390885 h 1390885"/>
                <a:gd name="connsiteX4" fmla="*/ 164310 w 1055296"/>
                <a:gd name="connsiteY4" fmla="*/ 781285 h 1390885"/>
                <a:gd name="connsiteX5" fmla="*/ 418310 w 1055296"/>
                <a:gd name="connsiteY5" fmla="*/ 476485 h 1390885"/>
                <a:gd name="connsiteX0" fmla="*/ 418310 w 1135940"/>
                <a:gd name="connsiteY0" fmla="*/ 476485 h 1390885"/>
                <a:gd name="connsiteX1" fmla="*/ 989810 w 1135940"/>
                <a:gd name="connsiteY1" fmla="*/ 425685 h 1390885"/>
                <a:gd name="connsiteX2" fmla="*/ 1053310 w 1135940"/>
                <a:gd name="connsiteY2" fmla="*/ 870185 h 1390885"/>
                <a:gd name="connsiteX3" fmla="*/ 558010 w 1135940"/>
                <a:gd name="connsiteY3" fmla="*/ 1390885 h 1390885"/>
                <a:gd name="connsiteX4" fmla="*/ 164310 w 1135940"/>
                <a:gd name="connsiteY4" fmla="*/ 781285 h 1390885"/>
                <a:gd name="connsiteX5" fmla="*/ 418310 w 1135940"/>
                <a:gd name="connsiteY5" fmla="*/ 476485 h 1390885"/>
                <a:gd name="connsiteX0" fmla="*/ 418310 w 1135940"/>
                <a:gd name="connsiteY0" fmla="*/ 476485 h 1390885"/>
                <a:gd name="connsiteX1" fmla="*/ 989810 w 1135940"/>
                <a:gd name="connsiteY1" fmla="*/ 425685 h 1390885"/>
                <a:gd name="connsiteX2" fmla="*/ 1053310 w 1135940"/>
                <a:gd name="connsiteY2" fmla="*/ 870185 h 1390885"/>
                <a:gd name="connsiteX3" fmla="*/ 558010 w 1135940"/>
                <a:gd name="connsiteY3" fmla="*/ 1390885 h 1390885"/>
                <a:gd name="connsiteX4" fmla="*/ 164310 w 1135940"/>
                <a:gd name="connsiteY4" fmla="*/ 781285 h 1390885"/>
                <a:gd name="connsiteX5" fmla="*/ 418310 w 1135940"/>
                <a:gd name="connsiteY5" fmla="*/ 476485 h 1390885"/>
                <a:gd name="connsiteX0" fmla="*/ 401518 w 1119148"/>
                <a:gd name="connsiteY0" fmla="*/ 476485 h 1808452"/>
                <a:gd name="connsiteX1" fmla="*/ 973018 w 1119148"/>
                <a:gd name="connsiteY1" fmla="*/ 425685 h 1808452"/>
                <a:gd name="connsiteX2" fmla="*/ 1036518 w 1119148"/>
                <a:gd name="connsiteY2" fmla="*/ 870185 h 1808452"/>
                <a:gd name="connsiteX3" fmla="*/ 669000 w 1119148"/>
                <a:gd name="connsiteY3" fmla="*/ 1808452 h 1808452"/>
                <a:gd name="connsiteX4" fmla="*/ 147518 w 1119148"/>
                <a:gd name="connsiteY4" fmla="*/ 781285 h 1808452"/>
                <a:gd name="connsiteX5" fmla="*/ 401518 w 1119148"/>
                <a:gd name="connsiteY5" fmla="*/ 476485 h 1808452"/>
                <a:gd name="connsiteX0" fmla="*/ 401518 w 1071059"/>
                <a:gd name="connsiteY0" fmla="*/ 543905 h 1875872"/>
                <a:gd name="connsiteX1" fmla="*/ 881900 w 1071059"/>
                <a:gd name="connsiteY1" fmla="*/ 333865 h 1875872"/>
                <a:gd name="connsiteX2" fmla="*/ 1036518 w 1071059"/>
                <a:gd name="connsiteY2" fmla="*/ 937605 h 1875872"/>
                <a:gd name="connsiteX3" fmla="*/ 669000 w 1071059"/>
                <a:gd name="connsiteY3" fmla="*/ 1875872 h 1875872"/>
                <a:gd name="connsiteX4" fmla="*/ 147518 w 1071059"/>
                <a:gd name="connsiteY4" fmla="*/ 848705 h 1875872"/>
                <a:gd name="connsiteX5" fmla="*/ 401518 w 1071059"/>
                <a:gd name="connsiteY5" fmla="*/ 543905 h 1875872"/>
                <a:gd name="connsiteX0" fmla="*/ 259378 w 1071059"/>
                <a:gd name="connsiteY0" fmla="*/ 521907 h 1902218"/>
                <a:gd name="connsiteX1" fmla="*/ 881900 w 1071059"/>
                <a:gd name="connsiteY1" fmla="*/ 360211 h 1902218"/>
                <a:gd name="connsiteX2" fmla="*/ 1036518 w 1071059"/>
                <a:gd name="connsiteY2" fmla="*/ 963951 h 1902218"/>
                <a:gd name="connsiteX3" fmla="*/ 669000 w 1071059"/>
                <a:gd name="connsiteY3" fmla="*/ 1902218 h 1902218"/>
                <a:gd name="connsiteX4" fmla="*/ 147518 w 1071059"/>
                <a:gd name="connsiteY4" fmla="*/ 875051 h 1902218"/>
                <a:gd name="connsiteX5" fmla="*/ 259378 w 1071059"/>
                <a:gd name="connsiteY5" fmla="*/ 521907 h 1902218"/>
                <a:gd name="connsiteX0" fmla="*/ 259378 w 1071059"/>
                <a:gd name="connsiteY0" fmla="*/ 441940 h 1822251"/>
                <a:gd name="connsiteX1" fmla="*/ 881900 w 1071059"/>
                <a:gd name="connsiteY1" fmla="*/ 280244 h 1822251"/>
                <a:gd name="connsiteX2" fmla="*/ 1036518 w 1071059"/>
                <a:gd name="connsiteY2" fmla="*/ 883984 h 1822251"/>
                <a:gd name="connsiteX3" fmla="*/ 669000 w 1071059"/>
                <a:gd name="connsiteY3" fmla="*/ 1822251 h 1822251"/>
                <a:gd name="connsiteX4" fmla="*/ 147518 w 1071059"/>
                <a:gd name="connsiteY4" fmla="*/ 795084 h 1822251"/>
                <a:gd name="connsiteX5" fmla="*/ 259378 w 1071059"/>
                <a:gd name="connsiteY5" fmla="*/ 441940 h 1822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71059" h="1822251">
                  <a:moveTo>
                    <a:pt x="259378" y="441940"/>
                  </a:moveTo>
                  <a:cubicBezTo>
                    <a:pt x="549225" y="-194963"/>
                    <a:pt x="843800" y="-45723"/>
                    <a:pt x="881900" y="280244"/>
                  </a:cubicBezTo>
                  <a:cubicBezTo>
                    <a:pt x="1157067" y="470744"/>
                    <a:pt x="1053451" y="744284"/>
                    <a:pt x="1036518" y="883984"/>
                  </a:cubicBezTo>
                  <a:cubicBezTo>
                    <a:pt x="871418" y="1057551"/>
                    <a:pt x="1405600" y="1623284"/>
                    <a:pt x="669000" y="1822251"/>
                  </a:cubicBezTo>
                  <a:cubicBezTo>
                    <a:pt x="537767" y="1619051"/>
                    <a:pt x="-343549" y="922084"/>
                    <a:pt x="147518" y="795084"/>
                  </a:cubicBezTo>
                  <a:cubicBezTo>
                    <a:pt x="-9115" y="299784"/>
                    <a:pt x="174711" y="543540"/>
                    <a:pt x="259378" y="441940"/>
                  </a:cubicBezTo>
                  <a:close/>
                </a:path>
              </a:pathLst>
            </a:custGeom>
            <a:solidFill>
              <a:srgbClr val="769324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AC606C55-622B-B59B-1187-F9E8469BB518}"/>
                </a:ext>
              </a:extLst>
            </p:cNvPr>
            <p:cNvSpPr/>
            <p:nvPr/>
          </p:nvSpPr>
          <p:spPr>
            <a:xfrm rot="2739502">
              <a:off x="6457423" y="1354394"/>
              <a:ext cx="1381527" cy="2660935"/>
            </a:xfrm>
            <a:custGeom>
              <a:avLst/>
              <a:gdLst>
                <a:gd name="connsiteX0" fmla="*/ 0 w 457200"/>
                <a:gd name="connsiteY0" fmla="*/ 0 h 736600"/>
                <a:gd name="connsiteX1" fmla="*/ 457200 w 457200"/>
                <a:gd name="connsiteY1" fmla="*/ 0 h 736600"/>
                <a:gd name="connsiteX2" fmla="*/ 457200 w 457200"/>
                <a:gd name="connsiteY2" fmla="*/ 736600 h 736600"/>
                <a:gd name="connsiteX3" fmla="*/ 0 w 457200"/>
                <a:gd name="connsiteY3" fmla="*/ 736600 h 736600"/>
                <a:gd name="connsiteX4" fmla="*/ 0 w 457200"/>
                <a:gd name="connsiteY4" fmla="*/ 0 h 736600"/>
                <a:gd name="connsiteX0" fmla="*/ 12700 w 457200"/>
                <a:gd name="connsiteY0" fmla="*/ 0 h 800100"/>
                <a:gd name="connsiteX1" fmla="*/ 457200 w 457200"/>
                <a:gd name="connsiteY1" fmla="*/ 63500 h 800100"/>
                <a:gd name="connsiteX2" fmla="*/ 457200 w 457200"/>
                <a:gd name="connsiteY2" fmla="*/ 800100 h 800100"/>
                <a:gd name="connsiteX3" fmla="*/ 0 w 457200"/>
                <a:gd name="connsiteY3" fmla="*/ 800100 h 800100"/>
                <a:gd name="connsiteX4" fmla="*/ 12700 w 457200"/>
                <a:gd name="connsiteY4" fmla="*/ 0 h 800100"/>
                <a:gd name="connsiteX0" fmla="*/ 12700 w 584200"/>
                <a:gd name="connsiteY0" fmla="*/ 50800 h 850900"/>
                <a:gd name="connsiteX1" fmla="*/ 584200 w 584200"/>
                <a:gd name="connsiteY1" fmla="*/ 0 h 850900"/>
                <a:gd name="connsiteX2" fmla="*/ 457200 w 584200"/>
                <a:gd name="connsiteY2" fmla="*/ 850900 h 850900"/>
                <a:gd name="connsiteX3" fmla="*/ 0 w 584200"/>
                <a:gd name="connsiteY3" fmla="*/ 850900 h 850900"/>
                <a:gd name="connsiteX4" fmla="*/ 12700 w 584200"/>
                <a:gd name="connsiteY4" fmla="*/ 50800 h 850900"/>
                <a:gd name="connsiteX0" fmla="*/ 12700 w 649686"/>
                <a:gd name="connsiteY0" fmla="*/ 50800 h 850900"/>
                <a:gd name="connsiteX1" fmla="*/ 584200 w 649686"/>
                <a:gd name="connsiteY1" fmla="*/ 0 h 850900"/>
                <a:gd name="connsiteX2" fmla="*/ 647700 w 649686"/>
                <a:gd name="connsiteY2" fmla="*/ 444500 h 850900"/>
                <a:gd name="connsiteX3" fmla="*/ 457200 w 649686"/>
                <a:gd name="connsiteY3" fmla="*/ 850900 h 850900"/>
                <a:gd name="connsiteX4" fmla="*/ 0 w 649686"/>
                <a:gd name="connsiteY4" fmla="*/ 850900 h 850900"/>
                <a:gd name="connsiteX5" fmla="*/ 12700 w 649686"/>
                <a:gd name="connsiteY5" fmla="*/ 50800 h 850900"/>
                <a:gd name="connsiteX0" fmla="*/ 12700 w 649686"/>
                <a:gd name="connsiteY0" fmla="*/ 50800 h 965200"/>
                <a:gd name="connsiteX1" fmla="*/ 584200 w 649686"/>
                <a:gd name="connsiteY1" fmla="*/ 0 h 965200"/>
                <a:gd name="connsiteX2" fmla="*/ 647700 w 649686"/>
                <a:gd name="connsiteY2" fmla="*/ 444500 h 965200"/>
                <a:gd name="connsiteX3" fmla="*/ 152400 w 649686"/>
                <a:gd name="connsiteY3" fmla="*/ 965200 h 965200"/>
                <a:gd name="connsiteX4" fmla="*/ 0 w 649686"/>
                <a:gd name="connsiteY4" fmla="*/ 850900 h 965200"/>
                <a:gd name="connsiteX5" fmla="*/ 12700 w 649686"/>
                <a:gd name="connsiteY5" fmla="*/ 50800 h 965200"/>
                <a:gd name="connsiteX0" fmla="*/ 254000 w 890986"/>
                <a:gd name="connsiteY0" fmla="*/ 50800 h 965200"/>
                <a:gd name="connsiteX1" fmla="*/ 825500 w 890986"/>
                <a:gd name="connsiteY1" fmla="*/ 0 h 965200"/>
                <a:gd name="connsiteX2" fmla="*/ 889000 w 890986"/>
                <a:gd name="connsiteY2" fmla="*/ 444500 h 965200"/>
                <a:gd name="connsiteX3" fmla="*/ 393700 w 890986"/>
                <a:gd name="connsiteY3" fmla="*/ 965200 h 965200"/>
                <a:gd name="connsiteX4" fmla="*/ 0 w 890986"/>
                <a:gd name="connsiteY4" fmla="*/ 355600 h 965200"/>
                <a:gd name="connsiteX5" fmla="*/ 254000 w 890986"/>
                <a:gd name="connsiteY5" fmla="*/ 50800 h 965200"/>
                <a:gd name="connsiteX0" fmla="*/ 418310 w 1055296"/>
                <a:gd name="connsiteY0" fmla="*/ 50800 h 965200"/>
                <a:gd name="connsiteX1" fmla="*/ 989810 w 1055296"/>
                <a:gd name="connsiteY1" fmla="*/ 0 h 965200"/>
                <a:gd name="connsiteX2" fmla="*/ 1053310 w 1055296"/>
                <a:gd name="connsiteY2" fmla="*/ 444500 h 965200"/>
                <a:gd name="connsiteX3" fmla="*/ 558010 w 1055296"/>
                <a:gd name="connsiteY3" fmla="*/ 965200 h 965200"/>
                <a:gd name="connsiteX4" fmla="*/ 164310 w 1055296"/>
                <a:gd name="connsiteY4" fmla="*/ 355600 h 965200"/>
                <a:gd name="connsiteX5" fmla="*/ 418310 w 1055296"/>
                <a:gd name="connsiteY5" fmla="*/ 50800 h 965200"/>
                <a:gd name="connsiteX0" fmla="*/ 418310 w 1055296"/>
                <a:gd name="connsiteY0" fmla="*/ 50800 h 965200"/>
                <a:gd name="connsiteX1" fmla="*/ 989810 w 1055296"/>
                <a:gd name="connsiteY1" fmla="*/ 0 h 965200"/>
                <a:gd name="connsiteX2" fmla="*/ 1053310 w 1055296"/>
                <a:gd name="connsiteY2" fmla="*/ 444500 h 965200"/>
                <a:gd name="connsiteX3" fmla="*/ 558010 w 1055296"/>
                <a:gd name="connsiteY3" fmla="*/ 965200 h 965200"/>
                <a:gd name="connsiteX4" fmla="*/ 164310 w 1055296"/>
                <a:gd name="connsiteY4" fmla="*/ 355600 h 965200"/>
                <a:gd name="connsiteX5" fmla="*/ 418310 w 1055296"/>
                <a:gd name="connsiteY5" fmla="*/ 50800 h 965200"/>
                <a:gd name="connsiteX0" fmla="*/ 418310 w 1055296"/>
                <a:gd name="connsiteY0" fmla="*/ 384085 h 1298485"/>
                <a:gd name="connsiteX1" fmla="*/ 989810 w 1055296"/>
                <a:gd name="connsiteY1" fmla="*/ 333285 h 1298485"/>
                <a:gd name="connsiteX2" fmla="*/ 1053310 w 1055296"/>
                <a:gd name="connsiteY2" fmla="*/ 777785 h 1298485"/>
                <a:gd name="connsiteX3" fmla="*/ 558010 w 1055296"/>
                <a:gd name="connsiteY3" fmla="*/ 1298485 h 1298485"/>
                <a:gd name="connsiteX4" fmla="*/ 164310 w 1055296"/>
                <a:gd name="connsiteY4" fmla="*/ 688885 h 1298485"/>
                <a:gd name="connsiteX5" fmla="*/ 418310 w 1055296"/>
                <a:gd name="connsiteY5" fmla="*/ 384085 h 1298485"/>
                <a:gd name="connsiteX0" fmla="*/ 418310 w 1055296"/>
                <a:gd name="connsiteY0" fmla="*/ 476485 h 1390885"/>
                <a:gd name="connsiteX1" fmla="*/ 989810 w 1055296"/>
                <a:gd name="connsiteY1" fmla="*/ 425685 h 1390885"/>
                <a:gd name="connsiteX2" fmla="*/ 1053310 w 1055296"/>
                <a:gd name="connsiteY2" fmla="*/ 870185 h 1390885"/>
                <a:gd name="connsiteX3" fmla="*/ 558010 w 1055296"/>
                <a:gd name="connsiteY3" fmla="*/ 1390885 h 1390885"/>
                <a:gd name="connsiteX4" fmla="*/ 164310 w 1055296"/>
                <a:gd name="connsiteY4" fmla="*/ 781285 h 1390885"/>
                <a:gd name="connsiteX5" fmla="*/ 418310 w 1055296"/>
                <a:gd name="connsiteY5" fmla="*/ 476485 h 1390885"/>
                <a:gd name="connsiteX0" fmla="*/ 418310 w 1135940"/>
                <a:gd name="connsiteY0" fmla="*/ 476485 h 1390885"/>
                <a:gd name="connsiteX1" fmla="*/ 989810 w 1135940"/>
                <a:gd name="connsiteY1" fmla="*/ 425685 h 1390885"/>
                <a:gd name="connsiteX2" fmla="*/ 1053310 w 1135940"/>
                <a:gd name="connsiteY2" fmla="*/ 870185 h 1390885"/>
                <a:gd name="connsiteX3" fmla="*/ 558010 w 1135940"/>
                <a:gd name="connsiteY3" fmla="*/ 1390885 h 1390885"/>
                <a:gd name="connsiteX4" fmla="*/ 164310 w 1135940"/>
                <a:gd name="connsiteY4" fmla="*/ 781285 h 1390885"/>
                <a:gd name="connsiteX5" fmla="*/ 418310 w 1135940"/>
                <a:gd name="connsiteY5" fmla="*/ 476485 h 1390885"/>
                <a:gd name="connsiteX0" fmla="*/ 418310 w 1135940"/>
                <a:gd name="connsiteY0" fmla="*/ 476485 h 1390885"/>
                <a:gd name="connsiteX1" fmla="*/ 989810 w 1135940"/>
                <a:gd name="connsiteY1" fmla="*/ 425685 h 1390885"/>
                <a:gd name="connsiteX2" fmla="*/ 1053310 w 1135940"/>
                <a:gd name="connsiteY2" fmla="*/ 870185 h 1390885"/>
                <a:gd name="connsiteX3" fmla="*/ 558010 w 1135940"/>
                <a:gd name="connsiteY3" fmla="*/ 1390885 h 1390885"/>
                <a:gd name="connsiteX4" fmla="*/ 164310 w 1135940"/>
                <a:gd name="connsiteY4" fmla="*/ 781285 h 1390885"/>
                <a:gd name="connsiteX5" fmla="*/ 418310 w 1135940"/>
                <a:gd name="connsiteY5" fmla="*/ 476485 h 1390885"/>
                <a:gd name="connsiteX0" fmla="*/ 401518 w 1119148"/>
                <a:gd name="connsiteY0" fmla="*/ 476485 h 1808452"/>
                <a:gd name="connsiteX1" fmla="*/ 973018 w 1119148"/>
                <a:gd name="connsiteY1" fmla="*/ 425685 h 1808452"/>
                <a:gd name="connsiteX2" fmla="*/ 1036518 w 1119148"/>
                <a:gd name="connsiteY2" fmla="*/ 870185 h 1808452"/>
                <a:gd name="connsiteX3" fmla="*/ 669000 w 1119148"/>
                <a:gd name="connsiteY3" fmla="*/ 1808452 h 1808452"/>
                <a:gd name="connsiteX4" fmla="*/ 147518 w 1119148"/>
                <a:gd name="connsiteY4" fmla="*/ 781285 h 1808452"/>
                <a:gd name="connsiteX5" fmla="*/ 401518 w 1119148"/>
                <a:gd name="connsiteY5" fmla="*/ 476485 h 1808452"/>
                <a:gd name="connsiteX0" fmla="*/ 401518 w 1071059"/>
                <a:gd name="connsiteY0" fmla="*/ 543905 h 1875872"/>
                <a:gd name="connsiteX1" fmla="*/ 881900 w 1071059"/>
                <a:gd name="connsiteY1" fmla="*/ 333865 h 1875872"/>
                <a:gd name="connsiteX2" fmla="*/ 1036518 w 1071059"/>
                <a:gd name="connsiteY2" fmla="*/ 937605 h 1875872"/>
                <a:gd name="connsiteX3" fmla="*/ 669000 w 1071059"/>
                <a:gd name="connsiteY3" fmla="*/ 1875872 h 1875872"/>
                <a:gd name="connsiteX4" fmla="*/ 147518 w 1071059"/>
                <a:gd name="connsiteY4" fmla="*/ 848705 h 1875872"/>
                <a:gd name="connsiteX5" fmla="*/ 401518 w 1071059"/>
                <a:gd name="connsiteY5" fmla="*/ 543905 h 1875872"/>
                <a:gd name="connsiteX0" fmla="*/ 259378 w 1071059"/>
                <a:gd name="connsiteY0" fmla="*/ 521907 h 1902218"/>
                <a:gd name="connsiteX1" fmla="*/ 881900 w 1071059"/>
                <a:gd name="connsiteY1" fmla="*/ 360211 h 1902218"/>
                <a:gd name="connsiteX2" fmla="*/ 1036518 w 1071059"/>
                <a:gd name="connsiteY2" fmla="*/ 963951 h 1902218"/>
                <a:gd name="connsiteX3" fmla="*/ 669000 w 1071059"/>
                <a:gd name="connsiteY3" fmla="*/ 1902218 h 1902218"/>
                <a:gd name="connsiteX4" fmla="*/ 147518 w 1071059"/>
                <a:gd name="connsiteY4" fmla="*/ 875051 h 1902218"/>
                <a:gd name="connsiteX5" fmla="*/ 259378 w 1071059"/>
                <a:gd name="connsiteY5" fmla="*/ 521907 h 1902218"/>
                <a:gd name="connsiteX0" fmla="*/ 259378 w 1071059"/>
                <a:gd name="connsiteY0" fmla="*/ 441940 h 1822251"/>
                <a:gd name="connsiteX1" fmla="*/ 881900 w 1071059"/>
                <a:gd name="connsiteY1" fmla="*/ 280244 h 1822251"/>
                <a:gd name="connsiteX2" fmla="*/ 1036518 w 1071059"/>
                <a:gd name="connsiteY2" fmla="*/ 883984 h 1822251"/>
                <a:gd name="connsiteX3" fmla="*/ 669000 w 1071059"/>
                <a:gd name="connsiteY3" fmla="*/ 1822251 h 1822251"/>
                <a:gd name="connsiteX4" fmla="*/ 147518 w 1071059"/>
                <a:gd name="connsiteY4" fmla="*/ 795084 h 1822251"/>
                <a:gd name="connsiteX5" fmla="*/ 259378 w 1071059"/>
                <a:gd name="connsiteY5" fmla="*/ 441940 h 1822251"/>
                <a:gd name="connsiteX0" fmla="*/ 173007 w 984688"/>
                <a:gd name="connsiteY0" fmla="*/ 441940 h 1822251"/>
                <a:gd name="connsiteX1" fmla="*/ 795529 w 984688"/>
                <a:gd name="connsiteY1" fmla="*/ 280244 h 1822251"/>
                <a:gd name="connsiteX2" fmla="*/ 950147 w 984688"/>
                <a:gd name="connsiteY2" fmla="*/ 883984 h 1822251"/>
                <a:gd name="connsiteX3" fmla="*/ 582629 w 984688"/>
                <a:gd name="connsiteY3" fmla="*/ 1822251 h 1822251"/>
                <a:gd name="connsiteX4" fmla="*/ 61147 w 984688"/>
                <a:gd name="connsiteY4" fmla="*/ 795084 h 1822251"/>
                <a:gd name="connsiteX5" fmla="*/ 173007 w 984688"/>
                <a:gd name="connsiteY5" fmla="*/ 441940 h 1822251"/>
                <a:gd name="connsiteX0" fmla="*/ 134411 w 946092"/>
                <a:gd name="connsiteY0" fmla="*/ 441940 h 1822251"/>
                <a:gd name="connsiteX1" fmla="*/ 756933 w 946092"/>
                <a:gd name="connsiteY1" fmla="*/ 280244 h 1822251"/>
                <a:gd name="connsiteX2" fmla="*/ 911551 w 946092"/>
                <a:gd name="connsiteY2" fmla="*/ 883984 h 1822251"/>
                <a:gd name="connsiteX3" fmla="*/ 544033 w 946092"/>
                <a:gd name="connsiteY3" fmla="*/ 1822251 h 1822251"/>
                <a:gd name="connsiteX4" fmla="*/ 22551 w 946092"/>
                <a:gd name="connsiteY4" fmla="*/ 795084 h 1822251"/>
                <a:gd name="connsiteX5" fmla="*/ 134411 w 946092"/>
                <a:gd name="connsiteY5" fmla="*/ 441940 h 1822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46092" h="1822251">
                  <a:moveTo>
                    <a:pt x="134411" y="441940"/>
                  </a:moveTo>
                  <a:cubicBezTo>
                    <a:pt x="424258" y="-194963"/>
                    <a:pt x="718833" y="-45723"/>
                    <a:pt x="756933" y="280244"/>
                  </a:cubicBezTo>
                  <a:cubicBezTo>
                    <a:pt x="1032100" y="470744"/>
                    <a:pt x="928484" y="744284"/>
                    <a:pt x="911551" y="883984"/>
                  </a:cubicBezTo>
                  <a:cubicBezTo>
                    <a:pt x="746451" y="1057551"/>
                    <a:pt x="1280633" y="1623284"/>
                    <a:pt x="544033" y="1822251"/>
                  </a:cubicBezTo>
                  <a:cubicBezTo>
                    <a:pt x="412800" y="1619051"/>
                    <a:pt x="-114536" y="1142939"/>
                    <a:pt x="22551" y="795084"/>
                  </a:cubicBezTo>
                  <a:cubicBezTo>
                    <a:pt x="-35206" y="340821"/>
                    <a:pt x="49744" y="543540"/>
                    <a:pt x="134411" y="441940"/>
                  </a:cubicBezTo>
                  <a:close/>
                </a:path>
              </a:pathLst>
            </a:custGeom>
            <a:solidFill>
              <a:srgbClr val="769324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BEFA0171-69ED-7486-7379-8C231054565A}"/>
                </a:ext>
              </a:extLst>
            </p:cNvPr>
            <p:cNvSpPr/>
            <p:nvPr/>
          </p:nvSpPr>
          <p:spPr>
            <a:xfrm rot="4495168" flipH="1">
              <a:off x="6572892" y="3103258"/>
              <a:ext cx="981948" cy="1470387"/>
            </a:xfrm>
            <a:custGeom>
              <a:avLst/>
              <a:gdLst>
                <a:gd name="connsiteX0" fmla="*/ 0 w 457200"/>
                <a:gd name="connsiteY0" fmla="*/ 0 h 736600"/>
                <a:gd name="connsiteX1" fmla="*/ 457200 w 457200"/>
                <a:gd name="connsiteY1" fmla="*/ 0 h 736600"/>
                <a:gd name="connsiteX2" fmla="*/ 457200 w 457200"/>
                <a:gd name="connsiteY2" fmla="*/ 736600 h 736600"/>
                <a:gd name="connsiteX3" fmla="*/ 0 w 457200"/>
                <a:gd name="connsiteY3" fmla="*/ 736600 h 736600"/>
                <a:gd name="connsiteX4" fmla="*/ 0 w 457200"/>
                <a:gd name="connsiteY4" fmla="*/ 0 h 736600"/>
                <a:gd name="connsiteX0" fmla="*/ 12700 w 457200"/>
                <a:gd name="connsiteY0" fmla="*/ 0 h 800100"/>
                <a:gd name="connsiteX1" fmla="*/ 457200 w 457200"/>
                <a:gd name="connsiteY1" fmla="*/ 63500 h 800100"/>
                <a:gd name="connsiteX2" fmla="*/ 457200 w 457200"/>
                <a:gd name="connsiteY2" fmla="*/ 800100 h 800100"/>
                <a:gd name="connsiteX3" fmla="*/ 0 w 457200"/>
                <a:gd name="connsiteY3" fmla="*/ 800100 h 800100"/>
                <a:gd name="connsiteX4" fmla="*/ 12700 w 457200"/>
                <a:gd name="connsiteY4" fmla="*/ 0 h 800100"/>
                <a:gd name="connsiteX0" fmla="*/ 12700 w 584200"/>
                <a:gd name="connsiteY0" fmla="*/ 50800 h 850900"/>
                <a:gd name="connsiteX1" fmla="*/ 584200 w 584200"/>
                <a:gd name="connsiteY1" fmla="*/ 0 h 850900"/>
                <a:gd name="connsiteX2" fmla="*/ 457200 w 584200"/>
                <a:gd name="connsiteY2" fmla="*/ 850900 h 850900"/>
                <a:gd name="connsiteX3" fmla="*/ 0 w 584200"/>
                <a:gd name="connsiteY3" fmla="*/ 850900 h 850900"/>
                <a:gd name="connsiteX4" fmla="*/ 12700 w 584200"/>
                <a:gd name="connsiteY4" fmla="*/ 50800 h 850900"/>
                <a:gd name="connsiteX0" fmla="*/ 12700 w 649686"/>
                <a:gd name="connsiteY0" fmla="*/ 50800 h 850900"/>
                <a:gd name="connsiteX1" fmla="*/ 584200 w 649686"/>
                <a:gd name="connsiteY1" fmla="*/ 0 h 850900"/>
                <a:gd name="connsiteX2" fmla="*/ 647700 w 649686"/>
                <a:gd name="connsiteY2" fmla="*/ 444500 h 850900"/>
                <a:gd name="connsiteX3" fmla="*/ 457200 w 649686"/>
                <a:gd name="connsiteY3" fmla="*/ 850900 h 850900"/>
                <a:gd name="connsiteX4" fmla="*/ 0 w 649686"/>
                <a:gd name="connsiteY4" fmla="*/ 850900 h 850900"/>
                <a:gd name="connsiteX5" fmla="*/ 12700 w 649686"/>
                <a:gd name="connsiteY5" fmla="*/ 50800 h 850900"/>
                <a:gd name="connsiteX0" fmla="*/ 12700 w 649686"/>
                <a:gd name="connsiteY0" fmla="*/ 50800 h 965200"/>
                <a:gd name="connsiteX1" fmla="*/ 584200 w 649686"/>
                <a:gd name="connsiteY1" fmla="*/ 0 h 965200"/>
                <a:gd name="connsiteX2" fmla="*/ 647700 w 649686"/>
                <a:gd name="connsiteY2" fmla="*/ 444500 h 965200"/>
                <a:gd name="connsiteX3" fmla="*/ 152400 w 649686"/>
                <a:gd name="connsiteY3" fmla="*/ 965200 h 965200"/>
                <a:gd name="connsiteX4" fmla="*/ 0 w 649686"/>
                <a:gd name="connsiteY4" fmla="*/ 850900 h 965200"/>
                <a:gd name="connsiteX5" fmla="*/ 12700 w 649686"/>
                <a:gd name="connsiteY5" fmla="*/ 50800 h 965200"/>
                <a:gd name="connsiteX0" fmla="*/ 254000 w 890986"/>
                <a:gd name="connsiteY0" fmla="*/ 50800 h 965200"/>
                <a:gd name="connsiteX1" fmla="*/ 825500 w 890986"/>
                <a:gd name="connsiteY1" fmla="*/ 0 h 965200"/>
                <a:gd name="connsiteX2" fmla="*/ 889000 w 890986"/>
                <a:gd name="connsiteY2" fmla="*/ 444500 h 965200"/>
                <a:gd name="connsiteX3" fmla="*/ 393700 w 890986"/>
                <a:gd name="connsiteY3" fmla="*/ 965200 h 965200"/>
                <a:gd name="connsiteX4" fmla="*/ 0 w 890986"/>
                <a:gd name="connsiteY4" fmla="*/ 355600 h 965200"/>
                <a:gd name="connsiteX5" fmla="*/ 254000 w 890986"/>
                <a:gd name="connsiteY5" fmla="*/ 50800 h 965200"/>
                <a:gd name="connsiteX0" fmla="*/ 418310 w 1055296"/>
                <a:gd name="connsiteY0" fmla="*/ 50800 h 965200"/>
                <a:gd name="connsiteX1" fmla="*/ 989810 w 1055296"/>
                <a:gd name="connsiteY1" fmla="*/ 0 h 965200"/>
                <a:gd name="connsiteX2" fmla="*/ 1053310 w 1055296"/>
                <a:gd name="connsiteY2" fmla="*/ 444500 h 965200"/>
                <a:gd name="connsiteX3" fmla="*/ 558010 w 1055296"/>
                <a:gd name="connsiteY3" fmla="*/ 965200 h 965200"/>
                <a:gd name="connsiteX4" fmla="*/ 164310 w 1055296"/>
                <a:gd name="connsiteY4" fmla="*/ 355600 h 965200"/>
                <a:gd name="connsiteX5" fmla="*/ 418310 w 1055296"/>
                <a:gd name="connsiteY5" fmla="*/ 50800 h 965200"/>
                <a:gd name="connsiteX0" fmla="*/ 418310 w 1055296"/>
                <a:gd name="connsiteY0" fmla="*/ 50800 h 965200"/>
                <a:gd name="connsiteX1" fmla="*/ 989810 w 1055296"/>
                <a:gd name="connsiteY1" fmla="*/ 0 h 965200"/>
                <a:gd name="connsiteX2" fmla="*/ 1053310 w 1055296"/>
                <a:gd name="connsiteY2" fmla="*/ 444500 h 965200"/>
                <a:gd name="connsiteX3" fmla="*/ 558010 w 1055296"/>
                <a:gd name="connsiteY3" fmla="*/ 965200 h 965200"/>
                <a:gd name="connsiteX4" fmla="*/ 164310 w 1055296"/>
                <a:gd name="connsiteY4" fmla="*/ 355600 h 965200"/>
                <a:gd name="connsiteX5" fmla="*/ 418310 w 1055296"/>
                <a:gd name="connsiteY5" fmla="*/ 50800 h 965200"/>
                <a:gd name="connsiteX0" fmla="*/ 418310 w 1055296"/>
                <a:gd name="connsiteY0" fmla="*/ 384085 h 1298485"/>
                <a:gd name="connsiteX1" fmla="*/ 989810 w 1055296"/>
                <a:gd name="connsiteY1" fmla="*/ 333285 h 1298485"/>
                <a:gd name="connsiteX2" fmla="*/ 1053310 w 1055296"/>
                <a:gd name="connsiteY2" fmla="*/ 777785 h 1298485"/>
                <a:gd name="connsiteX3" fmla="*/ 558010 w 1055296"/>
                <a:gd name="connsiteY3" fmla="*/ 1298485 h 1298485"/>
                <a:gd name="connsiteX4" fmla="*/ 164310 w 1055296"/>
                <a:gd name="connsiteY4" fmla="*/ 688885 h 1298485"/>
                <a:gd name="connsiteX5" fmla="*/ 418310 w 1055296"/>
                <a:gd name="connsiteY5" fmla="*/ 384085 h 1298485"/>
                <a:gd name="connsiteX0" fmla="*/ 418310 w 1055296"/>
                <a:gd name="connsiteY0" fmla="*/ 476485 h 1390885"/>
                <a:gd name="connsiteX1" fmla="*/ 989810 w 1055296"/>
                <a:gd name="connsiteY1" fmla="*/ 425685 h 1390885"/>
                <a:gd name="connsiteX2" fmla="*/ 1053310 w 1055296"/>
                <a:gd name="connsiteY2" fmla="*/ 870185 h 1390885"/>
                <a:gd name="connsiteX3" fmla="*/ 558010 w 1055296"/>
                <a:gd name="connsiteY3" fmla="*/ 1390885 h 1390885"/>
                <a:gd name="connsiteX4" fmla="*/ 164310 w 1055296"/>
                <a:gd name="connsiteY4" fmla="*/ 781285 h 1390885"/>
                <a:gd name="connsiteX5" fmla="*/ 418310 w 1055296"/>
                <a:gd name="connsiteY5" fmla="*/ 476485 h 1390885"/>
                <a:gd name="connsiteX0" fmla="*/ 418310 w 1135940"/>
                <a:gd name="connsiteY0" fmla="*/ 476485 h 1390885"/>
                <a:gd name="connsiteX1" fmla="*/ 989810 w 1135940"/>
                <a:gd name="connsiteY1" fmla="*/ 425685 h 1390885"/>
                <a:gd name="connsiteX2" fmla="*/ 1053310 w 1135940"/>
                <a:gd name="connsiteY2" fmla="*/ 870185 h 1390885"/>
                <a:gd name="connsiteX3" fmla="*/ 558010 w 1135940"/>
                <a:gd name="connsiteY3" fmla="*/ 1390885 h 1390885"/>
                <a:gd name="connsiteX4" fmla="*/ 164310 w 1135940"/>
                <a:gd name="connsiteY4" fmla="*/ 781285 h 1390885"/>
                <a:gd name="connsiteX5" fmla="*/ 418310 w 1135940"/>
                <a:gd name="connsiteY5" fmla="*/ 476485 h 1390885"/>
                <a:gd name="connsiteX0" fmla="*/ 418310 w 1135940"/>
                <a:gd name="connsiteY0" fmla="*/ 476485 h 1390885"/>
                <a:gd name="connsiteX1" fmla="*/ 989810 w 1135940"/>
                <a:gd name="connsiteY1" fmla="*/ 425685 h 1390885"/>
                <a:gd name="connsiteX2" fmla="*/ 1053310 w 1135940"/>
                <a:gd name="connsiteY2" fmla="*/ 870185 h 1390885"/>
                <a:gd name="connsiteX3" fmla="*/ 558010 w 1135940"/>
                <a:gd name="connsiteY3" fmla="*/ 1390885 h 1390885"/>
                <a:gd name="connsiteX4" fmla="*/ 164310 w 1135940"/>
                <a:gd name="connsiteY4" fmla="*/ 781285 h 1390885"/>
                <a:gd name="connsiteX5" fmla="*/ 418310 w 1135940"/>
                <a:gd name="connsiteY5" fmla="*/ 476485 h 1390885"/>
                <a:gd name="connsiteX0" fmla="*/ 401518 w 1119148"/>
                <a:gd name="connsiteY0" fmla="*/ 476485 h 1808452"/>
                <a:gd name="connsiteX1" fmla="*/ 973018 w 1119148"/>
                <a:gd name="connsiteY1" fmla="*/ 425685 h 1808452"/>
                <a:gd name="connsiteX2" fmla="*/ 1036518 w 1119148"/>
                <a:gd name="connsiteY2" fmla="*/ 870185 h 1808452"/>
                <a:gd name="connsiteX3" fmla="*/ 669000 w 1119148"/>
                <a:gd name="connsiteY3" fmla="*/ 1808452 h 1808452"/>
                <a:gd name="connsiteX4" fmla="*/ 147518 w 1119148"/>
                <a:gd name="connsiteY4" fmla="*/ 781285 h 1808452"/>
                <a:gd name="connsiteX5" fmla="*/ 401518 w 1119148"/>
                <a:gd name="connsiteY5" fmla="*/ 476485 h 1808452"/>
                <a:gd name="connsiteX0" fmla="*/ 401518 w 1071059"/>
                <a:gd name="connsiteY0" fmla="*/ 543905 h 1875872"/>
                <a:gd name="connsiteX1" fmla="*/ 881900 w 1071059"/>
                <a:gd name="connsiteY1" fmla="*/ 333865 h 1875872"/>
                <a:gd name="connsiteX2" fmla="*/ 1036518 w 1071059"/>
                <a:gd name="connsiteY2" fmla="*/ 937605 h 1875872"/>
                <a:gd name="connsiteX3" fmla="*/ 669000 w 1071059"/>
                <a:gd name="connsiteY3" fmla="*/ 1875872 h 1875872"/>
                <a:gd name="connsiteX4" fmla="*/ 147518 w 1071059"/>
                <a:gd name="connsiteY4" fmla="*/ 848705 h 1875872"/>
                <a:gd name="connsiteX5" fmla="*/ 401518 w 1071059"/>
                <a:gd name="connsiteY5" fmla="*/ 543905 h 1875872"/>
                <a:gd name="connsiteX0" fmla="*/ 259378 w 1071059"/>
                <a:gd name="connsiteY0" fmla="*/ 521907 h 1902218"/>
                <a:gd name="connsiteX1" fmla="*/ 881900 w 1071059"/>
                <a:gd name="connsiteY1" fmla="*/ 360211 h 1902218"/>
                <a:gd name="connsiteX2" fmla="*/ 1036518 w 1071059"/>
                <a:gd name="connsiteY2" fmla="*/ 963951 h 1902218"/>
                <a:gd name="connsiteX3" fmla="*/ 669000 w 1071059"/>
                <a:gd name="connsiteY3" fmla="*/ 1902218 h 1902218"/>
                <a:gd name="connsiteX4" fmla="*/ 147518 w 1071059"/>
                <a:gd name="connsiteY4" fmla="*/ 875051 h 1902218"/>
                <a:gd name="connsiteX5" fmla="*/ 259378 w 1071059"/>
                <a:gd name="connsiteY5" fmla="*/ 521907 h 1902218"/>
                <a:gd name="connsiteX0" fmla="*/ 259378 w 1071059"/>
                <a:gd name="connsiteY0" fmla="*/ 441940 h 1822251"/>
                <a:gd name="connsiteX1" fmla="*/ 881900 w 1071059"/>
                <a:gd name="connsiteY1" fmla="*/ 280244 h 1822251"/>
                <a:gd name="connsiteX2" fmla="*/ 1036518 w 1071059"/>
                <a:gd name="connsiteY2" fmla="*/ 883984 h 1822251"/>
                <a:gd name="connsiteX3" fmla="*/ 669000 w 1071059"/>
                <a:gd name="connsiteY3" fmla="*/ 1822251 h 1822251"/>
                <a:gd name="connsiteX4" fmla="*/ 147518 w 1071059"/>
                <a:gd name="connsiteY4" fmla="*/ 795084 h 1822251"/>
                <a:gd name="connsiteX5" fmla="*/ 259378 w 1071059"/>
                <a:gd name="connsiteY5" fmla="*/ 441940 h 1822251"/>
                <a:gd name="connsiteX0" fmla="*/ 259378 w 1071059"/>
                <a:gd name="connsiteY0" fmla="*/ 497486 h 1877797"/>
                <a:gd name="connsiteX1" fmla="*/ 795848 w 1071059"/>
                <a:gd name="connsiteY1" fmla="*/ 233916 h 1877797"/>
                <a:gd name="connsiteX2" fmla="*/ 1036518 w 1071059"/>
                <a:gd name="connsiteY2" fmla="*/ 939530 h 1877797"/>
                <a:gd name="connsiteX3" fmla="*/ 669000 w 1071059"/>
                <a:gd name="connsiteY3" fmla="*/ 1877797 h 1877797"/>
                <a:gd name="connsiteX4" fmla="*/ 147518 w 1071059"/>
                <a:gd name="connsiteY4" fmla="*/ 850630 h 1877797"/>
                <a:gd name="connsiteX5" fmla="*/ 259378 w 1071059"/>
                <a:gd name="connsiteY5" fmla="*/ 497486 h 1877797"/>
                <a:gd name="connsiteX0" fmla="*/ 259378 w 1075570"/>
                <a:gd name="connsiteY0" fmla="*/ 497486 h 1877797"/>
                <a:gd name="connsiteX1" fmla="*/ 795848 w 1075570"/>
                <a:gd name="connsiteY1" fmla="*/ 233916 h 1877797"/>
                <a:gd name="connsiteX2" fmla="*/ 1047390 w 1075570"/>
                <a:gd name="connsiteY2" fmla="*/ 435756 h 1877797"/>
                <a:gd name="connsiteX3" fmla="*/ 669000 w 1075570"/>
                <a:gd name="connsiteY3" fmla="*/ 1877797 h 1877797"/>
                <a:gd name="connsiteX4" fmla="*/ 147518 w 1075570"/>
                <a:gd name="connsiteY4" fmla="*/ 850630 h 1877797"/>
                <a:gd name="connsiteX5" fmla="*/ 259378 w 1075570"/>
                <a:gd name="connsiteY5" fmla="*/ 497486 h 1877797"/>
                <a:gd name="connsiteX0" fmla="*/ 243514 w 1155570"/>
                <a:gd name="connsiteY0" fmla="*/ 497486 h 877706"/>
                <a:gd name="connsiteX1" fmla="*/ 779984 w 1155570"/>
                <a:gd name="connsiteY1" fmla="*/ 233916 h 877706"/>
                <a:gd name="connsiteX2" fmla="*/ 1031526 w 1155570"/>
                <a:gd name="connsiteY2" fmla="*/ 435756 h 877706"/>
                <a:gd name="connsiteX3" fmla="*/ 803097 w 1155570"/>
                <a:gd name="connsiteY3" fmla="*/ 808496 h 877706"/>
                <a:gd name="connsiteX4" fmla="*/ 131654 w 1155570"/>
                <a:gd name="connsiteY4" fmla="*/ 850630 h 877706"/>
                <a:gd name="connsiteX5" fmla="*/ 243514 w 1155570"/>
                <a:gd name="connsiteY5" fmla="*/ 497486 h 877706"/>
                <a:gd name="connsiteX0" fmla="*/ 27827 w 939883"/>
                <a:gd name="connsiteY0" fmla="*/ 497486 h 808496"/>
                <a:gd name="connsiteX1" fmla="*/ 564297 w 939883"/>
                <a:gd name="connsiteY1" fmla="*/ 233916 h 808496"/>
                <a:gd name="connsiteX2" fmla="*/ 815839 w 939883"/>
                <a:gd name="connsiteY2" fmla="*/ 435756 h 808496"/>
                <a:gd name="connsiteX3" fmla="*/ 587410 w 939883"/>
                <a:gd name="connsiteY3" fmla="*/ 808496 h 808496"/>
                <a:gd name="connsiteX4" fmla="*/ 220997 w 939883"/>
                <a:gd name="connsiteY4" fmla="*/ 674436 h 808496"/>
                <a:gd name="connsiteX5" fmla="*/ 27827 w 939883"/>
                <a:gd name="connsiteY5" fmla="*/ 497486 h 808496"/>
                <a:gd name="connsiteX0" fmla="*/ 99347 w 887276"/>
                <a:gd name="connsiteY0" fmla="*/ 412502 h 886548"/>
                <a:gd name="connsiteX1" fmla="*/ 511690 w 887276"/>
                <a:gd name="connsiteY1" fmla="*/ 311968 h 886548"/>
                <a:gd name="connsiteX2" fmla="*/ 763232 w 887276"/>
                <a:gd name="connsiteY2" fmla="*/ 513808 h 886548"/>
                <a:gd name="connsiteX3" fmla="*/ 534803 w 887276"/>
                <a:gd name="connsiteY3" fmla="*/ 886548 h 886548"/>
                <a:gd name="connsiteX4" fmla="*/ 168390 w 887276"/>
                <a:gd name="connsiteY4" fmla="*/ 752488 h 886548"/>
                <a:gd name="connsiteX5" fmla="*/ 99347 w 887276"/>
                <a:gd name="connsiteY5" fmla="*/ 412502 h 886548"/>
                <a:gd name="connsiteX0" fmla="*/ 57691 w 845620"/>
                <a:gd name="connsiteY0" fmla="*/ 412502 h 905384"/>
                <a:gd name="connsiteX1" fmla="*/ 470034 w 845620"/>
                <a:gd name="connsiteY1" fmla="*/ 311968 h 905384"/>
                <a:gd name="connsiteX2" fmla="*/ 721576 w 845620"/>
                <a:gd name="connsiteY2" fmla="*/ 513808 h 905384"/>
                <a:gd name="connsiteX3" fmla="*/ 493147 w 845620"/>
                <a:gd name="connsiteY3" fmla="*/ 886548 h 905384"/>
                <a:gd name="connsiteX4" fmla="*/ 126734 w 845620"/>
                <a:gd name="connsiteY4" fmla="*/ 752488 h 905384"/>
                <a:gd name="connsiteX5" fmla="*/ 57691 w 845620"/>
                <a:gd name="connsiteY5" fmla="*/ 412502 h 905384"/>
                <a:gd name="connsiteX0" fmla="*/ 57691 w 845620"/>
                <a:gd name="connsiteY0" fmla="*/ 412502 h 966637"/>
                <a:gd name="connsiteX1" fmla="*/ 470034 w 845620"/>
                <a:gd name="connsiteY1" fmla="*/ 311968 h 966637"/>
                <a:gd name="connsiteX2" fmla="*/ 721576 w 845620"/>
                <a:gd name="connsiteY2" fmla="*/ 513808 h 966637"/>
                <a:gd name="connsiteX3" fmla="*/ 493147 w 845620"/>
                <a:gd name="connsiteY3" fmla="*/ 886548 h 966637"/>
                <a:gd name="connsiteX4" fmla="*/ 126734 w 845620"/>
                <a:gd name="connsiteY4" fmla="*/ 752488 h 966637"/>
                <a:gd name="connsiteX5" fmla="*/ 57691 w 845620"/>
                <a:gd name="connsiteY5" fmla="*/ 412502 h 966637"/>
                <a:gd name="connsiteX0" fmla="*/ 57691 w 845620"/>
                <a:gd name="connsiteY0" fmla="*/ 358234 h 912369"/>
                <a:gd name="connsiteX1" fmla="*/ 470034 w 845620"/>
                <a:gd name="connsiteY1" fmla="*/ 257700 h 912369"/>
                <a:gd name="connsiteX2" fmla="*/ 721576 w 845620"/>
                <a:gd name="connsiteY2" fmla="*/ 459540 h 912369"/>
                <a:gd name="connsiteX3" fmla="*/ 493147 w 845620"/>
                <a:gd name="connsiteY3" fmla="*/ 832280 h 912369"/>
                <a:gd name="connsiteX4" fmla="*/ 126734 w 845620"/>
                <a:gd name="connsiteY4" fmla="*/ 698220 h 912369"/>
                <a:gd name="connsiteX5" fmla="*/ 57691 w 845620"/>
                <a:gd name="connsiteY5" fmla="*/ 358234 h 912369"/>
                <a:gd name="connsiteX0" fmla="*/ 57691 w 845620"/>
                <a:gd name="connsiteY0" fmla="*/ 364631 h 918766"/>
                <a:gd name="connsiteX1" fmla="*/ 436372 w 845620"/>
                <a:gd name="connsiteY1" fmla="*/ 251801 h 918766"/>
                <a:gd name="connsiteX2" fmla="*/ 721576 w 845620"/>
                <a:gd name="connsiteY2" fmla="*/ 465937 h 918766"/>
                <a:gd name="connsiteX3" fmla="*/ 493147 w 845620"/>
                <a:gd name="connsiteY3" fmla="*/ 838677 h 918766"/>
                <a:gd name="connsiteX4" fmla="*/ 126734 w 845620"/>
                <a:gd name="connsiteY4" fmla="*/ 704617 h 918766"/>
                <a:gd name="connsiteX5" fmla="*/ 57691 w 845620"/>
                <a:gd name="connsiteY5" fmla="*/ 364631 h 918766"/>
                <a:gd name="connsiteX0" fmla="*/ 57691 w 845620"/>
                <a:gd name="connsiteY0" fmla="*/ 364631 h 918766"/>
                <a:gd name="connsiteX1" fmla="*/ 436372 w 845620"/>
                <a:gd name="connsiteY1" fmla="*/ 251801 h 918766"/>
                <a:gd name="connsiteX2" fmla="*/ 721576 w 845620"/>
                <a:gd name="connsiteY2" fmla="*/ 465937 h 918766"/>
                <a:gd name="connsiteX3" fmla="*/ 493147 w 845620"/>
                <a:gd name="connsiteY3" fmla="*/ 838677 h 918766"/>
                <a:gd name="connsiteX4" fmla="*/ 126734 w 845620"/>
                <a:gd name="connsiteY4" fmla="*/ 704617 h 918766"/>
                <a:gd name="connsiteX5" fmla="*/ 57691 w 845620"/>
                <a:gd name="connsiteY5" fmla="*/ 364631 h 918766"/>
                <a:gd name="connsiteX0" fmla="*/ 57691 w 845620"/>
                <a:gd name="connsiteY0" fmla="*/ 364631 h 918766"/>
                <a:gd name="connsiteX1" fmla="*/ 436372 w 845620"/>
                <a:gd name="connsiteY1" fmla="*/ 251801 h 918766"/>
                <a:gd name="connsiteX2" fmla="*/ 721576 w 845620"/>
                <a:gd name="connsiteY2" fmla="*/ 465937 h 918766"/>
                <a:gd name="connsiteX3" fmla="*/ 493147 w 845620"/>
                <a:gd name="connsiteY3" fmla="*/ 838677 h 918766"/>
                <a:gd name="connsiteX4" fmla="*/ 126734 w 845620"/>
                <a:gd name="connsiteY4" fmla="*/ 704617 h 918766"/>
                <a:gd name="connsiteX5" fmla="*/ 57691 w 845620"/>
                <a:gd name="connsiteY5" fmla="*/ 364631 h 918766"/>
                <a:gd name="connsiteX0" fmla="*/ 57691 w 917627"/>
                <a:gd name="connsiteY0" fmla="*/ 364631 h 918766"/>
                <a:gd name="connsiteX1" fmla="*/ 436372 w 917627"/>
                <a:gd name="connsiteY1" fmla="*/ 251801 h 918766"/>
                <a:gd name="connsiteX2" fmla="*/ 721576 w 917627"/>
                <a:gd name="connsiteY2" fmla="*/ 465937 h 918766"/>
                <a:gd name="connsiteX3" fmla="*/ 493147 w 917627"/>
                <a:gd name="connsiteY3" fmla="*/ 838677 h 918766"/>
                <a:gd name="connsiteX4" fmla="*/ 126734 w 917627"/>
                <a:gd name="connsiteY4" fmla="*/ 704617 h 918766"/>
                <a:gd name="connsiteX5" fmla="*/ 57691 w 917627"/>
                <a:gd name="connsiteY5" fmla="*/ 364631 h 918766"/>
                <a:gd name="connsiteX0" fmla="*/ 57691 w 799697"/>
                <a:gd name="connsiteY0" fmla="*/ 364631 h 918766"/>
                <a:gd name="connsiteX1" fmla="*/ 436372 w 799697"/>
                <a:gd name="connsiteY1" fmla="*/ 251801 h 918766"/>
                <a:gd name="connsiteX2" fmla="*/ 721576 w 799697"/>
                <a:gd name="connsiteY2" fmla="*/ 465937 h 918766"/>
                <a:gd name="connsiteX3" fmla="*/ 493147 w 799697"/>
                <a:gd name="connsiteY3" fmla="*/ 838677 h 918766"/>
                <a:gd name="connsiteX4" fmla="*/ 126734 w 799697"/>
                <a:gd name="connsiteY4" fmla="*/ 704617 h 918766"/>
                <a:gd name="connsiteX5" fmla="*/ 57691 w 799697"/>
                <a:gd name="connsiteY5" fmla="*/ 364631 h 918766"/>
                <a:gd name="connsiteX0" fmla="*/ 65803 w 788752"/>
                <a:gd name="connsiteY0" fmla="*/ 359423 h 923546"/>
                <a:gd name="connsiteX1" fmla="*/ 425427 w 788752"/>
                <a:gd name="connsiteY1" fmla="*/ 256581 h 923546"/>
                <a:gd name="connsiteX2" fmla="*/ 710631 w 788752"/>
                <a:gd name="connsiteY2" fmla="*/ 470717 h 923546"/>
                <a:gd name="connsiteX3" fmla="*/ 482202 w 788752"/>
                <a:gd name="connsiteY3" fmla="*/ 843457 h 923546"/>
                <a:gd name="connsiteX4" fmla="*/ 115789 w 788752"/>
                <a:gd name="connsiteY4" fmla="*/ 709397 h 923546"/>
                <a:gd name="connsiteX5" fmla="*/ 65803 w 788752"/>
                <a:gd name="connsiteY5" fmla="*/ 359423 h 923546"/>
                <a:gd name="connsiteX0" fmla="*/ 65803 w 788752"/>
                <a:gd name="connsiteY0" fmla="*/ 338595 h 902718"/>
                <a:gd name="connsiteX1" fmla="*/ 425427 w 788752"/>
                <a:gd name="connsiteY1" fmla="*/ 235753 h 902718"/>
                <a:gd name="connsiteX2" fmla="*/ 710631 w 788752"/>
                <a:gd name="connsiteY2" fmla="*/ 449889 h 902718"/>
                <a:gd name="connsiteX3" fmla="*/ 482202 w 788752"/>
                <a:gd name="connsiteY3" fmla="*/ 822629 h 902718"/>
                <a:gd name="connsiteX4" fmla="*/ 115789 w 788752"/>
                <a:gd name="connsiteY4" fmla="*/ 688569 h 902718"/>
                <a:gd name="connsiteX5" fmla="*/ 65803 w 788752"/>
                <a:gd name="connsiteY5" fmla="*/ 338595 h 902718"/>
                <a:gd name="connsiteX0" fmla="*/ 65803 w 761655"/>
                <a:gd name="connsiteY0" fmla="*/ 338595 h 1029873"/>
                <a:gd name="connsiteX1" fmla="*/ 425427 w 761655"/>
                <a:gd name="connsiteY1" fmla="*/ 235753 h 1029873"/>
                <a:gd name="connsiteX2" fmla="*/ 710631 w 761655"/>
                <a:gd name="connsiteY2" fmla="*/ 449889 h 1029873"/>
                <a:gd name="connsiteX3" fmla="*/ 404437 w 761655"/>
                <a:gd name="connsiteY3" fmla="*/ 1020782 h 1029873"/>
                <a:gd name="connsiteX4" fmla="*/ 115789 w 761655"/>
                <a:gd name="connsiteY4" fmla="*/ 688569 h 1029873"/>
                <a:gd name="connsiteX5" fmla="*/ 65803 w 761655"/>
                <a:gd name="connsiteY5" fmla="*/ 338595 h 1029873"/>
                <a:gd name="connsiteX0" fmla="*/ 65803 w 716384"/>
                <a:gd name="connsiteY0" fmla="*/ 338595 h 1029873"/>
                <a:gd name="connsiteX1" fmla="*/ 425427 w 716384"/>
                <a:gd name="connsiteY1" fmla="*/ 235753 h 1029873"/>
                <a:gd name="connsiteX2" fmla="*/ 641964 w 716384"/>
                <a:gd name="connsiteY2" fmla="*/ 498799 h 1029873"/>
                <a:gd name="connsiteX3" fmla="*/ 404437 w 716384"/>
                <a:gd name="connsiteY3" fmla="*/ 1020782 h 1029873"/>
                <a:gd name="connsiteX4" fmla="*/ 115789 w 716384"/>
                <a:gd name="connsiteY4" fmla="*/ 688569 h 1029873"/>
                <a:gd name="connsiteX5" fmla="*/ 65803 w 716384"/>
                <a:gd name="connsiteY5" fmla="*/ 338595 h 1029873"/>
                <a:gd name="connsiteX0" fmla="*/ 65803 w 716384"/>
                <a:gd name="connsiteY0" fmla="*/ 338595 h 1029873"/>
                <a:gd name="connsiteX1" fmla="*/ 425427 w 716384"/>
                <a:gd name="connsiteY1" fmla="*/ 235753 h 1029873"/>
                <a:gd name="connsiteX2" fmla="*/ 641964 w 716384"/>
                <a:gd name="connsiteY2" fmla="*/ 498799 h 1029873"/>
                <a:gd name="connsiteX3" fmla="*/ 404437 w 716384"/>
                <a:gd name="connsiteY3" fmla="*/ 1020782 h 1029873"/>
                <a:gd name="connsiteX4" fmla="*/ 115789 w 716384"/>
                <a:gd name="connsiteY4" fmla="*/ 688569 h 1029873"/>
                <a:gd name="connsiteX5" fmla="*/ 65803 w 716384"/>
                <a:gd name="connsiteY5" fmla="*/ 338595 h 1029873"/>
                <a:gd name="connsiteX0" fmla="*/ 65803 w 716384"/>
                <a:gd name="connsiteY0" fmla="*/ 331981 h 1023259"/>
                <a:gd name="connsiteX1" fmla="*/ 473398 w 716384"/>
                <a:gd name="connsiteY1" fmla="*/ 241369 h 1023259"/>
                <a:gd name="connsiteX2" fmla="*/ 641964 w 716384"/>
                <a:gd name="connsiteY2" fmla="*/ 492185 h 1023259"/>
                <a:gd name="connsiteX3" fmla="*/ 404437 w 716384"/>
                <a:gd name="connsiteY3" fmla="*/ 1014168 h 1023259"/>
                <a:gd name="connsiteX4" fmla="*/ 115789 w 716384"/>
                <a:gd name="connsiteY4" fmla="*/ 681955 h 1023259"/>
                <a:gd name="connsiteX5" fmla="*/ 65803 w 716384"/>
                <a:gd name="connsiteY5" fmla="*/ 331981 h 1023259"/>
                <a:gd name="connsiteX0" fmla="*/ 65803 w 716384"/>
                <a:gd name="connsiteY0" fmla="*/ 331981 h 1023259"/>
                <a:gd name="connsiteX1" fmla="*/ 473398 w 716384"/>
                <a:gd name="connsiteY1" fmla="*/ 241369 h 1023259"/>
                <a:gd name="connsiteX2" fmla="*/ 641964 w 716384"/>
                <a:gd name="connsiteY2" fmla="*/ 492185 h 1023259"/>
                <a:gd name="connsiteX3" fmla="*/ 404437 w 716384"/>
                <a:gd name="connsiteY3" fmla="*/ 1014168 h 1023259"/>
                <a:gd name="connsiteX4" fmla="*/ 115789 w 716384"/>
                <a:gd name="connsiteY4" fmla="*/ 681955 h 1023259"/>
                <a:gd name="connsiteX5" fmla="*/ 65803 w 716384"/>
                <a:gd name="connsiteY5" fmla="*/ 331981 h 1023259"/>
                <a:gd name="connsiteX0" fmla="*/ 65803 w 846096"/>
                <a:gd name="connsiteY0" fmla="*/ 331981 h 1023259"/>
                <a:gd name="connsiteX1" fmla="*/ 473398 w 846096"/>
                <a:gd name="connsiteY1" fmla="*/ 241369 h 1023259"/>
                <a:gd name="connsiteX2" fmla="*/ 641964 w 846096"/>
                <a:gd name="connsiteY2" fmla="*/ 492185 h 1023259"/>
                <a:gd name="connsiteX3" fmla="*/ 404437 w 846096"/>
                <a:gd name="connsiteY3" fmla="*/ 1014168 h 1023259"/>
                <a:gd name="connsiteX4" fmla="*/ 115789 w 846096"/>
                <a:gd name="connsiteY4" fmla="*/ 681955 h 1023259"/>
                <a:gd name="connsiteX5" fmla="*/ 65803 w 846096"/>
                <a:gd name="connsiteY5" fmla="*/ 331981 h 1023259"/>
                <a:gd name="connsiteX0" fmla="*/ 65803 w 659717"/>
                <a:gd name="connsiteY0" fmla="*/ 331981 h 1023259"/>
                <a:gd name="connsiteX1" fmla="*/ 473398 w 659717"/>
                <a:gd name="connsiteY1" fmla="*/ 241369 h 1023259"/>
                <a:gd name="connsiteX2" fmla="*/ 641964 w 659717"/>
                <a:gd name="connsiteY2" fmla="*/ 492185 h 1023259"/>
                <a:gd name="connsiteX3" fmla="*/ 623051 w 659717"/>
                <a:gd name="connsiteY3" fmla="*/ 847102 h 1023259"/>
                <a:gd name="connsiteX4" fmla="*/ 404437 w 659717"/>
                <a:gd name="connsiteY4" fmla="*/ 1014168 h 1023259"/>
                <a:gd name="connsiteX5" fmla="*/ 115789 w 659717"/>
                <a:gd name="connsiteY5" fmla="*/ 681955 h 1023259"/>
                <a:gd name="connsiteX6" fmla="*/ 65803 w 659717"/>
                <a:gd name="connsiteY6" fmla="*/ 331981 h 1023259"/>
                <a:gd name="connsiteX0" fmla="*/ 65803 w 839877"/>
                <a:gd name="connsiteY0" fmla="*/ 331981 h 1023259"/>
                <a:gd name="connsiteX1" fmla="*/ 473398 w 839877"/>
                <a:gd name="connsiteY1" fmla="*/ 241369 h 1023259"/>
                <a:gd name="connsiteX2" fmla="*/ 641964 w 839877"/>
                <a:gd name="connsiteY2" fmla="*/ 492185 h 1023259"/>
                <a:gd name="connsiteX3" fmla="*/ 623051 w 839877"/>
                <a:gd name="connsiteY3" fmla="*/ 847102 h 1023259"/>
                <a:gd name="connsiteX4" fmla="*/ 404437 w 839877"/>
                <a:gd name="connsiteY4" fmla="*/ 1014168 h 1023259"/>
                <a:gd name="connsiteX5" fmla="*/ 115789 w 839877"/>
                <a:gd name="connsiteY5" fmla="*/ 681955 h 1023259"/>
                <a:gd name="connsiteX6" fmla="*/ 65803 w 839877"/>
                <a:gd name="connsiteY6" fmla="*/ 331981 h 1023259"/>
                <a:gd name="connsiteX0" fmla="*/ 65803 w 839877"/>
                <a:gd name="connsiteY0" fmla="*/ 331981 h 998613"/>
                <a:gd name="connsiteX1" fmla="*/ 473398 w 839877"/>
                <a:gd name="connsiteY1" fmla="*/ 241369 h 998613"/>
                <a:gd name="connsiteX2" fmla="*/ 641964 w 839877"/>
                <a:gd name="connsiteY2" fmla="*/ 492185 h 998613"/>
                <a:gd name="connsiteX3" fmla="*/ 623051 w 839877"/>
                <a:gd name="connsiteY3" fmla="*/ 847102 h 998613"/>
                <a:gd name="connsiteX4" fmla="*/ 416980 w 839877"/>
                <a:gd name="connsiteY4" fmla="*/ 985010 h 998613"/>
                <a:gd name="connsiteX5" fmla="*/ 115789 w 839877"/>
                <a:gd name="connsiteY5" fmla="*/ 681955 h 998613"/>
                <a:gd name="connsiteX6" fmla="*/ 65803 w 839877"/>
                <a:gd name="connsiteY6" fmla="*/ 331981 h 998613"/>
                <a:gd name="connsiteX0" fmla="*/ 65803 w 839877"/>
                <a:gd name="connsiteY0" fmla="*/ 331981 h 998613"/>
                <a:gd name="connsiteX1" fmla="*/ 473398 w 839877"/>
                <a:gd name="connsiteY1" fmla="*/ 241369 h 998613"/>
                <a:gd name="connsiteX2" fmla="*/ 641964 w 839877"/>
                <a:gd name="connsiteY2" fmla="*/ 492185 h 998613"/>
                <a:gd name="connsiteX3" fmla="*/ 623051 w 839877"/>
                <a:gd name="connsiteY3" fmla="*/ 847102 h 998613"/>
                <a:gd name="connsiteX4" fmla="*/ 416980 w 839877"/>
                <a:gd name="connsiteY4" fmla="*/ 985010 h 998613"/>
                <a:gd name="connsiteX5" fmla="*/ 115789 w 839877"/>
                <a:gd name="connsiteY5" fmla="*/ 681955 h 998613"/>
                <a:gd name="connsiteX6" fmla="*/ 65803 w 839877"/>
                <a:gd name="connsiteY6" fmla="*/ 331981 h 998613"/>
                <a:gd name="connsiteX0" fmla="*/ 140391 w 914465"/>
                <a:gd name="connsiteY0" fmla="*/ 331981 h 1026030"/>
                <a:gd name="connsiteX1" fmla="*/ 547986 w 914465"/>
                <a:gd name="connsiteY1" fmla="*/ 241369 h 1026030"/>
                <a:gd name="connsiteX2" fmla="*/ 716552 w 914465"/>
                <a:gd name="connsiteY2" fmla="*/ 492185 h 1026030"/>
                <a:gd name="connsiteX3" fmla="*/ 697639 w 914465"/>
                <a:gd name="connsiteY3" fmla="*/ 847102 h 1026030"/>
                <a:gd name="connsiteX4" fmla="*/ 491568 w 914465"/>
                <a:gd name="connsiteY4" fmla="*/ 985010 h 1026030"/>
                <a:gd name="connsiteX5" fmla="*/ 70290 w 914465"/>
                <a:gd name="connsiteY5" fmla="*/ 772249 h 1026030"/>
                <a:gd name="connsiteX6" fmla="*/ 140391 w 914465"/>
                <a:gd name="connsiteY6" fmla="*/ 331981 h 1026030"/>
                <a:gd name="connsiteX0" fmla="*/ 140391 w 914465"/>
                <a:gd name="connsiteY0" fmla="*/ 331981 h 995547"/>
                <a:gd name="connsiteX1" fmla="*/ 547986 w 914465"/>
                <a:gd name="connsiteY1" fmla="*/ 241369 h 995547"/>
                <a:gd name="connsiteX2" fmla="*/ 716552 w 914465"/>
                <a:gd name="connsiteY2" fmla="*/ 492185 h 995547"/>
                <a:gd name="connsiteX3" fmla="*/ 697639 w 914465"/>
                <a:gd name="connsiteY3" fmla="*/ 847102 h 995547"/>
                <a:gd name="connsiteX4" fmla="*/ 491568 w 914465"/>
                <a:gd name="connsiteY4" fmla="*/ 985010 h 995547"/>
                <a:gd name="connsiteX5" fmla="*/ 70290 w 914465"/>
                <a:gd name="connsiteY5" fmla="*/ 772249 h 995547"/>
                <a:gd name="connsiteX6" fmla="*/ 140391 w 914465"/>
                <a:gd name="connsiteY6" fmla="*/ 331981 h 995547"/>
                <a:gd name="connsiteX0" fmla="*/ 124524 w 920236"/>
                <a:gd name="connsiteY0" fmla="*/ 385023 h 957037"/>
                <a:gd name="connsiteX1" fmla="*/ 553757 w 920236"/>
                <a:gd name="connsiteY1" fmla="*/ 202859 h 957037"/>
                <a:gd name="connsiteX2" fmla="*/ 722323 w 920236"/>
                <a:gd name="connsiteY2" fmla="*/ 453675 h 957037"/>
                <a:gd name="connsiteX3" fmla="*/ 703410 w 920236"/>
                <a:gd name="connsiteY3" fmla="*/ 808592 h 957037"/>
                <a:gd name="connsiteX4" fmla="*/ 497339 w 920236"/>
                <a:gd name="connsiteY4" fmla="*/ 946500 h 957037"/>
                <a:gd name="connsiteX5" fmla="*/ 76061 w 920236"/>
                <a:gd name="connsiteY5" fmla="*/ 733739 h 957037"/>
                <a:gd name="connsiteX6" fmla="*/ 124524 w 920236"/>
                <a:gd name="connsiteY6" fmla="*/ 385023 h 957037"/>
                <a:gd name="connsiteX0" fmla="*/ 138979 w 914937"/>
                <a:gd name="connsiteY0" fmla="*/ 366321 h 969060"/>
                <a:gd name="connsiteX1" fmla="*/ 548458 w 914937"/>
                <a:gd name="connsiteY1" fmla="*/ 214882 h 969060"/>
                <a:gd name="connsiteX2" fmla="*/ 717024 w 914937"/>
                <a:gd name="connsiteY2" fmla="*/ 465698 h 969060"/>
                <a:gd name="connsiteX3" fmla="*/ 698111 w 914937"/>
                <a:gd name="connsiteY3" fmla="*/ 820615 h 969060"/>
                <a:gd name="connsiteX4" fmla="*/ 492040 w 914937"/>
                <a:gd name="connsiteY4" fmla="*/ 958523 h 969060"/>
                <a:gd name="connsiteX5" fmla="*/ 70762 w 914937"/>
                <a:gd name="connsiteY5" fmla="*/ 745762 h 969060"/>
                <a:gd name="connsiteX6" fmla="*/ 138979 w 914937"/>
                <a:gd name="connsiteY6" fmla="*/ 366321 h 969060"/>
                <a:gd name="connsiteX0" fmla="*/ 138979 w 914937"/>
                <a:gd name="connsiteY0" fmla="*/ 395581 h 998320"/>
                <a:gd name="connsiteX1" fmla="*/ 548458 w 914937"/>
                <a:gd name="connsiteY1" fmla="*/ 244142 h 998320"/>
                <a:gd name="connsiteX2" fmla="*/ 717024 w 914937"/>
                <a:gd name="connsiteY2" fmla="*/ 494958 h 998320"/>
                <a:gd name="connsiteX3" fmla="*/ 698111 w 914937"/>
                <a:gd name="connsiteY3" fmla="*/ 849875 h 998320"/>
                <a:gd name="connsiteX4" fmla="*/ 492040 w 914937"/>
                <a:gd name="connsiteY4" fmla="*/ 987783 h 998320"/>
                <a:gd name="connsiteX5" fmla="*/ 70762 w 914937"/>
                <a:gd name="connsiteY5" fmla="*/ 775022 h 998320"/>
                <a:gd name="connsiteX6" fmla="*/ 138979 w 914937"/>
                <a:gd name="connsiteY6" fmla="*/ 395581 h 998320"/>
                <a:gd name="connsiteX0" fmla="*/ 174943 w 950901"/>
                <a:gd name="connsiteY0" fmla="*/ 395581 h 998320"/>
                <a:gd name="connsiteX1" fmla="*/ 584422 w 950901"/>
                <a:gd name="connsiteY1" fmla="*/ 244142 h 998320"/>
                <a:gd name="connsiteX2" fmla="*/ 752988 w 950901"/>
                <a:gd name="connsiteY2" fmla="*/ 494958 h 998320"/>
                <a:gd name="connsiteX3" fmla="*/ 734075 w 950901"/>
                <a:gd name="connsiteY3" fmla="*/ 849875 h 998320"/>
                <a:gd name="connsiteX4" fmla="*/ 528004 w 950901"/>
                <a:gd name="connsiteY4" fmla="*/ 987783 h 998320"/>
                <a:gd name="connsiteX5" fmla="*/ 106726 w 950901"/>
                <a:gd name="connsiteY5" fmla="*/ 775022 h 998320"/>
                <a:gd name="connsiteX6" fmla="*/ 174943 w 950901"/>
                <a:gd name="connsiteY6" fmla="*/ 395581 h 998320"/>
                <a:gd name="connsiteX0" fmla="*/ 205514 w 981472"/>
                <a:gd name="connsiteY0" fmla="*/ 395581 h 998320"/>
                <a:gd name="connsiteX1" fmla="*/ 614993 w 981472"/>
                <a:gd name="connsiteY1" fmla="*/ 244142 h 998320"/>
                <a:gd name="connsiteX2" fmla="*/ 783559 w 981472"/>
                <a:gd name="connsiteY2" fmla="*/ 494958 h 998320"/>
                <a:gd name="connsiteX3" fmla="*/ 764646 w 981472"/>
                <a:gd name="connsiteY3" fmla="*/ 849875 h 998320"/>
                <a:gd name="connsiteX4" fmla="*/ 558575 w 981472"/>
                <a:gd name="connsiteY4" fmla="*/ 987783 h 998320"/>
                <a:gd name="connsiteX5" fmla="*/ 137297 w 981472"/>
                <a:gd name="connsiteY5" fmla="*/ 775022 h 998320"/>
                <a:gd name="connsiteX6" fmla="*/ 205514 w 981472"/>
                <a:gd name="connsiteY6" fmla="*/ 395581 h 998320"/>
                <a:gd name="connsiteX0" fmla="*/ 203182 w 982904"/>
                <a:gd name="connsiteY0" fmla="*/ 415154 h 983091"/>
                <a:gd name="connsiteX1" fmla="*/ 616425 w 982904"/>
                <a:gd name="connsiteY1" fmla="*/ 228913 h 983091"/>
                <a:gd name="connsiteX2" fmla="*/ 784991 w 982904"/>
                <a:gd name="connsiteY2" fmla="*/ 479729 h 983091"/>
                <a:gd name="connsiteX3" fmla="*/ 766078 w 982904"/>
                <a:gd name="connsiteY3" fmla="*/ 834646 h 983091"/>
                <a:gd name="connsiteX4" fmla="*/ 560007 w 982904"/>
                <a:gd name="connsiteY4" fmla="*/ 972554 h 983091"/>
                <a:gd name="connsiteX5" fmla="*/ 138729 w 982904"/>
                <a:gd name="connsiteY5" fmla="*/ 759793 h 983091"/>
                <a:gd name="connsiteX6" fmla="*/ 203182 w 982904"/>
                <a:gd name="connsiteY6" fmla="*/ 415154 h 983091"/>
                <a:gd name="connsiteX0" fmla="*/ 203182 w 982904"/>
                <a:gd name="connsiteY0" fmla="*/ 439435 h 1007372"/>
                <a:gd name="connsiteX1" fmla="*/ 616425 w 982904"/>
                <a:gd name="connsiteY1" fmla="*/ 253194 h 1007372"/>
                <a:gd name="connsiteX2" fmla="*/ 784991 w 982904"/>
                <a:gd name="connsiteY2" fmla="*/ 504010 h 1007372"/>
                <a:gd name="connsiteX3" fmla="*/ 766078 w 982904"/>
                <a:gd name="connsiteY3" fmla="*/ 858927 h 1007372"/>
                <a:gd name="connsiteX4" fmla="*/ 560007 w 982904"/>
                <a:gd name="connsiteY4" fmla="*/ 996835 h 1007372"/>
                <a:gd name="connsiteX5" fmla="*/ 138729 w 982904"/>
                <a:gd name="connsiteY5" fmla="*/ 784074 h 1007372"/>
                <a:gd name="connsiteX6" fmla="*/ 203182 w 982904"/>
                <a:gd name="connsiteY6" fmla="*/ 439435 h 1007372"/>
                <a:gd name="connsiteX0" fmla="*/ 203860 w 983582"/>
                <a:gd name="connsiteY0" fmla="*/ 439435 h 1007372"/>
                <a:gd name="connsiteX1" fmla="*/ 617103 w 983582"/>
                <a:gd name="connsiteY1" fmla="*/ 253194 h 1007372"/>
                <a:gd name="connsiteX2" fmla="*/ 785669 w 983582"/>
                <a:gd name="connsiteY2" fmla="*/ 504010 h 1007372"/>
                <a:gd name="connsiteX3" fmla="*/ 766756 w 983582"/>
                <a:gd name="connsiteY3" fmla="*/ 858927 h 1007372"/>
                <a:gd name="connsiteX4" fmla="*/ 560685 w 983582"/>
                <a:gd name="connsiteY4" fmla="*/ 996835 h 1007372"/>
                <a:gd name="connsiteX5" fmla="*/ 139407 w 983582"/>
                <a:gd name="connsiteY5" fmla="*/ 784074 h 1007372"/>
                <a:gd name="connsiteX6" fmla="*/ 203860 w 983582"/>
                <a:gd name="connsiteY6" fmla="*/ 439435 h 1007372"/>
                <a:gd name="connsiteX0" fmla="*/ 165065 w 944787"/>
                <a:gd name="connsiteY0" fmla="*/ 439435 h 1007372"/>
                <a:gd name="connsiteX1" fmla="*/ 578308 w 944787"/>
                <a:gd name="connsiteY1" fmla="*/ 253194 h 1007372"/>
                <a:gd name="connsiteX2" fmla="*/ 746874 w 944787"/>
                <a:gd name="connsiteY2" fmla="*/ 504010 h 1007372"/>
                <a:gd name="connsiteX3" fmla="*/ 727961 w 944787"/>
                <a:gd name="connsiteY3" fmla="*/ 858927 h 1007372"/>
                <a:gd name="connsiteX4" fmla="*/ 521890 w 944787"/>
                <a:gd name="connsiteY4" fmla="*/ 996835 h 1007372"/>
                <a:gd name="connsiteX5" fmla="*/ 100612 w 944787"/>
                <a:gd name="connsiteY5" fmla="*/ 784074 h 1007372"/>
                <a:gd name="connsiteX6" fmla="*/ 165065 w 944787"/>
                <a:gd name="connsiteY6" fmla="*/ 439435 h 1007372"/>
                <a:gd name="connsiteX0" fmla="*/ 167589 w 947311"/>
                <a:gd name="connsiteY0" fmla="*/ 439435 h 1007372"/>
                <a:gd name="connsiteX1" fmla="*/ 580832 w 947311"/>
                <a:gd name="connsiteY1" fmla="*/ 253194 h 1007372"/>
                <a:gd name="connsiteX2" fmla="*/ 749398 w 947311"/>
                <a:gd name="connsiteY2" fmla="*/ 504010 h 1007372"/>
                <a:gd name="connsiteX3" fmla="*/ 730485 w 947311"/>
                <a:gd name="connsiteY3" fmla="*/ 858927 h 1007372"/>
                <a:gd name="connsiteX4" fmla="*/ 524414 w 947311"/>
                <a:gd name="connsiteY4" fmla="*/ 996835 h 1007372"/>
                <a:gd name="connsiteX5" fmla="*/ 103136 w 947311"/>
                <a:gd name="connsiteY5" fmla="*/ 784074 h 1007372"/>
                <a:gd name="connsiteX6" fmla="*/ 167589 w 947311"/>
                <a:gd name="connsiteY6" fmla="*/ 439435 h 1007372"/>
                <a:gd name="connsiteX0" fmla="*/ 167589 w 750069"/>
                <a:gd name="connsiteY0" fmla="*/ 439435 h 1007372"/>
                <a:gd name="connsiteX1" fmla="*/ 580832 w 750069"/>
                <a:gd name="connsiteY1" fmla="*/ 253194 h 1007372"/>
                <a:gd name="connsiteX2" fmla="*/ 749398 w 750069"/>
                <a:gd name="connsiteY2" fmla="*/ 504010 h 1007372"/>
                <a:gd name="connsiteX3" fmla="*/ 524414 w 750069"/>
                <a:gd name="connsiteY3" fmla="*/ 996835 h 1007372"/>
                <a:gd name="connsiteX4" fmla="*/ 103136 w 750069"/>
                <a:gd name="connsiteY4" fmla="*/ 784074 h 1007372"/>
                <a:gd name="connsiteX5" fmla="*/ 167589 w 750069"/>
                <a:gd name="connsiteY5" fmla="*/ 439435 h 1007372"/>
                <a:gd name="connsiteX0" fmla="*/ 167589 w 761646"/>
                <a:gd name="connsiteY0" fmla="*/ 439435 h 1007372"/>
                <a:gd name="connsiteX1" fmla="*/ 580832 w 761646"/>
                <a:gd name="connsiteY1" fmla="*/ 253194 h 1007372"/>
                <a:gd name="connsiteX2" fmla="*/ 761341 w 761646"/>
                <a:gd name="connsiteY2" fmla="*/ 585650 h 1007372"/>
                <a:gd name="connsiteX3" fmla="*/ 524414 w 761646"/>
                <a:gd name="connsiteY3" fmla="*/ 996835 h 1007372"/>
                <a:gd name="connsiteX4" fmla="*/ 103136 w 761646"/>
                <a:gd name="connsiteY4" fmla="*/ 784074 h 1007372"/>
                <a:gd name="connsiteX5" fmla="*/ 167589 w 761646"/>
                <a:gd name="connsiteY5" fmla="*/ 439435 h 1007372"/>
                <a:gd name="connsiteX0" fmla="*/ 167589 w 779109"/>
                <a:gd name="connsiteY0" fmla="*/ 439435 h 1007372"/>
                <a:gd name="connsiteX1" fmla="*/ 580832 w 779109"/>
                <a:gd name="connsiteY1" fmla="*/ 253194 h 1007372"/>
                <a:gd name="connsiteX2" fmla="*/ 761341 w 779109"/>
                <a:gd name="connsiteY2" fmla="*/ 585650 h 1007372"/>
                <a:gd name="connsiteX3" fmla="*/ 524414 w 779109"/>
                <a:gd name="connsiteY3" fmla="*/ 996835 h 1007372"/>
                <a:gd name="connsiteX4" fmla="*/ 103136 w 779109"/>
                <a:gd name="connsiteY4" fmla="*/ 784074 h 1007372"/>
                <a:gd name="connsiteX5" fmla="*/ 167589 w 779109"/>
                <a:gd name="connsiteY5" fmla="*/ 439435 h 1007372"/>
                <a:gd name="connsiteX0" fmla="*/ 167589 w 777845"/>
                <a:gd name="connsiteY0" fmla="*/ 439435 h 967499"/>
                <a:gd name="connsiteX1" fmla="*/ 580832 w 777845"/>
                <a:gd name="connsiteY1" fmla="*/ 253194 h 967499"/>
                <a:gd name="connsiteX2" fmla="*/ 761341 w 777845"/>
                <a:gd name="connsiteY2" fmla="*/ 585650 h 967499"/>
                <a:gd name="connsiteX3" fmla="*/ 503231 w 777845"/>
                <a:gd name="connsiteY3" fmla="*/ 943231 h 967499"/>
                <a:gd name="connsiteX4" fmla="*/ 103136 w 777845"/>
                <a:gd name="connsiteY4" fmla="*/ 784074 h 967499"/>
                <a:gd name="connsiteX5" fmla="*/ 167589 w 777845"/>
                <a:gd name="connsiteY5" fmla="*/ 439435 h 967499"/>
                <a:gd name="connsiteX0" fmla="*/ 137733 w 747989"/>
                <a:gd name="connsiteY0" fmla="*/ 439435 h 946366"/>
                <a:gd name="connsiteX1" fmla="*/ 550976 w 747989"/>
                <a:gd name="connsiteY1" fmla="*/ 253194 h 946366"/>
                <a:gd name="connsiteX2" fmla="*/ 731485 w 747989"/>
                <a:gd name="connsiteY2" fmla="*/ 585650 h 946366"/>
                <a:gd name="connsiteX3" fmla="*/ 473375 w 747989"/>
                <a:gd name="connsiteY3" fmla="*/ 943231 h 946366"/>
                <a:gd name="connsiteX4" fmla="*/ 135771 w 747989"/>
                <a:gd name="connsiteY4" fmla="*/ 629839 h 946366"/>
                <a:gd name="connsiteX5" fmla="*/ 137733 w 747989"/>
                <a:gd name="connsiteY5" fmla="*/ 439435 h 946366"/>
                <a:gd name="connsiteX0" fmla="*/ 137733 w 747989"/>
                <a:gd name="connsiteY0" fmla="*/ 439435 h 945724"/>
                <a:gd name="connsiteX1" fmla="*/ 550976 w 747989"/>
                <a:gd name="connsiteY1" fmla="*/ 253194 h 945724"/>
                <a:gd name="connsiteX2" fmla="*/ 731485 w 747989"/>
                <a:gd name="connsiteY2" fmla="*/ 585650 h 945724"/>
                <a:gd name="connsiteX3" fmla="*/ 473375 w 747989"/>
                <a:gd name="connsiteY3" fmla="*/ 943231 h 945724"/>
                <a:gd name="connsiteX4" fmla="*/ 135771 w 747989"/>
                <a:gd name="connsiteY4" fmla="*/ 629839 h 945724"/>
                <a:gd name="connsiteX5" fmla="*/ 137733 w 747989"/>
                <a:gd name="connsiteY5" fmla="*/ 439435 h 945724"/>
                <a:gd name="connsiteX0" fmla="*/ 137733 w 747989"/>
                <a:gd name="connsiteY0" fmla="*/ 439435 h 1019313"/>
                <a:gd name="connsiteX1" fmla="*/ 550976 w 747989"/>
                <a:gd name="connsiteY1" fmla="*/ 253194 h 1019313"/>
                <a:gd name="connsiteX2" fmla="*/ 731485 w 747989"/>
                <a:gd name="connsiteY2" fmla="*/ 585650 h 1019313"/>
                <a:gd name="connsiteX3" fmla="*/ 473375 w 747989"/>
                <a:gd name="connsiteY3" fmla="*/ 943231 h 1019313"/>
                <a:gd name="connsiteX4" fmla="*/ 135771 w 747989"/>
                <a:gd name="connsiteY4" fmla="*/ 629839 h 1019313"/>
                <a:gd name="connsiteX5" fmla="*/ 137733 w 747989"/>
                <a:gd name="connsiteY5" fmla="*/ 439435 h 1019313"/>
                <a:gd name="connsiteX0" fmla="*/ 137733 w 747989"/>
                <a:gd name="connsiteY0" fmla="*/ 439435 h 1010236"/>
                <a:gd name="connsiteX1" fmla="*/ 550976 w 747989"/>
                <a:gd name="connsiteY1" fmla="*/ 253194 h 1010236"/>
                <a:gd name="connsiteX2" fmla="*/ 731485 w 747989"/>
                <a:gd name="connsiteY2" fmla="*/ 585650 h 1010236"/>
                <a:gd name="connsiteX3" fmla="*/ 473375 w 747989"/>
                <a:gd name="connsiteY3" fmla="*/ 943231 h 1010236"/>
                <a:gd name="connsiteX4" fmla="*/ 135771 w 747989"/>
                <a:gd name="connsiteY4" fmla="*/ 629839 h 1010236"/>
                <a:gd name="connsiteX5" fmla="*/ 137733 w 747989"/>
                <a:gd name="connsiteY5" fmla="*/ 439435 h 1010236"/>
                <a:gd name="connsiteX0" fmla="*/ 235521 w 678428"/>
                <a:gd name="connsiteY0" fmla="*/ 346376 h 1118440"/>
                <a:gd name="connsiteX1" fmla="*/ 481415 w 678428"/>
                <a:gd name="connsiteY1" fmla="*/ 361398 h 1118440"/>
                <a:gd name="connsiteX2" fmla="*/ 661924 w 678428"/>
                <a:gd name="connsiteY2" fmla="*/ 693854 h 1118440"/>
                <a:gd name="connsiteX3" fmla="*/ 403814 w 678428"/>
                <a:gd name="connsiteY3" fmla="*/ 1051435 h 1118440"/>
                <a:gd name="connsiteX4" fmla="*/ 66210 w 678428"/>
                <a:gd name="connsiteY4" fmla="*/ 738043 h 1118440"/>
                <a:gd name="connsiteX5" fmla="*/ 235521 w 678428"/>
                <a:gd name="connsiteY5" fmla="*/ 346376 h 1118440"/>
                <a:gd name="connsiteX0" fmla="*/ 229547 w 672454"/>
                <a:gd name="connsiteY0" fmla="*/ 346376 h 1118440"/>
                <a:gd name="connsiteX1" fmla="*/ 475441 w 672454"/>
                <a:gd name="connsiteY1" fmla="*/ 361398 h 1118440"/>
                <a:gd name="connsiteX2" fmla="*/ 655950 w 672454"/>
                <a:gd name="connsiteY2" fmla="*/ 693854 h 1118440"/>
                <a:gd name="connsiteX3" fmla="*/ 397840 w 672454"/>
                <a:gd name="connsiteY3" fmla="*/ 1051435 h 1118440"/>
                <a:gd name="connsiteX4" fmla="*/ 60236 w 672454"/>
                <a:gd name="connsiteY4" fmla="*/ 738043 h 1118440"/>
                <a:gd name="connsiteX5" fmla="*/ 229547 w 672454"/>
                <a:gd name="connsiteY5" fmla="*/ 346376 h 1118440"/>
                <a:gd name="connsiteX0" fmla="*/ 229547 w 672454"/>
                <a:gd name="connsiteY0" fmla="*/ 234881 h 1006945"/>
                <a:gd name="connsiteX1" fmla="*/ 475441 w 672454"/>
                <a:gd name="connsiteY1" fmla="*/ 249903 h 1006945"/>
                <a:gd name="connsiteX2" fmla="*/ 655950 w 672454"/>
                <a:gd name="connsiteY2" fmla="*/ 582359 h 1006945"/>
                <a:gd name="connsiteX3" fmla="*/ 397840 w 672454"/>
                <a:gd name="connsiteY3" fmla="*/ 939940 h 1006945"/>
                <a:gd name="connsiteX4" fmla="*/ 60236 w 672454"/>
                <a:gd name="connsiteY4" fmla="*/ 626548 h 1006945"/>
                <a:gd name="connsiteX5" fmla="*/ 229547 w 672454"/>
                <a:gd name="connsiteY5" fmla="*/ 234881 h 1006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2454" h="1006945">
                  <a:moveTo>
                    <a:pt x="229547" y="234881"/>
                  </a:moveTo>
                  <a:cubicBezTo>
                    <a:pt x="412793" y="-85302"/>
                    <a:pt x="437341" y="-76064"/>
                    <a:pt x="475441" y="249903"/>
                  </a:cubicBezTo>
                  <a:cubicBezTo>
                    <a:pt x="652531" y="325899"/>
                    <a:pt x="658204" y="398384"/>
                    <a:pt x="655950" y="582359"/>
                  </a:cubicBezTo>
                  <a:cubicBezTo>
                    <a:pt x="735824" y="883360"/>
                    <a:pt x="505550" y="893263"/>
                    <a:pt x="397840" y="939940"/>
                  </a:cubicBezTo>
                  <a:cubicBezTo>
                    <a:pt x="401462" y="1164422"/>
                    <a:pt x="-185766" y="764299"/>
                    <a:pt x="60236" y="626548"/>
                  </a:cubicBezTo>
                  <a:cubicBezTo>
                    <a:pt x="71667" y="449828"/>
                    <a:pt x="5357" y="302613"/>
                    <a:pt x="229547" y="234881"/>
                  </a:cubicBezTo>
                  <a:close/>
                </a:path>
              </a:pathLst>
            </a:custGeom>
            <a:solidFill>
              <a:srgbClr val="769324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4">
              <a:extLst>
                <a:ext uri="{FF2B5EF4-FFF2-40B4-BE49-F238E27FC236}">
                  <a16:creationId xmlns:a16="http://schemas.microsoft.com/office/drawing/2014/main" id="{745F802B-49C3-1574-F99C-66B193966279}"/>
                </a:ext>
              </a:extLst>
            </p:cNvPr>
            <p:cNvSpPr/>
            <p:nvPr/>
          </p:nvSpPr>
          <p:spPr>
            <a:xfrm rot="3794519" flipH="1">
              <a:off x="7199488" y="2547433"/>
              <a:ext cx="981948" cy="1470387"/>
            </a:xfrm>
            <a:custGeom>
              <a:avLst/>
              <a:gdLst>
                <a:gd name="connsiteX0" fmla="*/ 0 w 457200"/>
                <a:gd name="connsiteY0" fmla="*/ 0 h 736600"/>
                <a:gd name="connsiteX1" fmla="*/ 457200 w 457200"/>
                <a:gd name="connsiteY1" fmla="*/ 0 h 736600"/>
                <a:gd name="connsiteX2" fmla="*/ 457200 w 457200"/>
                <a:gd name="connsiteY2" fmla="*/ 736600 h 736600"/>
                <a:gd name="connsiteX3" fmla="*/ 0 w 457200"/>
                <a:gd name="connsiteY3" fmla="*/ 736600 h 736600"/>
                <a:gd name="connsiteX4" fmla="*/ 0 w 457200"/>
                <a:gd name="connsiteY4" fmla="*/ 0 h 736600"/>
                <a:gd name="connsiteX0" fmla="*/ 12700 w 457200"/>
                <a:gd name="connsiteY0" fmla="*/ 0 h 800100"/>
                <a:gd name="connsiteX1" fmla="*/ 457200 w 457200"/>
                <a:gd name="connsiteY1" fmla="*/ 63500 h 800100"/>
                <a:gd name="connsiteX2" fmla="*/ 457200 w 457200"/>
                <a:gd name="connsiteY2" fmla="*/ 800100 h 800100"/>
                <a:gd name="connsiteX3" fmla="*/ 0 w 457200"/>
                <a:gd name="connsiteY3" fmla="*/ 800100 h 800100"/>
                <a:gd name="connsiteX4" fmla="*/ 12700 w 457200"/>
                <a:gd name="connsiteY4" fmla="*/ 0 h 800100"/>
                <a:gd name="connsiteX0" fmla="*/ 12700 w 584200"/>
                <a:gd name="connsiteY0" fmla="*/ 50800 h 850900"/>
                <a:gd name="connsiteX1" fmla="*/ 584200 w 584200"/>
                <a:gd name="connsiteY1" fmla="*/ 0 h 850900"/>
                <a:gd name="connsiteX2" fmla="*/ 457200 w 584200"/>
                <a:gd name="connsiteY2" fmla="*/ 850900 h 850900"/>
                <a:gd name="connsiteX3" fmla="*/ 0 w 584200"/>
                <a:gd name="connsiteY3" fmla="*/ 850900 h 850900"/>
                <a:gd name="connsiteX4" fmla="*/ 12700 w 584200"/>
                <a:gd name="connsiteY4" fmla="*/ 50800 h 850900"/>
                <a:gd name="connsiteX0" fmla="*/ 12700 w 649686"/>
                <a:gd name="connsiteY0" fmla="*/ 50800 h 850900"/>
                <a:gd name="connsiteX1" fmla="*/ 584200 w 649686"/>
                <a:gd name="connsiteY1" fmla="*/ 0 h 850900"/>
                <a:gd name="connsiteX2" fmla="*/ 647700 w 649686"/>
                <a:gd name="connsiteY2" fmla="*/ 444500 h 850900"/>
                <a:gd name="connsiteX3" fmla="*/ 457200 w 649686"/>
                <a:gd name="connsiteY3" fmla="*/ 850900 h 850900"/>
                <a:gd name="connsiteX4" fmla="*/ 0 w 649686"/>
                <a:gd name="connsiteY4" fmla="*/ 850900 h 850900"/>
                <a:gd name="connsiteX5" fmla="*/ 12700 w 649686"/>
                <a:gd name="connsiteY5" fmla="*/ 50800 h 850900"/>
                <a:gd name="connsiteX0" fmla="*/ 12700 w 649686"/>
                <a:gd name="connsiteY0" fmla="*/ 50800 h 965200"/>
                <a:gd name="connsiteX1" fmla="*/ 584200 w 649686"/>
                <a:gd name="connsiteY1" fmla="*/ 0 h 965200"/>
                <a:gd name="connsiteX2" fmla="*/ 647700 w 649686"/>
                <a:gd name="connsiteY2" fmla="*/ 444500 h 965200"/>
                <a:gd name="connsiteX3" fmla="*/ 152400 w 649686"/>
                <a:gd name="connsiteY3" fmla="*/ 965200 h 965200"/>
                <a:gd name="connsiteX4" fmla="*/ 0 w 649686"/>
                <a:gd name="connsiteY4" fmla="*/ 850900 h 965200"/>
                <a:gd name="connsiteX5" fmla="*/ 12700 w 649686"/>
                <a:gd name="connsiteY5" fmla="*/ 50800 h 965200"/>
                <a:gd name="connsiteX0" fmla="*/ 254000 w 890986"/>
                <a:gd name="connsiteY0" fmla="*/ 50800 h 965200"/>
                <a:gd name="connsiteX1" fmla="*/ 825500 w 890986"/>
                <a:gd name="connsiteY1" fmla="*/ 0 h 965200"/>
                <a:gd name="connsiteX2" fmla="*/ 889000 w 890986"/>
                <a:gd name="connsiteY2" fmla="*/ 444500 h 965200"/>
                <a:gd name="connsiteX3" fmla="*/ 393700 w 890986"/>
                <a:gd name="connsiteY3" fmla="*/ 965200 h 965200"/>
                <a:gd name="connsiteX4" fmla="*/ 0 w 890986"/>
                <a:gd name="connsiteY4" fmla="*/ 355600 h 965200"/>
                <a:gd name="connsiteX5" fmla="*/ 254000 w 890986"/>
                <a:gd name="connsiteY5" fmla="*/ 50800 h 965200"/>
                <a:gd name="connsiteX0" fmla="*/ 418310 w 1055296"/>
                <a:gd name="connsiteY0" fmla="*/ 50800 h 965200"/>
                <a:gd name="connsiteX1" fmla="*/ 989810 w 1055296"/>
                <a:gd name="connsiteY1" fmla="*/ 0 h 965200"/>
                <a:gd name="connsiteX2" fmla="*/ 1053310 w 1055296"/>
                <a:gd name="connsiteY2" fmla="*/ 444500 h 965200"/>
                <a:gd name="connsiteX3" fmla="*/ 558010 w 1055296"/>
                <a:gd name="connsiteY3" fmla="*/ 965200 h 965200"/>
                <a:gd name="connsiteX4" fmla="*/ 164310 w 1055296"/>
                <a:gd name="connsiteY4" fmla="*/ 355600 h 965200"/>
                <a:gd name="connsiteX5" fmla="*/ 418310 w 1055296"/>
                <a:gd name="connsiteY5" fmla="*/ 50800 h 965200"/>
                <a:gd name="connsiteX0" fmla="*/ 418310 w 1055296"/>
                <a:gd name="connsiteY0" fmla="*/ 50800 h 965200"/>
                <a:gd name="connsiteX1" fmla="*/ 989810 w 1055296"/>
                <a:gd name="connsiteY1" fmla="*/ 0 h 965200"/>
                <a:gd name="connsiteX2" fmla="*/ 1053310 w 1055296"/>
                <a:gd name="connsiteY2" fmla="*/ 444500 h 965200"/>
                <a:gd name="connsiteX3" fmla="*/ 558010 w 1055296"/>
                <a:gd name="connsiteY3" fmla="*/ 965200 h 965200"/>
                <a:gd name="connsiteX4" fmla="*/ 164310 w 1055296"/>
                <a:gd name="connsiteY4" fmla="*/ 355600 h 965200"/>
                <a:gd name="connsiteX5" fmla="*/ 418310 w 1055296"/>
                <a:gd name="connsiteY5" fmla="*/ 50800 h 965200"/>
                <a:gd name="connsiteX0" fmla="*/ 418310 w 1055296"/>
                <a:gd name="connsiteY0" fmla="*/ 384085 h 1298485"/>
                <a:gd name="connsiteX1" fmla="*/ 989810 w 1055296"/>
                <a:gd name="connsiteY1" fmla="*/ 333285 h 1298485"/>
                <a:gd name="connsiteX2" fmla="*/ 1053310 w 1055296"/>
                <a:gd name="connsiteY2" fmla="*/ 777785 h 1298485"/>
                <a:gd name="connsiteX3" fmla="*/ 558010 w 1055296"/>
                <a:gd name="connsiteY3" fmla="*/ 1298485 h 1298485"/>
                <a:gd name="connsiteX4" fmla="*/ 164310 w 1055296"/>
                <a:gd name="connsiteY4" fmla="*/ 688885 h 1298485"/>
                <a:gd name="connsiteX5" fmla="*/ 418310 w 1055296"/>
                <a:gd name="connsiteY5" fmla="*/ 384085 h 1298485"/>
                <a:gd name="connsiteX0" fmla="*/ 418310 w 1055296"/>
                <a:gd name="connsiteY0" fmla="*/ 476485 h 1390885"/>
                <a:gd name="connsiteX1" fmla="*/ 989810 w 1055296"/>
                <a:gd name="connsiteY1" fmla="*/ 425685 h 1390885"/>
                <a:gd name="connsiteX2" fmla="*/ 1053310 w 1055296"/>
                <a:gd name="connsiteY2" fmla="*/ 870185 h 1390885"/>
                <a:gd name="connsiteX3" fmla="*/ 558010 w 1055296"/>
                <a:gd name="connsiteY3" fmla="*/ 1390885 h 1390885"/>
                <a:gd name="connsiteX4" fmla="*/ 164310 w 1055296"/>
                <a:gd name="connsiteY4" fmla="*/ 781285 h 1390885"/>
                <a:gd name="connsiteX5" fmla="*/ 418310 w 1055296"/>
                <a:gd name="connsiteY5" fmla="*/ 476485 h 1390885"/>
                <a:gd name="connsiteX0" fmla="*/ 418310 w 1135940"/>
                <a:gd name="connsiteY0" fmla="*/ 476485 h 1390885"/>
                <a:gd name="connsiteX1" fmla="*/ 989810 w 1135940"/>
                <a:gd name="connsiteY1" fmla="*/ 425685 h 1390885"/>
                <a:gd name="connsiteX2" fmla="*/ 1053310 w 1135940"/>
                <a:gd name="connsiteY2" fmla="*/ 870185 h 1390885"/>
                <a:gd name="connsiteX3" fmla="*/ 558010 w 1135940"/>
                <a:gd name="connsiteY3" fmla="*/ 1390885 h 1390885"/>
                <a:gd name="connsiteX4" fmla="*/ 164310 w 1135940"/>
                <a:gd name="connsiteY4" fmla="*/ 781285 h 1390885"/>
                <a:gd name="connsiteX5" fmla="*/ 418310 w 1135940"/>
                <a:gd name="connsiteY5" fmla="*/ 476485 h 1390885"/>
                <a:gd name="connsiteX0" fmla="*/ 418310 w 1135940"/>
                <a:gd name="connsiteY0" fmla="*/ 476485 h 1390885"/>
                <a:gd name="connsiteX1" fmla="*/ 989810 w 1135940"/>
                <a:gd name="connsiteY1" fmla="*/ 425685 h 1390885"/>
                <a:gd name="connsiteX2" fmla="*/ 1053310 w 1135940"/>
                <a:gd name="connsiteY2" fmla="*/ 870185 h 1390885"/>
                <a:gd name="connsiteX3" fmla="*/ 558010 w 1135940"/>
                <a:gd name="connsiteY3" fmla="*/ 1390885 h 1390885"/>
                <a:gd name="connsiteX4" fmla="*/ 164310 w 1135940"/>
                <a:gd name="connsiteY4" fmla="*/ 781285 h 1390885"/>
                <a:gd name="connsiteX5" fmla="*/ 418310 w 1135940"/>
                <a:gd name="connsiteY5" fmla="*/ 476485 h 1390885"/>
                <a:gd name="connsiteX0" fmla="*/ 401518 w 1119148"/>
                <a:gd name="connsiteY0" fmla="*/ 476485 h 1808452"/>
                <a:gd name="connsiteX1" fmla="*/ 973018 w 1119148"/>
                <a:gd name="connsiteY1" fmla="*/ 425685 h 1808452"/>
                <a:gd name="connsiteX2" fmla="*/ 1036518 w 1119148"/>
                <a:gd name="connsiteY2" fmla="*/ 870185 h 1808452"/>
                <a:gd name="connsiteX3" fmla="*/ 669000 w 1119148"/>
                <a:gd name="connsiteY3" fmla="*/ 1808452 h 1808452"/>
                <a:gd name="connsiteX4" fmla="*/ 147518 w 1119148"/>
                <a:gd name="connsiteY4" fmla="*/ 781285 h 1808452"/>
                <a:gd name="connsiteX5" fmla="*/ 401518 w 1119148"/>
                <a:gd name="connsiteY5" fmla="*/ 476485 h 1808452"/>
                <a:gd name="connsiteX0" fmla="*/ 401518 w 1071059"/>
                <a:gd name="connsiteY0" fmla="*/ 543905 h 1875872"/>
                <a:gd name="connsiteX1" fmla="*/ 881900 w 1071059"/>
                <a:gd name="connsiteY1" fmla="*/ 333865 h 1875872"/>
                <a:gd name="connsiteX2" fmla="*/ 1036518 w 1071059"/>
                <a:gd name="connsiteY2" fmla="*/ 937605 h 1875872"/>
                <a:gd name="connsiteX3" fmla="*/ 669000 w 1071059"/>
                <a:gd name="connsiteY3" fmla="*/ 1875872 h 1875872"/>
                <a:gd name="connsiteX4" fmla="*/ 147518 w 1071059"/>
                <a:gd name="connsiteY4" fmla="*/ 848705 h 1875872"/>
                <a:gd name="connsiteX5" fmla="*/ 401518 w 1071059"/>
                <a:gd name="connsiteY5" fmla="*/ 543905 h 1875872"/>
                <a:gd name="connsiteX0" fmla="*/ 259378 w 1071059"/>
                <a:gd name="connsiteY0" fmla="*/ 521907 h 1902218"/>
                <a:gd name="connsiteX1" fmla="*/ 881900 w 1071059"/>
                <a:gd name="connsiteY1" fmla="*/ 360211 h 1902218"/>
                <a:gd name="connsiteX2" fmla="*/ 1036518 w 1071059"/>
                <a:gd name="connsiteY2" fmla="*/ 963951 h 1902218"/>
                <a:gd name="connsiteX3" fmla="*/ 669000 w 1071059"/>
                <a:gd name="connsiteY3" fmla="*/ 1902218 h 1902218"/>
                <a:gd name="connsiteX4" fmla="*/ 147518 w 1071059"/>
                <a:gd name="connsiteY4" fmla="*/ 875051 h 1902218"/>
                <a:gd name="connsiteX5" fmla="*/ 259378 w 1071059"/>
                <a:gd name="connsiteY5" fmla="*/ 521907 h 1902218"/>
                <a:gd name="connsiteX0" fmla="*/ 259378 w 1071059"/>
                <a:gd name="connsiteY0" fmla="*/ 441940 h 1822251"/>
                <a:gd name="connsiteX1" fmla="*/ 881900 w 1071059"/>
                <a:gd name="connsiteY1" fmla="*/ 280244 h 1822251"/>
                <a:gd name="connsiteX2" fmla="*/ 1036518 w 1071059"/>
                <a:gd name="connsiteY2" fmla="*/ 883984 h 1822251"/>
                <a:gd name="connsiteX3" fmla="*/ 669000 w 1071059"/>
                <a:gd name="connsiteY3" fmla="*/ 1822251 h 1822251"/>
                <a:gd name="connsiteX4" fmla="*/ 147518 w 1071059"/>
                <a:gd name="connsiteY4" fmla="*/ 795084 h 1822251"/>
                <a:gd name="connsiteX5" fmla="*/ 259378 w 1071059"/>
                <a:gd name="connsiteY5" fmla="*/ 441940 h 1822251"/>
                <a:gd name="connsiteX0" fmla="*/ 259378 w 1071059"/>
                <a:gd name="connsiteY0" fmla="*/ 497486 h 1877797"/>
                <a:gd name="connsiteX1" fmla="*/ 795848 w 1071059"/>
                <a:gd name="connsiteY1" fmla="*/ 233916 h 1877797"/>
                <a:gd name="connsiteX2" fmla="*/ 1036518 w 1071059"/>
                <a:gd name="connsiteY2" fmla="*/ 939530 h 1877797"/>
                <a:gd name="connsiteX3" fmla="*/ 669000 w 1071059"/>
                <a:gd name="connsiteY3" fmla="*/ 1877797 h 1877797"/>
                <a:gd name="connsiteX4" fmla="*/ 147518 w 1071059"/>
                <a:gd name="connsiteY4" fmla="*/ 850630 h 1877797"/>
                <a:gd name="connsiteX5" fmla="*/ 259378 w 1071059"/>
                <a:gd name="connsiteY5" fmla="*/ 497486 h 1877797"/>
                <a:gd name="connsiteX0" fmla="*/ 259378 w 1075570"/>
                <a:gd name="connsiteY0" fmla="*/ 497486 h 1877797"/>
                <a:gd name="connsiteX1" fmla="*/ 795848 w 1075570"/>
                <a:gd name="connsiteY1" fmla="*/ 233916 h 1877797"/>
                <a:gd name="connsiteX2" fmla="*/ 1047390 w 1075570"/>
                <a:gd name="connsiteY2" fmla="*/ 435756 h 1877797"/>
                <a:gd name="connsiteX3" fmla="*/ 669000 w 1075570"/>
                <a:gd name="connsiteY3" fmla="*/ 1877797 h 1877797"/>
                <a:gd name="connsiteX4" fmla="*/ 147518 w 1075570"/>
                <a:gd name="connsiteY4" fmla="*/ 850630 h 1877797"/>
                <a:gd name="connsiteX5" fmla="*/ 259378 w 1075570"/>
                <a:gd name="connsiteY5" fmla="*/ 497486 h 1877797"/>
                <a:gd name="connsiteX0" fmla="*/ 243514 w 1155570"/>
                <a:gd name="connsiteY0" fmla="*/ 497486 h 877706"/>
                <a:gd name="connsiteX1" fmla="*/ 779984 w 1155570"/>
                <a:gd name="connsiteY1" fmla="*/ 233916 h 877706"/>
                <a:gd name="connsiteX2" fmla="*/ 1031526 w 1155570"/>
                <a:gd name="connsiteY2" fmla="*/ 435756 h 877706"/>
                <a:gd name="connsiteX3" fmla="*/ 803097 w 1155570"/>
                <a:gd name="connsiteY3" fmla="*/ 808496 h 877706"/>
                <a:gd name="connsiteX4" fmla="*/ 131654 w 1155570"/>
                <a:gd name="connsiteY4" fmla="*/ 850630 h 877706"/>
                <a:gd name="connsiteX5" fmla="*/ 243514 w 1155570"/>
                <a:gd name="connsiteY5" fmla="*/ 497486 h 877706"/>
                <a:gd name="connsiteX0" fmla="*/ 27827 w 939883"/>
                <a:gd name="connsiteY0" fmla="*/ 497486 h 808496"/>
                <a:gd name="connsiteX1" fmla="*/ 564297 w 939883"/>
                <a:gd name="connsiteY1" fmla="*/ 233916 h 808496"/>
                <a:gd name="connsiteX2" fmla="*/ 815839 w 939883"/>
                <a:gd name="connsiteY2" fmla="*/ 435756 h 808496"/>
                <a:gd name="connsiteX3" fmla="*/ 587410 w 939883"/>
                <a:gd name="connsiteY3" fmla="*/ 808496 h 808496"/>
                <a:gd name="connsiteX4" fmla="*/ 220997 w 939883"/>
                <a:gd name="connsiteY4" fmla="*/ 674436 h 808496"/>
                <a:gd name="connsiteX5" fmla="*/ 27827 w 939883"/>
                <a:gd name="connsiteY5" fmla="*/ 497486 h 808496"/>
                <a:gd name="connsiteX0" fmla="*/ 99347 w 887276"/>
                <a:gd name="connsiteY0" fmla="*/ 412502 h 886548"/>
                <a:gd name="connsiteX1" fmla="*/ 511690 w 887276"/>
                <a:gd name="connsiteY1" fmla="*/ 311968 h 886548"/>
                <a:gd name="connsiteX2" fmla="*/ 763232 w 887276"/>
                <a:gd name="connsiteY2" fmla="*/ 513808 h 886548"/>
                <a:gd name="connsiteX3" fmla="*/ 534803 w 887276"/>
                <a:gd name="connsiteY3" fmla="*/ 886548 h 886548"/>
                <a:gd name="connsiteX4" fmla="*/ 168390 w 887276"/>
                <a:gd name="connsiteY4" fmla="*/ 752488 h 886548"/>
                <a:gd name="connsiteX5" fmla="*/ 99347 w 887276"/>
                <a:gd name="connsiteY5" fmla="*/ 412502 h 886548"/>
                <a:gd name="connsiteX0" fmla="*/ 57691 w 845620"/>
                <a:gd name="connsiteY0" fmla="*/ 412502 h 905384"/>
                <a:gd name="connsiteX1" fmla="*/ 470034 w 845620"/>
                <a:gd name="connsiteY1" fmla="*/ 311968 h 905384"/>
                <a:gd name="connsiteX2" fmla="*/ 721576 w 845620"/>
                <a:gd name="connsiteY2" fmla="*/ 513808 h 905384"/>
                <a:gd name="connsiteX3" fmla="*/ 493147 w 845620"/>
                <a:gd name="connsiteY3" fmla="*/ 886548 h 905384"/>
                <a:gd name="connsiteX4" fmla="*/ 126734 w 845620"/>
                <a:gd name="connsiteY4" fmla="*/ 752488 h 905384"/>
                <a:gd name="connsiteX5" fmla="*/ 57691 w 845620"/>
                <a:gd name="connsiteY5" fmla="*/ 412502 h 905384"/>
                <a:gd name="connsiteX0" fmla="*/ 57691 w 845620"/>
                <a:gd name="connsiteY0" fmla="*/ 412502 h 966637"/>
                <a:gd name="connsiteX1" fmla="*/ 470034 w 845620"/>
                <a:gd name="connsiteY1" fmla="*/ 311968 h 966637"/>
                <a:gd name="connsiteX2" fmla="*/ 721576 w 845620"/>
                <a:gd name="connsiteY2" fmla="*/ 513808 h 966637"/>
                <a:gd name="connsiteX3" fmla="*/ 493147 w 845620"/>
                <a:gd name="connsiteY3" fmla="*/ 886548 h 966637"/>
                <a:gd name="connsiteX4" fmla="*/ 126734 w 845620"/>
                <a:gd name="connsiteY4" fmla="*/ 752488 h 966637"/>
                <a:gd name="connsiteX5" fmla="*/ 57691 w 845620"/>
                <a:gd name="connsiteY5" fmla="*/ 412502 h 966637"/>
                <a:gd name="connsiteX0" fmla="*/ 57691 w 845620"/>
                <a:gd name="connsiteY0" fmla="*/ 358234 h 912369"/>
                <a:gd name="connsiteX1" fmla="*/ 470034 w 845620"/>
                <a:gd name="connsiteY1" fmla="*/ 257700 h 912369"/>
                <a:gd name="connsiteX2" fmla="*/ 721576 w 845620"/>
                <a:gd name="connsiteY2" fmla="*/ 459540 h 912369"/>
                <a:gd name="connsiteX3" fmla="*/ 493147 w 845620"/>
                <a:gd name="connsiteY3" fmla="*/ 832280 h 912369"/>
                <a:gd name="connsiteX4" fmla="*/ 126734 w 845620"/>
                <a:gd name="connsiteY4" fmla="*/ 698220 h 912369"/>
                <a:gd name="connsiteX5" fmla="*/ 57691 w 845620"/>
                <a:gd name="connsiteY5" fmla="*/ 358234 h 912369"/>
                <a:gd name="connsiteX0" fmla="*/ 57691 w 845620"/>
                <a:gd name="connsiteY0" fmla="*/ 364631 h 918766"/>
                <a:gd name="connsiteX1" fmla="*/ 436372 w 845620"/>
                <a:gd name="connsiteY1" fmla="*/ 251801 h 918766"/>
                <a:gd name="connsiteX2" fmla="*/ 721576 w 845620"/>
                <a:gd name="connsiteY2" fmla="*/ 465937 h 918766"/>
                <a:gd name="connsiteX3" fmla="*/ 493147 w 845620"/>
                <a:gd name="connsiteY3" fmla="*/ 838677 h 918766"/>
                <a:gd name="connsiteX4" fmla="*/ 126734 w 845620"/>
                <a:gd name="connsiteY4" fmla="*/ 704617 h 918766"/>
                <a:gd name="connsiteX5" fmla="*/ 57691 w 845620"/>
                <a:gd name="connsiteY5" fmla="*/ 364631 h 918766"/>
                <a:gd name="connsiteX0" fmla="*/ 57691 w 845620"/>
                <a:gd name="connsiteY0" fmla="*/ 364631 h 918766"/>
                <a:gd name="connsiteX1" fmla="*/ 436372 w 845620"/>
                <a:gd name="connsiteY1" fmla="*/ 251801 h 918766"/>
                <a:gd name="connsiteX2" fmla="*/ 721576 w 845620"/>
                <a:gd name="connsiteY2" fmla="*/ 465937 h 918766"/>
                <a:gd name="connsiteX3" fmla="*/ 493147 w 845620"/>
                <a:gd name="connsiteY3" fmla="*/ 838677 h 918766"/>
                <a:gd name="connsiteX4" fmla="*/ 126734 w 845620"/>
                <a:gd name="connsiteY4" fmla="*/ 704617 h 918766"/>
                <a:gd name="connsiteX5" fmla="*/ 57691 w 845620"/>
                <a:gd name="connsiteY5" fmla="*/ 364631 h 918766"/>
                <a:gd name="connsiteX0" fmla="*/ 57691 w 845620"/>
                <a:gd name="connsiteY0" fmla="*/ 364631 h 918766"/>
                <a:gd name="connsiteX1" fmla="*/ 436372 w 845620"/>
                <a:gd name="connsiteY1" fmla="*/ 251801 h 918766"/>
                <a:gd name="connsiteX2" fmla="*/ 721576 w 845620"/>
                <a:gd name="connsiteY2" fmla="*/ 465937 h 918766"/>
                <a:gd name="connsiteX3" fmla="*/ 493147 w 845620"/>
                <a:gd name="connsiteY3" fmla="*/ 838677 h 918766"/>
                <a:gd name="connsiteX4" fmla="*/ 126734 w 845620"/>
                <a:gd name="connsiteY4" fmla="*/ 704617 h 918766"/>
                <a:gd name="connsiteX5" fmla="*/ 57691 w 845620"/>
                <a:gd name="connsiteY5" fmla="*/ 364631 h 918766"/>
                <a:gd name="connsiteX0" fmla="*/ 57691 w 917627"/>
                <a:gd name="connsiteY0" fmla="*/ 364631 h 918766"/>
                <a:gd name="connsiteX1" fmla="*/ 436372 w 917627"/>
                <a:gd name="connsiteY1" fmla="*/ 251801 h 918766"/>
                <a:gd name="connsiteX2" fmla="*/ 721576 w 917627"/>
                <a:gd name="connsiteY2" fmla="*/ 465937 h 918766"/>
                <a:gd name="connsiteX3" fmla="*/ 493147 w 917627"/>
                <a:gd name="connsiteY3" fmla="*/ 838677 h 918766"/>
                <a:gd name="connsiteX4" fmla="*/ 126734 w 917627"/>
                <a:gd name="connsiteY4" fmla="*/ 704617 h 918766"/>
                <a:gd name="connsiteX5" fmla="*/ 57691 w 917627"/>
                <a:gd name="connsiteY5" fmla="*/ 364631 h 918766"/>
                <a:gd name="connsiteX0" fmla="*/ 57691 w 799697"/>
                <a:gd name="connsiteY0" fmla="*/ 364631 h 918766"/>
                <a:gd name="connsiteX1" fmla="*/ 436372 w 799697"/>
                <a:gd name="connsiteY1" fmla="*/ 251801 h 918766"/>
                <a:gd name="connsiteX2" fmla="*/ 721576 w 799697"/>
                <a:gd name="connsiteY2" fmla="*/ 465937 h 918766"/>
                <a:gd name="connsiteX3" fmla="*/ 493147 w 799697"/>
                <a:gd name="connsiteY3" fmla="*/ 838677 h 918766"/>
                <a:gd name="connsiteX4" fmla="*/ 126734 w 799697"/>
                <a:gd name="connsiteY4" fmla="*/ 704617 h 918766"/>
                <a:gd name="connsiteX5" fmla="*/ 57691 w 799697"/>
                <a:gd name="connsiteY5" fmla="*/ 364631 h 918766"/>
                <a:gd name="connsiteX0" fmla="*/ 65803 w 788752"/>
                <a:gd name="connsiteY0" fmla="*/ 359423 h 923546"/>
                <a:gd name="connsiteX1" fmla="*/ 425427 w 788752"/>
                <a:gd name="connsiteY1" fmla="*/ 256581 h 923546"/>
                <a:gd name="connsiteX2" fmla="*/ 710631 w 788752"/>
                <a:gd name="connsiteY2" fmla="*/ 470717 h 923546"/>
                <a:gd name="connsiteX3" fmla="*/ 482202 w 788752"/>
                <a:gd name="connsiteY3" fmla="*/ 843457 h 923546"/>
                <a:gd name="connsiteX4" fmla="*/ 115789 w 788752"/>
                <a:gd name="connsiteY4" fmla="*/ 709397 h 923546"/>
                <a:gd name="connsiteX5" fmla="*/ 65803 w 788752"/>
                <a:gd name="connsiteY5" fmla="*/ 359423 h 923546"/>
                <a:gd name="connsiteX0" fmla="*/ 65803 w 788752"/>
                <a:gd name="connsiteY0" fmla="*/ 338595 h 902718"/>
                <a:gd name="connsiteX1" fmla="*/ 425427 w 788752"/>
                <a:gd name="connsiteY1" fmla="*/ 235753 h 902718"/>
                <a:gd name="connsiteX2" fmla="*/ 710631 w 788752"/>
                <a:gd name="connsiteY2" fmla="*/ 449889 h 902718"/>
                <a:gd name="connsiteX3" fmla="*/ 482202 w 788752"/>
                <a:gd name="connsiteY3" fmla="*/ 822629 h 902718"/>
                <a:gd name="connsiteX4" fmla="*/ 115789 w 788752"/>
                <a:gd name="connsiteY4" fmla="*/ 688569 h 902718"/>
                <a:gd name="connsiteX5" fmla="*/ 65803 w 788752"/>
                <a:gd name="connsiteY5" fmla="*/ 338595 h 902718"/>
                <a:gd name="connsiteX0" fmla="*/ 65803 w 761655"/>
                <a:gd name="connsiteY0" fmla="*/ 338595 h 1029873"/>
                <a:gd name="connsiteX1" fmla="*/ 425427 w 761655"/>
                <a:gd name="connsiteY1" fmla="*/ 235753 h 1029873"/>
                <a:gd name="connsiteX2" fmla="*/ 710631 w 761655"/>
                <a:gd name="connsiteY2" fmla="*/ 449889 h 1029873"/>
                <a:gd name="connsiteX3" fmla="*/ 404437 w 761655"/>
                <a:gd name="connsiteY3" fmla="*/ 1020782 h 1029873"/>
                <a:gd name="connsiteX4" fmla="*/ 115789 w 761655"/>
                <a:gd name="connsiteY4" fmla="*/ 688569 h 1029873"/>
                <a:gd name="connsiteX5" fmla="*/ 65803 w 761655"/>
                <a:gd name="connsiteY5" fmla="*/ 338595 h 1029873"/>
                <a:gd name="connsiteX0" fmla="*/ 65803 w 716384"/>
                <a:gd name="connsiteY0" fmla="*/ 338595 h 1029873"/>
                <a:gd name="connsiteX1" fmla="*/ 425427 w 716384"/>
                <a:gd name="connsiteY1" fmla="*/ 235753 h 1029873"/>
                <a:gd name="connsiteX2" fmla="*/ 641964 w 716384"/>
                <a:gd name="connsiteY2" fmla="*/ 498799 h 1029873"/>
                <a:gd name="connsiteX3" fmla="*/ 404437 w 716384"/>
                <a:gd name="connsiteY3" fmla="*/ 1020782 h 1029873"/>
                <a:gd name="connsiteX4" fmla="*/ 115789 w 716384"/>
                <a:gd name="connsiteY4" fmla="*/ 688569 h 1029873"/>
                <a:gd name="connsiteX5" fmla="*/ 65803 w 716384"/>
                <a:gd name="connsiteY5" fmla="*/ 338595 h 1029873"/>
                <a:gd name="connsiteX0" fmla="*/ 65803 w 716384"/>
                <a:gd name="connsiteY0" fmla="*/ 338595 h 1029873"/>
                <a:gd name="connsiteX1" fmla="*/ 425427 w 716384"/>
                <a:gd name="connsiteY1" fmla="*/ 235753 h 1029873"/>
                <a:gd name="connsiteX2" fmla="*/ 641964 w 716384"/>
                <a:gd name="connsiteY2" fmla="*/ 498799 h 1029873"/>
                <a:gd name="connsiteX3" fmla="*/ 404437 w 716384"/>
                <a:gd name="connsiteY3" fmla="*/ 1020782 h 1029873"/>
                <a:gd name="connsiteX4" fmla="*/ 115789 w 716384"/>
                <a:gd name="connsiteY4" fmla="*/ 688569 h 1029873"/>
                <a:gd name="connsiteX5" fmla="*/ 65803 w 716384"/>
                <a:gd name="connsiteY5" fmla="*/ 338595 h 1029873"/>
                <a:gd name="connsiteX0" fmla="*/ 65803 w 716384"/>
                <a:gd name="connsiteY0" fmla="*/ 331981 h 1023259"/>
                <a:gd name="connsiteX1" fmla="*/ 473398 w 716384"/>
                <a:gd name="connsiteY1" fmla="*/ 241369 h 1023259"/>
                <a:gd name="connsiteX2" fmla="*/ 641964 w 716384"/>
                <a:gd name="connsiteY2" fmla="*/ 492185 h 1023259"/>
                <a:gd name="connsiteX3" fmla="*/ 404437 w 716384"/>
                <a:gd name="connsiteY3" fmla="*/ 1014168 h 1023259"/>
                <a:gd name="connsiteX4" fmla="*/ 115789 w 716384"/>
                <a:gd name="connsiteY4" fmla="*/ 681955 h 1023259"/>
                <a:gd name="connsiteX5" fmla="*/ 65803 w 716384"/>
                <a:gd name="connsiteY5" fmla="*/ 331981 h 1023259"/>
                <a:gd name="connsiteX0" fmla="*/ 65803 w 716384"/>
                <a:gd name="connsiteY0" fmla="*/ 331981 h 1023259"/>
                <a:gd name="connsiteX1" fmla="*/ 473398 w 716384"/>
                <a:gd name="connsiteY1" fmla="*/ 241369 h 1023259"/>
                <a:gd name="connsiteX2" fmla="*/ 641964 w 716384"/>
                <a:gd name="connsiteY2" fmla="*/ 492185 h 1023259"/>
                <a:gd name="connsiteX3" fmla="*/ 404437 w 716384"/>
                <a:gd name="connsiteY3" fmla="*/ 1014168 h 1023259"/>
                <a:gd name="connsiteX4" fmla="*/ 115789 w 716384"/>
                <a:gd name="connsiteY4" fmla="*/ 681955 h 1023259"/>
                <a:gd name="connsiteX5" fmla="*/ 65803 w 716384"/>
                <a:gd name="connsiteY5" fmla="*/ 331981 h 1023259"/>
                <a:gd name="connsiteX0" fmla="*/ 65803 w 846096"/>
                <a:gd name="connsiteY0" fmla="*/ 331981 h 1023259"/>
                <a:gd name="connsiteX1" fmla="*/ 473398 w 846096"/>
                <a:gd name="connsiteY1" fmla="*/ 241369 h 1023259"/>
                <a:gd name="connsiteX2" fmla="*/ 641964 w 846096"/>
                <a:gd name="connsiteY2" fmla="*/ 492185 h 1023259"/>
                <a:gd name="connsiteX3" fmla="*/ 404437 w 846096"/>
                <a:gd name="connsiteY3" fmla="*/ 1014168 h 1023259"/>
                <a:gd name="connsiteX4" fmla="*/ 115789 w 846096"/>
                <a:gd name="connsiteY4" fmla="*/ 681955 h 1023259"/>
                <a:gd name="connsiteX5" fmla="*/ 65803 w 846096"/>
                <a:gd name="connsiteY5" fmla="*/ 331981 h 1023259"/>
                <a:gd name="connsiteX0" fmla="*/ 65803 w 659717"/>
                <a:gd name="connsiteY0" fmla="*/ 331981 h 1023259"/>
                <a:gd name="connsiteX1" fmla="*/ 473398 w 659717"/>
                <a:gd name="connsiteY1" fmla="*/ 241369 h 1023259"/>
                <a:gd name="connsiteX2" fmla="*/ 641964 w 659717"/>
                <a:gd name="connsiteY2" fmla="*/ 492185 h 1023259"/>
                <a:gd name="connsiteX3" fmla="*/ 623051 w 659717"/>
                <a:gd name="connsiteY3" fmla="*/ 847102 h 1023259"/>
                <a:gd name="connsiteX4" fmla="*/ 404437 w 659717"/>
                <a:gd name="connsiteY4" fmla="*/ 1014168 h 1023259"/>
                <a:gd name="connsiteX5" fmla="*/ 115789 w 659717"/>
                <a:gd name="connsiteY5" fmla="*/ 681955 h 1023259"/>
                <a:gd name="connsiteX6" fmla="*/ 65803 w 659717"/>
                <a:gd name="connsiteY6" fmla="*/ 331981 h 1023259"/>
                <a:gd name="connsiteX0" fmla="*/ 65803 w 839877"/>
                <a:gd name="connsiteY0" fmla="*/ 331981 h 1023259"/>
                <a:gd name="connsiteX1" fmla="*/ 473398 w 839877"/>
                <a:gd name="connsiteY1" fmla="*/ 241369 h 1023259"/>
                <a:gd name="connsiteX2" fmla="*/ 641964 w 839877"/>
                <a:gd name="connsiteY2" fmla="*/ 492185 h 1023259"/>
                <a:gd name="connsiteX3" fmla="*/ 623051 w 839877"/>
                <a:gd name="connsiteY3" fmla="*/ 847102 h 1023259"/>
                <a:gd name="connsiteX4" fmla="*/ 404437 w 839877"/>
                <a:gd name="connsiteY4" fmla="*/ 1014168 h 1023259"/>
                <a:gd name="connsiteX5" fmla="*/ 115789 w 839877"/>
                <a:gd name="connsiteY5" fmla="*/ 681955 h 1023259"/>
                <a:gd name="connsiteX6" fmla="*/ 65803 w 839877"/>
                <a:gd name="connsiteY6" fmla="*/ 331981 h 1023259"/>
                <a:gd name="connsiteX0" fmla="*/ 65803 w 839877"/>
                <a:gd name="connsiteY0" fmla="*/ 331981 h 998613"/>
                <a:gd name="connsiteX1" fmla="*/ 473398 w 839877"/>
                <a:gd name="connsiteY1" fmla="*/ 241369 h 998613"/>
                <a:gd name="connsiteX2" fmla="*/ 641964 w 839877"/>
                <a:gd name="connsiteY2" fmla="*/ 492185 h 998613"/>
                <a:gd name="connsiteX3" fmla="*/ 623051 w 839877"/>
                <a:gd name="connsiteY3" fmla="*/ 847102 h 998613"/>
                <a:gd name="connsiteX4" fmla="*/ 416980 w 839877"/>
                <a:gd name="connsiteY4" fmla="*/ 985010 h 998613"/>
                <a:gd name="connsiteX5" fmla="*/ 115789 w 839877"/>
                <a:gd name="connsiteY5" fmla="*/ 681955 h 998613"/>
                <a:gd name="connsiteX6" fmla="*/ 65803 w 839877"/>
                <a:gd name="connsiteY6" fmla="*/ 331981 h 998613"/>
                <a:gd name="connsiteX0" fmla="*/ 65803 w 839877"/>
                <a:gd name="connsiteY0" fmla="*/ 331981 h 998613"/>
                <a:gd name="connsiteX1" fmla="*/ 473398 w 839877"/>
                <a:gd name="connsiteY1" fmla="*/ 241369 h 998613"/>
                <a:gd name="connsiteX2" fmla="*/ 641964 w 839877"/>
                <a:gd name="connsiteY2" fmla="*/ 492185 h 998613"/>
                <a:gd name="connsiteX3" fmla="*/ 623051 w 839877"/>
                <a:gd name="connsiteY3" fmla="*/ 847102 h 998613"/>
                <a:gd name="connsiteX4" fmla="*/ 416980 w 839877"/>
                <a:gd name="connsiteY4" fmla="*/ 985010 h 998613"/>
                <a:gd name="connsiteX5" fmla="*/ 115789 w 839877"/>
                <a:gd name="connsiteY5" fmla="*/ 681955 h 998613"/>
                <a:gd name="connsiteX6" fmla="*/ 65803 w 839877"/>
                <a:gd name="connsiteY6" fmla="*/ 331981 h 998613"/>
                <a:gd name="connsiteX0" fmla="*/ 140391 w 914465"/>
                <a:gd name="connsiteY0" fmla="*/ 331981 h 1026030"/>
                <a:gd name="connsiteX1" fmla="*/ 547986 w 914465"/>
                <a:gd name="connsiteY1" fmla="*/ 241369 h 1026030"/>
                <a:gd name="connsiteX2" fmla="*/ 716552 w 914465"/>
                <a:gd name="connsiteY2" fmla="*/ 492185 h 1026030"/>
                <a:gd name="connsiteX3" fmla="*/ 697639 w 914465"/>
                <a:gd name="connsiteY3" fmla="*/ 847102 h 1026030"/>
                <a:gd name="connsiteX4" fmla="*/ 491568 w 914465"/>
                <a:gd name="connsiteY4" fmla="*/ 985010 h 1026030"/>
                <a:gd name="connsiteX5" fmla="*/ 70290 w 914465"/>
                <a:gd name="connsiteY5" fmla="*/ 772249 h 1026030"/>
                <a:gd name="connsiteX6" fmla="*/ 140391 w 914465"/>
                <a:gd name="connsiteY6" fmla="*/ 331981 h 1026030"/>
                <a:gd name="connsiteX0" fmla="*/ 140391 w 914465"/>
                <a:gd name="connsiteY0" fmla="*/ 331981 h 995547"/>
                <a:gd name="connsiteX1" fmla="*/ 547986 w 914465"/>
                <a:gd name="connsiteY1" fmla="*/ 241369 h 995547"/>
                <a:gd name="connsiteX2" fmla="*/ 716552 w 914465"/>
                <a:gd name="connsiteY2" fmla="*/ 492185 h 995547"/>
                <a:gd name="connsiteX3" fmla="*/ 697639 w 914465"/>
                <a:gd name="connsiteY3" fmla="*/ 847102 h 995547"/>
                <a:gd name="connsiteX4" fmla="*/ 491568 w 914465"/>
                <a:gd name="connsiteY4" fmla="*/ 985010 h 995547"/>
                <a:gd name="connsiteX5" fmla="*/ 70290 w 914465"/>
                <a:gd name="connsiteY5" fmla="*/ 772249 h 995547"/>
                <a:gd name="connsiteX6" fmla="*/ 140391 w 914465"/>
                <a:gd name="connsiteY6" fmla="*/ 331981 h 995547"/>
                <a:gd name="connsiteX0" fmla="*/ 124524 w 920236"/>
                <a:gd name="connsiteY0" fmla="*/ 385023 h 957037"/>
                <a:gd name="connsiteX1" fmla="*/ 553757 w 920236"/>
                <a:gd name="connsiteY1" fmla="*/ 202859 h 957037"/>
                <a:gd name="connsiteX2" fmla="*/ 722323 w 920236"/>
                <a:gd name="connsiteY2" fmla="*/ 453675 h 957037"/>
                <a:gd name="connsiteX3" fmla="*/ 703410 w 920236"/>
                <a:gd name="connsiteY3" fmla="*/ 808592 h 957037"/>
                <a:gd name="connsiteX4" fmla="*/ 497339 w 920236"/>
                <a:gd name="connsiteY4" fmla="*/ 946500 h 957037"/>
                <a:gd name="connsiteX5" fmla="*/ 76061 w 920236"/>
                <a:gd name="connsiteY5" fmla="*/ 733739 h 957037"/>
                <a:gd name="connsiteX6" fmla="*/ 124524 w 920236"/>
                <a:gd name="connsiteY6" fmla="*/ 385023 h 957037"/>
                <a:gd name="connsiteX0" fmla="*/ 138979 w 914937"/>
                <a:gd name="connsiteY0" fmla="*/ 366321 h 969060"/>
                <a:gd name="connsiteX1" fmla="*/ 548458 w 914937"/>
                <a:gd name="connsiteY1" fmla="*/ 214882 h 969060"/>
                <a:gd name="connsiteX2" fmla="*/ 717024 w 914937"/>
                <a:gd name="connsiteY2" fmla="*/ 465698 h 969060"/>
                <a:gd name="connsiteX3" fmla="*/ 698111 w 914937"/>
                <a:gd name="connsiteY3" fmla="*/ 820615 h 969060"/>
                <a:gd name="connsiteX4" fmla="*/ 492040 w 914937"/>
                <a:gd name="connsiteY4" fmla="*/ 958523 h 969060"/>
                <a:gd name="connsiteX5" fmla="*/ 70762 w 914937"/>
                <a:gd name="connsiteY5" fmla="*/ 745762 h 969060"/>
                <a:gd name="connsiteX6" fmla="*/ 138979 w 914937"/>
                <a:gd name="connsiteY6" fmla="*/ 366321 h 969060"/>
                <a:gd name="connsiteX0" fmla="*/ 138979 w 914937"/>
                <a:gd name="connsiteY0" fmla="*/ 395581 h 998320"/>
                <a:gd name="connsiteX1" fmla="*/ 548458 w 914937"/>
                <a:gd name="connsiteY1" fmla="*/ 244142 h 998320"/>
                <a:gd name="connsiteX2" fmla="*/ 717024 w 914937"/>
                <a:gd name="connsiteY2" fmla="*/ 494958 h 998320"/>
                <a:gd name="connsiteX3" fmla="*/ 698111 w 914937"/>
                <a:gd name="connsiteY3" fmla="*/ 849875 h 998320"/>
                <a:gd name="connsiteX4" fmla="*/ 492040 w 914937"/>
                <a:gd name="connsiteY4" fmla="*/ 987783 h 998320"/>
                <a:gd name="connsiteX5" fmla="*/ 70762 w 914937"/>
                <a:gd name="connsiteY5" fmla="*/ 775022 h 998320"/>
                <a:gd name="connsiteX6" fmla="*/ 138979 w 914937"/>
                <a:gd name="connsiteY6" fmla="*/ 395581 h 998320"/>
                <a:gd name="connsiteX0" fmla="*/ 174943 w 950901"/>
                <a:gd name="connsiteY0" fmla="*/ 395581 h 998320"/>
                <a:gd name="connsiteX1" fmla="*/ 584422 w 950901"/>
                <a:gd name="connsiteY1" fmla="*/ 244142 h 998320"/>
                <a:gd name="connsiteX2" fmla="*/ 752988 w 950901"/>
                <a:gd name="connsiteY2" fmla="*/ 494958 h 998320"/>
                <a:gd name="connsiteX3" fmla="*/ 734075 w 950901"/>
                <a:gd name="connsiteY3" fmla="*/ 849875 h 998320"/>
                <a:gd name="connsiteX4" fmla="*/ 528004 w 950901"/>
                <a:gd name="connsiteY4" fmla="*/ 987783 h 998320"/>
                <a:gd name="connsiteX5" fmla="*/ 106726 w 950901"/>
                <a:gd name="connsiteY5" fmla="*/ 775022 h 998320"/>
                <a:gd name="connsiteX6" fmla="*/ 174943 w 950901"/>
                <a:gd name="connsiteY6" fmla="*/ 395581 h 998320"/>
                <a:gd name="connsiteX0" fmla="*/ 205514 w 981472"/>
                <a:gd name="connsiteY0" fmla="*/ 395581 h 998320"/>
                <a:gd name="connsiteX1" fmla="*/ 614993 w 981472"/>
                <a:gd name="connsiteY1" fmla="*/ 244142 h 998320"/>
                <a:gd name="connsiteX2" fmla="*/ 783559 w 981472"/>
                <a:gd name="connsiteY2" fmla="*/ 494958 h 998320"/>
                <a:gd name="connsiteX3" fmla="*/ 764646 w 981472"/>
                <a:gd name="connsiteY3" fmla="*/ 849875 h 998320"/>
                <a:gd name="connsiteX4" fmla="*/ 558575 w 981472"/>
                <a:gd name="connsiteY4" fmla="*/ 987783 h 998320"/>
                <a:gd name="connsiteX5" fmla="*/ 137297 w 981472"/>
                <a:gd name="connsiteY5" fmla="*/ 775022 h 998320"/>
                <a:gd name="connsiteX6" fmla="*/ 205514 w 981472"/>
                <a:gd name="connsiteY6" fmla="*/ 395581 h 998320"/>
                <a:gd name="connsiteX0" fmla="*/ 203182 w 982904"/>
                <a:gd name="connsiteY0" fmla="*/ 415154 h 983091"/>
                <a:gd name="connsiteX1" fmla="*/ 616425 w 982904"/>
                <a:gd name="connsiteY1" fmla="*/ 228913 h 983091"/>
                <a:gd name="connsiteX2" fmla="*/ 784991 w 982904"/>
                <a:gd name="connsiteY2" fmla="*/ 479729 h 983091"/>
                <a:gd name="connsiteX3" fmla="*/ 766078 w 982904"/>
                <a:gd name="connsiteY3" fmla="*/ 834646 h 983091"/>
                <a:gd name="connsiteX4" fmla="*/ 560007 w 982904"/>
                <a:gd name="connsiteY4" fmla="*/ 972554 h 983091"/>
                <a:gd name="connsiteX5" fmla="*/ 138729 w 982904"/>
                <a:gd name="connsiteY5" fmla="*/ 759793 h 983091"/>
                <a:gd name="connsiteX6" fmla="*/ 203182 w 982904"/>
                <a:gd name="connsiteY6" fmla="*/ 415154 h 983091"/>
                <a:gd name="connsiteX0" fmla="*/ 203182 w 982904"/>
                <a:gd name="connsiteY0" fmla="*/ 439435 h 1007372"/>
                <a:gd name="connsiteX1" fmla="*/ 616425 w 982904"/>
                <a:gd name="connsiteY1" fmla="*/ 253194 h 1007372"/>
                <a:gd name="connsiteX2" fmla="*/ 784991 w 982904"/>
                <a:gd name="connsiteY2" fmla="*/ 504010 h 1007372"/>
                <a:gd name="connsiteX3" fmla="*/ 766078 w 982904"/>
                <a:gd name="connsiteY3" fmla="*/ 858927 h 1007372"/>
                <a:gd name="connsiteX4" fmla="*/ 560007 w 982904"/>
                <a:gd name="connsiteY4" fmla="*/ 996835 h 1007372"/>
                <a:gd name="connsiteX5" fmla="*/ 138729 w 982904"/>
                <a:gd name="connsiteY5" fmla="*/ 784074 h 1007372"/>
                <a:gd name="connsiteX6" fmla="*/ 203182 w 982904"/>
                <a:gd name="connsiteY6" fmla="*/ 439435 h 1007372"/>
                <a:gd name="connsiteX0" fmla="*/ 203860 w 983582"/>
                <a:gd name="connsiteY0" fmla="*/ 439435 h 1007372"/>
                <a:gd name="connsiteX1" fmla="*/ 617103 w 983582"/>
                <a:gd name="connsiteY1" fmla="*/ 253194 h 1007372"/>
                <a:gd name="connsiteX2" fmla="*/ 785669 w 983582"/>
                <a:gd name="connsiteY2" fmla="*/ 504010 h 1007372"/>
                <a:gd name="connsiteX3" fmla="*/ 766756 w 983582"/>
                <a:gd name="connsiteY3" fmla="*/ 858927 h 1007372"/>
                <a:gd name="connsiteX4" fmla="*/ 560685 w 983582"/>
                <a:gd name="connsiteY4" fmla="*/ 996835 h 1007372"/>
                <a:gd name="connsiteX5" fmla="*/ 139407 w 983582"/>
                <a:gd name="connsiteY5" fmla="*/ 784074 h 1007372"/>
                <a:gd name="connsiteX6" fmla="*/ 203860 w 983582"/>
                <a:gd name="connsiteY6" fmla="*/ 439435 h 1007372"/>
                <a:gd name="connsiteX0" fmla="*/ 165065 w 944787"/>
                <a:gd name="connsiteY0" fmla="*/ 439435 h 1007372"/>
                <a:gd name="connsiteX1" fmla="*/ 578308 w 944787"/>
                <a:gd name="connsiteY1" fmla="*/ 253194 h 1007372"/>
                <a:gd name="connsiteX2" fmla="*/ 746874 w 944787"/>
                <a:gd name="connsiteY2" fmla="*/ 504010 h 1007372"/>
                <a:gd name="connsiteX3" fmla="*/ 727961 w 944787"/>
                <a:gd name="connsiteY3" fmla="*/ 858927 h 1007372"/>
                <a:gd name="connsiteX4" fmla="*/ 521890 w 944787"/>
                <a:gd name="connsiteY4" fmla="*/ 996835 h 1007372"/>
                <a:gd name="connsiteX5" fmla="*/ 100612 w 944787"/>
                <a:gd name="connsiteY5" fmla="*/ 784074 h 1007372"/>
                <a:gd name="connsiteX6" fmla="*/ 165065 w 944787"/>
                <a:gd name="connsiteY6" fmla="*/ 439435 h 1007372"/>
                <a:gd name="connsiteX0" fmla="*/ 167589 w 947311"/>
                <a:gd name="connsiteY0" fmla="*/ 439435 h 1007372"/>
                <a:gd name="connsiteX1" fmla="*/ 580832 w 947311"/>
                <a:gd name="connsiteY1" fmla="*/ 253194 h 1007372"/>
                <a:gd name="connsiteX2" fmla="*/ 749398 w 947311"/>
                <a:gd name="connsiteY2" fmla="*/ 504010 h 1007372"/>
                <a:gd name="connsiteX3" fmla="*/ 730485 w 947311"/>
                <a:gd name="connsiteY3" fmla="*/ 858927 h 1007372"/>
                <a:gd name="connsiteX4" fmla="*/ 524414 w 947311"/>
                <a:gd name="connsiteY4" fmla="*/ 996835 h 1007372"/>
                <a:gd name="connsiteX5" fmla="*/ 103136 w 947311"/>
                <a:gd name="connsiteY5" fmla="*/ 784074 h 1007372"/>
                <a:gd name="connsiteX6" fmla="*/ 167589 w 947311"/>
                <a:gd name="connsiteY6" fmla="*/ 439435 h 1007372"/>
                <a:gd name="connsiteX0" fmla="*/ 167589 w 750069"/>
                <a:gd name="connsiteY0" fmla="*/ 439435 h 1007372"/>
                <a:gd name="connsiteX1" fmla="*/ 580832 w 750069"/>
                <a:gd name="connsiteY1" fmla="*/ 253194 h 1007372"/>
                <a:gd name="connsiteX2" fmla="*/ 749398 w 750069"/>
                <a:gd name="connsiteY2" fmla="*/ 504010 h 1007372"/>
                <a:gd name="connsiteX3" fmla="*/ 524414 w 750069"/>
                <a:gd name="connsiteY3" fmla="*/ 996835 h 1007372"/>
                <a:gd name="connsiteX4" fmla="*/ 103136 w 750069"/>
                <a:gd name="connsiteY4" fmla="*/ 784074 h 1007372"/>
                <a:gd name="connsiteX5" fmla="*/ 167589 w 750069"/>
                <a:gd name="connsiteY5" fmla="*/ 439435 h 1007372"/>
                <a:gd name="connsiteX0" fmla="*/ 167589 w 761646"/>
                <a:gd name="connsiteY0" fmla="*/ 439435 h 1007372"/>
                <a:gd name="connsiteX1" fmla="*/ 580832 w 761646"/>
                <a:gd name="connsiteY1" fmla="*/ 253194 h 1007372"/>
                <a:gd name="connsiteX2" fmla="*/ 761341 w 761646"/>
                <a:gd name="connsiteY2" fmla="*/ 585650 h 1007372"/>
                <a:gd name="connsiteX3" fmla="*/ 524414 w 761646"/>
                <a:gd name="connsiteY3" fmla="*/ 996835 h 1007372"/>
                <a:gd name="connsiteX4" fmla="*/ 103136 w 761646"/>
                <a:gd name="connsiteY4" fmla="*/ 784074 h 1007372"/>
                <a:gd name="connsiteX5" fmla="*/ 167589 w 761646"/>
                <a:gd name="connsiteY5" fmla="*/ 439435 h 1007372"/>
                <a:gd name="connsiteX0" fmla="*/ 167589 w 779109"/>
                <a:gd name="connsiteY0" fmla="*/ 439435 h 1007372"/>
                <a:gd name="connsiteX1" fmla="*/ 580832 w 779109"/>
                <a:gd name="connsiteY1" fmla="*/ 253194 h 1007372"/>
                <a:gd name="connsiteX2" fmla="*/ 761341 w 779109"/>
                <a:gd name="connsiteY2" fmla="*/ 585650 h 1007372"/>
                <a:gd name="connsiteX3" fmla="*/ 524414 w 779109"/>
                <a:gd name="connsiteY3" fmla="*/ 996835 h 1007372"/>
                <a:gd name="connsiteX4" fmla="*/ 103136 w 779109"/>
                <a:gd name="connsiteY4" fmla="*/ 784074 h 1007372"/>
                <a:gd name="connsiteX5" fmla="*/ 167589 w 779109"/>
                <a:gd name="connsiteY5" fmla="*/ 439435 h 1007372"/>
                <a:gd name="connsiteX0" fmla="*/ 167589 w 777845"/>
                <a:gd name="connsiteY0" fmla="*/ 439435 h 967499"/>
                <a:gd name="connsiteX1" fmla="*/ 580832 w 777845"/>
                <a:gd name="connsiteY1" fmla="*/ 253194 h 967499"/>
                <a:gd name="connsiteX2" fmla="*/ 761341 w 777845"/>
                <a:gd name="connsiteY2" fmla="*/ 585650 h 967499"/>
                <a:gd name="connsiteX3" fmla="*/ 503231 w 777845"/>
                <a:gd name="connsiteY3" fmla="*/ 943231 h 967499"/>
                <a:gd name="connsiteX4" fmla="*/ 103136 w 777845"/>
                <a:gd name="connsiteY4" fmla="*/ 784074 h 967499"/>
                <a:gd name="connsiteX5" fmla="*/ 167589 w 777845"/>
                <a:gd name="connsiteY5" fmla="*/ 439435 h 967499"/>
                <a:gd name="connsiteX0" fmla="*/ 137733 w 747989"/>
                <a:gd name="connsiteY0" fmla="*/ 439435 h 946366"/>
                <a:gd name="connsiteX1" fmla="*/ 550976 w 747989"/>
                <a:gd name="connsiteY1" fmla="*/ 253194 h 946366"/>
                <a:gd name="connsiteX2" fmla="*/ 731485 w 747989"/>
                <a:gd name="connsiteY2" fmla="*/ 585650 h 946366"/>
                <a:gd name="connsiteX3" fmla="*/ 473375 w 747989"/>
                <a:gd name="connsiteY3" fmla="*/ 943231 h 946366"/>
                <a:gd name="connsiteX4" fmla="*/ 135771 w 747989"/>
                <a:gd name="connsiteY4" fmla="*/ 629839 h 946366"/>
                <a:gd name="connsiteX5" fmla="*/ 137733 w 747989"/>
                <a:gd name="connsiteY5" fmla="*/ 439435 h 946366"/>
                <a:gd name="connsiteX0" fmla="*/ 137733 w 747989"/>
                <a:gd name="connsiteY0" fmla="*/ 439435 h 945724"/>
                <a:gd name="connsiteX1" fmla="*/ 550976 w 747989"/>
                <a:gd name="connsiteY1" fmla="*/ 253194 h 945724"/>
                <a:gd name="connsiteX2" fmla="*/ 731485 w 747989"/>
                <a:gd name="connsiteY2" fmla="*/ 585650 h 945724"/>
                <a:gd name="connsiteX3" fmla="*/ 473375 w 747989"/>
                <a:gd name="connsiteY3" fmla="*/ 943231 h 945724"/>
                <a:gd name="connsiteX4" fmla="*/ 135771 w 747989"/>
                <a:gd name="connsiteY4" fmla="*/ 629839 h 945724"/>
                <a:gd name="connsiteX5" fmla="*/ 137733 w 747989"/>
                <a:gd name="connsiteY5" fmla="*/ 439435 h 945724"/>
                <a:gd name="connsiteX0" fmla="*/ 137733 w 747989"/>
                <a:gd name="connsiteY0" fmla="*/ 439435 h 1019313"/>
                <a:gd name="connsiteX1" fmla="*/ 550976 w 747989"/>
                <a:gd name="connsiteY1" fmla="*/ 253194 h 1019313"/>
                <a:gd name="connsiteX2" fmla="*/ 731485 w 747989"/>
                <a:gd name="connsiteY2" fmla="*/ 585650 h 1019313"/>
                <a:gd name="connsiteX3" fmla="*/ 473375 w 747989"/>
                <a:gd name="connsiteY3" fmla="*/ 943231 h 1019313"/>
                <a:gd name="connsiteX4" fmla="*/ 135771 w 747989"/>
                <a:gd name="connsiteY4" fmla="*/ 629839 h 1019313"/>
                <a:gd name="connsiteX5" fmla="*/ 137733 w 747989"/>
                <a:gd name="connsiteY5" fmla="*/ 439435 h 1019313"/>
                <a:gd name="connsiteX0" fmla="*/ 137733 w 747989"/>
                <a:gd name="connsiteY0" fmla="*/ 439435 h 1010236"/>
                <a:gd name="connsiteX1" fmla="*/ 550976 w 747989"/>
                <a:gd name="connsiteY1" fmla="*/ 253194 h 1010236"/>
                <a:gd name="connsiteX2" fmla="*/ 731485 w 747989"/>
                <a:gd name="connsiteY2" fmla="*/ 585650 h 1010236"/>
                <a:gd name="connsiteX3" fmla="*/ 473375 w 747989"/>
                <a:gd name="connsiteY3" fmla="*/ 943231 h 1010236"/>
                <a:gd name="connsiteX4" fmla="*/ 135771 w 747989"/>
                <a:gd name="connsiteY4" fmla="*/ 629839 h 1010236"/>
                <a:gd name="connsiteX5" fmla="*/ 137733 w 747989"/>
                <a:gd name="connsiteY5" fmla="*/ 439435 h 1010236"/>
                <a:gd name="connsiteX0" fmla="*/ 235521 w 678428"/>
                <a:gd name="connsiteY0" fmla="*/ 346376 h 1118440"/>
                <a:gd name="connsiteX1" fmla="*/ 481415 w 678428"/>
                <a:gd name="connsiteY1" fmla="*/ 361398 h 1118440"/>
                <a:gd name="connsiteX2" fmla="*/ 661924 w 678428"/>
                <a:gd name="connsiteY2" fmla="*/ 693854 h 1118440"/>
                <a:gd name="connsiteX3" fmla="*/ 403814 w 678428"/>
                <a:gd name="connsiteY3" fmla="*/ 1051435 h 1118440"/>
                <a:gd name="connsiteX4" fmla="*/ 66210 w 678428"/>
                <a:gd name="connsiteY4" fmla="*/ 738043 h 1118440"/>
                <a:gd name="connsiteX5" fmla="*/ 235521 w 678428"/>
                <a:gd name="connsiteY5" fmla="*/ 346376 h 1118440"/>
                <a:gd name="connsiteX0" fmla="*/ 229547 w 672454"/>
                <a:gd name="connsiteY0" fmla="*/ 346376 h 1118440"/>
                <a:gd name="connsiteX1" fmla="*/ 475441 w 672454"/>
                <a:gd name="connsiteY1" fmla="*/ 361398 h 1118440"/>
                <a:gd name="connsiteX2" fmla="*/ 655950 w 672454"/>
                <a:gd name="connsiteY2" fmla="*/ 693854 h 1118440"/>
                <a:gd name="connsiteX3" fmla="*/ 397840 w 672454"/>
                <a:gd name="connsiteY3" fmla="*/ 1051435 h 1118440"/>
                <a:gd name="connsiteX4" fmla="*/ 60236 w 672454"/>
                <a:gd name="connsiteY4" fmla="*/ 738043 h 1118440"/>
                <a:gd name="connsiteX5" fmla="*/ 229547 w 672454"/>
                <a:gd name="connsiteY5" fmla="*/ 346376 h 1118440"/>
                <a:gd name="connsiteX0" fmla="*/ 229547 w 672454"/>
                <a:gd name="connsiteY0" fmla="*/ 234881 h 1006945"/>
                <a:gd name="connsiteX1" fmla="*/ 475441 w 672454"/>
                <a:gd name="connsiteY1" fmla="*/ 249903 h 1006945"/>
                <a:gd name="connsiteX2" fmla="*/ 655950 w 672454"/>
                <a:gd name="connsiteY2" fmla="*/ 582359 h 1006945"/>
                <a:gd name="connsiteX3" fmla="*/ 397840 w 672454"/>
                <a:gd name="connsiteY3" fmla="*/ 939940 h 1006945"/>
                <a:gd name="connsiteX4" fmla="*/ 60236 w 672454"/>
                <a:gd name="connsiteY4" fmla="*/ 626548 h 1006945"/>
                <a:gd name="connsiteX5" fmla="*/ 229547 w 672454"/>
                <a:gd name="connsiteY5" fmla="*/ 234881 h 1006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2454" h="1006945">
                  <a:moveTo>
                    <a:pt x="229547" y="234881"/>
                  </a:moveTo>
                  <a:cubicBezTo>
                    <a:pt x="412793" y="-85302"/>
                    <a:pt x="437341" y="-76064"/>
                    <a:pt x="475441" y="249903"/>
                  </a:cubicBezTo>
                  <a:cubicBezTo>
                    <a:pt x="652531" y="325899"/>
                    <a:pt x="658204" y="398384"/>
                    <a:pt x="655950" y="582359"/>
                  </a:cubicBezTo>
                  <a:cubicBezTo>
                    <a:pt x="735824" y="883360"/>
                    <a:pt x="505550" y="893263"/>
                    <a:pt x="397840" y="939940"/>
                  </a:cubicBezTo>
                  <a:cubicBezTo>
                    <a:pt x="401462" y="1164422"/>
                    <a:pt x="-185766" y="764299"/>
                    <a:pt x="60236" y="626548"/>
                  </a:cubicBezTo>
                  <a:cubicBezTo>
                    <a:pt x="71667" y="449828"/>
                    <a:pt x="5357" y="302613"/>
                    <a:pt x="229547" y="234881"/>
                  </a:cubicBezTo>
                  <a:close/>
                </a:path>
              </a:pathLst>
            </a:custGeom>
            <a:solidFill>
              <a:srgbClr val="769324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4">
              <a:extLst>
                <a:ext uri="{FF2B5EF4-FFF2-40B4-BE49-F238E27FC236}">
                  <a16:creationId xmlns:a16="http://schemas.microsoft.com/office/drawing/2014/main" id="{D224231D-642F-87A0-0130-17EF3A704D4F}"/>
                </a:ext>
              </a:extLst>
            </p:cNvPr>
            <p:cNvSpPr/>
            <p:nvPr/>
          </p:nvSpPr>
          <p:spPr>
            <a:xfrm rot="1964254" flipH="1">
              <a:off x="6914737" y="532111"/>
              <a:ext cx="1383308" cy="1471010"/>
            </a:xfrm>
            <a:custGeom>
              <a:avLst/>
              <a:gdLst>
                <a:gd name="connsiteX0" fmla="*/ 0 w 457200"/>
                <a:gd name="connsiteY0" fmla="*/ 0 h 736600"/>
                <a:gd name="connsiteX1" fmla="*/ 457200 w 457200"/>
                <a:gd name="connsiteY1" fmla="*/ 0 h 736600"/>
                <a:gd name="connsiteX2" fmla="*/ 457200 w 457200"/>
                <a:gd name="connsiteY2" fmla="*/ 736600 h 736600"/>
                <a:gd name="connsiteX3" fmla="*/ 0 w 457200"/>
                <a:gd name="connsiteY3" fmla="*/ 736600 h 736600"/>
                <a:gd name="connsiteX4" fmla="*/ 0 w 457200"/>
                <a:gd name="connsiteY4" fmla="*/ 0 h 736600"/>
                <a:gd name="connsiteX0" fmla="*/ 12700 w 457200"/>
                <a:gd name="connsiteY0" fmla="*/ 0 h 800100"/>
                <a:gd name="connsiteX1" fmla="*/ 457200 w 457200"/>
                <a:gd name="connsiteY1" fmla="*/ 63500 h 800100"/>
                <a:gd name="connsiteX2" fmla="*/ 457200 w 457200"/>
                <a:gd name="connsiteY2" fmla="*/ 800100 h 800100"/>
                <a:gd name="connsiteX3" fmla="*/ 0 w 457200"/>
                <a:gd name="connsiteY3" fmla="*/ 800100 h 800100"/>
                <a:gd name="connsiteX4" fmla="*/ 12700 w 457200"/>
                <a:gd name="connsiteY4" fmla="*/ 0 h 800100"/>
                <a:gd name="connsiteX0" fmla="*/ 12700 w 584200"/>
                <a:gd name="connsiteY0" fmla="*/ 50800 h 850900"/>
                <a:gd name="connsiteX1" fmla="*/ 584200 w 584200"/>
                <a:gd name="connsiteY1" fmla="*/ 0 h 850900"/>
                <a:gd name="connsiteX2" fmla="*/ 457200 w 584200"/>
                <a:gd name="connsiteY2" fmla="*/ 850900 h 850900"/>
                <a:gd name="connsiteX3" fmla="*/ 0 w 584200"/>
                <a:gd name="connsiteY3" fmla="*/ 850900 h 850900"/>
                <a:gd name="connsiteX4" fmla="*/ 12700 w 584200"/>
                <a:gd name="connsiteY4" fmla="*/ 50800 h 850900"/>
                <a:gd name="connsiteX0" fmla="*/ 12700 w 649686"/>
                <a:gd name="connsiteY0" fmla="*/ 50800 h 850900"/>
                <a:gd name="connsiteX1" fmla="*/ 584200 w 649686"/>
                <a:gd name="connsiteY1" fmla="*/ 0 h 850900"/>
                <a:gd name="connsiteX2" fmla="*/ 647700 w 649686"/>
                <a:gd name="connsiteY2" fmla="*/ 444500 h 850900"/>
                <a:gd name="connsiteX3" fmla="*/ 457200 w 649686"/>
                <a:gd name="connsiteY3" fmla="*/ 850900 h 850900"/>
                <a:gd name="connsiteX4" fmla="*/ 0 w 649686"/>
                <a:gd name="connsiteY4" fmla="*/ 850900 h 850900"/>
                <a:gd name="connsiteX5" fmla="*/ 12700 w 649686"/>
                <a:gd name="connsiteY5" fmla="*/ 50800 h 850900"/>
                <a:gd name="connsiteX0" fmla="*/ 12700 w 649686"/>
                <a:gd name="connsiteY0" fmla="*/ 50800 h 965200"/>
                <a:gd name="connsiteX1" fmla="*/ 584200 w 649686"/>
                <a:gd name="connsiteY1" fmla="*/ 0 h 965200"/>
                <a:gd name="connsiteX2" fmla="*/ 647700 w 649686"/>
                <a:gd name="connsiteY2" fmla="*/ 444500 h 965200"/>
                <a:gd name="connsiteX3" fmla="*/ 152400 w 649686"/>
                <a:gd name="connsiteY3" fmla="*/ 965200 h 965200"/>
                <a:gd name="connsiteX4" fmla="*/ 0 w 649686"/>
                <a:gd name="connsiteY4" fmla="*/ 850900 h 965200"/>
                <a:gd name="connsiteX5" fmla="*/ 12700 w 649686"/>
                <a:gd name="connsiteY5" fmla="*/ 50800 h 965200"/>
                <a:gd name="connsiteX0" fmla="*/ 254000 w 890986"/>
                <a:gd name="connsiteY0" fmla="*/ 50800 h 965200"/>
                <a:gd name="connsiteX1" fmla="*/ 825500 w 890986"/>
                <a:gd name="connsiteY1" fmla="*/ 0 h 965200"/>
                <a:gd name="connsiteX2" fmla="*/ 889000 w 890986"/>
                <a:gd name="connsiteY2" fmla="*/ 444500 h 965200"/>
                <a:gd name="connsiteX3" fmla="*/ 393700 w 890986"/>
                <a:gd name="connsiteY3" fmla="*/ 965200 h 965200"/>
                <a:gd name="connsiteX4" fmla="*/ 0 w 890986"/>
                <a:gd name="connsiteY4" fmla="*/ 355600 h 965200"/>
                <a:gd name="connsiteX5" fmla="*/ 254000 w 890986"/>
                <a:gd name="connsiteY5" fmla="*/ 50800 h 965200"/>
                <a:gd name="connsiteX0" fmla="*/ 418310 w 1055296"/>
                <a:gd name="connsiteY0" fmla="*/ 50800 h 965200"/>
                <a:gd name="connsiteX1" fmla="*/ 989810 w 1055296"/>
                <a:gd name="connsiteY1" fmla="*/ 0 h 965200"/>
                <a:gd name="connsiteX2" fmla="*/ 1053310 w 1055296"/>
                <a:gd name="connsiteY2" fmla="*/ 444500 h 965200"/>
                <a:gd name="connsiteX3" fmla="*/ 558010 w 1055296"/>
                <a:gd name="connsiteY3" fmla="*/ 965200 h 965200"/>
                <a:gd name="connsiteX4" fmla="*/ 164310 w 1055296"/>
                <a:gd name="connsiteY4" fmla="*/ 355600 h 965200"/>
                <a:gd name="connsiteX5" fmla="*/ 418310 w 1055296"/>
                <a:gd name="connsiteY5" fmla="*/ 50800 h 965200"/>
                <a:gd name="connsiteX0" fmla="*/ 418310 w 1055296"/>
                <a:gd name="connsiteY0" fmla="*/ 50800 h 965200"/>
                <a:gd name="connsiteX1" fmla="*/ 989810 w 1055296"/>
                <a:gd name="connsiteY1" fmla="*/ 0 h 965200"/>
                <a:gd name="connsiteX2" fmla="*/ 1053310 w 1055296"/>
                <a:gd name="connsiteY2" fmla="*/ 444500 h 965200"/>
                <a:gd name="connsiteX3" fmla="*/ 558010 w 1055296"/>
                <a:gd name="connsiteY3" fmla="*/ 965200 h 965200"/>
                <a:gd name="connsiteX4" fmla="*/ 164310 w 1055296"/>
                <a:gd name="connsiteY4" fmla="*/ 355600 h 965200"/>
                <a:gd name="connsiteX5" fmla="*/ 418310 w 1055296"/>
                <a:gd name="connsiteY5" fmla="*/ 50800 h 965200"/>
                <a:gd name="connsiteX0" fmla="*/ 418310 w 1055296"/>
                <a:gd name="connsiteY0" fmla="*/ 384085 h 1298485"/>
                <a:gd name="connsiteX1" fmla="*/ 989810 w 1055296"/>
                <a:gd name="connsiteY1" fmla="*/ 333285 h 1298485"/>
                <a:gd name="connsiteX2" fmla="*/ 1053310 w 1055296"/>
                <a:gd name="connsiteY2" fmla="*/ 777785 h 1298485"/>
                <a:gd name="connsiteX3" fmla="*/ 558010 w 1055296"/>
                <a:gd name="connsiteY3" fmla="*/ 1298485 h 1298485"/>
                <a:gd name="connsiteX4" fmla="*/ 164310 w 1055296"/>
                <a:gd name="connsiteY4" fmla="*/ 688885 h 1298485"/>
                <a:gd name="connsiteX5" fmla="*/ 418310 w 1055296"/>
                <a:gd name="connsiteY5" fmla="*/ 384085 h 1298485"/>
                <a:gd name="connsiteX0" fmla="*/ 418310 w 1055296"/>
                <a:gd name="connsiteY0" fmla="*/ 476485 h 1390885"/>
                <a:gd name="connsiteX1" fmla="*/ 989810 w 1055296"/>
                <a:gd name="connsiteY1" fmla="*/ 425685 h 1390885"/>
                <a:gd name="connsiteX2" fmla="*/ 1053310 w 1055296"/>
                <a:gd name="connsiteY2" fmla="*/ 870185 h 1390885"/>
                <a:gd name="connsiteX3" fmla="*/ 558010 w 1055296"/>
                <a:gd name="connsiteY3" fmla="*/ 1390885 h 1390885"/>
                <a:gd name="connsiteX4" fmla="*/ 164310 w 1055296"/>
                <a:gd name="connsiteY4" fmla="*/ 781285 h 1390885"/>
                <a:gd name="connsiteX5" fmla="*/ 418310 w 1055296"/>
                <a:gd name="connsiteY5" fmla="*/ 476485 h 1390885"/>
                <a:gd name="connsiteX0" fmla="*/ 418310 w 1135940"/>
                <a:gd name="connsiteY0" fmla="*/ 476485 h 1390885"/>
                <a:gd name="connsiteX1" fmla="*/ 989810 w 1135940"/>
                <a:gd name="connsiteY1" fmla="*/ 425685 h 1390885"/>
                <a:gd name="connsiteX2" fmla="*/ 1053310 w 1135940"/>
                <a:gd name="connsiteY2" fmla="*/ 870185 h 1390885"/>
                <a:gd name="connsiteX3" fmla="*/ 558010 w 1135940"/>
                <a:gd name="connsiteY3" fmla="*/ 1390885 h 1390885"/>
                <a:gd name="connsiteX4" fmla="*/ 164310 w 1135940"/>
                <a:gd name="connsiteY4" fmla="*/ 781285 h 1390885"/>
                <a:gd name="connsiteX5" fmla="*/ 418310 w 1135940"/>
                <a:gd name="connsiteY5" fmla="*/ 476485 h 1390885"/>
                <a:gd name="connsiteX0" fmla="*/ 418310 w 1135940"/>
                <a:gd name="connsiteY0" fmla="*/ 476485 h 1390885"/>
                <a:gd name="connsiteX1" fmla="*/ 989810 w 1135940"/>
                <a:gd name="connsiteY1" fmla="*/ 425685 h 1390885"/>
                <a:gd name="connsiteX2" fmla="*/ 1053310 w 1135940"/>
                <a:gd name="connsiteY2" fmla="*/ 870185 h 1390885"/>
                <a:gd name="connsiteX3" fmla="*/ 558010 w 1135940"/>
                <a:gd name="connsiteY3" fmla="*/ 1390885 h 1390885"/>
                <a:gd name="connsiteX4" fmla="*/ 164310 w 1135940"/>
                <a:gd name="connsiteY4" fmla="*/ 781285 h 1390885"/>
                <a:gd name="connsiteX5" fmla="*/ 418310 w 1135940"/>
                <a:gd name="connsiteY5" fmla="*/ 476485 h 1390885"/>
                <a:gd name="connsiteX0" fmla="*/ 401518 w 1119148"/>
                <a:gd name="connsiteY0" fmla="*/ 476485 h 1808452"/>
                <a:gd name="connsiteX1" fmla="*/ 973018 w 1119148"/>
                <a:gd name="connsiteY1" fmla="*/ 425685 h 1808452"/>
                <a:gd name="connsiteX2" fmla="*/ 1036518 w 1119148"/>
                <a:gd name="connsiteY2" fmla="*/ 870185 h 1808452"/>
                <a:gd name="connsiteX3" fmla="*/ 669000 w 1119148"/>
                <a:gd name="connsiteY3" fmla="*/ 1808452 h 1808452"/>
                <a:gd name="connsiteX4" fmla="*/ 147518 w 1119148"/>
                <a:gd name="connsiteY4" fmla="*/ 781285 h 1808452"/>
                <a:gd name="connsiteX5" fmla="*/ 401518 w 1119148"/>
                <a:gd name="connsiteY5" fmla="*/ 476485 h 1808452"/>
                <a:gd name="connsiteX0" fmla="*/ 401518 w 1071059"/>
                <a:gd name="connsiteY0" fmla="*/ 543905 h 1875872"/>
                <a:gd name="connsiteX1" fmla="*/ 881900 w 1071059"/>
                <a:gd name="connsiteY1" fmla="*/ 333865 h 1875872"/>
                <a:gd name="connsiteX2" fmla="*/ 1036518 w 1071059"/>
                <a:gd name="connsiteY2" fmla="*/ 937605 h 1875872"/>
                <a:gd name="connsiteX3" fmla="*/ 669000 w 1071059"/>
                <a:gd name="connsiteY3" fmla="*/ 1875872 h 1875872"/>
                <a:gd name="connsiteX4" fmla="*/ 147518 w 1071059"/>
                <a:gd name="connsiteY4" fmla="*/ 848705 h 1875872"/>
                <a:gd name="connsiteX5" fmla="*/ 401518 w 1071059"/>
                <a:gd name="connsiteY5" fmla="*/ 543905 h 1875872"/>
                <a:gd name="connsiteX0" fmla="*/ 259378 w 1071059"/>
                <a:gd name="connsiteY0" fmla="*/ 521907 h 1902218"/>
                <a:gd name="connsiteX1" fmla="*/ 881900 w 1071059"/>
                <a:gd name="connsiteY1" fmla="*/ 360211 h 1902218"/>
                <a:gd name="connsiteX2" fmla="*/ 1036518 w 1071059"/>
                <a:gd name="connsiteY2" fmla="*/ 963951 h 1902218"/>
                <a:gd name="connsiteX3" fmla="*/ 669000 w 1071059"/>
                <a:gd name="connsiteY3" fmla="*/ 1902218 h 1902218"/>
                <a:gd name="connsiteX4" fmla="*/ 147518 w 1071059"/>
                <a:gd name="connsiteY4" fmla="*/ 875051 h 1902218"/>
                <a:gd name="connsiteX5" fmla="*/ 259378 w 1071059"/>
                <a:gd name="connsiteY5" fmla="*/ 521907 h 1902218"/>
                <a:gd name="connsiteX0" fmla="*/ 259378 w 1071059"/>
                <a:gd name="connsiteY0" fmla="*/ 441940 h 1822251"/>
                <a:gd name="connsiteX1" fmla="*/ 881900 w 1071059"/>
                <a:gd name="connsiteY1" fmla="*/ 280244 h 1822251"/>
                <a:gd name="connsiteX2" fmla="*/ 1036518 w 1071059"/>
                <a:gd name="connsiteY2" fmla="*/ 883984 h 1822251"/>
                <a:gd name="connsiteX3" fmla="*/ 669000 w 1071059"/>
                <a:gd name="connsiteY3" fmla="*/ 1822251 h 1822251"/>
                <a:gd name="connsiteX4" fmla="*/ 147518 w 1071059"/>
                <a:gd name="connsiteY4" fmla="*/ 795084 h 1822251"/>
                <a:gd name="connsiteX5" fmla="*/ 259378 w 1071059"/>
                <a:gd name="connsiteY5" fmla="*/ 441940 h 1822251"/>
                <a:gd name="connsiteX0" fmla="*/ 259378 w 1071059"/>
                <a:gd name="connsiteY0" fmla="*/ 497486 h 1877797"/>
                <a:gd name="connsiteX1" fmla="*/ 795848 w 1071059"/>
                <a:gd name="connsiteY1" fmla="*/ 233916 h 1877797"/>
                <a:gd name="connsiteX2" fmla="*/ 1036518 w 1071059"/>
                <a:gd name="connsiteY2" fmla="*/ 939530 h 1877797"/>
                <a:gd name="connsiteX3" fmla="*/ 669000 w 1071059"/>
                <a:gd name="connsiteY3" fmla="*/ 1877797 h 1877797"/>
                <a:gd name="connsiteX4" fmla="*/ 147518 w 1071059"/>
                <a:gd name="connsiteY4" fmla="*/ 850630 h 1877797"/>
                <a:gd name="connsiteX5" fmla="*/ 259378 w 1071059"/>
                <a:gd name="connsiteY5" fmla="*/ 497486 h 1877797"/>
                <a:gd name="connsiteX0" fmla="*/ 259378 w 1075570"/>
                <a:gd name="connsiteY0" fmla="*/ 497486 h 1877797"/>
                <a:gd name="connsiteX1" fmla="*/ 795848 w 1075570"/>
                <a:gd name="connsiteY1" fmla="*/ 233916 h 1877797"/>
                <a:gd name="connsiteX2" fmla="*/ 1047390 w 1075570"/>
                <a:gd name="connsiteY2" fmla="*/ 435756 h 1877797"/>
                <a:gd name="connsiteX3" fmla="*/ 669000 w 1075570"/>
                <a:gd name="connsiteY3" fmla="*/ 1877797 h 1877797"/>
                <a:gd name="connsiteX4" fmla="*/ 147518 w 1075570"/>
                <a:gd name="connsiteY4" fmla="*/ 850630 h 1877797"/>
                <a:gd name="connsiteX5" fmla="*/ 259378 w 1075570"/>
                <a:gd name="connsiteY5" fmla="*/ 497486 h 1877797"/>
                <a:gd name="connsiteX0" fmla="*/ 243514 w 1155570"/>
                <a:gd name="connsiteY0" fmla="*/ 497486 h 877706"/>
                <a:gd name="connsiteX1" fmla="*/ 779984 w 1155570"/>
                <a:gd name="connsiteY1" fmla="*/ 233916 h 877706"/>
                <a:gd name="connsiteX2" fmla="*/ 1031526 w 1155570"/>
                <a:gd name="connsiteY2" fmla="*/ 435756 h 877706"/>
                <a:gd name="connsiteX3" fmla="*/ 803097 w 1155570"/>
                <a:gd name="connsiteY3" fmla="*/ 808496 h 877706"/>
                <a:gd name="connsiteX4" fmla="*/ 131654 w 1155570"/>
                <a:gd name="connsiteY4" fmla="*/ 850630 h 877706"/>
                <a:gd name="connsiteX5" fmla="*/ 243514 w 1155570"/>
                <a:gd name="connsiteY5" fmla="*/ 497486 h 877706"/>
                <a:gd name="connsiteX0" fmla="*/ 27827 w 939883"/>
                <a:gd name="connsiteY0" fmla="*/ 497486 h 808496"/>
                <a:gd name="connsiteX1" fmla="*/ 564297 w 939883"/>
                <a:gd name="connsiteY1" fmla="*/ 233916 h 808496"/>
                <a:gd name="connsiteX2" fmla="*/ 815839 w 939883"/>
                <a:gd name="connsiteY2" fmla="*/ 435756 h 808496"/>
                <a:gd name="connsiteX3" fmla="*/ 587410 w 939883"/>
                <a:gd name="connsiteY3" fmla="*/ 808496 h 808496"/>
                <a:gd name="connsiteX4" fmla="*/ 220997 w 939883"/>
                <a:gd name="connsiteY4" fmla="*/ 674436 h 808496"/>
                <a:gd name="connsiteX5" fmla="*/ 27827 w 939883"/>
                <a:gd name="connsiteY5" fmla="*/ 497486 h 808496"/>
                <a:gd name="connsiteX0" fmla="*/ 99347 w 887276"/>
                <a:gd name="connsiteY0" fmla="*/ 412502 h 886548"/>
                <a:gd name="connsiteX1" fmla="*/ 511690 w 887276"/>
                <a:gd name="connsiteY1" fmla="*/ 311968 h 886548"/>
                <a:gd name="connsiteX2" fmla="*/ 763232 w 887276"/>
                <a:gd name="connsiteY2" fmla="*/ 513808 h 886548"/>
                <a:gd name="connsiteX3" fmla="*/ 534803 w 887276"/>
                <a:gd name="connsiteY3" fmla="*/ 886548 h 886548"/>
                <a:gd name="connsiteX4" fmla="*/ 168390 w 887276"/>
                <a:gd name="connsiteY4" fmla="*/ 752488 h 886548"/>
                <a:gd name="connsiteX5" fmla="*/ 99347 w 887276"/>
                <a:gd name="connsiteY5" fmla="*/ 412502 h 886548"/>
                <a:gd name="connsiteX0" fmla="*/ 57691 w 845620"/>
                <a:gd name="connsiteY0" fmla="*/ 412502 h 905384"/>
                <a:gd name="connsiteX1" fmla="*/ 470034 w 845620"/>
                <a:gd name="connsiteY1" fmla="*/ 311968 h 905384"/>
                <a:gd name="connsiteX2" fmla="*/ 721576 w 845620"/>
                <a:gd name="connsiteY2" fmla="*/ 513808 h 905384"/>
                <a:gd name="connsiteX3" fmla="*/ 493147 w 845620"/>
                <a:gd name="connsiteY3" fmla="*/ 886548 h 905384"/>
                <a:gd name="connsiteX4" fmla="*/ 126734 w 845620"/>
                <a:gd name="connsiteY4" fmla="*/ 752488 h 905384"/>
                <a:gd name="connsiteX5" fmla="*/ 57691 w 845620"/>
                <a:gd name="connsiteY5" fmla="*/ 412502 h 905384"/>
                <a:gd name="connsiteX0" fmla="*/ 57691 w 845620"/>
                <a:gd name="connsiteY0" fmla="*/ 412502 h 966637"/>
                <a:gd name="connsiteX1" fmla="*/ 470034 w 845620"/>
                <a:gd name="connsiteY1" fmla="*/ 311968 h 966637"/>
                <a:gd name="connsiteX2" fmla="*/ 721576 w 845620"/>
                <a:gd name="connsiteY2" fmla="*/ 513808 h 966637"/>
                <a:gd name="connsiteX3" fmla="*/ 493147 w 845620"/>
                <a:gd name="connsiteY3" fmla="*/ 886548 h 966637"/>
                <a:gd name="connsiteX4" fmla="*/ 126734 w 845620"/>
                <a:gd name="connsiteY4" fmla="*/ 752488 h 966637"/>
                <a:gd name="connsiteX5" fmla="*/ 57691 w 845620"/>
                <a:gd name="connsiteY5" fmla="*/ 412502 h 966637"/>
                <a:gd name="connsiteX0" fmla="*/ 57691 w 845620"/>
                <a:gd name="connsiteY0" fmla="*/ 358234 h 912369"/>
                <a:gd name="connsiteX1" fmla="*/ 470034 w 845620"/>
                <a:gd name="connsiteY1" fmla="*/ 257700 h 912369"/>
                <a:gd name="connsiteX2" fmla="*/ 721576 w 845620"/>
                <a:gd name="connsiteY2" fmla="*/ 459540 h 912369"/>
                <a:gd name="connsiteX3" fmla="*/ 493147 w 845620"/>
                <a:gd name="connsiteY3" fmla="*/ 832280 h 912369"/>
                <a:gd name="connsiteX4" fmla="*/ 126734 w 845620"/>
                <a:gd name="connsiteY4" fmla="*/ 698220 h 912369"/>
                <a:gd name="connsiteX5" fmla="*/ 57691 w 845620"/>
                <a:gd name="connsiteY5" fmla="*/ 358234 h 912369"/>
                <a:gd name="connsiteX0" fmla="*/ 57691 w 845620"/>
                <a:gd name="connsiteY0" fmla="*/ 364631 h 918766"/>
                <a:gd name="connsiteX1" fmla="*/ 436372 w 845620"/>
                <a:gd name="connsiteY1" fmla="*/ 251801 h 918766"/>
                <a:gd name="connsiteX2" fmla="*/ 721576 w 845620"/>
                <a:gd name="connsiteY2" fmla="*/ 465937 h 918766"/>
                <a:gd name="connsiteX3" fmla="*/ 493147 w 845620"/>
                <a:gd name="connsiteY3" fmla="*/ 838677 h 918766"/>
                <a:gd name="connsiteX4" fmla="*/ 126734 w 845620"/>
                <a:gd name="connsiteY4" fmla="*/ 704617 h 918766"/>
                <a:gd name="connsiteX5" fmla="*/ 57691 w 845620"/>
                <a:gd name="connsiteY5" fmla="*/ 364631 h 918766"/>
                <a:gd name="connsiteX0" fmla="*/ 57691 w 845620"/>
                <a:gd name="connsiteY0" fmla="*/ 364631 h 918766"/>
                <a:gd name="connsiteX1" fmla="*/ 436372 w 845620"/>
                <a:gd name="connsiteY1" fmla="*/ 251801 h 918766"/>
                <a:gd name="connsiteX2" fmla="*/ 721576 w 845620"/>
                <a:gd name="connsiteY2" fmla="*/ 465937 h 918766"/>
                <a:gd name="connsiteX3" fmla="*/ 493147 w 845620"/>
                <a:gd name="connsiteY3" fmla="*/ 838677 h 918766"/>
                <a:gd name="connsiteX4" fmla="*/ 126734 w 845620"/>
                <a:gd name="connsiteY4" fmla="*/ 704617 h 918766"/>
                <a:gd name="connsiteX5" fmla="*/ 57691 w 845620"/>
                <a:gd name="connsiteY5" fmla="*/ 364631 h 918766"/>
                <a:gd name="connsiteX0" fmla="*/ 57691 w 845620"/>
                <a:gd name="connsiteY0" fmla="*/ 364631 h 918766"/>
                <a:gd name="connsiteX1" fmla="*/ 436372 w 845620"/>
                <a:gd name="connsiteY1" fmla="*/ 251801 h 918766"/>
                <a:gd name="connsiteX2" fmla="*/ 721576 w 845620"/>
                <a:gd name="connsiteY2" fmla="*/ 465937 h 918766"/>
                <a:gd name="connsiteX3" fmla="*/ 493147 w 845620"/>
                <a:gd name="connsiteY3" fmla="*/ 838677 h 918766"/>
                <a:gd name="connsiteX4" fmla="*/ 126734 w 845620"/>
                <a:gd name="connsiteY4" fmla="*/ 704617 h 918766"/>
                <a:gd name="connsiteX5" fmla="*/ 57691 w 845620"/>
                <a:gd name="connsiteY5" fmla="*/ 364631 h 918766"/>
                <a:gd name="connsiteX0" fmla="*/ 57691 w 917627"/>
                <a:gd name="connsiteY0" fmla="*/ 364631 h 918766"/>
                <a:gd name="connsiteX1" fmla="*/ 436372 w 917627"/>
                <a:gd name="connsiteY1" fmla="*/ 251801 h 918766"/>
                <a:gd name="connsiteX2" fmla="*/ 721576 w 917627"/>
                <a:gd name="connsiteY2" fmla="*/ 465937 h 918766"/>
                <a:gd name="connsiteX3" fmla="*/ 493147 w 917627"/>
                <a:gd name="connsiteY3" fmla="*/ 838677 h 918766"/>
                <a:gd name="connsiteX4" fmla="*/ 126734 w 917627"/>
                <a:gd name="connsiteY4" fmla="*/ 704617 h 918766"/>
                <a:gd name="connsiteX5" fmla="*/ 57691 w 917627"/>
                <a:gd name="connsiteY5" fmla="*/ 364631 h 918766"/>
                <a:gd name="connsiteX0" fmla="*/ 57691 w 799697"/>
                <a:gd name="connsiteY0" fmla="*/ 364631 h 918766"/>
                <a:gd name="connsiteX1" fmla="*/ 436372 w 799697"/>
                <a:gd name="connsiteY1" fmla="*/ 251801 h 918766"/>
                <a:gd name="connsiteX2" fmla="*/ 721576 w 799697"/>
                <a:gd name="connsiteY2" fmla="*/ 465937 h 918766"/>
                <a:gd name="connsiteX3" fmla="*/ 493147 w 799697"/>
                <a:gd name="connsiteY3" fmla="*/ 838677 h 918766"/>
                <a:gd name="connsiteX4" fmla="*/ 126734 w 799697"/>
                <a:gd name="connsiteY4" fmla="*/ 704617 h 918766"/>
                <a:gd name="connsiteX5" fmla="*/ 57691 w 799697"/>
                <a:gd name="connsiteY5" fmla="*/ 364631 h 918766"/>
                <a:gd name="connsiteX0" fmla="*/ 65803 w 788752"/>
                <a:gd name="connsiteY0" fmla="*/ 359423 h 923546"/>
                <a:gd name="connsiteX1" fmla="*/ 425427 w 788752"/>
                <a:gd name="connsiteY1" fmla="*/ 256581 h 923546"/>
                <a:gd name="connsiteX2" fmla="*/ 710631 w 788752"/>
                <a:gd name="connsiteY2" fmla="*/ 470717 h 923546"/>
                <a:gd name="connsiteX3" fmla="*/ 482202 w 788752"/>
                <a:gd name="connsiteY3" fmla="*/ 843457 h 923546"/>
                <a:gd name="connsiteX4" fmla="*/ 115789 w 788752"/>
                <a:gd name="connsiteY4" fmla="*/ 709397 h 923546"/>
                <a:gd name="connsiteX5" fmla="*/ 65803 w 788752"/>
                <a:gd name="connsiteY5" fmla="*/ 359423 h 923546"/>
                <a:gd name="connsiteX0" fmla="*/ 65803 w 788752"/>
                <a:gd name="connsiteY0" fmla="*/ 338595 h 902718"/>
                <a:gd name="connsiteX1" fmla="*/ 425427 w 788752"/>
                <a:gd name="connsiteY1" fmla="*/ 235753 h 902718"/>
                <a:gd name="connsiteX2" fmla="*/ 710631 w 788752"/>
                <a:gd name="connsiteY2" fmla="*/ 449889 h 902718"/>
                <a:gd name="connsiteX3" fmla="*/ 482202 w 788752"/>
                <a:gd name="connsiteY3" fmla="*/ 822629 h 902718"/>
                <a:gd name="connsiteX4" fmla="*/ 115789 w 788752"/>
                <a:gd name="connsiteY4" fmla="*/ 688569 h 902718"/>
                <a:gd name="connsiteX5" fmla="*/ 65803 w 788752"/>
                <a:gd name="connsiteY5" fmla="*/ 338595 h 902718"/>
                <a:gd name="connsiteX0" fmla="*/ 65803 w 761655"/>
                <a:gd name="connsiteY0" fmla="*/ 338595 h 1029873"/>
                <a:gd name="connsiteX1" fmla="*/ 425427 w 761655"/>
                <a:gd name="connsiteY1" fmla="*/ 235753 h 1029873"/>
                <a:gd name="connsiteX2" fmla="*/ 710631 w 761655"/>
                <a:gd name="connsiteY2" fmla="*/ 449889 h 1029873"/>
                <a:gd name="connsiteX3" fmla="*/ 404437 w 761655"/>
                <a:gd name="connsiteY3" fmla="*/ 1020782 h 1029873"/>
                <a:gd name="connsiteX4" fmla="*/ 115789 w 761655"/>
                <a:gd name="connsiteY4" fmla="*/ 688569 h 1029873"/>
                <a:gd name="connsiteX5" fmla="*/ 65803 w 761655"/>
                <a:gd name="connsiteY5" fmla="*/ 338595 h 1029873"/>
                <a:gd name="connsiteX0" fmla="*/ 65803 w 716384"/>
                <a:gd name="connsiteY0" fmla="*/ 338595 h 1029873"/>
                <a:gd name="connsiteX1" fmla="*/ 425427 w 716384"/>
                <a:gd name="connsiteY1" fmla="*/ 235753 h 1029873"/>
                <a:gd name="connsiteX2" fmla="*/ 641964 w 716384"/>
                <a:gd name="connsiteY2" fmla="*/ 498799 h 1029873"/>
                <a:gd name="connsiteX3" fmla="*/ 404437 w 716384"/>
                <a:gd name="connsiteY3" fmla="*/ 1020782 h 1029873"/>
                <a:gd name="connsiteX4" fmla="*/ 115789 w 716384"/>
                <a:gd name="connsiteY4" fmla="*/ 688569 h 1029873"/>
                <a:gd name="connsiteX5" fmla="*/ 65803 w 716384"/>
                <a:gd name="connsiteY5" fmla="*/ 338595 h 1029873"/>
                <a:gd name="connsiteX0" fmla="*/ 65803 w 716384"/>
                <a:gd name="connsiteY0" fmla="*/ 338595 h 1029873"/>
                <a:gd name="connsiteX1" fmla="*/ 425427 w 716384"/>
                <a:gd name="connsiteY1" fmla="*/ 235753 h 1029873"/>
                <a:gd name="connsiteX2" fmla="*/ 641964 w 716384"/>
                <a:gd name="connsiteY2" fmla="*/ 498799 h 1029873"/>
                <a:gd name="connsiteX3" fmla="*/ 404437 w 716384"/>
                <a:gd name="connsiteY3" fmla="*/ 1020782 h 1029873"/>
                <a:gd name="connsiteX4" fmla="*/ 115789 w 716384"/>
                <a:gd name="connsiteY4" fmla="*/ 688569 h 1029873"/>
                <a:gd name="connsiteX5" fmla="*/ 65803 w 716384"/>
                <a:gd name="connsiteY5" fmla="*/ 338595 h 1029873"/>
                <a:gd name="connsiteX0" fmla="*/ 65803 w 716384"/>
                <a:gd name="connsiteY0" fmla="*/ 331981 h 1023259"/>
                <a:gd name="connsiteX1" fmla="*/ 473398 w 716384"/>
                <a:gd name="connsiteY1" fmla="*/ 241369 h 1023259"/>
                <a:gd name="connsiteX2" fmla="*/ 641964 w 716384"/>
                <a:gd name="connsiteY2" fmla="*/ 492185 h 1023259"/>
                <a:gd name="connsiteX3" fmla="*/ 404437 w 716384"/>
                <a:gd name="connsiteY3" fmla="*/ 1014168 h 1023259"/>
                <a:gd name="connsiteX4" fmla="*/ 115789 w 716384"/>
                <a:gd name="connsiteY4" fmla="*/ 681955 h 1023259"/>
                <a:gd name="connsiteX5" fmla="*/ 65803 w 716384"/>
                <a:gd name="connsiteY5" fmla="*/ 331981 h 1023259"/>
                <a:gd name="connsiteX0" fmla="*/ 65803 w 716384"/>
                <a:gd name="connsiteY0" fmla="*/ 331981 h 1023259"/>
                <a:gd name="connsiteX1" fmla="*/ 473398 w 716384"/>
                <a:gd name="connsiteY1" fmla="*/ 241369 h 1023259"/>
                <a:gd name="connsiteX2" fmla="*/ 641964 w 716384"/>
                <a:gd name="connsiteY2" fmla="*/ 492185 h 1023259"/>
                <a:gd name="connsiteX3" fmla="*/ 404437 w 716384"/>
                <a:gd name="connsiteY3" fmla="*/ 1014168 h 1023259"/>
                <a:gd name="connsiteX4" fmla="*/ 115789 w 716384"/>
                <a:gd name="connsiteY4" fmla="*/ 681955 h 1023259"/>
                <a:gd name="connsiteX5" fmla="*/ 65803 w 716384"/>
                <a:gd name="connsiteY5" fmla="*/ 331981 h 1023259"/>
                <a:gd name="connsiteX0" fmla="*/ 65803 w 846096"/>
                <a:gd name="connsiteY0" fmla="*/ 331981 h 1023259"/>
                <a:gd name="connsiteX1" fmla="*/ 473398 w 846096"/>
                <a:gd name="connsiteY1" fmla="*/ 241369 h 1023259"/>
                <a:gd name="connsiteX2" fmla="*/ 641964 w 846096"/>
                <a:gd name="connsiteY2" fmla="*/ 492185 h 1023259"/>
                <a:gd name="connsiteX3" fmla="*/ 404437 w 846096"/>
                <a:gd name="connsiteY3" fmla="*/ 1014168 h 1023259"/>
                <a:gd name="connsiteX4" fmla="*/ 115789 w 846096"/>
                <a:gd name="connsiteY4" fmla="*/ 681955 h 1023259"/>
                <a:gd name="connsiteX5" fmla="*/ 65803 w 846096"/>
                <a:gd name="connsiteY5" fmla="*/ 331981 h 1023259"/>
                <a:gd name="connsiteX0" fmla="*/ 65803 w 659717"/>
                <a:gd name="connsiteY0" fmla="*/ 331981 h 1023259"/>
                <a:gd name="connsiteX1" fmla="*/ 473398 w 659717"/>
                <a:gd name="connsiteY1" fmla="*/ 241369 h 1023259"/>
                <a:gd name="connsiteX2" fmla="*/ 641964 w 659717"/>
                <a:gd name="connsiteY2" fmla="*/ 492185 h 1023259"/>
                <a:gd name="connsiteX3" fmla="*/ 623051 w 659717"/>
                <a:gd name="connsiteY3" fmla="*/ 847102 h 1023259"/>
                <a:gd name="connsiteX4" fmla="*/ 404437 w 659717"/>
                <a:gd name="connsiteY4" fmla="*/ 1014168 h 1023259"/>
                <a:gd name="connsiteX5" fmla="*/ 115789 w 659717"/>
                <a:gd name="connsiteY5" fmla="*/ 681955 h 1023259"/>
                <a:gd name="connsiteX6" fmla="*/ 65803 w 659717"/>
                <a:gd name="connsiteY6" fmla="*/ 331981 h 1023259"/>
                <a:gd name="connsiteX0" fmla="*/ 65803 w 839877"/>
                <a:gd name="connsiteY0" fmla="*/ 331981 h 1023259"/>
                <a:gd name="connsiteX1" fmla="*/ 473398 w 839877"/>
                <a:gd name="connsiteY1" fmla="*/ 241369 h 1023259"/>
                <a:gd name="connsiteX2" fmla="*/ 641964 w 839877"/>
                <a:gd name="connsiteY2" fmla="*/ 492185 h 1023259"/>
                <a:gd name="connsiteX3" fmla="*/ 623051 w 839877"/>
                <a:gd name="connsiteY3" fmla="*/ 847102 h 1023259"/>
                <a:gd name="connsiteX4" fmla="*/ 404437 w 839877"/>
                <a:gd name="connsiteY4" fmla="*/ 1014168 h 1023259"/>
                <a:gd name="connsiteX5" fmla="*/ 115789 w 839877"/>
                <a:gd name="connsiteY5" fmla="*/ 681955 h 1023259"/>
                <a:gd name="connsiteX6" fmla="*/ 65803 w 839877"/>
                <a:gd name="connsiteY6" fmla="*/ 331981 h 1023259"/>
                <a:gd name="connsiteX0" fmla="*/ 65803 w 839877"/>
                <a:gd name="connsiteY0" fmla="*/ 331981 h 998613"/>
                <a:gd name="connsiteX1" fmla="*/ 473398 w 839877"/>
                <a:gd name="connsiteY1" fmla="*/ 241369 h 998613"/>
                <a:gd name="connsiteX2" fmla="*/ 641964 w 839877"/>
                <a:gd name="connsiteY2" fmla="*/ 492185 h 998613"/>
                <a:gd name="connsiteX3" fmla="*/ 623051 w 839877"/>
                <a:gd name="connsiteY3" fmla="*/ 847102 h 998613"/>
                <a:gd name="connsiteX4" fmla="*/ 416980 w 839877"/>
                <a:gd name="connsiteY4" fmla="*/ 985010 h 998613"/>
                <a:gd name="connsiteX5" fmla="*/ 115789 w 839877"/>
                <a:gd name="connsiteY5" fmla="*/ 681955 h 998613"/>
                <a:gd name="connsiteX6" fmla="*/ 65803 w 839877"/>
                <a:gd name="connsiteY6" fmla="*/ 331981 h 998613"/>
                <a:gd name="connsiteX0" fmla="*/ 65803 w 839877"/>
                <a:gd name="connsiteY0" fmla="*/ 331981 h 998613"/>
                <a:gd name="connsiteX1" fmla="*/ 473398 w 839877"/>
                <a:gd name="connsiteY1" fmla="*/ 241369 h 998613"/>
                <a:gd name="connsiteX2" fmla="*/ 641964 w 839877"/>
                <a:gd name="connsiteY2" fmla="*/ 492185 h 998613"/>
                <a:gd name="connsiteX3" fmla="*/ 623051 w 839877"/>
                <a:gd name="connsiteY3" fmla="*/ 847102 h 998613"/>
                <a:gd name="connsiteX4" fmla="*/ 416980 w 839877"/>
                <a:gd name="connsiteY4" fmla="*/ 985010 h 998613"/>
                <a:gd name="connsiteX5" fmla="*/ 115789 w 839877"/>
                <a:gd name="connsiteY5" fmla="*/ 681955 h 998613"/>
                <a:gd name="connsiteX6" fmla="*/ 65803 w 839877"/>
                <a:gd name="connsiteY6" fmla="*/ 331981 h 998613"/>
                <a:gd name="connsiteX0" fmla="*/ 140391 w 914465"/>
                <a:gd name="connsiteY0" fmla="*/ 331981 h 1026030"/>
                <a:gd name="connsiteX1" fmla="*/ 547986 w 914465"/>
                <a:gd name="connsiteY1" fmla="*/ 241369 h 1026030"/>
                <a:gd name="connsiteX2" fmla="*/ 716552 w 914465"/>
                <a:gd name="connsiteY2" fmla="*/ 492185 h 1026030"/>
                <a:gd name="connsiteX3" fmla="*/ 697639 w 914465"/>
                <a:gd name="connsiteY3" fmla="*/ 847102 h 1026030"/>
                <a:gd name="connsiteX4" fmla="*/ 491568 w 914465"/>
                <a:gd name="connsiteY4" fmla="*/ 985010 h 1026030"/>
                <a:gd name="connsiteX5" fmla="*/ 70290 w 914465"/>
                <a:gd name="connsiteY5" fmla="*/ 772249 h 1026030"/>
                <a:gd name="connsiteX6" fmla="*/ 140391 w 914465"/>
                <a:gd name="connsiteY6" fmla="*/ 331981 h 1026030"/>
                <a:gd name="connsiteX0" fmla="*/ 140391 w 914465"/>
                <a:gd name="connsiteY0" fmla="*/ 331981 h 995547"/>
                <a:gd name="connsiteX1" fmla="*/ 547986 w 914465"/>
                <a:gd name="connsiteY1" fmla="*/ 241369 h 995547"/>
                <a:gd name="connsiteX2" fmla="*/ 716552 w 914465"/>
                <a:gd name="connsiteY2" fmla="*/ 492185 h 995547"/>
                <a:gd name="connsiteX3" fmla="*/ 697639 w 914465"/>
                <a:gd name="connsiteY3" fmla="*/ 847102 h 995547"/>
                <a:gd name="connsiteX4" fmla="*/ 491568 w 914465"/>
                <a:gd name="connsiteY4" fmla="*/ 985010 h 995547"/>
                <a:gd name="connsiteX5" fmla="*/ 70290 w 914465"/>
                <a:gd name="connsiteY5" fmla="*/ 772249 h 995547"/>
                <a:gd name="connsiteX6" fmla="*/ 140391 w 914465"/>
                <a:gd name="connsiteY6" fmla="*/ 331981 h 995547"/>
                <a:gd name="connsiteX0" fmla="*/ 124524 w 920236"/>
                <a:gd name="connsiteY0" fmla="*/ 385023 h 957037"/>
                <a:gd name="connsiteX1" fmla="*/ 553757 w 920236"/>
                <a:gd name="connsiteY1" fmla="*/ 202859 h 957037"/>
                <a:gd name="connsiteX2" fmla="*/ 722323 w 920236"/>
                <a:gd name="connsiteY2" fmla="*/ 453675 h 957037"/>
                <a:gd name="connsiteX3" fmla="*/ 703410 w 920236"/>
                <a:gd name="connsiteY3" fmla="*/ 808592 h 957037"/>
                <a:gd name="connsiteX4" fmla="*/ 497339 w 920236"/>
                <a:gd name="connsiteY4" fmla="*/ 946500 h 957037"/>
                <a:gd name="connsiteX5" fmla="*/ 76061 w 920236"/>
                <a:gd name="connsiteY5" fmla="*/ 733739 h 957037"/>
                <a:gd name="connsiteX6" fmla="*/ 124524 w 920236"/>
                <a:gd name="connsiteY6" fmla="*/ 385023 h 957037"/>
                <a:gd name="connsiteX0" fmla="*/ 138979 w 914937"/>
                <a:gd name="connsiteY0" fmla="*/ 366321 h 969060"/>
                <a:gd name="connsiteX1" fmla="*/ 548458 w 914937"/>
                <a:gd name="connsiteY1" fmla="*/ 214882 h 969060"/>
                <a:gd name="connsiteX2" fmla="*/ 717024 w 914937"/>
                <a:gd name="connsiteY2" fmla="*/ 465698 h 969060"/>
                <a:gd name="connsiteX3" fmla="*/ 698111 w 914937"/>
                <a:gd name="connsiteY3" fmla="*/ 820615 h 969060"/>
                <a:gd name="connsiteX4" fmla="*/ 492040 w 914937"/>
                <a:gd name="connsiteY4" fmla="*/ 958523 h 969060"/>
                <a:gd name="connsiteX5" fmla="*/ 70762 w 914937"/>
                <a:gd name="connsiteY5" fmla="*/ 745762 h 969060"/>
                <a:gd name="connsiteX6" fmla="*/ 138979 w 914937"/>
                <a:gd name="connsiteY6" fmla="*/ 366321 h 969060"/>
                <a:gd name="connsiteX0" fmla="*/ 138979 w 914937"/>
                <a:gd name="connsiteY0" fmla="*/ 395581 h 998320"/>
                <a:gd name="connsiteX1" fmla="*/ 548458 w 914937"/>
                <a:gd name="connsiteY1" fmla="*/ 244142 h 998320"/>
                <a:gd name="connsiteX2" fmla="*/ 717024 w 914937"/>
                <a:gd name="connsiteY2" fmla="*/ 494958 h 998320"/>
                <a:gd name="connsiteX3" fmla="*/ 698111 w 914937"/>
                <a:gd name="connsiteY3" fmla="*/ 849875 h 998320"/>
                <a:gd name="connsiteX4" fmla="*/ 492040 w 914937"/>
                <a:gd name="connsiteY4" fmla="*/ 987783 h 998320"/>
                <a:gd name="connsiteX5" fmla="*/ 70762 w 914937"/>
                <a:gd name="connsiteY5" fmla="*/ 775022 h 998320"/>
                <a:gd name="connsiteX6" fmla="*/ 138979 w 914937"/>
                <a:gd name="connsiteY6" fmla="*/ 395581 h 998320"/>
                <a:gd name="connsiteX0" fmla="*/ 174943 w 950901"/>
                <a:gd name="connsiteY0" fmla="*/ 395581 h 998320"/>
                <a:gd name="connsiteX1" fmla="*/ 584422 w 950901"/>
                <a:gd name="connsiteY1" fmla="*/ 244142 h 998320"/>
                <a:gd name="connsiteX2" fmla="*/ 752988 w 950901"/>
                <a:gd name="connsiteY2" fmla="*/ 494958 h 998320"/>
                <a:gd name="connsiteX3" fmla="*/ 734075 w 950901"/>
                <a:gd name="connsiteY3" fmla="*/ 849875 h 998320"/>
                <a:gd name="connsiteX4" fmla="*/ 528004 w 950901"/>
                <a:gd name="connsiteY4" fmla="*/ 987783 h 998320"/>
                <a:gd name="connsiteX5" fmla="*/ 106726 w 950901"/>
                <a:gd name="connsiteY5" fmla="*/ 775022 h 998320"/>
                <a:gd name="connsiteX6" fmla="*/ 174943 w 950901"/>
                <a:gd name="connsiteY6" fmla="*/ 395581 h 998320"/>
                <a:gd name="connsiteX0" fmla="*/ 205514 w 981472"/>
                <a:gd name="connsiteY0" fmla="*/ 395581 h 998320"/>
                <a:gd name="connsiteX1" fmla="*/ 614993 w 981472"/>
                <a:gd name="connsiteY1" fmla="*/ 244142 h 998320"/>
                <a:gd name="connsiteX2" fmla="*/ 783559 w 981472"/>
                <a:gd name="connsiteY2" fmla="*/ 494958 h 998320"/>
                <a:gd name="connsiteX3" fmla="*/ 764646 w 981472"/>
                <a:gd name="connsiteY3" fmla="*/ 849875 h 998320"/>
                <a:gd name="connsiteX4" fmla="*/ 558575 w 981472"/>
                <a:gd name="connsiteY4" fmla="*/ 987783 h 998320"/>
                <a:gd name="connsiteX5" fmla="*/ 137297 w 981472"/>
                <a:gd name="connsiteY5" fmla="*/ 775022 h 998320"/>
                <a:gd name="connsiteX6" fmla="*/ 205514 w 981472"/>
                <a:gd name="connsiteY6" fmla="*/ 395581 h 998320"/>
                <a:gd name="connsiteX0" fmla="*/ 203182 w 982904"/>
                <a:gd name="connsiteY0" fmla="*/ 415154 h 983091"/>
                <a:gd name="connsiteX1" fmla="*/ 616425 w 982904"/>
                <a:gd name="connsiteY1" fmla="*/ 228913 h 983091"/>
                <a:gd name="connsiteX2" fmla="*/ 784991 w 982904"/>
                <a:gd name="connsiteY2" fmla="*/ 479729 h 983091"/>
                <a:gd name="connsiteX3" fmla="*/ 766078 w 982904"/>
                <a:gd name="connsiteY3" fmla="*/ 834646 h 983091"/>
                <a:gd name="connsiteX4" fmla="*/ 560007 w 982904"/>
                <a:gd name="connsiteY4" fmla="*/ 972554 h 983091"/>
                <a:gd name="connsiteX5" fmla="*/ 138729 w 982904"/>
                <a:gd name="connsiteY5" fmla="*/ 759793 h 983091"/>
                <a:gd name="connsiteX6" fmla="*/ 203182 w 982904"/>
                <a:gd name="connsiteY6" fmla="*/ 415154 h 983091"/>
                <a:gd name="connsiteX0" fmla="*/ 203182 w 982904"/>
                <a:gd name="connsiteY0" fmla="*/ 439435 h 1007372"/>
                <a:gd name="connsiteX1" fmla="*/ 616425 w 982904"/>
                <a:gd name="connsiteY1" fmla="*/ 253194 h 1007372"/>
                <a:gd name="connsiteX2" fmla="*/ 784991 w 982904"/>
                <a:gd name="connsiteY2" fmla="*/ 504010 h 1007372"/>
                <a:gd name="connsiteX3" fmla="*/ 766078 w 982904"/>
                <a:gd name="connsiteY3" fmla="*/ 858927 h 1007372"/>
                <a:gd name="connsiteX4" fmla="*/ 560007 w 982904"/>
                <a:gd name="connsiteY4" fmla="*/ 996835 h 1007372"/>
                <a:gd name="connsiteX5" fmla="*/ 138729 w 982904"/>
                <a:gd name="connsiteY5" fmla="*/ 784074 h 1007372"/>
                <a:gd name="connsiteX6" fmla="*/ 203182 w 982904"/>
                <a:gd name="connsiteY6" fmla="*/ 439435 h 1007372"/>
                <a:gd name="connsiteX0" fmla="*/ 203860 w 983582"/>
                <a:gd name="connsiteY0" fmla="*/ 439435 h 1007372"/>
                <a:gd name="connsiteX1" fmla="*/ 617103 w 983582"/>
                <a:gd name="connsiteY1" fmla="*/ 253194 h 1007372"/>
                <a:gd name="connsiteX2" fmla="*/ 785669 w 983582"/>
                <a:gd name="connsiteY2" fmla="*/ 504010 h 1007372"/>
                <a:gd name="connsiteX3" fmla="*/ 766756 w 983582"/>
                <a:gd name="connsiteY3" fmla="*/ 858927 h 1007372"/>
                <a:gd name="connsiteX4" fmla="*/ 560685 w 983582"/>
                <a:gd name="connsiteY4" fmla="*/ 996835 h 1007372"/>
                <a:gd name="connsiteX5" fmla="*/ 139407 w 983582"/>
                <a:gd name="connsiteY5" fmla="*/ 784074 h 1007372"/>
                <a:gd name="connsiteX6" fmla="*/ 203860 w 983582"/>
                <a:gd name="connsiteY6" fmla="*/ 439435 h 1007372"/>
                <a:gd name="connsiteX0" fmla="*/ 165065 w 944787"/>
                <a:gd name="connsiteY0" fmla="*/ 439435 h 1007372"/>
                <a:gd name="connsiteX1" fmla="*/ 578308 w 944787"/>
                <a:gd name="connsiteY1" fmla="*/ 253194 h 1007372"/>
                <a:gd name="connsiteX2" fmla="*/ 746874 w 944787"/>
                <a:gd name="connsiteY2" fmla="*/ 504010 h 1007372"/>
                <a:gd name="connsiteX3" fmla="*/ 727961 w 944787"/>
                <a:gd name="connsiteY3" fmla="*/ 858927 h 1007372"/>
                <a:gd name="connsiteX4" fmla="*/ 521890 w 944787"/>
                <a:gd name="connsiteY4" fmla="*/ 996835 h 1007372"/>
                <a:gd name="connsiteX5" fmla="*/ 100612 w 944787"/>
                <a:gd name="connsiteY5" fmla="*/ 784074 h 1007372"/>
                <a:gd name="connsiteX6" fmla="*/ 165065 w 944787"/>
                <a:gd name="connsiteY6" fmla="*/ 439435 h 1007372"/>
                <a:gd name="connsiteX0" fmla="*/ 167589 w 947311"/>
                <a:gd name="connsiteY0" fmla="*/ 439435 h 1007372"/>
                <a:gd name="connsiteX1" fmla="*/ 580832 w 947311"/>
                <a:gd name="connsiteY1" fmla="*/ 253194 h 1007372"/>
                <a:gd name="connsiteX2" fmla="*/ 749398 w 947311"/>
                <a:gd name="connsiteY2" fmla="*/ 504010 h 1007372"/>
                <a:gd name="connsiteX3" fmla="*/ 730485 w 947311"/>
                <a:gd name="connsiteY3" fmla="*/ 858927 h 1007372"/>
                <a:gd name="connsiteX4" fmla="*/ 524414 w 947311"/>
                <a:gd name="connsiteY4" fmla="*/ 996835 h 1007372"/>
                <a:gd name="connsiteX5" fmla="*/ 103136 w 947311"/>
                <a:gd name="connsiteY5" fmla="*/ 784074 h 1007372"/>
                <a:gd name="connsiteX6" fmla="*/ 167589 w 947311"/>
                <a:gd name="connsiteY6" fmla="*/ 439435 h 1007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47311" h="1007372">
                  <a:moveTo>
                    <a:pt x="167589" y="439435"/>
                  </a:moveTo>
                  <a:cubicBezTo>
                    <a:pt x="60532" y="-155148"/>
                    <a:pt x="542732" y="-72773"/>
                    <a:pt x="580832" y="253194"/>
                  </a:cubicBezTo>
                  <a:cubicBezTo>
                    <a:pt x="757922" y="329190"/>
                    <a:pt x="751652" y="320035"/>
                    <a:pt x="749398" y="504010"/>
                  </a:cubicBezTo>
                  <a:cubicBezTo>
                    <a:pt x="1185855" y="674117"/>
                    <a:pt x="770073" y="771930"/>
                    <a:pt x="730485" y="858927"/>
                  </a:cubicBezTo>
                  <a:cubicBezTo>
                    <a:pt x="690897" y="945924"/>
                    <a:pt x="565847" y="999745"/>
                    <a:pt x="524414" y="996835"/>
                  </a:cubicBezTo>
                  <a:cubicBezTo>
                    <a:pt x="478345" y="1018452"/>
                    <a:pt x="174884" y="1030439"/>
                    <a:pt x="103136" y="784074"/>
                  </a:cubicBezTo>
                  <a:cubicBezTo>
                    <a:pt x="-32502" y="593847"/>
                    <a:pt x="-56601" y="507167"/>
                    <a:pt x="167589" y="439435"/>
                  </a:cubicBezTo>
                  <a:close/>
                </a:path>
              </a:pathLst>
            </a:custGeom>
            <a:solidFill>
              <a:srgbClr val="769324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4">
              <a:extLst>
                <a:ext uri="{FF2B5EF4-FFF2-40B4-BE49-F238E27FC236}">
                  <a16:creationId xmlns:a16="http://schemas.microsoft.com/office/drawing/2014/main" id="{C9645140-7C0E-6C77-7818-3F5BE42E090F}"/>
                </a:ext>
              </a:extLst>
            </p:cNvPr>
            <p:cNvSpPr/>
            <p:nvPr/>
          </p:nvSpPr>
          <p:spPr>
            <a:xfrm rot="20782659" flipH="1">
              <a:off x="5016155" y="845297"/>
              <a:ext cx="1151773" cy="1318189"/>
            </a:xfrm>
            <a:custGeom>
              <a:avLst/>
              <a:gdLst>
                <a:gd name="connsiteX0" fmla="*/ 0 w 457200"/>
                <a:gd name="connsiteY0" fmla="*/ 0 h 736600"/>
                <a:gd name="connsiteX1" fmla="*/ 457200 w 457200"/>
                <a:gd name="connsiteY1" fmla="*/ 0 h 736600"/>
                <a:gd name="connsiteX2" fmla="*/ 457200 w 457200"/>
                <a:gd name="connsiteY2" fmla="*/ 736600 h 736600"/>
                <a:gd name="connsiteX3" fmla="*/ 0 w 457200"/>
                <a:gd name="connsiteY3" fmla="*/ 736600 h 736600"/>
                <a:gd name="connsiteX4" fmla="*/ 0 w 457200"/>
                <a:gd name="connsiteY4" fmla="*/ 0 h 736600"/>
                <a:gd name="connsiteX0" fmla="*/ 12700 w 457200"/>
                <a:gd name="connsiteY0" fmla="*/ 0 h 800100"/>
                <a:gd name="connsiteX1" fmla="*/ 457200 w 457200"/>
                <a:gd name="connsiteY1" fmla="*/ 63500 h 800100"/>
                <a:gd name="connsiteX2" fmla="*/ 457200 w 457200"/>
                <a:gd name="connsiteY2" fmla="*/ 800100 h 800100"/>
                <a:gd name="connsiteX3" fmla="*/ 0 w 457200"/>
                <a:gd name="connsiteY3" fmla="*/ 800100 h 800100"/>
                <a:gd name="connsiteX4" fmla="*/ 12700 w 457200"/>
                <a:gd name="connsiteY4" fmla="*/ 0 h 800100"/>
                <a:gd name="connsiteX0" fmla="*/ 12700 w 584200"/>
                <a:gd name="connsiteY0" fmla="*/ 50800 h 850900"/>
                <a:gd name="connsiteX1" fmla="*/ 584200 w 584200"/>
                <a:gd name="connsiteY1" fmla="*/ 0 h 850900"/>
                <a:gd name="connsiteX2" fmla="*/ 457200 w 584200"/>
                <a:gd name="connsiteY2" fmla="*/ 850900 h 850900"/>
                <a:gd name="connsiteX3" fmla="*/ 0 w 584200"/>
                <a:gd name="connsiteY3" fmla="*/ 850900 h 850900"/>
                <a:gd name="connsiteX4" fmla="*/ 12700 w 584200"/>
                <a:gd name="connsiteY4" fmla="*/ 50800 h 850900"/>
                <a:gd name="connsiteX0" fmla="*/ 12700 w 649686"/>
                <a:gd name="connsiteY0" fmla="*/ 50800 h 850900"/>
                <a:gd name="connsiteX1" fmla="*/ 584200 w 649686"/>
                <a:gd name="connsiteY1" fmla="*/ 0 h 850900"/>
                <a:gd name="connsiteX2" fmla="*/ 647700 w 649686"/>
                <a:gd name="connsiteY2" fmla="*/ 444500 h 850900"/>
                <a:gd name="connsiteX3" fmla="*/ 457200 w 649686"/>
                <a:gd name="connsiteY3" fmla="*/ 850900 h 850900"/>
                <a:gd name="connsiteX4" fmla="*/ 0 w 649686"/>
                <a:gd name="connsiteY4" fmla="*/ 850900 h 850900"/>
                <a:gd name="connsiteX5" fmla="*/ 12700 w 649686"/>
                <a:gd name="connsiteY5" fmla="*/ 50800 h 850900"/>
                <a:gd name="connsiteX0" fmla="*/ 12700 w 649686"/>
                <a:gd name="connsiteY0" fmla="*/ 50800 h 965200"/>
                <a:gd name="connsiteX1" fmla="*/ 584200 w 649686"/>
                <a:gd name="connsiteY1" fmla="*/ 0 h 965200"/>
                <a:gd name="connsiteX2" fmla="*/ 647700 w 649686"/>
                <a:gd name="connsiteY2" fmla="*/ 444500 h 965200"/>
                <a:gd name="connsiteX3" fmla="*/ 152400 w 649686"/>
                <a:gd name="connsiteY3" fmla="*/ 965200 h 965200"/>
                <a:gd name="connsiteX4" fmla="*/ 0 w 649686"/>
                <a:gd name="connsiteY4" fmla="*/ 850900 h 965200"/>
                <a:gd name="connsiteX5" fmla="*/ 12700 w 649686"/>
                <a:gd name="connsiteY5" fmla="*/ 50800 h 965200"/>
                <a:gd name="connsiteX0" fmla="*/ 254000 w 890986"/>
                <a:gd name="connsiteY0" fmla="*/ 50800 h 965200"/>
                <a:gd name="connsiteX1" fmla="*/ 825500 w 890986"/>
                <a:gd name="connsiteY1" fmla="*/ 0 h 965200"/>
                <a:gd name="connsiteX2" fmla="*/ 889000 w 890986"/>
                <a:gd name="connsiteY2" fmla="*/ 444500 h 965200"/>
                <a:gd name="connsiteX3" fmla="*/ 393700 w 890986"/>
                <a:gd name="connsiteY3" fmla="*/ 965200 h 965200"/>
                <a:gd name="connsiteX4" fmla="*/ 0 w 890986"/>
                <a:gd name="connsiteY4" fmla="*/ 355600 h 965200"/>
                <a:gd name="connsiteX5" fmla="*/ 254000 w 890986"/>
                <a:gd name="connsiteY5" fmla="*/ 50800 h 965200"/>
                <a:gd name="connsiteX0" fmla="*/ 418310 w 1055296"/>
                <a:gd name="connsiteY0" fmla="*/ 50800 h 965200"/>
                <a:gd name="connsiteX1" fmla="*/ 989810 w 1055296"/>
                <a:gd name="connsiteY1" fmla="*/ 0 h 965200"/>
                <a:gd name="connsiteX2" fmla="*/ 1053310 w 1055296"/>
                <a:gd name="connsiteY2" fmla="*/ 444500 h 965200"/>
                <a:gd name="connsiteX3" fmla="*/ 558010 w 1055296"/>
                <a:gd name="connsiteY3" fmla="*/ 965200 h 965200"/>
                <a:gd name="connsiteX4" fmla="*/ 164310 w 1055296"/>
                <a:gd name="connsiteY4" fmla="*/ 355600 h 965200"/>
                <a:gd name="connsiteX5" fmla="*/ 418310 w 1055296"/>
                <a:gd name="connsiteY5" fmla="*/ 50800 h 965200"/>
                <a:gd name="connsiteX0" fmla="*/ 418310 w 1055296"/>
                <a:gd name="connsiteY0" fmla="*/ 50800 h 965200"/>
                <a:gd name="connsiteX1" fmla="*/ 989810 w 1055296"/>
                <a:gd name="connsiteY1" fmla="*/ 0 h 965200"/>
                <a:gd name="connsiteX2" fmla="*/ 1053310 w 1055296"/>
                <a:gd name="connsiteY2" fmla="*/ 444500 h 965200"/>
                <a:gd name="connsiteX3" fmla="*/ 558010 w 1055296"/>
                <a:gd name="connsiteY3" fmla="*/ 965200 h 965200"/>
                <a:gd name="connsiteX4" fmla="*/ 164310 w 1055296"/>
                <a:gd name="connsiteY4" fmla="*/ 355600 h 965200"/>
                <a:gd name="connsiteX5" fmla="*/ 418310 w 1055296"/>
                <a:gd name="connsiteY5" fmla="*/ 50800 h 965200"/>
                <a:gd name="connsiteX0" fmla="*/ 418310 w 1055296"/>
                <a:gd name="connsiteY0" fmla="*/ 384085 h 1298485"/>
                <a:gd name="connsiteX1" fmla="*/ 989810 w 1055296"/>
                <a:gd name="connsiteY1" fmla="*/ 333285 h 1298485"/>
                <a:gd name="connsiteX2" fmla="*/ 1053310 w 1055296"/>
                <a:gd name="connsiteY2" fmla="*/ 777785 h 1298485"/>
                <a:gd name="connsiteX3" fmla="*/ 558010 w 1055296"/>
                <a:gd name="connsiteY3" fmla="*/ 1298485 h 1298485"/>
                <a:gd name="connsiteX4" fmla="*/ 164310 w 1055296"/>
                <a:gd name="connsiteY4" fmla="*/ 688885 h 1298485"/>
                <a:gd name="connsiteX5" fmla="*/ 418310 w 1055296"/>
                <a:gd name="connsiteY5" fmla="*/ 384085 h 1298485"/>
                <a:gd name="connsiteX0" fmla="*/ 418310 w 1055296"/>
                <a:gd name="connsiteY0" fmla="*/ 476485 h 1390885"/>
                <a:gd name="connsiteX1" fmla="*/ 989810 w 1055296"/>
                <a:gd name="connsiteY1" fmla="*/ 425685 h 1390885"/>
                <a:gd name="connsiteX2" fmla="*/ 1053310 w 1055296"/>
                <a:gd name="connsiteY2" fmla="*/ 870185 h 1390885"/>
                <a:gd name="connsiteX3" fmla="*/ 558010 w 1055296"/>
                <a:gd name="connsiteY3" fmla="*/ 1390885 h 1390885"/>
                <a:gd name="connsiteX4" fmla="*/ 164310 w 1055296"/>
                <a:gd name="connsiteY4" fmla="*/ 781285 h 1390885"/>
                <a:gd name="connsiteX5" fmla="*/ 418310 w 1055296"/>
                <a:gd name="connsiteY5" fmla="*/ 476485 h 1390885"/>
                <a:gd name="connsiteX0" fmla="*/ 418310 w 1135940"/>
                <a:gd name="connsiteY0" fmla="*/ 476485 h 1390885"/>
                <a:gd name="connsiteX1" fmla="*/ 989810 w 1135940"/>
                <a:gd name="connsiteY1" fmla="*/ 425685 h 1390885"/>
                <a:gd name="connsiteX2" fmla="*/ 1053310 w 1135940"/>
                <a:gd name="connsiteY2" fmla="*/ 870185 h 1390885"/>
                <a:gd name="connsiteX3" fmla="*/ 558010 w 1135940"/>
                <a:gd name="connsiteY3" fmla="*/ 1390885 h 1390885"/>
                <a:gd name="connsiteX4" fmla="*/ 164310 w 1135940"/>
                <a:gd name="connsiteY4" fmla="*/ 781285 h 1390885"/>
                <a:gd name="connsiteX5" fmla="*/ 418310 w 1135940"/>
                <a:gd name="connsiteY5" fmla="*/ 476485 h 1390885"/>
                <a:gd name="connsiteX0" fmla="*/ 418310 w 1135940"/>
                <a:gd name="connsiteY0" fmla="*/ 476485 h 1390885"/>
                <a:gd name="connsiteX1" fmla="*/ 989810 w 1135940"/>
                <a:gd name="connsiteY1" fmla="*/ 425685 h 1390885"/>
                <a:gd name="connsiteX2" fmla="*/ 1053310 w 1135940"/>
                <a:gd name="connsiteY2" fmla="*/ 870185 h 1390885"/>
                <a:gd name="connsiteX3" fmla="*/ 558010 w 1135940"/>
                <a:gd name="connsiteY3" fmla="*/ 1390885 h 1390885"/>
                <a:gd name="connsiteX4" fmla="*/ 164310 w 1135940"/>
                <a:gd name="connsiteY4" fmla="*/ 781285 h 1390885"/>
                <a:gd name="connsiteX5" fmla="*/ 418310 w 1135940"/>
                <a:gd name="connsiteY5" fmla="*/ 476485 h 1390885"/>
                <a:gd name="connsiteX0" fmla="*/ 401518 w 1119148"/>
                <a:gd name="connsiteY0" fmla="*/ 476485 h 1808452"/>
                <a:gd name="connsiteX1" fmla="*/ 973018 w 1119148"/>
                <a:gd name="connsiteY1" fmla="*/ 425685 h 1808452"/>
                <a:gd name="connsiteX2" fmla="*/ 1036518 w 1119148"/>
                <a:gd name="connsiteY2" fmla="*/ 870185 h 1808452"/>
                <a:gd name="connsiteX3" fmla="*/ 669000 w 1119148"/>
                <a:gd name="connsiteY3" fmla="*/ 1808452 h 1808452"/>
                <a:gd name="connsiteX4" fmla="*/ 147518 w 1119148"/>
                <a:gd name="connsiteY4" fmla="*/ 781285 h 1808452"/>
                <a:gd name="connsiteX5" fmla="*/ 401518 w 1119148"/>
                <a:gd name="connsiteY5" fmla="*/ 476485 h 1808452"/>
                <a:gd name="connsiteX0" fmla="*/ 401518 w 1071059"/>
                <a:gd name="connsiteY0" fmla="*/ 543905 h 1875872"/>
                <a:gd name="connsiteX1" fmla="*/ 881900 w 1071059"/>
                <a:gd name="connsiteY1" fmla="*/ 333865 h 1875872"/>
                <a:gd name="connsiteX2" fmla="*/ 1036518 w 1071059"/>
                <a:gd name="connsiteY2" fmla="*/ 937605 h 1875872"/>
                <a:gd name="connsiteX3" fmla="*/ 669000 w 1071059"/>
                <a:gd name="connsiteY3" fmla="*/ 1875872 h 1875872"/>
                <a:gd name="connsiteX4" fmla="*/ 147518 w 1071059"/>
                <a:gd name="connsiteY4" fmla="*/ 848705 h 1875872"/>
                <a:gd name="connsiteX5" fmla="*/ 401518 w 1071059"/>
                <a:gd name="connsiteY5" fmla="*/ 543905 h 1875872"/>
                <a:gd name="connsiteX0" fmla="*/ 259378 w 1071059"/>
                <a:gd name="connsiteY0" fmla="*/ 521907 h 1902218"/>
                <a:gd name="connsiteX1" fmla="*/ 881900 w 1071059"/>
                <a:gd name="connsiteY1" fmla="*/ 360211 h 1902218"/>
                <a:gd name="connsiteX2" fmla="*/ 1036518 w 1071059"/>
                <a:gd name="connsiteY2" fmla="*/ 963951 h 1902218"/>
                <a:gd name="connsiteX3" fmla="*/ 669000 w 1071059"/>
                <a:gd name="connsiteY3" fmla="*/ 1902218 h 1902218"/>
                <a:gd name="connsiteX4" fmla="*/ 147518 w 1071059"/>
                <a:gd name="connsiteY4" fmla="*/ 875051 h 1902218"/>
                <a:gd name="connsiteX5" fmla="*/ 259378 w 1071059"/>
                <a:gd name="connsiteY5" fmla="*/ 521907 h 1902218"/>
                <a:gd name="connsiteX0" fmla="*/ 259378 w 1071059"/>
                <a:gd name="connsiteY0" fmla="*/ 441940 h 1822251"/>
                <a:gd name="connsiteX1" fmla="*/ 881900 w 1071059"/>
                <a:gd name="connsiteY1" fmla="*/ 280244 h 1822251"/>
                <a:gd name="connsiteX2" fmla="*/ 1036518 w 1071059"/>
                <a:gd name="connsiteY2" fmla="*/ 883984 h 1822251"/>
                <a:gd name="connsiteX3" fmla="*/ 669000 w 1071059"/>
                <a:gd name="connsiteY3" fmla="*/ 1822251 h 1822251"/>
                <a:gd name="connsiteX4" fmla="*/ 147518 w 1071059"/>
                <a:gd name="connsiteY4" fmla="*/ 795084 h 1822251"/>
                <a:gd name="connsiteX5" fmla="*/ 259378 w 1071059"/>
                <a:gd name="connsiteY5" fmla="*/ 441940 h 1822251"/>
                <a:gd name="connsiteX0" fmla="*/ 259378 w 1071059"/>
                <a:gd name="connsiteY0" fmla="*/ 497486 h 1877797"/>
                <a:gd name="connsiteX1" fmla="*/ 795848 w 1071059"/>
                <a:gd name="connsiteY1" fmla="*/ 233916 h 1877797"/>
                <a:gd name="connsiteX2" fmla="*/ 1036518 w 1071059"/>
                <a:gd name="connsiteY2" fmla="*/ 939530 h 1877797"/>
                <a:gd name="connsiteX3" fmla="*/ 669000 w 1071059"/>
                <a:gd name="connsiteY3" fmla="*/ 1877797 h 1877797"/>
                <a:gd name="connsiteX4" fmla="*/ 147518 w 1071059"/>
                <a:gd name="connsiteY4" fmla="*/ 850630 h 1877797"/>
                <a:gd name="connsiteX5" fmla="*/ 259378 w 1071059"/>
                <a:gd name="connsiteY5" fmla="*/ 497486 h 1877797"/>
                <a:gd name="connsiteX0" fmla="*/ 259378 w 1075570"/>
                <a:gd name="connsiteY0" fmla="*/ 497486 h 1877797"/>
                <a:gd name="connsiteX1" fmla="*/ 795848 w 1075570"/>
                <a:gd name="connsiteY1" fmla="*/ 233916 h 1877797"/>
                <a:gd name="connsiteX2" fmla="*/ 1047390 w 1075570"/>
                <a:gd name="connsiteY2" fmla="*/ 435756 h 1877797"/>
                <a:gd name="connsiteX3" fmla="*/ 669000 w 1075570"/>
                <a:gd name="connsiteY3" fmla="*/ 1877797 h 1877797"/>
                <a:gd name="connsiteX4" fmla="*/ 147518 w 1075570"/>
                <a:gd name="connsiteY4" fmla="*/ 850630 h 1877797"/>
                <a:gd name="connsiteX5" fmla="*/ 259378 w 1075570"/>
                <a:gd name="connsiteY5" fmla="*/ 497486 h 1877797"/>
                <a:gd name="connsiteX0" fmla="*/ 243514 w 1155570"/>
                <a:gd name="connsiteY0" fmla="*/ 497486 h 877706"/>
                <a:gd name="connsiteX1" fmla="*/ 779984 w 1155570"/>
                <a:gd name="connsiteY1" fmla="*/ 233916 h 877706"/>
                <a:gd name="connsiteX2" fmla="*/ 1031526 w 1155570"/>
                <a:gd name="connsiteY2" fmla="*/ 435756 h 877706"/>
                <a:gd name="connsiteX3" fmla="*/ 803097 w 1155570"/>
                <a:gd name="connsiteY3" fmla="*/ 808496 h 877706"/>
                <a:gd name="connsiteX4" fmla="*/ 131654 w 1155570"/>
                <a:gd name="connsiteY4" fmla="*/ 850630 h 877706"/>
                <a:gd name="connsiteX5" fmla="*/ 243514 w 1155570"/>
                <a:gd name="connsiteY5" fmla="*/ 497486 h 877706"/>
                <a:gd name="connsiteX0" fmla="*/ 27827 w 939883"/>
                <a:gd name="connsiteY0" fmla="*/ 497486 h 808496"/>
                <a:gd name="connsiteX1" fmla="*/ 564297 w 939883"/>
                <a:gd name="connsiteY1" fmla="*/ 233916 h 808496"/>
                <a:gd name="connsiteX2" fmla="*/ 815839 w 939883"/>
                <a:gd name="connsiteY2" fmla="*/ 435756 h 808496"/>
                <a:gd name="connsiteX3" fmla="*/ 587410 w 939883"/>
                <a:gd name="connsiteY3" fmla="*/ 808496 h 808496"/>
                <a:gd name="connsiteX4" fmla="*/ 220997 w 939883"/>
                <a:gd name="connsiteY4" fmla="*/ 674436 h 808496"/>
                <a:gd name="connsiteX5" fmla="*/ 27827 w 939883"/>
                <a:gd name="connsiteY5" fmla="*/ 497486 h 808496"/>
                <a:gd name="connsiteX0" fmla="*/ 99347 w 887276"/>
                <a:gd name="connsiteY0" fmla="*/ 412502 h 886548"/>
                <a:gd name="connsiteX1" fmla="*/ 511690 w 887276"/>
                <a:gd name="connsiteY1" fmla="*/ 311968 h 886548"/>
                <a:gd name="connsiteX2" fmla="*/ 763232 w 887276"/>
                <a:gd name="connsiteY2" fmla="*/ 513808 h 886548"/>
                <a:gd name="connsiteX3" fmla="*/ 534803 w 887276"/>
                <a:gd name="connsiteY3" fmla="*/ 886548 h 886548"/>
                <a:gd name="connsiteX4" fmla="*/ 168390 w 887276"/>
                <a:gd name="connsiteY4" fmla="*/ 752488 h 886548"/>
                <a:gd name="connsiteX5" fmla="*/ 99347 w 887276"/>
                <a:gd name="connsiteY5" fmla="*/ 412502 h 886548"/>
                <a:gd name="connsiteX0" fmla="*/ 57691 w 845620"/>
                <a:gd name="connsiteY0" fmla="*/ 412502 h 905384"/>
                <a:gd name="connsiteX1" fmla="*/ 470034 w 845620"/>
                <a:gd name="connsiteY1" fmla="*/ 311968 h 905384"/>
                <a:gd name="connsiteX2" fmla="*/ 721576 w 845620"/>
                <a:gd name="connsiteY2" fmla="*/ 513808 h 905384"/>
                <a:gd name="connsiteX3" fmla="*/ 493147 w 845620"/>
                <a:gd name="connsiteY3" fmla="*/ 886548 h 905384"/>
                <a:gd name="connsiteX4" fmla="*/ 126734 w 845620"/>
                <a:gd name="connsiteY4" fmla="*/ 752488 h 905384"/>
                <a:gd name="connsiteX5" fmla="*/ 57691 w 845620"/>
                <a:gd name="connsiteY5" fmla="*/ 412502 h 905384"/>
                <a:gd name="connsiteX0" fmla="*/ 57691 w 845620"/>
                <a:gd name="connsiteY0" fmla="*/ 412502 h 966637"/>
                <a:gd name="connsiteX1" fmla="*/ 470034 w 845620"/>
                <a:gd name="connsiteY1" fmla="*/ 311968 h 966637"/>
                <a:gd name="connsiteX2" fmla="*/ 721576 w 845620"/>
                <a:gd name="connsiteY2" fmla="*/ 513808 h 966637"/>
                <a:gd name="connsiteX3" fmla="*/ 493147 w 845620"/>
                <a:gd name="connsiteY3" fmla="*/ 886548 h 966637"/>
                <a:gd name="connsiteX4" fmla="*/ 126734 w 845620"/>
                <a:gd name="connsiteY4" fmla="*/ 752488 h 966637"/>
                <a:gd name="connsiteX5" fmla="*/ 57691 w 845620"/>
                <a:gd name="connsiteY5" fmla="*/ 412502 h 966637"/>
                <a:gd name="connsiteX0" fmla="*/ 57691 w 845620"/>
                <a:gd name="connsiteY0" fmla="*/ 358234 h 912369"/>
                <a:gd name="connsiteX1" fmla="*/ 470034 w 845620"/>
                <a:gd name="connsiteY1" fmla="*/ 257700 h 912369"/>
                <a:gd name="connsiteX2" fmla="*/ 721576 w 845620"/>
                <a:gd name="connsiteY2" fmla="*/ 459540 h 912369"/>
                <a:gd name="connsiteX3" fmla="*/ 493147 w 845620"/>
                <a:gd name="connsiteY3" fmla="*/ 832280 h 912369"/>
                <a:gd name="connsiteX4" fmla="*/ 126734 w 845620"/>
                <a:gd name="connsiteY4" fmla="*/ 698220 h 912369"/>
                <a:gd name="connsiteX5" fmla="*/ 57691 w 845620"/>
                <a:gd name="connsiteY5" fmla="*/ 358234 h 912369"/>
                <a:gd name="connsiteX0" fmla="*/ 57691 w 845620"/>
                <a:gd name="connsiteY0" fmla="*/ 364631 h 918766"/>
                <a:gd name="connsiteX1" fmla="*/ 436372 w 845620"/>
                <a:gd name="connsiteY1" fmla="*/ 251801 h 918766"/>
                <a:gd name="connsiteX2" fmla="*/ 721576 w 845620"/>
                <a:gd name="connsiteY2" fmla="*/ 465937 h 918766"/>
                <a:gd name="connsiteX3" fmla="*/ 493147 w 845620"/>
                <a:gd name="connsiteY3" fmla="*/ 838677 h 918766"/>
                <a:gd name="connsiteX4" fmla="*/ 126734 w 845620"/>
                <a:gd name="connsiteY4" fmla="*/ 704617 h 918766"/>
                <a:gd name="connsiteX5" fmla="*/ 57691 w 845620"/>
                <a:gd name="connsiteY5" fmla="*/ 364631 h 918766"/>
                <a:gd name="connsiteX0" fmla="*/ 57691 w 845620"/>
                <a:gd name="connsiteY0" fmla="*/ 364631 h 918766"/>
                <a:gd name="connsiteX1" fmla="*/ 436372 w 845620"/>
                <a:gd name="connsiteY1" fmla="*/ 251801 h 918766"/>
                <a:gd name="connsiteX2" fmla="*/ 721576 w 845620"/>
                <a:gd name="connsiteY2" fmla="*/ 465937 h 918766"/>
                <a:gd name="connsiteX3" fmla="*/ 493147 w 845620"/>
                <a:gd name="connsiteY3" fmla="*/ 838677 h 918766"/>
                <a:gd name="connsiteX4" fmla="*/ 126734 w 845620"/>
                <a:gd name="connsiteY4" fmla="*/ 704617 h 918766"/>
                <a:gd name="connsiteX5" fmla="*/ 57691 w 845620"/>
                <a:gd name="connsiteY5" fmla="*/ 364631 h 918766"/>
                <a:gd name="connsiteX0" fmla="*/ 57691 w 845620"/>
                <a:gd name="connsiteY0" fmla="*/ 364631 h 918766"/>
                <a:gd name="connsiteX1" fmla="*/ 436372 w 845620"/>
                <a:gd name="connsiteY1" fmla="*/ 251801 h 918766"/>
                <a:gd name="connsiteX2" fmla="*/ 721576 w 845620"/>
                <a:gd name="connsiteY2" fmla="*/ 465937 h 918766"/>
                <a:gd name="connsiteX3" fmla="*/ 493147 w 845620"/>
                <a:gd name="connsiteY3" fmla="*/ 838677 h 918766"/>
                <a:gd name="connsiteX4" fmla="*/ 126734 w 845620"/>
                <a:gd name="connsiteY4" fmla="*/ 704617 h 918766"/>
                <a:gd name="connsiteX5" fmla="*/ 57691 w 845620"/>
                <a:gd name="connsiteY5" fmla="*/ 364631 h 918766"/>
                <a:gd name="connsiteX0" fmla="*/ 57691 w 917627"/>
                <a:gd name="connsiteY0" fmla="*/ 364631 h 918766"/>
                <a:gd name="connsiteX1" fmla="*/ 436372 w 917627"/>
                <a:gd name="connsiteY1" fmla="*/ 251801 h 918766"/>
                <a:gd name="connsiteX2" fmla="*/ 721576 w 917627"/>
                <a:gd name="connsiteY2" fmla="*/ 465937 h 918766"/>
                <a:gd name="connsiteX3" fmla="*/ 493147 w 917627"/>
                <a:gd name="connsiteY3" fmla="*/ 838677 h 918766"/>
                <a:gd name="connsiteX4" fmla="*/ 126734 w 917627"/>
                <a:gd name="connsiteY4" fmla="*/ 704617 h 918766"/>
                <a:gd name="connsiteX5" fmla="*/ 57691 w 917627"/>
                <a:gd name="connsiteY5" fmla="*/ 364631 h 918766"/>
                <a:gd name="connsiteX0" fmla="*/ 57691 w 799697"/>
                <a:gd name="connsiteY0" fmla="*/ 364631 h 918766"/>
                <a:gd name="connsiteX1" fmla="*/ 436372 w 799697"/>
                <a:gd name="connsiteY1" fmla="*/ 251801 h 918766"/>
                <a:gd name="connsiteX2" fmla="*/ 721576 w 799697"/>
                <a:gd name="connsiteY2" fmla="*/ 465937 h 918766"/>
                <a:gd name="connsiteX3" fmla="*/ 493147 w 799697"/>
                <a:gd name="connsiteY3" fmla="*/ 838677 h 918766"/>
                <a:gd name="connsiteX4" fmla="*/ 126734 w 799697"/>
                <a:gd name="connsiteY4" fmla="*/ 704617 h 918766"/>
                <a:gd name="connsiteX5" fmla="*/ 57691 w 799697"/>
                <a:gd name="connsiteY5" fmla="*/ 364631 h 918766"/>
                <a:gd name="connsiteX0" fmla="*/ 65803 w 788752"/>
                <a:gd name="connsiteY0" fmla="*/ 359423 h 923546"/>
                <a:gd name="connsiteX1" fmla="*/ 425427 w 788752"/>
                <a:gd name="connsiteY1" fmla="*/ 256581 h 923546"/>
                <a:gd name="connsiteX2" fmla="*/ 710631 w 788752"/>
                <a:gd name="connsiteY2" fmla="*/ 470717 h 923546"/>
                <a:gd name="connsiteX3" fmla="*/ 482202 w 788752"/>
                <a:gd name="connsiteY3" fmla="*/ 843457 h 923546"/>
                <a:gd name="connsiteX4" fmla="*/ 115789 w 788752"/>
                <a:gd name="connsiteY4" fmla="*/ 709397 h 923546"/>
                <a:gd name="connsiteX5" fmla="*/ 65803 w 788752"/>
                <a:gd name="connsiteY5" fmla="*/ 359423 h 923546"/>
                <a:gd name="connsiteX0" fmla="*/ 65803 w 788752"/>
                <a:gd name="connsiteY0" fmla="*/ 338595 h 902718"/>
                <a:gd name="connsiteX1" fmla="*/ 425427 w 788752"/>
                <a:gd name="connsiteY1" fmla="*/ 235753 h 902718"/>
                <a:gd name="connsiteX2" fmla="*/ 710631 w 788752"/>
                <a:gd name="connsiteY2" fmla="*/ 449889 h 902718"/>
                <a:gd name="connsiteX3" fmla="*/ 482202 w 788752"/>
                <a:gd name="connsiteY3" fmla="*/ 822629 h 902718"/>
                <a:gd name="connsiteX4" fmla="*/ 115789 w 788752"/>
                <a:gd name="connsiteY4" fmla="*/ 688569 h 902718"/>
                <a:gd name="connsiteX5" fmla="*/ 65803 w 788752"/>
                <a:gd name="connsiteY5" fmla="*/ 338595 h 902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8752" h="902718">
                  <a:moveTo>
                    <a:pt x="65803" y="338595"/>
                  </a:moveTo>
                  <a:cubicBezTo>
                    <a:pt x="-37185" y="-98279"/>
                    <a:pt x="387327" y="-90214"/>
                    <a:pt x="425427" y="235753"/>
                  </a:cubicBezTo>
                  <a:cubicBezTo>
                    <a:pt x="643593" y="257509"/>
                    <a:pt x="577130" y="110394"/>
                    <a:pt x="710631" y="449889"/>
                  </a:cubicBezTo>
                  <a:cubicBezTo>
                    <a:pt x="789896" y="435372"/>
                    <a:pt x="909751" y="655603"/>
                    <a:pt x="482202" y="822629"/>
                  </a:cubicBezTo>
                  <a:cubicBezTo>
                    <a:pt x="436133" y="844246"/>
                    <a:pt x="153357" y="1055644"/>
                    <a:pt x="115789" y="688569"/>
                  </a:cubicBezTo>
                  <a:cubicBezTo>
                    <a:pt x="-40844" y="193269"/>
                    <a:pt x="-18864" y="440195"/>
                    <a:pt x="65803" y="338595"/>
                  </a:cubicBezTo>
                  <a:close/>
                </a:path>
              </a:pathLst>
            </a:custGeom>
            <a:solidFill>
              <a:srgbClr val="769324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A1A0081-1B4A-AACF-F3DA-081941BA1119}"/>
                </a:ext>
              </a:extLst>
            </p:cNvPr>
            <p:cNvSpPr/>
            <p:nvPr/>
          </p:nvSpPr>
          <p:spPr>
            <a:xfrm>
              <a:off x="3092134" y="1346200"/>
              <a:ext cx="4604066" cy="5118100"/>
            </a:xfrm>
            <a:custGeom>
              <a:avLst/>
              <a:gdLst>
                <a:gd name="connsiteX0" fmla="*/ 0 w 1295400"/>
                <a:gd name="connsiteY0" fmla="*/ 0 h 812800"/>
                <a:gd name="connsiteX1" fmla="*/ 1295400 w 1295400"/>
                <a:gd name="connsiteY1" fmla="*/ 0 h 812800"/>
                <a:gd name="connsiteX2" fmla="*/ 1295400 w 1295400"/>
                <a:gd name="connsiteY2" fmla="*/ 812800 h 812800"/>
                <a:gd name="connsiteX3" fmla="*/ 0 w 1295400"/>
                <a:gd name="connsiteY3" fmla="*/ 812800 h 812800"/>
                <a:gd name="connsiteX4" fmla="*/ 0 w 1295400"/>
                <a:gd name="connsiteY4" fmla="*/ 0 h 812800"/>
                <a:gd name="connsiteX0" fmla="*/ 1701800 w 2997200"/>
                <a:gd name="connsiteY0" fmla="*/ 0 h 1968500"/>
                <a:gd name="connsiteX1" fmla="*/ 2997200 w 2997200"/>
                <a:gd name="connsiteY1" fmla="*/ 0 h 1968500"/>
                <a:gd name="connsiteX2" fmla="*/ 2997200 w 2997200"/>
                <a:gd name="connsiteY2" fmla="*/ 812800 h 1968500"/>
                <a:gd name="connsiteX3" fmla="*/ 0 w 2997200"/>
                <a:gd name="connsiteY3" fmla="*/ 1968500 h 1968500"/>
                <a:gd name="connsiteX4" fmla="*/ 1701800 w 2997200"/>
                <a:gd name="connsiteY4" fmla="*/ 0 h 1968500"/>
                <a:gd name="connsiteX0" fmla="*/ 1701800 w 2997200"/>
                <a:gd name="connsiteY0" fmla="*/ 0 h 2768600"/>
                <a:gd name="connsiteX1" fmla="*/ 2997200 w 2997200"/>
                <a:gd name="connsiteY1" fmla="*/ 0 h 2768600"/>
                <a:gd name="connsiteX2" fmla="*/ 812800 w 2997200"/>
                <a:gd name="connsiteY2" fmla="*/ 2768600 h 2768600"/>
                <a:gd name="connsiteX3" fmla="*/ 0 w 2997200"/>
                <a:gd name="connsiteY3" fmla="*/ 1968500 h 2768600"/>
                <a:gd name="connsiteX4" fmla="*/ 1701800 w 2997200"/>
                <a:gd name="connsiteY4" fmla="*/ 0 h 2768600"/>
                <a:gd name="connsiteX0" fmla="*/ 2679700 w 2997200"/>
                <a:gd name="connsiteY0" fmla="*/ 0 h 5118100"/>
                <a:gd name="connsiteX1" fmla="*/ 2997200 w 2997200"/>
                <a:gd name="connsiteY1" fmla="*/ 2349500 h 5118100"/>
                <a:gd name="connsiteX2" fmla="*/ 812800 w 2997200"/>
                <a:gd name="connsiteY2" fmla="*/ 5118100 h 5118100"/>
                <a:gd name="connsiteX3" fmla="*/ 0 w 2997200"/>
                <a:gd name="connsiteY3" fmla="*/ 4318000 h 5118100"/>
                <a:gd name="connsiteX4" fmla="*/ 2679700 w 2997200"/>
                <a:gd name="connsiteY4" fmla="*/ 0 h 5118100"/>
                <a:gd name="connsiteX0" fmla="*/ 2679700 w 2997200"/>
                <a:gd name="connsiteY0" fmla="*/ 0 h 5118100"/>
                <a:gd name="connsiteX1" fmla="*/ 2565400 w 2997200"/>
                <a:gd name="connsiteY1" fmla="*/ 1143000 h 5118100"/>
                <a:gd name="connsiteX2" fmla="*/ 2997200 w 2997200"/>
                <a:gd name="connsiteY2" fmla="*/ 2349500 h 5118100"/>
                <a:gd name="connsiteX3" fmla="*/ 812800 w 2997200"/>
                <a:gd name="connsiteY3" fmla="*/ 5118100 h 5118100"/>
                <a:gd name="connsiteX4" fmla="*/ 0 w 2997200"/>
                <a:gd name="connsiteY4" fmla="*/ 4318000 h 5118100"/>
                <a:gd name="connsiteX5" fmla="*/ 2679700 w 2997200"/>
                <a:gd name="connsiteY5" fmla="*/ 0 h 5118100"/>
                <a:gd name="connsiteX0" fmla="*/ 2679700 w 3492500"/>
                <a:gd name="connsiteY0" fmla="*/ 0 h 5118100"/>
                <a:gd name="connsiteX1" fmla="*/ 2565400 w 3492500"/>
                <a:gd name="connsiteY1" fmla="*/ 1143000 h 5118100"/>
                <a:gd name="connsiteX2" fmla="*/ 3492500 w 3492500"/>
                <a:gd name="connsiteY2" fmla="*/ 25400 h 5118100"/>
                <a:gd name="connsiteX3" fmla="*/ 2997200 w 3492500"/>
                <a:gd name="connsiteY3" fmla="*/ 2349500 h 5118100"/>
                <a:gd name="connsiteX4" fmla="*/ 812800 w 3492500"/>
                <a:gd name="connsiteY4" fmla="*/ 5118100 h 5118100"/>
                <a:gd name="connsiteX5" fmla="*/ 0 w 3492500"/>
                <a:gd name="connsiteY5" fmla="*/ 4318000 h 5118100"/>
                <a:gd name="connsiteX6" fmla="*/ 2679700 w 3492500"/>
                <a:gd name="connsiteY6" fmla="*/ 0 h 5118100"/>
                <a:gd name="connsiteX0" fmla="*/ 2679700 w 3492500"/>
                <a:gd name="connsiteY0" fmla="*/ 0 h 5118100"/>
                <a:gd name="connsiteX1" fmla="*/ 2565400 w 3492500"/>
                <a:gd name="connsiteY1" fmla="*/ 1143000 h 5118100"/>
                <a:gd name="connsiteX2" fmla="*/ 3492500 w 3492500"/>
                <a:gd name="connsiteY2" fmla="*/ 25400 h 5118100"/>
                <a:gd name="connsiteX3" fmla="*/ 3302000 w 3492500"/>
                <a:gd name="connsiteY3" fmla="*/ 1371600 h 5118100"/>
                <a:gd name="connsiteX4" fmla="*/ 2997200 w 3492500"/>
                <a:gd name="connsiteY4" fmla="*/ 2349500 h 5118100"/>
                <a:gd name="connsiteX5" fmla="*/ 812800 w 3492500"/>
                <a:gd name="connsiteY5" fmla="*/ 5118100 h 5118100"/>
                <a:gd name="connsiteX6" fmla="*/ 0 w 3492500"/>
                <a:gd name="connsiteY6" fmla="*/ 4318000 h 5118100"/>
                <a:gd name="connsiteX7" fmla="*/ 2679700 w 3492500"/>
                <a:gd name="connsiteY7" fmla="*/ 0 h 5118100"/>
                <a:gd name="connsiteX0" fmla="*/ 2679700 w 4636817"/>
                <a:gd name="connsiteY0" fmla="*/ 0 h 5118100"/>
                <a:gd name="connsiteX1" fmla="*/ 2565400 w 4636817"/>
                <a:gd name="connsiteY1" fmla="*/ 1143000 h 5118100"/>
                <a:gd name="connsiteX2" fmla="*/ 3492500 w 4636817"/>
                <a:gd name="connsiteY2" fmla="*/ 25400 h 5118100"/>
                <a:gd name="connsiteX3" fmla="*/ 3302000 w 4636817"/>
                <a:gd name="connsiteY3" fmla="*/ 1371600 h 5118100"/>
                <a:gd name="connsiteX4" fmla="*/ 4635500 w 4636817"/>
                <a:gd name="connsiteY4" fmla="*/ 927100 h 5118100"/>
                <a:gd name="connsiteX5" fmla="*/ 2997200 w 4636817"/>
                <a:gd name="connsiteY5" fmla="*/ 2349500 h 5118100"/>
                <a:gd name="connsiteX6" fmla="*/ 812800 w 4636817"/>
                <a:gd name="connsiteY6" fmla="*/ 5118100 h 5118100"/>
                <a:gd name="connsiteX7" fmla="*/ 0 w 4636817"/>
                <a:gd name="connsiteY7" fmla="*/ 4318000 h 5118100"/>
                <a:gd name="connsiteX8" fmla="*/ 2679700 w 4636817"/>
                <a:gd name="connsiteY8" fmla="*/ 0 h 5118100"/>
                <a:gd name="connsiteX0" fmla="*/ 2679700 w 4636817"/>
                <a:gd name="connsiteY0" fmla="*/ 0 h 5118100"/>
                <a:gd name="connsiteX1" fmla="*/ 2565400 w 4636817"/>
                <a:gd name="connsiteY1" fmla="*/ 1143000 h 5118100"/>
                <a:gd name="connsiteX2" fmla="*/ 3492500 w 4636817"/>
                <a:gd name="connsiteY2" fmla="*/ 25400 h 5118100"/>
                <a:gd name="connsiteX3" fmla="*/ 3302000 w 4636817"/>
                <a:gd name="connsiteY3" fmla="*/ 1371600 h 5118100"/>
                <a:gd name="connsiteX4" fmla="*/ 4635500 w 4636817"/>
                <a:gd name="connsiteY4" fmla="*/ 927100 h 5118100"/>
                <a:gd name="connsiteX5" fmla="*/ 3606800 w 4636817"/>
                <a:gd name="connsiteY5" fmla="*/ 2095500 h 5118100"/>
                <a:gd name="connsiteX6" fmla="*/ 2997200 w 4636817"/>
                <a:gd name="connsiteY6" fmla="*/ 2349500 h 5118100"/>
                <a:gd name="connsiteX7" fmla="*/ 812800 w 4636817"/>
                <a:gd name="connsiteY7" fmla="*/ 5118100 h 5118100"/>
                <a:gd name="connsiteX8" fmla="*/ 0 w 4636817"/>
                <a:gd name="connsiteY8" fmla="*/ 4318000 h 5118100"/>
                <a:gd name="connsiteX9" fmla="*/ 2679700 w 4636817"/>
                <a:gd name="connsiteY9" fmla="*/ 0 h 5118100"/>
                <a:gd name="connsiteX0" fmla="*/ 2679700 w 4636817"/>
                <a:gd name="connsiteY0" fmla="*/ 0 h 5118100"/>
                <a:gd name="connsiteX1" fmla="*/ 2565400 w 4636817"/>
                <a:gd name="connsiteY1" fmla="*/ 1143000 h 5118100"/>
                <a:gd name="connsiteX2" fmla="*/ 3492500 w 4636817"/>
                <a:gd name="connsiteY2" fmla="*/ 25400 h 5118100"/>
                <a:gd name="connsiteX3" fmla="*/ 3302000 w 4636817"/>
                <a:gd name="connsiteY3" fmla="*/ 1371600 h 5118100"/>
                <a:gd name="connsiteX4" fmla="*/ 4635500 w 4636817"/>
                <a:gd name="connsiteY4" fmla="*/ 927100 h 5118100"/>
                <a:gd name="connsiteX5" fmla="*/ 3606800 w 4636817"/>
                <a:gd name="connsiteY5" fmla="*/ 2095500 h 5118100"/>
                <a:gd name="connsiteX6" fmla="*/ 4572000 w 4636817"/>
                <a:gd name="connsiteY6" fmla="*/ 2019300 h 5118100"/>
                <a:gd name="connsiteX7" fmla="*/ 812800 w 4636817"/>
                <a:gd name="connsiteY7" fmla="*/ 5118100 h 5118100"/>
                <a:gd name="connsiteX8" fmla="*/ 0 w 4636817"/>
                <a:gd name="connsiteY8" fmla="*/ 4318000 h 5118100"/>
                <a:gd name="connsiteX9" fmla="*/ 2679700 w 4636817"/>
                <a:gd name="connsiteY9" fmla="*/ 0 h 5118100"/>
                <a:gd name="connsiteX0" fmla="*/ 2679700 w 4636817"/>
                <a:gd name="connsiteY0" fmla="*/ 0 h 5118100"/>
                <a:gd name="connsiteX1" fmla="*/ 2565400 w 4636817"/>
                <a:gd name="connsiteY1" fmla="*/ 1143000 h 5118100"/>
                <a:gd name="connsiteX2" fmla="*/ 3492500 w 4636817"/>
                <a:gd name="connsiteY2" fmla="*/ 25400 h 5118100"/>
                <a:gd name="connsiteX3" fmla="*/ 3302000 w 4636817"/>
                <a:gd name="connsiteY3" fmla="*/ 1371600 h 5118100"/>
                <a:gd name="connsiteX4" fmla="*/ 4635500 w 4636817"/>
                <a:gd name="connsiteY4" fmla="*/ 927100 h 5118100"/>
                <a:gd name="connsiteX5" fmla="*/ 3606800 w 4636817"/>
                <a:gd name="connsiteY5" fmla="*/ 2095500 h 5118100"/>
                <a:gd name="connsiteX6" fmla="*/ 4572000 w 4636817"/>
                <a:gd name="connsiteY6" fmla="*/ 2019300 h 5118100"/>
                <a:gd name="connsiteX7" fmla="*/ 812800 w 4636817"/>
                <a:gd name="connsiteY7" fmla="*/ 5118100 h 5118100"/>
                <a:gd name="connsiteX8" fmla="*/ 0 w 4636817"/>
                <a:gd name="connsiteY8" fmla="*/ 4318000 h 5118100"/>
                <a:gd name="connsiteX9" fmla="*/ 2679700 w 4636817"/>
                <a:gd name="connsiteY9" fmla="*/ 0 h 5118100"/>
                <a:gd name="connsiteX0" fmla="*/ 2679700 w 4636817"/>
                <a:gd name="connsiteY0" fmla="*/ 0 h 5118100"/>
                <a:gd name="connsiteX1" fmla="*/ 2565400 w 4636817"/>
                <a:gd name="connsiteY1" fmla="*/ 1143000 h 5118100"/>
                <a:gd name="connsiteX2" fmla="*/ 3492500 w 4636817"/>
                <a:gd name="connsiteY2" fmla="*/ 25400 h 5118100"/>
                <a:gd name="connsiteX3" fmla="*/ 3302000 w 4636817"/>
                <a:gd name="connsiteY3" fmla="*/ 1371600 h 5118100"/>
                <a:gd name="connsiteX4" fmla="*/ 4635500 w 4636817"/>
                <a:gd name="connsiteY4" fmla="*/ 927100 h 5118100"/>
                <a:gd name="connsiteX5" fmla="*/ 3606800 w 4636817"/>
                <a:gd name="connsiteY5" fmla="*/ 2095500 h 5118100"/>
                <a:gd name="connsiteX6" fmla="*/ 4572000 w 4636817"/>
                <a:gd name="connsiteY6" fmla="*/ 2019300 h 5118100"/>
                <a:gd name="connsiteX7" fmla="*/ 812800 w 4636817"/>
                <a:gd name="connsiteY7" fmla="*/ 5118100 h 5118100"/>
                <a:gd name="connsiteX8" fmla="*/ 0 w 4636817"/>
                <a:gd name="connsiteY8" fmla="*/ 4318000 h 5118100"/>
                <a:gd name="connsiteX9" fmla="*/ 2679700 w 4636817"/>
                <a:gd name="connsiteY9" fmla="*/ 0 h 5118100"/>
                <a:gd name="connsiteX0" fmla="*/ 2679700 w 4636817"/>
                <a:gd name="connsiteY0" fmla="*/ 0 h 5118100"/>
                <a:gd name="connsiteX1" fmla="*/ 2565400 w 4636817"/>
                <a:gd name="connsiteY1" fmla="*/ 1143000 h 5118100"/>
                <a:gd name="connsiteX2" fmla="*/ 3492500 w 4636817"/>
                <a:gd name="connsiteY2" fmla="*/ 25400 h 5118100"/>
                <a:gd name="connsiteX3" fmla="*/ 3302000 w 4636817"/>
                <a:gd name="connsiteY3" fmla="*/ 1371600 h 5118100"/>
                <a:gd name="connsiteX4" fmla="*/ 4635500 w 4636817"/>
                <a:gd name="connsiteY4" fmla="*/ 927100 h 5118100"/>
                <a:gd name="connsiteX5" fmla="*/ 3606800 w 4636817"/>
                <a:gd name="connsiteY5" fmla="*/ 2095500 h 5118100"/>
                <a:gd name="connsiteX6" fmla="*/ 4572000 w 4636817"/>
                <a:gd name="connsiteY6" fmla="*/ 2019300 h 5118100"/>
                <a:gd name="connsiteX7" fmla="*/ 812800 w 4636817"/>
                <a:gd name="connsiteY7" fmla="*/ 5118100 h 5118100"/>
                <a:gd name="connsiteX8" fmla="*/ 0 w 4636817"/>
                <a:gd name="connsiteY8" fmla="*/ 4318000 h 5118100"/>
                <a:gd name="connsiteX9" fmla="*/ 2679700 w 4636817"/>
                <a:gd name="connsiteY9" fmla="*/ 0 h 5118100"/>
                <a:gd name="connsiteX0" fmla="*/ 2679700 w 4636817"/>
                <a:gd name="connsiteY0" fmla="*/ 0 h 5118100"/>
                <a:gd name="connsiteX1" fmla="*/ 2565400 w 4636817"/>
                <a:gd name="connsiteY1" fmla="*/ 1143000 h 5118100"/>
                <a:gd name="connsiteX2" fmla="*/ 3492500 w 4636817"/>
                <a:gd name="connsiteY2" fmla="*/ 25400 h 5118100"/>
                <a:gd name="connsiteX3" fmla="*/ 3302000 w 4636817"/>
                <a:gd name="connsiteY3" fmla="*/ 1371600 h 5118100"/>
                <a:gd name="connsiteX4" fmla="*/ 4635500 w 4636817"/>
                <a:gd name="connsiteY4" fmla="*/ 927100 h 5118100"/>
                <a:gd name="connsiteX5" fmla="*/ 3606800 w 4636817"/>
                <a:gd name="connsiteY5" fmla="*/ 2095500 h 5118100"/>
                <a:gd name="connsiteX6" fmla="*/ 4572000 w 4636817"/>
                <a:gd name="connsiteY6" fmla="*/ 2019300 h 5118100"/>
                <a:gd name="connsiteX7" fmla="*/ 812800 w 4636817"/>
                <a:gd name="connsiteY7" fmla="*/ 5118100 h 5118100"/>
                <a:gd name="connsiteX8" fmla="*/ 0 w 4636817"/>
                <a:gd name="connsiteY8" fmla="*/ 4318000 h 5118100"/>
                <a:gd name="connsiteX9" fmla="*/ 2679700 w 4636817"/>
                <a:gd name="connsiteY9" fmla="*/ 0 h 5118100"/>
                <a:gd name="connsiteX0" fmla="*/ 2641600 w 4598717"/>
                <a:gd name="connsiteY0" fmla="*/ 0 h 5118100"/>
                <a:gd name="connsiteX1" fmla="*/ 2527300 w 4598717"/>
                <a:gd name="connsiteY1" fmla="*/ 1143000 h 5118100"/>
                <a:gd name="connsiteX2" fmla="*/ 3454400 w 4598717"/>
                <a:gd name="connsiteY2" fmla="*/ 25400 h 5118100"/>
                <a:gd name="connsiteX3" fmla="*/ 3263900 w 4598717"/>
                <a:gd name="connsiteY3" fmla="*/ 1371600 h 5118100"/>
                <a:gd name="connsiteX4" fmla="*/ 4597400 w 4598717"/>
                <a:gd name="connsiteY4" fmla="*/ 927100 h 5118100"/>
                <a:gd name="connsiteX5" fmla="*/ 3568700 w 4598717"/>
                <a:gd name="connsiteY5" fmla="*/ 2095500 h 5118100"/>
                <a:gd name="connsiteX6" fmla="*/ 4533900 w 4598717"/>
                <a:gd name="connsiteY6" fmla="*/ 2019300 h 5118100"/>
                <a:gd name="connsiteX7" fmla="*/ 774700 w 4598717"/>
                <a:gd name="connsiteY7" fmla="*/ 5118100 h 5118100"/>
                <a:gd name="connsiteX8" fmla="*/ 0 w 4598717"/>
                <a:gd name="connsiteY8" fmla="*/ 4368800 h 5118100"/>
                <a:gd name="connsiteX9" fmla="*/ 2641600 w 4598717"/>
                <a:gd name="connsiteY9" fmla="*/ 0 h 5118100"/>
                <a:gd name="connsiteX0" fmla="*/ 2642488 w 4599605"/>
                <a:gd name="connsiteY0" fmla="*/ 0 h 5118100"/>
                <a:gd name="connsiteX1" fmla="*/ 2528188 w 4599605"/>
                <a:gd name="connsiteY1" fmla="*/ 1143000 h 5118100"/>
                <a:gd name="connsiteX2" fmla="*/ 3455288 w 4599605"/>
                <a:gd name="connsiteY2" fmla="*/ 25400 h 5118100"/>
                <a:gd name="connsiteX3" fmla="*/ 3264788 w 4599605"/>
                <a:gd name="connsiteY3" fmla="*/ 1371600 h 5118100"/>
                <a:gd name="connsiteX4" fmla="*/ 4598288 w 4599605"/>
                <a:gd name="connsiteY4" fmla="*/ 927100 h 5118100"/>
                <a:gd name="connsiteX5" fmla="*/ 3569588 w 4599605"/>
                <a:gd name="connsiteY5" fmla="*/ 2095500 h 5118100"/>
                <a:gd name="connsiteX6" fmla="*/ 4534788 w 4599605"/>
                <a:gd name="connsiteY6" fmla="*/ 2019300 h 5118100"/>
                <a:gd name="connsiteX7" fmla="*/ 775588 w 4599605"/>
                <a:gd name="connsiteY7" fmla="*/ 5118100 h 5118100"/>
                <a:gd name="connsiteX8" fmla="*/ 888 w 4599605"/>
                <a:gd name="connsiteY8" fmla="*/ 4368800 h 5118100"/>
                <a:gd name="connsiteX9" fmla="*/ 2642488 w 4599605"/>
                <a:gd name="connsiteY9" fmla="*/ 0 h 5118100"/>
                <a:gd name="connsiteX0" fmla="*/ 2642301 w 4599418"/>
                <a:gd name="connsiteY0" fmla="*/ 0 h 5118100"/>
                <a:gd name="connsiteX1" fmla="*/ 2528001 w 4599418"/>
                <a:gd name="connsiteY1" fmla="*/ 1143000 h 5118100"/>
                <a:gd name="connsiteX2" fmla="*/ 3455101 w 4599418"/>
                <a:gd name="connsiteY2" fmla="*/ 25400 h 5118100"/>
                <a:gd name="connsiteX3" fmla="*/ 3264601 w 4599418"/>
                <a:gd name="connsiteY3" fmla="*/ 1371600 h 5118100"/>
                <a:gd name="connsiteX4" fmla="*/ 4598101 w 4599418"/>
                <a:gd name="connsiteY4" fmla="*/ 927100 h 5118100"/>
                <a:gd name="connsiteX5" fmla="*/ 3569401 w 4599418"/>
                <a:gd name="connsiteY5" fmla="*/ 2095500 h 5118100"/>
                <a:gd name="connsiteX6" fmla="*/ 4534601 w 4599418"/>
                <a:gd name="connsiteY6" fmla="*/ 2019300 h 5118100"/>
                <a:gd name="connsiteX7" fmla="*/ 775401 w 4599418"/>
                <a:gd name="connsiteY7" fmla="*/ 5118100 h 5118100"/>
                <a:gd name="connsiteX8" fmla="*/ 701 w 4599418"/>
                <a:gd name="connsiteY8" fmla="*/ 4368800 h 5118100"/>
                <a:gd name="connsiteX9" fmla="*/ 2642301 w 4599418"/>
                <a:gd name="connsiteY9" fmla="*/ 0 h 5118100"/>
                <a:gd name="connsiteX0" fmla="*/ 2648199 w 4605316"/>
                <a:gd name="connsiteY0" fmla="*/ 0 h 5118100"/>
                <a:gd name="connsiteX1" fmla="*/ 2533899 w 4605316"/>
                <a:gd name="connsiteY1" fmla="*/ 1143000 h 5118100"/>
                <a:gd name="connsiteX2" fmla="*/ 3460999 w 4605316"/>
                <a:gd name="connsiteY2" fmla="*/ 25400 h 5118100"/>
                <a:gd name="connsiteX3" fmla="*/ 3270499 w 4605316"/>
                <a:gd name="connsiteY3" fmla="*/ 1371600 h 5118100"/>
                <a:gd name="connsiteX4" fmla="*/ 4603999 w 4605316"/>
                <a:gd name="connsiteY4" fmla="*/ 927100 h 5118100"/>
                <a:gd name="connsiteX5" fmla="*/ 3575299 w 4605316"/>
                <a:gd name="connsiteY5" fmla="*/ 2095500 h 5118100"/>
                <a:gd name="connsiteX6" fmla="*/ 4540499 w 4605316"/>
                <a:gd name="connsiteY6" fmla="*/ 2019300 h 5118100"/>
                <a:gd name="connsiteX7" fmla="*/ 781299 w 4605316"/>
                <a:gd name="connsiteY7" fmla="*/ 5118100 h 5118100"/>
                <a:gd name="connsiteX8" fmla="*/ 6599 w 4605316"/>
                <a:gd name="connsiteY8" fmla="*/ 4368800 h 5118100"/>
                <a:gd name="connsiteX9" fmla="*/ 2648199 w 4605316"/>
                <a:gd name="connsiteY9" fmla="*/ 0 h 5118100"/>
                <a:gd name="connsiteX0" fmla="*/ 2648266 w 4605383"/>
                <a:gd name="connsiteY0" fmla="*/ 0 h 5118100"/>
                <a:gd name="connsiteX1" fmla="*/ 2533966 w 4605383"/>
                <a:gd name="connsiteY1" fmla="*/ 1143000 h 5118100"/>
                <a:gd name="connsiteX2" fmla="*/ 3461066 w 4605383"/>
                <a:gd name="connsiteY2" fmla="*/ 25400 h 5118100"/>
                <a:gd name="connsiteX3" fmla="*/ 3270566 w 4605383"/>
                <a:gd name="connsiteY3" fmla="*/ 1371600 h 5118100"/>
                <a:gd name="connsiteX4" fmla="*/ 4604066 w 4605383"/>
                <a:gd name="connsiteY4" fmla="*/ 927100 h 5118100"/>
                <a:gd name="connsiteX5" fmla="*/ 3575366 w 4605383"/>
                <a:gd name="connsiteY5" fmla="*/ 2095500 h 5118100"/>
                <a:gd name="connsiteX6" fmla="*/ 4540566 w 4605383"/>
                <a:gd name="connsiteY6" fmla="*/ 2019300 h 5118100"/>
                <a:gd name="connsiteX7" fmla="*/ 781366 w 4605383"/>
                <a:gd name="connsiteY7" fmla="*/ 5118100 h 5118100"/>
                <a:gd name="connsiteX8" fmla="*/ 6666 w 4605383"/>
                <a:gd name="connsiteY8" fmla="*/ 4368800 h 5118100"/>
                <a:gd name="connsiteX9" fmla="*/ 2648266 w 4605383"/>
                <a:gd name="connsiteY9" fmla="*/ 0 h 5118100"/>
                <a:gd name="connsiteX0" fmla="*/ 2648266 w 4605383"/>
                <a:gd name="connsiteY0" fmla="*/ 0 h 5118100"/>
                <a:gd name="connsiteX1" fmla="*/ 2533966 w 4605383"/>
                <a:gd name="connsiteY1" fmla="*/ 1143000 h 5118100"/>
                <a:gd name="connsiteX2" fmla="*/ 3461066 w 4605383"/>
                <a:gd name="connsiteY2" fmla="*/ 25400 h 5118100"/>
                <a:gd name="connsiteX3" fmla="*/ 3270566 w 4605383"/>
                <a:gd name="connsiteY3" fmla="*/ 1371600 h 5118100"/>
                <a:gd name="connsiteX4" fmla="*/ 4604066 w 4605383"/>
                <a:gd name="connsiteY4" fmla="*/ 927100 h 5118100"/>
                <a:gd name="connsiteX5" fmla="*/ 3575366 w 4605383"/>
                <a:gd name="connsiteY5" fmla="*/ 2095500 h 5118100"/>
                <a:gd name="connsiteX6" fmla="*/ 4540566 w 4605383"/>
                <a:gd name="connsiteY6" fmla="*/ 2019300 h 5118100"/>
                <a:gd name="connsiteX7" fmla="*/ 781366 w 4605383"/>
                <a:gd name="connsiteY7" fmla="*/ 5118100 h 5118100"/>
                <a:gd name="connsiteX8" fmla="*/ 6666 w 4605383"/>
                <a:gd name="connsiteY8" fmla="*/ 4368800 h 5118100"/>
                <a:gd name="connsiteX9" fmla="*/ 2648266 w 4605383"/>
                <a:gd name="connsiteY9" fmla="*/ 0 h 5118100"/>
                <a:gd name="connsiteX0" fmla="*/ 2648266 w 4605383"/>
                <a:gd name="connsiteY0" fmla="*/ 0 h 5118100"/>
                <a:gd name="connsiteX1" fmla="*/ 2533966 w 4605383"/>
                <a:gd name="connsiteY1" fmla="*/ 1143000 h 5118100"/>
                <a:gd name="connsiteX2" fmla="*/ 3461066 w 4605383"/>
                <a:gd name="connsiteY2" fmla="*/ 25400 h 5118100"/>
                <a:gd name="connsiteX3" fmla="*/ 3270566 w 4605383"/>
                <a:gd name="connsiteY3" fmla="*/ 1371600 h 5118100"/>
                <a:gd name="connsiteX4" fmla="*/ 4604066 w 4605383"/>
                <a:gd name="connsiteY4" fmla="*/ 927100 h 5118100"/>
                <a:gd name="connsiteX5" fmla="*/ 3575366 w 4605383"/>
                <a:gd name="connsiteY5" fmla="*/ 2095500 h 5118100"/>
                <a:gd name="connsiteX6" fmla="*/ 4540566 w 4605383"/>
                <a:gd name="connsiteY6" fmla="*/ 2019300 h 5118100"/>
                <a:gd name="connsiteX7" fmla="*/ 781366 w 4605383"/>
                <a:gd name="connsiteY7" fmla="*/ 5118100 h 5118100"/>
                <a:gd name="connsiteX8" fmla="*/ 6666 w 4605383"/>
                <a:gd name="connsiteY8" fmla="*/ 4368800 h 5118100"/>
                <a:gd name="connsiteX9" fmla="*/ 2648266 w 4605383"/>
                <a:gd name="connsiteY9" fmla="*/ 0 h 5118100"/>
                <a:gd name="connsiteX0" fmla="*/ 2648266 w 4605383"/>
                <a:gd name="connsiteY0" fmla="*/ 0 h 5118100"/>
                <a:gd name="connsiteX1" fmla="*/ 2533966 w 4605383"/>
                <a:gd name="connsiteY1" fmla="*/ 1143000 h 5118100"/>
                <a:gd name="connsiteX2" fmla="*/ 3397566 w 4605383"/>
                <a:gd name="connsiteY2" fmla="*/ 355600 h 5118100"/>
                <a:gd name="connsiteX3" fmla="*/ 3270566 w 4605383"/>
                <a:gd name="connsiteY3" fmla="*/ 1371600 h 5118100"/>
                <a:gd name="connsiteX4" fmla="*/ 4604066 w 4605383"/>
                <a:gd name="connsiteY4" fmla="*/ 927100 h 5118100"/>
                <a:gd name="connsiteX5" fmla="*/ 3575366 w 4605383"/>
                <a:gd name="connsiteY5" fmla="*/ 2095500 h 5118100"/>
                <a:gd name="connsiteX6" fmla="*/ 4540566 w 4605383"/>
                <a:gd name="connsiteY6" fmla="*/ 2019300 h 5118100"/>
                <a:gd name="connsiteX7" fmla="*/ 781366 w 4605383"/>
                <a:gd name="connsiteY7" fmla="*/ 5118100 h 5118100"/>
                <a:gd name="connsiteX8" fmla="*/ 6666 w 4605383"/>
                <a:gd name="connsiteY8" fmla="*/ 4368800 h 5118100"/>
                <a:gd name="connsiteX9" fmla="*/ 2648266 w 4605383"/>
                <a:gd name="connsiteY9" fmla="*/ 0 h 5118100"/>
                <a:gd name="connsiteX0" fmla="*/ 2648266 w 4605383"/>
                <a:gd name="connsiteY0" fmla="*/ 0 h 5118100"/>
                <a:gd name="connsiteX1" fmla="*/ 2533966 w 4605383"/>
                <a:gd name="connsiteY1" fmla="*/ 1143000 h 5118100"/>
                <a:gd name="connsiteX2" fmla="*/ 3283266 w 4605383"/>
                <a:gd name="connsiteY2" fmla="*/ 546100 h 5118100"/>
                <a:gd name="connsiteX3" fmla="*/ 3270566 w 4605383"/>
                <a:gd name="connsiteY3" fmla="*/ 1371600 h 5118100"/>
                <a:gd name="connsiteX4" fmla="*/ 4604066 w 4605383"/>
                <a:gd name="connsiteY4" fmla="*/ 927100 h 5118100"/>
                <a:gd name="connsiteX5" fmla="*/ 3575366 w 4605383"/>
                <a:gd name="connsiteY5" fmla="*/ 2095500 h 5118100"/>
                <a:gd name="connsiteX6" fmla="*/ 4540566 w 4605383"/>
                <a:gd name="connsiteY6" fmla="*/ 2019300 h 5118100"/>
                <a:gd name="connsiteX7" fmla="*/ 781366 w 4605383"/>
                <a:gd name="connsiteY7" fmla="*/ 5118100 h 5118100"/>
                <a:gd name="connsiteX8" fmla="*/ 6666 w 4605383"/>
                <a:gd name="connsiteY8" fmla="*/ 4368800 h 5118100"/>
                <a:gd name="connsiteX9" fmla="*/ 2648266 w 4605383"/>
                <a:gd name="connsiteY9" fmla="*/ 0 h 5118100"/>
                <a:gd name="connsiteX0" fmla="*/ 2648266 w 4605383"/>
                <a:gd name="connsiteY0" fmla="*/ 0 h 5118100"/>
                <a:gd name="connsiteX1" fmla="*/ 2533966 w 4605383"/>
                <a:gd name="connsiteY1" fmla="*/ 1143000 h 5118100"/>
                <a:gd name="connsiteX2" fmla="*/ 3461066 w 4605383"/>
                <a:gd name="connsiteY2" fmla="*/ 50800 h 5118100"/>
                <a:gd name="connsiteX3" fmla="*/ 3270566 w 4605383"/>
                <a:gd name="connsiteY3" fmla="*/ 1371600 h 5118100"/>
                <a:gd name="connsiteX4" fmla="*/ 4604066 w 4605383"/>
                <a:gd name="connsiteY4" fmla="*/ 927100 h 5118100"/>
                <a:gd name="connsiteX5" fmla="*/ 3575366 w 4605383"/>
                <a:gd name="connsiteY5" fmla="*/ 2095500 h 5118100"/>
                <a:gd name="connsiteX6" fmla="*/ 4540566 w 4605383"/>
                <a:gd name="connsiteY6" fmla="*/ 2019300 h 5118100"/>
                <a:gd name="connsiteX7" fmla="*/ 781366 w 4605383"/>
                <a:gd name="connsiteY7" fmla="*/ 5118100 h 5118100"/>
                <a:gd name="connsiteX8" fmla="*/ 6666 w 4605383"/>
                <a:gd name="connsiteY8" fmla="*/ 4368800 h 5118100"/>
                <a:gd name="connsiteX9" fmla="*/ 2648266 w 4605383"/>
                <a:gd name="connsiteY9" fmla="*/ 0 h 5118100"/>
                <a:gd name="connsiteX0" fmla="*/ 2648266 w 4605383"/>
                <a:gd name="connsiteY0" fmla="*/ 0 h 5118100"/>
                <a:gd name="connsiteX1" fmla="*/ 2533966 w 4605383"/>
                <a:gd name="connsiteY1" fmla="*/ 1143000 h 5118100"/>
                <a:gd name="connsiteX2" fmla="*/ 3461066 w 4605383"/>
                <a:gd name="connsiteY2" fmla="*/ 50800 h 5118100"/>
                <a:gd name="connsiteX3" fmla="*/ 3270566 w 4605383"/>
                <a:gd name="connsiteY3" fmla="*/ 1371600 h 5118100"/>
                <a:gd name="connsiteX4" fmla="*/ 4604066 w 4605383"/>
                <a:gd name="connsiteY4" fmla="*/ 927100 h 5118100"/>
                <a:gd name="connsiteX5" fmla="*/ 3575366 w 4605383"/>
                <a:gd name="connsiteY5" fmla="*/ 2095500 h 5118100"/>
                <a:gd name="connsiteX6" fmla="*/ 4540566 w 4605383"/>
                <a:gd name="connsiteY6" fmla="*/ 2019300 h 5118100"/>
                <a:gd name="connsiteX7" fmla="*/ 781366 w 4605383"/>
                <a:gd name="connsiteY7" fmla="*/ 5118100 h 5118100"/>
                <a:gd name="connsiteX8" fmla="*/ 6666 w 4605383"/>
                <a:gd name="connsiteY8" fmla="*/ 4368800 h 5118100"/>
                <a:gd name="connsiteX9" fmla="*/ 2648266 w 4605383"/>
                <a:gd name="connsiteY9" fmla="*/ 0 h 5118100"/>
                <a:gd name="connsiteX0" fmla="*/ 2648266 w 4604066"/>
                <a:gd name="connsiteY0" fmla="*/ 0 h 5118100"/>
                <a:gd name="connsiteX1" fmla="*/ 2533966 w 4604066"/>
                <a:gd name="connsiteY1" fmla="*/ 1143000 h 5118100"/>
                <a:gd name="connsiteX2" fmla="*/ 3461066 w 4604066"/>
                <a:gd name="connsiteY2" fmla="*/ 50800 h 5118100"/>
                <a:gd name="connsiteX3" fmla="*/ 3270566 w 4604066"/>
                <a:gd name="connsiteY3" fmla="*/ 1371600 h 5118100"/>
                <a:gd name="connsiteX4" fmla="*/ 4604066 w 4604066"/>
                <a:gd name="connsiteY4" fmla="*/ 927100 h 5118100"/>
                <a:gd name="connsiteX5" fmla="*/ 3575366 w 4604066"/>
                <a:gd name="connsiteY5" fmla="*/ 2095500 h 5118100"/>
                <a:gd name="connsiteX6" fmla="*/ 4540566 w 4604066"/>
                <a:gd name="connsiteY6" fmla="*/ 2019300 h 5118100"/>
                <a:gd name="connsiteX7" fmla="*/ 781366 w 4604066"/>
                <a:gd name="connsiteY7" fmla="*/ 5118100 h 5118100"/>
                <a:gd name="connsiteX8" fmla="*/ 6666 w 4604066"/>
                <a:gd name="connsiteY8" fmla="*/ 4368800 h 5118100"/>
                <a:gd name="connsiteX9" fmla="*/ 2648266 w 4604066"/>
                <a:gd name="connsiteY9" fmla="*/ 0 h 5118100"/>
                <a:gd name="connsiteX0" fmla="*/ 2648266 w 4604066"/>
                <a:gd name="connsiteY0" fmla="*/ 0 h 5118100"/>
                <a:gd name="connsiteX1" fmla="*/ 2533966 w 4604066"/>
                <a:gd name="connsiteY1" fmla="*/ 1143000 h 5118100"/>
                <a:gd name="connsiteX2" fmla="*/ 3461066 w 4604066"/>
                <a:gd name="connsiteY2" fmla="*/ 50800 h 5118100"/>
                <a:gd name="connsiteX3" fmla="*/ 3270566 w 4604066"/>
                <a:gd name="connsiteY3" fmla="*/ 1371600 h 5118100"/>
                <a:gd name="connsiteX4" fmla="*/ 4604066 w 4604066"/>
                <a:gd name="connsiteY4" fmla="*/ 927100 h 5118100"/>
                <a:gd name="connsiteX5" fmla="*/ 3575366 w 4604066"/>
                <a:gd name="connsiteY5" fmla="*/ 2095500 h 5118100"/>
                <a:gd name="connsiteX6" fmla="*/ 4540566 w 4604066"/>
                <a:gd name="connsiteY6" fmla="*/ 2019300 h 5118100"/>
                <a:gd name="connsiteX7" fmla="*/ 781366 w 4604066"/>
                <a:gd name="connsiteY7" fmla="*/ 5118100 h 5118100"/>
                <a:gd name="connsiteX8" fmla="*/ 6666 w 4604066"/>
                <a:gd name="connsiteY8" fmla="*/ 4368800 h 5118100"/>
                <a:gd name="connsiteX9" fmla="*/ 2648266 w 4604066"/>
                <a:gd name="connsiteY9" fmla="*/ 0 h 5118100"/>
                <a:gd name="connsiteX0" fmla="*/ 2648266 w 4604066"/>
                <a:gd name="connsiteY0" fmla="*/ 0 h 5118100"/>
                <a:gd name="connsiteX1" fmla="*/ 2533966 w 4604066"/>
                <a:gd name="connsiteY1" fmla="*/ 1143000 h 5118100"/>
                <a:gd name="connsiteX2" fmla="*/ 3461066 w 4604066"/>
                <a:gd name="connsiteY2" fmla="*/ 50800 h 5118100"/>
                <a:gd name="connsiteX3" fmla="*/ 3270566 w 4604066"/>
                <a:gd name="connsiteY3" fmla="*/ 1371600 h 5118100"/>
                <a:gd name="connsiteX4" fmla="*/ 4604066 w 4604066"/>
                <a:gd name="connsiteY4" fmla="*/ 927100 h 5118100"/>
                <a:gd name="connsiteX5" fmla="*/ 3575366 w 4604066"/>
                <a:gd name="connsiteY5" fmla="*/ 2095500 h 5118100"/>
                <a:gd name="connsiteX6" fmla="*/ 4540566 w 4604066"/>
                <a:gd name="connsiteY6" fmla="*/ 2019300 h 5118100"/>
                <a:gd name="connsiteX7" fmla="*/ 781366 w 4604066"/>
                <a:gd name="connsiteY7" fmla="*/ 5118100 h 5118100"/>
                <a:gd name="connsiteX8" fmla="*/ 6666 w 4604066"/>
                <a:gd name="connsiteY8" fmla="*/ 4368800 h 5118100"/>
                <a:gd name="connsiteX9" fmla="*/ 2648266 w 4604066"/>
                <a:gd name="connsiteY9" fmla="*/ 0 h 5118100"/>
                <a:gd name="connsiteX0" fmla="*/ 2648266 w 4604066"/>
                <a:gd name="connsiteY0" fmla="*/ 0 h 5118100"/>
                <a:gd name="connsiteX1" fmla="*/ 2533966 w 4604066"/>
                <a:gd name="connsiteY1" fmla="*/ 1143000 h 5118100"/>
                <a:gd name="connsiteX2" fmla="*/ 3461066 w 4604066"/>
                <a:gd name="connsiteY2" fmla="*/ 50800 h 5118100"/>
                <a:gd name="connsiteX3" fmla="*/ 3270566 w 4604066"/>
                <a:gd name="connsiteY3" fmla="*/ 1371600 h 5118100"/>
                <a:gd name="connsiteX4" fmla="*/ 4604066 w 4604066"/>
                <a:gd name="connsiteY4" fmla="*/ 927100 h 5118100"/>
                <a:gd name="connsiteX5" fmla="*/ 3575366 w 4604066"/>
                <a:gd name="connsiteY5" fmla="*/ 2095500 h 5118100"/>
                <a:gd name="connsiteX6" fmla="*/ 4540566 w 4604066"/>
                <a:gd name="connsiteY6" fmla="*/ 2019300 h 5118100"/>
                <a:gd name="connsiteX7" fmla="*/ 781366 w 4604066"/>
                <a:gd name="connsiteY7" fmla="*/ 5118100 h 5118100"/>
                <a:gd name="connsiteX8" fmla="*/ 6666 w 4604066"/>
                <a:gd name="connsiteY8" fmla="*/ 4368800 h 5118100"/>
                <a:gd name="connsiteX9" fmla="*/ 2648266 w 4604066"/>
                <a:gd name="connsiteY9" fmla="*/ 0 h 511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604066" h="5118100">
                  <a:moveTo>
                    <a:pt x="2648266" y="0"/>
                  </a:moveTo>
                  <a:cubicBezTo>
                    <a:pt x="2817599" y="448733"/>
                    <a:pt x="2478933" y="795867"/>
                    <a:pt x="2533966" y="1143000"/>
                  </a:cubicBezTo>
                  <a:cubicBezTo>
                    <a:pt x="2567833" y="1223433"/>
                    <a:pt x="3236699" y="579967"/>
                    <a:pt x="3461066" y="50800"/>
                  </a:cubicBezTo>
                  <a:cubicBezTo>
                    <a:pt x="3537266" y="427567"/>
                    <a:pt x="3346766" y="1045633"/>
                    <a:pt x="3270566" y="1371600"/>
                  </a:cubicBezTo>
                  <a:cubicBezTo>
                    <a:pt x="3219766" y="1524000"/>
                    <a:pt x="4220526" y="782320"/>
                    <a:pt x="4604066" y="927100"/>
                  </a:cubicBezTo>
                  <a:cubicBezTo>
                    <a:pt x="3571133" y="1623060"/>
                    <a:pt x="3731999" y="1986280"/>
                    <a:pt x="3575366" y="2095500"/>
                  </a:cubicBezTo>
                  <a:cubicBezTo>
                    <a:pt x="4125699" y="1940560"/>
                    <a:pt x="4218833" y="2044700"/>
                    <a:pt x="4540566" y="2019300"/>
                  </a:cubicBezTo>
                  <a:cubicBezTo>
                    <a:pt x="3477999" y="2429933"/>
                    <a:pt x="1539133" y="4859867"/>
                    <a:pt x="781366" y="5118100"/>
                  </a:cubicBezTo>
                  <a:lnTo>
                    <a:pt x="6666" y="4368800"/>
                  </a:lnTo>
                  <a:cubicBezTo>
                    <a:pt x="-141501" y="3399367"/>
                    <a:pt x="2224933" y="1617133"/>
                    <a:pt x="2648266" y="0"/>
                  </a:cubicBezTo>
                  <a:close/>
                </a:path>
              </a:pathLst>
            </a:custGeom>
            <a:solidFill>
              <a:srgbClr val="C4DC64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549579B-693D-2A91-226A-94828397A468}"/>
                </a:ext>
              </a:extLst>
            </p:cNvPr>
            <p:cNvSpPr/>
            <p:nvPr/>
          </p:nvSpPr>
          <p:spPr>
            <a:xfrm>
              <a:off x="3987800" y="1244600"/>
              <a:ext cx="3657600" cy="4229100"/>
            </a:xfrm>
            <a:custGeom>
              <a:avLst/>
              <a:gdLst>
                <a:gd name="connsiteX0" fmla="*/ 0 w 584200"/>
                <a:gd name="connsiteY0" fmla="*/ 0 h 850900"/>
                <a:gd name="connsiteX1" fmla="*/ 584200 w 584200"/>
                <a:gd name="connsiteY1" fmla="*/ 0 h 850900"/>
                <a:gd name="connsiteX2" fmla="*/ 584200 w 584200"/>
                <a:gd name="connsiteY2" fmla="*/ 850900 h 850900"/>
                <a:gd name="connsiteX3" fmla="*/ 0 w 584200"/>
                <a:gd name="connsiteY3" fmla="*/ 850900 h 850900"/>
                <a:gd name="connsiteX4" fmla="*/ 0 w 584200"/>
                <a:gd name="connsiteY4" fmla="*/ 0 h 850900"/>
                <a:gd name="connsiteX0" fmla="*/ 0 w 1600200"/>
                <a:gd name="connsiteY0" fmla="*/ 1257300 h 2108200"/>
                <a:gd name="connsiteX1" fmla="*/ 1600200 w 1600200"/>
                <a:gd name="connsiteY1" fmla="*/ 0 h 2108200"/>
                <a:gd name="connsiteX2" fmla="*/ 584200 w 1600200"/>
                <a:gd name="connsiteY2" fmla="*/ 2108200 h 2108200"/>
                <a:gd name="connsiteX3" fmla="*/ 0 w 1600200"/>
                <a:gd name="connsiteY3" fmla="*/ 2108200 h 2108200"/>
                <a:gd name="connsiteX4" fmla="*/ 0 w 1600200"/>
                <a:gd name="connsiteY4" fmla="*/ 1257300 h 2108200"/>
                <a:gd name="connsiteX0" fmla="*/ 0 w 1600200"/>
                <a:gd name="connsiteY0" fmla="*/ 1257300 h 2108200"/>
                <a:gd name="connsiteX1" fmla="*/ 1600200 w 1600200"/>
                <a:gd name="connsiteY1" fmla="*/ 0 h 2108200"/>
                <a:gd name="connsiteX2" fmla="*/ 584200 w 1600200"/>
                <a:gd name="connsiteY2" fmla="*/ 2108200 h 2108200"/>
                <a:gd name="connsiteX3" fmla="*/ 0 w 1600200"/>
                <a:gd name="connsiteY3" fmla="*/ 1257300 h 2108200"/>
                <a:gd name="connsiteX0" fmla="*/ 0 w 3657600"/>
                <a:gd name="connsiteY0" fmla="*/ 3949700 h 3949700"/>
                <a:gd name="connsiteX1" fmla="*/ 3657600 w 3657600"/>
                <a:gd name="connsiteY1" fmla="*/ 0 h 3949700"/>
                <a:gd name="connsiteX2" fmla="*/ 2641600 w 3657600"/>
                <a:gd name="connsiteY2" fmla="*/ 2108200 h 3949700"/>
                <a:gd name="connsiteX3" fmla="*/ 0 w 3657600"/>
                <a:gd name="connsiteY3" fmla="*/ 3949700 h 3949700"/>
                <a:gd name="connsiteX0" fmla="*/ 0 w 3657600"/>
                <a:gd name="connsiteY0" fmla="*/ 3949700 h 4229100"/>
                <a:gd name="connsiteX1" fmla="*/ 3657600 w 3657600"/>
                <a:gd name="connsiteY1" fmla="*/ 0 h 4229100"/>
                <a:gd name="connsiteX2" fmla="*/ 304800 w 3657600"/>
                <a:gd name="connsiteY2" fmla="*/ 4229100 h 4229100"/>
                <a:gd name="connsiteX3" fmla="*/ 0 w 3657600"/>
                <a:gd name="connsiteY3" fmla="*/ 3949700 h 4229100"/>
                <a:gd name="connsiteX0" fmla="*/ 0 w 3657600"/>
                <a:gd name="connsiteY0" fmla="*/ 3949700 h 4229100"/>
                <a:gd name="connsiteX1" fmla="*/ 3657600 w 3657600"/>
                <a:gd name="connsiteY1" fmla="*/ 0 h 4229100"/>
                <a:gd name="connsiteX2" fmla="*/ 304800 w 3657600"/>
                <a:gd name="connsiteY2" fmla="*/ 4229100 h 4229100"/>
                <a:gd name="connsiteX3" fmla="*/ 0 w 3657600"/>
                <a:gd name="connsiteY3" fmla="*/ 3949700 h 4229100"/>
                <a:gd name="connsiteX0" fmla="*/ 0 w 3657600"/>
                <a:gd name="connsiteY0" fmla="*/ 3949700 h 4229100"/>
                <a:gd name="connsiteX1" fmla="*/ 3657600 w 3657600"/>
                <a:gd name="connsiteY1" fmla="*/ 0 h 4229100"/>
                <a:gd name="connsiteX2" fmla="*/ 304800 w 3657600"/>
                <a:gd name="connsiteY2" fmla="*/ 4229100 h 4229100"/>
                <a:gd name="connsiteX3" fmla="*/ 0 w 3657600"/>
                <a:gd name="connsiteY3" fmla="*/ 3949700 h 4229100"/>
                <a:gd name="connsiteX0" fmla="*/ 0 w 3657600"/>
                <a:gd name="connsiteY0" fmla="*/ 3949700 h 4229100"/>
                <a:gd name="connsiteX1" fmla="*/ 3657600 w 3657600"/>
                <a:gd name="connsiteY1" fmla="*/ 0 h 4229100"/>
                <a:gd name="connsiteX2" fmla="*/ 304800 w 3657600"/>
                <a:gd name="connsiteY2" fmla="*/ 4229100 h 4229100"/>
                <a:gd name="connsiteX3" fmla="*/ 0 w 3657600"/>
                <a:gd name="connsiteY3" fmla="*/ 3949700 h 4229100"/>
                <a:gd name="connsiteX0" fmla="*/ 0 w 3657600"/>
                <a:gd name="connsiteY0" fmla="*/ 3949700 h 4229100"/>
                <a:gd name="connsiteX1" fmla="*/ 3657600 w 3657600"/>
                <a:gd name="connsiteY1" fmla="*/ 0 h 4229100"/>
                <a:gd name="connsiteX2" fmla="*/ 304800 w 3657600"/>
                <a:gd name="connsiteY2" fmla="*/ 4229100 h 4229100"/>
                <a:gd name="connsiteX3" fmla="*/ 91440 w 3657600"/>
                <a:gd name="connsiteY3" fmla="*/ 4041140 h 4229100"/>
                <a:gd name="connsiteX0" fmla="*/ 0 w 3657600"/>
                <a:gd name="connsiteY0" fmla="*/ 3949700 h 4229100"/>
                <a:gd name="connsiteX1" fmla="*/ 3657600 w 3657600"/>
                <a:gd name="connsiteY1" fmla="*/ 0 h 4229100"/>
                <a:gd name="connsiteX2" fmla="*/ 304800 w 3657600"/>
                <a:gd name="connsiteY2" fmla="*/ 4229100 h 422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657600" h="4229100">
                  <a:moveTo>
                    <a:pt x="0" y="3949700"/>
                  </a:moveTo>
                  <a:cubicBezTo>
                    <a:pt x="1282700" y="1985433"/>
                    <a:pt x="2755900" y="732367"/>
                    <a:pt x="3657600" y="0"/>
                  </a:cubicBezTo>
                  <a:cubicBezTo>
                    <a:pt x="2540000" y="1409700"/>
                    <a:pt x="2019300" y="2540000"/>
                    <a:pt x="304800" y="4229100"/>
                  </a:cubicBezTo>
                </a:path>
              </a:pathLst>
            </a:custGeom>
            <a:solidFill>
              <a:srgbClr val="C4DC64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19102F1-3B7B-7DA1-19F5-98672B1D9C95}"/>
                </a:ext>
              </a:extLst>
            </p:cNvPr>
            <p:cNvSpPr/>
            <p:nvPr/>
          </p:nvSpPr>
          <p:spPr>
            <a:xfrm rot="2542649">
              <a:off x="2879156" y="5530295"/>
              <a:ext cx="1305746" cy="975235"/>
            </a:xfrm>
            <a:prstGeom prst="ellipse">
              <a:avLst/>
            </a:prstGeom>
            <a:solidFill>
              <a:srgbClr val="C4DC64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2E05F090-D7F2-7874-EDD8-063BA2370E4C}"/>
              </a:ext>
            </a:extLst>
          </p:cNvPr>
          <p:cNvGrpSpPr/>
          <p:nvPr/>
        </p:nvGrpSpPr>
        <p:grpSpPr>
          <a:xfrm>
            <a:off x="-778444" y="702592"/>
            <a:ext cx="5599498" cy="5973419"/>
            <a:chOff x="2879156" y="532111"/>
            <a:chExt cx="5599498" cy="5973419"/>
          </a:xfrm>
        </p:grpSpPr>
        <p:sp>
          <p:nvSpPr>
            <p:cNvPr id="13" name="Rectangle 4">
              <a:extLst>
                <a:ext uri="{FF2B5EF4-FFF2-40B4-BE49-F238E27FC236}">
                  <a16:creationId xmlns:a16="http://schemas.microsoft.com/office/drawing/2014/main" id="{6B818D24-89A4-31F9-4217-384548D960D8}"/>
                </a:ext>
              </a:extLst>
            </p:cNvPr>
            <p:cNvSpPr/>
            <p:nvPr/>
          </p:nvSpPr>
          <p:spPr>
            <a:xfrm>
              <a:off x="4723275" y="1872213"/>
              <a:ext cx="1005839" cy="1208387"/>
            </a:xfrm>
            <a:custGeom>
              <a:avLst/>
              <a:gdLst>
                <a:gd name="connsiteX0" fmla="*/ 0 w 457200"/>
                <a:gd name="connsiteY0" fmla="*/ 0 h 736600"/>
                <a:gd name="connsiteX1" fmla="*/ 457200 w 457200"/>
                <a:gd name="connsiteY1" fmla="*/ 0 h 736600"/>
                <a:gd name="connsiteX2" fmla="*/ 457200 w 457200"/>
                <a:gd name="connsiteY2" fmla="*/ 736600 h 736600"/>
                <a:gd name="connsiteX3" fmla="*/ 0 w 457200"/>
                <a:gd name="connsiteY3" fmla="*/ 736600 h 736600"/>
                <a:gd name="connsiteX4" fmla="*/ 0 w 457200"/>
                <a:gd name="connsiteY4" fmla="*/ 0 h 736600"/>
                <a:gd name="connsiteX0" fmla="*/ 12700 w 457200"/>
                <a:gd name="connsiteY0" fmla="*/ 0 h 800100"/>
                <a:gd name="connsiteX1" fmla="*/ 457200 w 457200"/>
                <a:gd name="connsiteY1" fmla="*/ 63500 h 800100"/>
                <a:gd name="connsiteX2" fmla="*/ 457200 w 457200"/>
                <a:gd name="connsiteY2" fmla="*/ 800100 h 800100"/>
                <a:gd name="connsiteX3" fmla="*/ 0 w 457200"/>
                <a:gd name="connsiteY3" fmla="*/ 800100 h 800100"/>
                <a:gd name="connsiteX4" fmla="*/ 12700 w 457200"/>
                <a:gd name="connsiteY4" fmla="*/ 0 h 800100"/>
                <a:gd name="connsiteX0" fmla="*/ 12700 w 584200"/>
                <a:gd name="connsiteY0" fmla="*/ 50800 h 850900"/>
                <a:gd name="connsiteX1" fmla="*/ 584200 w 584200"/>
                <a:gd name="connsiteY1" fmla="*/ 0 h 850900"/>
                <a:gd name="connsiteX2" fmla="*/ 457200 w 584200"/>
                <a:gd name="connsiteY2" fmla="*/ 850900 h 850900"/>
                <a:gd name="connsiteX3" fmla="*/ 0 w 584200"/>
                <a:gd name="connsiteY3" fmla="*/ 850900 h 850900"/>
                <a:gd name="connsiteX4" fmla="*/ 12700 w 584200"/>
                <a:gd name="connsiteY4" fmla="*/ 50800 h 850900"/>
                <a:gd name="connsiteX0" fmla="*/ 12700 w 649686"/>
                <a:gd name="connsiteY0" fmla="*/ 50800 h 850900"/>
                <a:gd name="connsiteX1" fmla="*/ 584200 w 649686"/>
                <a:gd name="connsiteY1" fmla="*/ 0 h 850900"/>
                <a:gd name="connsiteX2" fmla="*/ 647700 w 649686"/>
                <a:gd name="connsiteY2" fmla="*/ 444500 h 850900"/>
                <a:gd name="connsiteX3" fmla="*/ 457200 w 649686"/>
                <a:gd name="connsiteY3" fmla="*/ 850900 h 850900"/>
                <a:gd name="connsiteX4" fmla="*/ 0 w 649686"/>
                <a:gd name="connsiteY4" fmla="*/ 850900 h 850900"/>
                <a:gd name="connsiteX5" fmla="*/ 12700 w 649686"/>
                <a:gd name="connsiteY5" fmla="*/ 50800 h 850900"/>
                <a:gd name="connsiteX0" fmla="*/ 12700 w 649686"/>
                <a:gd name="connsiteY0" fmla="*/ 50800 h 965200"/>
                <a:gd name="connsiteX1" fmla="*/ 584200 w 649686"/>
                <a:gd name="connsiteY1" fmla="*/ 0 h 965200"/>
                <a:gd name="connsiteX2" fmla="*/ 647700 w 649686"/>
                <a:gd name="connsiteY2" fmla="*/ 444500 h 965200"/>
                <a:gd name="connsiteX3" fmla="*/ 152400 w 649686"/>
                <a:gd name="connsiteY3" fmla="*/ 965200 h 965200"/>
                <a:gd name="connsiteX4" fmla="*/ 0 w 649686"/>
                <a:gd name="connsiteY4" fmla="*/ 850900 h 965200"/>
                <a:gd name="connsiteX5" fmla="*/ 12700 w 649686"/>
                <a:gd name="connsiteY5" fmla="*/ 50800 h 965200"/>
                <a:gd name="connsiteX0" fmla="*/ 254000 w 890986"/>
                <a:gd name="connsiteY0" fmla="*/ 50800 h 965200"/>
                <a:gd name="connsiteX1" fmla="*/ 825500 w 890986"/>
                <a:gd name="connsiteY1" fmla="*/ 0 h 965200"/>
                <a:gd name="connsiteX2" fmla="*/ 889000 w 890986"/>
                <a:gd name="connsiteY2" fmla="*/ 444500 h 965200"/>
                <a:gd name="connsiteX3" fmla="*/ 393700 w 890986"/>
                <a:gd name="connsiteY3" fmla="*/ 965200 h 965200"/>
                <a:gd name="connsiteX4" fmla="*/ 0 w 890986"/>
                <a:gd name="connsiteY4" fmla="*/ 355600 h 965200"/>
                <a:gd name="connsiteX5" fmla="*/ 254000 w 890986"/>
                <a:gd name="connsiteY5" fmla="*/ 50800 h 965200"/>
                <a:gd name="connsiteX0" fmla="*/ 418310 w 1055296"/>
                <a:gd name="connsiteY0" fmla="*/ 50800 h 965200"/>
                <a:gd name="connsiteX1" fmla="*/ 989810 w 1055296"/>
                <a:gd name="connsiteY1" fmla="*/ 0 h 965200"/>
                <a:gd name="connsiteX2" fmla="*/ 1053310 w 1055296"/>
                <a:gd name="connsiteY2" fmla="*/ 444500 h 965200"/>
                <a:gd name="connsiteX3" fmla="*/ 558010 w 1055296"/>
                <a:gd name="connsiteY3" fmla="*/ 965200 h 965200"/>
                <a:gd name="connsiteX4" fmla="*/ 164310 w 1055296"/>
                <a:gd name="connsiteY4" fmla="*/ 355600 h 965200"/>
                <a:gd name="connsiteX5" fmla="*/ 418310 w 1055296"/>
                <a:gd name="connsiteY5" fmla="*/ 50800 h 965200"/>
                <a:gd name="connsiteX0" fmla="*/ 418310 w 1055296"/>
                <a:gd name="connsiteY0" fmla="*/ 50800 h 965200"/>
                <a:gd name="connsiteX1" fmla="*/ 989810 w 1055296"/>
                <a:gd name="connsiteY1" fmla="*/ 0 h 965200"/>
                <a:gd name="connsiteX2" fmla="*/ 1053310 w 1055296"/>
                <a:gd name="connsiteY2" fmla="*/ 444500 h 965200"/>
                <a:gd name="connsiteX3" fmla="*/ 558010 w 1055296"/>
                <a:gd name="connsiteY3" fmla="*/ 965200 h 965200"/>
                <a:gd name="connsiteX4" fmla="*/ 164310 w 1055296"/>
                <a:gd name="connsiteY4" fmla="*/ 355600 h 965200"/>
                <a:gd name="connsiteX5" fmla="*/ 418310 w 1055296"/>
                <a:gd name="connsiteY5" fmla="*/ 50800 h 965200"/>
                <a:gd name="connsiteX0" fmla="*/ 418310 w 1055296"/>
                <a:gd name="connsiteY0" fmla="*/ 384085 h 1298485"/>
                <a:gd name="connsiteX1" fmla="*/ 989810 w 1055296"/>
                <a:gd name="connsiteY1" fmla="*/ 333285 h 1298485"/>
                <a:gd name="connsiteX2" fmla="*/ 1053310 w 1055296"/>
                <a:gd name="connsiteY2" fmla="*/ 777785 h 1298485"/>
                <a:gd name="connsiteX3" fmla="*/ 558010 w 1055296"/>
                <a:gd name="connsiteY3" fmla="*/ 1298485 h 1298485"/>
                <a:gd name="connsiteX4" fmla="*/ 164310 w 1055296"/>
                <a:gd name="connsiteY4" fmla="*/ 688885 h 1298485"/>
                <a:gd name="connsiteX5" fmla="*/ 418310 w 1055296"/>
                <a:gd name="connsiteY5" fmla="*/ 384085 h 1298485"/>
                <a:gd name="connsiteX0" fmla="*/ 418310 w 1055296"/>
                <a:gd name="connsiteY0" fmla="*/ 476485 h 1390885"/>
                <a:gd name="connsiteX1" fmla="*/ 989810 w 1055296"/>
                <a:gd name="connsiteY1" fmla="*/ 425685 h 1390885"/>
                <a:gd name="connsiteX2" fmla="*/ 1053310 w 1055296"/>
                <a:gd name="connsiteY2" fmla="*/ 870185 h 1390885"/>
                <a:gd name="connsiteX3" fmla="*/ 558010 w 1055296"/>
                <a:gd name="connsiteY3" fmla="*/ 1390885 h 1390885"/>
                <a:gd name="connsiteX4" fmla="*/ 164310 w 1055296"/>
                <a:gd name="connsiteY4" fmla="*/ 781285 h 1390885"/>
                <a:gd name="connsiteX5" fmla="*/ 418310 w 1055296"/>
                <a:gd name="connsiteY5" fmla="*/ 476485 h 1390885"/>
                <a:gd name="connsiteX0" fmla="*/ 418310 w 1135940"/>
                <a:gd name="connsiteY0" fmla="*/ 476485 h 1390885"/>
                <a:gd name="connsiteX1" fmla="*/ 989810 w 1135940"/>
                <a:gd name="connsiteY1" fmla="*/ 425685 h 1390885"/>
                <a:gd name="connsiteX2" fmla="*/ 1053310 w 1135940"/>
                <a:gd name="connsiteY2" fmla="*/ 870185 h 1390885"/>
                <a:gd name="connsiteX3" fmla="*/ 558010 w 1135940"/>
                <a:gd name="connsiteY3" fmla="*/ 1390885 h 1390885"/>
                <a:gd name="connsiteX4" fmla="*/ 164310 w 1135940"/>
                <a:gd name="connsiteY4" fmla="*/ 781285 h 1390885"/>
                <a:gd name="connsiteX5" fmla="*/ 418310 w 1135940"/>
                <a:gd name="connsiteY5" fmla="*/ 476485 h 1390885"/>
                <a:gd name="connsiteX0" fmla="*/ 418310 w 1135940"/>
                <a:gd name="connsiteY0" fmla="*/ 476485 h 1390885"/>
                <a:gd name="connsiteX1" fmla="*/ 989810 w 1135940"/>
                <a:gd name="connsiteY1" fmla="*/ 425685 h 1390885"/>
                <a:gd name="connsiteX2" fmla="*/ 1053310 w 1135940"/>
                <a:gd name="connsiteY2" fmla="*/ 870185 h 1390885"/>
                <a:gd name="connsiteX3" fmla="*/ 558010 w 1135940"/>
                <a:gd name="connsiteY3" fmla="*/ 1390885 h 1390885"/>
                <a:gd name="connsiteX4" fmla="*/ 164310 w 1135940"/>
                <a:gd name="connsiteY4" fmla="*/ 781285 h 1390885"/>
                <a:gd name="connsiteX5" fmla="*/ 418310 w 1135940"/>
                <a:gd name="connsiteY5" fmla="*/ 476485 h 1390885"/>
                <a:gd name="connsiteX0" fmla="*/ 401518 w 1119148"/>
                <a:gd name="connsiteY0" fmla="*/ 476485 h 1808452"/>
                <a:gd name="connsiteX1" fmla="*/ 973018 w 1119148"/>
                <a:gd name="connsiteY1" fmla="*/ 425685 h 1808452"/>
                <a:gd name="connsiteX2" fmla="*/ 1036518 w 1119148"/>
                <a:gd name="connsiteY2" fmla="*/ 870185 h 1808452"/>
                <a:gd name="connsiteX3" fmla="*/ 669000 w 1119148"/>
                <a:gd name="connsiteY3" fmla="*/ 1808452 h 1808452"/>
                <a:gd name="connsiteX4" fmla="*/ 147518 w 1119148"/>
                <a:gd name="connsiteY4" fmla="*/ 781285 h 1808452"/>
                <a:gd name="connsiteX5" fmla="*/ 401518 w 1119148"/>
                <a:gd name="connsiteY5" fmla="*/ 476485 h 1808452"/>
                <a:gd name="connsiteX0" fmla="*/ 401518 w 1071059"/>
                <a:gd name="connsiteY0" fmla="*/ 543905 h 1875872"/>
                <a:gd name="connsiteX1" fmla="*/ 881900 w 1071059"/>
                <a:gd name="connsiteY1" fmla="*/ 333865 h 1875872"/>
                <a:gd name="connsiteX2" fmla="*/ 1036518 w 1071059"/>
                <a:gd name="connsiteY2" fmla="*/ 937605 h 1875872"/>
                <a:gd name="connsiteX3" fmla="*/ 669000 w 1071059"/>
                <a:gd name="connsiteY3" fmla="*/ 1875872 h 1875872"/>
                <a:gd name="connsiteX4" fmla="*/ 147518 w 1071059"/>
                <a:gd name="connsiteY4" fmla="*/ 848705 h 1875872"/>
                <a:gd name="connsiteX5" fmla="*/ 401518 w 1071059"/>
                <a:gd name="connsiteY5" fmla="*/ 543905 h 1875872"/>
                <a:gd name="connsiteX0" fmla="*/ 259378 w 1071059"/>
                <a:gd name="connsiteY0" fmla="*/ 521907 h 1902218"/>
                <a:gd name="connsiteX1" fmla="*/ 881900 w 1071059"/>
                <a:gd name="connsiteY1" fmla="*/ 360211 h 1902218"/>
                <a:gd name="connsiteX2" fmla="*/ 1036518 w 1071059"/>
                <a:gd name="connsiteY2" fmla="*/ 963951 h 1902218"/>
                <a:gd name="connsiteX3" fmla="*/ 669000 w 1071059"/>
                <a:gd name="connsiteY3" fmla="*/ 1902218 h 1902218"/>
                <a:gd name="connsiteX4" fmla="*/ 147518 w 1071059"/>
                <a:gd name="connsiteY4" fmla="*/ 875051 h 1902218"/>
                <a:gd name="connsiteX5" fmla="*/ 259378 w 1071059"/>
                <a:gd name="connsiteY5" fmla="*/ 521907 h 1902218"/>
                <a:gd name="connsiteX0" fmla="*/ 259378 w 1071059"/>
                <a:gd name="connsiteY0" fmla="*/ 441940 h 1822251"/>
                <a:gd name="connsiteX1" fmla="*/ 881900 w 1071059"/>
                <a:gd name="connsiteY1" fmla="*/ 280244 h 1822251"/>
                <a:gd name="connsiteX2" fmla="*/ 1036518 w 1071059"/>
                <a:gd name="connsiteY2" fmla="*/ 883984 h 1822251"/>
                <a:gd name="connsiteX3" fmla="*/ 669000 w 1071059"/>
                <a:gd name="connsiteY3" fmla="*/ 1822251 h 1822251"/>
                <a:gd name="connsiteX4" fmla="*/ 147518 w 1071059"/>
                <a:gd name="connsiteY4" fmla="*/ 795084 h 1822251"/>
                <a:gd name="connsiteX5" fmla="*/ 259378 w 1071059"/>
                <a:gd name="connsiteY5" fmla="*/ 441940 h 1822251"/>
                <a:gd name="connsiteX0" fmla="*/ 259378 w 1071059"/>
                <a:gd name="connsiteY0" fmla="*/ 497486 h 1877797"/>
                <a:gd name="connsiteX1" fmla="*/ 795848 w 1071059"/>
                <a:gd name="connsiteY1" fmla="*/ 233916 h 1877797"/>
                <a:gd name="connsiteX2" fmla="*/ 1036518 w 1071059"/>
                <a:gd name="connsiteY2" fmla="*/ 939530 h 1877797"/>
                <a:gd name="connsiteX3" fmla="*/ 669000 w 1071059"/>
                <a:gd name="connsiteY3" fmla="*/ 1877797 h 1877797"/>
                <a:gd name="connsiteX4" fmla="*/ 147518 w 1071059"/>
                <a:gd name="connsiteY4" fmla="*/ 850630 h 1877797"/>
                <a:gd name="connsiteX5" fmla="*/ 259378 w 1071059"/>
                <a:gd name="connsiteY5" fmla="*/ 497486 h 1877797"/>
                <a:gd name="connsiteX0" fmla="*/ 259378 w 1075570"/>
                <a:gd name="connsiteY0" fmla="*/ 497486 h 1877797"/>
                <a:gd name="connsiteX1" fmla="*/ 795848 w 1075570"/>
                <a:gd name="connsiteY1" fmla="*/ 233916 h 1877797"/>
                <a:gd name="connsiteX2" fmla="*/ 1047390 w 1075570"/>
                <a:gd name="connsiteY2" fmla="*/ 435756 h 1877797"/>
                <a:gd name="connsiteX3" fmla="*/ 669000 w 1075570"/>
                <a:gd name="connsiteY3" fmla="*/ 1877797 h 1877797"/>
                <a:gd name="connsiteX4" fmla="*/ 147518 w 1075570"/>
                <a:gd name="connsiteY4" fmla="*/ 850630 h 1877797"/>
                <a:gd name="connsiteX5" fmla="*/ 259378 w 1075570"/>
                <a:gd name="connsiteY5" fmla="*/ 497486 h 1877797"/>
                <a:gd name="connsiteX0" fmla="*/ 243514 w 1155570"/>
                <a:gd name="connsiteY0" fmla="*/ 497486 h 877706"/>
                <a:gd name="connsiteX1" fmla="*/ 779984 w 1155570"/>
                <a:gd name="connsiteY1" fmla="*/ 233916 h 877706"/>
                <a:gd name="connsiteX2" fmla="*/ 1031526 w 1155570"/>
                <a:gd name="connsiteY2" fmla="*/ 435756 h 877706"/>
                <a:gd name="connsiteX3" fmla="*/ 803097 w 1155570"/>
                <a:gd name="connsiteY3" fmla="*/ 808496 h 877706"/>
                <a:gd name="connsiteX4" fmla="*/ 131654 w 1155570"/>
                <a:gd name="connsiteY4" fmla="*/ 850630 h 877706"/>
                <a:gd name="connsiteX5" fmla="*/ 243514 w 1155570"/>
                <a:gd name="connsiteY5" fmla="*/ 497486 h 877706"/>
                <a:gd name="connsiteX0" fmla="*/ 27827 w 939883"/>
                <a:gd name="connsiteY0" fmla="*/ 497486 h 808496"/>
                <a:gd name="connsiteX1" fmla="*/ 564297 w 939883"/>
                <a:gd name="connsiteY1" fmla="*/ 233916 h 808496"/>
                <a:gd name="connsiteX2" fmla="*/ 815839 w 939883"/>
                <a:gd name="connsiteY2" fmla="*/ 435756 h 808496"/>
                <a:gd name="connsiteX3" fmla="*/ 587410 w 939883"/>
                <a:gd name="connsiteY3" fmla="*/ 808496 h 808496"/>
                <a:gd name="connsiteX4" fmla="*/ 220997 w 939883"/>
                <a:gd name="connsiteY4" fmla="*/ 674436 h 808496"/>
                <a:gd name="connsiteX5" fmla="*/ 27827 w 939883"/>
                <a:gd name="connsiteY5" fmla="*/ 497486 h 808496"/>
                <a:gd name="connsiteX0" fmla="*/ 99347 w 887276"/>
                <a:gd name="connsiteY0" fmla="*/ 412502 h 886548"/>
                <a:gd name="connsiteX1" fmla="*/ 511690 w 887276"/>
                <a:gd name="connsiteY1" fmla="*/ 311968 h 886548"/>
                <a:gd name="connsiteX2" fmla="*/ 763232 w 887276"/>
                <a:gd name="connsiteY2" fmla="*/ 513808 h 886548"/>
                <a:gd name="connsiteX3" fmla="*/ 534803 w 887276"/>
                <a:gd name="connsiteY3" fmla="*/ 886548 h 886548"/>
                <a:gd name="connsiteX4" fmla="*/ 168390 w 887276"/>
                <a:gd name="connsiteY4" fmla="*/ 752488 h 886548"/>
                <a:gd name="connsiteX5" fmla="*/ 99347 w 887276"/>
                <a:gd name="connsiteY5" fmla="*/ 412502 h 886548"/>
                <a:gd name="connsiteX0" fmla="*/ 57691 w 845620"/>
                <a:gd name="connsiteY0" fmla="*/ 412502 h 905384"/>
                <a:gd name="connsiteX1" fmla="*/ 470034 w 845620"/>
                <a:gd name="connsiteY1" fmla="*/ 311968 h 905384"/>
                <a:gd name="connsiteX2" fmla="*/ 721576 w 845620"/>
                <a:gd name="connsiteY2" fmla="*/ 513808 h 905384"/>
                <a:gd name="connsiteX3" fmla="*/ 493147 w 845620"/>
                <a:gd name="connsiteY3" fmla="*/ 886548 h 905384"/>
                <a:gd name="connsiteX4" fmla="*/ 126734 w 845620"/>
                <a:gd name="connsiteY4" fmla="*/ 752488 h 905384"/>
                <a:gd name="connsiteX5" fmla="*/ 57691 w 845620"/>
                <a:gd name="connsiteY5" fmla="*/ 412502 h 905384"/>
                <a:gd name="connsiteX0" fmla="*/ 57691 w 845620"/>
                <a:gd name="connsiteY0" fmla="*/ 412502 h 966637"/>
                <a:gd name="connsiteX1" fmla="*/ 470034 w 845620"/>
                <a:gd name="connsiteY1" fmla="*/ 311968 h 966637"/>
                <a:gd name="connsiteX2" fmla="*/ 721576 w 845620"/>
                <a:gd name="connsiteY2" fmla="*/ 513808 h 966637"/>
                <a:gd name="connsiteX3" fmla="*/ 493147 w 845620"/>
                <a:gd name="connsiteY3" fmla="*/ 886548 h 966637"/>
                <a:gd name="connsiteX4" fmla="*/ 126734 w 845620"/>
                <a:gd name="connsiteY4" fmla="*/ 752488 h 966637"/>
                <a:gd name="connsiteX5" fmla="*/ 57691 w 845620"/>
                <a:gd name="connsiteY5" fmla="*/ 412502 h 966637"/>
                <a:gd name="connsiteX0" fmla="*/ 57691 w 845620"/>
                <a:gd name="connsiteY0" fmla="*/ 358234 h 912369"/>
                <a:gd name="connsiteX1" fmla="*/ 470034 w 845620"/>
                <a:gd name="connsiteY1" fmla="*/ 257700 h 912369"/>
                <a:gd name="connsiteX2" fmla="*/ 721576 w 845620"/>
                <a:gd name="connsiteY2" fmla="*/ 459540 h 912369"/>
                <a:gd name="connsiteX3" fmla="*/ 493147 w 845620"/>
                <a:gd name="connsiteY3" fmla="*/ 832280 h 912369"/>
                <a:gd name="connsiteX4" fmla="*/ 126734 w 845620"/>
                <a:gd name="connsiteY4" fmla="*/ 698220 h 912369"/>
                <a:gd name="connsiteX5" fmla="*/ 57691 w 845620"/>
                <a:gd name="connsiteY5" fmla="*/ 358234 h 912369"/>
                <a:gd name="connsiteX0" fmla="*/ 57691 w 845620"/>
                <a:gd name="connsiteY0" fmla="*/ 364631 h 918766"/>
                <a:gd name="connsiteX1" fmla="*/ 436372 w 845620"/>
                <a:gd name="connsiteY1" fmla="*/ 251801 h 918766"/>
                <a:gd name="connsiteX2" fmla="*/ 721576 w 845620"/>
                <a:gd name="connsiteY2" fmla="*/ 465937 h 918766"/>
                <a:gd name="connsiteX3" fmla="*/ 493147 w 845620"/>
                <a:gd name="connsiteY3" fmla="*/ 838677 h 918766"/>
                <a:gd name="connsiteX4" fmla="*/ 126734 w 845620"/>
                <a:gd name="connsiteY4" fmla="*/ 704617 h 918766"/>
                <a:gd name="connsiteX5" fmla="*/ 57691 w 845620"/>
                <a:gd name="connsiteY5" fmla="*/ 364631 h 918766"/>
                <a:gd name="connsiteX0" fmla="*/ 57691 w 845620"/>
                <a:gd name="connsiteY0" fmla="*/ 364631 h 918766"/>
                <a:gd name="connsiteX1" fmla="*/ 436372 w 845620"/>
                <a:gd name="connsiteY1" fmla="*/ 251801 h 918766"/>
                <a:gd name="connsiteX2" fmla="*/ 721576 w 845620"/>
                <a:gd name="connsiteY2" fmla="*/ 465937 h 918766"/>
                <a:gd name="connsiteX3" fmla="*/ 493147 w 845620"/>
                <a:gd name="connsiteY3" fmla="*/ 838677 h 918766"/>
                <a:gd name="connsiteX4" fmla="*/ 126734 w 845620"/>
                <a:gd name="connsiteY4" fmla="*/ 704617 h 918766"/>
                <a:gd name="connsiteX5" fmla="*/ 57691 w 845620"/>
                <a:gd name="connsiteY5" fmla="*/ 364631 h 918766"/>
                <a:gd name="connsiteX0" fmla="*/ 57691 w 845620"/>
                <a:gd name="connsiteY0" fmla="*/ 364631 h 918766"/>
                <a:gd name="connsiteX1" fmla="*/ 436372 w 845620"/>
                <a:gd name="connsiteY1" fmla="*/ 251801 h 918766"/>
                <a:gd name="connsiteX2" fmla="*/ 721576 w 845620"/>
                <a:gd name="connsiteY2" fmla="*/ 465937 h 918766"/>
                <a:gd name="connsiteX3" fmla="*/ 493147 w 845620"/>
                <a:gd name="connsiteY3" fmla="*/ 838677 h 918766"/>
                <a:gd name="connsiteX4" fmla="*/ 126734 w 845620"/>
                <a:gd name="connsiteY4" fmla="*/ 704617 h 918766"/>
                <a:gd name="connsiteX5" fmla="*/ 57691 w 845620"/>
                <a:gd name="connsiteY5" fmla="*/ 364631 h 918766"/>
                <a:gd name="connsiteX0" fmla="*/ 57691 w 917627"/>
                <a:gd name="connsiteY0" fmla="*/ 364631 h 918766"/>
                <a:gd name="connsiteX1" fmla="*/ 436372 w 917627"/>
                <a:gd name="connsiteY1" fmla="*/ 251801 h 918766"/>
                <a:gd name="connsiteX2" fmla="*/ 721576 w 917627"/>
                <a:gd name="connsiteY2" fmla="*/ 465937 h 918766"/>
                <a:gd name="connsiteX3" fmla="*/ 493147 w 917627"/>
                <a:gd name="connsiteY3" fmla="*/ 838677 h 918766"/>
                <a:gd name="connsiteX4" fmla="*/ 126734 w 917627"/>
                <a:gd name="connsiteY4" fmla="*/ 704617 h 918766"/>
                <a:gd name="connsiteX5" fmla="*/ 57691 w 917627"/>
                <a:gd name="connsiteY5" fmla="*/ 364631 h 918766"/>
                <a:gd name="connsiteX0" fmla="*/ 57691 w 799697"/>
                <a:gd name="connsiteY0" fmla="*/ 364631 h 918766"/>
                <a:gd name="connsiteX1" fmla="*/ 436372 w 799697"/>
                <a:gd name="connsiteY1" fmla="*/ 251801 h 918766"/>
                <a:gd name="connsiteX2" fmla="*/ 721576 w 799697"/>
                <a:gd name="connsiteY2" fmla="*/ 465937 h 918766"/>
                <a:gd name="connsiteX3" fmla="*/ 493147 w 799697"/>
                <a:gd name="connsiteY3" fmla="*/ 838677 h 918766"/>
                <a:gd name="connsiteX4" fmla="*/ 126734 w 799697"/>
                <a:gd name="connsiteY4" fmla="*/ 704617 h 918766"/>
                <a:gd name="connsiteX5" fmla="*/ 57691 w 799697"/>
                <a:gd name="connsiteY5" fmla="*/ 364631 h 918766"/>
                <a:gd name="connsiteX0" fmla="*/ 65803 w 788752"/>
                <a:gd name="connsiteY0" fmla="*/ 359423 h 923546"/>
                <a:gd name="connsiteX1" fmla="*/ 425427 w 788752"/>
                <a:gd name="connsiteY1" fmla="*/ 256581 h 923546"/>
                <a:gd name="connsiteX2" fmla="*/ 710631 w 788752"/>
                <a:gd name="connsiteY2" fmla="*/ 470717 h 923546"/>
                <a:gd name="connsiteX3" fmla="*/ 482202 w 788752"/>
                <a:gd name="connsiteY3" fmla="*/ 843457 h 923546"/>
                <a:gd name="connsiteX4" fmla="*/ 115789 w 788752"/>
                <a:gd name="connsiteY4" fmla="*/ 709397 h 923546"/>
                <a:gd name="connsiteX5" fmla="*/ 65803 w 788752"/>
                <a:gd name="connsiteY5" fmla="*/ 359423 h 923546"/>
                <a:gd name="connsiteX0" fmla="*/ 65803 w 788752"/>
                <a:gd name="connsiteY0" fmla="*/ 338595 h 902718"/>
                <a:gd name="connsiteX1" fmla="*/ 425427 w 788752"/>
                <a:gd name="connsiteY1" fmla="*/ 235753 h 902718"/>
                <a:gd name="connsiteX2" fmla="*/ 710631 w 788752"/>
                <a:gd name="connsiteY2" fmla="*/ 449889 h 902718"/>
                <a:gd name="connsiteX3" fmla="*/ 482202 w 788752"/>
                <a:gd name="connsiteY3" fmla="*/ 822629 h 902718"/>
                <a:gd name="connsiteX4" fmla="*/ 115789 w 788752"/>
                <a:gd name="connsiteY4" fmla="*/ 688569 h 902718"/>
                <a:gd name="connsiteX5" fmla="*/ 65803 w 788752"/>
                <a:gd name="connsiteY5" fmla="*/ 338595 h 902718"/>
                <a:gd name="connsiteX0" fmla="*/ 65803 w 761655"/>
                <a:gd name="connsiteY0" fmla="*/ 338595 h 1029873"/>
                <a:gd name="connsiteX1" fmla="*/ 425427 w 761655"/>
                <a:gd name="connsiteY1" fmla="*/ 235753 h 1029873"/>
                <a:gd name="connsiteX2" fmla="*/ 710631 w 761655"/>
                <a:gd name="connsiteY2" fmla="*/ 449889 h 1029873"/>
                <a:gd name="connsiteX3" fmla="*/ 404437 w 761655"/>
                <a:gd name="connsiteY3" fmla="*/ 1020782 h 1029873"/>
                <a:gd name="connsiteX4" fmla="*/ 115789 w 761655"/>
                <a:gd name="connsiteY4" fmla="*/ 688569 h 1029873"/>
                <a:gd name="connsiteX5" fmla="*/ 65803 w 761655"/>
                <a:gd name="connsiteY5" fmla="*/ 338595 h 1029873"/>
                <a:gd name="connsiteX0" fmla="*/ 65803 w 716384"/>
                <a:gd name="connsiteY0" fmla="*/ 338595 h 1029873"/>
                <a:gd name="connsiteX1" fmla="*/ 425427 w 716384"/>
                <a:gd name="connsiteY1" fmla="*/ 235753 h 1029873"/>
                <a:gd name="connsiteX2" fmla="*/ 641964 w 716384"/>
                <a:gd name="connsiteY2" fmla="*/ 498799 h 1029873"/>
                <a:gd name="connsiteX3" fmla="*/ 404437 w 716384"/>
                <a:gd name="connsiteY3" fmla="*/ 1020782 h 1029873"/>
                <a:gd name="connsiteX4" fmla="*/ 115789 w 716384"/>
                <a:gd name="connsiteY4" fmla="*/ 688569 h 1029873"/>
                <a:gd name="connsiteX5" fmla="*/ 65803 w 716384"/>
                <a:gd name="connsiteY5" fmla="*/ 338595 h 1029873"/>
                <a:gd name="connsiteX0" fmla="*/ 65803 w 716384"/>
                <a:gd name="connsiteY0" fmla="*/ 338595 h 1029873"/>
                <a:gd name="connsiteX1" fmla="*/ 425427 w 716384"/>
                <a:gd name="connsiteY1" fmla="*/ 235753 h 1029873"/>
                <a:gd name="connsiteX2" fmla="*/ 641964 w 716384"/>
                <a:gd name="connsiteY2" fmla="*/ 498799 h 1029873"/>
                <a:gd name="connsiteX3" fmla="*/ 404437 w 716384"/>
                <a:gd name="connsiteY3" fmla="*/ 1020782 h 1029873"/>
                <a:gd name="connsiteX4" fmla="*/ 115789 w 716384"/>
                <a:gd name="connsiteY4" fmla="*/ 688569 h 1029873"/>
                <a:gd name="connsiteX5" fmla="*/ 65803 w 716384"/>
                <a:gd name="connsiteY5" fmla="*/ 338595 h 1029873"/>
                <a:gd name="connsiteX0" fmla="*/ 65803 w 716384"/>
                <a:gd name="connsiteY0" fmla="*/ 331981 h 1023259"/>
                <a:gd name="connsiteX1" fmla="*/ 473398 w 716384"/>
                <a:gd name="connsiteY1" fmla="*/ 241369 h 1023259"/>
                <a:gd name="connsiteX2" fmla="*/ 641964 w 716384"/>
                <a:gd name="connsiteY2" fmla="*/ 492185 h 1023259"/>
                <a:gd name="connsiteX3" fmla="*/ 404437 w 716384"/>
                <a:gd name="connsiteY3" fmla="*/ 1014168 h 1023259"/>
                <a:gd name="connsiteX4" fmla="*/ 115789 w 716384"/>
                <a:gd name="connsiteY4" fmla="*/ 681955 h 1023259"/>
                <a:gd name="connsiteX5" fmla="*/ 65803 w 716384"/>
                <a:gd name="connsiteY5" fmla="*/ 331981 h 1023259"/>
                <a:gd name="connsiteX0" fmla="*/ 65803 w 716384"/>
                <a:gd name="connsiteY0" fmla="*/ 331981 h 1023259"/>
                <a:gd name="connsiteX1" fmla="*/ 473398 w 716384"/>
                <a:gd name="connsiteY1" fmla="*/ 241369 h 1023259"/>
                <a:gd name="connsiteX2" fmla="*/ 641964 w 716384"/>
                <a:gd name="connsiteY2" fmla="*/ 492185 h 1023259"/>
                <a:gd name="connsiteX3" fmla="*/ 404437 w 716384"/>
                <a:gd name="connsiteY3" fmla="*/ 1014168 h 1023259"/>
                <a:gd name="connsiteX4" fmla="*/ 115789 w 716384"/>
                <a:gd name="connsiteY4" fmla="*/ 681955 h 1023259"/>
                <a:gd name="connsiteX5" fmla="*/ 65803 w 716384"/>
                <a:gd name="connsiteY5" fmla="*/ 331981 h 1023259"/>
                <a:gd name="connsiteX0" fmla="*/ 65803 w 846096"/>
                <a:gd name="connsiteY0" fmla="*/ 331981 h 1023259"/>
                <a:gd name="connsiteX1" fmla="*/ 473398 w 846096"/>
                <a:gd name="connsiteY1" fmla="*/ 241369 h 1023259"/>
                <a:gd name="connsiteX2" fmla="*/ 641964 w 846096"/>
                <a:gd name="connsiteY2" fmla="*/ 492185 h 1023259"/>
                <a:gd name="connsiteX3" fmla="*/ 404437 w 846096"/>
                <a:gd name="connsiteY3" fmla="*/ 1014168 h 1023259"/>
                <a:gd name="connsiteX4" fmla="*/ 115789 w 846096"/>
                <a:gd name="connsiteY4" fmla="*/ 681955 h 1023259"/>
                <a:gd name="connsiteX5" fmla="*/ 65803 w 846096"/>
                <a:gd name="connsiteY5" fmla="*/ 331981 h 1023259"/>
                <a:gd name="connsiteX0" fmla="*/ 65803 w 659717"/>
                <a:gd name="connsiteY0" fmla="*/ 331981 h 1023259"/>
                <a:gd name="connsiteX1" fmla="*/ 473398 w 659717"/>
                <a:gd name="connsiteY1" fmla="*/ 241369 h 1023259"/>
                <a:gd name="connsiteX2" fmla="*/ 641964 w 659717"/>
                <a:gd name="connsiteY2" fmla="*/ 492185 h 1023259"/>
                <a:gd name="connsiteX3" fmla="*/ 623051 w 659717"/>
                <a:gd name="connsiteY3" fmla="*/ 847102 h 1023259"/>
                <a:gd name="connsiteX4" fmla="*/ 404437 w 659717"/>
                <a:gd name="connsiteY4" fmla="*/ 1014168 h 1023259"/>
                <a:gd name="connsiteX5" fmla="*/ 115789 w 659717"/>
                <a:gd name="connsiteY5" fmla="*/ 681955 h 1023259"/>
                <a:gd name="connsiteX6" fmla="*/ 65803 w 659717"/>
                <a:gd name="connsiteY6" fmla="*/ 331981 h 1023259"/>
                <a:gd name="connsiteX0" fmla="*/ 65803 w 839877"/>
                <a:gd name="connsiteY0" fmla="*/ 331981 h 1023259"/>
                <a:gd name="connsiteX1" fmla="*/ 473398 w 839877"/>
                <a:gd name="connsiteY1" fmla="*/ 241369 h 1023259"/>
                <a:gd name="connsiteX2" fmla="*/ 641964 w 839877"/>
                <a:gd name="connsiteY2" fmla="*/ 492185 h 1023259"/>
                <a:gd name="connsiteX3" fmla="*/ 623051 w 839877"/>
                <a:gd name="connsiteY3" fmla="*/ 847102 h 1023259"/>
                <a:gd name="connsiteX4" fmla="*/ 404437 w 839877"/>
                <a:gd name="connsiteY4" fmla="*/ 1014168 h 1023259"/>
                <a:gd name="connsiteX5" fmla="*/ 115789 w 839877"/>
                <a:gd name="connsiteY5" fmla="*/ 681955 h 1023259"/>
                <a:gd name="connsiteX6" fmla="*/ 65803 w 839877"/>
                <a:gd name="connsiteY6" fmla="*/ 331981 h 1023259"/>
                <a:gd name="connsiteX0" fmla="*/ 65803 w 839877"/>
                <a:gd name="connsiteY0" fmla="*/ 331981 h 998613"/>
                <a:gd name="connsiteX1" fmla="*/ 473398 w 839877"/>
                <a:gd name="connsiteY1" fmla="*/ 241369 h 998613"/>
                <a:gd name="connsiteX2" fmla="*/ 641964 w 839877"/>
                <a:gd name="connsiteY2" fmla="*/ 492185 h 998613"/>
                <a:gd name="connsiteX3" fmla="*/ 623051 w 839877"/>
                <a:gd name="connsiteY3" fmla="*/ 847102 h 998613"/>
                <a:gd name="connsiteX4" fmla="*/ 416980 w 839877"/>
                <a:gd name="connsiteY4" fmla="*/ 985010 h 998613"/>
                <a:gd name="connsiteX5" fmla="*/ 115789 w 839877"/>
                <a:gd name="connsiteY5" fmla="*/ 681955 h 998613"/>
                <a:gd name="connsiteX6" fmla="*/ 65803 w 839877"/>
                <a:gd name="connsiteY6" fmla="*/ 331981 h 998613"/>
                <a:gd name="connsiteX0" fmla="*/ 65803 w 839877"/>
                <a:gd name="connsiteY0" fmla="*/ 331981 h 998613"/>
                <a:gd name="connsiteX1" fmla="*/ 473398 w 839877"/>
                <a:gd name="connsiteY1" fmla="*/ 241369 h 998613"/>
                <a:gd name="connsiteX2" fmla="*/ 641964 w 839877"/>
                <a:gd name="connsiteY2" fmla="*/ 492185 h 998613"/>
                <a:gd name="connsiteX3" fmla="*/ 623051 w 839877"/>
                <a:gd name="connsiteY3" fmla="*/ 847102 h 998613"/>
                <a:gd name="connsiteX4" fmla="*/ 416980 w 839877"/>
                <a:gd name="connsiteY4" fmla="*/ 985010 h 998613"/>
                <a:gd name="connsiteX5" fmla="*/ 115789 w 839877"/>
                <a:gd name="connsiteY5" fmla="*/ 681955 h 998613"/>
                <a:gd name="connsiteX6" fmla="*/ 65803 w 839877"/>
                <a:gd name="connsiteY6" fmla="*/ 331981 h 998613"/>
                <a:gd name="connsiteX0" fmla="*/ 140391 w 914465"/>
                <a:gd name="connsiteY0" fmla="*/ 331981 h 1026030"/>
                <a:gd name="connsiteX1" fmla="*/ 547986 w 914465"/>
                <a:gd name="connsiteY1" fmla="*/ 241369 h 1026030"/>
                <a:gd name="connsiteX2" fmla="*/ 716552 w 914465"/>
                <a:gd name="connsiteY2" fmla="*/ 492185 h 1026030"/>
                <a:gd name="connsiteX3" fmla="*/ 697639 w 914465"/>
                <a:gd name="connsiteY3" fmla="*/ 847102 h 1026030"/>
                <a:gd name="connsiteX4" fmla="*/ 491568 w 914465"/>
                <a:gd name="connsiteY4" fmla="*/ 985010 h 1026030"/>
                <a:gd name="connsiteX5" fmla="*/ 70290 w 914465"/>
                <a:gd name="connsiteY5" fmla="*/ 772249 h 1026030"/>
                <a:gd name="connsiteX6" fmla="*/ 140391 w 914465"/>
                <a:gd name="connsiteY6" fmla="*/ 331981 h 1026030"/>
                <a:gd name="connsiteX0" fmla="*/ 140391 w 914465"/>
                <a:gd name="connsiteY0" fmla="*/ 331981 h 995547"/>
                <a:gd name="connsiteX1" fmla="*/ 547986 w 914465"/>
                <a:gd name="connsiteY1" fmla="*/ 241369 h 995547"/>
                <a:gd name="connsiteX2" fmla="*/ 716552 w 914465"/>
                <a:gd name="connsiteY2" fmla="*/ 492185 h 995547"/>
                <a:gd name="connsiteX3" fmla="*/ 697639 w 914465"/>
                <a:gd name="connsiteY3" fmla="*/ 847102 h 995547"/>
                <a:gd name="connsiteX4" fmla="*/ 491568 w 914465"/>
                <a:gd name="connsiteY4" fmla="*/ 985010 h 995547"/>
                <a:gd name="connsiteX5" fmla="*/ 70290 w 914465"/>
                <a:gd name="connsiteY5" fmla="*/ 772249 h 995547"/>
                <a:gd name="connsiteX6" fmla="*/ 140391 w 914465"/>
                <a:gd name="connsiteY6" fmla="*/ 331981 h 995547"/>
                <a:gd name="connsiteX0" fmla="*/ 124524 w 920236"/>
                <a:gd name="connsiteY0" fmla="*/ 385023 h 957037"/>
                <a:gd name="connsiteX1" fmla="*/ 553757 w 920236"/>
                <a:gd name="connsiteY1" fmla="*/ 202859 h 957037"/>
                <a:gd name="connsiteX2" fmla="*/ 722323 w 920236"/>
                <a:gd name="connsiteY2" fmla="*/ 453675 h 957037"/>
                <a:gd name="connsiteX3" fmla="*/ 703410 w 920236"/>
                <a:gd name="connsiteY3" fmla="*/ 808592 h 957037"/>
                <a:gd name="connsiteX4" fmla="*/ 497339 w 920236"/>
                <a:gd name="connsiteY4" fmla="*/ 946500 h 957037"/>
                <a:gd name="connsiteX5" fmla="*/ 76061 w 920236"/>
                <a:gd name="connsiteY5" fmla="*/ 733739 h 957037"/>
                <a:gd name="connsiteX6" fmla="*/ 124524 w 920236"/>
                <a:gd name="connsiteY6" fmla="*/ 385023 h 957037"/>
                <a:gd name="connsiteX0" fmla="*/ 138979 w 914937"/>
                <a:gd name="connsiteY0" fmla="*/ 366321 h 969060"/>
                <a:gd name="connsiteX1" fmla="*/ 548458 w 914937"/>
                <a:gd name="connsiteY1" fmla="*/ 214882 h 969060"/>
                <a:gd name="connsiteX2" fmla="*/ 717024 w 914937"/>
                <a:gd name="connsiteY2" fmla="*/ 465698 h 969060"/>
                <a:gd name="connsiteX3" fmla="*/ 698111 w 914937"/>
                <a:gd name="connsiteY3" fmla="*/ 820615 h 969060"/>
                <a:gd name="connsiteX4" fmla="*/ 492040 w 914937"/>
                <a:gd name="connsiteY4" fmla="*/ 958523 h 969060"/>
                <a:gd name="connsiteX5" fmla="*/ 70762 w 914937"/>
                <a:gd name="connsiteY5" fmla="*/ 745762 h 969060"/>
                <a:gd name="connsiteX6" fmla="*/ 138979 w 914937"/>
                <a:gd name="connsiteY6" fmla="*/ 366321 h 969060"/>
                <a:gd name="connsiteX0" fmla="*/ 138979 w 914937"/>
                <a:gd name="connsiteY0" fmla="*/ 395581 h 998320"/>
                <a:gd name="connsiteX1" fmla="*/ 548458 w 914937"/>
                <a:gd name="connsiteY1" fmla="*/ 244142 h 998320"/>
                <a:gd name="connsiteX2" fmla="*/ 717024 w 914937"/>
                <a:gd name="connsiteY2" fmla="*/ 494958 h 998320"/>
                <a:gd name="connsiteX3" fmla="*/ 698111 w 914937"/>
                <a:gd name="connsiteY3" fmla="*/ 849875 h 998320"/>
                <a:gd name="connsiteX4" fmla="*/ 492040 w 914937"/>
                <a:gd name="connsiteY4" fmla="*/ 987783 h 998320"/>
                <a:gd name="connsiteX5" fmla="*/ 70762 w 914937"/>
                <a:gd name="connsiteY5" fmla="*/ 775022 h 998320"/>
                <a:gd name="connsiteX6" fmla="*/ 138979 w 914937"/>
                <a:gd name="connsiteY6" fmla="*/ 395581 h 998320"/>
                <a:gd name="connsiteX0" fmla="*/ 174943 w 950901"/>
                <a:gd name="connsiteY0" fmla="*/ 395581 h 998320"/>
                <a:gd name="connsiteX1" fmla="*/ 584422 w 950901"/>
                <a:gd name="connsiteY1" fmla="*/ 244142 h 998320"/>
                <a:gd name="connsiteX2" fmla="*/ 752988 w 950901"/>
                <a:gd name="connsiteY2" fmla="*/ 494958 h 998320"/>
                <a:gd name="connsiteX3" fmla="*/ 734075 w 950901"/>
                <a:gd name="connsiteY3" fmla="*/ 849875 h 998320"/>
                <a:gd name="connsiteX4" fmla="*/ 528004 w 950901"/>
                <a:gd name="connsiteY4" fmla="*/ 987783 h 998320"/>
                <a:gd name="connsiteX5" fmla="*/ 106726 w 950901"/>
                <a:gd name="connsiteY5" fmla="*/ 775022 h 998320"/>
                <a:gd name="connsiteX6" fmla="*/ 174943 w 950901"/>
                <a:gd name="connsiteY6" fmla="*/ 395581 h 998320"/>
                <a:gd name="connsiteX0" fmla="*/ 205514 w 981472"/>
                <a:gd name="connsiteY0" fmla="*/ 395581 h 998320"/>
                <a:gd name="connsiteX1" fmla="*/ 614993 w 981472"/>
                <a:gd name="connsiteY1" fmla="*/ 244142 h 998320"/>
                <a:gd name="connsiteX2" fmla="*/ 783559 w 981472"/>
                <a:gd name="connsiteY2" fmla="*/ 494958 h 998320"/>
                <a:gd name="connsiteX3" fmla="*/ 764646 w 981472"/>
                <a:gd name="connsiteY3" fmla="*/ 849875 h 998320"/>
                <a:gd name="connsiteX4" fmla="*/ 558575 w 981472"/>
                <a:gd name="connsiteY4" fmla="*/ 987783 h 998320"/>
                <a:gd name="connsiteX5" fmla="*/ 137297 w 981472"/>
                <a:gd name="connsiteY5" fmla="*/ 775022 h 998320"/>
                <a:gd name="connsiteX6" fmla="*/ 205514 w 981472"/>
                <a:gd name="connsiteY6" fmla="*/ 395581 h 998320"/>
                <a:gd name="connsiteX0" fmla="*/ 203182 w 982904"/>
                <a:gd name="connsiteY0" fmla="*/ 415154 h 983091"/>
                <a:gd name="connsiteX1" fmla="*/ 616425 w 982904"/>
                <a:gd name="connsiteY1" fmla="*/ 228913 h 983091"/>
                <a:gd name="connsiteX2" fmla="*/ 784991 w 982904"/>
                <a:gd name="connsiteY2" fmla="*/ 479729 h 983091"/>
                <a:gd name="connsiteX3" fmla="*/ 766078 w 982904"/>
                <a:gd name="connsiteY3" fmla="*/ 834646 h 983091"/>
                <a:gd name="connsiteX4" fmla="*/ 560007 w 982904"/>
                <a:gd name="connsiteY4" fmla="*/ 972554 h 983091"/>
                <a:gd name="connsiteX5" fmla="*/ 138729 w 982904"/>
                <a:gd name="connsiteY5" fmla="*/ 759793 h 983091"/>
                <a:gd name="connsiteX6" fmla="*/ 203182 w 982904"/>
                <a:gd name="connsiteY6" fmla="*/ 415154 h 983091"/>
                <a:gd name="connsiteX0" fmla="*/ 203182 w 982904"/>
                <a:gd name="connsiteY0" fmla="*/ 439435 h 1007372"/>
                <a:gd name="connsiteX1" fmla="*/ 616425 w 982904"/>
                <a:gd name="connsiteY1" fmla="*/ 253194 h 1007372"/>
                <a:gd name="connsiteX2" fmla="*/ 784991 w 982904"/>
                <a:gd name="connsiteY2" fmla="*/ 504010 h 1007372"/>
                <a:gd name="connsiteX3" fmla="*/ 766078 w 982904"/>
                <a:gd name="connsiteY3" fmla="*/ 858927 h 1007372"/>
                <a:gd name="connsiteX4" fmla="*/ 560007 w 982904"/>
                <a:gd name="connsiteY4" fmla="*/ 996835 h 1007372"/>
                <a:gd name="connsiteX5" fmla="*/ 138729 w 982904"/>
                <a:gd name="connsiteY5" fmla="*/ 784074 h 1007372"/>
                <a:gd name="connsiteX6" fmla="*/ 203182 w 982904"/>
                <a:gd name="connsiteY6" fmla="*/ 439435 h 1007372"/>
                <a:gd name="connsiteX0" fmla="*/ 203860 w 983582"/>
                <a:gd name="connsiteY0" fmla="*/ 439435 h 1007372"/>
                <a:gd name="connsiteX1" fmla="*/ 617103 w 983582"/>
                <a:gd name="connsiteY1" fmla="*/ 253194 h 1007372"/>
                <a:gd name="connsiteX2" fmla="*/ 785669 w 983582"/>
                <a:gd name="connsiteY2" fmla="*/ 504010 h 1007372"/>
                <a:gd name="connsiteX3" fmla="*/ 766756 w 983582"/>
                <a:gd name="connsiteY3" fmla="*/ 858927 h 1007372"/>
                <a:gd name="connsiteX4" fmla="*/ 560685 w 983582"/>
                <a:gd name="connsiteY4" fmla="*/ 996835 h 1007372"/>
                <a:gd name="connsiteX5" fmla="*/ 139407 w 983582"/>
                <a:gd name="connsiteY5" fmla="*/ 784074 h 1007372"/>
                <a:gd name="connsiteX6" fmla="*/ 203860 w 983582"/>
                <a:gd name="connsiteY6" fmla="*/ 439435 h 1007372"/>
                <a:gd name="connsiteX0" fmla="*/ 165065 w 944787"/>
                <a:gd name="connsiteY0" fmla="*/ 439435 h 1007372"/>
                <a:gd name="connsiteX1" fmla="*/ 578308 w 944787"/>
                <a:gd name="connsiteY1" fmla="*/ 253194 h 1007372"/>
                <a:gd name="connsiteX2" fmla="*/ 746874 w 944787"/>
                <a:gd name="connsiteY2" fmla="*/ 504010 h 1007372"/>
                <a:gd name="connsiteX3" fmla="*/ 727961 w 944787"/>
                <a:gd name="connsiteY3" fmla="*/ 858927 h 1007372"/>
                <a:gd name="connsiteX4" fmla="*/ 521890 w 944787"/>
                <a:gd name="connsiteY4" fmla="*/ 996835 h 1007372"/>
                <a:gd name="connsiteX5" fmla="*/ 100612 w 944787"/>
                <a:gd name="connsiteY5" fmla="*/ 784074 h 1007372"/>
                <a:gd name="connsiteX6" fmla="*/ 165065 w 944787"/>
                <a:gd name="connsiteY6" fmla="*/ 439435 h 1007372"/>
                <a:gd name="connsiteX0" fmla="*/ 167589 w 947311"/>
                <a:gd name="connsiteY0" fmla="*/ 439435 h 1007372"/>
                <a:gd name="connsiteX1" fmla="*/ 580832 w 947311"/>
                <a:gd name="connsiteY1" fmla="*/ 253194 h 1007372"/>
                <a:gd name="connsiteX2" fmla="*/ 749398 w 947311"/>
                <a:gd name="connsiteY2" fmla="*/ 504010 h 1007372"/>
                <a:gd name="connsiteX3" fmla="*/ 730485 w 947311"/>
                <a:gd name="connsiteY3" fmla="*/ 858927 h 1007372"/>
                <a:gd name="connsiteX4" fmla="*/ 524414 w 947311"/>
                <a:gd name="connsiteY4" fmla="*/ 996835 h 1007372"/>
                <a:gd name="connsiteX5" fmla="*/ 103136 w 947311"/>
                <a:gd name="connsiteY5" fmla="*/ 784074 h 1007372"/>
                <a:gd name="connsiteX6" fmla="*/ 167589 w 947311"/>
                <a:gd name="connsiteY6" fmla="*/ 439435 h 1007372"/>
                <a:gd name="connsiteX0" fmla="*/ 167589 w 750069"/>
                <a:gd name="connsiteY0" fmla="*/ 439435 h 1007372"/>
                <a:gd name="connsiteX1" fmla="*/ 580832 w 750069"/>
                <a:gd name="connsiteY1" fmla="*/ 253194 h 1007372"/>
                <a:gd name="connsiteX2" fmla="*/ 749398 w 750069"/>
                <a:gd name="connsiteY2" fmla="*/ 504010 h 1007372"/>
                <a:gd name="connsiteX3" fmla="*/ 524414 w 750069"/>
                <a:gd name="connsiteY3" fmla="*/ 996835 h 1007372"/>
                <a:gd name="connsiteX4" fmla="*/ 103136 w 750069"/>
                <a:gd name="connsiteY4" fmla="*/ 784074 h 1007372"/>
                <a:gd name="connsiteX5" fmla="*/ 167589 w 750069"/>
                <a:gd name="connsiteY5" fmla="*/ 439435 h 1007372"/>
                <a:gd name="connsiteX0" fmla="*/ 167589 w 761646"/>
                <a:gd name="connsiteY0" fmla="*/ 439435 h 1007372"/>
                <a:gd name="connsiteX1" fmla="*/ 580832 w 761646"/>
                <a:gd name="connsiteY1" fmla="*/ 253194 h 1007372"/>
                <a:gd name="connsiteX2" fmla="*/ 761341 w 761646"/>
                <a:gd name="connsiteY2" fmla="*/ 585650 h 1007372"/>
                <a:gd name="connsiteX3" fmla="*/ 524414 w 761646"/>
                <a:gd name="connsiteY3" fmla="*/ 996835 h 1007372"/>
                <a:gd name="connsiteX4" fmla="*/ 103136 w 761646"/>
                <a:gd name="connsiteY4" fmla="*/ 784074 h 1007372"/>
                <a:gd name="connsiteX5" fmla="*/ 167589 w 761646"/>
                <a:gd name="connsiteY5" fmla="*/ 439435 h 1007372"/>
                <a:gd name="connsiteX0" fmla="*/ 167589 w 779109"/>
                <a:gd name="connsiteY0" fmla="*/ 439435 h 1007372"/>
                <a:gd name="connsiteX1" fmla="*/ 580832 w 779109"/>
                <a:gd name="connsiteY1" fmla="*/ 253194 h 1007372"/>
                <a:gd name="connsiteX2" fmla="*/ 761341 w 779109"/>
                <a:gd name="connsiteY2" fmla="*/ 585650 h 1007372"/>
                <a:gd name="connsiteX3" fmla="*/ 524414 w 779109"/>
                <a:gd name="connsiteY3" fmla="*/ 996835 h 1007372"/>
                <a:gd name="connsiteX4" fmla="*/ 103136 w 779109"/>
                <a:gd name="connsiteY4" fmla="*/ 784074 h 1007372"/>
                <a:gd name="connsiteX5" fmla="*/ 167589 w 779109"/>
                <a:gd name="connsiteY5" fmla="*/ 439435 h 1007372"/>
                <a:gd name="connsiteX0" fmla="*/ 167589 w 777845"/>
                <a:gd name="connsiteY0" fmla="*/ 439435 h 967499"/>
                <a:gd name="connsiteX1" fmla="*/ 580832 w 777845"/>
                <a:gd name="connsiteY1" fmla="*/ 253194 h 967499"/>
                <a:gd name="connsiteX2" fmla="*/ 761341 w 777845"/>
                <a:gd name="connsiteY2" fmla="*/ 585650 h 967499"/>
                <a:gd name="connsiteX3" fmla="*/ 503231 w 777845"/>
                <a:gd name="connsiteY3" fmla="*/ 943231 h 967499"/>
                <a:gd name="connsiteX4" fmla="*/ 103136 w 777845"/>
                <a:gd name="connsiteY4" fmla="*/ 784074 h 967499"/>
                <a:gd name="connsiteX5" fmla="*/ 167589 w 777845"/>
                <a:gd name="connsiteY5" fmla="*/ 439435 h 967499"/>
                <a:gd name="connsiteX0" fmla="*/ 137733 w 747989"/>
                <a:gd name="connsiteY0" fmla="*/ 439435 h 946366"/>
                <a:gd name="connsiteX1" fmla="*/ 550976 w 747989"/>
                <a:gd name="connsiteY1" fmla="*/ 253194 h 946366"/>
                <a:gd name="connsiteX2" fmla="*/ 731485 w 747989"/>
                <a:gd name="connsiteY2" fmla="*/ 585650 h 946366"/>
                <a:gd name="connsiteX3" fmla="*/ 473375 w 747989"/>
                <a:gd name="connsiteY3" fmla="*/ 943231 h 946366"/>
                <a:gd name="connsiteX4" fmla="*/ 135771 w 747989"/>
                <a:gd name="connsiteY4" fmla="*/ 629839 h 946366"/>
                <a:gd name="connsiteX5" fmla="*/ 137733 w 747989"/>
                <a:gd name="connsiteY5" fmla="*/ 439435 h 946366"/>
                <a:gd name="connsiteX0" fmla="*/ 137733 w 747989"/>
                <a:gd name="connsiteY0" fmla="*/ 439435 h 945724"/>
                <a:gd name="connsiteX1" fmla="*/ 550976 w 747989"/>
                <a:gd name="connsiteY1" fmla="*/ 253194 h 945724"/>
                <a:gd name="connsiteX2" fmla="*/ 731485 w 747989"/>
                <a:gd name="connsiteY2" fmla="*/ 585650 h 945724"/>
                <a:gd name="connsiteX3" fmla="*/ 473375 w 747989"/>
                <a:gd name="connsiteY3" fmla="*/ 943231 h 945724"/>
                <a:gd name="connsiteX4" fmla="*/ 135771 w 747989"/>
                <a:gd name="connsiteY4" fmla="*/ 629839 h 945724"/>
                <a:gd name="connsiteX5" fmla="*/ 137733 w 747989"/>
                <a:gd name="connsiteY5" fmla="*/ 439435 h 945724"/>
                <a:gd name="connsiteX0" fmla="*/ 137733 w 747989"/>
                <a:gd name="connsiteY0" fmla="*/ 439435 h 1019313"/>
                <a:gd name="connsiteX1" fmla="*/ 550976 w 747989"/>
                <a:gd name="connsiteY1" fmla="*/ 253194 h 1019313"/>
                <a:gd name="connsiteX2" fmla="*/ 731485 w 747989"/>
                <a:gd name="connsiteY2" fmla="*/ 585650 h 1019313"/>
                <a:gd name="connsiteX3" fmla="*/ 473375 w 747989"/>
                <a:gd name="connsiteY3" fmla="*/ 943231 h 1019313"/>
                <a:gd name="connsiteX4" fmla="*/ 135771 w 747989"/>
                <a:gd name="connsiteY4" fmla="*/ 629839 h 1019313"/>
                <a:gd name="connsiteX5" fmla="*/ 137733 w 747989"/>
                <a:gd name="connsiteY5" fmla="*/ 439435 h 1019313"/>
                <a:gd name="connsiteX0" fmla="*/ 137733 w 747989"/>
                <a:gd name="connsiteY0" fmla="*/ 439435 h 1010236"/>
                <a:gd name="connsiteX1" fmla="*/ 550976 w 747989"/>
                <a:gd name="connsiteY1" fmla="*/ 253194 h 1010236"/>
                <a:gd name="connsiteX2" fmla="*/ 731485 w 747989"/>
                <a:gd name="connsiteY2" fmla="*/ 585650 h 1010236"/>
                <a:gd name="connsiteX3" fmla="*/ 473375 w 747989"/>
                <a:gd name="connsiteY3" fmla="*/ 943231 h 1010236"/>
                <a:gd name="connsiteX4" fmla="*/ 135771 w 747989"/>
                <a:gd name="connsiteY4" fmla="*/ 629839 h 1010236"/>
                <a:gd name="connsiteX5" fmla="*/ 137733 w 747989"/>
                <a:gd name="connsiteY5" fmla="*/ 439435 h 1010236"/>
                <a:gd name="connsiteX0" fmla="*/ 235521 w 678428"/>
                <a:gd name="connsiteY0" fmla="*/ 346376 h 1118440"/>
                <a:gd name="connsiteX1" fmla="*/ 481415 w 678428"/>
                <a:gd name="connsiteY1" fmla="*/ 361398 h 1118440"/>
                <a:gd name="connsiteX2" fmla="*/ 661924 w 678428"/>
                <a:gd name="connsiteY2" fmla="*/ 693854 h 1118440"/>
                <a:gd name="connsiteX3" fmla="*/ 403814 w 678428"/>
                <a:gd name="connsiteY3" fmla="*/ 1051435 h 1118440"/>
                <a:gd name="connsiteX4" fmla="*/ 66210 w 678428"/>
                <a:gd name="connsiteY4" fmla="*/ 738043 h 1118440"/>
                <a:gd name="connsiteX5" fmla="*/ 235521 w 678428"/>
                <a:gd name="connsiteY5" fmla="*/ 346376 h 1118440"/>
                <a:gd name="connsiteX0" fmla="*/ 229547 w 672454"/>
                <a:gd name="connsiteY0" fmla="*/ 346376 h 1118440"/>
                <a:gd name="connsiteX1" fmla="*/ 475441 w 672454"/>
                <a:gd name="connsiteY1" fmla="*/ 361398 h 1118440"/>
                <a:gd name="connsiteX2" fmla="*/ 655950 w 672454"/>
                <a:gd name="connsiteY2" fmla="*/ 693854 h 1118440"/>
                <a:gd name="connsiteX3" fmla="*/ 397840 w 672454"/>
                <a:gd name="connsiteY3" fmla="*/ 1051435 h 1118440"/>
                <a:gd name="connsiteX4" fmla="*/ 60236 w 672454"/>
                <a:gd name="connsiteY4" fmla="*/ 738043 h 1118440"/>
                <a:gd name="connsiteX5" fmla="*/ 229547 w 672454"/>
                <a:gd name="connsiteY5" fmla="*/ 346376 h 1118440"/>
                <a:gd name="connsiteX0" fmla="*/ 229547 w 672454"/>
                <a:gd name="connsiteY0" fmla="*/ 234881 h 1006945"/>
                <a:gd name="connsiteX1" fmla="*/ 475441 w 672454"/>
                <a:gd name="connsiteY1" fmla="*/ 249903 h 1006945"/>
                <a:gd name="connsiteX2" fmla="*/ 655950 w 672454"/>
                <a:gd name="connsiteY2" fmla="*/ 582359 h 1006945"/>
                <a:gd name="connsiteX3" fmla="*/ 397840 w 672454"/>
                <a:gd name="connsiteY3" fmla="*/ 939940 h 1006945"/>
                <a:gd name="connsiteX4" fmla="*/ 60236 w 672454"/>
                <a:gd name="connsiteY4" fmla="*/ 626548 h 1006945"/>
                <a:gd name="connsiteX5" fmla="*/ 229547 w 672454"/>
                <a:gd name="connsiteY5" fmla="*/ 234881 h 1006945"/>
                <a:gd name="connsiteX0" fmla="*/ 239654 w 678117"/>
                <a:gd name="connsiteY0" fmla="*/ 234881 h 972629"/>
                <a:gd name="connsiteX1" fmla="*/ 485548 w 678117"/>
                <a:gd name="connsiteY1" fmla="*/ 249903 h 972629"/>
                <a:gd name="connsiteX2" fmla="*/ 666057 w 678117"/>
                <a:gd name="connsiteY2" fmla="*/ 582359 h 972629"/>
                <a:gd name="connsiteX3" fmla="*/ 299232 w 678117"/>
                <a:gd name="connsiteY3" fmla="*/ 900803 h 972629"/>
                <a:gd name="connsiteX4" fmla="*/ 70343 w 678117"/>
                <a:gd name="connsiteY4" fmla="*/ 626548 h 972629"/>
                <a:gd name="connsiteX5" fmla="*/ 239654 w 678117"/>
                <a:gd name="connsiteY5" fmla="*/ 234881 h 972629"/>
                <a:gd name="connsiteX0" fmla="*/ 14263 w 452726"/>
                <a:gd name="connsiteY0" fmla="*/ 234881 h 900803"/>
                <a:gd name="connsiteX1" fmla="*/ 260157 w 452726"/>
                <a:gd name="connsiteY1" fmla="*/ 249903 h 900803"/>
                <a:gd name="connsiteX2" fmla="*/ 440666 w 452726"/>
                <a:gd name="connsiteY2" fmla="*/ 582359 h 900803"/>
                <a:gd name="connsiteX3" fmla="*/ 73841 w 452726"/>
                <a:gd name="connsiteY3" fmla="*/ 900803 h 900803"/>
                <a:gd name="connsiteX4" fmla="*/ 14263 w 452726"/>
                <a:gd name="connsiteY4" fmla="*/ 234881 h 900803"/>
                <a:gd name="connsiteX0" fmla="*/ 101773 w 537125"/>
                <a:gd name="connsiteY0" fmla="*/ 234881 h 939940"/>
                <a:gd name="connsiteX1" fmla="*/ 347667 w 537125"/>
                <a:gd name="connsiteY1" fmla="*/ 249903 h 939940"/>
                <a:gd name="connsiteX2" fmla="*/ 528176 w 537125"/>
                <a:gd name="connsiteY2" fmla="*/ 582359 h 939940"/>
                <a:gd name="connsiteX3" fmla="*/ 22196 w 537125"/>
                <a:gd name="connsiteY3" fmla="*/ 939940 h 939940"/>
                <a:gd name="connsiteX4" fmla="*/ 101773 w 537125"/>
                <a:gd name="connsiteY4" fmla="*/ 234881 h 939940"/>
                <a:gd name="connsiteX0" fmla="*/ 179102 w 614454"/>
                <a:gd name="connsiteY0" fmla="*/ 234881 h 939940"/>
                <a:gd name="connsiteX1" fmla="*/ 424996 w 614454"/>
                <a:gd name="connsiteY1" fmla="*/ 249903 h 939940"/>
                <a:gd name="connsiteX2" fmla="*/ 605505 w 614454"/>
                <a:gd name="connsiteY2" fmla="*/ 582359 h 939940"/>
                <a:gd name="connsiteX3" fmla="*/ 99525 w 614454"/>
                <a:gd name="connsiteY3" fmla="*/ 939940 h 939940"/>
                <a:gd name="connsiteX4" fmla="*/ 2796 w 614454"/>
                <a:gd name="connsiteY4" fmla="*/ 608866 h 939940"/>
                <a:gd name="connsiteX5" fmla="*/ 179102 w 614454"/>
                <a:gd name="connsiteY5" fmla="*/ 234881 h 939940"/>
                <a:gd name="connsiteX0" fmla="*/ 109525 w 614454"/>
                <a:gd name="connsiteY0" fmla="*/ 254787 h 920709"/>
                <a:gd name="connsiteX1" fmla="*/ 424996 w 614454"/>
                <a:gd name="connsiteY1" fmla="*/ 230672 h 920709"/>
                <a:gd name="connsiteX2" fmla="*/ 605505 w 614454"/>
                <a:gd name="connsiteY2" fmla="*/ 563128 h 920709"/>
                <a:gd name="connsiteX3" fmla="*/ 99525 w 614454"/>
                <a:gd name="connsiteY3" fmla="*/ 920709 h 920709"/>
                <a:gd name="connsiteX4" fmla="*/ 2796 w 614454"/>
                <a:gd name="connsiteY4" fmla="*/ 589635 h 920709"/>
                <a:gd name="connsiteX5" fmla="*/ 109525 w 614454"/>
                <a:gd name="connsiteY5" fmla="*/ 254787 h 920709"/>
                <a:gd name="connsiteX0" fmla="*/ 150226 w 655155"/>
                <a:gd name="connsiteY0" fmla="*/ 254787 h 920709"/>
                <a:gd name="connsiteX1" fmla="*/ 465697 w 655155"/>
                <a:gd name="connsiteY1" fmla="*/ 230672 h 920709"/>
                <a:gd name="connsiteX2" fmla="*/ 646206 w 655155"/>
                <a:gd name="connsiteY2" fmla="*/ 563128 h 920709"/>
                <a:gd name="connsiteX3" fmla="*/ 140226 w 655155"/>
                <a:gd name="connsiteY3" fmla="*/ 920709 h 920709"/>
                <a:gd name="connsiteX4" fmla="*/ 43497 w 655155"/>
                <a:gd name="connsiteY4" fmla="*/ 589635 h 920709"/>
                <a:gd name="connsiteX5" fmla="*/ 150226 w 655155"/>
                <a:gd name="connsiteY5" fmla="*/ 254787 h 920709"/>
                <a:gd name="connsiteX0" fmla="*/ 181425 w 686354"/>
                <a:gd name="connsiteY0" fmla="*/ 254787 h 920709"/>
                <a:gd name="connsiteX1" fmla="*/ 496896 w 686354"/>
                <a:gd name="connsiteY1" fmla="*/ 230672 h 920709"/>
                <a:gd name="connsiteX2" fmla="*/ 677405 w 686354"/>
                <a:gd name="connsiteY2" fmla="*/ 563128 h 920709"/>
                <a:gd name="connsiteX3" fmla="*/ 171425 w 686354"/>
                <a:gd name="connsiteY3" fmla="*/ 920709 h 920709"/>
                <a:gd name="connsiteX4" fmla="*/ 74696 w 686354"/>
                <a:gd name="connsiteY4" fmla="*/ 589635 h 920709"/>
                <a:gd name="connsiteX5" fmla="*/ 181425 w 686354"/>
                <a:gd name="connsiteY5" fmla="*/ 254787 h 920709"/>
                <a:gd name="connsiteX0" fmla="*/ 181425 w 686973"/>
                <a:gd name="connsiteY0" fmla="*/ 254787 h 920709"/>
                <a:gd name="connsiteX1" fmla="*/ 496896 w 686973"/>
                <a:gd name="connsiteY1" fmla="*/ 230672 h 920709"/>
                <a:gd name="connsiteX2" fmla="*/ 677405 w 686973"/>
                <a:gd name="connsiteY2" fmla="*/ 563128 h 920709"/>
                <a:gd name="connsiteX3" fmla="*/ 206214 w 686973"/>
                <a:gd name="connsiteY3" fmla="*/ 920709 h 920709"/>
                <a:gd name="connsiteX4" fmla="*/ 74696 w 686973"/>
                <a:gd name="connsiteY4" fmla="*/ 589635 h 920709"/>
                <a:gd name="connsiteX5" fmla="*/ 181425 w 686973"/>
                <a:gd name="connsiteY5" fmla="*/ 254787 h 920709"/>
                <a:gd name="connsiteX0" fmla="*/ 181425 w 686973"/>
                <a:gd name="connsiteY0" fmla="*/ 254787 h 920709"/>
                <a:gd name="connsiteX1" fmla="*/ 496896 w 686973"/>
                <a:gd name="connsiteY1" fmla="*/ 230672 h 920709"/>
                <a:gd name="connsiteX2" fmla="*/ 677405 w 686973"/>
                <a:gd name="connsiteY2" fmla="*/ 563128 h 920709"/>
                <a:gd name="connsiteX3" fmla="*/ 206214 w 686973"/>
                <a:gd name="connsiteY3" fmla="*/ 920709 h 920709"/>
                <a:gd name="connsiteX4" fmla="*/ 74696 w 686973"/>
                <a:gd name="connsiteY4" fmla="*/ 589635 h 920709"/>
                <a:gd name="connsiteX5" fmla="*/ 181425 w 686973"/>
                <a:gd name="connsiteY5" fmla="*/ 254787 h 920709"/>
                <a:gd name="connsiteX0" fmla="*/ 181425 w 688815"/>
                <a:gd name="connsiteY0" fmla="*/ 250210 h 916132"/>
                <a:gd name="connsiteX1" fmla="*/ 562125 w 688815"/>
                <a:gd name="connsiteY1" fmla="*/ 234792 h 916132"/>
                <a:gd name="connsiteX2" fmla="*/ 677405 w 688815"/>
                <a:gd name="connsiteY2" fmla="*/ 558551 h 916132"/>
                <a:gd name="connsiteX3" fmla="*/ 206214 w 688815"/>
                <a:gd name="connsiteY3" fmla="*/ 916132 h 916132"/>
                <a:gd name="connsiteX4" fmla="*/ 74696 w 688815"/>
                <a:gd name="connsiteY4" fmla="*/ 585058 h 916132"/>
                <a:gd name="connsiteX5" fmla="*/ 181425 w 688815"/>
                <a:gd name="connsiteY5" fmla="*/ 250210 h 916132"/>
                <a:gd name="connsiteX0" fmla="*/ 181425 w 688815"/>
                <a:gd name="connsiteY0" fmla="*/ 184263 h 850185"/>
                <a:gd name="connsiteX1" fmla="*/ 562125 w 688815"/>
                <a:gd name="connsiteY1" fmla="*/ 168845 h 850185"/>
                <a:gd name="connsiteX2" fmla="*/ 677405 w 688815"/>
                <a:gd name="connsiteY2" fmla="*/ 492604 h 850185"/>
                <a:gd name="connsiteX3" fmla="*/ 206214 w 688815"/>
                <a:gd name="connsiteY3" fmla="*/ 850185 h 850185"/>
                <a:gd name="connsiteX4" fmla="*/ 74696 w 688815"/>
                <a:gd name="connsiteY4" fmla="*/ 519111 h 850185"/>
                <a:gd name="connsiteX5" fmla="*/ 181425 w 688815"/>
                <a:gd name="connsiteY5" fmla="*/ 184263 h 850185"/>
                <a:gd name="connsiteX0" fmla="*/ 181425 w 688815"/>
                <a:gd name="connsiteY0" fmla="*/ 161602 h 827524"/>
                <a:gd name="connsiteX1" fmla="*/ 562125 w 688815"/>
                <a:gd name="connsiteY1" fmla="*/ 146184 h 827524"/>
                <a:gd name="connsiteX2" fmla="*/ 677405 w 688815"/>
                <a:gd name="connsiteY2" fmla="*/ 469943 h 827524"/>
                <a:gd name="connsiteX3" fmla="*/ 206214 w 688815"/>
                <a:gd name="connsiteY3" fmla="*/ 827524 h 827524"/>
                <a:gd name="connsiteX4" fmla="*/ 74696 w 688815"/>
                <a:gd name="connsiteY4" fmla="*/ 496450 h 827524"/>
                <a:gd name="connsiteX5" fmla="*/ 181425 w 688815"/>
                <a:gd name="connsiteY5" fmla="*/ 161602 h 827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88815" h="827524">
                  <a:moveTo>
                    <a:pt x="181425" y="161602"/>
                  </a:moveTo>
                  <a:cubicBezTo>
                    <a:pt x="364671" y="-158581"/>
                    <a:pt x="580556" y="85480"/>
                    <a:pt x="562125" y="146184"/>
                  </a:cubicBezTo>
                  <a:cubicBezTo>
                    <a:pt x="739215" y="222180"/>
                    <a:pt x="679659" y="285968"/>
                    <a:pt x="677405" y="469943"/>
                  </a:cubicBezTo>
                  <a:cubicBezTo>
                    <a:pt x="757279" y="770944"/>
                    <a:pt x="313924" y="780847"/>
                    <a:pt x="206214" y="827524"/>
                  </a:cubicBezTo>
                  <a:cubicBezTo>
                    <a:pt x="130405" y="792080"/>
                    <a:pt x="144056" y="670491"/>
                    <a:pt x="74696" y="496450"/>
                  </a:cubicBezTo>
                  <a:cubicBezTo>
                    <a:pt x="988" y="465911"/>
                    <a:pt x="-86077" y="129384"/>
                    <a:pt x="181425" y="161602"/>
                  </a:cubicBezTo>
                  <a:close/>
                </a:path>
              </a:pathLst>
            </a:custGeom>
            <a:solidFill>
              <a:srgbClr val="769324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4">
              <a:extLst>
                <a:ext uri="{FF2B5EF4-FFF2-40B4-BE49-F238E27FC236}">
                  <a16:creationId xmlns:a16="http://schemas.microsoft.com/office/drawing/2014/main" id="{2E493697-C0F2-6A89-A4C5-AA3E09165098}"/>
                </a:ext>
              </a:extLst>
            </p:cNvPr>
            <p:cNvSpPr/>
            <p:nvPr/>
          </p:nvSpPr>
          <p:spPr>
            <a:xfrm rot="1727514" flipH="1">
              <a:off x="5706151" y="740403"/>
              <a:ext cx="1564010" cy="2660935"/>
            </a:xfrm>
            <a:custGeom>
              <a:avLst/>
              <a:gdLst>
                <a:gd name="connsiteX0" fmla="*/ 0 w 457200"/>
                <a:gd name="connsiteY0" fmla="*/ 0 h 736600"/>
                <a:gd name="connsiteX1" fmla="*/ 457200 w 457200"/>
                <a:gd name="connsiteY1" fmla="*/ 0 h 736600"/>
                <a:gd name="connsiteX2" fmla="*/ 457200 w 457200"/>
                <a:gd name="connsiteY2" fmla="*/ 736600 h 736600"/>
                <a:gd name="connsiteX3" fmla="*/ 0 w 457200"/>
                <a:gd name="connsiteY3" fmla="*/ 736600 h 736600"/>
                <a:gd name="connsiteX4" fmla="*/ 0 w 457200"/>
                <a:gd name="connsiteY4" fmla="*/ 0 h 736600"/>
                <a:gd name="connsiteX0" fmla="*/ 12700 w 457200"/>
                <a:gd name="connsiteY0" fmla="*/ 0 h 800100"/>
                <a:gd name="connsiteX1" fmla="*/ 457200 w 457200"/>
                <a:gd name="connsiteY1" fmla="*/ 63500 h 800100"/>
                <a:gd name="connsiteX2" fmla="*/ 457200 w 457200"/>
                <a:gd name="connsiteY2" fmla="*/ 800100 h 800100"/>
                <a:gd name="connsiteX3" fmla="*/ 0 w 457200"/>
                <a:gd name="connsiteY3" fmla="*/ 800100 h 800100"/>
                <a:gd name="connsiteX4" fmla="*/ 12700 w 457200"/>
                <a:gd name="connsiteY4" fmla="*/ 0 h 800100"/>
                <a:gd name="connsiteX0" fmla="*/ 12700 w 584200"/>
                <a:gd name="connsiteY0" fmla="*/ 50800 h 850900"/>
                <a:gd name="connsiteX1" fmla="*/ 584200 w 584200"/>
                <a:gd name="connsiteY1" fmla="*/ 0 h 850900"/>
                <a:gd name="connsiteX2" fmla="*/ 457200 w 584200"/>
                <a:gd name="connsiteY2" fmla="*/ 850900 h 850900"/>
                <a:gd name="connsiteX3" fmla="*/ 0 w 584200"/>
                <a:gd name="connsiteY3" fmla="*/ 850900 h 850900"/>
                <a:gd name="connsiteX4" fmla="*/ 12700 w 584200"/>
                <a:gd name="connsiteY4" fmla="*/ 50800 h 850900"/>
                <a:gd name="connsiteX0" fmla="*/ 12700 w 649686"/>
                <a:gd name="connsiteY0" fmla="*/ 50800 h 850900"/>
                <a:gd name="connsiteX1" fmla="*/ 584200 w 649686"/>
                <a:gd name="connsiteY1" fmla="*/ 0 h 850900"/>
                <a:gd name="connsiteX2" fmla="*/ 647700 w 649686"/>
                <a:gd name="connsiteY2" fmla="*/ 444500 h 850900"/>
                <a:gd name="connsiteX3" fmla="*/ 457200 w 649686"/>
                <a:gd name="connsiteY3" fmla="*/ 850900 h 850900"/>
                <a:gd name="connsiteX4" fmla="*/ 0 w 649686"/>
                <a:gd name="connsiteY4" fmla="*/ 850900 h 850900"/>
                <a:gd name="connsiteX5" fmla="*/ 12700 w 649686"/>
                <a:gd name="connsiteY5" fmla="*/ 50800 h 850900"/>
                <a:gd name="connsiteX0" fmla="*/ 12700 w 649686"/>
                <a:gd name="connsiteY0" fmla="*/ 50800 h 965200"/>
                <a:gd name="connsiteX1" fmla="*/ 584200 w 649686"/>
                <a:gd name="connsiteY1" fmla="*/ 0 h 965200"/>
                <a:gd name="connsiteX2" fmla="*/ 647700 w 649686"/>
                <a:gd name="connsiteY2" fmla="*/ 444500 h 965200"/>
                <a:gd name="connsiteX3" fmla="*/ 152400 w 649686"/>
                <a:gd name="connsiteY3" fmla="*/ 965200 h 965200"/>
                <a:gd name="connsiteX4" fmla="*/ 0 w 649686"/>
                <a:gd name="connsiteY4" fmla="*/ 850900 h 965200"/>
                <a:gd name="connsiteX5" fmla="*/ 12700 w 649686"/>
                <a:gd name="connsiteY5" fmla="*/ 50800 h 965200"/>
                <a:gd name="connsiteX0" fmla="*/ 254000 w 890986"/>
                <a:gd name="connsiteY0" fmla="*/ 50800 h 965200"/>
                <a:gd name="connsiteX1" fmla="*/ 825500 w 890986"/>
                <a:gd name="connsiteY1" fmla="*/ 0 h 965200"/>
                <a:gd name="connsiteX2" fmla="*/ 889000 w 890986"/>
                <a:gd name="connsiteY2" fmla="*/ 444500 h 965200"/>
                <a:gd name="connsiteX3" fmla="*/ 393700 w 890986"/>
                <a:gd name="connsiteY3" fmla="*/ 965200 h 965200"/>
                <a:gd name="connsiteX4" fmla="*/ 0 w 890986"/>
                <a:gd name="connsiteY4" fmla="*/ 355600 h 965200"/>
                <a:gd name="connsiteX5" fmla="*/ 254000 w 890986"/>
                <a:gd name="connsiteY5" fmla="*/ 50800 h 965200"/>
                <a:gd name="connsiteX0" fmla="*/ 418310 w 1055296"/>
                <a:gd name="connsiteY0" fmla="*/ 50800 h 965200"/>
                <a:gd name="connsiteX1" fmla="*/ 989810 w 1055296"/>
                <a:gd name="connsiteY1" fmla="*/ 0 h 965200"/>
                <a:gd name="connsiteX2" fmla="*/ 1053310 w 1055296"/>
                <a:gd name="connsiteY2" fmla="*/ 444500 h 965200"/>
                <a:gd name="connsiteX3" fmla="*/ 558010 w 1055296"/>
                <a:gd name="connsiteY3" fmla="*/ 965200 h 965200"/>
                <a:gd name="connsiteX4" fmla="*/ 164310 w 1055296"/>
                <a:gd name="connsiteY4" fmla="*/ 355600 h 965200"/>
                <a:gd name="connsiteX5" fmla="*/ 418310 w 1055296"/>
                <a:gd name="connsiteY5" fmla="*/ 50800 h 965200"/>
                <a:gd name="connsiteX0" fmla="*/ 418310 w 1055296"/>
                <a:gd name="connsiteY0" fmla="*/ 50800 h 965200"/>
                <a:gd name="connsiteX1" fmla="*/ 989810 w 1055296"/>
                <a:gd name="connsiteY1" fmla="*/ 0 h 965200"/>
                <a:gd name="connsiteX2" fmla="*/ 1053310 w 1055296"/>
                <a:gd name="connsiteY2" fmla="*/ 444500 h 965200"/>
                <a:gd name="connsiteX3" fmla="*/ 558010 w 1055296"/>
                <a:gd name="connsiteY3" fmla="*/ 965200 h 965200"/>
                <a:gd name="connsiteX4" fmla="*/ 164310 w 1055296"/>
                <a:gd name="connsiteY4" fmla="*/ 355600 h 965200"/>
                <a:gd name="connsiteX5" fmla="*/ 418310 w 1055296"/>
                <a:gd name="connsiteY5" fmla="*/ 50800 h 965200"/>
                <a:gd name="connsiteX0" fmla="*/ 418310 w 1055296"/>
                <a:gd name="connsiteY0" fmla="*/ 384085 h 1298485"/>
                <a:gd name="connsiteX1" fmla="*/ 989810 w 1055296"/>
                <a:gd name="connsiteY1" fmla="*/ 333285 h 1298485"/>
                <a:gd name="connsiteX2" fmla="*/ 1053310 w 1055296"/>
                <a:gd name="connsiteY2" fmla="*/ 777785 h 1298485"/>
                <a:gd name="connsiteX3" fmla="*/ 558010 w 1055296"/>
                <a:gd name="connsiteY3" fmla="*/ 1298485 h 1298485"/>
                <a:gd name="connsiteX4" fmla="*/ 164310 w 1055296"/>
                <a:gd name="connsiteY4" fmla="*/ 688885 h 1298485"/>
                <a:gd name="connsiteX5" fmla="*/ 418310 w 1055296"/>
                <a:gd name="connsiteY5" fmla="*/ 384085 h 1298485"/>
                <a:gd name="connsiteX0" fmla="*/ 418310 w 1055296"/>
                <a:gd name="connsiteY0" fmla="*/ 476485 h 1390885"/>
                <a:gd name="connsiteX1" fmla="*/ 989810 w 1055296"/>
                <a:gd name="connsiteY1" fmla="*/ 425685 h 1390885"/>
                <a:gd name="connsiteX2" fmla="*/ 1053310 w 1055296"/>
                <a:gd name="connsiteY2" fmla="*/ 870185 h 1390885"/>
                <a:gd name="connsiteX3" fmla="*/ 558010 w 1055296"/>
                <a:gd name="connsiteY3" fmla="*/ 1390885 h 1390885"/>
                <a:gd name="connsiteX4" fmla="*/ 164310 w 1055296"/>
                <a:gd name="connsiteY4" fmla="*/ 781285 h 1390885"/>
                <a:gd name="connsiteX5" fmla="*/ 418310 w 1055296"/>
                <a:gd name="connsiteY5" fmla="*/ 476485 h 1390885"/>
                <a:gd name="connsiteX0" fmla="*/ 418310 w 1135940"/>
                <a:gd name="connsiteY0" fmla="*/ 476485 h 1390885"/>
                <a:gd name="connsiteX1" fmla="*/ 989810 w 1135940"/>
                <a:gd name="connsiteY1" fmla="*/ 425685 h 1390885"/>
                <a:gd name="connsiteX2" fmla="*/ 1053310 w 1135940"/>
                <a:gd name="connsiteY2" fmla="*/ 870185 h 1390885"/>
                <a:gd name="connsiteX3" fmla="*/ 558010 w 1135940"/>
                <a:gd name="connsiteY3" fmla="*/ 1390885 h 1390885"/>
                <a:gd name="connsiteX4" fmla="*/ 164310 w 1135940"/>
                <a:gd name="connsiteY4" fmla="*/ 781285 h 1390885"/>
                <a:gd name="connsiteX5" fmla="*/ 418310 w 1135940"/>
                <a:gd name="connsiteY5" fmla="*/ 476485 h 1390885"/>
                <a:gd name="connsiteX0" fmla="*/ 418310 w 1135940"/>
                <a:gd name="connsiteY0" fmla="*/ 476485 h 1390885"/>
                <a:gd name="connsiteX1" fmla="*/ 989810 w 1135940"/>
                <a:gd name="connsiteY1" fmla="*/ 425685 h 1390885"/>
                <a:gd name="connsiteX2" fmla="*/ 1053310 w 1135940"/>
                <a:gd name="connsiteY2" fmla="*/ 870185 h 1390885"/>
                <a:gd name="connsiteX3" fmla="*/ 558010 w 1135940"/>
                <a:gd name="connsiteY3" fmla="*/ 1390885 h 1390885"/>
                <a:gd name="connsiteX4" fmla="*/ 164310 w 1135940"/>
                <a:gd name="connsiteY4" fmla="*/ 781285 h 1390885"/>
                <a:gd name="connsiteX5" fmla="*/ 418310 w 1135940"/>
                <a:gd name="connsiteY5" fmla="*/ 476485 h 1390885"/>
                <a:gd name="connsiteX0" fmla="*/ 401518 w 1119148"/>
                <a:gd name="connsiteY0" fmla="*/ 476485 h 1808452"/>
                <a:gd name="connsiteX1" fmla="*/ 973018 w 1119148"/>
                <a:gd name="connsiteY1" fmla="*/ 425685 h 1808452"/>
                <a:gd name="connsiteX2" fmla="*/ 1036518 w 1119148"/>
                <a:gd name="connsiteY2" fmla="*/ 870185 h 1808452"/>
                <a:gd name="connsiteX3" fmla="*/ 669000 w 1119148"/>
                <a:gd name="connsiteY3" fmla="*/ 1808452 h 1808452"/>
                <a:gd name="connsiteX4" fmla="*/ 147518 w 1119148"/>
                <a:gd name="connsiteY4" fmla="*/ 781285 h 1808452"/>
                <a:gd name="connsiteX5" fmla="*/ 401518 w 1119148"/>
                <a:gd name="connsiteY5" fmla="*/ 476485 h 1808452"/>
                <a:gd name="connsiteX0" fmla="*/ 401518 w 1071059"/>
                <a:gd name="connsiteY0" fmla="*/ 543905 h 1875872"/>
                <a:gd name="connsiteX1" fmla="*/ 881900 w 1071059"/>
                <a:gd name="connsiteY1" fmla="*/ 333865 h 1875872"/>
                <a:gd name="connsiteX2" fmla="*/ 1036518 w 1071059"/>
                <a:gd name="connsiteY2" fmla="*/ 937605 h 1875872"/>
                <a:gd name="connsiteX3" fmla="*/ 669000 w 1071059"/>
                <a:gd name="connsiteY3" fmla="*/ 1875872 h 1875872"/>
                <a:gd name="connsiteX4" fmla="*/ 147518 w 1071059"/>
                <a:gd name="connsiteY4" fmla="*/ 848705 h 1875872"/>
                <a:gd name="connsiteX5" fmla="*/ 401518 w 1071059"/>
                <a:gd name="connsiteY5" fmla="*/ 543905 h 1875872"/>
                <a:gd name="connsiteX0" fmla="*/ 259378 w 1071059"/>
                <a:gd name="connsiteY0" fmla="*/ 521907 h 1902218"/>
                <a:gd name="connsiteX1" fmla="*/ 881900 w 1071059"/>
                <a:gd name="connsiteY1" fmla="*/ 360211 h 1902218"/>
                <a:gd name="connsiteX2" fmla="*/ 1036518 w 1071059"/>
                <a:gd name="connsiteY2" fmla="*/ 963951 h 1902218"/>
                <a:gd name="connsiteX3" fmla="*/ 669000 w 1071059"/>
                <a:gd name="connsiteY3" fmla="*/ 1902218 h 1902218"/>
                <a:gd name="connsiteX4" fmla="*/ 147518 w 1071059"/>
                <a:gd name="connsiteY4" fmla="*/ 875051 h 1902218"/>
                <a:gd name="connsiteX5" fmla="*/ 259378 w 1071059"/>
                <a:gd name="connsiteY5" fmla="*/ 521907 h 1902218"/>
                <a:gd name="connsiteX0" fmla="*/ 259378 w 1071059"/>
                <a:gd name="connsiteY0" fmla="*/ 441940 h 1822251"/>
                <a:gd name="connsiteX1" fmla="*/ 881900 w 1071059"/>
                <a:gd name="connsiteY1" fmla="*/ 280244 h 1822251"/>
                <a:gd name="connsiteX2" fmla="*/ 1036518 w 1071059"/>
                <a:gd name="connsiteY2" fmla="*/ 883984 h 1822251"/>
                <a:gd name="connsiteX3" fmla="*/ 669000 w 1071059"/>
                <a:gd name="connsiteY3" fmla="*/ 1822251 h 1822251"/>
                <a:gd name="connsiteX4" fmla="*/ 147518 w 1071059"/>
                <a:gd name="connsiteY4" fmla="*/ 795084 h 1822251"/>
                <a:gd name="connsiteX5" fmla="*/ 259378 w 1071059"/>
                <a:gd name="connsiteY5" fmla="*/ 441940 h 1822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71059" h="1822251">
                  <a:moveTo>
                    <a:pt x="259378" y="441940"/>
                  </a:moveTo>
                  <a:cubicBezTo>
                    <a:pt x="549225" y="-194963"/>
                    <a:pt x="843800" y="-45723"/>
                    <a:pt x="881900" y="280244"/>
                  </a:cubicBezTo>
                  <a:cubicBezTo>
                    <a:pt x="1157067" y="470744"/>
                    <a:pt x="1053451" y="744284"/>
                    <a:pt x="1036518" y="883984"/>
                  </a:cubicBezTo>
                  <a:cubicBezTo>
                    <a:pt x="871418" y="1057551"/>
                    <a:pt x="1405600" y="1623284"/>
                    <a:pt x="669000" y="1822251"/>
                  </a:cubicBezTo>
                  <a:cubicBezTo>
                    <a:pt x="537767" y="1619051"/>
                    <a:pt x="-343549" y="922084"/>
                    <a:pt x="147518" y="795084"/>
                  </a:cubicBezTo>
                  <a:cubicBezTo>
                    <a:pt x="-9115" y="299784"/>
                    <a:pt x="174711" y="543540"/>
                    <a:pt x="259378" y="441940"/>
                  </a:cubicBezTo>
                  <a:close/>
                </a:path>
              </a:pathLst>
            </a:custGeom>
            <a:solidFill>
              <a:srgbClr val="769324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4">
              <a:extLst>
                <a:ext uri="{FF2B5EF4-FFF2-40B4-BE49-F238E27FC236}">
                  <a16:creationId xmlns:a16="http://schemas.microsoft.com/office/drawing/2014/main" id="{C6F3B692-6DE1-7C9C-10AE-96A394A63A59}"/>
                </a:ext>
              </a:extLst>
            </p:cNvPr>
            <p:cNvSpPr/>
            <p:nvPr/>
          </p:nvSpPr>
          <p:spPr>
            <a:xfrm rot="2739502">
              <a:off x="6457423" y="1354394"/>
              <a:ext cx="1381527" cy="2660935"/>
            </a:xfrm>
            <a:custGeom>
              <a:avLst/>
              <a:gdLst>
                <a:gd name="connsiteX0" fmla="*/ 0 w 457200"/>
                <a:gd name="connsiteY0" fmla="*/ 0 h 736600"/>
                <a:gd name="connsiteX1" fmla="*/ 457200 w 457200"/>
                <a:gd name="connsiteY1" fmla="*/ 0 h 736600"/>
                <a:gd name="connsiteX2" fmla="*/ 457200 w 457200"/>
                <a:gd name="connsiteY2" fmla="*/ 736600 h 736600"/>
                <a:gd name="connsiteX3" fmla="*/ 0 w 457200"/>
                <a:gd name="connsiteY3" fmla="*/ 736600 h 736600"/>
                <a:gd name="connsiteX4" fmla="*/ 0 w 457200"/>
                <a:gd name="connsiteY4" fmla="*/ 0 h 736600"/>
                <a:gd name="connsiteX0" fmla="*/ 12700 w 457200"/>
                <a:gd name="connsiteY0" fmla="*/ 0 h 800100"/>
                <a:gd name="connsiteX1" fmla="*/ 457200 w 457200"/>
                <a:gd name="connsiteY1" fmla="*/ 63500 h 800100"/>
                <a:gd name="connsiteX2" fmla="*/ 457200 w 457200"/>
                <a:gd name="connsiteY2" fmla="*/ 800100 h 800100"/>
                <a:gd name="connsiteX3" fmla="*/ 0 w 457200"/>
                <a:gd name="connsiteY3" fmla="*/ 800100 h 800100"/>
                <a:gd name="connsiteX4" fmla="*/ 12700 w 457200"/>
                <a:gd name="connsiteY4" fmla="*/ 0 h 800100"/>
                <a:gd name="connsiteX0" fmla="*/ 12700 w 584200"/>
                <a:gd name="connsiteY0" fmla="*/ 50800 h 850900"/>
                <a:gd name="connsiteX1" fmla="*/ 584200 w 584200"/>
                <a:gd name="connsiteY1" fmla="*/ 0 h 850900"/>
                <a:gd name="connsiteX2" fmla="*/ 457200 w 584200"/>
                <a:gd name="connsiteY2" fmla="*/ 850900 h 850900"/>
                <a:gd name="connsiteX3" fmla="*/ 0 w 584200"/>
                <a:gd name="connsiteY3" fmla="*/ 850900 h 850900"/>
                <a:gd name="connsiteX4" fmla="*/ 12700 w 584200"/>
                <a:gd name="connsiteY4" fmla="*/ 50800 h 850900"/>
                <a:gd name="connsiteX0" fmla="*/ 12700 w 649686"/>
                <a:gd name="connsiteY0" fmla="*/ 50800 h 850900"/>
                <a:gd name="connsiteX1" fmla="*/ 584200 w 649686"/>
                <a:gd name="connsiteY1" fmla="*/ 0 h 850900"/>
                <a:gd name="connsiteX2" fmla="*/ 647700 w 649686"/>
                <a:gd name="connsiteY2" fmla="*/ 444500 h 850900"/>
                <a:gd name="connsiteX3" fmla="*/ 457200 w 649686"/>
                <a:gd name="connsiteY3" fmla="*/ 850900 h 850900"/>
                <a:gd name="connsiteX4" fmla="*/ 0 w 649686"/>
                <a:gd name="connsiteY4" fmla="*/ 850900 h 850900"/>
                <a:gd name="connsiteX5" fmla="*/ 12700 w 649686"/>
                <a:gd name="connsiteY5" fmla="*/ 50800 h 850900"/>
                <a:gd name="connsiteX0" fmla="*/ 12700 w 649686"/>
                <a:gd name="connsiteY0" fmla="*/ 50800 h 965200"/>
                <a:gd name="connsiteX1" fmla="*/ 584200 w 649686"/>
                <a:gd name="connsiteY1" fmla="*/ 0 h 965200"/>
                <a:gd name="connsiteX2" fmla="*/ 647700 w 649686"/>
                <a:gd name="connsiteY2" fmla="*/ 444500 h 965200"/>
                <a:gd name="connsiteX3" fmla="*/ 152400 w 649686"/>
                <a:gd name="connsiteY3" fmla="*/ 965200 h 965200"/>
                <a:gd name="connsiteX4" fmla="*/ 0 w 649686"/>
                <a:gd name="connsiteY4" fmla="*/ 850900 h 965200"/>
                <a:gd name="connsiteX5" fmla="*/ 12700 w 649686"/>
                <a:gd name="connsiteY5" fmla="*/ 50800 h 965200"/>
                <a:gd name="connsiteX0" fmla="*/ 254000 w 890986"/>
                <a:gd name="connsiteY0" fmla="*/ 50800 h 965200"/>
                <a:gd name="connsiteX1" fmla="*/ 825500 w 890986"/>
                <a:gd name="connsiteY1" fmla="*/ 0 h 965200"/>
                <a:gd name="connsiteX2" fmla="*/ 889000 w 890986"/>
                <a:gd name="connsiteY2" fmla="*/ 444500 h 965200"/>
                <a:gd name="connsiteX3" fmla="*/ 393700 w 890986"/>
                <a:gd name="connsiteY3" fmla="*/ 965200 h 965200"/>
                <a:gd name="connsiteX4" fmla="*/ 0 w 890986"/>
                <a:gd name="connsiteY4" fmla="*/ 355600 h 965200"/>
                <a:gd name="connsiteX5" fmla="*/ 254000 w 890986"/>
                <a:gd name="connsiteY5" fmla="*/ 50800 h 965200"/>
                <a:gd name="connsiteX0" fmla="*/ 418310 w 1055296"/>
                <a:gd name="connsiteY0" fmla="*/ 50800 h 965200"/>
                <a:gd name="connsiteX1" fmla="*/ 989810 w 1055296"/>
                <a:gd name="connsiteY1" fmla="*/ 0 h 965200"/>
                <a:gd name="connsiteX2" fmla="*/ 1053310 w 1055296"/>
                <a:gd name="connsiteY2" fmla="*/ 444500 h 965200"/>
                <a:gd name="connsiteX3" fmla="*/ 558010 w 1055296"/>
                <a:gd name="connsiteY3" fmla="*/ 965200 h 965200"/>
                <a:gd name="connsiteX4" fmla="*/ 164310 w 1055296"/>
                <a:gd name="connsiteY4" fmla="*/ 355600 h 965200"/>
                <a:gd name="connsiteX5" fmla="*/ 418310 w 1055296"/>
                <a:gd name="connsiteY5" fmla="*/ 50800 h 965200"/>
                <a:gd name="connsiteX0" fmla="*/ 418310 w 1055296"/>
                <a:gd name="connsiteY0" fmla="*/ 50800 h 965200"/>
                <a:gd name="connsiteX1" fmla="*/ 989810 w 1055296"/>
                <a:gd name="connsiteY1" fmla="*/ 0 h 965200"/>
                <a:gd name="connsiteX2" fmla="*/ 1053310 w 1055296"/>
                <a:gd name="connsiteY2" fmla="*/ 444500 h 965200"/>
                <a:gd name="connsiteX3" fmla="*/ 558010 w 1055296"/>
                <a:gd name="connsiteY3" fmla="*/ 965200 h 965200"/>
                <a:gd name="connsiteX4" fmla="*/ 164310 w 1055296"/>
                <a:gd name="connsiteY4" fmla="*/ 355600 h 965200"/>
                <a:gd name="connsiteX5" fmla="*/ 418310 w 1055296"/>
                <a:gd name="connsiteY5" fmla="*/ 50800 h 965200"/>
                <a:gd name="connsiteX0" fmla="*/ 418310 w 1055296"/>
                <a:gd name="connsiteY0" fmla="*/ 384085 h 1298485"/>
                <a:gd name="connsiteX1" fmla="*/ 989810 w 1055296"/>
                <a:gd name="connsiteY1" fmla="*/ 333285 h 1298485"/>
                <a:gd name="connsiteX2" fmla="*/ 1053310 w 1055296"/>
                <a:gd name="connsiteY2" fmla="*/ 777785 h 1298485"/>
                <a:gd name="connsiteX3" fmla="*/ 558010 w 1055296"/>
                <a:gd name="connsiteY3" fmla="*/ 1298485 h 1298485"/>
                <a:gd name="connsiteX4" fmla="*/ 164310 w 1055296"/>
                <a:gd name="connsiteY4" fmla="*/ 688885 h 1298485"/>
                <a:gd name="connsiteX5" fmla="*/ 418310 w 1055296"/>
                <a:gd name="connsiteY5" fmla="*/ 384085 h 1298485"/>
                <a:gd name="connsiteX0" fmla="*/ 418310 w 1055296"/>
                <a:gd name="connsiteY0" fmla="*/ 476485 h 1390885"/>
                <a:gd name="connsiteX1" fmla="*/ 989810 w 1055296"/>
                <a:gd name="connsiteY1" fmla="*/ 425685 h 1390885"/>
                <a:gd name="connsiteX2" fmla="*/ 1053310 w 1055296"/>
                <a:gd name="connsiteY2" fmla="*/ 870185 h 1390885"/>
                <a:gd name="connsiteX3" fmla="*/ 558010 w 1055296"/>
                <a:gd name="connsiteY3" fmla="*/ 1390885 h 1390885"/>
                <a:gd name="connsiteX4" fmla="*/ 164310 w 1055296"/>
                <a:gd name="connsiteY4" fmla="*/ 781285 h 1390885"/>
                <a:gd name="connsiteX5" fmla="*/ 418310 w 1055296"/>
                <a:gd name="connsiteY5" fmla="*/ 476485 h 1390885"/>
                <a:gd name="connsiteX0" fmla="*/ 418310 w 1135940"/>
                <a:gd name="connsiteY0" fmla="*/ 476485 h 1390885"/>
                <a:gd name="connsiteX1" fmla="*/ 989810 w 1135940"/>
                <a:gd name="connsiteY1" fmla="*/ 425685 h 1390885"/>
                <a:gd name="connsiteX2" fmla="*/ 1053310 w 1135940"/>
                <a:gd name="connsiteY2" fmla="*/ 870185 h 1390885"/>
                <a:gd name="connsiteX3" fmla="*/ 558010 w 1135940"/>
                <a:gd name="connsiteY3" fmla="*/ 1390885 h 1390885"/>
                <a:gd name="connsiteX4" fmla="*/ 164310 w 1135940"/>
                <a:gd name="connsiteY4" fmla="*/ 781285 h 1390885"/>
                <a:gd name="connsiteX5" fmla="*/ 418310 w 1135940"/>
                <a:gd name="connsiteY5" fmla="*/ 476485 h 1390885"/>
                <a:gd name="connsiteX0" fmla="*/ 418310 w 1135940"/>
                <a:gd name="connsiteY0" fmla="*/ 476485 h 1390885"/>
                <a:gd name="connsiteX1" fmla="*/ 989810 w 1135940"/>
                <a:gd name="connsiteY1" fmla="*/ 425685 h 1390885"/>
                <a:gd name="connsiteX2" fmla="*/ 1053310 w 1135940"/>
                <a:gd name="connsiteY2" fmla="*/ 870185 h 1390885"/>
                <a:gd name="connsiteX3" fmla="*/ 558010 w 1135940"/>
                <a:gd name="connsiteY3" fmla="*/ 1390885 h 1390885"/>
                <a:gd name="connsiteX4" fmla="*/ 164310 w 1135940"/>
                <a:gd name="connsiteY4" fmla="*/ 781285 h 1390885"/>
                <a:gd name="connsiteX5" fmla="*/ 418310 w 1135940"/>
                <a:gd name="connsiteY5" fmla="*/ 476485 h 1390885"/>
                <a:gd name="connsiteX0" fmla="*/ 401518 w 1119148"/>
                <a:gd name="connsiteY0" fmla="*/ 476485 h 1808452"/>
                <a:gd name="connsiteX1" fmla="*/ 973018 w 1119148"/>
                <a:gd name="connsiteY1" fmla="*/ 425685 h 1808452"/>
                <a:gd name="connsiteX2" fmla="*/ 1036518 w 1119148"/>
                <a:gd name="connsiteY2" fmla="*/ 870185 h 1808452"/>
                <a:gd name="connsiteX3" fmla="*/ 669000 w 1119148"/>
                <a:gd name="connsiteY3" fmla="*/ 1808452 h 1808452"/>
                <a:gd name="connsiteX4" fmla="*/ 147518 w 1119148"/>
                <a:gd name="connsiteY4" fmla="*/ 781285 h 1808452"/>
                <a:gd name="connsiteX5" fmla="*/ 401518 w 1119148"/>
                <a:gd name="connsiteY5" fmla="*/ 476485 h 1808452"/>
                <a:gd name="connsiteX0" fmla="*/ 401518 w 1071059"/>
                <a:gd name="connsiteY0" fmla="*/ 543905 h 1875872"/>
                <a:gd name="connsiteX1" fmla="*/ 881900 w 1071059"/>
                <a:gd name="connsiteY1" fmla="*/ 333865 h 1875872"/>
                <a:gd name="connsiteX2" fmla="*/ 1036518 w 1071059"/>
                <a:gd name="connsiteY2" fmla="*/ 937605 h 1875872"/>
                <a:gd name="connsiteX3" fmla="*/ 669000 w 1071059"/>
                <a:gd name="connsiteY3" fmla="*/ 1875872 h 1875872"/>
                <a:gd name="connsiteX4" fmla="*/ 147518 w 1071059"/>
                <a:gd name="connsiteY4" fmla="*/ 848705 h 1875872"/>
                <a:gd name="connsiteX5" fmla="*/ 401518 w 1071059"/>
                <a:gd name="connsiteY5" fmla="*/ 543905 h 1875872"/>
                <a:gd name="connsiteX0" fmla="*/ 259378 w 1071059"/>
                <a:gd name="connsiteY0" fmla="*/ 521907 h 1902218"/>
                <a:gd name="connsiteX1" fmla="*/ 881900 w 1071059"/>
                <a:gd name="connsiteY1" fmla="*/ 360211 h 1902218"/>
                <a:gd name="connsiteX2" fmla="*/ 1036518 w 1071059"/>
                <a:gd name="connsiteY2" fmla="*/ 963951 h 1902218"/>
                <a:gd name="connsiteX3" fmla="*/ 669000 w 1071059"/>
                <a:gd name="connsiteY3" fmla="*/ 1902218 h 1902218"/>
                <a:gd name="connsiteX4" fmla="*/ 147518 w 1071059"/>
                <a:gd name="connsiteY4" fmla="*/ 875051 h 1902218"/>
                <a:gd name="connsiteX5" fmla="*/ 259378 w 1071059"/>
                <a:gd name="connsiteY5" fmla="*/ 521907 h 1902218"/>
                <a:gd name="connsiteX0" fmla="*/ 259378 w 1071059"/>
                <a:gd name="connsiteY0" fmla="*/ 441940 h 1822251"/>
                <a:gd name="connsiteX1" fmla="*/ 881900 w 1071059"/>
                <a:gd name="connsiteY1" fmla="*/ 280244 h 1822251"/>
                <a:gd name="connsiteX2" fmla="*/ 1036518 w 1071059"/>
                <a:gd name="connsiteY2" fmla="*/ 883984 h 1822251"/>
                <a:gd name="connsiteX3" fmla="*/ 669000 w 1071059"/>
                <a:gd name="connsiteY3" fmla="*/ 1822251 h 1822251"/>
                <a:gd name="connsiteX4" fmla="*/ 147518 w 1071059"/>
                <a:gd name="connsiteY4" fmla="*/ 795084 h 1822251"/>
                <a:gd name="connsiteX5" fmla="*/ 259378 w 1071059"/>
                <a:gd name="connsiteY5" fmla="*/ 441940 h 1822251"/>
                <a:gd name="connsiteX0" fmla="*/ 173007 w 984688"/>
                <a:gd name="connsiteY0" fmla="*/ 441940 h 1822251"/>
                <a:gd name="connsiteX1" fmla="*/ 795529 w 984688"/>
                <a:gd name="connsiteY1" fmla="*/ 280244 h 1822251"/>
                <a:gd name="connsiteX2" fmla="*/ 950147 w 984688"/>
                <a:gd name="connsiteY2" fmla="*/ 883984 h 1822251"/>
                <a:gd name="connsiteX3" fmla="*/ 582629 w 984688"/>
                <a:gd name="connsiteY3" fmla="*/ 1822251 h 1822251"/>
                <a:gd name="connsiteX4" fmla="*/ 61147 w 984688"/>
                <a:gd name="connsiteY4" fmla="*/ 795084 h 1822251"/>
                <a:gd name="connsiteX5" fmla="*/ 173007 w 984688"/>
                <a:gd name="connsiteY5" fmla="*/ 441940 h 1822251"/>
                <a:gd name="connsiteX0" fmla="*/ 134411 w 946092"/>
                <a:gd name="connsiteY0" fmla="*/ 441940 h 1822251"/>
                <a:gd name="connsiteX1" fmla="*/ 756933 w 946092"/>
                <a:gd name="connsiteY1" fmla="*/ 280244 h 1822251"/>
                <a:gd name="connsiteX2" fmla="*/ 911551 w 946092"/>
                <a:gd name="connsiteY2" fmla="*/ 883984 h 1822251"/>
                <a:gd name="connsiteX3" fmla="*/ 544033 w 946092"/>
                <a:gd name="connsiteY3" fmla="*/ 1822251 h 1822251"/>
                <a:gd name="connsiteX4" fmla="*/ 22551 w 946092"/>
                <a:gd name="connsiteY4" fmla="*/ 795084 h 1822251"/>
                <a:gd name="connsiteX5" fmla="*/ 134411 w 946092"/>
                <a:gd name="connsiteY5" fmla="*/ 441940 h 1822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46092" h="1822251">
                  <a:moveTo>
                    <a:pt x="134411" y="441940"/>
                  </a:moveTo>
                  <a:cubicBezTo>
                    <a:pt x="424258" y="-194963"/>
                    <a:pt x="718833" y="-45723"/>
                    <a:pt x="756933" y="280244"/>
                  </a:cubicBezTo>
                  <a:cubicBezTo>
                    <a:pt x="1032100" y="470744"/>
                    <a:pt x="928484" y="744284"/>
                    <a:pt x="911551" y="883984"/>
                  </a:cubicBezTo>
                  <a:cubicBezTo>
                    <a:pt x="746451" y="1057551"/>
                    <a:pt x="1280633" y="1623284"/>
                    <a:pt x="544033" y="1822251"/>
                  </a:cubicBezTo>
                  <a:cubicBezTo>
                    <a:pt x="412800" y="1619051"/>
                    <a:pt x="-114536" y="1142939"/>
                    <a:pt x="22551" y="795084"/>
                  </a:cubicBezTo>
                  <a:cubicBezTo>
                    <a:pt x="-35206" y="340821"/>
                    <a:pt x="49744" y="543540"/>
                    <a:pt x="134411" y="441940"/>
                  </a:cubicBezTo>
                  <a:close/>
                </a:path>
              </a:pathLst>
            </a:custGeom>
            <a:solidFill>
              <a:srgbClr val="769324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4">
              <a:extLst>
                <a:ext uri="{FF2B5EF4-FFF2-40B4-BE49-F238E27FC236}">
                  <a16:creationId xmlns:a16="http://schemas.microsoft.com/office/drawing/2014/main" id="{A60E9A6C-654F-BB49-0CBC-8FEC6D9D549F}"/>
                </a:ext>
              </a:extLst>
            </p:cNvPr>
            <p:cNvSpPr/>
            <p:nvPr/>
          </p:nvSpPr>
          <p:spPr>
            <a:xfrm rot="4495168" flipH="1">
              <a:off x="6572892" y="3103258"/>
              <a:ext cx="981948" cy="1470387"/>
            </a:xfrm>
            <a:custGeom>
              <a:avLst/>
              <a:gdLst>
                <a:gd name="connsiteX0" fmla="*/ 0 w 457200"/>
                <a:gd name="connsiteY0" fmla="*/ 0 h 736600"/>
                <a:gd name="connsiteX1" fmla="*/ 457200 w 457200"/>
                <a:gd name="connsiteY1" fmla="*/ 0 h 736600"/>
                <a:gd name="connsiteX2" fmla="*/ 457200 w 457200"/>
                <a:gd name="connsiteY2" fmla="*/ 736600 h 736600"/>
                <a:gd name="connsiteX3" fmla="*/ 0 w 457200"/>
                <a:gd name="connsiteY3" fmla="*/ 736600 h 736600"/>
                <a:gd name="connsiteX4" fmla="*/ 0 w 457200"/>
                <a:gd name="connsiteY4" fmla="*/ 0 h 736600"/>
                <a:gd name="connsiteX0" fmla="*/ 12700 w 457200"/>
                <a:gd name="connsiteY0" fmla="*/ 0 h 800100"/>
                <a:gd name="connsiteX1" fmla="*/ 457200 w 457200"/>
                <a:gd name="connsiteY1" fmla="*/ 63500 h 800100"/>
                <a:gd name="connsiteX2" fmla="*/ 457200 w 457200"/>
                <a:gd name="connsiteY2" fmla="*/ 800100 h 800100"/>
                <a:gd name="connsiteX3" fmla="*/ 0 w 457200"/>
                <a:gd name="connsiteY3" fmla="*/ 800100 h 800100"/>
                <a:gd name="connsiteX4" fmla="*/ 12700 w 457200"/>
                <a:gd name="connsiteY4" fmla="*/ 0 h 800100"/>
                <a:gd name="connsiteX0" fmla="*/ 12700 w 584200"/>
                <a:gd name="connsiteY0" fmla="*/ 50800 h 850900"/>
                <a:gd name="connsiteX1" fmla="*/ 584200 w 584200"/>
                <a:gd name="connsiteY1" fmla="*/ 0 h 850900"/>
                <a:gd name="connsiteX2" fmla="*/ 457200 w 584200"/>
                <a:gd name="connsiteY2" fmla="*/ 850900 h 850900"/>
                <a:gd name="connsiteX3" fmla="*/ 0 w 584200"/>
                <a:gd name="connsiteY3" fmla="*/ 850900 h 850900"/>
                <a:gd name="connsiteX4" fmla="*/ 12700 w 584200"/>
                <a:gd name="connsiteY4" fmla="*/ 50800 h 850900"/>
                <a:gd name="connsiteX0" fmla="*/ 12700 w 649686"/>
                <a:gd name="connsiteY0" fmla="*/ 50800 h 850900"/>
                <a:gd name="connsiteX1" fmla="*/ 584200 w 649686"/>
                <a:gd name="connsiteY1" fmla="*/ 0 h 850900"/>
                <a:gd name="connsiteX2" fmla="*/ 647700 w 649686"/>
                <a:gd name="connsiteY2" fmla="*/ 444500 h 850900"/>
                <a:gd name="connsiteX3" fmla="*/ 457200 w 649686"/>
                <a:gd name="connsiteY3" fmla="*/ 850900 h 850900"/>
                <a:gd name="connsiteX4" fmla="*/ 0 w 649686"/>
                <a:gd name="connsiteY4" fmla="*/ 850900 h 850900"/>
                <a:gd name="connsiteX5" fmla="*/ 12700 w 649686"/>
                <a:gd name="connsiteY5" fmla="*/ 50800 h 850900"/>
                <a:gd name="connsiteX0" fmla="*/ 12700 w 649686"/>
                <a:gd name="connsiteY0" fmla="*/ 50800 h 965200"/>
                <a:gd name="connsiteX1" fmla="*/ 584200 w 649686"/>
                <a:gd name="connsiteY1" fmla="*/ 0 h 965200"/>
                <a:gd name="connsiteX2" fmla="*/ 647700 w 649686"/>
                <a:gd name="connsiteY2" fmla="*/ 444500 h 965200"/>
                <a:gd name="connsiteX3" fmla="*/ 152400 w 649686"/>
                <a:gd name="connsiteY3" fmla="*/ 965200 h 965200"/>
                <a:gd name="connsiteX4" fmla="*/ 0 w 649686"/>
                <a:gd name="connsiteY4" fmla="*/ 850900 h 965200"/>
                <a:gd name="connsiteX5" fmla="*/ 12700 w 649686"/>
                <a:gd name="connsiteY5" fmla="*/ 50800 h 965200"/>
                <a:gd name="connsiteX0" fmla="*/ 254000 w 890986"/>
                <a:gd name="connsiteY0" fmla="*/ 50800 h 965200"/>
                <a:gd name="connsiteX1" fmla="*/ 825500 w 890986"/>
                <a:gd name="connsiteY1" fmla="*/ 0 h 965200"/>
                <a:gd name="connsiteX2" fmla="*/ 889000 w 890986"/>
                <a:gd name="connsiteY2" fmla="*/ 444500 h 965200"/>
                <a:gd name="connsiteX3" fmla="*/ 393700 w 890986"/>
                <a:gd name="connsiteY3" fmla="*/ 965200 h 965200"/>
                <a:gd name="connsiteX4" fmla="*/ 0 w 890986"/>
                <a:gd name="connsiteY4" fmla="*/ 355600 h 965200"/>
                <a:gd name="connsiteX5" fmla="*/ 254000 w 890986"/>
                <a:gd name="connsiteY5" fmla="*/ 50800 h 965200"/>
                <a:gd name="connsiteX0" fmla="*/ 418310 w 1055296"/>
                <a:gd name="connsiteY0" fmla="*/ 50800 h 965200"/>
                <a:gd name="connsiteX1" fmla="*/ 989810 w 1055296"/>
                <a:gd name="connsiteY1" fmla="*/ 0 h 965200"/>
                <a:gd name="connsiteX2" fmla="*/ 1053310 w 1055296"/>
                <a:gd name="connsiteY2" fmla="*/ 444500 h 965200"/>
                <a:gd name="connsiteX3" fmla="*/ 558010 w 1055296"/>
                <a:gd name="connsiteY3" fmla="*/ 965200 h 965200"/>
                <a:gd name="connsiteX4" fmla="*/ 164310 w 1055296"/>
                <a:gd name="connsiteY4" fmla="*/ 355600 h 965200"/>
                <a:gd name="connsiteX5" fmla="*/ 418310 w 1055296"/>
                <a:gd name="connsiteY5" fmla="*/ 50800 h 965200"/>
                <a:gd name="connsiteX0" fmla="*/ 418310 w 1055296"/>
                <a:gd name="connsiteY0" fmla="*/ 50800 h 965200"/>
                <a:gd name="connsiteX1" fmla="*/ 989810 w 1055296"/>
                <a:gd name="connsiteY1" fmla="*/ 0 h 965200"/>
                <a:gd name="connsiteX2" fmla="*/ 1053310 w 1055296"/>
                <a:gd name="connsiteY2" fmla="*/ 444500 h 965200"/>
                <a:gd name="connsiteX3" fmla="*/ 558010 w 1055296"/>
                <a:gd name="connsiteY3" fmla="*/ 965200 h 965200"/>
                <a:gd name="connsiteX4" fmla="*/ 164310 w 1055296"/>
                <a:gd name="connsiteY4" fmla="*/ 355600 h 965200"/>
                <a:gd name="connsiteX5" fmla="*/ 418310 w 1055296"/>
                <a:gd name="connsiteY5" fmla="*/ 50800 h 965200"/>
                <a:gd name="connsiteX0" fmla="*/ 418310 w 1055296"/>
                <a:gd name="connsiteY0" fmla="*/ 384085 h 1298485"/>
                <a:gd name="connsiteX1" fmla="*/ 989810 w 1055296"/>
                <a:gd name="connsiteY1" fmla="*/ 333285 h 1298485"/>
                <a:gd name="connsiteX2" fmla="*/ 1053310 w 1055296"/>
                <a:gd name="connsiteY2" fmla="*/ 777785 h 1298485"/>
                <a:gd name="connsiteX3" fmla="*/ 558010 w 1055296"/>
                <a:gd name="connsiteY3" fmla="*/ 1298485 h 1298485"/>
                <a:gd name="connsiteX4" fmla="*/ 164310 w 1055296"/>
                <a:gd name="connsiteY4" fmla="*/ 688885 h 1298485"/>
                <a:gd name="connsiteX5" fmla="*/ 418310 w 1055296"/>
                <a:gd name="connsiteY5" fmla="*/ 384085 h 1298485"/>
                <a:gd name="connsiteX0" fmla="*/ 418310 w 1055296"/>
                <a:gd name="connsiteY0" fmla="*/ 476485 h 1390885"/>
                <a:gd name="connsiteX1" fmla="*/ 989810 w 1055296"/>
                <a:gd name="connsiteY1" fmla="*/ 425685 h 1390885"/>
                <a:gd name="connsiteX2" fmla="*/ 1053310 w 1055296"/>
                <a:gd name="connsiteY2" fmla="*/ 870185 h 1390885"/>
                <a:gd name="connsiteX3" fmla="*/ 558010 w 1055296"/>
                <a:gd name="connsiteY3" fmla="*/ 1390885 h 1390885"/>
                <a:gd name="connsiteX4" fmla="*/ 164310 w 1055296"/>
                <a:gd name="connsiteY4" fmla="*/ 781285 h 1390885"/>
                <a:gd name="connsiteX5" fmla="*/ 418310 w 1055296"/>
                <a:gd name="connsiteY5" fmla="*/ 476485 h 1390885"/>
                <a:gd name="connsiteX0" fmla="*/ 418310 w 1135940"/>
                <a:gd name="connsiteY0" fmla="*/ 476485 h 1390885"/>
                <a:gd name="connsiteX1" fmla="*/ 989810 w 1135940"/>
                <a:gd name="connsiteY1" fmla="*/ 425685 h 1390885"/>
                <a:gd name="connsiteX2" fmla="*/ 1053310 w 1135940"/>
                <a:gd name="connsiteY2" fmla="*/ 870185 h 1390885"/>
                <a:gd name="connsiteX3" fmla="*/ 558010 w 1135940"/>
                <a:gd name="connsiteY3" fmla="*/ 1390885 h 1390885"/>
                <a:gd name="connsiteX4" fmla="*/ 164310 w 1135940"/>
                <a:gd name="connsiteY4" fmla="*/ 781285 h 1390885"/>
                <a:gd name="connsiteX5" fmla="*/ 418310 w 1135940"/>
                <a:gd name="connsiteY5" fmla="*/ 476485 h 1390885"/>
                <a:gd name="connsiteX0" fmla="*/ 418310 w 1135940"/>
                <a:gd name="connsiteY0" fmla="*/ 476485 h 1390885"/>
                <a:gd name="connsiteX1" fmla="*/ 989810 w 1135940"/>
                <a:gd name="connsiteY1" fmla="*/ 425685 h 1390885"/>
                <a:gd name="connsiteX2" fmla="*/ 1053310 w 1135940"/>
                <a:gd name="connsiteY2" fmla="*/ 870185 h 1390885"/>
                <a:gd name="connsiteX3" fmla="*/ 558010 w 1135940"/>
                <a:gd name="connsiteY3" fmla="*/ 1390885 h 1390885"/>
                <a:gd name="connsiteX4" fmla="*/ 164310 w 1135940"/>
                <a:gd name="connsiteY4" fmla="*/ 781285 h 1390885"/>
                <a:gd name="connsiteX5" fmla="*/ 418310 w 1135940"/>
                <a:gd name="connsiteY5" fmla="*/ 476485 h 1390885"/>
                <a:gd name="connsiteX0" fmla="*/ 401518 w 1119148"/>
                <a:gd name="connsiteY0" fmla="*/ 476485 h 1808452"/>
                <a:gd name="connsiteX1" fmla="*/ 973018 w 1119148"/>
                <a:gd name="connsiteY1" fmla="*/ 425685 h 1808452"/>
                <a:gd name="connsiteX2" fmla="*/ 1036518 w 1119148"/>
                <a:gd name="connsiteY2" fmla="*/ 870185 h 1808452"/>
                <a:gd name="connsiteX3" fmla="*/ 669000 w 1119148"/>
                <a:gd name="connsiteY3" fmla="*/ 1808452 h 1808452"/>
                <a:gd name="connsiteX4" fmla="*/ 147518 w 1119148"/>
                <a:gd name="connsiteY4" fmla="*/ 781285 h 1808452"/>
                <a:gd name="connsiteX5" fmla="*/ 401518 w 1119148"/>
                <a:gd name="connsiteY5" fmla="*/ 476485 h 1808452"/>
                <a:gd name="connsiteX0" fmla="*/ 401518 w 1071059"/>
                <a:gd name="connsiteY0" fmla="*/ 543905 h 1875872"/>
                <a:gd name="connsiteX1" fmla="*/ 881900 w 1071059"/>
                <a:gd name="connsiteY1" fmla="*/ 333865 h 1875872"/>
                <a:gd name="connsiteX2" fmla="*/ 1036518 w 1071059"/>
                <a:gd name="connsiteY2" fmla="*/ 937605 h 1875872"/>
                <a:gd name="connsiteX3" fmla="*/ 669000 w 1071059"/>
                <a:gd name="connsiteY3" fmla="*/ 1875872 h 1875872"/>
                <a:gd name="connsiteX4" fmla="*/ 147518 w 1071059"/>
                <a:gd name="connsiteY4" fmla="*/ 848705 h 1875872"/>
                <a:gd name="connsiteX5" fmla="*/ 401518 w 1071059"/>
                <a:gd name="connsiteY5" fmla="*/ 543905 h 1875872"/>
                <a:gd name="connsiteX0" fmla="*/ 259378 w 1071059"/>
                <a:gd name="connsiteY0" fmla="*/ 521907 h 1902218"/>
                <a:gd name="connsiteX1" fmla="*/ 881900 w 1071059"/>
                <a:gd name="connsiteY1" fmla="*/ 360211 h 1902218"/>
                <a:gd name="connsiteX2" fmla="*/ 1036518 w 1071059"/>
                <a:gd name="connsiteY2" fmla="*/ 963951 h 1902218"/>
                <a:gd name="connsiteX3" fmla="*/ 669000 w 1071059"/>
                <a:gd name="connsiteY3" fmla="*/ 1902218 h 1902218"/>
                <a:gd name="connsiteX4" fmla="*/ 147518 w 1071059"/>
                <a:gd name="connsiteY4" fmla="*/ 875051 h 1902218"/>
                <a:gd name="connsiteX5" fmla="*/ 259378 w 1071059"/>
                <a:gd name="connsiteY5" fmla="*/ 521907 h 1902218"/>
                <a:gd name="connsiteX0" fmla="*/ 259378 w 1071059"/>
                <a:gd name="connsiteY0" fmla="*/ 441940 h 1822251"/>
                <a:gd name="connsiteX1" fmla="*/ 881900 w 1071059"/>
                <a:gd name="connsiteY1" fmla="*/ 280244 h 1822251"/>
                <a:gd name="connsiteX2" fmla="*/ 1036518 w 1071059"/>
                <a:gd name="connsiteY2" fmla="*/ 883984 h 1822251"/>
                <a:gd name="connsiteX3" fmla="*/ 669000 w 1071059"/>
                <a:gd name="connsiteY3" fmla="*/ 1822251 h 1822251"/>
                <a:gd name="connsiteX4" fmla="*/ 147518 w 1071059"/>
                <a:gd name="connsiteY4" fmla="*/ 795084 h 1822251"/>
                <a:gd name="connsiteX5" fmla="*/ 259378 w 1071059"/>
                <a:gd name="connsiteY5" fmla="*/ 441940 h 1822251"/>
                <a:gd name="connsiteX0" fmla="*/ 259378 w 1071059"/>
                <a:gd name="connsiteY0" fmla="*/ 497486 h 1877797"/>
                <a:gd name="connsiteX1" fmla="*/ 795848 w 1071059"/>
                <a:gd name="connsiteY1" fmla="*/ 233916 h 1877797"/>
                <a:gd name="connsiteX2" fmla="*/ 1036518 w 1071059"/>
                <a:gd name="connsiteY2" fmla="*/ 939530 h 1877797"/>
                <a:gd name="connsiteX3" fmla="*/ 669000 w 1071059"/>
                <a:gd name="connsiteY3" fmla="*/ 1877797 h 1877797"/>
                <a:gd name="connsiteX4" fmla="*/ 147518 w 1071059"/>
                <a:gd name="connsiteY4" fmla="*/ 850630 h 1877797"/>
                <a:gd name="connsiteX5" fmla="*/ 259378 w 1071059"/>
                <a:gd name="connsiteY5" fmla="*/ 497486 h 1877797"/>
                <a:gd name="connsiteX0" fmla="*/ 259378 w 1075570"/>
                <a:gd name="connsiteY0" fmla="*/ 497486 h 1877797"/>
                <a:gd name="connsiteX1" fmla="*/ 795848 w 1075570"/>
                <a:gd name="connsiteY1" fmla="*/ 233916 h 1877797"/>
                <a:gd name="connsiteX2" fmla="*/ 1047390 w 1075570"/>
                <a:gd name="connsiteY2" fmla="*/ 435756 h 1877797"/>
                <a:gd name="connsiteX3" fmla="*/ 669000 w 1075570"/>
                <a:gd name="connsiteY3" fmla="*/ 1877797 h 1877797"/>
                <a:gd name="connsiteX4" fmla="*/ 147518 w 1075570"/>
                <a:gd name="connsiteY4" fmla="*/ 850630 h 1877797"/>
                <a:gd name="connsiteX5" fmla="*/ 259378 w 1075570"/>
                <a:gd name="connsiteY5" fmla="*/ 497486 h 1877797"/>
                <a:gd name="connsiteX0" fmla="*/ 243514 w 1155570"/>
                <a:gd name="connsiteY0" fmla="*/ 497486 h 877706"/>
                <a:gd name="connsiteX1" fmla="*/ 779984 w 1155570"/>
                <a:gd name="connsiteY1" fmla="*/ 233916 h 877706"/>
                <a:gd name="connsiteX2" fmla="*/ 1031526 w 1155570"/>
                <a:gd name="connsiteY2" fmla="*/ 435756 h 877706"/>
                <a:gd name="connsiteX3" fmla="*/ 803097 w 1155570"/>
                <a:gd name="connsiteY3" fmla="*/ 808496 h 877706"/>
                <a:gd name="connsiteX4" fmla="*/ 131654 w 1155570"/>
                <a:gd name="connsiteY4" fmla="*/ 850630 h 877706"/>
                <a:gd name="connsiteX5" fmla="*/ 243514 w 1155570"/>
                <a:gd name="connsiteY5" fmla="*/ 497486 h 877706"/>
                <a:gd name="connsiteX0" fmla="*/ 27827 w 939883"/>
                <a:gd name="connsiteY0" fmla="*/ 497486 h 808496"/>
                <a:gd name="connsiteX1" fmla="*/ 564297 w 939883"/>
                <a:gd name="connsiteY1" fmla="*/ 233916 h 808496"/>
                <a:gd name="connsiteX2" fmla="*/ 815839 w 939883"/>
                <a:gd name="connsiteY2" fmla="*/ 435756 h 808496"/>
                <a:gd name="connsiteX3" fmla="*/ 587410 w 939883"/>
                <a:gd name="connsiteY3" fmla="*/ 808496 h 808496"/>
                <a:gd name="connsiteX4" fmla="*/ 220997 w 939883"/>
                <a:gd name="connsiteY4" fmla="*/ 674436 h 808496"/>
                <a:gd name="connsiteX5" fmla="*/ 27827 w 939883"/>
                <a:gd name="connsiteY5" fmla="*/ 497486 h 808496"/>
                <a:gd name="connsiteX0" fmla="*/ 99347 w 887276"/>
                <a:gd name="connsiteY0" fmla="*/ 412502 h 886548"/>
                <a:gd name="connsiteX1" fmla="*/ 511690 w 887276"/>
                <a:gd name="connsiteY1" fmla="*/ 311968 h 886548"/>
                <a:gd name="connsiteX2" fmla="*/ 763232 w 887276"/>
                <a:gd name="connsiteY2" fmla="*/ 513808 h 886548"/>
                <a:gd name="connsiteX3" fmla="*/ 534803 w 887276"/>
                <a:gd name="connsiteY3" fmla="*/ 886548 h 886548"/>
                <a:gd name="connsiteX4" fmla="*/ 168390 w 887276"/>
                <a:gd name="connsiteY4" fmla="*/ 752488 h 886548"/>
                <a:gd name="connsiteX5" fmla="*/ 99347 w 887276"/>
                <a:gd name="connsiteY5" fmla="*/ 412502 h 886548"/>
                <a:gd name="connsiteX0" fmla="*/ 57691 w 845620"/>
                <a:gd name="connsiteY0" fmla="*/ 412502 h 905384"/>
                <a:gd name="connsiteX1" fmla="*/ 470034 w 845620"/>
                <a:gd name="connsiteY1" fmla="*/ 311968 h 905384"/>
                <a:gd name="connsiteX2" fmla="*/ 721576 w 845620"/>
                <a:gd name="connsiteY2" fmla="*/ 513808 h 905384"/>
                <a:gd name="connsiteX3" fmla="*/ 493147 w 845620"/>
                <a:gd name="connsiteY3" fmla="*/ 886548 h 905384"/>
                <a:gd name="connsiteX4" fmla="*/ 126734 w 845620"/>
                <a:gd name="connsiteY4" fmla="*/ 752488 h 905384"/>
                <a:gd name="connsiteX5" fmla="*/ 57691 w 845620"/>
                <a:gd name="connsiteY5" fmla="*/ 412502 h 905384"/>
                <a:gd name="connsiteX0" fmla="*/ 57691 w 845620"/>
                <a:gd name="connsiteY0" fmla="*/ 412502 h 966637"/>
                <a:gd name="connsiteX1" fmla="*/ 470034 w 845620"/>
                <a:gd name="connsiteY1" fmla="*/ 311968 h 966637"/>
                <a:gd name="connsiteX2" fmla="*/ 721576 w 845620"/>
                <a:gd name="connsiteY2" fmla="*/ 513808 h 966637"/>
                <a:gd name="connsiteX3" fmla="*/ 493147 w 845620"/>
                <a:gd name="connsiteY3" fmla="*/ 886548 h 966637"/>
                <a:gd name="connsiteX4" fmla="*/ 126734 w 845620"/>
                <a:gd name="connsiteY4" fmla="*/ 752488 h 966637"/>
                <a:gd name="connsiteX5" fmla="*/ 57691 w 845620"/>
                <a:gd name="connsiteY5" fmla="*/ 412502 h 966637"/>
                <a:gd name="connsiteX0" fmla="*/ 57691 w 845620"/>
                <a:gd name="connsiteY0" fmla="*/ 358234 h 912369"/>
                <a:gd name="connsiteX1" fmla="*/ 470034 w 845620"/>
                <a:gd name="connsiteY1" fmla="*/ 257700 h 912369"/>
                <a:gd name="connsiteX2" fmla="*/ 721576 w 845620"/>
                <a:gd name="connsiteY2" fmla="*/ 459540 h 912369"/>
                <a:gd name="connsiteX3" fmla="*/ 493147 w 845620"/>
                <a:gd name="connsiteY3" fmla="*/ 832280 h 912369"/>
                <a:gd name="connsiteX4" fmla="*/ 126734 w 845620"/>
                <a:gd name="connsiteY4" fmla="*/ 698220 h 912369"/>
                <a:gd name="connsiteX5" fmla="*/ 57691 w 845620"/>
                <a:gd name="connsiteY5" fmla="*/ 358234 h 912369"/>
                <a:gd name="connsiteX0" fmla="*/ 57691 w 845620"/>
                <a:gd name="connsiteY0" fmla="*/ 364631 h 918766"/>
                <a:gd name="connsiteX1" fmla="*/ 436372 w 845620"/>
                <a:gd name="connsiteY1" fmla="*/ 251801 h 918766"/>
                <a:gd name="connsiteX2" fmla="*/ 721576 w 845620"/>
                <a:gd name="connsiteY2" fmla="*/ 465937 h 918766"/>
                <a:gd name="connsiteX3" fmla="*/ 493147 w 845620"/>
                <a:gd name="connsiteY3" fmla="*/ 838677 h 918766"/>
                <a:gd name="connsiteX4" fmla="*/ 126734 w 845620"/>
                <a:gd name="connsiteY4" fmla="*/ 704617 h 918766"/>
                <a:gd name="connsiteX5" fmla="*/ 57691 w 845620"/>
                <a:gd name="connsiteY5" fmla="*/ 364631 h 918766"/>
                <a:gd name="connsiteX0" fmla="*/ 57691 w 845620"/>
                <a:gd name="connsiteY0" fmla="*/ 364631 h 918766"/>
                <a:gd name="connsiteX1" fmla="*/ 436372 w 845620"/>
                <a:gd name="connsiteY1" fmla="*/ 251801 h 918766"/>
                <a:gd name="connsiteX2" fmla="*/ 721576 w 845620"/>
                <a:gd name="connsiteY2" fmla="*/ 465937 h 918766"/>
                <a:gd name="connsiteX3" fmla="*/ 493147 w 845620"/>
                <a:gd name="connsiteY3" fmla="*/ 838677 h 918766"/>
                <a:gd name="connsiteX4" fmla="*/ 126734 w 845620"/>
                <a:gd name="connsiteY4" fmla="*/ 704617 h 918766"/>
                <a:gd name="connsiteX5" fmla="*/ 57691 w 845620"/>
                <a:gd name="connsiteY5" fmla="*/ 364631 h 918766"/>
                <a:gd name="connsiteX0" fmla="*/ 57691 w 845620"/>
                <a:gd name="connsiteY0" fmla="*/ 364631 h 918766"/>
                <a:gd name="connsiteX1" fmla="*/ 436372 w 845620"/>
                <a:gd name="connsiteY1" fmla="*/ 251801 h 918766"/>
                <a:gd name="connsiteX2" fmla="*/ 721576 w 845620"/>
                <a:gd name="connsiteY2" fmla="*/ 465937 h 918766"/>
                <a:gd name="connsiteX3" fmla="*/ 493147 w 845620"/>
                <a:gd name="connsiteY3" fmla="*/ 838677 h 918766"/>
                <a:gd name="connsiteX4" fmla="*/ 126734 w 845620"/>
                <a:gd name="connsiteY4" fmla="*/ 704617 h 918766"/>
                <a:gd name="connsiteX5" fmla="*/ 57691 w 845620"/>
                <a:gd name="connsiteY5" fmla="*/ 364631 h 918766"/>
                <a:gd name="connsiteX0" fmla="*/ 57691 w 917627"/>
                <a:gd name="connsiteY0" fmla="*/ 364631 h 918766"/>
                <a:gd name="connsiteX1" fmla="*/ 436372 w 917627"/>
                <a:gd name="connsiteY1" fmla="*/ 251801 h 918766"/>
                <a:gd name="connsiteX2" fmla="*/ 721576 w 917627"/>
                <a:gd name="connsiteY2" fmla="*/ 465937 h 918766"/>
                <a:gd name="connsiteX3" fmla="*/ 493147 w 917627"/>
                <a:gd name="connsiteY3" fmla="*/ 838677 h 918766"/>
                <a:gd name="connsiteX4" fmla="*/ 126734 w 917627"/>
                <a:gd name="connsiteY4" fmla="*/ 704617 h 918766"/>
                <a:gd name="connsiteX5" fmla="*/ 57691 w 917627"/>
                <a:gd name="connsiteY5" fmla="*/ 364631 h 918766"/>
                <a:gd name="connsiteX0" fmla="*/ 57691 w 799697"/>
                <a:gd name="connsiteY0" fmla="*/ 364631 h 918766"/>
                <a:gd name="connsiteX1" fmla="*/ 436372 w 799697"/>
                <a:gd name="connsiteY1" fmla="*/ 251801 h 918766"/>
                <a:gd name="connsiteX2" fmla="*/ 721576 w 799697"/>
                <a:gd name="connsiteY2" fmla="*/ 465937 h 918766"/>
                <a:gd name="connsiteX3" fmla="*/ 493147 w 799697"/>
                <a:gd name="connsiteY3" fmla="*/ 838677 h 918766"/>
                <a:gd name="connsiteX4" fmla="*/ 126734 w 799697"/>
                <a:gd name="connsiteY4" fmla="*/ 704617 h 918766"/>
                <a:gd name="connsiteX5" fmla="*/ 57691 w 799697"/>
                <a:gd name="connsiteY5" fmla="*/ 364631 h 918766"/>
                <a:gd name="connsiteX0" fmla="*/ 65803 w 788752"/>
                <a:gd name="connsiteY0" fmla="*/ 359423 h 923546"/>
                <a:gd name="connsiteX1" fmla="*/ 425427 w 788752"/>
                <a:gd name="connsiteY1" fmla="*/ 256581 h 923546"/>
                <a:gd name="connsiteX2" fmla="*/ 710631 w 788752"/>
                <a:gd name="connsiteY2" fmla="*/ 470717 h 923546"/>
                <a:gd name="connsiteX3" fmla="*/ 482202 w 788752"/>
                <a:gd name="connsiteY3" fmla="*/ 843457 h 923546"/>
                <a:gd name="connsiteX4" fmla="*/ 115789 w 788752"/>
                <a:gd name="connsiteY4" fmla="*/ 709397 h 923546"/>
                <a:gd name="connsiteX5" fmla="*/ 65803 w 788752"/>
                <a:gd name="connsiteY5" fmla="*/ 359423 h 923546"/>
                <a:gd name="connsiteX0" fmla="*/ 65803 w 788752"/>
                <a:gd name="connsiteY0" fmla="*/ 338595 h 902718"/>
                <a:gd name="connsiteX1" fmla="*/ 425427 w 788752"/>
                <a:gd name="connsiteY1" fmla="*/ 235753 h 902718"/>
                <a:gd name="connsiteX2" fmla="*/ 710631 w 788752"/>
                <a:gd name="connsiteY2" fmla="*/ 449889 h 902718"/>
                <a:gd name="connsiteX3" fmla="*/ 482202 w 788752"/>
                <a:gd name="connsiteY3" fmla="*/ 822629 h 902718"/>
                <a:gd name="connsiteX4" fmla="*/ 115789 w 788752"/>
                <a:gd name="connsiteY4" fmla="*/ 688569 h 902718"/>
                <a:gd name="connsiteX5" fmla="*/ 65803 w 788752"/>
                <a:gd name="connsiteY5" fmla="*/ 338595 h 902718"/>
                <a:gd name="connsiteX0" fmla="*/ 65803 w 761655"/>
                <a:gd name="connsiteY0" fmla="*/ 338595 h 1029873"/>
                <a:gd name="connsiteX1" fmla="*/ 425427 w 761655"/>
                <a:gd name="connsiteY1" fmla="*/ 235753 h 1029873"/>
                <a:gd name="connsiteX2" fmla="*/ 710631 w 761655"/>
                <a:gd name="connsiteY2" fmla="*/ 449889 h 1029873"/>
                <a:gd name="connsiteX3" fmla="*/ 404437 w 761655"/>
                <a:gd name="connsiteY3" fmla="*/ 1020782 h 1029873"/>
                <a:gd name="connsiteX4" fmla="*/ 115789 w 761655"/>
                <a:gd name="connsiteY4" fmla="*/ 688569 h 1029873"/>
                <a:gd name="connsiteX5" fmla="*/ 65803 w 761655"/>
                <a:gd name="connsiteY5" fmla="*/ 338595 h 1029873"/>
                <a:gd name="connsiteX0" fmla="*/ 65803 w 716384"/>
                <a:gd name="connsiteY0" fmla="*/ 338595 h 1029873"/>
                <a:gd name="connsiteX1" fmla="*/ 425427 w 716384"/>
                <a:gd name="connsiteY1" fmla="*/ 235753 h 1029873"/>
                <a:gd name="connsiteX2" fmla="*/ 641964 w 716384"/>
                <a:gd name="connsiteY2" fmla="*/ 498799 h 1029873"/>
                <a:gd name="connsiteX3" fmla="*/ 404437 w 716384"/>
                <a:gd name="connsiteY3" fmla="*/ 1020782 h 1029873"/>
                <a:gd name="connsiteX4" fmla="*/ 115789 w 716384"/>
                <a:gd name="connsiteY4" fmla="*/ 688569 h 1029873"/>
                <a:gd name="connsiteX5" fmla="*/ 65803 w 716384"/>
                <a:gd name="connsiteY5" fmla="*/ 338595 h 1029873"/>
                <a:gd name="connsiteX0" fmla="*/ 65803 w 716384"/>
                <a:gd name="connsiteY0" fmla="*/ 338595 h 1029873"/>
                <a:gd name="connsiteX1" fmla="*/ 425427 w 716384"/>
                <a:gd name="connsiteY1" fmla="*/ 235753 h 1029873"/>
                <a:gd name="connsiteX2" fmla="*/ 641964 w 716384"/>
                <a:gd name="connsiteY2" fmla="*/ 498799 h 1029873"/>
                <a:gd name="connsiteX3" fmla="*/ 404437 w 716384"/>
                <a:gd name="connsiteY3" fmla="*/ 1020782 h 1029873"/>
                <a:gd name="connsiteX4" fmla="*/ 115789 w 716384"/>
                <a:gd name="connsiteY4" fmla="*/ 688569 h 1029873"/>
                <a:gd name="connsiteX5" fmla="*/ 65803 w 716384"/>
                <a:gd name="connsiteY5" fmla="*/ 338595 h 1029873"/>
                <a:gd name="connsiteX0" fmla="*/ 65803 w 716384"/>
                <a:gd name="connsiteY0" fmla="*/ 331981 h 1023259"/>
                <a:gd name="connsiteX1" fmla="*/ 473398 w 716384"/>
                <a:gd name="connsiteY1" fmla="*/ 241369 h 1023259"/>
                <a:gd name="connsiteX2" fmla="*/ 641964 w 716384"/>
                <a:gd name="connsiteY2" fmla="*/ 492185 h 1023259"/>
                <a:gd name="connsiteX3" fmla="*/ 404437 w 716384"/>
                <a:gd name="connsiteY3" fmla="*/ 1014168 h 1023259"/>
                <a:gd name="connsiteX4" fmla="*/ 115789 w 716384"/>
                <a:gd name="connsiteY4" fmla="*/ 681955 h 1023259"/>
                <a:gd name="connsiteX5" fmla="*/ 65803 w 716384"/>
                <a:gd name="connsiteY5" fmla="*/ 331981 h 1023259"/>
                <a:gd name="connsiteX0" fmla="*/ 65803 w 716384"/>
                <a:gd name="connsiteY0" fmla="*/ 331981 h 1023259"/>
                <a:gd name="connsiteX1" fmla="*/ 473398 w 716384"/>
                <a:gd name="connsiteY1" fmla="*/ 241369 h 1023259"/>
                <a:gd name="connsiteX2" fmla="*/ 641964 w 716384"/>
                <a:gd name="connsiteY2" fmla="*/ 492185 h 1023259"/>
                <a:gd name="connsiteX3" fmla="*/ 404437 w 716384"/>
                <a:gd name="connsiteY3" fmla="*/ 1014168 h 1023259"/>
                <a:gd name="connsiteX4" fmla="*/ 115789 w 716384"/>
                <a:gd name="connsiteY4" fmla="*/ 681955 h 1023259"/>
                <a:gd name="connsiteX5" fmla="*/ 65803 w 716384"/>
                <a:gd name="connsiteY5" fmla="*/ 331981 h 1023259"/>
                <a:gd name="connsiteX0" fmla="*/ 65803 w 846096"/>
                <a:gd name="connsiteY0" fmla="*/ 331981 h 1023259"/>
                <a:gd name="connsiteX1" fmla="*/ 473398 w 846096"/>
                <a:gd name="connsiteY1" fmla="*/ 241369 h 1023259"/>
                <a:gd name="connsiteX2" fmla="*/ 641964 w 846096"/>
                <a:gd name="connsiteY2" fmla="*/ 492185 h 1023259"/>
                <a:gd name="connsiteX3" fmla="*/ 404437 w 846096"/>
                <a:gd name="connsiteY3" fmla="*/ 1014168 h 1023259"/>
                <a:gd name="connsiteX4" fmla="*/ 115789 w 846096"/>
                <a:gd name="connsiteY4" fmla="*/ 681955 h 1023259"/>
                <a:gd name="connsiteX5" fmla="*/ 65803 w 846096"/>
                <a:gd name="connsiteY5" fmla="*/ 331981 h 1023259"/>
                <a:gd name="connsiteX0" fmla="*/ 65803 w 659717"/>
                <a:gd name="connsiteY0" fmla="*/ 331981 h 1023259"/>
                <a:gd name="connsiteX1" fmla="*/ 473398 w 659717"/>
                <a:gd name="connsiteY1" fmla="*/ 241369 h 1023259"/>
                <a:gd name="connsiteX2" fmla="*/ 641964 w 659717"/>
                <a:gd name="connsiteY2" fmla="*/ 492185 h 1023259"/>
                <a:gd name="connsiteX3" fmla="*/ 623051 w 659717"/>
                <a:gd name="connsiteY3" fmla="*/ 847102 h 1023259"/>
                <a:gd name="connsiteX4" fmla="*/ 404437 w 659717"/>
                <a:gd name="connsiteY4" fmla="*/ 1014168 h 1023259"/>
                <a:gd name="connsiteX5" fmla="*/ 115789 w 659717"/>
                <a:gd name="connsiteY5" fmla="*/ 681955 h 1023259"/>
                <a:gd name="connsiteX6" fmla="*/ 65803 w 659717"/>
                <a:gd name="connsiteY6" fmla="*/ 331981 h 1023259"/>
                <a:gd name="connsiteX0" fmla="*/ 65803 w 839877"/>
                <a:gd name="connsiteY0" fmla="*/ 331981 h 1023259"/>
                <a:gd name="connsiteX1" fmla="*/ 473398 w 839877"/>
                <a:gd name="connsiteY1" fmla="*/ 241369 h 1023259"/>
                <a:gd name="connsiteX2" fmla="*/ 641964 w 839877"/>
                <a:gd name="connsiteY2" fmla="*/ 492185 h 1023259"/>
                <a:gd name="connsiteX3" fmla="*/ 623051 w 839877"/>
                <a:gd name="connsiteY3" fmla="*/ 847102 h 1023259"/>
                <a:gd name="connsiteX4" fmla="*/ 404437 w 839877"/>
                <a:gd name="connsiteY4" fmla="*/ 1014168 h 1023259"/>
                <a:gd name="connsiteX5" fmla="*/ 115789 w 839877"/>
                <a:gd name="connsiteY5" fmla="*/ 681955 h 1023259"/>
                <a:gd name="connsiteX6" fmla="*/ 65803 w 839877"/>
                <a:gd name="connsiteY6" fmla="*/ 331981 h 1023259"/>
                <a:gd name="connsiteX0" fmla="*/ 65803 w 839877"/>
                <a:gd name="connsiteY0" fmla="*/ 331981 h 998613"/>
                <a:gd name="connsiteX1" fmla="*/ 473398 w 839877"/>
                <a:gd name="connsiteY1" fmla="*/ 241369 h 998613"/>
                <a:gd name="connsiteX2" fmla="*/ 641964 w 839877"/>
                <a:gd name="connsiteY2" fmla="*/ 492185 h 998613"/>
                <a:gd name="connsiteX3" fmla="*/ 623051 w 839877"/>
                <a:gd name="connsiteY3" fmla="*/ 847102 h 998613"/>
                <a:gd name="connsiteX4" fmla="*/ 416980 w 839877"/>
                <a:gd name="connsiteY4" fmla="*/ 985010 h 998613"/>
                <a:gd name="connsiteX5" fmla="*/ 115789 w 839877"/>
                <a:gd name="connsiteY5" fmla="*/ 681955 h 998613"/>
                <a:gd name="connsiteX6" fmla="*/ 65803 w 839877"/>
                <a:gd name="connsiteY6" fmla="*/ 331981 h 998613"/>
                <a:gd name="connsiteX0" fmla="*/ 65803 w 839877"/>
                <a:gd name="connsiteY0" fmla="*/ 331981 h 998613"/>
                <a:gd name="connsiteX1" fmla="*/ 473398 w 839877"/>
                <a:gd name="connsiteY1" fmla="*/ 241369 h 998613"/>
                <a:gd name="connsiteX2" fmla="*/ 641964 w 839877"/>
                <a:gd name="connsiteY2" fmla="*/ 492185 h 998613"/>
                <a:gd name="connsiteX3" fmla="*/ 623051 w 839877"/>
                <a:gd name="connsiteY3" fmla="*/ 847102 h 998613"/>
                <a:gd name="connsiteX4" fmla="*/ 416980 w 839877"/>
                <a:gd name="connsiteY4" fmla="*/ 985010 h 998613"/>
                <a:gd name="connsiteX5" fmla="*/ 115789 w 839877"/>
                <a:gd name="connsiteY5" fmla="*/ 681955 h 998613"/>
                <a:gd name="connsiteX6" fmla="*/ 65803 w 839877"/>
                <a:gd name="connsiteY6" fmla="*/ 331981 h 998613"/>
                <a:gd name="connsiteX0" fmla="*/ 140391 w 914465"/>
                <a:gd name="connsiteY0" fmla="*/ 331981 h 1026030"/>
                <a:gd name="connsiteX1" fmla="*/ 547986 w 914465"/>
                <a:gd name="connsiteY1" fmla="*/ 241369 h 1026030"/>
                <a:gd name="connsiteX2" fmla="*/ 716552 w 914465"/>
                <a:gd name="connsiteY2" fmla="*/ 492185 h 1026030"/>
                <a:gd name="connsiteX3" fmla="*/ 697639 w 914465"/>
                <a:gd name="connsiteY3" fmla="*/ 847102 h 1026030"/>
                <a:gd name="connsiteX4" fmla="*/ 491568 w 914465"/>
                <a:gd name="connsiteY4" fmla="*/ 985010 h 1026030"/>
                <a:gd name="connsiteX5" fmla="*/ 70290 w 914465"/>
                <a:gd name="connsiteY5" fmla="*/ 772249 h 1026030"/>
                <a:gd name="connsiteX6" fmla="*/ 140391 w 914465"/>
                <a:gd name="connsiteY6" fmla="*/ 331981 h 1026030"/>
                <a:gd name="connsiteX0" fmla="*/ 140391 w 914465"/>
                <a:gd name="connsiteY0" fmla="*/ 331981 h 995547"/>
                <a:gd name="connsiteX1" fmla="*/ 547986 w 914465"/>
                <a:gd name="connsiteY1" fmla="*/ 241369 h 995547"/>
                <a:gd name="connsiteX2" fmla="*/ 716552 w 914465"/>
                <a:gd name="connsiteY2" fmla="*/ 492185 h 995547"/>
                <a:gd name="connsiteX3" fmla="*/ 697639 w 914465"/>
                <a:gd name="connsiteY3" fmla="*/ 847102 h 995547"/>
                <a:gd name="connsiteX4" fmla="*/ 491568 w 914465"/>
                <a:gd name="connsiteY4" fmla="*/ 985010 h 995547"/>
                <a:gd name="connsiteX5" fmla="*/ 70290 w 914465"/>
                <a:gd name="connsiteY5" fmla="*/ 772249 h 995547"/>
                <a:gd name="connsiteX6" fmla="*/ 140391 w 914465"/>
                <a:gd name="connsiteY6" fmla="*/ 331981 h 995547"/>
                <a:gd name="connsiteX0" fmla="*/ 124524 w 920236"/>
                <a:gd name="connsiteY0" fmla="*/ 385023 h 957037"/>
                <a:gd name="connsiteX1" fmla="*/ 553757 w 920236"/>
                <a:gd name="connsiteY1" fmla="*/ 202859 h 957037"/>
                <a:gd name="connsiteX2" fmla="*/ 722323 w 920236"/>
                <a:gd name="connsiteY2" fmla="*/ 453675 h 957037"/>
                <a:gd name="connsiteX3" fmla="*/ 703410 w 920236"/>
                <a:gd name="connsiteY3" fmla="*/ 808592 h 957037"/>
                <a:gd name="connsiteX4" fmla="*/ 497339 w 920236"/>
                <a:gd name="connsiteY4" fmla="*/ 946500 h 957037"/>
                <a:gd name="connsiteX5" fmla="*/ 76061 w 920236"/>
                <a:gd name="connsiteY5" fmla="*/ 733739 h 957037"/>
                <a:gd name="connsiteX6" fmla="*/ 124524 w 920236"/>
                <a:gd name="connsiteY6" fmla="*/ 385023 h 957037"/>
                <a:gd name="connsiteX0" fmla="*/ 138979 w 914937"/>
                <a:gd name="connsiteY0" fmla="*/ 366321 h 969060"/>
                <a:gd name="connsiteX1" fmla="*/ 548458 w 914937"/>
                <a:gd name="connsiteY1" fmla="*/ 214882 h 969060"/>
                <a:gd name="connsiteX2" fmla="*/ 717024 w 914937"/>
                <a:gd name="connsiteY2" fmla="*/ 465698 h 969060"/>
                <a:gd name="connsiteX3" fmla="*/ 698111 w 914937"/>
                <a:gd name="connsiteY3" fmla="*/ 820615 h 969060"/>
                <a:gd name="connsiteX4" fmla="*/ 492040 w 914937"/>
                <a:gd name="connsiteY4" fmla="*/ 958523 h 969060"/>
                <a:gd name="connsiteX5" fmla="*/ 70762 w 914937"/>
                <a:gd name="connsiteY5" fmla="*/ 745762 h 969060"/>
                <a:gd name="connsiteX6" fmla="*/ 138979 w 914937"/>
                <a:gd name="connsiteY6" fmla="*/ 366321 h 969060"/>
                <a:gd name="connsiteX0" fmla="*/ 138979 w 914937"/>
                <a:gd name="connsiteY0" fmla="*/ 395581 h 998320"/>
                <a:gd name="connsiteX1" fmla="*/ 548458 w 914937"/>
                <a:gd name="connsiteY1" fmla="*/ 244142 h 998320"/>
                <a:gd name="connsiteX2" fmla="*/ 717024 w 914937"/>
                <a:gd name="connsiteY2" fmla="*/ 494958 h 998320"/>
                <a:gd name="connsiteX3" fmla="*/ 698111 w 914937"/>
                <a:gd name="connsiteY3" fmla="*/ 849875 h 998320"/>
                <a:gd name="connsiteX4" fmla="*/ 492040 w 914937"/>
                <a:gd name="connsiteY4" fmla="*/ 987783 h 998320"/>
                <a:gd name="connsiteX5" fmla="*/ 70762 w 914937"/>
                <a:gd name="connsiteY5" fmla="*/ 775022 h 998320"/>
                <a:gd name="connsiteX6" fmla="*/ 138979 w 914937"/>
                <a:gd name="connsiteY6" fmla="*/ 395581 h 998320"/>
                <a:gd name="connsiteX0" fmla="*/ 174943 w 950901"/>
                <a:gd name="connsiteY0" fmla="*/ 395581 h 998320"/>
                <a:gd name="connsiteX1" fmla="*/ 584422 w 950901"/>
                <a:gd name="connsiteY1" fmla="*/ 244142 h 998320"/>
                <a:gd name="connsiteX2" fmla="*/ 752988 w 950901"/>
                <a:gd name="connsiteY2" fmla="*/ 494958 h 998320"/>
                <a:gd name="connsiteX3" fmla="*/ 734075 w 950901"/>
                <a:gd name="connsiteY3" fmla="*/ 849875 h 998320"/>
                <a:gd name="connsiteX4" fmla="*/ 528004 w 950901"/>
                <a:gd name="connsiteY4" fmla="*/ 987783 h 998320"/>
                <a:gd name="connsiteX5" fmla="*/ 106726 w 950901"/>
                <a:gd name="connsiteY5" fmla="*/ 775022 h 998320"/>
                <a:gd name="connsiteX6" fmla="*/ 174943 w 950901"/>
                <a:gd name="connsiteY6" fmla="*/ 395581 h 998320"/>
                <a:gd name="connsiteX0" fmla="*/ 205514 w 981472"/>
                <a:gd name="connsiteY0" fmla="*/ 395581 h 998320"/>
                <a:gd name="connsiteX1" fmla="*/ 614993 w 981472"/>
                <a:gd name="connsiteY1" fmla="*/ 244142 h 998320"/>
                <a:gd name="connsiteX2" fmla="*/ 783559 w 981472"/>
                <a:gd name="connsiteY2" fmla="*/ 494958 h 998320"/>
                <a:gd name="connsiteX3" fmla="*/ 764646 w 981472"/>
                <a:gd name="connsiteY3" fmla="*/ 849875 h 998320"/>
                <a:gd name="connsiteX4" fmla="*/ 558575 w 981472"/>
                <a:gd name="connsiteY4" fmla="*/ 987783 h 998320"/>
                <a:gd name="connsiteX5" fmla="*/ 137297 w 981472"/>
                <a:gd name="connsiteY5" fmla="*/ 775022 h 998320"/>
                <a:gd name="connsiteX6" fmla="*/ 205514 w 981472"/>
                <a:gd name="connsiteY6" fmla="*/ 395581 h 998320"/>
                <a:gd name="connsiteX0" fmla="*/ 203182 w 982904"/>
                <a:gd name="connsiteY0" fmla="*/ 415154 h 983091"/>
                <a:gd name="connsiteX1" fmla="*/ 616425 w 982904"/>
                <a:gd name="connsiteY1" fmla="*/ 228913 h 983091"/>
                <a:gd name="connsiteX2" fmla="*/ 784991 w 982904"/>
                <a:gd name="connsiteY2" fmla="*/ 479729 h 983091"/>
                <a:gd name="connsiteX3" fmla="*/ 766078 w 982904"/>
                <a:gd name="connsiteY3" fmla="*/ 834646 h 983091"/>
                <a:gd name="connsiteX4" fmla="*/ 560007 w 982904"/>
                <a:gd name="connsiteY4" fmla="*/ 972554 h 983091"/>
                <a:gd name="connsiteX5" fmla="*/ 138729 w 982904"/>
                <a:gd name="connsiteY5" fmla="*/ 759793 h 983091"/>
                <a:gd name="connsiteX6" fmla="*/ 203182 w 982904"/>
                <a:gd name="connsiteY6" fmla="*/ 415154 h 983091"/>
                <a:gd name="connsiteX0" fmla="*/ 203182 w 982904"/>
                <a:gd name="connsiteY0" fmla="*/ 439435 h 1007372"/>
                <a:gd name="connsiteX1" fmla="*/ 616425 w 982904"/>
                <a:gd name="connsiteY1" fmla="*/ 253194 h 1007372"/>
                <a:gd name="connsiteX2" fmla="*/ 784991 w 982904"/>
                <a:gd name="connsiteY2" fmla="*/ 504010 h 1007372"/>
                <a:gd name="connsiteX3" fmla="*/ 766078 w 982904"/>
                <a:gd name="connsiteY3" fmla="*/ 858927 h 1007372"/>
                <a:gd name="connsiteX4" fmla="*/ 560007 w 982904"/>
                <a:gd name="connsiteY4" fmla="*/ 996835 h 1007372"/>
                <a:gd name="connsiteX5" fmla="*/ 138729 w 982904"/>
                <a:gd name="connsiteY5" fmla="*/ 784074 h 1007372"/>
                <a:gd name="connsiteX6" fmla="*/ 203182 w 982904"/>
                <a:gd name="connsiteY6" fmla="*/ 439435 h 1007372"/>
                <a:gd name="connsiteX0" fmla="*/ 203860 w 983582"/>
                <a:gd name="connsiteY0" fmla="*/ 439435 h 1007372"/>
                <a:gd name="connsiteX1" fmla="*/ 617103 w 983582"/>
                <a:gd name="connsiteY1" fmla="*/ 253194 h 1007372"/>
                <a:gd name="connsiteX2" fmla="*/ 785669 w 983582"/>
                <a:gd name="connsiteY2" fmla="*/ 504010 h 1007372"/>
                <a:gd name="connsiteX3" fmla="*/ 766756 w 983582"/>
                <a:gd name="connsiteY3" fmla="*/ 858927 h 1007372"/>
                <a:gd name="connsiteX4" fmla="*/ 560685 w 983582"/>
                <a:gd name="connsiteY4" fmla="*/ 996835 h 1007372"/>
                <a:gd name="connsiteX5" fmla="*/ 139407 w 983582"/>
                <a:gd name="connsiteY5" fmla="*/ 784074 h 1007372"/>
                <a:gd name="connsiteX6" fmla="*/ 203860 w 983582"/>
                <a:gd name="connsiteY6" fmla="*/ 439435 h 1007372"/>
                <a:gd name="connsiteX0" fmla="*/ 165065 w 944787"/>
                <a:gd name="connsiteY0" fmla="*/ 439435 h 1007372"/>
                <a:gd name="connsiteX1" fmla="*/ 578308 w 944787"/>
                <a:gd name="connsiteY1" fmla="*/ 253194 h 1007372"/>
                <a:gd name="connsiteX2" fmla="*/ 746874 w 944787"/>
                <a:gd name="connsiteY2" fmla="*/ 504010 h 1007372"/>
                <a:gd name="connsiteX3" fmla="*/ 727961 w 944787"/>
                <a:gd name="connsiteY3" fmla="*/ 858927 h 1007372"/>
                <a:gd name="connsiteX4" fmla="*/ 521890 w 944787"/>
                <a:gd name="connsiteY4" fmla="*/ 996835 h 1007372"/>
                <a:gd name="connsiteX5" fmla="*/ 100612 w 944787"/>
                <a:gd name="connsiteY5" fmla="*/ 784074 h 1007372"/>
                <a:gd name="connsiteX6" fmla="*/ 165065 w 944787"/>
                <a:gd name="connsiteY6" fmla="*/ 439435 h 1007372"/>
                <a:gd name="connsiteX0" fmla="*/ 167589 w 947311"/>
                <a:gd name="connsiteY0" fmla="*/ 439435 h 1007372"/>
                <a:gd name="connsiteX1" fmla="*/ 580832 w 947311"/>
                <a:gd name="connsiteY1" fmla="*/ 253194 h 1007372"/>
                <a:gd name="connsiteX2" fmla="*/ 749398 w 947311"/>
                <a:gd name="connsiteY2" fmla="*/ 504010 h 1007372"/>
                <a:gd name="connsiteX3" fmla="*/ 730485 w 947311"/>
                <a:gd name="connsiteY3" fmla="*/ 858927 h 1007372"/>
                <a:gd name="connsiteX4" fmla="*/ 524414 w 947311"/>
                <a:gd name="connsiteY4" fmla="*/ 996835 h 1007372"/>
                <a:gd name="connsiteX5" fmla="*/ 103136 w 947311"/>
                <a:gd name="connsiteY5" fmla="*/ 784074 h 1007372"/>
                <a:gd name="connsiteX6" fmla="*/ 167589 w 947311"/>
                <a:gd name="connsiteY6" fmla="*/ 439435 h 1007372"/>
                <a:gd name="connsiteX0" fmla="*/ 167589 w 750069"/>
                <a:gd name="connsiteY0" fmla="*/ 439435 h 1007372"/>
                <a:gd name="connsiteX1" fmla="*/ 580832 w 750069"/>
                <a:gd name="connsiteY1" fmla="*/ 253194 h 1007372"/>
                <a:gd name="connsiteX2" fmla="*/ 749398 w 750069"/>
                <a:gd name="connsiteY2" fmla="*/ 504010 h 1007372"/>
                <a:gd name="connsiteX3" fmla="*/ 524414 w 750069"/>
                <a:gd name="connsiteY3" fmla="*/ 996835 h 1007372"/>
                <a:gd name="connsiteX4" fmla="*/ 103136 w 750069"/>
                <a:gd name="connsiteY4" fmla="*/ 784074 h 1007372"/>
                <a:gd name="connsiteX5" fmla="*/ 167589 w 750069"/>
                <a:gd name="connsiteY5" fmla="*/ 439435 h 1007372"/>
                <a:gd name="connsiteX0" fmla="*/ 167589 w 761646"/>
                <a:gd name="connsiteY0" fmla="*/ 439435 h 1007372"/>
                <a:gd name="connsiteX1" fmla="*/ 580832 w 761646"/>
                <a:gd name="connsiteY1" fmla="*/ 253194 h 1007372"/>
                <a:gd name="connsiteX2" fmla="*/ 761341 w 761646"/>
                <a:gd name="connsiteY2" fmla="*/ 585650 h 1007372"/>
                <a:gd name="connsiteX3" fmla="*/ 524414 w 761646"/>
                <a:gd name="connsiteY3" fmla="*/ 996835 h 1007372"/>
                <a:gd name="connsiteX4" fmla="*/ 103136 w 761646"/>
                <a:gd name="connsiteY4" fmla="*/ 784074 h 1007372"/>
                <a:gd name="connsiteX5" fmla="*/ 167589 w 761646"/>
                <a:gd name="connsiteY5" fmla="*/ 439435 h 1007372"/>
                <a:gd name="connsiteX0" fmla="*/ 167589 w 779109"/>
                <a:gd name="connsiteY0" fmla="*/ 439435 h 1007372"/>
                <a:gd name="connsiteX1" fmla="*/ 580832 w 779109"/>
                <a:gd name="connsiteY1" fmla="*/ 253194 h 1007372"/>
                <a:gd name="connsiteX2" fmla="*/ 761341 w 779109"/>
                <a:gd name="connsiteY2" fmla="*/ 585650 h 1007372"/>
                <a:gd name="connsiteX3" fmla="*/ 524414 w 779109"/>
                <a:gd name="connsiteY3" fmla="*/ 996835 h 1007372"/>
                <a:gd name="connsiteX4" fmla="*/ 103136 w 779109"/>
                <a:gd name="connsiteY4" fmla="*/ 784074 h 1007372"/>
                <a:gd name="connsiteX5" fmla="*/ 167589 w 779109"/>
                <a:gd name="connsiteY5" fmla="*/ 439435 h 1007372"/>
                <a:gd name="connsiteX0" fmla="*/ 167589 w 777845"/>
                <a:gd name="connsiteY0" fmla="*/ 439435 h 967499"/>
                <a:gd name="connsiteX1" fmla="*/ 580832 w 777845"/>
                <a:gd name="connsiteY1" fmla="*/ 253194 h 967499"/>
                <a:gd name="connsiteX2" fmla="*/ 761341 w 777845"/>
                <a:gd name="connsiteY2" fmla="*/ 585650 h 967499"/>
                <a:gd name="connsiteX3" fmla="*/ 503231 w 777845"/>
                <a:gd name="connsiteY3" fmla="*/ 943231 h 967499"/>
                <a:gd name="connsiteX4" fmla="*/ 103136 w 777845"/>
                <a:gd name="connsiteY4" fmla="*/ 784074 h 967499"/>
                <a:gd name="connsiteX5" fmla="*/ 167589 w 777845"/>
                <a:gd name="connsiteY5" fmla="*/ 439435 h 967499"/>
                <a:gd name="connsiteX0" fmla="*/ 137733 w 747989"/>
                <a:gd name="connsiteY0" fmla="*/ 439435 h 946366"/>
                <a:gd name="connsiteX1" fmla="*/ 550976 w 747989"/>
                <a:gd name="connsiteY1" fmla="*/ 253194 h 946366"/>
                <a:gd name="connsiteX2" fmla="*/ 731485 w 747989"/>
                <a:gd name="connsiteY2" fmla="*/ 585650 h 946366"/>
                <a:gd name="connsiteX3" fmla="*/ 473375 w 747989"/>
                <a:gd name="connsiteY3" fmla="*/ 943231 h 946366"/>
                <a:gd name="connsiteX4" fmla="*/ 135771 w 747989"/>
                <a:gd name="connsiteY4" fmla="*/ 629839 h 946366"/>
                <a:gd name="connsiteX5" fmla="*/ 137733 w 747989"/>
                <a:gd name="connsiteY5" fmla="*/ 439435 h 946366"/>
                <a:gd name="connsiteX0" fmla="*/ 137733 w 747989"/>
                <a:gd name="connsiteY0" fmla="*/ 439435 h 945724"/>
                <a:gd name="connsiteX1" fmla="*/ 550976 w 747989"/>
                <a:gd name="connsiteY1" fmla="*/ 253194 h 945724"/>
                <a:gd name="connsiteX2" fmla="*/ 731485 w 747989"/>
                <a:gd name="connsiteY2" fmla="*/ 585650 h 945724"/>
                <a:gd name="connsiteX3" fmla="*/ 473375 w 747989"/>
                <a:gd name="connsiteY3" fmla="*/ 943231 h 945724"/>
                <a:gd name="connsiteX4" fmla="*/ 135771 w 747989"/>
                <a:gd name="connsiteY4" fmla="*/ 629839 h 945724"/>
                <a:gd name="connsiteX5" fmla="*/ 137733 w 747989"/>
                <a:gd name="connsiteY5" fmla="*/ 439435 h 945724"/>
                <a:gd name="connsiteX0" fmla="*/ 137733 w 747989"/>
                <a:gd name="connsiteY0" fmla="*/ 439435 h 1019313"/>
                <a:gd name="connsiteX1" fmla="*/ 550976 w 747989"/>
                <a:gd name="connsiteY1" fmla="*/ 253194 h 1019313"/>
                <a:gd name="connsiteX2" fmla="*/ 731485 w 747989"/>
                <a:gd name="connsiteY2" fmla="*/ 585650 h 1019313"/>
                <a:gd name="connsiteX3" fmla="*/ 473375 w 747989"/>
                <a:gd name="connsiteY3" fmla="*/ 943231 h 1019313"/>
                <a:gd name="connsiteX4" fmla="*/ 135771 w 747989"/>
                <a:gd name="connsiteY4" fmla="*/ 629839 h 1019313"/>
                <a:gd name="connsiteX5" fmla="*/ 137733 w 747989"/>
                <a:gd name="connsiteY5" fmla="*/ 439435 h 1019313"/>
                <a:gd name="connsiteX0" fmla="*/ 137733 w 747989"/>
                <a:gd name="connsiteY0" fmla="*/ 439435 h 1010236"/>
                <a:gd name="connsiteX1" fmla="*/ 550976 w 747989"/>
                <a:gd name="connsiteY1" fmla="*/ 253194 h 1010236"/>
                <a:gd name="connsiteX2" fmla="*/ 731485 w 747989"/>
                <a:gd name="connsiteY2" fmla="*/ 585650 h 1010236"/>
                <a:gd name="connsiteX3" fmla="*/ 473375 w 747989"/>
                <a:gd name="connsiteY3" fmla="*/ 943231 h 1010236"/>
                <a:gd name="connsiteX4" fmla="*/ 135771 w 747989"/>
                <a:gd name="connsiteY4" fmla="*/ 629839 h 1010236"/>
                <a:gd name="connsiteX5" fmla="*/ 137733 w 747989"/>
                <a:gd name="connsiteY5" fmla="*/ 439435 h 1010236"/>
                <a:gd name="connsiteX0" fmla="*/ 235521 w 678428"/>
                <a:gd name="connsiteY0" fmla="*/ 346376 h 1118440"/>
                <a:gd name="connsiteX1" fmla="*/ 481415 w 678428"/>
                <a:gd name="connsiteY1" fmla="*/ 361398 h 1118440"/>
                <a:gd name="connsiteX2" fmla="*/ 661924 w 678428"/>
                <a:gd name="connsiteY2" fmla="*/ 693854 h 1118440"/>
                <a:gd name="connsiteX3" fmla="*/ 403814 w 678428"/>
                <a:gd name="connsiteY3" fmla="*/ 1051435 h 1118440"/>
                <a:gd name="connsiteX4" fmla="*/ 66210 w 678428"/>
                <a:gd name="connsiteY4" fmla="*/ 738043 h 1118440"/>
                <a:gd name="connsiteX5" fmla="*/ 235521 w 678428"/>
                <a:gd name="connsiteY5" fmla="*/ 346376 h 1118440"/>
                <a:gd name="connsiteX0" fmla="*/ 229547 w 672454"/>
                <a:gd name="connsiteY0" fmla="*/ 346376 h 1118440"/>
                <a:gd name="connsiteX1" fmla="*/ 475441 w 672454"/>
                <a:gd name="connsiteY1" fmla="*/ 361398 h 1118440"/>
                <a:gd name="connsiteX2" fmla="*/ 655950 w 672454"/>
                <a:gd name="connsiteY2" fmla="*/ 693854 h 1118440"/>
                <a:gd name="connsiteX3" fmla="*/ 397840 w 672454"/>
                <a:gd name="connsiteY3" fmla="*/ 1051435 h 1118440"/>
                <a:gd name="connsiteX4" fmla="*/ 60236 w 672454"/>
                <a:gd name="connsiteY4" fmla="*/ 738043 h 1118440"/>
                <a:gd name="connsiteX5" fmla="*/ 229547 w 672454"/>
                <a:gd name="connsiteY5" fmla="*/ 346376 h 1118440"/>
                <a:gd name="connsiteX0" fmla="*/ 229547 w 672454"/>
                <a:gd name="connsiteY0" fmla="*/ 234881 h 1006945"/>
                <a:gd name="connsiteX1" fmla="*/ 475441 w 672454"/>
                <a:gd name="connsiteY1" fmla="*/ 249903 h 1006945"/>
                <a:gd name="connsiteX2" fmla="*/ 655950 w 672454"/>
                <a:gd name="connsiteY2" fmla="*/ 582359 h 1006945"/>
                <a:gd name="connsiteX3" fmla="*/ 397840 w 672454"/>
                <a:gd name="connsiteY3" fmla="*/ 939940 h 1006945"/>
                <a:gd name="connsiteX4" fmla="*/ 60236 w 672454"/>
                <a:gd name="connsiteY4" fmla="*/ 626548 h 1006945"/>
                <a:gd name="connsiteX5" fmla="*/ 229547 w 672454"/>
                <a:gd name="connsiteY5" fmla="*/ 234881 h 1006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2454" h="1006945">
                  <a:moveTo>
                    <a:pt x="229547" y="234881"/>
                  </a:moveTo>
                  <a:cubicBezTo>
                    <a:pt x="412793" y="-85302"/>
                    <a:pt x="437341" y="-76064"/>
                    <a:pt x="475441" y="249903"/>
                  </a:cubicBezTo>
                  <a:cubicBezTo>
                    <a:pt x="652531" y="325899"/>
                    <a:pt x="658204" y="398384"/>
                    <a:pt x="655950" y="582359"/>
                  </a:cubicBezTo>
                  <a:cubicBezTo>
                    <a:pt x="735824" y="883360"/>
                    <a:pt x="505550" y="893263"/>
                    <a:pt x="397840" y="939940"/>
                  </a:cubicBezTo>
                  <a:cubicBezTo>
                    <a:pt x="401462" y="1164422"/>
                    <a:pt x="-185766" y="764299"/>
                    <a:pt x="60236" y="626548"/>
                  </a:cubicBezTo>
                  <a:cubicBezTo>
                    <a:pt x="71667" y="449828"/>
                    <a:pt x="5357" y="302613"/>
                    <a:pt x="229547" y="234881"/>
                  </a:cubicBezTo>
                  <a:close/>
                </a:path>
              </a:pathLst>
            </a:custGeom>
            <a:solidFill>
              <a:srgbClr val="769324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4">
              <a:extLst>
                <a:ext uri="{FF2B5EF4-FFF2-40B4-BE49-F238E27FC236}">
                  <a16:creationId xmlns:a16="http://schemas.microsoft.com/office/drawing/2014/main" id="{7062ADC3-A088-4162-3D6D-5C026BE29BB0}"/>
                </a:ext>
              </a:extLst>
            </p:cNvPr>
            <p:cNvSpPr/>
            <p:nvPr/>
          </p:nvSpPr>
          <p:spPr>
            <a:xfrm rot="3794519" flipH="1">
              <a:off x="7199488" y="2547433"/>
              <a:ext cx="981948" cy="1470387"/>
            </a:xfrm>
            <a:custGeom>
              <a:avLst/>
              <a:gdLst>
                <a:gd name="connsiteX0" fmla="*/ 0 w 457200"/>
                <a:gd name="connsiteY0" fmla="*/ 0 h 736600"/>
                <a:gd name="connsiteX1" fmla="*/ 457200 w 457200"/>
                <a:gd name="connsiteY1" fmla="*/ 0 h 736600"/>
                <a:gd name="connsiteX2" fmla="*/ 457200 w 457200"/>
                <a:gd name="connsiteY2" fmla="*/ 736600 h 736600"/>
                <a:gd name="connsiteX3" fmla="*/ 0 w 457200"/>
                <a:gd name="connsiteY3" fmla="*/ 736600 h 736600"/>
                <a:gd name="connsiteX4" fmla="*/ 0 w 457200"/>
                <a:gd name="connsiteY4" fmla="*/ 0 h 736600"/>
                <a:gd name="connsiteX0" fmla="*/ 12700 w 457200"/>
                <a:gd name="connsiteY0" fmla="*/ 0 h 800100"/>
                <a:gd name="connsiteX1" fmla="*/ 457200 w 457200"/>
                <a:gd name="connsiteY1" fmla="*/ 63500 h 800100"/>
                <a:gd name="connsiteX2" fmla="*/ 457200 w 457200"/>
                <a:gd name="connsiteY2" fmla="*/ 800100 h 800100"/>
                <a:gd name="connsiteX3" fmla="*/ 0 w 457200"/>
                <a:gd name="connsiteY3" fmla="*/ 800100 h 800100"/>
                <a:gd name="connsiteX4" fmla="*/ 12700 w 457200"/>
                <a:gd name="connsiteY4" fmla="*/ 0 h 800100"/>
                <a:gd name="connsiteX0" fmla="*/ 12700 w 584200"/>
                <a:gd name="connsiteY0" fmla="*/ 50800 h 850900"/>
                <a:gd name="connsiteX1" fmla="*/ 584200 w 584200"/>
                <a:gd name="connsiteY1" fmla="*/ 0 h 850900"/>
                <a:gd name="connsiteX2" fmla="*/ 457200 w 584200"/>
                <a:gd name="connsiteY2" fmla="*/ 850900 h 850900"/>
                <a:gd name="connsiteX3" fmla="*/ 0 w 584200"/>
                <a:gd name="connsiteY3" fmla="*/ 850900 h 850900"/>
                <a:gd name="connsiteX4" fmla="*/ 12700 w 584200"/>
                <a:gd name="connsiteY4" fmla="*/ 50800 h 850900"/>
                <a:gd name="connsiteX0" fmla="*/ 12700 w 649686"/>
                <a:gd name="connsiteY0" fmla="*/ 50800 h 850900"/>
                <a:gd name="connsiteX1" fmla="*/ 584200 w 649686"/>
                <a:gd name="connsiteY1" fmla="*/ 0 h 850900"/>
                <a:gd name="connsiteX2" fmla="*/ 647700 w 649686"/>
                <a:gd name="connsiteY2" fmla="*/ 444500 h 850900"/>
                <a:gd name="connsiteX3" fmla="*/ 457200 w 649686"/>
                <a:gd name="connsiteY3" fmla="*/ 850900 h 850900"/>
                <a:gd name="connsiteX4" fmla="*/ 0 w 649686"/>
                <a:gd name="connsiteY4" fmla="*/ 850900 h 850900"/>
                <a:gd name="connsiteX5" fmla="*/ 12700 w 649686"/>
                <a:gd name="connsiteY5" fmla="*/ 50800 h 850900"/>
                <a:gd name="connsiteX0" fmla="*/ 12700 w 649686"/>
                <a:gd name="connsiteY0" fmla="*/ 50800 h 965200"/>
                <a:gd name="connsiteX1" fmla="*/ 584200 w 649686"/>
                <a:gd name="connsiteY1" fmla="*/ 0 h 965200"/>
                <a:gd name="connsiteX2" fmla="*/ 647700 w 649686"/>
                <a:gd name="connsiteY2" fmla="*/ 444500 h 965200"/>
                <a:gd name="connsiteX3" fmla="*/ 152400 w 649686"/>
                <a:gd name="connsiteY3" fmla="*/ 965200 h 965200"/>
                <a:gd name="connsiteX4" fmla="*/ 0 w 649686"/>
                <a:gd name="connsiteY4" fmla="*/ 850900 h 965200"/>
                <a:gd name="connsiteX5" fmla="*/ 12700 w 649686"/>
                <a:gd name="connsiteY5" fmla="*/ 50800 h 965200"/>
                <a:gd name="connsiteX0" fmla="*/ 254000 w 890986"/>
                <a:gd name="connsiteY0" fmla="*/ 50800 h 965200"/>
                <a:gd name="connsiteX1" fmla="*/ 825500 w 890986"/>
                <a:gd name="connsiteY1" fmla="*/ 0 h 965200"/>
                <a:gd name="connsiteX2" fmla="*/ 889000 w 890986"/>
                <a:gd name="connsiteY2" fmla="*/ 444500 h 965200"/>
                <a:gd name="connsiteX3" fmla="*/ 393700 w 890986"/>
                <a:gd name="connsiteY3" fmla="*/ 965200 h 965200"/>
                <a:gd name="connsiteX4" fmla="*/ 0 w 890986"/>
                <a:gd name="connsiteY4" fmla="*/ 355600 h 965200"/>
                <a:gd name="connsiteX5" fmla="*/ 254000 w 890986"/>
                <a:gd name="connsiteY5" fmla="*/ 50800 h 965200"/>
                <a:gd name="connsiteX0" fmla="*/ 418310 w 1055296"/>
                <a:gd name="connsiteY0" fmla="*/ 50800 h 965200"/>
                <a:gd name="connsiteX1" fmla="*/ 989810 w 1055296"/>
                <a:gd name="connsiteY1" fmla="*/ 0 h 965200"/>
                <a:gd name="connsiteX2" fmla="*/ 1053310 w 1055296"/>
                <a:gd name="connsiteY2" fmla="*/ 444500 h 965200"/>
                <a:gd name="connsiteX3" fmla="*/ 558010 w 1055296"/>
                <a:gd name="connsiteY3" fmla="*/ 965200 h 965200"/>
                <a:gd name="connsiteX4" fmla="*/ 164310 w 1055296"/>
                <a:gd name="connsiteY4" fmla="*/ 355600 h 965200"/>
                <a:gd name="connsiteX5" fmla="*/ 418310 w 1055296"/>
                <a:gd name="connsiteY5" fmla="*/ 50800 h 965200"/>
                <a:gd name="connsiteX0" fmla="*/ 418310 w 1055296"/>
                <a:gd name="connsiteY0" fmla="*/ 50800 h 965200"/>
                <a:gd name="connsiteX1" fmla="*/ 989810 w 1055296"/>
                <a:gd name="connsiteY1" fmla="*/ 0 h 965200"/>
                <a:gd name="connsiteX2" fmla="*/ 1053310 w 1055296"/>
                <a:gd name="connsiteY2" fmla="*/ 444500 h 965200"/>
                <a:gd name="connsiteX3" fmla="*/ 558010 w 1055296"/>
                <a:gd name="connsiteY3" fmla="*/ 965200 h 965200"/>
                <a:gd name="connsiteX4" fmla="*/ 164310 w 1055296"/>
                <a:gd name="connsiteY4" fmla="*/ 355600 h 965200"/>
                <a:gd name="connsiteX5" fmla="*/ 418310 w 1055296"/>
                <a:gd name="connsiteY5" fmla="*/ 50800 h 965200"/>
                <a:gd name="connsiteX0" fmla="*/ 418310 w 1055296"/>
                <a:gd name="connsiteY0" fmla="*/ 384085 h 1298485"/>
                <a:gd name="connsiteX1" fmla="*/ 989810 w 1055296"/>
                <a:gd name="connsiteY1" fmla="*/ 333285 h 1298485"/>
                <a:gd name="connsiteX2" fmla="*/ 1053310 w 1055296"/>
                <a:gd name="connsiteY2" fmla="*/ 777785 h 1298485"/>
                <a:gd name="connsiteX3" fmla="*/ 558010 w 1055296"/>
                <a:gd name="connsiteY3" fmla="*/ 1298485 h 1298485"/>
                <a:gd name="connsiteX4" fmla="*/ 164310 w 1055296"/>
                <a:gd name="connsiteY4" fmla="*/ 688885 h 1298485"/>
                <a:gd name="connsiteX5" fmla="*/ 418310 w 1055296"/>
                <a:gd name="connsiteY5" fmla="*/ 384085 h 1298485"/>
                <a:gd name="connsiteX0" fmla="*/ 418310 w 1055296"/>
                <a:gd name="connsiteY0" fmla="*/ 476485 h 1390885"/>
                <a:gd name="connsiteX1" fmla="*/ 989810 w 1055296"/>
                <a:gd name="connsiteY1" fmla="*/ 425685 h 1390885"/>
                <a:gd name="connsiteX2" fmla="*/ 1053310 w 1055296"/>
                <a:gd name="connsiteY2" fmla="*/ 870185 h 1390885"/>
                <a:gd name="connsiteX3" fmla="*/ 558010 w 1055296"/>
                <a:gd name="connsiteY3" fmla="*/ 1390885 h 1390885"/>
                <a:gd name="connsiteX4" fmla="*/ 164310 w 1055296"/>
                <a:gd name="connsiteY4" fmla="*/ 781285 h 1390885"/>
                <a:gd name="connsiteX5" fmla="*/ 418310 w 1055296"/>
                <a:gd name="connsiteY5" fmla="*/ 476485 h 1390885"/>
                <a:gd name="connsiteX0" fmla="*/ 418310 w 1135940"/>
                <a:gd name="connsiteY0" fmla="*/ 476485 h 1390885"/>
                <a:gd name="connsiteX1" fmla="*/ 989810 w 1135940"/>
                <a:gd name="connsiteY1" fmla="*/ 425685 h 1390885"/>
                <a:gd name="connsiteX2" fmla="*/ 1053310 w 1135940"/>
                <a:gd name="connsiteY2" fmla="*/ 870185 h 1390885"/>
                <a:gd name="connsiteX3" fmla="*/ 558010 w 1135940"/>
                <a:gd name="connsiteY3" fmla="*/ 1390885 h 1390885"/>
                <a:gd name="connsiteX4" fmla="*/ 164310 w 1135940"/>
                <a:gd name="connsiteY4" fmla="*/ 781285 h 1390885"/>
                <a:gd name="connsiteX5" fmla="*/ 418310 w 1135940"/>
                <a:gd name="connsiteY5" fmla="*/ 476485 h 1390885"/>
                <a:gd name="connsiteX0" fmla="*/ 418310 w 1135940"/>
                <a:gd name="connsiteY0" fmla="*/ 476485 h 1390885"/>
                <a:gd name="connsiteX1" fmla="*/ 989810 w 1135940"/>
                <a:gd name="connsiteY1" fmla="*/ 425685 h 1390885"/>
                <a:gd name="connsiteX2" fmla="*/ 1053310 w 1135940"/>
                <a:gd name="connsiteY2" fmla="*/ 870185 h 1390885"/>
                <a:gd name="connsiteX3" fmla="*/ 558010 w 1135940"/>
                <a:gd name="connsiteY3" fmla="*/ 1390885 h 1390885"/>
                <a:gd name="connsiteX4" fmla="*/ 164310 w 1135940"/>
                <a:gd name="connsiteY4" fmla="*/ 781285 h 1390885"/>
                <a:gd name="connsiteX5" fmla="*/ 418310 w 1135940"/>
                <a:gd name="connsiteY5" fmla="*/ 476485 h 1390885"/>
                <a:gd name="connsiteX0" fmla="*/ 401518 w 1119148"/>
                <a:gd name="connsiteY0" fmla="*/ 476485 h 1808452"/>
                <a:gd name="connsiteX1" fmla="*/ 973018 w 1119148"/>
                <a:gd name="connsiteY1" fmla="*/ 425685 h 1808452"/>
                <a:gd name="connsiteX2" fmla="*/ 1036518 w 1119148"/>
                <a:gd name="connsiteY2" fmla="*/ 870185 h 1808452"/>
                <a:gd name="connsiteX3" fmla="*/ 669000 w 1119148"/>
                <a:gd name="connsiteY3" fmla="*/ 1808452 h 1808452"/>
                <a:gd name="connsiteX4" fmla="*/ 147518 w 1119148"/>
                <a:gd name="connsiteY4" fmla="*/ 781285 h 1808452"/>
                <a:gd name="connsiteX5" fmla="*/ 401518 w 1119148"/>
                <a:gd name="connsiteY5" fmla="*/ 476485 h 1808452"/>
                <a:gd name="connsiteX0" fmla="*/ 401518 w 1071059"/>
                <a:gd name="connsiteY0" fmla="*/ 543905 h 1875872"/>
                <a:gd name="connsiteX1" fmla="*/ 881900 w 1071059"/>
                <a:gd name="connsiteY1" fmla="*/ 333865 h 1875872"/>
                <a:gd name="connsiteX2" fmla="*/ 1036518 w 1071059"/>
                <a:gd name="connsiteY2" fmla="*/ 937605 h 1875872"/>
                <a:gd name="connsiteX3" fmla="*/ 669000 w 1071059"/>
                <a:gd name="connsiteY3" fmla="*/ 1875872 h 1875872"/>
                <a:gd name="connsiteX4" fmla="*/ 147518 w 1071059"/>
                <a:gd name="connsiteY4" fmla="*/ 848705 h 1875872"/>
                <a:gd name="connsiteX5" fmla="*/ 401518 w 1071059"/>
                <a:gd name="connsiteY5" fmla="*/ 543905 h 1875872"/>
                <a:gd name="connsiteX0" fmla="*/ 259378 w 1071059"/>
                <a:gd name="connsiteY0" fmla="*/ 521907 h 1902218"/>
                <a:gd name="connsiteX1" fmla="*/ 881900 w 1071059"/>
                <a:gd name="connsiteY1" fmla="*/ 360211 h 1902218"/>
                <a:gd name="connsiteX2" fmla="*/ 1036518 w 1071059"/>
                <a:gd name="connsiteY2" fmla="*/ 963951 h 1902218"/>
                <a:gd name="connsiteX3" fmla="*/ 669000 w 1071059"/>
                <a:gd name="connsiteY3" fmla="*/ 1902218 h 1902218"/>
                <a:gd name="connsiteX4" fmla="*/ 147518 w 1071059"/>
                <a:gd name="connsiteY4" fmla="*/ 875051 h 1902218"/>
                <a:gd name="connsiteX5" fmla="*/ 259378 w 1071059"/>
                <a:gd name="connsiteY5" fmla="*/ 521907 h 1902218"/>
                <a:gd name="connsiteX0" fmla="*/ 259378 w 1071059"/>
                <a:gd name="connsiteY0" fmla="*/ 441940 h 1822251"/>
                <a:gd name="connsiteX1" fmla="*/ 881900 w 1071059"/>
                <a:gd name="connsiteY1" fmla="*/ 280244 h 1822251"/>
                <a:gd name="connsiteX2" fmla="*/ 1036518 w 1071059"/>
                <a:gd name="connsiteY2" fmla="*/ 883984 h 1822251"/>
                <a:gd name="connsiteX3" fmla="*/ 669000 w 1071059"/>
                <a:gd name="connsiteY3" fmla="*/ 1822251 h 1822251"/>
                <a:gd name="connsiteX4" fmla="*/ 147518 w 1071059"/>
                <a:gd name="connsiteY4" fmla="*/ 795084 h 1822251"/>
                <a:gd name="connsiteX5" fmla="*/ 259378 w 1071059"/>
                <a:gd name="connsiteY5" fmla="*/ 441940 h 1822251"/>
                <a:gd name="connsiteX0" fmla="*/ 259378 w 1071059"/>
                <a:gd name="connsiteY0" fmla="*/ 497486 h 1877797"/>
                <a:gd name="connsiteX1" fmla="*/ 795848 w 1071059"/>
                <a:gd name="connsiteY1" fmla="*/ 233916 h 1877797"/>
                <a:gd name="connsiteX2" fmla="*/ 1036518 w 1071059"/>
                <a:gd name="connsiteY2" fmla="*/ 939530 h 1877797"/>
                <a:gd name="connsiteX3" fmla="*/ 669000 w 1071059"/>
                <a:gd name="connsiteY3" fmla="*/ 1877797 h 1877797"/>
                <a:gd name="connsiteX4" fmla="*/ 147518 w 1071059"/>
                <a:gd name="connsiteY4" fmla="*/ 850630 h 1877797"/>
                <a:gd name="connsiteX5" fmla="*/ 259378 w 1071059"/>
                <a:gd name="connsiteY5" fmla="*/ 497486 h 1877797"/>
                <a:gd name="connsiteX0" fmla="*/ 259378 w 1075570"/>
                <a:gd name="connsiteY0" fmla="*/ 497486 h 1877797"/>
                <a:gd name="connsiteX1" fmla="*/ 795848 w 1075570"/>
                <a:gd name="connsiteY1" fmla="*/ 233916 h 1877797"/>
                <a:gd name="connsiteX2" fmla="*/ 1047390 w 1075570"/>
                <a:gd name="connsiteY2" fmla="*/ 435756 h 1877797"/>
                <a:gd name="connsiteX3" fmla="*/ 669000 w 1075570"/>
                <a:gd name="connsiteY3" fmla="*/ 1877797 h 1877797"/>
                <a:gd name="connsiteX4" fmla="*/ 147518 w 1075570"/>
                <a:gd name="connsiteY4" fmla="*/ 850630 h 1877797"/>
                <a:gd name="connsiteX5" fmla="*/ 259378 w 1075570"/>
                <a:gd name="connsiteY5" fmla="*/ 497486 h 1877797"/>
                <a:gd name="connsiteX0" fmla="*/ 243514 w 1155570"/>
                <a:gd name="connsiteY0" fmla="*/ 497486 h 877706"/>
                <a:gd name="connsiteX1" fmla="*/ 779984 w 1155570"/>
                <a:gd name="connsiteY1" fmla="*/ 233916 h 877706"/>
                <a:gd name="connsiteX2" fmla="*/ 1031526 w 1155570"/>
                <a:gd name="connsiteY2" fmla="*/ 435756 h 877706"/>
                <a:gd name="connsiteX3" fmla="*/ 803097 w 1155570"/>
                <a:gd name="connsiteY3" fmla="*/ 808496 h 877706"/>
                <a:gd name="connsiteX4" fmla="*/ 131654 w 1155570"/>
                <a:gd name="connsiteY4" fmla="*/ 850630 h 877706"/>
                <a:gd name="connsiteX5" fmla="*/ 243514 w 1155570"/>
                <a:gd name="connsiteY5" fmla="*/ 497486 h 877706"/>
                <a:gd name="connsiteX0" fmla="*/ 27827 w 939883"/>
                <a:gd name="connsiteY0" fmla="*/ 497486 h 808496"/>
                <a:gd name="connsiteX1" fmla="*/ 564297 w 939883"/>
                <a:gd name="connsiteY1" fmla="*/ 233916 h 808496"/>
                <a:gd name="connsiteX2" fmla="*/ 815839 w 939883"/>
                <a:gd name="connsiteY2" fmla="*/ 435756 h 808496"/>
                <a:gd name="connsiteX3" fmla="*/ 587410 w 939883"/>
                <a:gd name="connsiteY3" fmla="*/ 808496 h 808496"/>
                <a:gd name="connsiteX4" fmla="*/ 220997 w 939883"/>
                <a:gd name="connsiteY4" fmla="*/ 674436 h 808496"/>
                <a:gd name="connsiteX5" fmla="*/ 27827 w 939883"/>
                <a:gd name="connsiteY5" fmla="*/ 497486 h 808496"/>
                <a:gd name="connsiteX0" fmla="*/ 99347 w 887276"/>
                <a:gd name="connsiteY0" fmla="*/ 412502 h 886548"/>
                <a:gd name="connsiteX1" fmla="*/ 511690 w 887276"/>
                <a:gd name="connsiteY1" fmla="*/ 311968 h 886548"/>
                <a:gd name="connsiteX2" fmla="*/ 763232 w 887276"/>
                <a:gd name="connsiteY2" fmla="*/ 513808 h 886548"/>
                <a:gd name="connsiteX3" fmla="*/ 534803 w 887276"/>
                <a:gd name="connsiteY3" fmla="*/ 886548 h 886548"/>
                <a:gd name="connsiteX4" fmla="*/ 168390 w 887276"/>
                <a:gd name="connsiteY4" fmla="*/ 752488 h 886548"/>
                <a:gd name="connsiteX5" fmla="*/ 99347 w 887276"/>
                <a:gd name="connsiteY5" fmla="*/ 412502 h 886548"/>
                <a:gd name="connsiteX0" fmla="*/ 57691 w 845620"/>
                <a:gd name="connsiteY0" fmla="*/ 412502 h 905384"/>
                <a:gd name="connsiteX1" fmla="*/ 470034 w 845620"/>
                <a:gd name="connsiteY1" fmla="*/ 311968 h 905384"/>
                <a:gd name="connsiteX2" fmla="*/ 721576 w 845620"/>
                <a:gd name="connsiteY2" fmla="*/ 513808 h 905384"/>
                <a:gd name="connsiteX3" fmla="*/ 493147 w 845620"/>
                <a:gd name="connsiteY3" fmla="*/ 886548 h 905384"/>
                <a:gd name="connsiteX4" fmla="*/ 126734 w 845620"/>
                <a:gd name="connsiteY4" fmla="*/ 752488 h 905384"/>
                <a:gd name="connsiteX5" fmla="*/ 57691 w 845620"/>
                <a:gd name="connsiteY5" fmla="*/ 412502 h 905384"/>
                <a:gd name="connsiteX0" fmla="*/ 57691 w 845620"/>
                <a:gd name="connsiteY0" fmla="*/ 412502 h 966637"/>
                <a:gd name="connsiteX1" fmla="*/ 470034 w 845620"/>
                <a:gd name="connsiteY1" fmla="*/ 311968 h 966637"/>
                <a:gd name="connsiteX2" fmla="*/ 721576 w 845620"/>
                <a:gd name="connsiteY2" fmla="*/ 513808 h 966637"/>
                <a:gd name="connsiteX3" fmla="*/ 493147 w 845620"/>
                <a:gd name="connsiteY3" fmla="*/ 886548 h 966637"/>
                <a:gd name="connsiteX4" fmla="*/ 126734 w 845620"/>
                <a:gd name="connsiteY4" fmla="*/ 752488 h 966637"/>
                <a:gd name="connsiteX5" fmla="*/ 57691 w 845620"/>
                <a:gd name="connsiteY5" fmla="*/ 412502 h 966637"/>
                <a:gd name="connsiteX0" fmla="*/ 57691 w 845620"/>
                <a:gd name="connsiteY0" fmla="*/ 358234 h 912369"/>
                <a:gd name="connsiteX1" fmla="*/ 470034 w 845620"/>
                <a:gd name="connsiteY1" fmla="*/ 257700 h 912369"/>
                <a:gd name="connsiteX2" fmla="*/ 721576 w 845620"/>
                <a:gd name="connsiteY2" fmla="*/ 459540 h 912369"/>
                <a:gd name="connsiteX3" fmla="*/ 493147 w 845620"/>
                <a:gd name="connsiteY3" fmla="*/ 832280 h 912369"/>
                <a:gd name="connsiteX4" fmla="*/ 126734 w 845620"/>
                <a:gd name="connsiteY4" fmla="*/ 698220 h 912369"/>
                <a:gd name="connsiteX5" fmla="*/ 57691 w 845620"/>
                <a:gd name="connsiteY5" fmla="*/ 358234 h 912369"/>
                <a:gd name="connsiteX0" fmla="*/ 57691 w 845620"/>
                <a:gd name="connsiteY0" fmla="*/ 364631 h 918766"/>
                <a:gd name="connsiteX1" fmla="*/ 436372 w 845620"/>
                <a:gd name="connsiteY1" fmla="*/ 251801 h 918766"/>
                <a:gd name="connsiteX2" fmla="*/ 721576 w 845620"/>
                <a:gd name="connsiteY2" fmla="*/ 465937 h 918766"/>
                <a:gd name="connsiteX3" fmla="*/ 493147 w 845620"/>
                <a:gd name="connsiteY3" fmla="*/ 838677 h 918766"/>
                <a:gd name="connsiteX4" fmla="*/ 126734 w 845620"/>
                <a:gd name="connsiteY4" fmla="*/ 704617 h 918766"/>
                <a:gd name="connsiteX5" fmla="*/ 57691 w 845620"/>
                <a:gd name="connsiteY5" fmla="*/ 364631 h 918766"/>
                <a:gd name="connsiteX0" fmla="*/ 57691 w 845620"/>
                <a:gd name="connsiteY0" fmla="*/ 364631 h 918766"/>
                <a:gd name="connsiteX1" fmla="*/ 436372 w 845620"/>
                <a:gd name="connsiteY1" fmla="*/ 251801 h 918766"/>
                <a:gd name="connsiteX2" fmla="*/ 721576 w 845620"/>
                <a:gd name="connsiteY2" fmla="*/ 465937 h 918766"/>
                <a:gd name="connsiteX3" fmla="*/ 493147 w 845620"/>
                <a:gd name="connsiteY3" fmla="*/ 838677 h 918766"/>
                <a:gd name="connsiteX4" fmla="*/ 126734 w 845620"/>
                <a:gd name="connsiteY4" fmla="*/ 704617 h 918766"/>
                <a:gd name="connsiteX5" fmla="*/ 57691 w 845620"/>
                <a:gd name="connsiteY5" fmla="*/ 364631 h 918766"/>
                <a:gd name="connsiteX0" fmla="*/ 57691 w 845620"/>
                <a:gd name="connsiteY0" fmla="*/ 364631 h 918766"/>
                <a:gd name="connsiteX1" fmla="*/ 436372 w 845620"/>
                <a:gd name="connsiteY1" fmla="*/ 251801 h 918766"/>
                <a:gd name="connsiteX2" fmla="*/ 721576 w 845620"/>
                <a:gd name="connsiteY2" fmla="*/ 465937 h 918766"/>
                <a:gd name="connsiteX3" fmla="*/ 493147 w 845620"/>
                <a:gd name="connsiteY3" fmla="*/ 838677 h 918766"/>
                <a:gd name="connsiteX4" fmla="*/ 126734 w 845620"/>
                <a:gd name="connsiteY4" fmla="*/ 704617 h 918766"/>
                <a:gd name="connsiteX5" fmla="*/ 57691 w 845620"/>
                <a:gd name="connsiteY5" fmla="*/ 364631 h 918766"/>
                <a:gd name="connsiteX0" fmla="*/ 57691 w 917627"/>
                <a:gd name="connsiteY0" fmla="*/ 364631 h 918766"/>
                <a:gd name="connsiteX1" fmla="*/ 436372 w 917627"/>
                <a:gd name="connsiteY1" fmla="*/ 251801 h 918766"/>
                <a:gd name="connsiteX2" fmla="*/ 721576 w 917627"/>
                <a:gd name="connsiteY2" fmla="*/ 465937 h 918766"/>
                <a:gd name="connsiteX3" fmla="*/ 493147 w 917627"/>
                <a:gd name="connsiteY3" fmla="*/ 838677 h 918766"/>
                <a:gd name="connsiteX4" fmla="*/ 126734 w 917627"/>
                <a:gd name="connsiteY4" fmla="*/ 704617 h 918766"/>
                <a:gd name="connsiteX5" fmla="*/ 57691 w 917627"/>
                <a:gd name="connsiteY5" fmla="*/ 364631 h 918766"/>
                <a:gd name="connsiteX0" fmla="*/ 57691 w 799697"/>
                <a:gd name="connsiteY0" fmla="*/ 364631 h 918766"/>
                <a:gd name="connsiteX1" fmla="*/ 436372 w 799697"/>
                <a:gd name="connsiteY1" fmla="*/ 251801 h 918766"/>
                <a:gd name="connsiteX2" fmla="*/ 721576 w 799697"/>
                <a:gd name="connsiteY2" fmla="*/ 465937 h 918766"/>
                <a:gd name="connsiteX3" fmla="*/ 493147 w 799697"/>
                <a:gd name="connsiteY3" fmla="*/ 838677 h 918766"/>
                <a:gd name="connsiteX4" fmla="*/ 126734 w 799697"/>
                <a:gd name="connsiteY4" fmla="*/ 704617 h 918766"/>
                <a:gd name="connsiteX5" fmla="*/ 57691 w 799697"/>
                <a:gd name="connsiteY5" fmla="*/ 364631 h 918766"/>
                <a:gd name="connsiteX0" fmla="*/ 65803 w 788752"/>
                <a:gd name="connsiteY0" fmla="*/ 359423 h 923546"/>
                <a:gd name="connsiteX1" fmla="*/ 425427 w 788752"/>
                <a:gd name="connsiteY1" fmla="*/ 256581 h 923546"/>
                <a:gd name="connsiteX2" fmla="*/ 710631 w 788752"/>
                <a:gd name="connsiteY2" fmla="*/ 470717 h 923546"/>
                <a:gd name="connsiteX3" fmla="*/ 482202 w 788752"/>
                <a:gd name="connsiteY3" fmla="*/ 843457 h 923546"/>
                <a:gd name="connsiteX4" fmla="*/ 115789 w 788752"/>
                <a:gd name="connsiteY4" fmla="*/ 709397 h 923546"/>
                <a:gd name="connsiteX5" fmla="*/ 65803 w 788752"/>
                <a:gd name="connsiteY5" fmla="*/ 359423 h 923546"/>
                <a:gd name="connsiteX0" fmla="*/ 65803 w 788752"/>
                <a:gd name="connsiteY0" fmla="*/ 338595 h 902718"/>
                <a:gd name="connsiteX1" fmla="*/ 425427 w 788752"/>
                <a:gd name="connsiteY1" fmla="*/ 235753 h 902718"/>
                <a:gd name="connsiteX2" fmla="*/ 710631 w 788752"/>
                <a:gd name="connsiteY2" fmla="*/ 449889 h 902718"/>
                <a:gd name="connsiteX3" fmla="*/ 482202 w 788752"/>
                <a:gd name="connsiteY3" fmla="*/ 822629 h 902718"/>
                <a:gd name="connsiteX4" fmla="*/ 115789 w 788752"/>
                <a:gd name="connsiteY4" fmla="*/ 688569 h 902718"/>
                <a:gd name="connsiteX5" fmla="*/ 65803 w 788752"/>
                <a:gd name="connsiteY5" fmla="*/ 338595 h 902718"/>
                <a:gd name="connsiteX0" fmla="*/ 65803 w 761655"/>
                <a:gd name="connsiteY0" fmla="*/ 338595 h 1029873"/>
                <a:gd name="connsiteX1" fmla="*/ 425427 w 761655"/>
                <a:gd name="connsiteY1" fmla="*/ 235753 h 1029873"/>
                <a:gd name="connsiteX2" fmla="*/ 710631 w 761655"/>
                <a:gd name="connsiteY2" fmla="*/ 449889 h 1029873"/>
                <a:gd name="connsiteX3" fmla="*/ 404437 w 761655"/>
                <a:gd name="connsiteY3" fmla="*/ 1020782 h 1029873"/>
                <a:gd name="connsiteX4" fmla="*/ 115789 w 761655"/>
                <a:gd name="connsiteY4" fmla="*/ 688569 h 1029873"/>
                <a:gd name="connsiteX5" fmla="*/ 65803 w 761655"/>
                <a:gd name="connsiteY5" fmla="*/ 338595 h 1029873"/>
                <a:gd name="connsiteX0" fmla="*/ 65803 w 716384"/>
                <a:gd name="connsiteY0" fmla="*/ 338595 h 1029873"/>
                <a:gd name="connsiteX1" fmla="*/ 425427 w 716384"/>
                <a:gd name="connsiteY1" fmla="*/ 235753 h 1029873"/>
                <a:gd name="connsiteX2" fmla="*/ 641964 w 716384"/>
                <a:gd name="connsiteY2" fmla="*/ 498799 h 1029873"/>
                <a:gd name="connsiteX3" fmla="*/ 404437 w 716384"/>
                <a:gd name="connsiteY3" fmla="*/ 1020782 h 1029873"/>
                <a:gd name="connsiteX4" fmla="*/ 115789 w 716384"/>
                <a:gd name="connsiteY4" fmla="*/ 688569 h 1029873"/>
                <a:gd name="connsiteX5" fmla="*/ 65803 w 716384"/>
                <a:gd name="connsiteY5" fmla="*/ 338595 h 1029873"/>
                <a:gd name="connsiteX0" fmla="*/ 65803 w 716384"/>
                <a:gd name="connsiteY0" fmla="*/ 338595 h 1029873"/>
                <a:gd name="connsiteX1" fmla="*/ 425427 w 716384"/>
                <a:gd name="connsiteY1" fmla="*/ 235753 h 1029873"/>
                <a:gd name="connsiteX2" fmla="*/ 641964 w 716384"/>
                <a:gd name="connsiteY2" fmla="*/ 498799 h 1029873"/>
                <a:gd name="connsiteX3" fmla="*/ 404437 w 716384"/>
                <a:gd name="connsiteY3" fmla="*/ 1020782 h 1029873"/>
                <a:gd name="connsiteX4" fmla="*/ 115789 w 716384"/>
                <a:gd name="connsiteY4" fmla="*/ 688569 h 1029873"/>
                <a:gd name="connsiteX5" fmla="*/ 65803 w 716384"/>
                <a:gd name="connsiteY5" fmla="*/ 338595 h 1029873"/>
                <a:gd name="connsiteX0" fmla="*/ 65803 w 716384"/>
                <a:gd name="connsiteY0" fmla="*/ 331981 h 1023259"/>
                <a:gd name="connsiteX1" fmla="*/ 473398 w 716384"/>
                <a:gd name="connsiteY1" fmla="*/ 241369 h 1023259"/>
                <a:gd name="connsiteX2" fmla="*/ 641964 w 716384"/>
                <a:gd name="connsiteY2" fmla="*/ 492185 h 1023259"/>
                <a:gd name="connsiteX3" fmla="*/ 404437 w 716384"/>
                <a:gd name="connsiteY3" fmla="*/ 1014168 h 1023259"/>
                <a:gd name="connsiteX4" fmla="*/ 115789 w 716384"/>
                <a:gd name="connsiteY4" fmla="*/ 681955 h 1023259"/>
                <a:gd name="connsiteX5" fmla="*/ 65803 w 716384"/>
                <a:gd name="connsiteY5" fmla="*/ 331981 h 1023259"/>
                <a:gd name="connsiteX0" fmla="*/ 65803 w 716384"/>
                <a:gd name="connsiteY0" fmla="*/ 331981 h 1023259"/>
                <a:gd name="connsiteX1" fmla="*/ 473398 w 716384"/>
                <a:gd name="connsiteY1" fmla="*/ 241369 h 1023259"/>
                <a:gd name="connsiteX2" fmla="*/ 641964 w 716384"/>
                <a:gd name="connsiteY2" fmla="*/ 492185 h 1023259"/>
                <a:gd name="connsiteX3" fmla="*/ 404437 w 716384"/>
                <a:gd name="connsiteY3" fmla="*/ 1014168 h 1023259"/>
                <a:gd name="connsiteX4" fmla="*/ 115789 w 716384"/>
                <a:gd name="connsiteY4" fmla="*/ 681955 h 1023259"/>
                <a:gd name="connsiteX5" fmla="*/ 65803 w 716384"/>
                <a:gd name="connsiteY5" fmla="*/ 331981 h 1023259"/>
                <a:gd name="connsiteX0" fmla="*/ 65803 w 846096"/>
                <a:gd name="connsiteY0" fmla="*/ 331981 h 1023259"/>
                <a:gd name="connsiteX1" fmla="*/ 473398 w 846096"/>
                <a:gd name="connsiteY1" fmla="*/ 241369 h 1023259"/>
                <a:gd name="connsiteX2" fmla="*/ 641964 w 846096"/>
                <a:gd name="connsiteY2" fmla="*/ 492185 h 1023259"/>
                <a:gd name="connsiteX3" fmla="*/ 404437 w 846096"/>
                <a:gd name="connsiteY3" fmla="*/ 1014168 h 1023259"/>
                <a:gd name="connsiteX4" fmla="*/ 115789 w 846096"/>
                <a:gd name="connsiteY4" fmla="*/ 681955 h 1023259"/>
                <a:gd name="connsiteX5" fmla="*/ 65803 w 846096"/>
                <a:gd name="connsiteY5" fmla="*/ 331981 h 1023259"/>
                <a:gd name="connsiteX0" fmla="*/ 65803 w 659717"/>
                <a:gd name="connsiteY0" fmla="*/ 331981 h 1023259"/>
                <a:gd name="connsiteX1" fmla="*/ 473398 w 659717"/>
                <a:gd name="connsiteY1" fmla="*/ 241369 h 1023259"/>
                <a:gd name="connsiteX2" fmla="*/ 641964 w 659717"/>
                <a:gd name="connsiteY2" fmla="*/ 492185 h 1023259"/>
                <a:gd name="connsiteX3" fmla="*/ 623051 w 659717"/>
                <a:gd name="connsiteY3" fmla="*/ 847102 h 1023259"/>
                <a:gd name="connsiteX4" fmla="*/ 404437 w 659717"/>
                <a:gd name="connsiteY4" fmla="*/ 1014168 h 1023259"/>
                <a:gd name="connsiteX5" fmla="*/ 115789 w 659717"/>
                <a:gd name="connsiteY5" fmla="*/ 681955 h 1023259"/>
                <a:gd name="connsiteX6" fmla="*/ 65803 w 659717"/>
                <a:gd name="connsiteY6" fmla="*/ 331981 h 1023259"/>
                <a:gd name="connsiteX0" fmla="*/ 65803 w 839877"/>
                <a:gd name="connsiteY0" fmla="*/ 331981 h 1023259"/>
                <a:gd name="connsiteX1" fmla="*/ 473398 w 839877"/>
                <a:gd name="connsiteY1" fmla="*/ 241369 h 1023259"/>
                <a:gd name="connsiteX2" fmla="*/ 641964 w 839877"/>
                <a:gd name="connsiteY2" fmla="*/ 492185 h 1023259"/>
                <a:gd name="connsiteX3" fmla="*/ 623051 w 839877"/>
                <a:gd name="connsiteY3" fmla="*/ 847102 h 1023259"/>
                <a:gd name="connsiteX4" fmla="*/ 404437 w 839877"/>
                <a:gd name="connsiteY4" fmla="*/ 1014168 h 1023259"/>
                <a:gd name="connsiteX5" fmla="*/ 115789 w 839877"/>
                <a:gd name="connsiteY5" fmla="*/ 681955 h 1023259"/>
                <a:gd name="connsiteX6" fmla="*/ 65803 w 839877"/>
                <a:gd name="connsiteY6" fmla="*/ 331981 h 1023259"/>
                <a:gd name="connsiteX0" fmla="*/ 65803 w 839877"/>
                <a:gd name="connsiteY0" fmla="*/ 331981 h 998613"/>
                <a:gd name="connsiteX1" fmla="*/ 473398 w 839877"/>
                <a:gd name="connsiteY1" fmla="*/ 241369 h 998613"/>
                <a:gd name="connsiteX2" fmla="*/ 641964 w 839877"/>
                <a:gd name="connsiteY2" fmla="*/ 492185 h 998613"/>
                <a:gd name="connsiteX3" fmla="*/ 623051 w 839877"/>
                <a:gd name="connsiteY3" fmla="*/ 847102 h 998613"/>
                <a:gd name="connsiteX4" fmla="*/ 416980 w 839877"/>
                <a:gd name="connsiteY4" fmla="*/ 985010 h 998613"/>
                <a:gd name="connsiteX5" fmla="*/ 115789 w 839877"/>
                <a:gd name="connsiteY5" fmla="*/ 681955 h 998613"/>
                <a:gd name="connsiteX6" fmla="*/ 65803 w 839877"/>
                <a:gd name="connsiteY6" fmla="*/ 331981 h 998613"/>
                <a:gd name="connsiteX0" fmla="*/ 65803 w 839877"/>
                <a:gd name="connsiteY0" fmla="*/ 331981 h 998613"/>
                <a:gd name="connsiteX1" fmla="*/ 473398 w 839877"/>
                <a:gd name="connsiteY1" fmla="*/ 241369 h 998613"/>
                <a:gd name="connsiteX2" fmla="*/ 641964 w 839877"/>
                <a:gd name="connsiteY2" fmla="*/ 492185 h 998613"/>
                <a:gd name="connsiteX3" fmla="*/ 623051 w 839877"/>
                <a:gd name="connsiteY3" fmla="*/ 847102 h 998613"/>
                <a:gd name="connsiteX4" fmla="*/ 416980 w 839877"/>
                <a:gd name="connsiteY4" fmla="*/ 985010 h 998613"/>
                <a:gd name="connsiteX5" fmla="*/ 115789 w 839877"/>
                <a:gd name="connsiteY5" fmla="*/ 681955 h 998613"/>
                <a:gd name="connsiteX6" fmla="*/ 65803 w 839877"/>
                <a:gd name="connsiteY6" fmla="*/ 331981 h 998613"/>
                <a:gd name="connsiteX0" fmla="*/ 140391 w 914465"/>
                <a:gd name="connsiteY0" fmla="*/ 331981 h 1026030"/>
                <a:gd name="connsiteX1" fmla="*/ 547986 w 914465"/>
                <a:gd name="connsiteY1" fmla="*/ 241369 h 1026030"/>
                <a:gd name="connsiteX2" fmla="*/ 716552 w 914465"/>
                <a:gd name="connsiteY2" fmla="*/ 492185 h 1026030"/>
                <a:gd name="connsiteX3" fmla="*/ 697639 w 914465"/>
                <a:gd name="connsiteY3" fmla="*/ 847102 h 1026030"/>
                <a:gd name="connsiteX4" fmla="*/ 491568 w 914465"/>
                <a:gd name="connsiteY4" fmla="*/ 985010 h 1026030"/>
                <a:gd name="connsiteX5" fmla="*/ 70290 w 914465"/>
                <a:gd name="connsiteY5" fmla="*/ 772249 h 1026030"/>
                <a:gd name="connsiteX6" fmla="*/ 140391 w 914465"/>
                <a:gd name="connsiteY6" fmla="*/ 331981 h 1026030"/>
                <a:gd name="connsiteX0" fmla="*/ 140391 w 914465"/>
                <a:gd name="connsiteY0" fmla="*/ 331981 h 995547"/>
                <a:gd name="connsiteX1" fmla="*/ 547986 w 914465"/>
                <a:gd name="connsiteY1" fmla="*/ 241369 h 995547"/>
                <a:gd name="connsiteX2" fmla="*/ 716552 w 914465"/>
                <a:gd name="connsiteY2" fmla="*/ 492185 h 995547"/>
                <a:gd name="connsiteX3" fmla="*/ 697639 w 914465"/>
                <a:gd name="connsiteY3" fmla="*/ 847102 h 995547"/>
                <a:gd name="connsiteX4" fmla="*/ 491568 w 914465"/>
                <a:gd name="connsiteY4" fmla="*/ 985010 h 995547"/>
                <a:gd name="connsiteX5" fmla="*/ 70290 w 914465"/>
                <a:gd name="connsiteY5" fmla="*/ 772249 h 995547"/>
                <a:gd name="connsiteX6" fmla="*/ 140391 w 914465"/>
                <a:gd name="connsiteY6" fmla="*/ 331981 h 995547"/>
                <a:gd name="connsiteX0" fmla="*/ 124524 w 920236"/>
                <a:gd name="connsiteY0" fmla="*/ 385023 h 957037"/>
                <a:gd name="connsiteX1" fmla="*/ 553757 w 920236"/>
                <a:gd name="connsiteY1" fmla="*/ 202859 h 957037"/>
                <a:gd name="connsiteX2" fmla="*/ 722323 w 920236"/>
                <a:gd name="connsiteY2" fmla="*/ 453675 h 957037"/>
                <a:gd name="connsiteX3" fmla="*/ 703410 w 920236"/>
                <a:gd name="connsiteY3" fmla="*/ 808592 h 957037"/>
                <a:gd name="connsiteX4" fmla="*/ 497339 w 920236"/>
                <a:gd name="connsiteY4" fmla="*/ 946500 h 957037"/>
                <a:gd name="connsiteX5" fmla="*/ 76061 w 920236"/>
                <a:gd name="connsiteY5" fmla="*/ 733739 h 957037"/>
                <a:gd name="connsiteX6" fmla="*/ 124524 w 920236"/>
                <a:gd name="connsiteY6" fmla="*/ 385023 h 957037"/>
                <a:gd name="connsiteX0" fmla="*/ 138979 w 914937"/>
                <a:gd name="connsiteY0" fmla="*/ 366321 h 969060"/>
                <a:gd name="connsiteX1" fmla="*/ 548458 w 914937"/>
                <a:gd name="connsiteY1" fmla="*/ 214882 h 969060"/>
                <a:gd name="connsiteX2" fmla="*/ 717024 w 914937"/>
                <a:gd name="connsiteY2" fmla="*/ 465698 h 969060"/>
                <a:gd name="connsiteX3" fmla="*/ 698111 w 914937"/>
                <a:gd name="connsiteY3" fmla="*/ 820615 h 969060"/>
                <a:gd name="connsiteX4" fmla="*/ 492040 w 914937"/>
                <a:gd name="connsiteY4" fmla="*/ 958523 h 969060"/>
                <a:gd name="connsiteX5" fmla="*/ 70762 w 914937"/>
                <a:gd name="connsiteY5" fmla="*/ 745762 h 969060"/>
                <a:gd name="connsiteX6" fmla="*/ 138979 w 914937"/>
                <a:gd name="connsiteY6" fmla="*/ 366321 h 969060"/>
                <a:gd name="connsiteX0" fmla="*/ 138979 w 914937"/>
                <a:gd name="connsiteY0" fmla="*/ 395581 h 998320"/>
                <a:gd name="connsiteX1" fmla="*/ 548458 w 914937"/>
                <a:gd name="connsiteY1" fmla="*/ 244142 h 998320"/>
                <a:gd name="connsiteX2" fmla="*/ 717024 w 914937"/>
                <a:gd name="connsiteY2" fmla="*/ 494958 h 998320"/>
                <a:gd name="connsiteX3" fmla="*/ 698111 w 914937"/>
                <a:gd name="connsiteY3" fmla="*/ 849875 h 998320"/>
                <a:gd name="connsiteX4" fmla="*/ 492040 w 914937"/>
                <a:gd name="connsiteY4" fmla="*/ 987783 h 998320"/>
                <a:gd name="connsiteX5" fmla="*/ 70762 w 914937"/>
                <a:gd name="connsiteY5" fmla="*/ 775022 h 998320"/>
                <a:gd name="connsiteX6" fmla="*/ 138979 w 914937"/>
                <a:gd name="connsiteY6" fmla="*/ 395581 h 998320"/>
                <a:gd name="connsiteX0" fmla="*/ 174943 w 950901"/>
                <a:gd name="connsiteY0" fmla="*/ 395581 h 998320"/>
                <a:gd name="connsiteX1" fmla="*/ 584422 w 950901"/>
                <a:gd name="connsiteY1" fmla="*/ 244142 h 998320"/>
                <a:gd name="connsiteX2" fmla="*/ 752988 w 950901"/>
                <a:gd name="connsiteY2" fmla="*/ 494958 h 998320"/>
                <a:gd name="connsiteX3" fmla="*/ 734075 w 950901"/>
                <a:gd name="connsiteY3" fmla="*/ 849875 h 998320"/>
                <a:gd name="connsiteX4" fmla="*/ 528004 w 950901"/>
                <a:gd name="connsiteY4" fmla="*/ 987783 h 998320"/>
                <a:gd name="connsiteX5" fmla="*/ 106726 w 950901"/>
                <a:gd name="connsiteY5" fmla="*/ 775022 h 998320"/>
                <a:gd name="connsiteX6" fmla="*/ 174943 w 950901"/>
                <a:gd name="connsiteY6" fmla="*/ 395581 h 998320"/>
                <a:gd name="connsiteX0" fmla="*/ 205514 w 981472"/>
                <a:gd name="connsiteY0" fmla="*/ 395581 h 998320"/>
                <a:gd name="connsiteX1" fmla="*/ 614993 w 981472"/>
                <a:gd name="connsiteY1" fmla="*/ 244142 h 998320"/>
                <a:gd name="connsiteX2" fmla="*/ 783559 w 981472"/>
                <a:gd name="connsiteY2" fmla="*/ 494958 h 998320"/>
                <a:gd name="connsiteX3" fmla="*/ 764646 w 981472"/>
                <a:gd name="connsiteY3" fmla="*/ 849875 h 998320"/>
                <a:gd name="connsiteX4" fmla="*/ 558575 w 981472"/>
                <a:gd name="connsiteY4" fmla="*/ 987783 h 998320"/>
                <a:gd name="connsiteX5" fmla="*/ 137297 w 981472"/>
                <a:gd name="connsiteY5" fmla="*/ 775022 h 998320"/>
                <a:gd name="connsiteX6" fmla="*/ 205514 w 981472"/>
                <a:gd name="connsiteY6" fmla="*/ 395581 h 998320"/>
                <a:gd name="connsiteX0" fmla="*/ 203182 w 982904"/>
                <a:gd name="connsiteY0" fmla="*/ 415154 h 983091"/>
                <a:gd name="connsiteX1" fmla="*/ 616425 w 982904"/>
                <a:gd name="connsiteY1" fmla="*/ 228913 h 983091"/>
                <a:gd name="connsiteX2" fmla="*/ 784991 w 982904"/>
                <a:gd name="connsiteY2" fmla="*/ 479729 h 983091"/>
                <a:gd name="connsiteX3" fmla="*/ 766078 w 982904"/>
                <a:gd name="connsiteY3" fmla="*/ 834646 h 983091"/>
                <a:gd name="connsiteX4" fmla="*/ 560007 w 982904"/>
                <a:gd name="connsiteY4" fmla="*/ 972554 h 983091"/>
                <a:gd name="connsiteX5" fmla="*/ 138729 w 982904"/>
                <a:gd name="connsiteY5" fmla="*/ 759793 h 983091"/>
                <a:gd name="connsiteX6" fmla="*/ 203182 w 982904"/>
                <a:gd name="connsiteY6" fmla="*/ 415154 h 983091"/>
                <a:gd name="connsiteX0" fmla="*/ 203182 w 982904"/>
                <a:gd name="connsiteY0" fmla="*/ 439435 h 1007372"/>
                <a:gd name="connsiteX1" fmla="*/ 616425 w 982904"/>
                <a:gd name="connsiteY1" fmla="*/ 253194 h 1007372"/>
                <a:gd name="connsiteX2" fmla="*/ 784991 w 982904"/>
                <a:gd name="connsiteY2" fmla="*/ 504010 h 1007372"/>
                <a:gd name="connsiteX3" fmla="*/ 766078 w 982904"/>
                <a:gd name="connsiteY3" fmla="*/ 858927 h 1007372"/>
                <a:gd name="connsiteX4" fmla="*/ 560007 w 982904"/>
                <a:gd name="connsiteY4" fmla="*/ 996835 h 1007372"/>
                <a:gd name="connsiteX5" fmla="*/ 138729 w 982904"/>
                <a:gd name="connsiteY5" fmla="*/ 784074 h 1007372"/>
                <a:gd name="connsiteX6" fmla="*/ 203182 w 982904"/>
                <a:gd name="connsiteY6" fmla="*/ 439435 h 1007372"/>
                <a:gd name="connsiteX0" fmla="*/ 203860 w 983582"/>
                <a:gd name="connsiteY0" fmla="*/ 439435 h 1007372"/>
                <a:gd name="connsiteX1" fmla="*/ 617103 w 983582"/>
                <a:gd name="connsiteY1" fmla="*/ 253194 h 1007372"/>
                <a:gd name="connsiteX2" fmla="*/ 785669 w 983582"/>
                <a:gd name="connsiteY2" fmla="*/ 504010 h 1007372"/>
                <a:gd name="connsiteX3" fmla="*/ 766756 w 983582"/>
                <a:gd name="connsiteY3" fmla="*/ 858927 h 1007372"/>
                <a:gd name="connsiteX4" fmla="*/ 560685 w 983582"/>
                <a:gd name="connsiteY4" fmla="*/ 996835 h 1007372"/>
                <a:gd name="connsiteX5" fmla="*/ 139407 w 983582"/>
                <a:gd name="connsiteY5" fmla="*/ 784074 h 1007372"/>
                <a:gd name="connsiteX6" fmla="*/ 203860 w 983582"/>
                <a:gd name="connsiteY6" fmla="*/ 439435 h 1007372"/>
                <a:gd name="connsiteX0" fmla="*/ 165065 w 944787"/>
                <a:gd name="connsiteY0" fmla="*/ 439435 h 1007372"/>
                <a:gd name="connsiteX1" fmla="*/ 578308 w 944787"/>
                <a:gd name="connsiteY1" fmla="*/ 253194 h 1007372"/>
                <a:gd name="connsiteX2" fmla="*/ 746874 w 944787"/>
                <a:gd name="connsiteY2" fmla="*/ 504010 h 1007372"/>
                <a:gd name="connsiteX3" fmla="*/ 727961 w 944787"/>
                <a:gd name="connsiteY3" fmla="*/ 858927 h 1007372"/>
                <a:gd name="connsiteX4" fmla="*/ 521890 w 944787"/>
                <a:gd name="connsiteY4" fmla="*/ 996835 h 1007372"/>
                <a:gd name="connsiteX5" fmla="*/ 100612 w 944787"/>
                <a:gd name="connsiteY5" fmla="*/ 784074 h 1007372"/>
                <a:gd name="connsiteX6" fmla="*/ 165065 w 944787"/>
                <a:gd name="connsiteY6" fmla="*/ 439435 h 1007372"/>
                <a:gd name="connsiteX0" fmla="*/ 167589 w 947311"/>
                <a:gd name="connsiteY0" fmla="*/ 439435 h 1007372"/>
                <a:gd name="connsiteX1" fmla="*/ 580832 w 947311"/>
                <a:gd name="connsiteY1" fmla="*/ 253194 h 1007372"/>
                <a:gd name="connsiteX2" fmla="*/ 749398 w 947311"/>
                <a:gd name="connsiteY2" fmla="*/ 504010 h 1007372"/>
                <a:gd name="connsiteX3" fmla="*/ 730485 w 947311"/>
                <a:gd name="connsiteY3" fmla="*/ 858927 h 1007372"/>
                <a:gd name="connsiteX4" fmla="*/ 524414 w 947311"/>
                <a:gd name="connsiteY4" fmla="*/ 996835 h 1007372"/>
                <a:gd name="connsiteX5" fmla="*/ 103136 w 947311"/>
                <a:gd name="connsiteY5" fmla="*/ 784074 h 1007372"/>
                <a:gd name="connsiteX6" fmla="*/ 167589 w 947311"/>
                <a:gd name="connsiteY6" fmla="*/ 439435 h 1007372"/>
                <a:gd name="connsiteX0" fmla="*/ 167589 w 750069"/>
                <a:gd name="connsiteY0" fmla="*/ 439435 h 1007372"/>
                <a:gd name="connsiteX1" fmla="*/ 580832 w 750069"/>
                <a:gd name="connsiteY1" fmla="*/ 253194 h 1007372"/>
                <a:gd name="connsiteX2" fmla="*/ 749398 w 750069"/>
                <a:gd name="connsiteY2" fmla="*/ 504010 h 1007372"/>
                <a:gd name="connsiteX3" fmla="*/ 524414 w 750069"/>
                <a:gd name="connsiteY3" fmla="*/ 996835 h 1007372"/>
                <a:gd name="connsiteX4" fmla="*/ 103136 w 750069"/>
                <a:gd name="connsiteY4" fmla="*/ 784074 h 1007372"/>
                <a:gd name="connsiteX5" fmla="*/ 167589 w 750069"/>
                <a:gd name="connsiteY5" fmla="*/ 439435 h 1007372"/>
                <a:gd name="connsiteX0" fmla="*/ 167589 w 761646"/>
                <a:gd name="connsiteY0" fmla="*/ 439435 h 1007372"/>
                <a:gd name="connsiteX1" fmla="*/ 580832 w 761646"/>
                <a:gd name="connsiteY1" fmla="*/ 253194 h 1007372"/>
                <a:gd name="connsiteX2" fmla="*/ 761341 w 761646"/>
                <a:gd name="connsiteY2" fmla="*/ 585650 h 1007372"/>
                <a:gd name="connsiteX3" fmla="*/ 524414 w 761646"/>
                <a:gd name="connsiteY3" fmla="*/ 996835 h 1007372"/>
                <a:gd name="connsiteX4" fmla="*/ 103136 w 761646"/>
                <a:gd name="connsiteY4" fmla="*/ 784074 h 1007372"/>
                <a:gd name="connsiteX5" fmla="*/ 167589 w 761646"/>
                <a:gd name="connsiteY5" fmla="*/ 439435 h 1007372"/>
                <a:gd name="connsiteX0" fmla="*/ 167589 w 779109"/>
                <a:gd name="connsiteY0" fmla="*/ 439435 h 1007372"/>
                <a:gd name="connsiteX1" fmla="*/ 580832 w 779109"/>
                <a:gd name="connsiteY1" fmla="*/ 253194 h 1007372"/>
                <a:gd name="connsiteX2" fmla="*/ 761341 w 779109"/>
                <a:gd name="connsiteY2" fmla="*/ 585650 h 1007372"/>
                <a:gd name="connsiteX3" fmla="*/ 524414 w 779109"/>
                <a:gd name="connsiteY3" fmla="*/ 996835 h 1007372"/>
                <a:gd name="connsiteX4" fmla="*/ 103136 w 779109"/>
                <a:gd name="connsiteY4" fmla="*/ 784074 h 1007372"/>
                <a:gd name="connsiteX5" fmla="*/ 167589 w 779109"/>
                <a:gd name="connsiteY5" fmla="*/ 439435 h 1007372"/>
                <a:gd name="connsiteX0" fmla="*/ 167589 w 777845"/>
                <a:gd name="connsiteY0" fmla="*/ 439435 h 967499"/>
                <a:gd name="connsiteX1" fmla="*/ 580832 w 777845"/>
                <a:gd name="connsiteY1" fmla="*/ 253194 h 967499"/>
                <a:gd name="connsiteX2" fmla="*/ 761341 w 777845"/>
                <a:gd name="connsiteY2" fmla="*/ 585650 h 967499"/>
                <a:gd name="connsiteX3" fmla="*/ 503231 w 777845"/>
                <a:gd name="connsiteY3" fmla="*/ 943231 h 967499"/>
                <a:gd name="connsiteX4" fmla="*/ 103136 w 777845"/>
                <a:gd name="connsiteY4" fmla="*/ 784074 h 967499"/>
                <a:gd name="connsiteX5" fmla="*/ 167589 w 777845"/>
                <a:gd name="connsiteY5" fmla="*/ 439435 h 967499"/>
                <a:gd name="connsiteX0" fmla="*/ 137733 w 747989"/>
                <a:gd name="connsiteY0" fmla="*/ 439435 h 946366"/>
                <a:gd name="connsiteX1" fmla="*/ 550976 w 747989"/>
                <a:gd name="connsiteY1" fmla="*/ 253194 h 946366"/>
                <a:gd name="connsiteX2" fmla="*/ 731485 w 747989"/>
                <a:gd name="connsiteY2" fmla="*/ 585650 h 946366"/>
                <a:gd name="connsiteX3" fmla="*/ 473375 w 747989"/>
                <a:gd name="connsiteY3" fmla="*/ 943231 h 946366"/>
                <a:gd name="connsiteX4" fmla="*/ 135771 w 747989"/>
                <a:gd name="connsiteY4" fmla="*/ 629839 h 946366"/>
                <a:gd name="connsiteX5" fmla="*/ 137733 w 747989"/>
                <a:gd name="connsiteY5" fmla="*/ 439435 h 946366"/>
                <a:gd name="connsiteX0" fmla="*/ 137733 w 747989"/>
                <a:gd name="connsiteY0" fmla="*/ 439435 h 945724"/>
                <a:gd name="connsiteX1" fmla="*/ 550976 w 747989"/>
                <a:gd name="connsiteY1" fmla="*/ 253194 h 945724"/>
                <a:gd name="connsiteX2" fmla="*/ 731485 w 747989"/>
                <a:gd name="connsiteY2" fmla="*/ 585650 h 945724"/>
                <a:gd name="connsiteX3" fmla="*/ 473375 w 747989"/>
                <a:gd name="connsiteY3" fmla="*/ 943231 h 945724"/>
                <a:gd name="connsiteX4" fmla="*/ 135771 w 747989"/>
                <a:gd name="connsiteY4" fmla="*/ 629839 h 945724"/>
                <a:gd name="connsiteX5" fmla="*/ 137733 w 747989"/>
                <a:gd name="connsiteY5" fmla="*/ 439435 h 945724"/>
                <a:gd name="connsiteX0" fmla="*/ 137733 w 747989"/>
                <a:gd name="connsiteY0" fmla="*/ 439435 h 1019313"/>
                <a:gd name="connsiteX1" fmla="*/ 550976 w 747989"/>
                <a:gd name="connsiteY1" fmla="*/ 253194 h 1019313"/>
                <a:gd name="connsiteX2" fmla="*/ 731485 w 747989"/>
                <a:gd name="connsiteY2" fmla="*/ 585650 h 1019313"/>
                <a:gd name="connsiteX3" fmla="*/ 473375 w 747989"/>
                <a:gd name="connsiteY3" fmla="*/ 943231 h 1019313"/>
                <a:gd name="connsiteX4" fmla="*/ 135771 w 747989"/>
                <a:gd name="connsiteY4" fmla="*/ 629839 h 1019313"/>
                <a:gd name="connsiteX5" fmla="*/ 137733 w 747989"/>
                <a:gd name="connsiteY5" fmla="*/ 439435 h 1019313"/>
                <a:gd name="connsiteX0" fmla="*/ 137733 w 747989"/>
                <a:gd name="connsiteY0" fmla="*/ 439435 h 1010236"/>
                <a:gd name="connsiteX1" fmla="*/ 550976 w 747989"/>
                <a:gd name="connsiteY1" fmla="*/ 253194 h 1010236"/>
                <a:gd name="connsiteX2" fmla="*/ 731485 w 747989"/>
                <a:gd name="connsiteY2" fmla="*/ 585650 h 1010236"/>
                <a:gd name="connsiteX3" fmla="*/ 473375 w 747989"/>
                <a:gd name="connsiteY3" fmla="*/ 943231 h 1010236"/>
                <a:gd name="connsiteX4" fmla="*/ 135771 w 747989"/>
                <a:gd name="connsiteY4" fmla="*/ 629839 h 1010236"/>
                <a:gd name="connsiteX5" fmla="*/ 137733 w 747989"/>
                <a:gd name="connsiteY5" fmla="*/ 439435 h 1010236"/>
                <a:gd name="connsiteX0" fmla="*/ 235521 w 678428"/>
                <a:gd name="connsiteY0" fmla="*/ 346376 h 1118440"/>
                <a:gd name="connsiteX1" fmla="*/ 481415 w 678428"/>
                <a:gd name="connsiteY1" fmla="*/ 361398 h 1118440"/>
                <a:gd name="connsiteX2" fmla="*/ 661924 w 678428"/>
                <a:gd name="connsiteY2" fmla="*/ 693854 h 1118440"/>
                <a:gd name="connsiteX3" fmla="*/ 403814 w 678428"/>
                <a:gd name="connsiteY3" fmla="*/ 1051435 h 1118440"/>
                <a:gd name="connsiteX4" fmla="*/ 66210 w 678428"/>
                <a:gd name="connsiteY4" fmla="*/ 738043 h 1118440"/>
                <a:gd name="connsiteX5" fmla="*/ 235521 w 678428"/>
                <a:gd name="connsiteY5" fmla="*/ 346376 h 1118440"/>
                <a:gd name="connsiteX0" fmla="*/ 229547 w 672454"/>
                <a:gd name="connsiteY0" fmla="*/ 346376 h 1118440"/>
                <a:gd name="connsiteX1" fmla="*/ 475441 w 672454"/>
                <a:gd name="connsiteY1" fmla="*/ 361398 h 1118440"/>
                <a:gd name="connsiteX2" fmla="*/ 655950 w 672454"/>
                <a:gd name="connsiteY2" fmla="*/ 693854 h 1118440"/>
                <a:gd name="connsiteX3" fmla="*/ 397840 w 672454"/>
                <a:gd name="connsiteY3" fmla="*/ 1051435 h 1118440"/>
                <a:gd name="connsiteX4" fmla="*/ 60236 w 672454"/>
                <a:gd name="connsiteY4" fmla="*/ 738043 h 1118440"/>
                <a:gd name="connsiteX5" fmla="*/ 229547 w 672454"/>
                <a:gd name="connsiteY5" fmla="*/ 346376 h 1118440"/>
                <a:gd name="connsiteX0" fmla="*/ 229547 w 672454"/>
                <a:gd name="connsiteY0" fmla="*/ 234881 h 1006945"/>
                <a:gd name="connsiteX1" fmla="*/ 475441 w 672454"/>
                <a:gd name="connsiteY1" fmla="*/ 249903 h 1006945"/>
                <a:gd name="connsiteX2" fmla="*/ 655950 w 672454"/>
                <a:gd name="connsiteY2" fmla="*/ 582359 h 1006945"/>
                <a:gd name="connsiteX3" fmla="*/ 397840 w 672454"/>
                <a:gd name="connsiteY3" fmla="*/ 939940 h 1006945"/>
                <a:gd name="connsiteX4" fmla="*/ 60236 w 672454"/>
                <a:gd name="connsiteY4" fmla="*/ 626548 h 1006945"/>
                <a:gd name="connsiteX5" fmla="*/ 229547 w 672454"/>
                <a:gd name="connsiteY5" fmla="*/ 234881 h 1006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2454" h="1006945">
                  <a:moveTo>
                    <a:pt x="229547" y="234881"/>
                  </a:moveTo>
                  <a:cubicBezTo>
                    <a:pt x="412793" y="-85302"/>
                    <a:pt x="437341" y="-76064"/>
                    <a:pt x="475441" y="249903"/>
                  </a:cubicBezTo>
                  <a:cubicBezTo>
                    <a:pt x="652531" y="325899"/>
                    <a:pt x="658204" y="398384"/>
                    <a:pt x="655950" y="582359"/>
                  </a:cubicBezTo>
                  <a:cubicBezTo>
                    <a:pt x="735824" y="883360"/>
                    <a:pt x="505550" y="893263"/>
                    <a:pt x="397840" y="939940"/>
                  </a:cubicBezTo>
                  <a:cubicBezTo>
                    <a:pt x="401462" y="1164422"/>
                    <a:pt x="-185766" y="764299"/>
                    <a:pt x="60236" y="626548"/>
                  </a:cubicBezTo>
                  <a:cubicBezTo>
                    <a:pt x="71667" y="449828"/>
                    <a:pt x="5357" y="302613"/>
                    <a:pt x="229547" y="234881"/>
                  </a:cubicBezTo>
                  <a:close/>
                </a:path>
              </a:pathLst>
            </a:custGeom>
            <a:solidFill>
              <a:srgbClr val="769324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4">
              <a:extLst>
                <a:ext uri="{FF2B5EF4-FFF2-40B4-BE49-F238E27FC236}">
                  <a16:creationId xmlns:a16="http://schemas.microsoft.com/office/drawing/2014/main" id="{B98406BA-FAA3-66C1-1221-ACC9205EEFEB}"/>
                </a:ext>
              </a:extLst>
            </p:cNvPr>
            <p:cNvSpPr/>
            <p:nvPr/>
          </p:nvSpPr>
          <p:spPr>
            <a:xfrm rot="1964254" flipH="1">
              <a:off x="6914737" y="532111"/>
              <a:ext cx="1383308" cy="1471010"/>
            </a:xfrm>
            <a:custGeom>
              <a:avLst/>
              <a:gdLst>
                <a:gd name="connsiteX0" fmla="*/ 0 w 457200"/>
                <a:gd name="connsiteY0" fmla="*/ 0 h 736600"/>
                <a:gd name="connsiteX1" fmla="*/ 457200 w 457200"/>
                <a:gd name="connsiteY1" fmla="*/ 0 h 736600"/>
                <a:gd name="connsiteX2" fmla="*/ 457200 w 457200"/>
                <a:gd name="connsiteY2" fmla="*/ 736600 h 736600"/>
                <a:gd name="connsiteX3" fmla="*/ 0 w 457200"/>
                <a:gd name="connsiteY3" fmla="*/ 736600 h 736600"/>
                <a:gd name="connsiteX4" fmla="*/ 0 w 457200"/>
                <a:gd name="connsiteY4" fmla="*/ 0 h 736600"/>
                <a:gd name="connsiteX0" fmla="*/ 12700 w 457200"/>
                <a:gd name="connsiteY0" fmla="*/ 0 h 800100"/>
                <a:gd name="connsiteX1" fmla="*/ 457200 w 457200"/>
                <a:gd name="connsiteY1" fmla="*/ 63500 h 800100"/>
                <a:gd name="connsiteX2" fmla="*/ 457200 w 457200"/>
                <a:gd name="connsiteY2" fmla="*/ 800100 h 800100"/>
                <a:gd name="connsiteX3" fmla="*/ 0 w 457200"/>
                <a:gd name="connsiteY3" fmla="*/ 800100 h 800100"/>
                <a:gd name="connsiteX4" fmla="*/ 12700 w 457200"/>
                <a:gd name="connsiteY4" fmla="*/ 0 h 800100"/>
                <a:gd name="connsiteX0" fmla="*/ 12700 w 584200"/>
                <a:gd name="connsiteY0" fmla="*/ 50800 h 850900"/>
                <a:gd name="connsiteX1" fmla="*/ 584200 w 584200"/>
                <a:gd name="connsiteY1" fmla="*/ 0 h 850900"/>
                <a:gd name="connsiteX2" fmla="*/ 457200 w 584200"/>
                <a:gd name="connsiteY2" fmla="*/ 850900 h 850900"/>
                <a:gd name="connsiteX3" fmla="*/ 0 w 584200"/>
                <a:gd name="connsiteY3" fmla="*/ 850900 h 850900"/>
                <a:gd name="connsiteX4" fmla="*/ 12700 w 584200"/>
                <a:gd name="connsiteY4" fmla="*/ 50800 h 850900"/>
                <a:gd name="connsiteX0" fmla="*/ 12700 w 649686"/>
                <a:gd name="connsiteY0" fmla="*/ 50800 h 850900"/>
                <a:gd name="connsiteX1" fmla="*/ 584200 w 649686"/>
                <a:gd name="connsiteY1" fmla="*/ 0 h 850900"/>
                <a:gd name="connsiteX2" fmla="*/ 647700 w 649686"/>
                <a:gd name="connsiteY2" fmla="*/ 444500 h 850900"/>
                <a:gd name="connsiteX3" fmla="*/ 457200 w 649686"/>
                <a:gd name="connsiteY3" fmla="*/ 850900 h 850900"/>
                <a:gd name="connsiteX4" fmla="*/ 0 w 649686"/>
                <a:gd name="connsiteY4" fmla="*/ 850900 h 850900"/>
                <a:gd name="connsiteX5" fmla="*/ 12700 w 649686"/>
                <a:gd name="connsiteY5" fmla="*/ 50800 h 850900"/>
                <a:gd name="connsiteX0" fmla="*/ 12700 w 649686"/>
                <a:gd name="connsiteY0" fmla="*/ 50800 h 965200"/>
                <a:gd name="connsiteX1" fmla="*/ 584200 w 649686"/>
                <a:gd name="connsiteY1" fmla="*/ 0 h 965200"/>
                <a:gd name="connsiteX2" fmla="*/ 647700 w 649686"/>
                <a:gd name="connsiteY2" fmla="*/ 444500 h 965200"/>
                <a:gd name="connsiteX3" fmla="*/ 152400 w 649686"/>
                <a:gd name="connsiteY3" fmla="*/ 965200 h 965200"/>
                <a:gd name="connsiteX4" fmla="*/ 0 w 649686"/>
                <a:gd name="connsiteY4" fmla="*/ 850900 h 965200"/>
                <a:gd name="connsiteX5" fmla="*/ 12700 w 649686"/>
                <a:gd name="connsiteY5" fmla="*/ 50800 h 965200"/>
                <a:gd name="connsiteX0" fmla="*/ 254000 w 890986"/>
                <a:gd name="connsiteY0" fmla="*/ 50800 h 965200"/>
                <a:gd name="connsiteX1" fmla="*/ 825500 w 890986"/>
                <a:gd name="connsiteY1" fmla="*/ 0 h 965200"/>
                <a:gd name="connsiteX2" fmla="*/ 889000 w 890986"/>
                <a:gd name="connsiteY2" fmla="*/ 444500 h 965200"/>
                <a:gd name="connsiteX3" fmla="*/ 393700 w 890986"/>
                <a:gd name="connsiteY3" fmla="*/ 965200 h 965200"/>
                <a:gd name="connsiteX4" fmla="*/ 0 w 890986"/>
                <a:gd name="connsiteY4" fmla="*/ 355600 h 965200"/>
                <a:gd name="connsiteX5" fmla="*/ 254000 w 890986"/>
                <a:gd name="connsiteY5" fmla="*/ 50800 h 965200"/>
                <a:gd name="connsiteX0" fmla="*/ 418310 w 1055296"/>
                <a:gd name="connsiteY0" fmla="*/ 50800 h 965200"/>
                <a:gd name="connsiteX1" fmla="*/ 989810 w 1055296"/>
                <a:gd name="connsiteY1" fmla="*/ 0 h 965200"/>
                <a:gd name="connsiteX2" fmla="*/ 1053310 w 1055296"/>
                <a:gd name="connsiteY2" fmla="*/ 444500 h 965200"/>
                <a:gd name="connsiteX3" fmla="*/ 558010 w 1055296"/>
                <a:gd name="connsiteY3" fmla="*/ 965200 h 965200"/>
                <a:gd name="connsiteX4" fmla="*/ 164310 w 1055296"/>
                <a:gd name="connsiteY4" fmla="*/ 355600 h 965200"/>
                <a:gd name="connsiteX5" fmla="*/ 418310 w 1055296"/>
                <a:gd name="connsiteY5" fmla="*/ 50800 h 965200"/>
                <a:gd name="connsiteX0" fmla="*/ 418310 w 1055296"/>
                <a:gd name="connsiteY0" fmla="*/ 50800 h 965200"/>
                <a:gd name="connsiteX1" fmla="*/ 989810 w 1055296"/>
                <a:gd name="connsiteY1" fmla="*/ 0 h 965200"/>
                <a:gd name="connsiteX2" fmla="*/ 1053310 w 1055296"/>
                <a:gd name="connsiteY2" fmla="*/ 444500 h 965200"/>
                <a:gd name="connsiteX3" fmla="*/ 558010 w 1055296"/>
                <a:gd name="connsiteY3" fmla="*/ 965200 h 965200"/>
                <a:gd name="connsiteX4" fmla="*/ 164310 w 1055296"/>
                <a:gd name="connsiteY4" fmla="*/ 355600 h 965200"/>
                <a:gd name="connsiteX5" fmla="*/ 418310 w 1055296"/>
                <a:gd name="connsiteY5" fmla="*/ 50800 h 965200"/>
                <a:gd name="connsiteX0" fmla="*/ 418310 w 1055296"/>
                <a:gd name="connsiteY0" fmla="*/ 384085 h 1298485"/>
                <a:gd name="connsiteX1" fmla="*/ 989810 w 1055296"/>
                <a:gd name="connsiteY1" fmla="*/ 333285 h 1298485"/>
                <a:gd name="connsiteX2" fmla="*/ 1053310 w 1055296"/>
                <a:gd name="connsiteY2" fmla="*/ 777785 h 1298485"/>
                <a:gd name="connsiteX3" fmla="*/ 558010 w 1055296"/>
                <a:gd name="connsiteY3" fmla="*/ 1298485 h 1298485"/>
                <a:gd name="connsiteX4" fmla="*/ 164310 w 1055296"/>
                <a:gd name="connsiteY4" fmla="*/ 688885 h 1298485"/>
                <a:gd name="connsiteX5" fmla="*/ 418310 w 1055296"/>
                <a:gd name="connsiteY5" fmla="*/ 384085 h 1298485"/>
                <a:gd name="connsiteX0" fmla="*/ 418310 w 1055296"/>
                <a:gd name="connsiteY0" fmla="*/ 476485 h 1390885"/>
                <a:gd name="connsiteX1" fmla="*/ 989810 w 1055296"/>
                <a:gd name="connsiteY1" fmla="*/ 425685 h 1390885"/>
                <a:gd name="connsiteX2" fmla="*/ 1053310 w 1055296"/>
                <a:gd name="connsiteY2" fmla="*/ 870185 h 1390885"/>
                <a:gd name="connsiteX3" fmla="*/ 558010 w 1055296"/>
                <a:gd name="connsiteY3" fmla="*/ 1390885 h 1390885"/>
                <a:gd name="connsiteX4" fmla="*/ 164310 w 1055296"/>
                <a:gd name="connsiteY4" fmla="*/ 781285 h 1390885"/>
                <a:gd name="connsiteX5" fmla="*/ 418310 w 1055296"/>
                <a:gd name="connsiteY5" fmla="*/ 476485 h 1390885"/>
                <a:gd name="connsiteX0" fmla="*/ 418310 w 1135940"/>
                <a:gd name="connsiteY0" fmla="*/ 476485 h 1390885"/>
                <a:gd name="connsiteX1" fmla="*/ 989810 w 1135940"/>
                <a:gd name="connsiteY1" fmla="*/ 425685 h 1390885"/>
                <a:gd name="connsiteX2" fmla="*/ 1053310 w 1135940"/>
                <a:gd name="connsiteY2" fmla="*/ 870185 h 1390885"/>
                <a:gd name="connsiteX3" fmla="*/ 558010 w 1135940"/>
                <a:gd name="connsiteY3" fmla="*/ 1390885 h 1390885"/>
                <a:gd name="connsiteX4" fmla="*/ 164310 w 1135940"/>
                <a:gd name="connsiteY4" fmla="*/ 781285 h 1390885"/>
                <a:gd name="connsiteX5" fmla="*/ 418310 w 1135940"/>
                <a:gd name="connsiteY5" fmla="*/ 476485 h 1390885"/>
                <a:gd name="connsiteX0" fmla="*/ 418310 w 1135940"/>
                <a:gd name="connsiteY0" fmla="*/ 476485 h 1390885"/>
                <a:gd name="connsiteX1" fmla="*/ 989810 w 1135940"/>
                <a:gd name="connsiteY1" fmla="*/ 425685 h 1390885"/>
                <a:gd name="connsiteX2" fmla="*/ 1053310 w 1135940"/>
                <a:gd name="connsiteY2" fmla="*/ 870185 h 1390885"/>
                <a:gd name="connsiteX3" fmla="*/ 558010 w 1135940"/>
                <a:gd name="connsiteY3" fmla="*/ 1390885 h 1390885"/>
                <a:gd name="connsiteX4" fmla="*/ 164310 w 1135940"/>
                <a:gd name="connsiteY4" fmla="*/ 781285 h 1390885"/>
                <a:gd name="connsiteX5" fmla="*/ 418310 w 1135940"/>
                <a:gd name="connsiteY5" fmla="*/ 476485 h 1390885"/>
                <a:gd name="connsiteX0" fmla="*/ 401518 w 1119148"/>
                <a:gd name="connsiteY0" fmla="*/ 476485 h 1808452"/>
                <a:gd name="connsiteX1" fmla="*/ 973018 w 1119148"/>
                <a:gd name="connsiteY1" fmla="*/ 425685 h 1808452"/>
                <a:gd name="connsiteX2" fmla="*/ 1036518 w 1119148"/>
                <a:gd name="connsiteY2" fmla="*/ 870185 h 1808452"/>
                <a:gd name="connsiteX3" fmla="*/ 669000 w 1119148"/>
                <a:gd name="connsiteY3" fmla="*/ 1808452 h 1808452"/>
                <a:gd name="connsiteX4" fmla="*/ 147518 w 1119148"/>
                <a:gd name="connsiteY4" fmla="*/ 781285 h 1808452"/>
                <a:gd name="connsiteX5" fmla="*/ 401518 w 1119148"/>
                <a:gd name="connsiteY5" fmla="*/ 476485 h 1808452"/>
                <a:gd name="connsiteX0" fmla="*/ 401518 w 1071059"/>
                <a:gd name="connsiteY0" fmla="*/ 543905 h 1875872"/>
                <a:gd name="connsiteX1" fmla="*/ 881900 w 1071059"/>
                <a:gd name="connsiteY1" fmla="*/ 333865 h 1875872"/>
                <a:gd name="connsiteX2" fmla="*/ 1036518 w 1071059"/>
                <a:gd name="connsiteY2" fmla="*/ 937605 h 1875872"/>
                <a:gd name="connsiteX3" fmla="*/ 669000 w 1071059"/>
                <a:gd name="connsiteY3" fmla="*/ 1875872 h 1875872"/>
                <a:gd name="connsiteX4" fmla="*/ 147518 w 1071059"/>
                <a:gd name="connsiteY4" fmla="*/ 848705 h 1875872"/>
                <a:gd name="connsiteX5" fmla="*/ 401518 w 1071059"/>
                <a:gd name="connsiteY5" fmla="*/ 543905 h 1875872"/>
                <a:gd name="connsiteX0" fmla="*/ 259378 w 1071059"/>
                <a:gd name="connsiteY0" fmla="*/ 521907 h 1902218"/>
                <a:gd name="connsiteX1" fmla="*/ 881900 w 1071059"/>
                <a:gd name="connsiteY1" fmla="*/ 360211 h 1902218"/>
                <a:gd name="connsiteX2" fmla="*/ 1036518 w 1071059"/>
                <a:gd name="connsiteY2" fmla="*/ 963951 h 1902218"/>
                <a:gd name="connsiteX3" fmla="*/ 669000 w 1071059"/>
                <a:gd name="connsiteY3" fmla="*/ 1902218 h 1902218"/>
                <a:gd name="connsiteX4" fmla="*/ 147518 w 1071059"/>
                <a:gd name="connsiteY4" fmla="*/ 875051 h 1902218"/>
                <a:gd name="connsiteX5" fmla="*/ 259378 w 1071059"/>
                <a:gd name="connsiteY5" fmla="*/ 521907 h 1902218"/>
                <a:gd name="connsiteX0" fmla="*/ 259378 w 1071059"/>
                <a:gd name="connsiteY0" fmla="*/ 441940 h 1822251"/>
                <a:gd name="connsiteX1" fmla="*/ 881900 w 1071059"/>
                <a:gd name="connsiteY1" fmla="*/ 280244 h 1822251"/>
                <a:gd name="connsiteX2" fmla="*/ 1036518 w 1071059"/>
                <a:gd name="connsiteY2" fmla="*/ 883984 h 1822251"/>
                <a:gd name="connsiteX3" fmla="*/ 669000 w 1071059"/>
                <a:gd name="connsiteY3" fmla="*/ 1822251 h 1822251"/>
                <a:gd name="connsiteX4" fmla="*/ 147518 w 1071059"/>
                <a:gd name="connsiteY4" fmla="*/ 795084 h 1822251"/>
                <a:gd name="connsiteX5" fmla="*/ 259378 w 1071059"/>
                <a:gd name="connsiteY5" fmla="*/ 441940 h 1822251"/>
                <a:gd name="connsiteX0" fmla="*/ 259378 w 1071059"/>
                <a:gd name="connsiteY0" fmla="*/ 497486 h 1877797"/>
                <a:gd name="connsiteX1" fmla="*/ 795848 w 1071059"/>
                <a:gd name="connsiteY1" fmla="*/ 233916 h 1877797"/>
                <a:gd name="connsiteX2" fmla="*/ 1036518 w 1071059"/>
                <a:gd name="connsiteY2" fmla="*/ 939530 h 1877797"/>
                <a:gd name="connsiteX3" fmla="*/ 669000 w 1071059"/>
                <a:gd name="connsiteY3" fmla="*/ 1877797 h 1877797"/>
                <a:gd name="connsiteX4" fmla="*/ 147518 w 1071059"/>
                <a:gd name="connsiteY4" fmla="*/ 850630 h 1877797"/>
                <a:gd name="connsiteX5" fmla="*/ 259378 w 1071059"/>
                <a:gd name="connsiteY5" fmla="*/ 497486 h 1877797"/>
                <a:gd name="connsiteX0" fmla="*/ 259378 w 1075570"/>
                <a:gd name="connsiteY0" fmla="*/ 497486 h 1877797"/>
                <a:gd name="connsiteX1" fmla="*/ 795848 w 1075570"/>
                <a:gd name="connsiteY1" fmla="*/ 233916 h 1877797"/>
                <a:gd name="connsiteX2" fmla="*/ 1047390 w 1075570"/>
                <a:gd name="connsiteY2" fmla="*/ 435756 h 1877797"/>
                <a:gd name="connsiteX3" fmla="*/ 669000 w 1075570"/>
                <a:gd name="connsiteY3" fmla="*/ 1877797 h 1877797"/>
                <a:gd name="connsiteX4" fmla="*/ 147518 w 1075570"/>
                <a:gd name="connsiteY4" fmla="*/ 850630 h 1877797"/>
                <a:gd name="connsiteX5" fmla="*/ 259378 w 1075570"/>
                <a:gd name="connsiteY5" fmla="*/ 497486 h 1877797"/>
                <a:gd name="connsiteX0" fmla="*/ 243514 w 1155570"/>
                <a:gd name="connsiteY0" fmla="*/ 497486 h 877706"/>
                <a:gd name="connsiteX1" fmla="*/ 779984 w 1155570"/>
                <a:gd name="connsiteY1" fmla="*/ 233916 h 877706"/>
                <a:gd name="connsiteX2" fmla="*/ 1031526 w 1155570"/>
                <a:gd name="connsiteY2" fmla="*/ 435756 h 877706"/>
                <a:gd name="connsiteX3" fmla="*/ 803097 w 1155570"/>
                <a:gd name="connsiteY3" fmla="*/ 808496 h 877706"/>
                <a:gd name="connsiteX4" fmla="*/ 131654 w 1155570"/>
                <a:gd name="connsiteY4" fmla="*/ 850630 h 877706"/>
                <a:gd name="connsiteX5" fmla="*/ 243514 w 1155570"/>
                <a:gd name="connsiteY5" fmla="*/ 497486 h 877706"/>
                <a:gd name="connsiteX0" fmla="*/ 27827 w 939883"/>
                <a:gd name="connsiteY0" fmla="*/ 497486 h 808496"/>
                <a:gd name="connsiteX1" fmla="*/ 564297 w 939883"/>
                <a:gd name="connsiteY1" fmla="*/ 233916 h 808496"/>
                <a:gd name="connsiteX2" fmla="*/ 815839 w 939883"/>
                <a:gd name="connsiteY2" fmla="*/ 435756 h 808496"/>
                <a:gd name="connsiteX3" fmla="*/ 587410 w 939883"/>
                <a:gd name="connsiteY3" fmla="*/ 808496 h 808496"/>
                <a:gd name="connsiteX4" fmla="*/ 220997 w 939883"/>
                <a:gd name="connsiteY4" fmla="*/ 674436 h 808496"/>
                <a:gd name="connsiteX5" fmla="*/ 27827 w 939883"/>
                <a:gd name="connsiteY5" fmla="*/ 497486 h 808496"/>
                <a:gd name="connsiteX0" fmla="*/ 99347 w 887276"/>
                <a:gd name="connsiteY0" fmla="*/ 412502 h 886548"/>
                <a:gd name="connsiteX1" fmla="*/ 511690 w 887276"/>
                <a:gd name="connsiteY1" fmla="*/ 311968 h 886548"/>
                <a:gd name="connsiteX2" fmla="*/ 763232 w 887276"/>
                <a:gd name="connsiteY2" fmla="*/ 513808 h 886548"/>
                <a:gd name="connsiteX3" fmla="*/ 534803 w 887276"/>
                <a:gd name="connsiteY3" fmla="*/ 886548 h 886548"/>
                <a:gd name="connsiteX4" fmla="*/ 168390 w 887276"/>
                <a:gd name="connsiteY4" fmla="*/ 752488 h 886548"/>
                <a:gd name="connsiteX5" fmla="*/ 99347 w 887276"/>
                <a:gd name="connsiteY5" fmla="*/ 412502 h 886548"/>
                <a:gd name="connsiteX0" fmla="*/ 57691 w 845620"/>
                <a:gd name="connsiteY0" fmla="*/ 412502 h 905384"/>
                <a:gd name="connsiteX1" fmla="*/ 470034 w 845620"/>
                <a:gd name="connsiteY1" fmla="*/ 311968 h 905384"/>
                <a:gd name="connsiteX2" fmla="*/ 721576 w 845620"/>
                <a:gd name="connsiteY2" fmla="*/ 513808 h 905384"/>
                <a:gd name="connsiteX3" fmla="*/ 493147 w 845620"/>
                <a:gd name="connsiteY3" fmla="*/ 886548 h 905384"/>
                <a:gd name="connsiteX4" fmla="*/ 126734 w 845620"/>
                <a:gd name="connsiteY4" fmla="*/ 752488 h 905384"/>
                <a:gd name="connsiteX5" fmla="*/ 57691 w 845620"/>
                <a:gd name="connsiteY5" fmla="*/ 412502 h 905384"/>
                <a:gd name="connsiteX0" fmla="*/ 57691 w 845620"/>
                <a:gd name="connsiteY0" fmla="*/ 412502 h 966637"/>
                <a:gd name="connsiteX1" fmla="*/ 470034 w 845620"/>
                <a:gd name="connsiteY1" fmla="*/ 311968 h 966637"/>
                <a:gd name="connsiteX2" fmla="*/ 721576 w 845620"/>
                <a:gd name="connsiteY2" fmla="*/ 513808 h 966637"/>
                <a:gd name="connsiteX3" fmla="*/ 493147 w 845620"/>
                <a:gd name="connsiteY3" fmla="*/ 886548 h 966637"/>
                <a:gd name="connsiteX4" fmla="*/ 126734 w 845620"/>
                <a:gd name="connsiteY4" fmla="*/ 752488 h 966637"/>
                <a:gd name="connsiteX5" fmla="*/ 57691 w 845620"/>
                <a:gd name="connsiteY5" fmla="*/ 412502 h 966637"/>
                <a:gd name="connsiteX0" fmla="*/ 57691 w 845620"/>
                <a:gd name="connsiteY0" fmla="*/ 358234 h 912369"/>
                <a:gd name="connsiteX1" fmla="*/ 470034 w 845620"/>
                <a:gd name="connsiteY1" fmla="*/ 257700 h 912369"/>
                <a:gd name="connsiteX2" fmla="*/ 721576 w 845620"/>
                <a:gd name="connsiteY2" fmla="*/ 459540 h 912369"/>
                <a:gd name="connsiteX3" fmla="*/ 493147 w 845620"/>
                <a:gd name="connsiteY3" fmla="*/ 832280 h 912369"/>
                <a:gd name="connsiteX4" fmla="*/ 126734 w 845620"/>
                <a:gd name="connsiteY4" fmla="*/ 698220 h 912369"/>
                <a:gd name="connsiteX5" fmla="*/ 57691 w 845620"/>
                <a:gd name="connsiteY5" fmla="*/ 358234 h 912369"/>
                <a:gd name="connsiteX0" fmla="*/ 57691 w 845620"/>
                <a:gd name="connsiteY0" fmla="*/ 364631 h 918766"/>
                <a:gd name="connsiteX1" fmla="*/ 436372 w 845620"/>
                <a:gd name="connsiteY1" fmla="*/ 251801 h 918766"/>
                <a:gd name="connsiteX2" fmla="*/ 721576 w 845620"/>
                <a:gd name="connsiteY2" fmla="*/ 465937 h 918766"/>
                <a:gd name="connsiteX3" fmla="*/ 493147 w 845620"/>
                <a:gd name="connsiteY3" fmla="*/ 838677 h 918766"/>
                <a:gd name="connsiteX4" fmla="*/ 126734 w 845620"/>
                <a:gd name="connsiteY4" fmla="*/ 704617 h 918766"/>
                <a:gd name="connsiteX5" fmla="*/ 57691 w 845620"/>
                <a:gd name="connsiteY5" fmla="*/ 364631 h 918766"/>
                <a:gd name="connsiteX0" fmla="*/ 57691 w 845620"/>
                <a:gd name="connsiteY0" fmla="*/ 364631 h 918766"/>
                <a:gd name="connsiteX1" fmla="*/ 436372 w 845620"/>
                <a:gd name="connsiteY1" fmla="*/ 251801 h 918766"/>
                <a:gd name="connsiteX2" fmla="*/ 721576 w 845620"/>
                <a:gd name="connsiteY2" fmla="*/ 465937 h 918766"/>
                <a:gd name="connsiteX3" fmla="*/ 493147 w 845620"/>
                <a:gd name="connsiteY3" fmla="*/ 838677 h 918766"/>
                <a:gd name="connsiteX4" fmla="*/ 126734 w 845620"/>
                <a:gd name="connsiteY4" fmla="*/ 704617 h 918766"/>
                <a:gd name="connsiteX5" fmla="*/ 57691 w 845620"/>
                <a:gd name="connsiteY5" fmla="*/ 364631 h 918766"/>
                <a:gd name="connsiteX0" fmla="*/ 57691 w 845620"/>
                <a:gd name="connsiteY0" fmla="*/ 364631 h 918766"/>
                <a:gd name="connsiteX1" fmla="*/ 436372 w 845620"/>
                <a:gd name="connsiteY1" fmla="*/ 251801 h 918766"/>
                <a:gd name="connsiteX2" fmla="*/ 721576 w 845620"/>
                <a:gd name="connsiteY2" fmla="*/ 465937 h 918766"/>
                <a:gd name="connsiteX3" fmla="*/ 493147 w 845620"/>
                <a:gd name="connsiteY3" fmla="*/ 838677 h 918766"/>
                <a:gd name="connsiteX4" fmla="*/ 126734 w 845620"/>
                <a:gd name="connsiteY4" fmla="*/ 704617 h 918766"/>
                <a:gd name="connsiteX5" fmla="*/ 57691 w 845620"/>
                <a:gd name="connsiteY5" fmla="*/ 364631 h 918766"/>
                <a:gd name="connsiteX0" fmla="*/ 57691 w 917627"/>
                <a:gd name="connsiteY0" fmla="*/ 364631 h 918766"/>
                <a:gd name="connsiteX1" fmla="*/ 436372 w 917627"/>
                <a:gd name="connsiteY1" fmla="*/ 251801 h 918766"/>
                <a:gd name="connsiteX2" fmla="*/ 721576 w 917627"/>
                <a:gd name="connsiteY2" fmla="*/ 465937 h 918766"/>
                <a:gd name="connsiteX3" fmla="*/ 493147 w 917627"/>
                <a:gd name="connsiteY3" fmla="*/ 838677 h 918766"/>
                <a:gd name="connsiteX4" fmla="*/ 126734 w 917627"/>
                <a:gd name="connsiteY4" fmla="*/ 704617 h 918766"/>
                <a:gd name="connsiteX5" fmla="*/ 57691 w 917627"/>
                <a:gd name="connsiteY5" fmla="*/ 364631 h 918766"/>
                <a:gd name="connsiteX0" fmla="*/ 57691 w 799697"/>
                <a:gd name="connsiteY0" fmla="*/ 364631 h 918766"/>
                <a:gd name="connsiteX1" fmla="*/ 436372 w 799697"/>
                <a:gd name="connsiteY1" fmla="*/ 251801 h 918766"/>
                <a:gd name="connsiteX2" fmla="*/ 721576 w 799697"/>
                <a:gd name="connsiteY2" fmla="*/ 465937 h 918766"/>
                <a:gd name="connsiteX3" fmla="*/ 493147 w 799697"/>
                <a:gd name="connsiteY3" fmla="*/ 838677 h 918766"/>
                <a:gd name="connsiteX4" fmla="*/ 126734 w 799697"/>
                <a:gd name="connsiteY4" fmla="*/ 704617 h 918766"/>
                <a:gd name="connsiteX5" fmla="*/ 57691 w 799697"/>
                <a:gd name="connsiteY5" fmla="*/ 364631 h 918766"/>
                <a:gd name="connsiteX0" fmla="*/ 65803 w 788752"/>
                <a:gd name="connsiteY0" fmla="*/ 359423 h 923546"/>
                <a:gd name="connsiteX1" fmla="*/ 425427 w 788752"/>
                <a:gd name="connsiteY1" fmla="*/ 256581 h 923546"/>
                <a:gd name="connsiteX2" fmla="*/ 710631 w 788752"/>
                <a:gd name="connsiteY2" fmla="*/ 470717 h 923546"/>
                <a:gd name="connsiteX3" fmla="*/ 482202 w 788752"/>
                <a:gd name="connsiteY3" fmla="*/ 843457 h 923546"/>
                <a:gd name="connsiteX4" fmla="*/ 115789 w 788752"/>
                <a:gd name="connsiteY4" fmla="*/ 709397 h 923546"/>
                <a:gd name="connsiteX5" fmla="*/ 65803 w 788752"/>
                <a:gd name="connsiteY5" fmla="*/ 359423 h 923546"/>
                <a:gd name="connsiteX0" fmla="*/ 65803 w 788752"/>
                <a:gd name="connsiteY0" fmla="*/ 338595 h 902718"/>
                <a:gd name="connsiteX1" fmla="*/ 425427 w 788752"/>
                <a:gd name="connsiteY1" fmla="*/ 235753 h 902718"/>
                <a:gd name="connsiteX2" fmla="*/ 710631 w 788752"/>
                <a:gd name="connsiteY2" fmla="*/ 449889 h 902718"/>
                <a:gd name="connsiteX3" fmla="*/ 482202 w 788752"/>
                <a:gd name="connsiteY3" fmla="*/ 822629 h 902718"/>
                <a:gd name="connsiteX4" fmla="*/ 115789 w 788752"/>
                <a:gd name="connsiteY4" fmla="*/ 688569 h 902718"/>
                <a:gd name="connsiteX5" fmla="*/ 65803 w 788752"/>
                <a:gd name="connsiteY5" fmla="*/ 338595 h 902718"/>
                <a:gd name="connsiteX0" fmla="*/ 65803 w 761655"/>
                <a:gd name="connsiteY0" fmla="*/ 338595 h 1029873"/>
                <a:gd name="connsiteX1" fmla="*/ 425427 w 761655"/>
                <a:gd name="connsiteY1" fmla="*/ 235753 h 1029873"/>
                <a:gd name="connsiteX2" fmla="*/ 710631 w 761655"/>
                <a:gd name="connsiteY2" fmla="*/ 449889 h 1029873"/>
                <a:gd name="connsiteX3" fmla="*/ 404437 w 761655"/>
                <a:gd name="connsiteY3" fmla="*/ 1020782 h 1029873"/>
                <a:gd name="connsiteX4" fmla="*/ 115789 w 761655"/>
                <a:gd name="connsiteY4" fmla="*/ 688569 h 1029873"/>
                <a:gd name="connsiteX5" fmla="*/ 65803 w 761655"/>
                <a:gd name="connsiteY5" fmla="*/ 338595 h 1029873"/>
                <a:gd name="connsiteX0" fmla="*/ 65803 w 716384"/>
                <a:gd name="connsiteY0" fmla="*/ 338595 h 1029873"/>
                <a:gd name="connsiteX1" fmla="*/ 425427 w 716384"/>
                <a:gd name="connsiteY1" fmla="*/ 235753 h 1029873"/>
                <a:gd name="connsiteX2" fmla="*/ 641964 w 716384"/>
                <a:gd name="connsiteY2" fmla="*/ 498799 h 1029873"/>
                <a:gd name="connsiteX3" fmla="*/ 404437 w 716384"/>
                <a:gd name="connsiteY3" fmla="*/ 1020782 h 1029873"/>
                <a:gd name="connsiteX4" fmla="*/ 115789 w 716384"/>
                <a:gd name="connsiteY4" fmla="*/ 688569 h 1029873"/>
                <a:gd name="connsiteX5" fmla="*/ 65803 w 716384"/>
                <a:gd name="connsiteY5" fmla="*/ 338595 h 1029873"/>
                <a:gd name="connsiteX0" fmla="*/ 65803 w 716384"/>
                <a:gd name="connsiteY0" fmla="*/ 338595 h 1029873"/>
                <a:gd name="connsiteX1" fmla="*/ 425427 w 716384"/>
                <a:gd name="connsiteY1" fmla="*/ 235753 h 1029873"/>
                <a:gd name="connsiteX2" fmla="*/ 641964 w 716384"/>
                <a:gd name="connsiteY2" fmla="*/ 498799 h 1029873"/>
                <a:gd name="connsiteX3" fmla="*/ 404437 w 716384"/>
                <a:gd name="connsiteY3" fmla="*/ 1020782 h 1029873"/>
                <a:gd name="connsiteX4" fmla="*/ 115789 w 716384"/>
                <a:gd name="connsiteY4" fmla="*/ 688569 h 1029873"/>
                <a:gd name="connsiteX5" fmla="*/ 65803 w 716384"/>
                <a:gd name="connsiteY5" fmla="*/ 338595 h 1029873"/>
                <a:gd name="connsiteX0" fmla="*/ 65803 w 716384"/>
                <a:gd name="connsiteY0" fmla="*/ 331981 h 1023259"/>
                <a:gd name="connsiteX1" fmla="*/ 473398 w 716384"/>
                <a:gd name="connsiteY1" fmla="*/ 241369 h 1023259"/>
                <a:gd name="connsiteX2" fmla="*/ 641964 w 716384"/>
                <a:gd name="connsiteY2" fmla="*/ 492185 h 1023259"/>
                <a:gd name="connsiteX3" fmla="*/ 404437 w 716384"/>
                <a:gd name="connsiteY3" fmla="*/ 1014168 h 1023259"/>
                <a:gd name="connsiteX4" fmla="*/ 115789 w 716384"/>
                <a:gd name="connsiteY4" fmla="*/ 681955 h 1023259"/>
                <a:gd name="connsiteX5" fmla="*/ 65803 w 716384"/>
                <a:gd name="connsiteY5" fmla="*/ 331981 h 1023259"/>
                <a:gd name="connsiteX0" fmla="*/ 65803 w 716384"/>
                <a:gd name="connsiteY0" fmla="*/ 331981 h 1023259"/>
                <a:gd name="connsiteX1" fmla="*/ 473398 w 716384"/>
                <a:gd name="connsiteY1" fmla="*/ 241369 h 1023259"/>
                <a:gd name="connsiteX2" fmla="*/ 641964 w 716384"/>
                <a:gd name="connsiteY2" fmla="*/ 492185 h 1023259"/>
                <a:gd name="connsiteX3" fmla="*/ 404437 w 716384"/>
                <a:gd name="connsiteY3" fmla="*/ 1014168 h 1023259"/>
                <a:gd name="connsiteX4" fmla="*/ 115789 w 716384"/>
                <a:gd name="connsiteY4" fmla="*/ 681955 h 1023259"/>
                <a:gd name="connsiteX5" fmla="*/ 65803 w 716384"/>
                <a:gd name="connsiteY5" fmla="*/ 331981 h 1023259"/>
                <a:gd name="connsiteX0" fmla="*/ 65803 w 846096"/>
                <a:gd name="connsiteY0" fmla="*/ 331981 h 1023259"/>
                <a:gd name="connsiteX1" fmla="*/ 473398 w 846096"/>
                <a:gd name="connsiteY1" fmla="*/ 241369 h 1023259"/>
                <a:gd name="connsiteX2" fmla="*/ 641964 w 846096"/>
                <a:gd name="connsiteY2" fmla="*/ 492185 h 1023259"/>
                <a:gd name="connsiteX3" fmla="*/ 404437 w 846096"/>
                <a:gd name="connsiteY3" fmla="*/ 1014168 h 1023259"/>
                <a:gd name="connsiteX4" fmla="*/ 115789 w 846096"/>
                <a:gd name="connsiteY4" fmla="*/ 681955 h 1023259"/>
                <a:gd name="connsiteX5" fmla="*/ 65803 w 846096"/>
                <a:gd name="connsiteY5" fmla="*/ 331981 h 1023259"/>
                <a:gd name="connsiteX0" fmla="*/ 65803 w 659717"/>
                <a:gd name="connsiteY0" fmla="*/ 331981 h 1023259"/>
                <a:gd name="connsiteX1" fmla="*/ 473398 w 659717"/>
                <a:gd name="connsiteY1" fmla="*/ 241369 h 1023259"/>
                <a:gd name="connsiteX2" fmla="*/ 641964 w 659717"/>
                <a:gd name="connsiteY2" fmla="*/ 492185 h 1023259"/>
                <a:gd name="connsiteX3" fmla="*/ 623051 w 659717"/>
                <a:gd name="connsiteY3" fmla="*/ 847102 h 1023259"/>
                <a:gd name="connsiteX4" fmla="*/ 404437 w 659717"/>
                <a:gd name="connsiteY4" fmla="*/ 1014168 h 1023259"/>
                <a:gd name="connsiteX5" fmla="*/ 115789 w 659717"/>
                <a:gd name="connsiteY5" fmla="*/ 681955 h 1023259"/>
                <a:gd name="connsiteX6" fmla="*/ 65803 w 659717"/>
                <a:gd name="connsiteY6" fmla="*/ 331981 h 1023259"/>
                <a:gd name="connsiteX0" fmla="*/ 65803 w 839877"/>
                <a:gd name="connsiteY0" fmla="*/ 331981 h 1023259"/>
                <a:gd name="connsiteX1" fmla="*/ 473398 w 839877"/>
                <a:gd name="connsiteY1" fmla="*/ 241369 h 1023259"/>
                <a:gd name="connsiteX2" fmla="*/ 641964 w 839877"/>
                <a:gd name="connsiteY2" fmla="*/ 492185 h 1023259"/>
                <a:gd name="connsiteX3" fmla="*/ 623051 w 839877"/>
                <a:gd name="connsiteY3" fmla="*/ 847102 h 1023259"/>
                <a:gd name="connsiteX4" fmla="*/ 404437 w 839877"/>
                <a:gd name="connsiteY4" fmla="*/ 1014168 h 1023259"/>
                <a:gd name="connsiteX5" fmla="*/ 115789 w 839877"/>
                <a:gd name="connsiteY5" fmla="*/ 681955 h 1023259"/>
                <a:gd name="connsiteX6" fmla="*/ 65803 w 839877"/>
                <a:gd name="connsiteY6" fmla="*/ 331981 h 1023259"/>
                <a:gd name="connsiteX0" fmla="*/ 65803 w 839877"/>
                <a:gd name="connsiteY0" fmla="*/ 331981 h 998613"/>
                <a:gd name="connsiteX1" fmla="*/ 473398 w 839877"/>
                <a:gd name="connsiteY1" fmla="*/ 241369 h 998613"/>
                <a:gd name="connsiteX2" fmla="*/ 641964 w 839877"/>
                <a:gd name="connsiteY2" fmla="*/ 492185 h 998613"/>
                <a:gd name="connsiteX3" fmla="*/ 623051 w 839877"/>
                <a:gd name="connsiteY3" fmla="*/ 847102 h 998613"/>
                <a:gd name="connsiteX4" fmla="*/ 416980 w 839877"/>
                <a:gd name="connsiteY4" fmla="*/ 985010 h 998613"/>
                <a:gd name="connsiteX5" fmla="*/ 115789 w 839877"/>
                <a:gd name="connsiteY5" fmla="*/ 681955 h 998613"/>
                <a:gd name="connsiteX6" fmla="*/ 65803 w 839877"/>
                <a:gd name="connsiteY6" fmla="*/ 331981 h 998613"/>
                <a:gd name="connsiteX0" fmla="*/ 65803 w 839877"/>
                <a:gd name="connsiteY0" fmla="*/ 331981 h 998613"/>
                <a:gd name="connsiteX1" fmla="*/ 473398 w 839877"/>
                <a:gd name="connsiteY1" fmla="*/ 241369 h 998613"/>
                <a:gd name="connsiteX2" fmla="*/ 641964 w 839877"/>
                <a:gd name="connsiteY2" fmla="*/ 492185 h 998613"/>
                <a:gd name="connsiteX3" fmla="*/ 623051 w 839877"/>
                <a:gd name="connsiteY3" fmla="*/ 847102 h 998613"/>
                <a:gd name="connsiteX4" fmla="*/ 416980 w 839877"/>
                <a:gd name="connsiteY4" fmla="*/ 985010 h 998613"/>
                <a:gd name="connsiteX5" fmla="*/ 115789 w 839877"/>
                <a:gd name="connsiteY5" fmla="*/ 681955 h 998613"/>
                <a:gd name="connsiteX6" fmla="*/ 65803 w 839877"/>
                <a:gd name="connsiteY6" fmla="*/ 331981 h 998613"/>
                <a:gd name="connsiteX0" fmla="*/ 140391 w 914465"/>
                <a:gd name="connsiteY0" fmla="*/ 331981 h 1026030"/>
                <a:gd name="connsiteX1" fmla="*/ 547986 w 914465"/>
                <a:gd name="connsiteY1" fmla="*/ 241369 h 1026030"/>
                <a:gd name="connsiteX2" fmla="*/ 716552 w 914465"/>
                <a:gd name="connsiteY2" fmla="*/ 492185 h 1026030"/>
                <a:gd name="connsiteX3" fmla="*/ 697639 w 914465"/>
                <a:gd name="connsiteY3" fmla="*/ 847102 h 1026030"/>
                <a:gd name="connsiteX4" fmla="*/ 491568 w 914465"/>
                <a:gd name="connsiteY4" fmla="*/ 985010 h 1026030"/>
                <a:gd name="connsiteX5" fmla="*/ 70290 w 914465"/>
                <a:gd name="connsiteY5" fmla="*/ 772249 h 1026030"/>
                <a:gd name="connsiteX6" fmla="*/ 140391 w 914465"/>
                <a:gd name="connsiteY6" fmla="*/ 331981 h 1026030"/>
                <a:gd name="connsiteX0" fmla="*/ 140391 w 914465"/>
                <a:gd name="connsiteY0" fmla="*/ 331981 h 995547"/>
                <a:gd name="connsiteX1" fmla="*/ 547986 w 914465"/>
                <a:gd name="connsiteY1" fmla="*/ 241369 h 995547"/>
                <a:gd name="connsiteX2" fmla="*/ 716552 w 914465"/>
                <a:gd name="connsiteY2" fmla="*/ 492185 h 995547"/>
                <a:gd name="connsiteX3" fmla="*/ 697639 w 914465"/>
                <a:gd name="connsiteY3" fmla="*/ 847102 h 995547"/>
                <a:gd name="connsiteX4" fmla="*/ 491568 w 914465"/>
                <a:gd name="connsiteY4" fmla="*/ 985010 h 995547"/>
                <a:gd name="connsiteX5" fmla="*/ 70290 w 914465"/>
                <a:gd name="connsiteY5" fmla="*/ 772249 h 995547"/>
                <a:gd name="connsiteX6" fmla="*/ 140391 w 914465"/>
                <a:gd name="connsiteY6" fmla="*/ 331981 h 995547"/>
                <a:gd name="connsiteX0" fmla="*/ 124524 w 920236"/>
                <a:gd name="connsiteY0" fmla="*/ 385023 h 957037"/>
                <a:gd name="connsiteX1" fmla="*/ 553757 w 920236"/>
                <a:gd name="connsiteY1" fmla="*/ 202859 h 957037"/>
                <a:gd name="connsiteX2" fmla="*/ 722323 w 920236"/>
                <a:gd name="connsiteY2" fmla="*/ 453675 h 957037"/>
                <a:gd name="connsiteX3" fmla="*/ 703410 w 920236"/>
                <a:gd name="connsiteY3" fmla="*/ 808592 h 957037"/>
                <a:gd name="connsiteX4" fmla="*/ 497339 w 920236"/>
                <a:gd name="connsiteY4" fmla="*/ 946500 h 957037"/>
                <a:gd name="connsiteX5" fmla="*/ 76061 w 920236"/>
                <a:gd name="connsiteY5" fmla="*/ 733739 h 957037"/>
                <a:gd name="connsiteX6" fmla="*/ 124524 w 920236"/>
                <a:gd name="connsiteY6" fmla="*/ 385023 h 957037"/>
                <a:gd name="connsiteX0" fmla="*/ 138979 w 914937"/>
                <a:gd name="connsiteY0" fmla="*/ 366321 h 969060"/>
                <a:gd name="connsiteX1" fmla="*/ 548458 w 914937"/>
                <a:gd name="connsiteY1" fmla="*/ 214882 h 969060"/>
                <a:gd name="connsiteX2" fmla="*/ 717024 w 914937"/>
                <a:gd name="connsiteY2" fmla="*/ 465698 h 969060"/>
                <a:gd name="connsiteX3" fmla="*/ 698111 w 914937"/>
                <a:gd name="connsiteY3" fmla="*/ 820615 h 969060"/>
                <a:gd name="connsiteX4" fmla="*/ 492040 w 914937"/>
                <a:gd name="connsiteY4" fmla="*/ 958523 h 969060"/>
                <a:gd name="connsiteX5" fmla="*/ 70762 w 914937"/>
                <a:gd name="connsiteY5" fmla="*/ 745762 h 969060"/>
                <a:gd name="connsiteX6" fmla="*/ 138979 w 914937"/>
                <a:gd name="connsiteY6" fmla="*/ 366321 h 969060"/>
                <a:gd name="connsiteX0" fmla="*/ 138979 w 914937"/>
                <a:gd name="connsiteY0" fmla="*/ 395581 h 998320"/>
                <a:gd name="connsiteX1" fmla="*/ 548458 w 914937"/>
                <a:gd name="connsiteY1" fmla="*/ 244142 h 998320"/>
                <a:gd name="connsiteX2" fmla="*/ 717024 w 914937"/>
                <a:gd name="connsiteY2" fmla="*/ 494958 h 998320"/>
                <a:gd name="connsiteX3" fmla="*/ 698111 w 914937"/>
                <a:gd name="connsiteY3" fmla="*/ 849875 h 998320"/>
                <a:gd name="connsiteX4" fmla="*/ 492040 w 914937"/>
                <a:gd name="connsiteY4" fmla="*/ 987783 h 998320"/>
                <a:gd name="connsiteX5" fmla="*/ 70762 w 914937"/>
                <a:gd name="connsiteY5" fmla="*/ 775022 h 998320"/>
                <a:gd name="connsiteX6" fmla="*/ 138979 w 914937"/>
                <a:gd name="connsiteY6" fmla="*/ 395581 h 998320"/>
                <a:gd name="connsiteX0" fmla="*/ 174943 w 950901"/>
                <a:gd name="connsiteY0" fmla="*/ 395581 h 998320"/>
                <a:gd name="connsiteX1" fmla="*/ 584422 w 950901"/>
                <a:gd name="connsiteY1" fmla="*/ 244142 h 998320"/>
                <a:gd name="connsiteX2" fmla="*/ 752988 w 950901"/>
                <a:gd name="connsiteY2" fmla="*/ 494958 h 998320"/>
                <a:gd name="connsiteX3" fmla="*/ 734075 w 950901"/>
                <a:gd name="connsiteY3" fmla="*/ 849875 h 998320"/>
                <a:gd name="connsiteX4" fmla="*/ 528004 w 950901"/>
                <a:gd name="connsiteY4" fmla="*/ 987783 h 998320"/>
                <a:gd name="connsiteX5" fmla="*/ 106726 w 950901"/>
                <a:gd name="connsiteY5" fmla="*/ 775022 h 998320"/>
                <a:gd name="connsiteX6" fmla="*/ 174943 w 950901"/>
                <a:gd name="connsiteY6" fmla="*/ 395581 h 998320"/>
                <a:gd name="connsiteX0" fmla="*/ 205514 w 981472"/>
                <a:gd name="connsiteY0" fmla="*/ 395581 h 998320"/>
                <a:gd name="connsiteX1" fmla="*/ 614993 w 981472"/>
                <a:gd name="connsiteY1" fmla="*/ 244142 h 998320"/>
                <a:gd name="connsiteX2" fmla="*/ 783559 w 981472"/>
                <a:gd name="connsiteY2" fmla="*/ 494958 h 998320"/>
                <a:gd name="connsiteX3" fmla="*/ 764646 w 981472"/>
                <a:gd name="connsiteY3" fmla="*/ 849875 h 998320"/>
                <a:gd name="connsiteX4" fmla="*/ 558575 w 981472"/>
                <a:gd name="connsiteY4" fmla="*/ 987783 h 998320"/>
                <a:gd name="connsiteX5" fmla="*/ 137297 w 981472"/>
                <a:gd name="connsiteY5" fmla="*/ 775022 h 998320"/>
                <a:gd name="connsiteX6" fmla="*/ 205514 w 981472"/>
                <a:gd name="connsiteY6" fmla="*/ 395581 h 998320"/>
                <a:gd name="connsiteX0" fmla="*/ 203182 w 982904"/>
                <a:gd name="connsiteY0" fmla="*/ 415154 h 983091"/>
                <a:gd name="connsiteX1" fmla="*/ 616425 w 982904"/>
                <a:gd name="connsiteY1" fmla="*/ 228913 h 983091"/>
                <a:gd name="connsiteX2" fmla="*/ 784991 w 982904"/>
                <a:gd name="connsiteY2" fmla="*/ 479729 h 983091"/>
                <a:gd name="connsiteX3" fmla="*/ 766078 w 982904"/>
                <a:gd name="connsiteY3" fmla="*/ 834646 h 983091"/>
                <a:gd name="connsiteX4" fmla="*/ 560007 w 982904"/>
                <a:gd name="connsiteY4" fmla="*/ 972554 h 983091"/>
                <a:gd name="connsiteX5" fmla="*/ 138729 w 982904"/>
                <a:gd name="connsiteY5" fmla="*/ 759793 h 983091"/>
                <a:gd name="connsiteX6" fmla="*/ 203182 w 982904"/>
                <a:gd name="connsiteY6" fmla="*/ 415154 h 983091"/>
                <a:gd name="connsiteX0" fmla="*/ 203182 w 982904"/>
                <a:gd name="connsiteY0" fmla="*/ 439435 h 1007372"/>
                <a:gd name="connsiteX1" fmla="*/ 616425 w 982904"/>
                <a:gd name="connsiteY1" fmla="*/ 253194 h 1007372"/>
                <a:gd name="connsiteX2" fmla="*/ 784991 w 982904"/>
                <a:gd name="connsiteY2" fmla="*/ 504010 h 1007372"/>
                <a:gd name="connsiteX3" fmla="*/ 766078 w 982904"/>
                <a:gd name="connsiteY3" fmla="*/ 858927 h 1007372"/>
                <a:gd name="connsiteX4" fmla="*/ 560007 w 982904"/>
                <a:gd name="connsiteY4" fmla="*/ 996835 h 1007372"/>
                <a:gd name="connsiteX5" fmla="*/ 138729 w 982904"/>
                <a:gd name="connsiteY5" fmla="*/ 784074 h 1007372"/>
                <a:gd name="connsiteX6" fmla="*/ 203182 w 982904"/>
                <a:gd name="connsiteY6" fmla="*/ 439435 h 1007372"/>
                <a:gd name="connsiteX0" fmla="*/ 203860 w 983582"/>
                <a:gd name="connsiteY0" fmla="*/ 439435 h 1007372"/>
                <a:gd name="connsiteX1" fmla="*/ 617103 w 983582"/>
                <a:gd name="connsiteY1" fmla="*/ 253194 h 1007372"/>
                <a:gd name="connsiteX2" fmla="*/ 785669 w 983582"/>
                <a:gd name="connsiteY2" fmla="*/ 504010 h 1007372"/>
                <a:gd name="connsiteX3" fmla="*/ 766756 w 983582"/>
                <a:gd name="connsiteY3" fmla="*/ 858927 h 1007372"/>
                <a:gd name="connsiteX4" fmla="*/ 560685 w 983582"/>
                <a:gd name="connsiteY4" fmla="*/ 996835 h 1007372"/>
                <a:gd name="connsiteX5" fmla="*/ 139407 w 983582"/>
                <a:gd name="connsiteY5" fmla="*/ 784074 h 1007372"/>
                <a:gd name="connsiteX6" fmla="*/ 203860 w 983582"/>
                <a:gd name="connsiteY6" fmla="*/ 439435 h 1007372"/>
                <a:gd name="connsiteX0" fmla="*/ 165065 w 944787"/>
                <a:gd name="connsiteY0" fmla="*/ 439435 h 1007372"/>
                <a:gd name="connsiteX1" fmla="*/ 578308 w 944787"/>
                <a:gd name="connsiteY1" fmla="*/ 253194 h 1007372"/>
                <a:gd name="connsiteX2" fmla="*/ 746874 w 944787"/>
                <a:gd name="connsiteY2" fmla="*/ 504010 h 1007372"/>
                <a:gd name="connsiteX3" fmla="*/ 727961 w 944787"/>
                <a:gd name="connsiteY3" fmla="*/ 858927 h 1007372"/>
                <a:gd name="connsiteX4" fmla="*/ 521890 w 944787"/>
                <a:gd name="connsiteY4" fmla="*/ 996835 h 1007372"/>
                <a:gd name="connsiteX5" fmla="*/ 100612 w 944787"/>
                <a:gd name="connsiteY5" fmla="*/ 784074 h 1007372"/>
                <a:gd name="connsiteX6" fmla="*/ 165065 w 944787"/>
                <a:gd name="connsiteY6" fmla="*/ 439435 h 1007372"/>
                <a:gd name="connsiteX0" fmla="*/ 167589 w 947311"/>
                <a:gd name="connsiteY0" fmla="*/ 439435 h 1007372"/>
                <a:gd name="connsiteX1" fmla="*/ 580832 w 947311"/>
                <a:gd name="connsiteY1" fmla="*/ 253194 h 1007372"/>
                <a:gd name="connsiteX2" fmla="*/ 749398 w 947311"/>
                <a:gd name="connsiteY2" fmla="*/ 504010 h 1007372"/>
                <a:gd name="connsiteX3" fmla="*/ 730485 w 947311"/>
                <a:gd name="connsiteY3" fmla="*/ 858927 h 1007372"/>
                <a:gd name="connsiteX4" fmla="*/ 524414 w 947311"/>
                <a:gd name="connsiteY4" fmla="*/ 996835 h 1007372"/>
                <a:gd name="connsiteX5" fmla="*/ 103136 w 947311"/>
                <a:gd name="connsiteY5" fmla="*/ 784074 h 1007372"/>
                <a:gd name="connsiteX6" fmla="*/ 167589 w 947311"/>
                <a:gd name="connsiteY6" fmla="*/ 439435 h 1007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47311" h="1007372">
                  <a:moveTo>
                    <a:pt x="167589" y="439435"/>
                  </a:moveTo>
                  <a:cubicBezTo>
                    <a:pt x="60532" y="-155148"/>
                    <a:pt x="542732" y="-72773"/>
                    <a:pt x="580832" y="253194"/>
                  </a:cubicBezTo>
                  <a:cubicBezTo>
                    <a:pt x="757922" y="329190"/>
                    <a:pt x="751652" y="320035"/>
                    <a:pt x="749398" y="504010"/>
                  </a:cubicBezTo>
                  <a:cubicBezTo>
                    <a:pt x="1185855" y="674117"/>
                    <a:pt x="770073" y="771930"/>
                    <a:pt x="730485" y="858927"/>
                  </a:cubicBezTo>
                  <a:cubicBezTo>
                    <a:pt x="690897" y="945924"/>
                    <a:pt x="565847" y="999745"/>
                    <a:pt x="524414" y="996835"/>
                  </a:cubicBezTo>
                  <a:cubicBezTo>
                    <a:pt x="478345" y="1018452"/>
                    <a:pt x="174884" y="1030439"/>
                    <a:pt x="103136" y="784074"/>
                  </a:cubicBezTo>
                  <a:cubicBezTo>
                    <a:pt x="-32502" y="593847"/>
                    <a:pt x="-56601" y="507167"/>
                    <a:pt x="167589" y="439435"/>
                  </a:cubicBezTo>
                  <a:close/>
                </a:path>
              </a:pathLst>
            </a:custGeom>
            <a:solidFill>
              <a:srgbClr val="769324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4">
              <a:extLst>
                <a:ext uri="{FF2B5EF4-FFF2-40B4-BE49-F238E27FC236}">
                  <a16:creationId xmlns:a16="http://schemas.microsoft.com/office/drawing/2014/main" id="{BC394A01-4F53-A885-90B1-34AC44BAE7F9}"/>
                </a:ext>
              </a:extLst>
            </p:cNvPr>
            <p:cNvSpPr/>
            <p:nvPr/>
          </p:nvSpPr>
          <p:spPr>
            <a:xfrm rot="20782659" flipH="1">
              <a:off x="5016155" y="845297"/>
              <a:ext cx="1151773" cy="1318189"/>
            </a:xfrm>
            <a:custGeom>
              <a:avLst/>
              <a:gdLst>
                <a:gd name="connsiteX0" fmla="*/ 0 w 457200"/>
                <a:gd name="connsiteY0" fmla="*/ 0 h 736600"/>
                <a:gd name="connsiteX1" fmla="*/ 457200 w 457200"/>
                <a:gd name="connsiteY1" fmla="*/ 0 h 736600"/>
                <a:gd name="connsiteX2" fmla="*/ 457200 w 457200"/>
                <a:gd name="connsiteY2" fmla="*/ 736600 h 736600"/>
                <a:gd name="connsiteX3" fmla="*/ 0 w 457200"/>
                <a:gd name="connsiteY3" fmla="*/ 736600 h 736600"/>
                <a:gd name="connsiteX4" fmla="*/ 0 w 457200"/>
                <a:gd name="connsiteY4" fmla="*/ 0 h 736600"/>
                <a:gd name="connsiteX0" fmla="*/ 12700 w 457200"/>
                <a:gd name="connsiteY0" fmla="*/ 0 h 800100"/>
                <a:gd name="connsiteX1" fmla="*/ 457200 w 457200"/>
                <a:gd name="connsiteY1" fmla="*/ 63500 h 800100"/>
                <a:gd name="connsiteX2" fmla="*/ 457200 w 457200"/>
                <a:gd name="connsiteY2" fmla="*/ 800100 h 800100"/>
                <a:gd name="connsiteX3" fmla="*/ 0 w 457200"/>
                <a:gd name="connsiteY3" fmla="*/ 800100 h 800100"/>
                <a:gd name="connsiteX4" fmla="*/ 12700 w 457200"/>
                <a:gd name="connsiteY4" fmla="*/ 0 h 800100"/>
                <a:gd name="connsiteX0" fmla="*/ 12700 w 584200"/>
                <a:gd name="connsiteY0" fmla="*/ 50800 h 850900"/>
                <a:gd name="connsiteX1" fmla="*/ 584200 w 584200"/>
                <a:gd name="connsiteY1" fmla="*/ 0 h 850900"/>
                <a:gd name="connsiteX2" fmla="*/ 457200 w 584200"/>
                <a:gd name="connsiteY2" fmla="*/ 850900 h 850900"/>
                <a:gd name="connsiteX3" fmla="*/ 0 w 584200"/>
                <a:gd name="connsiteY3" fmla="*/ 850900 h 850900"/>
                <a:gd name="connsiteX4" fmla="*/ 12700 w 584200"/>
                <a:gd name="connsiteY4" fmla="*/ 50800 h 850900"/>
                <a:gd name="connsiteX0" fmla="*/ 12700 w 649686"/>
                <a:gd name="connsiteY0" fmla="*/ 50800 h 850900"/>
                <a:gd name="connsiteX1" fmla="*/ 584200 w 649686"/>
                <a:gd name="connsiteY1" fmla="*/ 0 h 850900"/>
                <a:gd name="connsiteX2" fmla="*/ 647700 w 649686"/>
                <a:gd name="connsiteY2" fmla="*/ 444500 h 850900"/>
                <a:gd name="connsiteX3" fmla="*/ 457200 w 649686"/>
                <a:gd name="connsiteY3" fmla="*/ 850900 h 850900"/>
                <a:gd name="connsiteX4" fmla="*/ 0 w 649686"/>
                <a:gd name="connsiteY4" fmla="*/ 850900 h 850900"/>
                <a:gd name="connsiteX5" fmla="*/ 12700 w 649686"/>
                <a:gd name="connsiteY5" fmla="*/ 50800 h 850900"/>
                <a:gd name="connsiteX0" fmla="*/ 12700 w 649686"/>
                <a:gd name="connsiteY0" fmla="*/ 50800 h 965200"/>
                <a:gd name="connsiteX1" fmla="*/ 584200 w 649686"/>
                <a:gd name="connsiteY1" fmla="*/ 0 h 965200"/>
                <a:gd name="connsiteX2" fmla="*/ 647700 w 649686"/>
                <a:gd name="connsiteY2" fmla="*/ 444500 h 965200"/>
                <a:gd name="connsiteX3" fmla="*/ 152400 w 649686"/>
                <a:gd name="connsiteY3" fmla="*/ 965200 h 965200"/>
                <a:gd name="connsiteX4" fmla="*/ 0 w 649686"/>
                <a:gd name="connsiteY4" fmla="*/ 850900 h 965200"/>
                <a:gd name="connsiteX5" fmla="*/ 12700 w 649686"/>
                <a:gd name="connsiteY5" fmla="*/ 50800 h 965200"/>
                <a:gd name="connsiteX0" fmla="*/ 254000 w 890986"/>
                <a:gd name="connsiteY0" fmla="*/ 50800 h 965200"/>
                <a:gd name="connsiteX1" fmla="*/ 825500 w 890986"/>
                <a:gd name="connsiteY1" fmla="*/ 0 h 965200"/>
                <a:gd name="connsiteX2" fmla="*/ 889000 w 890986"/>
                <a:gd name="connsiteY2" fmla="*/ 444500 h 965200"/>
                <a:gd name="connsiteX3" fmla="*/ 393700 w 890986"/>
                <a:gd name="connsiteY3" fmla="*/ 965200 h 965200"/>
                <a:gd name="connsiteX4" fmla="*/ 0 w 890986"/>
                <a:gd name="connsiteY4" fmla="*/ 355600 h 965200"/>
                <a:gd name="connsiteX5" fmla="*/ 254000 w 890986"/>
                <a:gd name="connsiteY5" fmla="*/ 50800 h 965200"/>
                <a:gd name="connsiteX0" fmla="*/ 418310 w 1055296"/>
                <a:gd name="connsiteY0" fmla="*/ 50800 h 965200"/>
                <a:gd name="connsiteX1" fmla="*/ 989810 w 1055296"/>
                <a:gd name="connsiteY1" fmla="*/ 0 h 965200"/>
                <a:gd name="connsiteX2" fmla="*/ 1053310 w 1055296"/>
                <a:gd name="connsiteY2" fmla="*/ 444500 h 965200"/>
                <a:gd name="connsiteX3" fmla="*/ 558010 w 1055296"/>
                <a:gd name="connsiteY3" fmla="*/ 965200 h 965200"/>
                <a:gd name="connsiteX4" fmla="*/ 164310 w 1055296"/>
                <a:gd name="connsiteY4" fmla="*/ 355600 h 965200"/>
                <a:gd name="connsiteX5" fmla="*/ 418310 w 1055296"/>
                <a:gd name="connsiteY5" fmla="*/ 50800 h 965200"/>
                <a:gd name="connsiteX0" fmla="*/ 418310 w 1055296"/>
                <a:gd name="connsiteY0" fmla="*/ 50800 h 965200"/>
                <a:gd name="connsiteX1" fmla="*/ 989810 w 1055296"/>
                <a:gd name="connsiteY1" fmla="*/ 0 h 965200"/>
                <a:gd name="connsiteX2" fmla="*/ 1053310 w 1055296"/>
                <a:gd name="connsiteY2" fmla="*/ 444500 h 965200"/>
                <a:gd name="connsiteX3" fmla="*/ 558010 w 1055296"/>
                <a:gd name="connsiteY3" fmla="*/ 965200 h 965200"/>
                <a:gd name="connsiteX4" fmla="*/ 164310 w 1055296"/>
                <a:gd name="connsiteY4" fmla="*/ 355600 h 965200"/>
                <a:gd name="connsiteX5" fmla="*/ 418310 w 1055296"/>
                <a:gd name="connsiteY5" fmla="*/ 50800 h 965200"/>
                <a:gd name="connsiteX0" fmla="*/ 418310 w 1055296"/>
                <a:gd name="connsiteY0" fmla="*/ 384085 h 1298485"/>
                <a:gd name="connsiteX1" fmla="*/ 989810 w 1055296"/>
                <a:gd name="connsiteY1" fmla="*/ 333285 h 1298485"/>
                <a:gd name="connsiteX2" fmla="*/ 1053310 w 1055296"/>
                <a:gd name="connsiteY2" fmla="*/ 777785 h 1298485"/>
                <a:gd name="connsiteX3" fmla="*/ 558010 w 1055296"/>
                <a:gd name="connsiteY3" fmla="*/ 1298485 h 1298485"/>
                <a:gd name="connsiteX4" fmla="*/ 164310 w 1055296"/>
                <a:gd name="connsiteY4" fmla="*/ 688885 h 1298485"/>
                <a:gd name="connsiteX5" fmla="*/ 418310 w 1055296"/>
                <a:gd name="connsiteY5" fmla="*/ 384085 h 1298485"/>
                <a:gd name="connsiteX0" fmla="*/ 418310 w 1055296"/>
                <a:gd name="connsiteY0" fmla="*/ 476485 h 1390885"/>
                <a:gd name="connsiteX1" fmla="*/ 989810 w 1055296"/>
                <a:gd name="connsiteY1" fmla="*/ 425685 h 1390885"/>
                <a:gd name="connsiteX2" fmla="*/ 1053310 w 1055296"/>
                <a:gd name="connsiteY2" fmla="*/ 870185 h 1390885"/>
                <a:gd name="connsiteX3" fmla="*/ 558010 w 1055296"/>
                <a:gd name="connsiteY3" fmla="*/ 1390885 h 1390885"/>
                <a:gd name="connsiteX4" fmla="*/ 164310 w 1055296"/>
                <a:gd name="connsiteY4" fmla="*/ 781285 h 1390885"/>
                <a:gd name="connsiteX5" fmla="*/ 418310 w 1055296"/>
                <a:gd name="connsiteY5" fmla="*/ 476485 h 1390885"/>
                <a:gd name="connsiteX0" fmla="*/ 418310 w 1135940"/>
                <a:gd name="connsiteY0" fmla="*/ 476485 h 1390885"/>
                <a:gd name="connsiteX1" fmla="*/ 989810 w 1135940"/>
                <a:gd name="connsiteY1" fmla="*/ 425685 h 1390885"/>
                <a:gd name="connsiteX2" fmla="*/ 1053310 w 1135940"/>
                <a:gd name="connsiteY2" fmla="*/ 870185 h 1390885"/>
                <a:gd name="connsiteX3" fmla="*/ 558010 w 1135940"/>
                <a:gd name="connsiteY3" fmla="*/ 1390885 h 1390885"/>
                <a:gd name="connsiteX4" fmla="*/ 164310 w 1135940"/>
                <a:gd name="connsiteY4" fmla="*/ 781285 h 1390885"/>
                <a:gd name="connsiteX5" fmla="*/ 418310 w 1135940"/>
                <a:gd name="connsiteY5" fmla="*/ 476485 h 1390885"/>
                <a:gd name="connsiteX0" fmla="*/ 418310 w 1135940"/>
                <a:gd name="connsiteY0" fmla="*/ 476485 h 1390885"/>
                <a:gd name="connsiteX1" fmla="*/ 989810 w 1135940"/>
                <a:gd name="connsiteY1" fmla="*/ 425685 h 1390885"/>
                <a:gd name="connsiteX2" fmla="*/ 1053310 w 1135940"/>
                <a:gd name="connsiteY2" fmla="*/ 870185 h 1390885"/>
                <a:gd name="connsiteX3" fmla="*/ 558010 w 1135940"/>
                <a:gd name="connsiteY3" fmla="*/ 1390885 h 1390885"/>
                <a:gd name="connsiteX4" fmla="*/ 164310 w 1135940"/>
                <a:gd name="connsiteY4" fmla="*/ 781285 h 1390885"/>
                <a:gd name="connsiteX5" fmla="*/ 418310 w 1135940"/>
                <a:gd name="connsiteY5" fmla="*/ 476485 h 1390885"/>
                <a:gd name="connsiteX0" fmla="*/ 401518 w 1119148"/>
                <a:gd name="connsiteY0" fmla="*/ 476485 h 1808452"/>
                <a:gd name="connsiteX1" fmla="*/ 973018 w 1119148"/>
                <a:gd name="connsiteY1" fmla="*/ 425685 h 1808452"/>
                <a:gd name="connsiteX2" fmla="*/ 1036518 w 1119148"/>
                <a:gd name="connsiteY2" fmla="*/ 870185 h 1808452"/>
                <a:gd name="connsiteX3" fmla="*/ 669000 w 1119148"/>
                <a:gd name="connsiteY3" fmla="*/ 1808452 h 1808452"/>
                <a:gd name="connsiteX4" fmla="*/ 147518 w 1119148"/>
                <a:gd name="connsiteY4" fmla="*/ 781285 h 1808452"/>
                <a:gd name="connsiteX5" fmla="*/ 401518 w 1119148"/>
                <a:gd name="connsiteY5" fmla="*/ 476485 h 1808452"/>
                <a:gd name="connsiteX0" fmla="*/ 401518 w 1071059"/>
                <a:gd name="connsiteY0" fmla="*/ 543905 h 1875872"/>
                <a:gd name="connsiteX1" fmla="*/ 881900 w 1071059"/>
                <a:gd name="connsiteY1" fmla="*/ 333865 h 1875872"/>
                <a:gd name="connsiteX2" fmla="*/ 1036518 w 1071059"/>
                <a:gd name="connsiteY2" fmla="*/ 937605 h 1875872"/>
                <a:gd name="connsiteX3" fmla="*/ 669000 w 1071059"/>
                <a:gd name="connsiteY3" fmla="*/ 1875872 h 1875872"/>
                <a:gd name="connsiteX4" fmla="*/ 147518 w 1071059"/>
                <a:gd name="connsiteY4" fmla="*/ 848705 h 1875872"/>
                <a:gd name="connsiteX5" fmla="*/ 401518 w 1071059"/>
                <a:gd name="connsiteY5" fmla="*/ 543905 h 1875872"/>
                <a:gd name="connsiteX0" fmla="*/ 259378 w 1071059"/>
                <a:gd name="connsiteY0" fmla="*/ 521907 h 1902218"/>
                <a:gd name="connsiteX1" fmla="*/ 881900 w 1071059"/>
                <a:gd name="connsiteY1" fmla="*/ 360211 h 1902218"/>
                <a:gd name="connsiteX2" fmla="*/ 1036518 w 1071059"/>
                <a:gd name="connsiteY2" fmla="*/ 963951 h 1902218"/>
                <a:gd name="connsiteX3" fmla="*/ 669000 w 1071059"/>
                <a:gd name="connsiteY3" fmla="*/ 1902218 h 1902218"/>
                <a:gd name="connsiteX4" fmla="*/ 147518 w 1071059"/>
                <a:gd name="connsiteY4" fmla="*/ 875051 h 1902218"/>
                <a:gd name="connsiteX5" fmla="*/ 259378 w 1071059"/>
                <a:gd name="connsiteY5" fmla="*/ 521907 h 1902218"/>
                <a:gd name="connsiteX0" fmla="*/ 259378 w 1071059"/>
                <a:gd name="connsiteY0" fmla="*/ 441940 h 1822251"/>
                <a:gd name="connsiteX1" fmla="*/ 881900 w 1071059"/>
                <a:gd name="connsiteY1" fmla="*/ 280244 h 1822251"/>
                <a:gd name="connsiteX2" fmla="*/ 1036518 w 1071059"/>
                <a:gd name="connsiteY2" fmla="*/ 883984 h 1822251"/>
                <a:gd name="connsiteX3" fmla="*/ 669000 w 1071059"/>
                <a:gd name="connsiteY3" fmla="*/ 1822251 h 1822251"/>
                <a:gd name="connsiteX4" fmla="*/ 147518 w 1071059"/>
                <a:gd name="connsiteY4" fmla="*/ 795084 h 1822251"/>
                <a:gd name="connsiteX5" fmla="*/ 259378 w 1071059"/>
                <a:gd name="connsiteY5" fmla="*/ 441940 h 1822251"/>
                <a:gd name="connsiteX0" fmla="*/ 259378 w 1071059"/>
                <a:gd name="connsiteY0" fmla="*/ 497486 h 1877797"/>
                <a:gd name="connsiteX1" fmla="*/ 795848 w 1071059"/>
                <a:gd name="connsiteY1" fmla="*/ 233916 h 1877797"/>
                <a:gd name="connsiteX2" fmla="*/ 1036518 w 1071059"/>
                <a:gd name="connsiteY2" fmla="*/ 939530 h 1877797"/>
                <a:gd name="connsiteX3" fmla="*/ 669000 w 1071059"/>
                <a:gd name="connsiteY3" fmla="*/ 1877797 h 1877797"/>
                <a:gd name="connsiteX4" fmla="*/ 147518 w 1071059"/>
                <a:gd name="connsiteY4" fmla="*/ 850630 h 1877797"/>
                <a:gd name="connsiteX5" fmla="*/ 259378 w 1071059"/>
                <a:gd name="connsiteY5" fmla="*/ 497486 h 1877797"/>
                <a:gd name="connsiteX0" fmla="*/ 259378 w 1075570"/>
                <a:gd name="connsiteY0" fmla="*/ 497486 h 1877797"/>
                <a:gd name="connsiteX1" fmla="*/ 795848 w 1075570"/>
                <a:gd name="connsiteY1" fmla="*/ 233916 h 1877797"/>
                <a:gd name="connsiteX2" fmla="*/ 1047390 w 1075570"/>
                <a:gd name="connsiteY2" fmla="*/ 435756 h 1877797"/>
                <a:gd name="connsiteX3" fmla="*/ 669000 w 1075570"/>
                <a:gd name="connsiteY3" fmla="*/ 1877797 h 1877797"/>
                <a:gd name="connsiteX4" fmla="*/ 147518 w 1075570"/>
                <a:gd name="connsiteY4" fmla="*/ 850630 h 1877797"/>
                <a:gd name="connsiteX5" fmla="*/ 259378 w 1075570"/>
                <a:gd name="connsiteY5" fmla="*/ 497486 h 1877797"/>
                <a:gd name="connsiteX0" fmla="*/ 243514 w 1155570"/>
                <a:gd name="connsiteY0" fmla="*/ 497486 h 877706"/>
                <a:gd name="connsiteX1" fmla="*/ 779984 w 1155570"/>
                <a:gd name="connsiteY1" fmla="*/ 233916 h 877706"/>
                <a:gd name="connsiteX2" fmla="*/ 1031526 w 1155570"/>
                <a:gd name="connsiteY2" fmla="*/ 435756 h 877706"/>
                <a:gd name="connsiteX3" fmla="*/ 803097 w 1155570"/>
                <a:gd name="connsiteY3" fmla="*/ 808496 h 877706"/>
                <a:gd name="connsiteX4" fmla="*/ 131654 w 1155570"/>
                <a:gd name="connsiteY4" fmla="*/ 850630 h 877706"/>
                <a:gd name="connsiteX5" fmla="*/ 243514 w 1155570"/>
                <a:gd name="connsiteY5" fmla="*/ 497486 h 877706"/>
                <a:gd name="connsiteX0" fmla="*/ 27827 w 939883"/>
                <a:gd name="connsiteY0" fmla="*/ 497486 h 808496"/>
                <a:gd name="connsiteX1" fmla="*/ 564297 w 939883"/>
                <a:gd name="connsiteY1" fmla="*/ 233916 h 808496"/>
                <a:gd name="connsiteX2" fmla="*/ 815839 w 939883"/>
                <a:gd name="connsiteY2" fmla="*/ 435756 h 808496"/>
                <a:gd name="connsiteX3" fmla="*/ 587410 w 939883"/>
                <a:gd name="connsiteY3" fmla="*/ 808496 h 808496"/>
                <a:gd name="connsiteX4" fmla="*/ 220997 w 939883"/>
                <a:gd name="connsiteY4" fmla="*/ 674436 h 808496"/>
                <a:gd name="connsiteX5" fmla="*/ 27827 w 939883"/>
                <a:gd name="connsiteY5" fmla="*/ 497486 h 808496"/>
                <a:gd name="connsiteX0" fmla="*/ 99347 w 887276"/>
                <a:gd name="connsiteY0" fmla="*/ 412502 h 886548"/>
                <a:gd name="connsiteX1" fmla="*/ 511690 w 887276"/>
                <a:gd name="connsiteY1" fmla="*/ 311968 h 886548"/>
                <a:gd name="connsiteX2" fmla="*/ 763232 w 887276"/>
                <a:gd name="connsiteY2" fmla="*/ 513808 h 886548"/>
                <a:gd name="connsiteX3" fmla="*/ 534803 w 887276"/>
                <a:gd name="connsiteY3" fmla="*/ 886548 h 886548"/>
                <a:gd name="connsiteX4" fmla="*/ 168390 w 887276"/>
                <a:gd name="connsiteY4" fmla="*/ 752488 h 886548"/>
                <a:gd name="connsiteX5" fmla="*/ 99347 w 887276"/>
                <a:gd name="connsiteY5" fmla="*/ 412502 h 886548"/>
                <a:gd name="connsiteX0" fmla="*/ 57691 w 845620"/>
                <a:gd name="connsiteY0" fmla="*/ 412502 h 905384"/>
                <a:gd name="connsiteX1" fmla="*/ 470034 w 845620"/>
                <a:gd name="connsiteY1" fmla="*/ 311968 h 905384"/>
                <a:gd name="connsiteX2" fmla="*/ 721576 w 845620"/>
                <a:gd name="connsiteY2" fmla="*/ 513808 h 905384"/>
                <a:gd name="connsiteX3" fmla="*/ 493147 w 845620"/>
                <a:gd name="connsiteY3" fmla="*/ 886548 h 905384"/>
                <a:gd name="connsiteX4" fmla="*/ 126734 w 845620"/>
                <a:gd name="connsiteY4" fmla="*/ 752488 h 905384"/>
                <a:gd name="connsiteX5" fmla="*/ 57691 w 845620"/>
                <a:gd name="connsiteY5" fmla="*/ 412502 h 905384"/>
                <a:gd name="connsiteX0" fmla="*/ 57691 w 845620"/>
                <a:gd name="connsiteY0" fmla="*/ 412502 h 966637"/>
                <a:gd name="connsiteX1" fmla="*/ 470034 w 845620"/>
                <a:gd name="connsiteY1" fmla="*/ 311968 h 966637"/>
                <a:gd name="connsiteX2" fmla="*/ 721576 w 845620"/>
                <a:gd name="connsiteY2" fmla="*/ 513808 h 966637"/>
                <a:gd name="connsiteX3" fmla="*/ 493147 w 845620"/>
                <a:gd name="connsiteY3" fmla="*/ 886548 h 966637"/>
                <a:gd name="connsiteX4" fmla="*/ 126734 w 845620"/>
                <a:gd name="connsiteY4" fmla="*/ 752488 h 966637"/>
                <a:gd name="connsiteX5" fmla="*/ 57691 w 845620"/>
                <a:gd name="connsiteY5" fmla="*/ 412502 h 966637"/>
                <a:gd name="connsiteX0" fmla="*/ 57691 w 845620"/>
                <a:gd name="connsiteY0" fmla="*/ 358234 h 912369"/>
                <a:gd name="connsiteX1" fmla="*/ 470034 w 845620"/>
                <a:gd name="connsiteY1" fmla="*/ 257700 h 912369"/>
                <a:gd name="connsiteX2" fmla="*/ 721576 w 845620"/>
                <a:gd name="connsiteY2" fmla="*/ 459540 h 912369"/>
                <a:gd name="connsiteX3" fmla="*/ 493147 w 845620"/>
                <a:gd name="connsiteY3" fmla="*/ 832280 h 912369"/>
                <a:gd name="connsiteX4" fmla="*/ 126734 w 845620"/>
                <a:gd name="connsiteY4" fmla="*/ 698220 h 912369"/>
                <a:gd name="connsiteX5" fmla="*/ 57691 w 845620"/>
                <a:gd name="connsiteY5" fmla="*/ 358234 h 912369"/>
                <a:gd name="connsiteX0" fmla="*/ 57691 w 845620"/>
                <a:gd name="connsiteY0" fmla="*/ 364631 h 918766"/>
                <a:gd name="connsiteX1" fmla="*/ 436372 w 845620"/>
                <a:gd name="connsiteY1" fmla="*/ 251801 h 918766"/>
                <a:gd name="connsiteX2" fmla="*/ 721576 w 845620"/>
                <a:gd name="connsiteY2" fmla="*/ 465937 h 918766"/>
                <a:gd name="connsiteX3" fmla="*/ 493147 w 845620"/>
                <a:gd name="connsiteY3" fmla="*/ 838677 h 918766"/>
                <a:gd name="connsiteX4" fmla="*/ 126734 w 845620"/>
                <a:gd name="connsiteY4" fmla="*/ 704617 h 918766"/>
                <a:gd name="connsiteX5" fmla="*/ 57691 w 845620"/>
                <a:gd name="connsiteY5" fmla="*/ 364631 h 918766"/>
                <a:gd name="connsiteX0" fmla="*/ 57691 w 845620"/>
                <a:gd name="connsiteY0" fmla="*/ 364631 h 918766"/>
                <a:gd name="connsiteX1" fmla="*/ 436372 w 845620"/>
                <a:gd name="connsiteY1" fmla="*/ 251801 h 918766"/>
                <a:gd name="connsiteX2" fmla="*/ 721576 w 845620"/>
                <a:gd name="connsiteY2" fmla="*/ 465937 h 918766"/>
                <a:gd name="connsiteX3" fmla="*/ 493147 w 845620"/>
                <a:gd name="connsiteY3" fmla="*/ 838677 h 918766"/>
                <a:gd name="connsiteX4" fmla="*/ 126734 w 845620"/>
                <a:gd name="connsiteY4" fmla="*/ 704617 h 918766"/>
                <a:gd name="connsiteX5" fmla="*/ 57691 w 845620"/>
                <a:gd name="connsiteY5" fmla="*/ 364631 h 918766"/>
                <a:gd name="connsiteX0" fmla="*/ 57691 w 845620"/>
                <a:gd name="connsiteY0" fmla="*/ 364631 h 918766"/>
                <a:gd name="connsiteX1" fmla="*/ 436372 w 845620"/>
                <a:gd name="connsiteY1" fmla="*/ 251801 h 918766"/>
                <a:gd name="connsiteX2" fmla="*/ 721576 w 845620"/>
                <a:gd name="connsiteY2" fmla="*/ 465937 h 918766"/>
                <a:gd name="connsiteX3" fmla="*/ 493147 w 845620"/>
                <a:gd name="connsiteY3" fmla="*/ 838677 h 918766"/>
                <a:gd name="connsiteX4" fmla="*/ 126734 w 845620"/>
                <a:gd name="connsiteY4" fmla="*/ 704617 h 918766"/>
                <a:gd name="connsiteX5" fmla="*/ 57691 w 845620"/>
                <a:gd name="connsiteY5" fmla="*/ 364631 h 918766"/>
                <a:gd name="connsiteX0" fmla="*/ 57691 w 917627"/>
                <a:gd name="connsiteY0" fmla="*/ 364631 h 918766"/>
                <a:gd name="connsiteX1" fmla="*/ 436372 w 917627"/>
                <a:gd name="connsiteY1" fmla="*/ 251801 h 918766"/>
                <a:gd name="connsiteX2" fmla="*/ 721576 w 917627"/>
                <a:gd name="connsiteY2" fmla="*/ 465937 h 918766"/>
                <a:gd name="connsiteX3" fmla="*/ 493147 w 917627"/>
                <a:gd name="connsiteY3" fmla="*/ 838677 h 918766"/>
                <a:gd name="connsiteX4" fmla="*/ 126734 w 917627"/>
                <a:gd name="connsiteY4" fmla="*/ 704617 h 918766"/>
                <a:gd name="connsiteX5" fmla="*/ 57691 w 917627"/>
                <a:gd name="connsiteY5" fmla="*/ 364631 h 918766"/>
                <a:gd name="connsiteX0" fmla="*/ 57691 w 799697"/>
                <a:gd name="connsiteY0" fmla="*/ 364631 h 918766"/>
                <a:gd name="connsiteX1" fmla="*/ 436372 w 799697"/>
                <a:gd name="connsiteY1" fmla="*/ 251801 h 918766"/>
                <a:gd name="connsiteX2" fmla="*/ 721576 w 799697"/>
                <a:gd name="connsiteY2" fmla="*/ 465937 h 918766"/>
                <a:gd name="connsiteX3" fmla="*/ 493147 w 799697"/>
                <a:gd name="connsiteY3" fmla="*/ 838677 h 918766"/>
                <a:gd name="connsiteX4" fmla="*/ 126734 w 799697"/>
                <a:gd name="connsiteY4" fmla="*/ 704617 h 918766"/>
                <a:gd name="connsiteX5" fmla="*/ 57691 w 799697"/>
                <a:gd name="connsiteY5" fmla="*/ 364631 h 918766"/>
                <a:gd name="connsiteX0" fmla="*/ 65803 w 788752"/>
                <a:gd name="connsiteY0" fmla="*/ 359423 h 923546"/>
                <a:gd name="connsiteX1" fmla="*/ 425427 w 788752"/>
                <a:gd name="connsiteY1" fmla="*/ 256581 h 923546"/>
                <a:gd name="connsiteX2" fmla="*/ 710631 w 788752"/>
                <a:gd name="connsiteY2" fmla="*/ 470717 h 923546"/>
                <a:gd name="connsiteX3" fmla="*/ 482202 w 788752"/>
                <a:gd name="connsiteY3" fmla="*/ 843457 h 923546"/>
                <a:gd name="connsiteX4" fmla="*/ 115789 w 788752"/>
                <a:gd name="connsiteY4" fmla="*/ 709397 h 923546"/>
                <a:gd name="connsiteX5" fmla="*/ 65803 w 788752"/>
                <a:gd name="connsiteY5" fmla="*/ 359423 h 923546"/>
                <a:gd name="connsiteX0" fmla="*/ 65803 w 788752"/>
                <a:gd name="connsiteY0" fmla="*/ 338595 h 902718"/>
                <a:gd name="connsiteX1" fmla="*/ 425427 w 788752"/>
                <a:gd name="connsiteY1" fmla="*/ 235753 h 902718"/>
                <a:gd name="connsiteX2" fmla="*/ 710631 w 788752"/>
                <a:gd name="connsiteY2" fmla="*/ 449889 h 902718"/>
                <a:gd name="connsiteX3" fmla="*/ 482202 w 788752"/>
                <a:gd name="connsiteY3" fmla="*/ 822629 h 902718"/>
                <a:gd name="connsiteX4" fmla="*/ 115789 w 788752"/>
                <a:gd name="connsiteY4" fmla="*/ 688569 h 902718"/>
                <a:gd name="connsiteX5" fmla="*/ 65803 w 788752"/>
                <a:gd name="connsiteY5" fmla="*/ 338595 h 902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8752" h="902718">
                  <a:moveTo>
                    <a:pt x="65803" y="338595"/>
                  </a:moveTo>
                  <a:cubicBezTo>
                    <a:pt x="-37185" y="-98279"/>
                    <a:pt x="387327" y="-90214"/>
                    <a:pt x="425427" y="235753"/>
                  </a:cubicBezTo>
                  <a:cubicBezTo>
                    <a:pt x="643593" y="257509"/>
                    <a:pt x="577130" y="110394"/>
                    <a:pt x="710631" y="449889"/>
                  </a:cubicBezTo>
                  <a:cubicBezTo>
                    <a:pt x="789896" y="435372"/>
                    <a:pt x="909751" y="655603"/>
                    <a:pt x="482202" y="822629"/>
                  </a:cubicBezTo>
                  <a:cubicBezTo>
                    <a:pt x="436133" y="844246"/>
                    <a:pt x="153357" y="1055644"/>
                    <a:pt x="115789" y="688569"/>
                  </a:cubicBezTo>
                  <a:cubicBezTo>
                    <a:pt x="-40844" y="193269"/>
                    <a:pt x="-18864" y="440195"/>
                    <a:pt x="65803" y="338595"/>
                  </a:cubicBezTo>
                  <a:close/>
                </a:path>
              </a:pathLst>
            </a:custGeom>
            <a:solidFill>
              <a:srgbClr val="769324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">
              <a:extLst>
                <a:ext uri="{FF2B5EF4-FFF2-40B4-BE49-F238E27FC236}">
                  <a16:creationId xmlns:a16="http://schemas.microsoft.com/office/drawing/2014/main" id="{A93BA7E2-7ED7-A234-1765-CE2A1374FA66}"/>
                </a:ext>
              </a:extLst>
            </p:cNvPr>
            <p:cNvSpPr/>
            <p:nvPr/>
          </p:nvSpPr>
          <p:spPr>
            <a:xfrm>
              <a:off x="3092134" y="1346200"/>
              <a:ext cx="4604066" cy="5118100"/>
            </a:xfrm>
            <a:custGeom>
              <a:avLst/>
              <a:gdLst>
                <a:gd name="connsiteX0" fmla="*/ 0 w 1295400"/>
                <a:gd name="connsiteY0" fmla="*/ 0 h 812800"/>
                <a:gd name="connsiteX1" fmla="*/ 1295400 w 1295400"/>
                <a:gd name="connsiteY1" fmla="*/ 0 h 812800"/>
                <a:gd name="connsiteX2" fmla="*/ 1295400 w 1295400"/>
                <a:gd name="connsiteY2" fmla="*/ 812800 h 812800"/>
                <a:gd name="connsiteX3" fmla="*/ 0 w 1295400"/>
                <a:gd name="connsiteY3" fmla="*/ 812800 h 812800"/>
                <a:gd name="connsiteX4" fmla="*/ 0 w 1295400"/>
                <a:gd name="connsiteY4" fmla="*/ 0 h 812800"/>
                <a:gd name="connsiteX0" fmla="*/ 1701800 w 2997200"/>
                <a:gd name="connsiteY0" fmla="*/ 0 h 1968500"/>
                <a:gd name="connsiteX1" fmla="*/ 2997200 w 2997200"/>
                <a:gd name="connsiteY1" fmla="*/ 0 h 1968500"/>
                <a:gd name="connsiteX2" fmla="*/ 2997200 w 2997200"/>
                <a:gd name="connsiteY2" fmla="*/ 812800 h 1968500"/>
                <a:gd name="connsiteX3" fmla="*/ 0 w 2997200"/>
                <a:gd name="connsiteY3" fmla="*/ 1968500 h 1968500"/>
                <a:gd name="connsiteX4" fmla="*/ 1701800 w 2997200"/>
                <a:gd name="connsiteY4" fmla="*/ 0 h 1968500"/>
                <a:gd name="connsiteX0" fmla="*/ 1701800 w 2997200"/>
                <a:gd name="connsiteY0" fmla="*/ 0 h 2768600"/>
                <a:gd name="connsiteX1" fmla="*/ 2997200 w 2997200"/>
                <a:gd name="connsiteY1" fmla="*/ 0 h 2768600"/>
                <a:gd name="connsiteX2" fmla="*/ 812800 w 2997200"/>
                <a:gd name="connsiteY2" fmla="*/ 2768600 h 2768600"/>
                <a:gd name="connsiteX3" fmla="*/ 0 w 2997200"/>
                <a:gd name="connsiteY3" fmla="*/ 1968500 h 2768600"/>
                <a:gd name="connsiteX4" fmla="*/ 1701800 w 2997200"/>
                <a:gd name="connsiteY4" fmla="*/ 0 h 2768600"/>
                <a:gd name="connsiteX0" fmla="*/ 2679700 w 2997200"/>
                <a:gd name="connsiteY0" fmla="*/ 0 h 5118100"/>
                <a:gd name="connsiteX1" fmla="*/ 2997200 w 2997200"/>
                <a:gd name="connsiteY1" fmla="*/ 2349500 h 5118100"/>
                <a:gd name="connsiteX2" fmla="*/ 812800 w 2997200"/>
                <a:gd name="connsiteY2" fmla="*/ 5118100 h 5118100"/>
                <a:gd name="connsiteX3" fmla="*/ 0 w 2997200"/>
                <a:gd name="connsiteY3" fmla="*/ 4318000 h 5118100"/>
                <a:gd name="connsiteX4" fmla="*/ 2679700 w 2997200"/>
                <a:gd name="connsiteY4" fmla="*/ 0 h 5118100"/>
                <a:gd name="connsiteX0" fmla="*/ 2679700 w 2997200"/>
                <a:gd name="connsiteY0" fmla="*/ 0 h 5118100"/>
                <a:gd name="connsiteX1" fmla="*/ 2565400 w 2997200"/>
                <a:gd name="connsiteY1" fmla="*/ 1143000 h 5118100"/>
                <a:gd name="connsiteX2" fmla="*/ 2997200 w 2997200"/>
                <a:gd name="connsiteY2" fmla="*/ 2349500 h 5118100"/>
                <a:gd name="connsiteX3" fmla="*/ 812800 w 2997200"/>
                <a:gd name="connsiteY3" fmla="*/ 5118100 h 5118100"/>
                <a:gd name="connsiteX4" fmla="*/ 0 w 2997200"/>
                <a:gd name="connsiteY4" fmla="*/ 4318000 h 5118100"/>
                <a:gd name="connsiteX5" fmla="*/ 2679700 w 2997200"/>
                <a:gd name="connsiteY5" fmla="*/ 0 h 5118100"/>
                <a:gd name="connsiteX0" fmla="*/ 2679700 w 3492500"/>
                <a:gd name="connsiteY0" fmla="*/ 0 h 5118100"/>
                <a:gd name="connsiteX1" fmla="*/ 2565400 w 3492500"/>
                <a:gd name="connsiteY1" fmla="*/ 1143000 h 5118100"/>
                <a:gd name="connsiteX2" fmla="*/ 3492500 w 3492500"/>
                <a:gd name="connsiteY2" fmla="*/ 25400 h 5118100"/>
                <a:gd name="connsiteX3" fmla="*/ 2997200 w 3492500"/>
                <a:gd name="connsiteY3" fmla="*/ 2349500 h 5118100"/>
                <a:gd name="connsiteX4" fmla="*/ 812800 w 3492500"/>
                <a:gd name="connsiteY4" fmla="*/ 5118100 h 5118100"/>
                <a:gd name="connsiteX5" fmla="*/ 0 w 3492500"/>
                <a:gd name="connsiteY5" fmla="*/ 4318000 h 5118100"/>
                <a:gd name="connsiteX6" fmla="*/ 2679700 w 3492500"/>
                <a:gd name="connsiteY6" fmla="*/ 0 h 5118100"/>
                <a:gd name="connsiteX0" fmla="*/ 2679700 w 3492500"/>
                <a:gd name="connsiteY0" fmla="*/ 0 h 5118100"/>
                <a:gd name="connsiteX1" fmla="*/ 2565400 w 3492500"/>
                <a:gd name="connsiteY1" fmla="*/ 1143000 h 5118100"/>
                <a:gd name="connsiteX2" fmla="*/ 3492500 w 3492500"/>
                <a:gd name="connsiteY2" fmla="*/ 25400 h 5118100"/>
                <a:gd name="connsiteX3" fmla="*/ 3302000 w 3492500"/>
                <a:gd name="connsiteY3" fmla="*/ 1371600 h 5118100"/>
                <a:gd name="connsiteX4" fmla="*/ 2997200 w 3492500"/>
                <a:gd name="connsiteY4" fmla="*/ 2349500 h 5118100"/>
                <a:gd name="connsiteX5" fmla="*/ 812800 w 3492500"/>
                <a:gd name="connsiteY5" fmla="*/ 5118100 h 5118100"/>
                <a:gd name="connsiteX6" fmla="*/ 0 w 3492500"/>
                <a:gd name="connsiteY6" fmla="*/ 4318000 h 5118100"/>
                <a:gd name="connsiteX7" fmla="*/ 2679700 w 3492500"/>
                <a:gd name="connsiteY7" fmla="*/ 0 h 5118100"/>
                <a:gd name="connsiteX0" fmla="*/ 2679700 w 4636817"/>
                <a:gd name="connsiteY0" fmla="*/ 0 h 5118100"/>
                <a:gd name="connsiteX1" fmla="*/ 2565400 w 4636817"/>
                <a:gd name="connsiteY1" fmla="*/ 1143000 h 5118100"/>
                <a:gd name="connsiteX2" fmla="*/ 3492500 w 4636817"/>
                <a:gd name="connsiteY2" fmla="*/ 25400 h 5118100"/>
                <a:gd name="connsiteX3" fmla="*/ 3302000 w 4636817"/>
                <a:gd name="connsiteY3" fmla="*/ 1371600 h 5118100"/>
                <a:gd name="connsiteX4" fmla="*/ 4635500 w 4636817"/>
                <a:gd name="connsiteY4" fmla="*/ 927100 h 5118100"/>
                <a:gd name="connsiteX5" fmla="*/ 2997200 w 4636817"/>
                <a:gd name="connsiteY5" fmla="*/ 2349500 h 5118100"/>
                <a:gd name="connsiteX6" fmla="*/ 812800 w 4636817"/>
                <a:gd name="connsiteY6" fmla="*/ 5118100 h 5118100"/>
                <a:gd name="connsiteX7" fmla="*/ 0 w 4636817"/>
                <a:gd name="connsiteY7" fmla="*/ 4318000 h 5118100"/>
                <a:gd name="connsiteX8" fmla="*/ 2679700 w 4636817"/>
                <a:gd name="connsiteY8" fmla="*/ 0 h 5118100"/>
                <a:gd name="connsiteX0" fmla="*/ 2679700 w 4636817"/>
                <a:gd name="connsiteY0" fmla="*/ 0 h 5118100"/>
                <a:gd name="connsiteX1" fmla="*/ 2565400 w 4636817"/>
                <a:gd name="connsiteY1" fmla="*/ 1143000 h 5118100"/>
                <a:gd name="connsiteX2" fmla="*/ 3492500 w 4636817"/>
                <a:gd name="connsiteY2" fmla="*/ 25400 h 5118100"/>
                <a:gd name="connsiteX3" fmla="*/ 3302000 w 4636817"/>
                <a:gd name="connsiteY3" fmla="*/ 1371600 h 5118100"/>
                <a:gd name="connsiteX4" fmla="*/ 4635500 w 4636817"/>
                <a:gd name="connsiteY4" fmla="*/ 927100 h 5118100"/>
                <a:gd name="connsiteX5" fmla="*/ 3606800 w 4636817"/>
                <a:gd name="connsiteY5" fmla="*/ 2095500 h 5118100"/>
                <a:gd name="connsiteX6" fmla="*/ 2997200 w 4636817"/>
                <a:gd name="connsiteY6" fmla="*/ 2349500 h 5118100"/>
                <a:gd name="connsiteX7" fmla="*/ 812800 w 4636817"/>
                <a:gd name="connsiteY7" fmla="*/ 5118100 h 5118100"/>
                <a:gd name="connsiteX8" fmla="*/ 0 w 4636817"/>
                <a:gd name="connsiteY8" fmla="*/ 4318000 h 5118100"/>
                <a:gd name="connsiteX9" fmla="*/ 2679700 w 4636817"/>
                <a:gd name="connsiteY9" fmla="*/ 0 h 5118100"/>
                <a:gd name="connsiteX0" fmla="*/ 2679700 w 4636817"/>
                <a:gd name="connsiteY0" fmla="*/ 0 h 5118100"/>
                <a:gd name="connsiteX1" fmla="*/ 2565400 w 4636817"/>
                <a:gd name="connsiteY1" fmla="*/ 1143000 h 5118100"/>
                <a:gd name="connsiteX2" fmla="*/ 3492500 w 4636817"/>
                <a:gd name="connsiteY2" fmla="*/ 25400 h 5118100"/>
                <a:gd name="connsiteX3" fmla="*/ 3302000 w 4636817"/>
                <a:gd name="connsiteY3" fmla="*/ 1371600 h 5118100"/>
                <a:gd name="connsiteX4" fmla="*/ 4635500 w 4636817"/>
                <a:gd name="connsiteY4" fmla="*/ 927100 h 5118100"/>
                <a:gd name="connsiteX5" fmla="*/ 3606800 w 4636817"/>
                <a:gd name="connsiteY5" fmla="*/ 2095500 h 5118100"/>
                <a:gd name="connsiteX6" fmla="*/ 4572000 w 4636817"/>
                <a:gd name="connsiteY6" fmla="*/ 2019300 h 5118100"/>
                <a:gd name="connsiteX7" fmla="*/ 812800 w 4636817"/>
                <a:gd name="connsiteY7" fmla="*/ 5118100 h 5118100"/>
                <a:gd name="connsiteX8" fmla="*/ 0 w 4636817"/>
                <a:gd name="connsiteY8" fmla="*/ 4318000 h 5118100"/>
                <a:gd name="connsiteX9" fmla="*/ 2679700 w 4636817"/>
                <a:gd name="connsiteY9" fmla="*/ 0 h 5118100"/>
                <a:gd name="connsiteX0" fmla="*/ 2679700 w 4636817"/>
                <a:gd name="connsiteY0" fmla="*/ 0 h 5118100"/>
                <a:gd name="connsiteX1" fmla="*/ 2565400 w 4636817"/>
                <a:gd name="connsiteY1" fmla="*/ 1143000 h 5118100"/>
                <a:gd name="connsiteX2" fmla="*/ 3492500 w 4636817"/>
                <a:gd name="connsiteY2" fmla="*/ 25400 h 5118100"/>
                <a:gd name="connsiteX3" fmla="*/ 3302000 w 4636817"/>
                <a:gd name="connsiteY3" fmla="*/ 1371600 h 5118100"/>
                <a:gd name="connsiteX4" fmla="*/ 4635500 w 4636817"/>
                <a:gd name="connsiteY4" fmla="*/ 927100 h 5118100"/>
                <a:gd name="connsiteX5" fmla="*/ 3606800 w 4636817"/>
                <a:gd name="connsiteY5" fmla="*/ 2095500 h 5118100"/>
                <a:gd name="connsiteX6" fmla="*/ 4572000 w 4636817"/>
                <a:gd name="connsiteY6" fmla="*/ 2019300 h 5118100"/>
                <a:gd name="connsiteX7" fmla="*/ 812800 w 4636817"/>
                <a:gd name="connsiteY7" fmla="*/ 5118100 h 5118100"/>
                <a:gd name="connsiteX8" fmla="*/ 0 w 4636817"/>
                <a:gd name="connsiteY8" fmla="*/ 4318000 h 5118100"/>
                <a:gd name="connsiteX9" fmla="*/ 2679700 w 4636817"/>
                <a:gd name="connsiteY9" fmla="*/ 0 h 5118100"/>
                <a:gd name="connsiteX0" fmla="*/ 2679700 w 4636817"/>
                <a:gd name="connsiteY0" fmla="*/ 0 h 5118100"/>
                <a:gd name="connsiteX1" fmla="*/ 2565400 w 4636817"/>
                <a:gd name="connsiteY1" fmla="*/ 1143000 h 5118100"/>
                <a:gd name="connsiteX2" fmla="*/ 3492500 w 4636817"/>
                <a:gd name="connsiteY2" fmla="*/ 25400 h 5118100"/>
                <a:gd name="connsiteX3" fmla="*/ 3302000 w 4636817"/>
                <a:gd name="connsiteY3" fmla="*/ 1371600 h 5118100"/>
                <a:gd name="connsiteX4" fmla="*/ 4635500 w 4636817"/>
                <a:gd name="connsiteY4" fmla="*/ 927100 h 5118100"/>
                <a:gd name="connsiteX5" fmla="*/ 3606800 w 4636817"/>
                <a:gd name="connsiteY5" fmla="*/ 2095500 h 5118100"/>
                <a:gd name="connsiteX6" fmla="*/ 4572000 w 4636817"/>
                <a:gd name="connsiteY6" fmla="*/ 2019300 h 5118100"/>
                <a:gd name="connsiteX7" fmla="*/ 812800 w 4636817"/>
                <a:gd name="connsiteY7" fmla="*/ 5118100 h 5118100"/>
                <a:gd name="connsiteX8" fmla="*/ 0 w 4636817"/>
                <a:gd name="connsiteY8" fmla="*/ 4318000 h 5118100"/>
                <a:gd name="connsiteX9" fmla="*/ 2679700 w 4636817"/>
                <a:gd name="connsiteY9" fmla="*/ 0 h 5118100"/>
                <a:gd name="connsiteX0" fmla="*/ 2679700 w 4636817"/>
                <a:gd name="connsiteY0" fmla="*/ 0 h 5118100"/>
                <a:gd name="connsiteX1" fmla="*/ 2565400 w 4636817"/>
                <a:gd name="connsiteY1" fmla="*/ 1143000 h 5118100"/>
                <a:gd name="connsiteX2" fmla="*/ 3492500 w 4636817"/>
                <a:gd name="connsiteY2" fmla="*/ 25400 h 5118100"/>
                <a:gd name="connsiteX3" fmla="*/ 3302000 w 4636817"/>
                <a:gd name="connsiteY3" fmla="*/ 1371600 h 5118100"/>
                <a:gd name="connsiteX4" fmla="*/ 4635500 w 4636817"/>
                <a:gd name="connsiteY4" fmla="*/ 927100 h 5118100"/>
                <a:gd name="connsiteX5" fmla="*/ 3606800 w 4636817"/>
                <a:gd name="connsiteY5" fmla="*/ 2095500 h 5118100"/>
                <a:gd name="connsiteX6" fmla="*/ 4572000 w 4636817"/>
                <a:gd name="connsiteY6" fmla="*/ 2019300 h 5118100"/>
                <a:gd name="connsiteX7" fmla="*/ 812800 w 4636817"/>
                <a:gd name="connsiteY7" fmla="*/ 5118100 h 5118100"/>
                <a:gd name="connsiteX8" fmla="*/ 0 w 4636817"/>
                <a:gd name="connsiteY8" fmla="*/ 4318000 h 5118100"/>
                <a:gd name="connsiteX9" fmla="*/ 2679700 w 4636817"/>
                <a:gd name="connsiteY9" fmla="*/ 0 h 5118100"/>
                <a:gd name="connsiteX0" fmla="*/ 2679700 w 4636817"/>
                <a:gd name="connsiteY0" fmla="*/ 0 h 5118100"/>
                <a:gd name="connsiteX1" fmla="*/ 2565400 w 4636817"/>
                <a:gd name="connsiteY1" fmla="*/ 1143000 h 5118100"/>
                <a:gd name="connsiteX2" fmla="*/ 3492500 w 4636817"/>
                <a:gd name="connsiteY2" fmla="*/ 25400 h 5118100"/>
                <a:gd name="connsiteX3" fmla="*/ 3302000 w 4636817"/>
                <a:gd name="connsiteY3" fmla="*/ 1371600 h 5118100"/>
                <a:gd name="connsiteX4" fmla="*/ 4635500 w 4636817"/>
                <a:gd name="connsiteY4" fmla="*/ 927100 h 5118100"/>
                <a:gd name="connsiteX5" fmla="*/ 3606800 w 4636817"/>
                <a:gd name="connsiteY5" fmla="*/ 2095500 h 5118100"/>
                <a:gd name="connsiteX6" fmla="*/ 4572000 w 4636817"/>
                <a:gd name="connsiteY6" fmla="*/ 2019300 h 5118100"/>
                <a:gd name="connsiteX7" fmla="*/ 812800 w 4636817"/>
                <a:gd name="connsiteY7" fmla="*/ 5118100 h 5118100"/>
                <a:gd name="connsiteX8" fmla="*/ 0 w 4636817"/>
                <a:gd name="connsiteY8" fmla="*/ 4318000 h 5118100"/>
                <a:gd name="connsiteX9" fmla="*/ 2679700 w 4636817"/>
                <a:gd name="connsiteY9" fmla="*/ 0 h 5118100"/>
                <a:gd name="connsiteX0" fmla="*/ 2641600 w 4598717"/>
                <a:gd name="connsiteY0" fmla="*/ 0 h 5118100"/>
                <a:gd name="connsiteX1" fmla="*/ 2527300 w 4598717"/>
                <a:gd name="connsiteY1" fmla="*/ 1143000 h 5118100"/>
                <a:gd name="connsiteX2" fmla="*/ 3454400 w 4598717"/>
                <a:gd name="connsiteY2" fmla="*/ 25400 h 5118100"/>
                <a:gd name="connsiteX3" fmla="*/ 3263900 w 4598717"/>
                <a:gd name="connsiteY3" fmla="*/ 1371600 h 5118100"/>
                <a:gd name="connsiteX4" fmla="*/ 4597400 w 4598717"/>
                <a:gd name="connsiteY4" fmla="*/ 927100 h 5118100"/>
                <a:gd name="connsiteX5" fmla="*/ 3568700 w 4598717"/>
                <a:gd name="connsiteY5" fmla="*/ 2095500 h 5118100"/>
                <a:gd name="connsiteX6" fmla="*/ 4533900 w 4598717"/>
                <a:gd name="connsiteY6" fmla="*/ 2019300 h 5118100"/>
                <a:gd name="connsiteX7" fmla="*/ 774700 w 4598717"/>
                <a:gd name="connsiteY7" fmla="*/ 5118100 h 5118100"/>
                <a:gd name="connsiteX8" fmla="*/ 0 w 4598717"/>
                <a:gd name="connsiteY8" fmla="*/ 4368800 h 5118100"/>
                <a:gd name="connsiteX9" fmla="*/ 2641600 w 4598717"/>
                <a:gd name="connsiteY9" fmla="*/ 0 h 5118100"/>
                <a:gd name="connsiteX0" fmla="*/ 2642488 w 4599605"/>
                <a:gd name="connsiteY0" fmla="*/ 0 h 5118100"/>
                <a:gd name="connsiteX1" fmla="*/ 2528188 w 4599605"/>
                <a:gd name="connsiteY1" fmla="*/ 1143000 h 5118100"/>
                <a:gd name="connsiteX2" fmla="*/ 3455288 w 4599605"/>
                <a:gd name="connsiteY2" fmla="*/ 25400 h 5118100"/>
                <a:gd name="connsiteX3" fmla="*/ 3264788 w 4599605"/>
                <a:gd name="connsiteY3" fmla="*/ 1371600 h 5118100"/>
                <a:gd name="connsiteX4" fmla="*/ 4598288 w 4599605"/>
                <a:gd name="connsiteY4" fmla="*/ 927100 h 5118100"/>
                <a:gd name="connsiteX5" fmla="*/ 3569588 w 4599605"/>
                <a:gd name="connsiteY5" fmla="*/ 2095500 h 5118100"/>
                <a:gd name="connsiteX6" fmla="*/ 4534788 w 4599605"/>
                <a:gd name="connsiteY6" fmla="*/ 2019300 h 5118100"/>
                <a:gd name="connsiteX7" fmla="*/ 775588 w 4599605"/>
                <a:gd name="connsiteY7" fmla="*/ 5118100 h 5118100"/>
                <a:gd name="connsiteX8" fmla="*/ 888 w 4599605"/>
                <a:gd name="connsiteY8" fmla="*/ 4368800 h 5118100"/>
                <a:gd name="connsiteX9" fmla="*/ 2642488 w 4599605"/>
                <a:gd name="connsiteY9" fmla="*/ 0 h 5118100"/>
                <a:gd name="connsiteX0" fmla="*/ 2642301 w 4599418"/>
                <a:gd name="connsiteY0" fmla="*/ 0 h 5118100"/>
                <a:gd name="connsiteX1" fmla="*/ 2528001 w 4599418"/>
                <a:gd name="connsiteY1" fmla="*/ 1143000 h 5118100"/>
                <a:gd name="connsiteX2" fmla="*/ 3455101 w 4599418"/>
                <a:gd name="connsiteY2" fmla="*/ 25400 h 5118100"/>
                <a:gd name="connsiteX3" fmla="*/ 3264601 w 4599418"/>
                <a:gd name="connsiteY3" fmla="*/ 1371600 h 5118100"/>
                <a:gd name="connsiteX4" fmla="*/ 4598101 w 4599418"/>
                <a:gd name="connsiteY4" fmla="*/ 927100 h 5118100"/>
                <a:gd name="connsiteX5" fmla="*/ 3569401 w 4599418"/>
                <a:gd name="connsiteY5" fmla="*/ 2095500 h 5118100"/>
                <a:gd name="connsiteX6" fmla="*/ 4534601 w 4599418"/>
                <a:gd name="connsiteY6" fmla="*/ 2019300 h 5118100"/>
                <a:gd name="connsiteX7" fmla="*/ 775401 w 4599418"/>
                <a:gd name="connsiteY7" fmla="*/ 5118100 h 5118100"/>
                <a:gd name="connsiteX8" fmla="*/ 701 w 4599418"/>
                <a:gd name="connsiteY8" fmla="*/ 4368800 h 5118100"/>
                <a:gd name="connsiteX9" fmla="*/ 2642301 w 4599418"/>
                <a:gd name="connsiteY9" fmla="*/ 0 h 5118100"/>
                <a:gd name="connsiteX0" fmla="*/ 2648199 w 4605316"/>
                <a:gd name="connsiteY0" fmla="*/ 0 h 5118100"/>
                <a:gd name="connsiteX1" fmla="*/ 2533899 w 4605316"/>
                <a:gd name="connsiteY1" fmla="*/ 1143000 h 5118100"/>
                <a:gd name="connsiteX2" fmla="*/ 3460999 w 4605316"/>
                <a:gd name="connsiteY2" fmla="*/ 25400 h 5118100"/>
                <a:gd name="connsiteX3" fmla="*/ 3270499 w 4605316"/>
                <a:gd name="connsiteY3" fmla="*/ 1371600 h 5118100"/>
                <a:gd name="connsiteX4" fmla="*/ 4603999 w 4605316"/>
                <a:gd name="connsiteY4" fmla="*/ 927100 h 5118100"/>
                <a:gd name="connsiteX5" fmla="*/ 3575299 w 4605316"/>
                <a:gd name="connsiteY5" fmla="*/ 2095500 h 5118100"/>
                <a:gd name="connsiteX6" fmla="*/ 4540499 w 4605316"/>
                <a:gd name="connsiteY6" fmla="*/ 2019300 h 5118100"/>
                <a:gd name="connsiteX7" fmla="*/ 781299 w 4605316"/>
                <a:gd name="connsiteY7" fmla="*/ 5118100 h 5118100"/>
                <a:gd name="connsiteX8" fmla="*/ 6599 w 4605316"/>
                <a:gd name="connsiteY8" fmla="*/ 4368800 h 5118100"/>
                <a:gd name="connsiteX9" fmla="*/ 2648199 w 4605316"/>
                <a:gd name="connsiteY9" fmla="*/ 0 h 5118100"/>
                <a:gd name="connsiteX0" fmla="*/ 2648266 w 4605383"/>
                <a:gd name="connsiteY0" fmla="*/ 0 h 5118100"/>
                <a:gd name="connsiteX1" fmla="*/ 2533966 w 4605383"/>
                <a:gd name="connsiteY1" fmla="*/ 1143000 h 5118100"/>
                <a:gd name="connsiteX2" fmla="*/ 3461066 w 4605383"/>
                <a:gd name="connsiteY2" fmla="*/ 25400 h 5118100"/>
                <a:gd name="connsiteX3" fmla="*/ 3270566 w 4605383"/>
                <a:gd name="connsiteY3" fmla="*/ 1371600 h 5118100"/>
                <a:gd name="connsiteX4" fmla="*/ 4604066 w 4605383"/>
                <a:gd name="connsiteY4" fmla="*/ 927100 h 5118100"/>
                <a:gd name="connsiteX5" fmla="*/ 3575366 w 4605383"/>
                <a:gd name="connsiteY5" fmla="*/ 2095500 h 5118100"/>
                <a:gd name="connsiteX6" fmla="*/ 4540566 w 4605383"/>
                <a:gd name="connsiteY6" fmla="*/ 2019300 h 5118100"/>
                <a:gd name="connsiteX7" fmla="*/ 781366 w 4605383"/>
                <a:gd name="connsiteY7" fmla="*/ 5118100 h 5118100"/>
                <a:gd name="connsiteX8" fmla="*/ 6666 w 4605383"/>
                <a:gd name="connsiteY8" fmla="*/ 4368800 h 5118100"/>
                <a:gd name="connsiteX9" fmla="*/ 2648266 w 4605383"/>
                <a:gd name="connsiteY9" fmla="*/ 0 h 5118100"/>
                <a:gd name="connsiteX0" fmla="*/ 2648266 w 4605383"/>
                <a:gd name="connsiteY0" fmla="*/ 0 h 5118100"/>
                <a:gd name="connsiteX1" fmla="*/ 2533966 w 4605383"/>
                <a:gd name="connsiteY1" fmla="*/ 1143000 h 5118100"/>
                <a:gd name="connsiteX2" fmla="*/ 3461066 w 4605383"/>
                <a:gd name="connsiteY2" fmla="*/ 25400 h 5118100"/>
                <a:gd name="connsiteX3" fmla="*/ 3270566 w 4605383"/>
                <a:gd name="connsiteY3" fmla="*/ 1371600 h 5118100"/>
                <a:gd name="connsiteX4" fmla="*/ 4604066 w 4605383"/>
                <a:gd name="connsiteY4" fmla="*/ 927100 h 5118100"/>
                <a:gd name="connsiteX5" fmla="*/ 3575366 w 4605383"/>
                <a:gd name="connsiteY5" fmla="*/ 2095500 h 5118100"/>
                <a:gd name="connsiteX6" fmla="*/ 4540566 w 4605383"/>
                <a:gd name="connsiteY6" fmla="*/ 2019300 h 5118100"/>
                <a:gd name="connsiteX7" fmla="*/ 781366 w 4605383"/>
                <a:gd name="connsiteY7" fmla="*/ 5118100 h 5118100"/>
                <a:gd name="connsiteX8" fmla="*/ 6666 w 4605383"/>
                <a:gd name="connsiteY8" fmla="*/ 4368800 h 5118100"/>
                <a:gd name="connsiteX9" fmla="*/ 2648266 w 4605383"/>
                <a:gd name="connsiteY9" fmla="*/ 0 h 5118100"/>
                <a:gd name="connsiteX0" fmla="*/ 2648266 w 4605383"/>
                <a:gd name="connsiteY0" fmla="*/ 0 h 5118100"/>
                <a:gd name="connsiteX1" fmla="*/ 2533966 w 4605383"/>
                <a:gd name="connsiteY1" fmla="*/ 1143000 h 5118100"/>
                <a:gd name="connsiteX2" fmla="*/ 3461066 w 4605383"/>
                <a:gd name="connsiteY2" fmla="*/ 25400 h 5118100"/>
                <a:gd name="connsiteX3" fmla="*/ 3270566 w 4605383"/>
                <a:gd name="connsiteY3" fmla="*/ 1371600 h 5118100"/>
                <a:gd name="connsiteX4" fmla="*/ 4604066 w 4605383"/>
                <a:gd name="connsiteY4" fmla="*/ 927100 h 5118100"/>
                <a:gd name="connsiteX5" fmla="*/ 3575366 w 4605383"/>
                <a:gd name="connsiteY5" fmla="*/ 2095500 h 5118100"/>
                <a:gd name="connsiteX6" fmla="*/ 4540566 w 4605383"/>
                <a:gd name="connsiteY6" fmla="*/ 2019300 h 5118100"/>
                <a:gd name="connsiteX7" fmla="*/ 781366 w 4605383"/>
                <a:gd name="connsiteY7" fmla="*/ 5118100 h 5118100"/>
                <a:gd name="connsiteX8" fmla="*/ 6666 w 4605383"/>
                <a:gd name="connsiteY8" fmla="*/ 4368800 h 5118100"/>
                <a:gd name="connsiteX9" fmla="*/ 2648266 w 4605383"/>
                <a:gd name="connsiteY9" fmla="*/ 0 h 5118100"/>
                <a:gd name="connsiteX0" fmla="*/ 2648266 w 4605383"/>
                <a:gd name="connsiteY0" fmla="*/ 0 h 5118100"/>
                <a:gd name="connsiteX1" fmla="*/ 2533966 w 4605383"/>
                <a:gd name="connsiteY1" fmla="*/ 1143000 h 5118100"/>
                <a:gd name="connsiteX2" fmla="*/ 3397566 w 4605383"/>
                <a:gd name="connsiteY2" fmla="*/ 355600 h 5118100"/>
                <a:gd name="connsiteX3" fmla="*/ 3270566 w 4605383"/>
                <a:gd name="connsiteY3" fmla="*/ 1371600 h 5118100"/>
                <a:gd name="connsiteX4" fmla="*/ 4604066 w 4605383"/>
                <a:gd name="connsiteY4" fmla="*/ 927100 h 5118100"/>
                <a:gd name="connsiteX5" fmla="*/ 3575366 w 4605383"/>
                <a:gd name="connsiteY5" fmla="*/ 2095500 h 5118100"/>
                <a:gd name="connsiteX6" fmla="*/ 4540566 w 4605383"/>
                <a:gd name="connsiteY6" fmla="*/ 2019300 h 5118100"/>
                <a:gd name="connsiteX7" fmla="*/ 781366 w 4605383"/>
                <a:gd name="connsiteY7" fmla="*/ 5118100 h 5118100"/>
                <a:gd name="connsiteX8" fmla="*/ 6666 w 4605383"/>
                <a:gd name="connsiteY8" fmla="*/ 4368800 h 5118100"/>
                <a:gd name="connsiteX9" fmla="*/ 2648266 w 4605383"/>
                <a:gd name="connsiteY9" fmla="*/ 0 h 5118100"/>
                <a:gd name="connsiteX0" fmla="*/ 2648266 w 4605383"/>
                <a:gd name="connsiteY0" fmla="*/ 0 h 5118100"/>
                <a:gd name="connsiteX1" fmla="*/ 2533966 w 4605383"/>
                <a:gd name="connsiteY1" fmla="*/ 1143000 h 5118100"/>
                <a:gd name="connsiteX2" fmla="*/ 3283266 w 4605383"/>
                <a:gd name="connsiteY2" fmla="*/ 546100 h 5118100"/>
                <a:gd name="connsiteX3" fmla="*/ 3270566 w 4605383"/>
                <a:gd name="connsiteY3" fmla="*/ 1371600 h 5118100"/>
                <a:gd name="connsiteX4" fmla="*/ 4604066 w 4605383"/>
                <a:gd name="connsiteY4" fmla="*/ 927100 h 5118100"/>
                <a:gd name="connsiteX5" fmla="*/ 3575366 w 4605383"/>
                <a:gd name="connsiteY5" fmla="*/ 2095500 h 5118100"/>
                <a:gd name="connsiteX6" fmla="*/ 4540566 w 4605383"/>
                <a:gd name="connsiteY6" fmla="*/ 2019300 h 5118100"/>
                <a:gd name="connsiteX7" fmla="*/ 781366 w 4605383"/>
                <a:gd name="connsiteY7" fmla="*/ 5118100 h 5118100"/>
                <a:gd name="connsiteX8" fmla="*/ 6666 w 4605383"/>
                <a:gd name="connsiteY8" fmla="*/ 4368800 h 5118100"/>
                <a:gd name="connsiteX9" fmla="*/ 2648266 w 4605383"/>
                <a:gd name="connsiteY9" fmla="*/ 0 h 5118100"/>
                <a:gd name="connsiteX0" fmla="*/ 2648266 w 4605383"/>
                <a:gd name="connsiteY0" fmla="*/ 0 h 5118100"/>
                <a:gd name="connsiteX1" fmla="*/ 2533966 w 4605383"/>
                <a:gd name="connsiteY1" fmla="*/ 1143000 h 5118100"/>
                <a:gd name="connsiteX2" fmla="*/ 3461066 w 4605383"/>
                <a:gd name="connsiteY2" fmla="*/ 50800 h 5118100"/>
                <a:gd name="connsiteX3" fmla="*/ 3270566 w 4605383"/>
                <a:gd name="connsiteY3" fmla="*/ 1371600 h 5118100"/>
                <a:gd name="connsiteX4" fmla="*/ 4604066 w 4605383"/>
                <a:gd name="connsiteY4" fmla="*/ 927100 h 5118100"/>
                <a:gd name="connsiteX5" fmla="*/ 3575366 w 4605383"/>
                <a:gd name="connsiteY5" fmla="*/ 2095500 h 5118100"/>
                <a:gd name="connsiteX6" fmla="*/ 4540566 w 4605383"/>
                <a:gd name="connsiteY6" fmla="*/ 2019300 h 5118100"/>
                <a:gd name="connsiteX7" fmla="*/ 781366 w 4605383"/>
                <a:gd name="connsiteY7" fmla="*/ 5118100 h 5118100"/>
                <a:gd name="connsiteX8" fmla="*/ 6666 w 4605383"/>
                <a:gd name="connsiteY8" fmla="*/ 4368800 h 5118100"/>
                <a:gd name="connsiteX9" fmla="*/ 2648266 w 4605383"/>
                <a:gd name="connsiteY9" fmla="*/ 0 h 5118100"/>
                <a:gd name="connsiteX0" fmla="*/ 2648266 w 4605383"/>
                <a:gd name="connsiteY0" fmla="*/ 0 h 5118100"/>
                <a:gd name="connsiteX1" fmla="*/ 2533966 w 4605383"/>
                <a:gd name="connsiteY1" fmla="*/ 1143000 h 5118100"/>
                <a:gd name="connsiteX2" fmla="*/ 3461066 w 4605383"/>
                <a:gd name="connsiteY2" fmla="*/ 50800 h 5118100"/>
                <a:gd name="connsiteX3" fmla="*/ 3270566 w 4605383"/>
                <a:gd name="connsiteY3" fmla="*/ 1371600 h 5118100"/>
                <a:gd name="connsiteX4" fmla="*/ 4604066 w 4605383"/>
                <a:gd name="connsiteY4" fmla="*/ 927100 h 5118100"/>
                <a:gd name="connsiteX5" fmla="*/ 3575366 w 4605383"/>
                <a:gd name="connsiteY5" fmla="*/ 2095500 h 5118100"/>
                <a:gd name="connsiteX6" fmla="*/ 4540566 w 4605383"/>
                <a:gd name="connsiteY6" fmla="*/ 2019300 h 5118100"/>
                <a:gd name="connsiteX7" fmla="*/ 781366 w 4605383"/>
                <a:gd name="connsiteY7" fmla="*/ 5118100 h 5118100"/>
                <a:gd name="connsiteX8" fmla="*/ 6666 w 4605383"/>
                <a:gd name="connsiteY8" fmla="*/ 4368800 h 5118100"/>
                <a:gd name="connsiteX9" fmla="*/ 2648266 w 4605383"/>
                <a:gd name="connsiteY9" fmla="*/ 0 h 5118100"/>
                <a:gd name="connsiteX0" fmla="*/ 2648266 w 4604066"/>
                <a:gd name="connsiteY0" fmla="*/ 0 h 5118100"/>
                <a:gd name="connsiteX1" fmla="*/ 2533966 w 4604066"/>
                <a:gd name="connsiteY1" fmla="*/ 1143000 h 5118100"/>
                <a:gd name="connsiteX2" fmla="*/ 3461066 w 4604066"/>
                <a:gd name="connsiteY2" fmla="*/ 50800 h 5118100"/>
                <a:gd name="connsiteX3" fmla="*/ 3270566 w 4604066"/>
                <a:gd name="connsiteY3" fmla="*/ 1371600 h 5118100"/>
                <a:gd name="connsiteX4" fmla="*/ 4604066 w 4604066"/>
                <a:gd name="connsiteY4" fmla="*/ 927100 h 5118100"/>
                <a:gd name="connsiteX5" fmla="*/ 3575366 w 4604066"/>
                <a:gd name="connsiteY5" fmla="*/ 2095500 h 5118100"/>
                <a:gd name="connsiteX6" fmla="*/ 4540566 w 4604066"/>
                <a:gd name="connsiteY6" fmla="*/ 2019300 h 5118100"/>
                <a:gd name="connsiteX7" fmla="*/ 781366 w 4604066"/>
                <a:gd name="connsiteY7" fmla="*/ 5118100 h 5118100"/>
                <a:gd name="connsiteX8" fmla="*/ 6666 w 4604066"/>
                <a:gd name="connsiteY8" fmla="*/ 4368800 h 5118100"/>
                <a:gd name="connsiteX9" fmla="*/ 2648266 w 4604066"/>
                <a:gd name="connsiteY9" fmla="*/ 0 h 5118100"/>
                <a:gd name="connsiteX0" fmla="*/ 2648266 w 4604066"/>
                <a:gd name="connsiteY0" fmla="*/ 0 h 5118100"/>
                <a:gd name="connsiteX1" fmla="*/ 2533966 w 4604066"/>
                <a:gd name="connsiteY1" fmla="*/ 1143000 h 5118100"/>
                <a:gd name="connsiteX2" fmla="*/ 3461066 w 4604066"/>
                <a:gd name="connsiteY2" fmla="*/ 50800 h 5118100"/>
                <a:gd name="connsiteX3" fmla="*/ 3270566 w 4604066"/>
                <a:gd name="connsiteY3" fmla="*/ 1371600 h 5118100"/>
                <a:gd name="connsiteX4" fmla="*/ 4604066 w 4604066"/>
                <a:gd name="connsiteY4" fmla="*/ 927100 h 5118100"/>
                <a:gd name="connsiteX5" fmla="*/ 3575366 w 4604066"/>
                <a:gd name="connsiteY5" fmla="*/ 2095500 h 5118100"/>
                <a:gd name="connsiteX6" fmla="*/ 4540566 w 4604066"/>
                <a:gd name="connsiteY6" fmla="*/ 2019300 h 5118100"/>
                <a:gd name="connsiteX7" fmla="*/ 781366 w 4604066"/>
                <a:gd name="connsiteY7" fmla="*/ 5118100 h 5118100"/>
                <a:gd name="connsiteX8" fmla="*/ 6666 w 4604066"/>
                <a:gd name="connsiteY8" fmla="*/ 4368800 h 5118100"/>
                <a:gd name="connsiteX9" fmla="*/ 2648266 w 4604066"/>
                <a:gd name="connsiteY9" fmla="*/ 0 h 5118100"/>
                <a:gd name="connsiteX0" fmla="*/ 2648266 w 4604066"/>
                <a:gd name="connsiteY0" fmla="*/ 0 h 5118100"/>
                <a:gd name="connsiteX1" fmla="*/ 2533966 w 4604066"/>
                <a:gd name="connsiteY1" fmla="*/ 1143000 h 5118100"/>
                <a:gd name="connsiteX2" fmla="*/ 3461066 w 4604066"/>
                <a:gd name="connsiteY2" fmla="*/ 50800 h 5118100"/>
                <a:gd name="connsiteX3" fmla="*/ 3270566 w 4604066"/>
                <a:gd name="connsiteY3" fmla="*/ 1371600 h 5118100"/>
                <a:gd name="connsiteX4" fmla="*/ 4604066 w 4604066"/>
                <a:gd name="connsiteY4" fmla="*/ 927100 h 5118100"/>
                <a:gd name="connsiteX5" fmla="*/ 3575366 w 4604066"/>
                <a:gd name="connsiteY5" fmla="*/ 2095500 h 5118100"/>
                <a:gd name="connsiteX6" fmla="*/ 4540566 w 4604066"/>
                <a:gd name="connsiteY6" fmla="*/ 2019300 h 5118100"/>
                <a:gd name="connsiteX7" fmla="*/ 781366 w 4604066"/>
                <a:gd name="connsiteY7" fmla="*/ 5118100 h 5118100"/>
                <a:gd name="connsiteX8" fmla="*/ 6666 w 4604066"/>
                <a:gd name="connsiteY8" fmla="*/ 4368800 h 5118100"/>
                <a:gd name="connsiteX9" fmla="*/ 2648266 w 4604066"/>
                <a:gd name="connsiteY9" fmla="*/ 0 h 5118100"/>
                <a:gd name="connsiteX0" fmla="*/ 2648266 w 4604066"/>
                <a:gd name="connsiteY0" fmla="*/ 0 h 5118100"/>
                <a:gd name="connsiteX1" fmla="*/ 2533966 w 4604066"/>
                <a:gd name="connsiteY1" fmla="*/ 1143000 h 5118100"/>
                <a:gd name="connsiteX2" fmla="*/ 3461066 w 4604066"/>
                <a:gd name="connsiteY2" fmla="*/ 50800 h 5118100"/>
                <a:gd name="connsiteX3" fmla="*/ 3270566 w 4604066"/>
                <a:gd name="connsiteY3" fmla="*/ 1371600 h 5118100"/>
                <a:gd name="connsiteX4" fmla="*/ 4604066 w 4604066"/>
                <a:gd name="connsiteY4" fmla="*/ 927100 h 5118100"/>
                <a:gd name="connsiteX5" fmla="*/ 3575366 w 4604066"/>
                <a:gd name="connsiteY5" fmla="*/ 2095500 h 5118100"/>
                <a:gd name="connsiteX6" fmla="*/ 4540566 w 4604066"/>
                <a:gd name="connsiteY6" fmla="*/ 2019300 h 5118100"/>
                <a:gd name="connsiteX7" fmla="*/ 781366 w 4604066"/>
                <a:gd name="connsiteY7" fmla="*/ 5118100 h 5118100"/>
                <a:gd name="connsiteX8" fmla="*/ 6666 w 4604066"/>
                <a:gd name="connsiteY8" fmla="*/ 4368800 h 5118100"/>
                <a:gd name="connsiteX9" fmla="*/ 2648266 w 4604066"/>
                <a:gd name="connsiteY9" fmla="*/ 0 h 511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604066" h="5118100">
                  <a:moveTo>
                    <a:pt x="2648266" y="0"/>
                  </a:moveTo>
                  <a:cubicBezTo>
                    <a:pt x="2817599" y="448733"/>
                    <a:pt x="2478933" y="795867"/>
                    <a:pt x="2533966" y="1143000"/>
                  </a:cubicBezTo>
                  <a:cubicBezTo>
                    <a:pt x="2567833" y="1223433"/>
                    <a:pt x="3236699" y="579967"/>
                    <a:pt x="3461066" y="50800"/>
                  </a:cubicBezTo>
                  <a:cubicBezTo>
                    <a:pt x="3537266" y="427567"/>
                    <a:pt x="3346766" y="1045633"/>
                    <a:pt x="3270566" y="1371600"/>
                  </a:cubicBezTo>
                  <a:cubicBezTo>
                    <a:pt x="3219766" y="1524000"/>
                    <a:pt x="4220526" y="782320"/>
                    <a:pt x="4604066" y="927100"/>
                  </a:cubicBezTo>
                  <a:cubicBezTo>
                    <a:pt x="3571133" y="1623060"/>
                    <a:pt x="3731999" y="1986280"/>
                    <a:pt x="3575366" y="2095500"/>
                  </a:cubicBezTo>
                  <a:cubicBezTo>
                    <a:pt x="4125699" y="1940560"/>
                    <a:pt x="4218833" y="2044700"/>
                    <a:pt x="4540566" y="2019300"/>
                  </a:cubicBezTo>
                  <a:cubicBezTo>
                    <a:pt x="3477999" y="2429933"/>
                    <a:pt x="1539133" y="4859867"/>
                    <a:pt x="781366" y="5118100"/>
                  </a:cubicBezTo>
                  <a:lnTo>
                    <a:pt x="6666" y="4368800"/>
                  </a:lnTo>
                  <a:cubicBezTo>
                    <a:pt x="-141501" y="3399367"/>
                    <a:pt x="2224933" y="1617133"/>
                    <a:pt x="2648266" y="0"/>
                  </a:cubicBezTo>
                  <a:close/>
                </a:path>
              </a:pathLst>
            </a:custGeom>
            <a:solidFill>
              <a:srgbClr val="C4DC64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3">
              <a:extLst>
                <a:ext uri="{FF2B5EF4-FFF2-40B4-BE49-F238E27FC236}">
                  <a16:creationId xmlns:a16="http://schemas.microsoft.com/office/drawing/2014/main" id="{FB03B9DC-E7C7-7698-929B-F68A5F8577DE}"/>
                </a:ext>
              </a:extLst>
            </p:cNvPr>
            <p:cNvSpPr/>
            <p:nvPr/>
          </p:nvSpPr>
          <p:spPr>
            <a:xfrm>
              <a:off x="3987800" y="1244600"/>
              <a:ext cx="3657600" cy="4229100"/>
            </a:xfrm>
            <a:custGeom>
              <a:avLst/>
              <a:gdLst>
                <a:gd name="connsiteX0" fmla="*/ 0 w 584200"/>
                <a:gd name="connsiteY0" fmla="*/ 0 h 850900"/>
                <a:gd name="connsiteX1" fmla="*/ 584200 w 584200"/>
                <a:gd name="connsiteY1" fmla="*/ 0 h 850900"/>
                <a:gd name="connsiteX2" fmla="*/ 584200 w 584200"/>
                <a:gd name="connsiteY2" fmla="*/ 850900 h 850900"/>
                <a:gd name="connsiteX3" fmla="*/ 0 w 584200"/>
                <a:gd name="connsiteY3" fmla="*/ 850900 h 850900"/>
                <a:gd name="connsiteX4" fmla="*/ 0 w 584200"/>
                <a:gd name="connsiteY4" fmla="*/ 0 h 850900"/>
                <a:gd name="connsiteX0" fmla="*/ 0 w 1600200"/>
                <a:gd name="connsiteY0" fmla="*/ 1257300 h 2108200"/>
                <a:gd name="connsiteX1" fmla="*/ 1600200 w 1600200"/>
                <a:gd name="connsiteY1" fmla="*/ 0 h 2108200"/>
                <a:gd name="connsiteX2" fmla="*/ 584200 w 1600200"/>
                <a:gd name="connsiteY2" fmla="*/ 2108200 h 2108200"/>
                <a:gd name="connsiteX3" fmla="*/ 0 w 1600200"/>
                <a:gd name="connsiteY3" fmla="*/ 2108200 h 2108200"/>
                <a:gd name="connsiteX4" fmla="*/ 0 w 1600200"/>
                <a:gd name="connsiteY4" fmla="*/ 1257300 h 2108200"/>
                <a:gd name="connsiteX0" fmla="*/ 0 w 1600200"/>
                <a:gd name="connsiteY0" fmla="*/ 1257300 h 2108200"/>
                <a:gd name="connsiteX1" fmla="*/ 1600200 w 1600200"/>
                <a:gd name="connsiteY1" fmla="*/ 0 h 2108200"/>
                <a:gd name="connsiteX2" fmla="*/ 584200 w 1600200"/>
                <a:gd name="connsiteY2" fmla="*/ 2108200 h 2108200"/>
                <a:gd name="connsiteX3" fmla="*/ 0 w 1600200"/>
                <a:gd name="connsiteY3" fmla="*/ 1257300 h 2108200"/>
                <a:gd name="connsiteX0" fmla="*/ 0 w 3657600"/>
                <a:gd name="connsiteY0" fmla="*/ 3949700 h 3949700"/>
                <a:gd name="connsiteX1" fmla="*/ 3657600 w 3657600"/>
                <a:gd name="connsiteY1" fmla="*/ 0 h 3949700"/>
                <a:gd name="connsiteX2" fmla="*/ 2641600 w 3657600"/>
                <a:gd name="connsiteY2" fmla="*/ 2108200 h 3949700"/>
                <a:gd name="connsiteX3" fmla="*/ 0 w 3657600"/>
                <a:gd name="connsiteY3" fmla="*/ 3949700 h 3949700"/>
                <a:gd name="connsiteX0" fmla="*/ 0 w 3657600"/>
                <a:gd name="connsiteY0" fmla="*/ 3949700 h 4229100"/>
                <a:gd name="connsiteX1" fmla="*/ 3657600 w 3657600"/>
                <a:gd name="connsiteY1" fmla="*/ 0 h 4229100"/>
                <a:gd name="connsiteX2" fmla="*/ 304800 w 3657600"/>
                <a:gd name="connsiteY2" fmla="*/ 4229100 h 4229100"/>
                <a:gd name="connsiteX3" fmla="*/ 0 w 3657600"/>
                <a:gd name="connsiteY3" fmla="*/ 3949700 h 4229100"/>
                <a:gd name="connsiteX0" fmla="*/ 0 w 3657600"/>
                <a:gd name="connsiteY0" fmla="*/ 3949700 h 4229100"/>
                <a:gd name="connsiteX1" fmla="*/ 3657600 w 3657600"/>
                <a:gd name="connsiteY1" fmla="*/ 0 h 4229100"/>
                <a:gd name="connsiteX2" fmla="*/ 304800 w 3657600"/>
                <a:gd name="connsiteY2" fmla="*/ 4229100 h 4229100"/>
                <a:gd name="connsiteX3" fmla="*/ 0 w 3657600"/>
                <a:gd name="connsiteY3" fmla="*/ 3949700 h 4229100"/>
                <a:gd name="connsiteX0" fmla="*/ 0 w 3657600"/>
                <a:gd name="connsiteY0" fmla="*/ 3949700 h 4229100"/>
                <a:gd name="connsiteX1" fmla="*/ 3657600 w 3657600"/>
                <a:gd name="connsiteY1" fmla="*/ 0 h 4229100"/>
                <a:gd name="connsiteX2" fmla="*/ 304800 w 3657600"/>
                <a:gd name="connsiteY2" fmla="*/ 4229100 h 4229100"/>
                <a:gd name="connsiteX3" fmla="*/ 0 w 3657600"/>
                <a:gd name="connsiteY3" fmla="*/ 3949700 h 4229100"/>
                <a:gd name="connsiteX0" fmla="*/ 0 w 3657600"/>
                <a:gd name="connsiteY0" fmla="*/ 3949700 h 4229100"/>
                <a:gd name="connsiteX1" fmla="*/ 3657600 w 3657600"/>
                <a:gd name="connsiteY1" fmla="*/ 0 h 4229100"/>
                <a:gd name="connsiteX2" fmla="*/ 304800 w 3657600"/>
                <a:gd name="connsiteY2" fmla="*/ 4229100 h 4229100"/>
                <a:gd name="connsiteX3" fmla="*/ 0 w 3657600"/>
                <a:gd name="connsiteY3" fmla="*/ 3949700 h 4229100"/>
                <a:gd name="connsiteX0" fmla="*/ 0 w 3657600"/>
                <a:gd name="connsiteY0" fmla="*/ 3949700 h 4229100"/>
                <a:gd name="connsiteX1" fmla="*/ 3657600 w 3657600"/>
                <a:gd name="connsiteY1" fmla="*/ 0 h 4229100"/>
                <a:gd name="connsiteX2" fmla="*/ 304800 w 3657600"/>
                <a:gd name="connsiteY2" fmla="*/ 4229100 h 4229100"/>
                <a:gd name="connsiteX3" fmla="*/ 91440 w 3657600"/>
                <a:gd name="connsiteY3" fmla="*/ 4041140 h 4229100"/>
                <a:gd name="connsiteX0" fmla="*/ 0 w 3657600"/>
                <a:gd name="connsiteY0" fmla="*/ 3949700 h 4229100"/>
                <a:gd name="connsiteX1" fmla="*/ 3657600 w 3657600"/>
                <a:gd name="connsiteY1" fmla="*/ 0 h 4229100"/>
                <a:gd name="connsiteX2" fmla="*/ 304800 w 3657600"/>
                <a:gd name="connsiteY2" fmla="*/ 4229100 h 422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657600" h="4229100">
                  <a:moveTo>
                    <a:pt x="0" y="3949700"/>
                  </a:moveTo>
                  <a:cubicBezTo>
                    <a:pt x="1282700" y="1985433"/>
                    <a:pt x="2755900" y="732367"/>
                    <a:pt x="3657600" y="0"/>
                  </a:cubicBezTo>
                  <a:cubicBezTo>
                    <a:pt x="2540000" y="1409700"/>
                    <a:pt x="2019300" y="2540000"/>
                    <a:pt x="304800" y="4229100"/>
                  </a:cubicBezTo>
                </a:path>
              </a:pathLst>
            </a:custGeom>
            <a:solidFill>
              <a:srgbClr val="C4DC64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A067BDE-1562-1C06-F383-8D20EB1C3F02}"/>
                </a:ext>
              </a:extLst>
            </p:cNvPr>
            <p:cNvSpPr/>
            <p:nvPr/>
          </p:nvSpPr>
          <p:spPr>
            <a:xfrm rot="2542649">
              <a:off x="2879156" y="5530295"/>
              <a:ext cx="1305746" cy="975235"/>
            </a:xfrm>
            <a:prstGeom prst="ellipse">
              <a:avLst/>
            </a:prstGeom>
            <a:solidFill>
              <a:srgbClr val="C4DC64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A6FF989-09AE-F6CF-FADE-D437BFA48910}"/>
              </a:ext>
            </a:extLst>
          </p:cNvPr>
          <p:cNvGrpSpPr/>
          <p:nvPr/>
        </p:nvGrpSpPr>
        <p:grpSpPr>
          <a:xfrm>
            <a:off x="6192976" y="1089021"/>
            <a:ext cx="5599498" cy="5973419"/>
            <a:chOff x="2879156" y="532111"/>
            <a:chExt cx="5599498" cy="5973419"/>
          </a:xfrm>
          <a:solidFill>
            <a:schemeClr val="bg1"/>
          </a:solidFill>
        </p:grpSpPr>
        <p:sp>
          <p:nvSpPr>
            <p:cNvPr id="25" name="Rectangle 4">
              <a:extLst>
                <a:ext uri="{FF2B5EF4-FFF2-40B4-BE49-F238E27FC236}">
                  <a16:creationId xmlns:a16="http://schemas.microsoft.com/office/drawing/2014/main" id="{FA07A3B1-66FB-D762-0A79-CAD7BE4D855B}"/>
                </a:ext>
              </a:extLst>
            </p:cNvPr>
            <p:cNvSpPr/>
            <p:nvPr/>
          </p:nvSpPr>
          <p:spPr>
            <a:xfrm>
              <a:off x="4723275" y="1872213"/>
              <a:ext cx="1005839" cy="1208387"/>
            </a:xfrm>
            <a:custGeom>
              <a:avLst/>
              <a:gdLst>
                <a:gd name="connsiteX0" fmla="*/ 0 w 457200"/>
                <a:gd name="connsiteY0" fmla="*/ 0 h 736600"/>
                <a:gd name="connsiteX1" fmla="*/ 457200 w 457200"/>
                <a:gd name="connsiteY1" fmla="*/ 0 h 736600"/>
                <a:gd name="connsiteX2" fmla="*/ 457200 w 457200"/>
                <a:gd name="connsiteY2" fmla="*/ 736600 h 736600"/>
                <a:gd name="connsiteX3" fmla="*/ 0 w 457200"/>
                <a:gd name="connsiteY3" fmla="*/ 736600 h 736600"/>
                <a:gd name="connsiteX4" fmla="*/ 0 w 457200"/>
                <a:gd name="connsiteY4" fmla="*/ 0 h 736600"/>
                <a:gd name="connsiteX0" fmla="*/ 12700 w 457200"/>
                <a:gd name="connsiteY0" fmla="*/ 0 h 800100"/>
                <a:gd name="connsiteX1" fmla="*/ 457200 w 457200"/>
                <a:gd name="connsiteY1" fmla="*/ 63500 h 800100"/>
                <a:gd name="connsiteX2" fmla="*/ 457200 w 457200"/>
                <a:gd name="connsiteY2" fmla="*/ 800100 h 800100"/>
                <a:gd name="connsiteX3" fmla="*/ 0 w 457200"/>
                <a:gd name="connsiteY3" fmla="*/ 800100 h 800100"/>
                <a:gd name="connsiteX4" fmla="*/ 12700 w 457200"/>
                <a:gd name="connsiteY4" fmla="*/ 0 h 800100"/>
                <a:gd name="connsiteX0" fmla="*/ 12700 w 584200"/>
                <a:gd name="connsiteY0" fmla="*/ 50800 h 850900"/>
                <a:gd name="connsiteX1" fmla="*/ 584200 w 584200"/>
                <a:gd name="connsiteY1" fmla="*/ 0 h 850900"/>
                <a:gd name="connsiteX2" fmla="*/ 457200 w 584200"/>
                <a:gd name="connsiteY2" fmla="*/ 850900 h 850900"/>
                <a:gd name="connsiteX3" fmla="*/ 0 w 584200"/>
                <a:gd name="connsiteY3" fmla="*/ 850900 h 850900"/>
                <a:gd name="connsiteX4" fmla="*/ 12700 w 584200"/>
                <a:gd name="connsiteY4" fmla="*/ 50800 h 850900"/>
                <a:gd name="connsiteX0" fmla="*/ 12700 w 649686"/>
                <a:gd name="connsiteY0" fmla="*/ 50800 h 850900"/>
                <a:gd name="connsiteX1" fmla="*/ 584200 w 649686"/>
                <a:gd name="connsiteY1" fmla="*/ 0 h 850900"/>
                <a:gd name="connsiteX2" fmla="*/ 647700 w 649686"/>
                <a:gd name="connsiteY2" fmla="*/ 444500 h 850900"/>
                <a:gd name="connsiteX3" fmla="*/ 457200 w 649686"/>
                <a:gd name="connsiteY3" fmla="*/ 850900 h 850900"/>
                <a:gd name="connsiteX4" fmla="*/ 0 w 649686"/>
                <a:gd name="connsiteY4" fmla="*/ 850900 h 850900"/>
                <a:gd name="connsiteX5" fmla="*/ 12700 w 649686"/>
                <a:gd name="connsiteY5" fmla="*/ 50800 h 850900"/>
                <a:gd name="connsiteX0" fmla="*/ 12700 w 649686"/>
                <a:gd name="connsiteY0" fmla="*/ 50800 h 965200"/>
                <a:gd name="connsiteX1" fmla="*/ 584200 w 649686"/>
                <a:gd name="connsiteY1" fmla="*/ 0 h 965200"/>
                <a:gd name="connsiteX2" fmla="*/ 647700 w 649686"/>
                <a:gd name="connsiteY2" fmla="*/ 444500 h 965200"/>
                <a:gd name="connsiteX3" fmla="*/ 152400 w 649686"/>
                <a:gd name="connsiteY3" fmla="*/ 965200 h 965200"/>
                <a:gd name="connsiteX4" fmla="*/ 0 w 649686"/>
                <a:gd name="connsiteY4" fmla="*/ 850900 h 965200"/>
                <a:gd name="connsiteX5" fmla="*/ 12700 w 649686"/>
                <a:gd name="connsiteY5" fmla="*/ 50800 h 965200"/>
                <a:gd name="connsiteX0" fmla="*/ 254000 w 890986"/>
                <a:gd name="connsiteY0" fmla="*/ 50800 h 965200"/>
                <a:gd name="connsiteX1" fmla="*/ 825500 w 890986"/>
                <a:gd name="connsiteY1" fmla="*/ 0 h 965200"/>
                <a:gd name="connsiteX2" fmla="*/ 889000 w 890986"/>
                <a:gd name="connsiteY2" fmla="*/ 444500 h 965200"/>
                <a:gd name="connsiteX3" fmla="*/ 393700 w 890986"/>
                <a:gd name="connsiteY3" fmla="*/ 965200 h 965200"/>
                <a:gd name="connsiteX4" fmla="*/ 0 w 890986"/>
                <a:gd name="connsiteY4" fmla="*/ 355600 h 965200"/>
                <a:gd name="connsiteX5" fmla="*/ 254000 w 890986"/>
                <a:gd name="connsiteY5" fmla="*/ 50800 h 965200"/>
                <a:gd name="connsiteX0" fmla="*/ 418310 w 1055296"/>
                <a:gd name="connsiteY0" fmla="*/ 50800 h 965200"/>
                <a:gd name="connsiteX1" fmla="*/ 989810 w 1055296"/>
                <a:gd name="connsiteY1" fmla="*/ 0 h 965200"/>
                <a:gd name="connsiteX2" fmla="*/ 1053310 w 1055296"/>
                <a:gd name="connsiteY2" fmla="*/ 444500 h 965200"/>
                <a:gd name="connsiteX3" fmla="*/ 558010 w 1055296"/>
                <a:gd name="connsiteY3" fmla="*/ 965200 h 965200"/>
                <a:gd name="connsiteX4" fmla="*/ 164310 w 1055296"/>
                <a:gd name="connsiteY4" fmla="*/ 355600 h 965200"/>
                <a:gd name="connsiteX5" fmla="*/ 418310 w 1055296"/>
                <a:gd name="connsiteY5" fmla="*/ 50800 h 965200"/>
                <a:gd name="connsiteX0" fmla="*/ 418310 w 1055296"/>
                <a:gd name="connsiteY0" fmla="*/ 50800 h 965200"/>
                <a:gd name="connsiteX1" fmla="*/ 989810 w 1055296"/>
                <a:gd name="connsiteY1" fmla="*/ 0 h 965200"/>
                <a:gd name="connsiteX2" fmla="*/ 1053310 w 1055296"/>
                <a:gd name="connsiteY2" fmla="*/ 444500 h 965200"/>
                <a:gd name="connsiteX3" fmla="*/ 558010 w 1055296"/>
                <a:gd name="connsiteY3" fmla="*/ 965200 h 965200"/>
                <a:gd name="connsiteX4" fmla="*/ 164310 w 1055296"/>
                <a:gd name="connsiteY4" fmla="*/ 355600 h 965200"/>
                <a:gd name="connsiteX5" fmla="*/ 418310 w 1055296"/>
                <a:gd name="connsiteY5" fmla="*/ 50800 h 965200"/>
                <a:gd name="connsiteX0" fmla="*/ 418310 w 1055296"/>
                <a:gd name="connsiteY0" fmla="*/ 384085 h 1298485"/>
                <a:gd name="connsiteX1" fmla="*/ 989810 w 1055296"/>
                <a:gd name="connsiteY1" fmla="*/ 333285 h 1298485"/>
                <a:gd name="connsiteX2" fmla="*/ 1053310 w 1055296"/>
                <a:gd name="connsiteY2" fmla="*/ 777785 h 1298485"/>
                <a:gd name="connsiteX3" fmla="*/ 558010 w 1055296"/>
                <a:gd name="connsiteY3" fmla="*/ 1298485 h 1298485"/>
                <a:gd name="connsiteX4" fmla="*/ 164310 w 1055296"/>
                <a:gd name="connsiteY4" fmla="*/ 688885 h 1298485"/>
                <a:gd name="connsiteX5" fmla="*/ 418310 w 1055296"/>
                <a:gd name="connsiteY5" fmla="*/ 384085 h 1298485"/>
                <a:gd name="connsiteX0" fmla="*/ 418310 w 1055296"/>
                <a:gd name="connsiteY0" fmla="*/ 476485 h 1390885"/>
                <a:gd name="connsiteX1" fmla="*/ 989810 w 1055296"/>
                <a:gd name="connsiteY1" fmla="*/ 425685 h 1390885"/>
                <a:gd name="connsiteX2" fmla="*/ 1053310 w 1055296"/>
                <a:gd name="connsiteY2" fmla="*/ 870185 h 1390885"/>
                <a:gd name="connsiteX3" fmla="*/ 558010 w 1055296"/>
                <a:gd name="connsiteY3" fmla="*/ 1390885 h 1390885"/>
                <a:gd name="connsiteX4" fmla="*/ 164310 w 1055296"/>
                <a:gd name="connsiteY4" fmla="*/ 781285 h 1390885"/>
                <a:gd name="connsiteX5" fmla="*/ 418310 w 1055296"/>
                <a:gd name="connsiteY5" fmla="*/ 476485 h 1390885"/>
                <a:gd name="connsiteX0" fmla="*/ 418310 w 1135940"/>
                <a:gd name="connsiteY0" fmla="*/ 476485 h 1390885"/>
                <a:gd name="connsiteX1" fmla="*/ 989810 w 1135940"/>
                <a:gd name="connsiteY1" fmla="*/ 425685 h 1390885"/>
                <a:gd name="connsiteX2" fmla="*/ 1053310 w 1135940"/>
                <a:gd name="connsiteY2" fmla="*/ 870185 h 1390885"/>
                <a:gd name="connsiteX3" fmla="*/ 558010 w 1135940"/>
                <a:gd name="connsiteY3" fmla="*/ 1390885 h 1390885"/>
                <a:gd name="connsiteX4" fmla="*/ 164310 w 1135940"/>
                <a:gd name="connsiteY4" fmla="*/ 781285 h 1390885"/>
                <a:gd name="connsiteX5" fmla="*/ 418310 w 1135940"/>
                <a:gd name="connsiteY5" fmla="*/ 476485 h 1390885"/>
                <a:gd name="connsiteX0" fmla="*/ 418310 w 1135940"/>
                <a:gd name="connsiteY0" fmla="*/ 476485 h 1390885"/>
                <a:gd name="connsiteX1" fmla="*/ 989810 w 1135940"/>
                <a:gd name="connsiteY1" fmla="*/ 425685 h 1390885"/>
                <a:gd name="connsiteX2" fmla="*/ 1053310 w 1135940"/>
                <a:gd name="connsiteY2" fmla="*/ 870185 h 1390885"/>
                <a:gd name="connsiteX3" fmla="*/ 558010 w 1135940"/>
                <a:gd name="connsiteY3" fmla="*/ 1390885 h 1390885"/>
                <a:gd name="connsiteX4" fmla="*/ 164310 w 1135940"/>
                <a:gd name="connsiteY4" fmla="*/ 781285 h 1390885"/>
                <a:gd name="connsiteX5" fmla="*/ 418310 w 1135940"/>
                <a:gd name="connsiteY5" fmla="*/ 476485 h 1390885"/>
                <a:gd name="connsiteX0" fmla="*/ 401518 w 1119148"/>
                <a:gd name="connsiteY0" fmla="*/ 476485 h 1808452"/>
                <a:gd name="connsiteX1" fmla="*/ 973018 w 1119148"/>
                <a:gd name="connsiteY1" fmla="*/ 425685 h 1808452"/>
                <a:gd name="connsiteX2" fmla="*/ 1036518 w 1119148"/>
                <a:gd name="connsiteY2" fmla="*/ 870185 h 1808452"/>
                <a:gd name="connsiteX3" fmla="*/ 669000 w 1119148"/>
                <a:gd name="connsiteY3" fmla="*/ 1808452 h 1808452"/>
                <a:gd name="connsiteX4" fmla="*/ 147518 w 1119148"/>
                <a:gd name="connsiteY4" fmla="*/ 781285 h 1808452"/>
                <a:gd name="connsiteX5" fmla="*/ 401518 w 1119148"/>
                <a:gd name="connsiteY5" fmla="*/ 476485 h 1808452"/>
                <a:gd name="connsiteX0" fmla="*/ 401518 w 1071059"/>
                <a:gd name="connsiteY0" fmla="*/ 543905 h 1875872"/>
                <a:gd name="connsiteX1" fmla="*/ 881900 w 1071059"/>
                <a:gd name="connsiteY1" fmla="*/ 333865 h 1875872"/>
                <a:gd name="connsiteX2" fmla="*/ 1036518 w 1071059"/>
                <a:gd name="connsiteY2" fmla="*/ 937605 h 1875872"/>
                <a:gd name="connsiteX3" fmla="*/ 669000 w 1071059"/>
                <a:gd name="connsiteY3" fmla="*/ 1875872 h 1875872"/>
                <a:gd name="connsiteX4" fmla="*/ 147518 w 1071059"/>
                <a:gd name="connsiteY4" fmla="*/ 848705 h 1875872"/>
                <a:gd name="connsiteX5" fmla="*/ 401518 w 1071059"/>
                <a:gd name="connsiteY5" fmla="*/ 543905 h 1875872"/>
                <a:gd name="connsiteX0" fmla="*/ 259378 w 1071059"/>
                <a:gd name="connsiteY0" fmla="*/ 521907 h 1902218"/>
                <a:gd name="connsiteX1" fmla="*/ 881900 w 1071059"/>
                <a:gd name="connsiteY1" fmla="*/ 360211 h 1902218"/>
                <a:gd name="connsiteX2" fmla="*/ 1036518 w 1071059"/>
                <a:gd name="connsiteY2" fmla="*/ 963951 h 1902218"/>
                <a:gd name="connsiteX3" fmla="*/ 669000 w 1071059"/>
                <a:gd name="connsiteY3" fmla="*/ 1902218 h 1902218"/>
                <a:gd name="connsiteX4" fmla="*/ 147518 w 1071059"/>
                <a:gd name="connsiteY4" fmla="*/ 875051 h 1902218"/>
                <a:gd name="connsiteX5" fmla="*/ 259378 w 1071059"/>
                <a:gd name="connsiteY5" fmla="*/ 521907 h 1902218"/>
                <a:gd name="connsiteX0" fmla="*/ 259378 w 1071059"/>
                <a:gd name="connsiteY0" fmla="*/ 441940 h 1822251"/>
                <a:gd name="connsiteX1" fmla="*/ 881900 w 1071059"/>
                <a:gd name="connsiteY1" fmla="*/ 280244 h 1822251"/>
                <a:gd name="connsiteX2" fmla="*/ 1036518 w 1071059"/>
                <a:gd name="connsiteY2" fmla="*/ 883984 h 1822251"/>
                <a:gd name="connsiteX3" fmla="*/ 669000 w 1071059"/>
                <a:gd name="connsiteY3" fmla="*/ 1822251 h 1822251"/>
                <a:gd name="connsiteX4" fmla="*/ 147518 w 1071059"/>
                <a:gd name="connsiteY4" fmla="*/ 795084 h 1822251"/>
                <a:gd name="connsiteX5" fmla="*/ 259378 w 1071059"/>
                <a:gd name="connsiteY5" fmla="*/ 441940 h 1822251"/>
                <a:gd name="connsiteX0" fmla="*/ 259378 w 1071059"/>
                <a:gd name="connsiteY0" fmla="*/ 497486 h 1877797"/>
                <a:gd name="connsiteX1" fmla="*/ 795848 w 1071059"/>
                <a:gd name="connsiteY1" fmla="*/ 233916 h 1877797"/>
                <a:gd name="connsiteX2" fmla="*/ 1036518 w 1071059"/>
                <a:gd name="connsiteY2" fmla="*/ 939530 h 1877797"/>
                <a:gd name="connsiteX3" fmla="*/ 669000 w 1071059"/>
                <a:gd name="connsiteY3" fmla="*/ 1877797 h 1877797"/>
                <a:gd name="connsiteX4" fmla="*/ 147518 w 1071059"/>
                <a:gd name="connsiteY4" fmla="*/ 850630 h 1877797"/>
                <a:gd name="connsiteX5" fmla="*/ 259378 w 1071059"/>
                <a:gd name="connsiteY5" fmla="*/ 497486 h 1877797"/>
                <a:gd name="connsiteX0" fmla="*/ 259378 w 1075570"/>
                <a:gd name="connsiteY0" fmla="*/ 497486 h 1877797"/>
                <a:gd name="connsiteX1" fmla="*/ 795848 w 1075570"/>
                <a:gd name="connsiteY1" fmla="*/ 233916 h 1877797"/>
                <a:gd name="connsiteX2" fmla="*/ 1047390 w 1075570"/>
                <a:gd name="connsiteY2" fmla="*/ 435756 h 1877797"/>
                <a:gd name="connsiteX3" fmla="*/ 669000 w 1075570"/>
                <a:gd name="connsiteY3" fmla="*/ 1877797 h 1877797"/>
                <a:gd name="connsiteX4" fmla="*/ 147518 w 1075570"/>
                <a:gd name="connsiteY4" fmla="*/ 850630 h 1877797"/>
                <a:gd name="connsiteX5" fmla="*/ 259378 w 1075570"/>
                <a:gd name="connsiteY5" fmla="*/ 497486 h 1877797"/>
                <a:gd name="connsiteX0" fmla="*/ 243514 w 1155570"/>
                <a:gd name="connsiteY0" fmla="*/ 497486 h 877706"/>
                <a:gd name="connsiteX1" fmla="*/ 779984 w 1155570"/>
                <a:gd name="connsiteY1" fmla="*/ 233916 h 877706"/>
                <a:gd name="connsiteX2" fmla="*/ 1031526 w 1155570"/>
                <a:gd name="connsiteY2" fmla="*/ 435756 h 877706"/>
                <a:gd name="connsiteX3" fmla="*/ 803097 w 1155570"/>
                <a:gd name="connsiteY3" fmla="*/ 808496 h 877706"/>
                <a:gd name="connsiteX4" fmla="*/ 131654 w 1155570"/>
                <a:gd name="connsiteY4" fmla="*/ 850630 h 877706"/>
                <a:gd name="connsiteX5" fmla="*/ 243514 w 1155570"/>
                <a:gd name="connsiteY5" fmla="*/ 497486 h 877706"/>
                <a:gd name="connsiteX0" fmla="*/ 27827 w 939883"/>
                <a:gd name="connsiteY0" fmla="*/ 497486 h 808496"/>
                <a:gd name="connsiteX1" fmla="*/ 564297 w 939883"/>
                <a:gd name="connsiteY1" fmla="*/ 233916 h 808496"/>
                <a:gd name="connsiteX2" fmla="*/ 815839 w 939883"/>
                <a:gd name="connsiteY2" fmla="*/ 435756 h 808496"/>
                <a:gd name="connsiteX3" fmla="*/ 587410 w 939883"/>
                <a:gd name="connsiteY3" fmla="*/ 808496 h 808496"/>
                <a:gd name="connsiteX4" fmla="*/ 220997 w 939883"/>
                <a:gd name="connsiteY4" fmla="*/ 674436 h 808496"/>
                <a:gd name="connsiteX5" fmla="*/ 27827 w 939883"/>
                <a:gd name="connsiteY5" fmla="*/ 497486 h 808496"/>
                <a:gd name="connsiteX0" fmla="*/ 99347 w 887276"/>
                <a:gd name="connsiteY0" fmla="*/ 412502 h 886548"/>
                <a:gd name="connsiteX1" fmla="*/ 511690 w 887276"/>
                <a:gd name="connsiteY1" fmla="*/ 311968 h 886548"/>
                <a:gd name="connsiteX2" fmla="*/ 763232 w 887276"/>
                <a:gd name="connsiteY2" fmla="*/ 513808 h 886548"/>
                <a:gd name="connsiteX3" fmla="*/ 534803 w 887276"/>
                <a:gd name="connsiteY3" fmla="*/ 886548 h 886548"/>
                <a:gd name="connsiteX4" fmla="*/ 168390 w 887276"/>
                <a:gd name="connsiteY4" fmla="*/ 752488 h 886548"/>
                <a:gd name="connsiteX5" fmla="*/ 99347 w 887276"/>
                <a:gd name="connsiteY5" fmla="*/ 412502 h 886548"/>
                <a:gd name="connsiteX0" fmla="*/ 57691 w 845620"/>
                <a:gd name="connsiteY0" fmla="*/ 412502 h 905384"/>
                <a:gd name="connsiteX1" fmla="*/ 470034 w 845620"/>
                <a:gd name="connsiteY1" fmla="*/ 311968 h 905384"/>
                <a:gd name="connsiteX2" fmla="*/ 721576 w 845620"/>
                <a:gd name="connsiteY2" fmla="*/ 513808 h 905384"/>
                <a:gd name="connsiteX3" fmla="*/ 493147 w 845620"/>
                <a:gd name="connsiteY3" fmla="*/ 886548 h 905384"/>
                <a:gd name="connsiteX4" fmla="*/ 126734 w 845620"/>
                <a:gd name="connsiteY4" fmla="*/ 752488 h 905384"/>
                <a:gd name="connsiteX5" fmla="*/ 57691 w 845620"/>
                <a:gd name="connsiteY5" fmla="*/ 412502 h 905384"/>
                <a:gd name="connsiteX0" fmla="*/ 57691 w 845620"/>
                <a:gd name="connsiteY0" fmla="*/ 412502 h 966637"/>
                <a:gd name="connsiteX1" fmla="*/ 470034 w 845620"/>
                <a:gd name="connsiteY1" fmla="*/ 311968 h 966637"/>
                <a:gd name="connsiteX2" fmla="*/ 721576 w 845620"/>
                <a:gd name="connsiteY2" fmla="*/ 513808 h 966637"/>
                <a:gd name="connsiteX3" fmla="*/ 493147 w 845620"/>
                <a:gd name="connsiteY3" fmla="*/ 886548 h 966637"/>
                <a:gd name="connsiteX4" fmla="*/ 126734 w 845620"/>
                <a:gd name="connsiteY4" fmla="*/ 752488 h 966637"/>
                <a:gd name="connsiteX5" fmla="*/ 57691 w 845620"/>
                <a:gd name="connsiteY5" fmla="*/ 412502 h 966637"/>
                <a:gd name="connsiteX0" fmla="*/ 57691 w 845620"/>
                <a:gd name="connsiteY0" fmla="*/ 358234 h 912369"/>
                <a:gd name="connsiteX1" fmla="*/ 470034 w 845620"/>
                <a:gd name="connsiteY1" fmla="*/ 257700 h 912369"/>
                <a:gd name="connsiteX2" fmla="*/ 721576 w 845620"/>
                <a:gd name="connsiteY2" fmla="*/ 459540 h 912369"/>
                <a:gd name="connsiteX3" fmla="*/ 493147 w 845620"/>
                <a:gd name="connsiteY3" fmla="*/ 832280 h 912369"/>
                <a:gd name="connsiteX4" fmla="*/ 126734 w 845620"/>
                <a:gd name="connsiteY4" fmla="*/ 698220 h 912369"/>
                <a:gd name="connsiteX5" fmla="*/ 57691 w 845620"/>
                <a:gd name="connsiteY5" fmla="*/ 358234 h 912369"/>
                <a:gd name="connsiteX0" fmla="*/ 57691 w 845620"/>
                <a:gd name="connsiteY0" fmla="*/ 364631 h 918766"/>
                <a:gd name="connsiteX1" fmla="*/ 436372 w 845620"/>
                <a:gd name="connsiteY1" fmla="*/ 251801 h 918766"/>
                <a:gd name="connsiteX2" fmla="*/ 721576 w 845620"/>
                <a:gd name="connsiteY2" fmla="*/ 465937 h 918766"/>
                <a:gd name="connsiteX3" fmla="*/ 493147 w 845620"/>
                <a:gd name="connsiteY3" fmla="*/ 838677 h 918766"/>
                <a:gd name="connsiteX4" fmla="*/ 126734 w 845620"/>
                <a:gd name="connsiteY4" fmla="*/ 704617 h 918766"/>
                <a:gd name="connsiteX5" fmla="*/ 57691 w 845620"/>
                <a:gd name="connsiteY5" fmla="*/ 364631 h 918766"/>
                <a:gd name="connsiteX0" fmla="*/ 57691 w 845620"/>
                <a:gd name="connsiteY0" fmla="*/ 364631 h 918766"/>
                <a:gd name="connsiteX1" fmla="*/ 436372 w 845620"/>
                <a:gd name="connsiteY1" fmla="*/ 251801 h 918766"/>
                <a:gd name="connsiteX2" fmla="*/ 721576 w 845620"/>
                <a:gd name="connsiteY2" fmla="*/ 465937 h 918766"/>
                <a:gd name="connsiteX3" fmla="*/ 493147 w 845620"/>
                <a:gd name="connsiteY3" fmla="*/ 838677 h 918766"/>
                <a:gd name="connsiteX4" fmla="*/ 126734 w 845620"/>
                <a:gd name="connsiteY4" fmla="*/ 704617 h 918766"/>
                <a:gd name="connsiteX5" fmla="*/ 57691 w 845620"/>
                <a:gd name="connsiteY5" fmla="*/ 364631 h 918766"/>
                <a:gd name="connsiteX0" fmla="*/ 57691 w 845620"/>
                <a:gd name="connsiteY0" fmla="*/ 364631 h 918766"/>
                <a:gd name="connsiteX1" fmla="*/ 436372 w 845620"/>
                <a:gd name="connsiteY1" fmla="*/ 251801 h 918766"/>
                <a:gd name="connsiteX2" fmla="*/ 721576 w 845620"/>
                <a:gd name="connsiteY2" fmla="*/ 465937 h 918766"/>
                <a:gd name="connsiteX3" fmla="*/ 493147 w 845620"/>
                <a:gd name="connsiteY3" fmla="*/ 838677 h 918766"/>
                <a:gd name="connsiteX4" fmla="*/ 126734 w 845620"/>
                <a:gd name="connsiteY4" fmla="*/ 704617 h 918766"/>
                <a:gd name="connsiteX5" fmla="*/ 57691 w 845620"/>
                <a:gd name="connsiteY5" fmla="*/ 364631 h 918766"/>
                <a:gd name="connsiteX0" fmla="*/ 57691 w 917627"/>
                <a:gd name="connsiteY0" fmla="*/ 364631 h 918766"/>
                <a:gd name="connsiteX1" fmla="*/ 436372 w 917627"/>
                <a:gd name="connsiteY1" fmla="*/ 251801 h 918766"/>
                <a:gd name="connsiteX2" fmla="*/ 721576 w 917627"/>
                <a:gd name="connsiteY2" fmla="*/ 465937 h 918766"/>
                <a:gd name="connsiteX3" fmla="*/ 493147 w 917627"/>
                <a:gd name="connsiteY3" fmla="*/ 838677 h 918766"/>
                <a:gd name="connsiteX4" fmla="*/ 126734 w 917627"/>
                <a:gd name="connsiteY4" fmla="*/ 704617 h 918766"/>
                <a:gd name="connsiteX5" fmla="*/ 57691 w 917627"/>
                <a:gd name="connsiteY5" fmla="*/ 364631 h 918766"/>
                <a:gd name="connsiteX0" fmla="*/ 57691 w 799697"/>
                <a:gd name="connsiteY0" fmla="*/ 364631 h 918766"/>
                <a:gd name="connsiteX1" fmla="*/ 436372 w 799697"/>
                <a:gd name="connsiteY1" fmla="*/ 251801 h 918766"/>
                <a:gd name="connsiteX2" fmla="*/ 721576 w 799697"/>
                <a:gd name="connsiteY2" fmla="*/ 465937 h 918766"/>
                <a:gd name="connsiteX3" fmla="*/ 493147 w 799697"/>
                <a:gd name="connsiteY3" fmla="*/ 838677 h 918766"/>
                <a:gd name="connsiteX4" fmla="*/ 126734 w 799697"/>
                <a:gd name="connsiteY4" fmla="*/ 704617 h 918766"/>
                <a:gd name="connsiteX5" fmla="*/ 57691 w 799697"/>
                <a:gd name="connsiteY5" fmla="*/ 364631 h 918766"/>
                <a:gd name="connsiteX0" fmla="*/ 65803 w 788752"/>
                <a:gd name="connsiteY0" fmla="*/ 359423 h 923546"/>
                <a:gd name="connsiteX1" fmla="*/ 425427 w 788752"/>
                <a:gd name="connsiteY1" fmla="*/ 256581 h 923546"/>
                <a:gd name="connsiteX2" fmla="*/ 710631 w 788752"/>
                <a:gd name="connsiteY2" fmla="*/ 470717 h 923546"/>
                <a:gd name="connsiteX3" fmla="*/ 482202 w 788752"/>
                <a:gd name="connsiteY3" fmla="*/ 843457 h 923546"/>
                <a:gd name="connsiteX4" fmla="*/ 115789 w 788752"/>
                <a:gd name="connsiteY4" fmla="*/ 709397 h 923546"/>
                <a:gd name="connsiteX5" fmla="*/ 65803 w 788752"/>
                <a:gd name="connsiteY5" fmla="*/ 359423 h 923546"/>
                <a:gd name="connsiteX0" fmla="*/ 65803 w 788752"/>
                <a:gd name="connsiteY0" fmla="*/ 338595 h 902718"/>
                <a:gd name="connsiteX1" fmla="*/ 425427 w 788752"/>
                <a:gd name="connsiteY1" fmla="*/ 235753 h 902718"/>
                <a:gd name="connsiteX2" fmla="*/ 710631 w 788752"/>
                <a:gd name="connsiteY2" fmla="*/ 449889 h 902718"/>
                <a:gd name="connsiteX3" fmla="*/ 482202 w 788752"/>
                <a:gd name="connsiteY3" fmla="*/ 822629 h 902718"/>
                <a:gd name="connsiteX4" fmla="*/ 115789 w 788752"/>
                <a:gd name="connsiteY4" fmla="*/ 688569 h 902718"/>
                <a:gd name="connsiteX5" fmla="*/ 65803 w 788752"/>
                <a:gd name="connsiteY5" fmla="*/ 338595 h 902718"/>
                <a:gd name="connsiteX0" fmla="*/ 65803 w 761655"/>
                <a:gd name="connsiteY0" fmla="*/ 338595 h 1029873"/>
                <a:gd name="connsiteX1" fmla="*/ 425427 w 761655"/>
                <a:gd name="connsiteY1" fmla="*/ 235753 h 1029873"/>
                <a:gd name="connsiteX2" fmla="*/ 710631 w 761655"/>
                <a:gd name="connsiteY2" fmla="*/ 449889 h 1029873"/>
                <a:gd name="connsiteX3" fmla="*/ 404437 w 761655"/>
                <a:gd name="connsiteY3" fmla="*/ 1020782 h 1029873"/>
                <a:gd name="connsiteX4" fmla="*/ 115789 w 761655"/>
                <a:gd name="connsiteY4" fmla="*/ 688569 h 1029873"/>
                <a:gd name="connsiteX5" fmla="*/ 65803 w 761655"/>
                <a:gd name="connsiteY5" fmla="*/ 338595 h 1029873"/>
                <a:gd name="connsiteX0" fmla="*/ 65803 w 716384"/>
                <a:gd name="connsiteY0" fmla="*/ 338595 h 1029873"/>
                <a:gd name="connsiteX1" fmla="*/ 425427 w 716384"/>
                <a:gd name="connsiteY1" fmla="*/ 235753 h 1029873"/>
                <a:gd name="connsiteX2" fmla="*/ 641964 w 716384"/>
                <a:gd name="connsiteY2" fmla="*/ 498799 h 1029873"/>
                <a:gd name="connsiteX3" fmla="*/ 404437 w 716384"/>
                <a:gd name="connsiteY3" fmla="*/ 1020782 h 1029873"/>
                <a:gd name="connsiteX4" fmla="*/ 115789 w 716384"/>
                <a:gd name="connsiteY4" fmla="*/ 688569 h 1029873"/>
                <a:gd name="connsiteX5" fmla="*/ 65803 w 716384"/>
                <a:gd name="connsiteY5" fmla="*/ 338595 h 1029873"/>
                <a:gd name="connsiteX0" fmla="*/ 65803 w 716384"/>
                <a:gd name="connsiteY0" fmla="*/ 338595 h 1029873"/>
                <a:gd name="connsiteX1" fmla="*/ 425427 w 716384"/>
                <a:gd name="connsiteY1" fmla="*/ 235753 h 1029873"/>
                <a:gd name="connsiteX2" fmla="*/ 641964 w 716384"/>
                <a:gd name="connsiteY2" fmla="*/ 498799 h 1029873"/>
                <a:gd name="connsiteX3" fmla="*/ 404437 w 716384"/>
                <a:gd name="connsiteY3" fmla="*/ 1020782 h 1029873"/>
                <a:gd name="connsiteX4" fmla="*/ 115789 w 716384"/>
                <a:gd name="connsiteY4" fmla="*/ 688569 h 1029873"/>
                <a:gd name="connsiteX5" fmla="*/ 65803 w 716384"/>
                <a:gd name="connsiteY5" fmla="*/ 338595 h 1029873"/>
                <a:gd name="connsiteX0" fmla="*/ 65803 w 716384"/>
                <a:gd name="connsiteY0" fmla="*/ 331981 h 1023259"/>
                <a:gd name="connsiteX1" fmla="*/ 473398 w 716384"/>
                <a:gd name="connsiteY1" fmla="*/ 241369 h 1023259"/>
                <a:gd name="connsiteX2" fmla="*/ 641964 w 716384"/>
                <a:gd name="connsiteY2" fmla="*/ 492185 h 1023259"/>
                <a:gd name="connsiteX3" fmla="*/ 404437 w 716384"/>
                <a:gd name="connsiteY3" fmla="*/ 1014168 h 1023259"/>
                <a:gd name="connsiteX4" fmla="*/ 115789 w 716384"/>
                <a:gd name="connsiteY4" fmla="*/ 681955 h 1023259"/>
                <a:gd name="connsiteX5" fmla="*/ 65803 w 716384"/>
                <a:gd name="connsiteY5" fmla="*/ 331981 h 1023259"/>
                <a:gd name="connsiteX0" fmla="*/ 65803 w 716384"/>
                <a:gd name="connsiteY0" fmla="*/ 331981 h 1023259"/>
                <a:gd name="connsiteX1" fmla="*/ 473398 w 716384"/>
                <a:gd name="connsiteY1" fmla="*/ 241369 h 1023259"/>
                <a:gd name="connsiteX2" fmla="*/ 641964 w 716384"/>
                <a:gd name="connsiteY2" fmla="*/ 492185 h 1023259"/>
                <a:gd name="connsiteX3" fmla="*/ 404437 w 716384"/>
                <a:gd name="connsiteY3" fmla="*/ 1014168 h 1023259"/>
                <a:gd name="connsiteX4" fmla="*/ 115789 w 716384"/>
                <a:gd name="connsiteY4" fmla="*/ 681955 h 1023259"/>
                <a:gd name="connsiteX5" fmla="*/ 65803 w 716384"/>
                <a:gd name="connsiteY5" fmla="*/ 331981 h 1023259"/>
                <a:gd name="connsiteX0" fmla="*/ 65803 w 846096"/>
                <a:gd name="connsiteY0" fmla="*/ 331981 h 1023259"/>
                <a:gd name="connsiteX1" fmla="*/ 473398 w 846096"/>
                <a:gd name="connsiteY1" fmla="*/ 241369 h 1023259"/>
                <a:gd name="connsiteX2" fmla="*/ 641964 w 846096"/>
                <a:gd name="connsiteY2" fmla="*/ 492185 h 1023259"/>
                <a:gd name="connsiteX3" fmla="*/ 404437 w 846096"/>
                <a:gd name="connsiteY3" fmla="*/ 1014168 h 1023259"/>
                <a:gd name="connsiteX4" fmla="*/ 115789 w 846096"/>
                <a:gd name="connsiteY4" fmla="*/ 681955 h 1023259"/>
                <a:gd name="connsiteX5" fmla="*/ 65803 w 846096"/>
                <a:gd name="connsiteY5" fmla="*/ 331981 h 1023259"/>
                <a:gd name="connsiteX0" fmla="*/ 65803 w 659717"/>
                <a:gd name="connsiteY0" fmla="*/ 331981 h 1023259"/>
                <a:gd name="connsiteX1" fmla="*/ 473398 w 659717"/>
                <a:gd name="connsiteY1" fmla="*/ 241369 h 1023259"/>
                <a:gd name="connsiteX2" fmla="*/ 641964 w 659717"/>
                <a:gd name="connsiteY2" fmla="*/ 492185 h 1023259"/>
                <a:gd name="connsiteX3" fmla="*/ 623051 w 659717"/>
                <a:gd name="connsiteY3" fmla="*/ 847102 h 1023259"/>
                <a:gd name="connsiteX4" fmla="*/ 404437 w 659717"/>
                <a:gd name="connsiteY4" fmla="*/ 1014168 h 1023259"/>
                <a:gd name="connsiteX5" fmla="*/ 115789 w 659717"/>
                <a:gd name="connsiteY5" fmla="*/ 681955 h 1023259"/>
                <a:gd name="connsiteX6" fmla="*/ 65803 w 659717"/>
                <a:gd name="connsiteY6" fmla="*/ 331981 h 1023259"/>
                <a:gd name="connsiteX0" fmla="*/ 65803 w 839877"/>
                <a:gd name="connsiteY0" fmla="*/ 331981 h 1023259"/>
                <a:gd name="connsiteX1" fmla="*/ 473398 w 839877"/>
                <a:gd name="connsiteY1" fmla="*/ 241369 h 1023259"/>
                <a:gd name="connsiteX2" fmla="*/ 641964 w 839877"/>
                <a:gd name="connsiteY2" fmla="*/ 492185 h 1023259"/>
                <a:gd name="connsiteX3" fmla="*/ 623051 w 839877"/>
                <a:gd name="connsiteY3" fmla="*/ 847102 h 1023259"/>
                <a:gd name="connsiteX4" fmla="*/ 404437 w 839877"/>
                <a:gd name="connsiteY4" fmla="*/ 1014168 h 1023259"/>
                <a:gd name="connsiteX5" fmla="*/ 115789 w 839877"/>
                <a:gd name="connsiteY5" fmla="*/ 681955 h 1023259"/>
                <a:gd name="connsiteX6" fmla="*/ 65803 w 839877"/>
                <a:gd name="connsiteY6" fmla="*/ 331981 h 1023259"/>
                <a:gd name="connsiteX0" fmla="*/ 65803 w 839877"/>
                <a:gd name="connsiteY0" fmla="*/ 331981 h 998613"/>
                <a:gd name="connsiteX1" fmla="*/ 473398 w 839877"/>
                <a:gd name="connsiteY1" fmla="*/ 241369 h 998613"/>
                <a:gd name="connsiteX2" fmla="*/ 641964 w 839877"/>
                <a:gd name="connsiteY2" fmla="*/ 492185 h 998613"/>
                <a:gd name="connsiteX3" fmla="*/ 623051 w 839877"/>
                <a:gd name="connsiteY3" fmla="*/ 847102 h 998613"/>
                <a:gd name="connsiteX4" fmla="*/ 416980 w 839877"/>
                <a:gd name="connsiteY4" fmla="*/ 985010 h 998613"/>
                <a:gd name="connsiteX5" fmla="*/ 115789 w 839877"/>
                <a:gd name="connsiteY5" fmla="*/ 681955 h 998613"/>
                <a:gd name="connsiteX6" fmla="*/ 65803 w 839877"/>
                <a:gd name="connsiteY6" fmla="*/ 331981 h 998613"/>
                <a:gd name="connsiteX0" fmla="*/ 65803 w 839877"/>
                <a:gd name="connsiteY0" fmla="*/ 331981 h 998613"/>
                <a:gd name="connsiteX1" fmla="*/ 473398 w 839877"/>
                <a:gd name="connsiteY1" fmla="*/ 241369 h 998613"/>
                <a:gd name="connsiteX2" fmla="*/ 641964 w 839877"/>
                <a:gd name="connsiteY2" fmla="*/ 492185 h 998613"/>
                <a:gd name="connsiteX3" fmla="*/ 623051 w 839877"/>
                <a:gd name="connsiteY3" fmla="*/ 847102 h 998613"/>
                <a:gd name="connsiteX4" fmla="*/ 416980 w 839877"/>
                <a:gd name="connsiteY4" fmla="*/ 985010 h 998613"/>
                <a:gd name="connsiteX5" fmla="*/ 115789 w 839877"/>
                <a:gd name="connsiteY5" fmla="*/ 681955 h 998613"/>
                <a:gd name="connsiteX6" fmla="*/ 65803 w 839877"/>
                <a:gd name="connsiteY6" fmla="*/ 331981 h 998613"/>
                <a:gd name="connsiteX0" fmla="*/ 140391 w 914465"/>
                <a:gd name="connsiteY0" fmla="*/ 331981 h 1026030"/>
                <a:gd name="connsiteX1" fmla="*/ 547986 w 914465"/>
                <a:gd name="connsiteY1" fmla="*/ 241369 h 1026030"/>
                <a:gd name="connsiteX2" fmla="*/ 716552 w 914465"/>
                <a:gd name="connsiteY2" fmla="*/ 492185 h 1026030"/>
                <a:gd name="connsiteX3" fmla="*/ 697639 w 914465"/>
                <a:gd name="connsiteY3" fmla="*/ 847102 h 1026030"/>
                <a:gd name="connsiteX4" fmla="*/ 491568 w 914465"/>
                <a:gd name="connsiteY4" fmla="*/ 985010 h 1026030"/>
                <a:gd name="connsiteX5" fmla="*/ 70290 w 914465"/>
                <a:gd name="connsiteY5" fmla="*/ 772249 h 1026030"/>
                <a:gd name="connsiteX6" fmla="*/ 140391 w 914465"/>
                <a:gd name="connsiteY6" fmla="*/ 331981 h 1026030"/>
                <a:gd name="connsiteX0" fmla="*/ 140391 w 914465"/>
                <a:gd name="connsiteY0" fmla="*/ 331981 h 995547"/>
                <a:gd name="connsiteX1" fmla="*/ 547986 w 914465"/>
                <a:gd name="connsiteY1" fmla="*/ 241369 h 995547"/>
                <a:gd name="connsiteX2" fmla="*/ 716552 w 914465"/>
                <a:gd name="connsiteY2" fmla="*/ 492185 h 995547"/>
                <a:gd name="connsiteX3" fmla="*/ 697639 w 914465"/>
                <a:gd name="connsiteY3" fmla="*/ 847102 h 995547"/>
                <a:gd name="connsiteX4" fmla="*/ 491568 w 914465"/>
                <a:gd name="connsiteY4" fmla="*/ 985010 h 995547"/>
                <a:gd name="connsiteX5" fmla="*/ 70290 w 914465"/>
                <a:gd name="connsiteY5" fmla="*/ 772249 h 995547"/>
                <a:gd name="connsiteX6" fmla="*/ 140391 w 914465"/>
                <a:gd name="connsiteY6" fmla="*/ 331981 h 995547"/>
                <a:gd name="connsiteX0" fmla="*/ 124524 w 920236"/>
                <a:gd name="connsiteY0" fmla="*/ 385023 h 957037"/>
                <a:gd name="connsiteX1" fmla="*/ 553757 w 920236"/>
                <a:gd name="connsiteY1" fmla="*/ 202859 h 957037"/>
                <a:gd name="connsiteX2" fmla="*/ 722323 w 920236"/>
                <a:gd name="connsiteY2" fmla="*/ 453675 h 957037"/>
                <a:gd name="connsiteX3" fmla="*/ 703410 w 920236"/>
                <a:gd name="connsiteY3" fmla="*/ 808592 h 957037"/>
                <a:gd name="connsiteX4" fmla="*/ 497339 w 920236"/>
                <a:gd name="connsiteY4" fmla="*/ 946500 h 957037"/>
                <a:gd name="connsiteX5" fmla="*/ 76061 w 920236"/>
                <a:gd name="connsiteY5" fmla="*/ 733739 h 957037"/>
                <a:gd name="connsiteX6" fmla="*/ 124524 w 920236"/>
                <a:gd name="connsiteY6" fmla="*/ 385023 h 957037"/>
                <a:gd name="connsiteX0" fmla="*/ 138979 w 914937"/>
                <a:gd name="connsiteY0" fmla="*/ 366321 h 969060"/>
                <a:gd name="connsiteX1" fmla="*/ 548458 w 914937"/>
                <a:gd name="connsiteY1" fmla="*/ 214882 h 969060"/>
                <a:gd name="connsiteX2" fmla="*/ 717024 w 914937"/>
                <a:gd name="connsiteY2" fmla="*/ 465698 h 969060"/>
                <a:gd name="connsiteX3" fmla="*/ 698111 w 914937"/>
                <a:gd name="connsiteY3" fmla="*/ 820615 h 969060"/>
                <a:gd name="connsiteX4" fmla="*/ 492040 w 914937"/>
                <a:gd name="connsiteY4" fmla="*/ 958523 h 969060"/>
                <a:gd name="connsiteX5" fmla="*/ 70762 w 914937"/>
                <a:gd name="connsiteY5" fmla="*/ 745762 h 969060"/>
                <a:gd name="connsiteX6" fmla="*/ 138979 w 914937"/>
                <a:gd name="connsiteY6" fmla="*/ 366321 h 969060"/>
                <a:gd name="connsiteX0" fmla="*/ 138979 w 914937"/>
                <a:gd name="connsiteY0" fmla="*/ 395581 h 998320"/>
                <a:gd name="connsiteX1" fmla="*/ 548458 w 914937"/>
                <a:gd name="connsiteY1" fmla="*/ 244142 h 998320"/>
                <a:gd name="connsiteX2" fmla="*/ 717024 w 914937"/>
                <a:gd name="connsiteY2" fmla="*/ 494958 h 998320"/>
                <a:gd name="connsiteX3" fmla="*/ 698111 w 914937"/>
                <a:gd name="connsiteY3" fmla="*/ 849875 h 998320"/>
                <a:gd name="connsiteX4" fmla="*/ 492040 w 914937"/>
                <a:gd name="connsiteY4" fmla="*/ 987783 h 998320"/>
                <a:gd name="connsiteX5" fmla="*/ 70762 w 914937"/>
                <a:gd name="connsiteY5" fmla="*/ 775022 h 998320"/>
                <a:gd name="connsiteX6" fmla="*/ 138979 w 914937"/>
                <a:gd name="connsiteY6" fmla="*/ 395581 h 998320"/>
                <a:gd name="connsiteX0" fmla="*/ 174943 w 950901"/>
                <a:gd name="connsiteY0" fmla="*/ 395581 h 998320"/>
                <a:gd name="connsiteX1" fmla="*/ 584422 w 950901"/>
                <a:gd name="connsiteY1" fmla="*/ 244142 h 998320"/>
                <a:gd name="connsiteX2" fmla="*/ 752988 w 950901"/>
                <a:gd name="connsiteY2" fmla="*/ 494958 h 998320"/>
                <a:gd name="connsiteX3" fmla="*/ 734075 w 950901"/>
                <a:gd name="connsiteY3" fmla="*/ 849875 h 998320"/>
                <a:gd name="connsiteX4" fmla="*/ 528004 w 950901"/>
                <a:gd name="connsiteY4" fmla="*/ 987783 h 998320"/>
                <a:gd name="connsiteX5" fmla="*/ 106726 w 950901"/>
                <a:gd name="connsiteY5" fmla="*/ 775022 h 998320"/>
                <a:gd name="connsiteX6" fmla="*/ 174943 w 950901"/>
                <a:gd name="connsiteY6" fmla="*/ 395581 h 998320"/>
                <a:gd name="connsiteX0" fmla="*/ 205514 w 981472"/>
                <a:gd name="connsiteY0" fmla="*/ 395581 h 998320"/>
                <a:gd name="connsiteX1" fmla="*/ 614993 w 981472"/>
                <a:gd name="connsiteY1" fmla="*/ 244142 h 998320"/>
                <a:gd name="connsiteX2" fmla="*/ 783559 w 981472"/>
                <a:gd name="connsiteY2" fmla="*/ 494958 h 998320"/>
                <a:gd name="connsiteX3" fmla="*/ 764646 w 981472"/>
                <a:gd name="connsiteY3" fmla="*/ 849875 h 998320"/>
                <a:gd name="connsiteX4" fmla="*/ 558575 w 981472"/>
                <a:gd name="connsiteY4" fmla="*/ 987783 h 998320"/>
                <a:gd name="connsiteX5" fmla="*/ 137297 w 981472"/>
                <a:gd name="connsiteY5" fmla="*/ 775022 h 998320"/>
                <a:gd name="connsiteX6" fmla="*/ 205514 w 981472"/>
                <a:gd name="connsiteY6" fmla="*/ 395581 h 998320"/>
                <a:gd name="connsiteX0" fmla="*/ 203182 w 982904"/>
                <a:gd name="connsiteY0" fmla="*/ 415154 h 983091"/>
                <a:gd name="connsiteX1" fmla="*/ 616425 w 982904"/>
                <a:gd name="connsiteY1" fmla="*/ 228913 h 983091"/>
                <a:gd name="connsiteX2" fmla="*/ 784991 w 982904"/>
                <a:gd name="connsiteY2" fmla="*/ 479729 h 983091"/>
                <a:gd name="connsiteX3" fmla="*/ 766078 w 982904"/>
                <a:gd name="connsiteY3" fmla="*/ 834646 h 983091"/>
                <a:gd name="connsiteX4" fmla="*/ 560007 w 982904"/>
                <a:gd name="connsiteY4" fmla="*/ 972554 h 983091"/>
                <a:gd name="connsiteX5" fmla="*/ 138729 w 982904"/>
                <a:gd name="connsiteY5" fmla="*/ 759793 h 983091"/>
                <a:gd name="connsiteX6" fmla="*/ 203182 w 982904"/>
                <a:gd name="connsiteY6" fmla="*/ 415154 h 983091"/>
                <a:gd name="connsiteX0" fmla="*/ 203182 w 982904"/>
                <a:gd name="connsiteY0" fmla="*/ 439435 h 1007372"/>
                <a:gd name="connsiteX1" fmla="*/ 616425 w 982904"/>
                <a:gd name="connsiteY1" fmla="*/ 253194 h 1007372"/>
                <a:gd name="connsiteX2" fmla="*/ 784991 w 982904"/>
                <a:gd name="connsiteY2" fmla="*/ 504010 h 1007372"/>
                <a:gd name="connsiteX3" fmla="*/ 766078 w 982904"/>
                <a:gd name="connsiteY3" fmla="*/ 858927 h 1007372"/>
                <a:gd name="connsiteX4" fmla="*/ 560007 w 982904"/>
                <a:gd name="connsiteY4" fmla="*/ 996835 h 1007372"/>
                <a:gd name="connsiteX5" fmla="*/ 138729 w 982904"/>
                <a:gd name="connsiteY5" fmla="*/ 784074 h 1007372"/>
                <a:gd name="connsiteX6" fmla="*/ 203182 w 982904"/>
                <a:gd name="connsiteY6" fmla="*/ 439435 h 1007372"/>
                <a:gd name="connsiteX0" fmla="*/ 203860 w 983582"/>
                <a:gd name="connsiteY0" fmla="*/ 439435 h 1007372"/>
                <a:gd name="connsiteX1" fmla="*/ 617103 w 983582"/>
                <a:gd name="connsiteY1" fmla="*/ 253194 h 1007372"/>
                <a:gd name="connsiteX2" fmla="*/ 785669 w 983582"/>
                <a:gd name="connsiteY2" fmla="*/ 504010 h 1007372"/>
                <a:gd name="connsiteX3" fmla="*/ 766756 w 983582"/>
                <a:gd name="connsiteY3" fmla="*/ 858927 h 1007372"/>
                <a:gd name="connsiteX4" fmla="*/ 560685 w 983582"/>
                <a:gd name="connsiteY4" fmla="*/ 996835 h 1007372"/>
                <a:gd name="connsiteX5" fmla="*/ 139407 w 983582"/>
                <a:gd name="connsiteY5" fmla="*/ 784074 h 1007372"/>
                <a:gd name="connsiteX6" fmla="*/ 203860 w 983582"/>
                <a:gd name="connsiteY6" fmla="*/ 439435 h 1007372"/>
                <a:gd name="connsiteX0" fmla="*/ 165065 w 944787"/>
                <a:gd name="connsiteY0" fmla="*/ 439435 h 1007372"/>
                <a:gd name="connsiteX1" fmla="*/ 578308 w 944787"/>
                <a:gd name="connsiteY1" fmla="*/ 253194 h 1007372"/>
                <a:gd name="connsiteX2" fmla="*/ 746874 w 944787"/>
                <a:gd name="connsiteY2" fmla="*/ 504010 h 1007372"/>
                <a:gd name="connsiteX3" fmla="*/ 727961 w 944787"/>
                <a:gd name="connsiteY3" fmla="*/ 858927 h 1007372"/>
                <a:gd name="connsiteX4" fmla="*/ 521890 w 944787"/>
                <a:gd name="connsiteY4" fmla="*/ 996835 h 1007372"/>
                <a:gd name="connsiteX5" fmla="*/ 100612 w 944787"/>
                <a:gd name="connsiteY5" fmla="*/ 784074 h 1007372"/>
                <a:gd name="connsiteX6" fmla="*/ 165065 w 944787"/>
                <a:gd name="connsiteY6" fmla="*/ 439435 h 1007372"/>
                <a:gd name="connsiteX0" fmla="*/ 167589 w 947311"/>
                <a:gd name="connsiteY0" fmla="*/ 439435 h 1007372"/>
                <a:gd name="connsiteX1" fmla="*/ 580832 w 947311"/>
                <a:gd name="connsiteY1" fmla="*/ 253194 h 1007372"/>
                <a:gd name="connsiteX2" fmla="*/ 749398 w 947311"/>
                <a:gd name="connsiteY2" fmla="*/ 504010 h 1007372"/>
                <a:gd name="connsiteX3" fmla="*/ 730485 w 947311"/>
                <a:gd name="connsiteY3" fmla="*/ 858927 h 1007372"/>
                <a:gd name="connsiteX4" fmla="*/ 524414 w 947311"/>
                <a:gd name="connsiteY4" fmla="*/ 996835 h 1007372"/>
                <a:gd name="connsiteX5" fmla="*/ 103136 w 947311"/>
                <a:gd name="connsiteY5" fmla="*/ 784074 h 1007372"/>
                <a:gd name="connsiteX6" fmla="*/ 167589 w 947311"/>
                <a:gd name="connsiteY6" fmla="*/ 439435 h 1007372"/>
                <a:gd name="connsiteX0" fmla="*/ 167589 w 750069"/>
                <a:gd name="connsiteY0" fmla="*/ 439435 h 1007372"/>
                <a:gd name="connsiteX1" fmla="*/ 580832 w 750069"/>
                <a:gd name="connsiteY1" fmla="*/ 253194 h 1007372"/>
                <a:gd name="connsiteX2" fmla="*/ 749398 w 750069"/>
                <a:gd name="connsiteY2" fmla="*/ 504010 h 1007372"/>
                <a:gd name="connsiteX3" fmla="*/ 524414 w 750069"/>
                <a:gd name="connsiteY3" fmla="*/ 996835 h 1007372"/>
                <a:gd name="connsiteX4" fmla="*/ 103136 w 750069"/>
                <a:gd name="connsiteY4" fmla="*/ 784074 h 1007372"/>
                <a:gd name="connsiteX5" fmla="*/ 167589 w 750069"/>
                <a:gd name="connsiteY5" fmla="*/ 439435 h 1007372"/>
                <a:gd name="connsiteX0" fmla="*/ 167589 w 761646"/>
                <a:gd name="connsiteY0" fmla="*/ 439435 h 1007372"/>
                <a:gd name="connsiteX1" fmla="*/ 580832 w 761646"/>
                <a:gd name="connsiteY1" fmla="*/ 253194 h 1007372"/>
                <a:gd name="connsiteX2" fmla="*/ 761341 w 761646"/>
                <a:gd name="connsiteY2" fmla="*/ 585650 h 1007372"/>
                <a:gd name="connsiteX3" fmla="*/ 524414 w 761646"/>
                <a:gd name="connsiteY3" fmla="*/ 996835 h 1007372"/>
                <a:gd name="connsiteX4" fmla="*/ 103136 w 761646"/>
                <a:gd name="connsiteY4" fmla="*/ 784074 h 1007372"/>
                <a:gd name="connsiteX5" fmla="*/ 167589 w 761646"/>
                <a:gd name="connsiteY5" fmla="*/ 439435 h 1007372"/>
                <a:gd name="connsiteX0" fmla="*/ 167589 w 779109"/>
                <a:gd name="connsiteY0" fmla="*/ 439435 h 1007372"/>
                <a:gd name="connsiteX1" fmla="*/ 580832 w 779109"/>
                <a:gd name="connsiteY1" fmla="*/ 253194 h 1007372"/>
                <a:gd name="connsiteX2" fmla="*/ 761341 w 779109"/>
                <a:gd name="connsiteY2" fmla="*/ 585650 h 1007372"/>
                <a:gd name="connsiteX3" fmla="*/ 524414 w 779109"/>
                <a:gd name="connsiteY3" fmla="*/ 996835 h 1007372"/>
                <a:gd name="connsiteX4" fmla="*/ 103136 w 779109"/>
                <a:gd name="connsiteY4" fmla="*/ 784074 h 1007372"/>
                <a:gd name="connsiteX5" fmla="*/ 167589 w 779109"/>
                <a:gd name="connsiteY5" fmla="*/ 439435 h 1007372"/>
                <a:gd name="connsiteX0" fmla="*/ 167589 w 777845"/>
                <a:gd name="connsiteY0" fmla="*/ 439435 h 967499"/>
                <a:gd name="connsiteX1" fmla="*/ 580832 w 777845"/>
                <a:gd name="connsiteY1" fmla="*/ 253194 h 967499"/>
                <a:gd name="connsiteX2" fmla="*/ 761341 w 777845"/>
                <a:gd name="connsiteY2" fmla="*/ 585650 h 967499"/>
                <a:gd name="connsiteX3" fmla="*/ 503231 w 777845"/>
                <a:gd name="connsiteY3" fmla="*/ 943231 h 967499"/>
                <a:gd name="connsiteX4" fmla="*/ 103136 w 777845"/>
                <a:gd name="connsiteY4" fmla="*/ 784074 h 967499"/>
                <a:gd name="connsiteX5" fmla="*/ 167589 w 777845"/>
                <a:gd name="connsiteY5" fmla="*/ 439435 h 967499"/>
                <a:gd name="connsiteX0" fmla="*/ 137733 w 747989"/>
                <a:gd name="connsiteY0" fmla="*/ 439435 h 946366"/>
                <a:gd name="connsiteX1" fmla="*/ 550976 w 747989"/>
                <a:gd name="connsiteY1" fmla="*/ 253194 h 946366"/>
                <a:gd name="connsiteX2" fmla="*/ 731485 w 747989"/>
                <a:gd name="connsiteY2" fmla="*/ 585650 h 946366"/>
                <a:gd name="connsiteX3" fmla="*/ 473375 w 747989"/>
                <a:gd name="connsiteY3" fmla="*/ 943231 h 946366"/>
                <a:gd name="connsiteX4" fmla="*/ 135771 w 747989"/>
                <a:gd name="connsiteY4" fmla="*/ 629839 h 946366"/>
                <a:gd name="connsiteX5" fmla="*/ 137733 w 747989"/>
                <a:gd name="connsiteY5" fmla="*/ 439435 h 946366"/>
                <a:gd name="connsiteX0" fmla="*/ 137733 w 747989"/>
                <a:gd name="connsiteY0" fmla="*/ 439435 h 945724"/>
                <a:gd name="connsiteX1" fmla="*/ 550976 w 747989"/>
                <a:gd name="connsiteY1" fmla="*/ 253194 h 945724"/>
                <a:gd name="connsiteX2" fmla="*/ 731485 w 747989"/>
                <a:gd name="connsiteY2" fmla="*/ 585650 h 945724"/>
                <a:gd name="connsiteX3" fmla="*/ 473375 w 747989"/>
                <a:gd name="connsiteY3" fmla="*/ 943231 h 945724"/>
                <a:gd name="connsiteX4" fmla="*/ 135771 w 747989"/>
                <a:gd name="connsiteY4" fmla="*/ 629839 h 945724"/>
                <a:gd name="connsiteX5" fmla="*/ 137733 w 747989"/>
                <a:gd name="connsiteY5" fmla="*/ 439435 h 945724"/>
                <a:gd name="connsiteX0" fmla="*/ 137733 w 747989"/>
                <a:gd name="connsiteY0" fmla="*/ 439435 h 1019313"/>
                <a:gd name="connsiteX1" fmla="*/ 550976 w 747989"/>
                <a:gd name="connsiteY1" fmla="*/ 253194 h 1019313"/>
                <a:gd name="connsiteX2" fmla="*/ 731485 w 747989"/>
                <a:gd name="connsiteY2" fmla="*/ 585650 h 1019313"/>
                <a:gd name="connsiteX3" fmla="*/ 473375 w 747989"/>
                <a:gd name="connsiteY3" fmla="*/ 943231 h 1019313"/>
                <a:gd name="connsiteX4" fmla="*/ 135771 w 747989"/>
                <a:gd name="connsiteY4" fmla="*/ 629839 h 1019313"/>
                <a:gd name="connsiteX5" fmla="*/ 137733 w 747989"/>
                <a:gd name="connsiteY5" fmla="*/ 439435 h 1019313"/>
                <a:gd name="connsiteX0" fmla="*/ 137733 w 747989"/>
                <a:gd name="connsiteY0" fmla="*/ 439435 h 1010236"/>
                <a:gd name="connsiteX1" fmla="*/ 550976 w 747989"/>
                <a:gd name="connsiteY1" fmla="*/ 253194 h 1010236"/>
                <a:gd name="connsiteX2" fmla="*/ 731485 w 747989"/>
                <a:gd name="connsiteY2" fmla="*/ 585650 h 1010236"/>
                <a:gd name="connsiteX3" fmla="*/ 473375 w 747989"/>
                <a:gd name="connsiteY3" fmla="*/ 943231 h 1010236"/>
                <a:gd name="connsiteX4" fmla="*/ 135771 w 747989"/>
                <a:gd name="connsiteY4" fmla="*/ 629839 h 1010236"/>
                <a:gd name="connsiteX5" fmla="*/ 137733 w 747989"/>
                <a:gd name="connsiteY5" fmla="*/ 439435 h 1010236"/>
                <a:gd name="connsiteX0" fmla="*/ 235521 w 678428"/>
                <a:gd name="connsiteY0" fmla="*/ 346376 h 1118440"/>
                <a:gd name="connsiteX1" fmla="*/ 481415 w 678428"/>
                <a:gd name="connsiteY1" fmla="*/ 361398 h 1118440"/>
                <a:gd name="connsiteX2" fmla="*/ 661924 w 678428"/>
                <a:gd name="connsiteY2" fmla="*/ 693854 h 1118440"/>
                <a:gd name="connsiteX3" fmla="*/ 403814 w 678428"/>
                <a:gd name="connsiteY3" fmla="*/ 1051435 h 1118440"/>
                <a:gd name="connsiteX4" fmla="*/ 66210 w 678428"/>
                <a:gd name="connsiteY4" fmla="*/ 738043 h 1118440"/>
                <a:gd name="connsiteX5" fmla="*/ 235521 w 678428"/>
                <a:gd name="connsiteY5" fmla="*/ 346376 h 1118440"/>
                <a:gd name="connsiteX0" fmla="*/ 229547 w 672454"/>
                <a:gd name="connsiteY0" fmla="*/ 346376 h 1118440"/>
                <a:gd name="connsiteX1" fmla="*/ 475441 w 672454"/>
                <a:gd name="connsiteY1" fmla="*/ 361398 h 1118440"/>
                <a:gd name="connsiteX2" fmla="*/ 655950 w 672454"/>
                <a:gd name="connsiteY2" fmla="*/ 693854 h 1118440"/>
                <a:gd name="connsiteX3" fmla="*/ 397840 w 672454"/>
                <a:gd name="connsiteY3" fmla="*/ 1051435 h 1118440"/>
                <a:gd name="connsiteX4" fmla="*/ 60236 w 672454"/>
                <a:gd name="connsiteY4" fmla="*/ 738043 h 1118440"/>
                <a:gd name="connsiteX5" fmla="*/ 229547 w 672454"/>
                <a:gd name="connsiteY5" fmla="*/ 346376 h 1118440"/>
                <a:gd name="connsiteX0" fmla="*/ 229547 w 672454"/>
                <a:gd name="connsiteY0" fmla="*/ 234881 h 1006945"/>
                <a:gd name="connsiteX1" fmla="*/ 475441 w 672454"/>
                <a:gd name="connsiteY1" fmla="*/ 249903 h 1006945"/>
                <a:gd name="connsiteX2" fmla="*/ 655950 w 672454"/>
                <a:gd name="connsiteY2" fmla="*/ 582359 h 1006945"/>
                <a:gd name="connsiteX3" fmla="*/ 397840 w 672454"/>
                <a:gd name="connsiteY3" fmla="*/ 939940 h 1006945"/>
                <a:gd name="connsiteX4" fmla="*/ 60236 w 672454"/>
                <a:gd name="connsiteY4" fmla="*/ 626548 h 1006945"/>
                <a:gd name="connsiteX5" fmla="*/ 229547 w 672454"/>
                <a:gd name="connsiteY5" fmla="*/ 234881 h 1006945"/>
                <a:gd name="connsiteX0" fmla="*/ 239654 w 678117"/>
                <a:gd name="connsiteY0" fmla="*/ 234881 h 972629"/>
                <a:gd name="connsiteX1" fmla="*/ 485548 w 678117"/>
                <a:gd name="connsiteY1" fmla="*/ 249903 h 972629"/>
                <a:gd name="connsiteX2" fmla="*/ 666057 w 678117"/>
                <a:gd name="connsiteY2" fmla="*/ 582359 h 972629"/>
                <a:gd name="connsiteX3" fmla="*/ 299232 w 678117"/>
                <a:gd name="connsiteY3" fmla="*/ 900803 h 972629"/>
                <a:gd name="connsiteX4" fmla="*/ 70343 w 678117"/>
                <a:gd name="connsiteY4" fmla="*/ 626548 h 972629"/>
                <a:gd name="connsiteX5" fmla="*/ 239654 w 678117"/>
                <a:gd name="connsiteY5" fmla="*/ 234881 h 972629"/>
                <a:gd name="connsiteX0" fmla="*/ 14263 w 452726"/>
                <a:gd name="connsiteY0" fmla="*/ 234881 h 900803"/>
                <a:gd name="connsiteX1" fmla="*/ 260157 w 452726"/>
                <a:gd name="connsiteY1" fmla="*/ 249903 h 900803"/>
                <a:gd name="connsiteX2" fmla="*/ 440666 w 452726"/>
                <a:gd name="connsiteY2" fmla="*/ 582359 h 900803"/>
                <a:gd name="connsiteX3" fmla="*/ 73841 w 452726"/>
                <a:gd name="connsiteY3" fmla="*/ 900803 h 900803"/>
                <a:gd name="connsiteX4" fmla="*/ 14263 w 452726"/>
                <a:gd name="connsiteY4" fmla="*/ 234881 h 900803"/>
                <a:gd name="connsiteX0" fmla="*/ 101773 w 537125"/>
                <a:gd name="connsiteY0" fmla="*/ 234881 h 939940"/>
                <a:gd name="connsiteX1" fmla="*/ 347667 w 537125"/>
                <a:gd name="connsiteY1" fmla="*/ 249903 h 939940"/>
                <a:gd name="connsiteX2" fmla="*/ 528176 w 537125"/>
                <a:gd name="connsiteY2" fmla="*/ 582359 h 939940"/>
                <a:gd name="connsiteX3" fmla="*/ 22196 w 537125"/>
                <a:gd name="connsiteY3" fmla="*/ 939940 h 939940"/>
                <a:gd name="connsiteX4" fmla="*/ 101773 w 537125"/>
                <a:gd name="connsiteY4" fmla="*/ 234881 h 939940"/>
                <a:gd name="connsiteX0" fmla="*/ 179102 w 614454"/>
                <a:gd name="connsiteY0" fmla="*/ 234881 h 939940"/>
                <a:gd name="connsiteX1" fmla="*/ 424996 w 614454"/>
                <a:gd name="connsiteY1" fmla="*/ 249903 h 939940"/>
                <a:gd name="connsiteX2" fmla="*/ 605505 w 614454"/>
                <a:gd name="connsiteY2" fmla="*/ 582359 h 939940"/>
                <a:gd name="connsiteX3" fmla="*/ 99525 w 614454"/>
                <a:gd name="connsiteY3" fmla="*/ 939940 h 939940"/>
                <a:gd name="connsiteX4" fmla="*/ 2796 w 614454"/>
                <a:gd name="connsiteY4" fmla="*/ 608866 h 939940"/>
                <a:gd name="connsiteX5" fmla="*/ 179102 w 614454"/>
                <a:gd name="connsiteY5" fmla="*/ 234881 h 939940"/>
                <a:gd name="connsiteX0" fmla="*/ 109525 w 614454"/>
                <a:gd name="connsiteY0" fmla="*/ 254787 h 920709"/>
                <a:gd name="connsiteX1" fmla="*/ 424996 w 614454"/>
                <a:gd name="connsiteY1" fmla="*/ 230672 h 920709"/>
                <a:gd name="connsiteX2" fmla="*/ 605505 w 614454"/>
                <a:gd name="connsiteY2" fmla="*/ 563128 h 920709"/>
                <a:gd name="connsiteX3" fmla="*/ 99525 w 614454"/>
                <a:gd name="connsiteY3" fmla="*/ 920709 h 920709"/>
                <a:gd name="connsiteX4" fmla="*/ 2796 w 614454"/>
                <a:gd name="connsiteY4" fmla="*/ 589635 h 920709"/>
                <a:gd name="connsiteX5" fmla="*/ 109525 w 614454"/>
                <a:gd name="connsiteY5" fmla="*/ 254787 h 920709"/>
                <a:gd name="connsiteX0" fmla="*/ 150226 w 655155"/>
                <a:gd name="connsiteY0" fmla="*/ 254787 h 920709"/>
                <a:gd name="connsiteX1" fmla="*/ 465697 w 655155"/>
                <a:gd name="connsiteY1" fmla="*/ 230672 h 920709"/>
                <a:gd name="connsiteX2" fmla="*/ 646206 w 655155"/>
                <a:gd name="connsiteY2" fmla="*/ 563128 h 920709"/>
                <a:gd name="connsiteX3" fmla="*/ 140226 w 655155"/>
                <a:gd name="connsiteY3" fmla="*/ 920709 h 920709"/>
                <a:gd name="connsiteX4" fmla="*/ 43497 w 655155"/>
                <a:gd name="connsiteY4" fmla="*/ 589635 h 920709"/>
                <a:gd name="connsiteX5" fmla="*/ 150226 w 655155"/>
                <a:gd name="connsiteY5" fmla="*/ 254787 h 920709"/>
                <a:gd name="connsiteX0" fmla="*/ 181425 w 686354"/>
                <a:gd name="connsiteY0" fmla="*/ 254787 h 920709"/>
                <a:gd name="connsiteX1" fmla="*/ 496896 w 686354"/>
                <a:gd name="connsiteY1" fmla="*/ 230672 h 920709"/>
                <a:gd name="connsiteX2" fmla="*/ 677405 w 686354"/>
                <a:gd name="connsiteY2" fmla="*/ 563128 h 920709"/>
                <a:gd name="connsiteX3" fmla="*/ 171425 w 686354"/>
                <a:gd name="connsiteY3" fmla="*/ 920709 h 920709"/>
                <a:gd name="connsiteX4" fmla="*/ 74696 w 686354"/>
                <a:gd name="connsiteY4" fmla="*/ 589635 h 920709"/>
                <a:gd name="connsiteX5" fmla="*/ 181425 w 686354"/>
                <a:gd name="connsiteY5" fmla="*/ 254787 h 920709"/>
                <a:gd name="connsiteX0" fmla="*/ 181425 w 686973"/>
                <a:gd name="connsiteY0" fmla="*/ 254787 h 920709"/>
                <a:gd name="connsiteX1" fmla="*/ 496896 w 686973"/>
                <a:gd name="connsiteY1" fmla="*/ 230672 h 920709"/>
                <a:gd name="connsiteX2" fmla="*/ 677405 w 686973"/>
                <a:gd name="connsiteY2" fmla="*/ 563128 h 920709"/>
                <a:gd name="connsiteX3" fmla="*/ 206214 w 686973"/>
                <a:gd name="connsiteY3" fmla="*/ 920709 h 920709"/>
                <a:gd name="connsiteX4" fmla="*/ 74696 w 686973"/>
                <a:gd name="connsiteY4" fmla="*/ 589635 h 920709"/>
                <a:gd name="connsiteX5" fmla="*/ 181425 w 686973"/>
                <a:gd name="connsiteY5" fmla="*/ 254787 h 920709"/>
                <a:gd name="connsiteX0" fmla="*/ 181425 w 686973"/>
                <a:gd name="connsiteY0" fmla="*/ 254787 h 920709"/>
                <a:gd name="connsiteX1" fmla="*/ 496896 w 686973"/>
                <a:gd name="connsiteY1" fmla="*/ 230672 h 920709"/>
                <a:gd name="connsiteX2" fmla="*/ 677405 w 686973"/>
                <a:gd name="connsiteY2" fmla="*/ 563128 h 920709"/>
                <a:gd name="connsiteX3" fmla="*/ 206214 w 686973"/>
                <a:gd name="connsiteY3" fmla="*/ 920709 h 920709"/>
                <a:gd name="connsiteX4" fmla="*/ 74696 w 686973"/>
                <a:gd name="connsiteY4" fmla="*/ 589635 h 920709"/>
                <a:gd name="connsiteX5" fmla="*/ 181425 w 686973"/>
                <a:gd name="connsiteY5" fmla="*/ 254787 h 920709"/>
                <a:gd name="connsiteX0" fmla="*/ 181425 w 688815"/>
                <a:gd name="connsiteY0" fmla="*/ 250210 h 916132"/>
                <a:gd name="connsiteX1" fmla="*/ 562125 w 688815"/>
                <a:gd name="connsiteY1" fmla="*/ 234792 h 916132"/>
                <a:gd name="connsiteX2" fmla="*/ 677405 w 688815"/>
                <a:gd name="connsiteY2" fmla="*/ 558551 h 916132"/>
                <a:gd name="connsiteX3" fmla="*/ 206214 w 688815"/>
                <a:gd name="connsiteY3" fmla="*/ 916132 h 916132"/>
                <a:gd name="connsiteX4" fmla="*/ 74696 w 688815"/>
                <a:gd name="connsiteY4" fmla="*/ 585058 h 916132"/>
                <a:gd name="connsiteX5" fmla="*/ 181425 w 688815"/>
                <a:gd name="connsiteY5" fmla="*/ 250210 h 916132"/>
                <a:gd name="connsiteX0" fmla="*/ 181425 w 688815"/>
                <a:gd name="connsiteY0" fmla="*/ 184263 h 850185"/>
                <a:gd name="connsiteX1" fmla="*/ 562125 w 688815"/>
                <a:gd name="connsiteY1" fmla="*/ 168845 h 850185"/>
                <a:gd name="connsiteX2" fmla="*/ 677405 w 688815"/>
                <a:gd name="connsiteY2" fmla="*/ 492604 h 850185"/>
                <a:gd name="connsiteX3" fmla="*/ 206214 w 688815"/>
                <a:gd name="connsiteY3" fmla="*/ 850185 h 850185"/>
                <a:gd name="connsiteX4" fmla="*/ 74696 w 688815"/>
                <a:gd name="connsiteY4" fmla="*/ 519111 h 850185"/>
                <a:gd name="connsiteX5" fmla="*/ 181425 w 688815"/>
                <a:gd name="connsiteY5" fmla="*/ 184263 h 850185"/>
                <a:gd name="connsiteX0" fmla="*/ 181425 w 688815"/>
                <a:gd name="connsiteY0" fmla="*/ 161602 h 827524"/>
                <a:gd name="connsiteX1" fmla="*/ 562125 w 688815"/>
                <a:gd name="connsiteY1" fmla="*/ 146184 h 827524"/>
                <a:gd name="connsiteX2" fmla="*/ 677405 w 688815"/>
                <a:gd name="connsiteY2" fmla="*/ 469943 h 827524"/>
                <a:gd name="connsiteX3" fmla="*/ 206214 w 688815"/>
                <a:gd name="connsiteY3" fmla="*/ 827524 h 827524"/>
                <a:gd name="connsiteX4" fmla="*/ 74696 w 688815"/>
                <a:gd name="connsiteY4" fmla="*/ 496450 h 827524"/>
                <a:gd name="connsiteX5" fmla="*/ 181425 w 688815"/>
                <a:gd name="connsiteY5" fmla="*/ 161602 h 827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88815" h="827524">
                  <a:moveTo>
                    <a:pt x="181425" y="161602"/>
                  </a:moveTo>
                  <a:cubicBezTo>
                    <a:pt x="364671" y="-158581"/>
                    <a:pt x="580556" y="85480"/>
                    <a:pt x="562125" y="146184"/>
                  </a:cubicBezTo>
                  <a:cubicBezTo>
                    <a:pt x="739215" y="222180"/>
                    <a:pt x="679659" y="285968"/>
                    <a:pt x="677405" y="469943"/>
                  </a:cubicBezTo>
                  <a:cubicBezTo>
                    <a:pt x="757279" y="770944"/>
                    <a:pt x="313924" y="780847"/>
                    <a:pt x="206214" y="827524"/>
                  </a:cubicBezTo>
                  <a:cubicBezTo>
                    <a:pt x="130405" y="792080"/>
                    <a:pt x="144056" y="670491"/>
                    <a:pt x="74696" y="496450"/>
                  </a:cubicBezTo>
                  <a:cubicBezTo>
                    <a:pt x="988" y="465911"/>
                    <a:pt x="-86077" y="129384"/>
                    <a:pt x="181425" y="161602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4">
              <a:extLst>
                <a:ext uri="{FF2B5EF4-FFF2-40B4-BE49-F238E27FC236}">
                  <a16:creationId xmlns:a16="http://schemas.microsoft.com/office/drawing/2014/main" id="{7FE18F0D-C417-E6DE-B34B-38FF527F9E25}"/>
                </a:ext>
              </a:extLst>
            </p:cNvPr>
            <p:cNvSpPr/>
            <p:nvPr/>
          </p:nvSpPr>
          <p:spPr>
            <a:xfrm rot="1727514" flipH="1">
              <a:off x="5706151" y="740403"/>
              <a:ext cx="1564010" cy="2660935"/>
            </a:xfrm>
            <a:custGeom>
              <a:avLst/>
              <a:gdLst>
                <a:gd name="connsiteX0" fmla="*/ 0 w 457200"/>
                <a:gd name="connsiteY0" fmla="*/ 0 h 736600"/>
                <a:gd name="connsiteX1" fmla="*/ 457200 w 457200"/>
                <a:gd name="connsiteY1" fmla="*/ 0 h 736600"/>
                <a:gd name="connsiteX2" fmla="*/ 457200 w 457200"/>
                <a:gd name="connsiteY2" fmla="*/ 736600 h 736600"/>
                <a:gd name="connsiteX3" fmla="*/ 0 w 457200"/>
                <a:gd name="connsiteY3" fmla="*/ 736600 h 736600"/>
                <a:gd name="connsiteX4" fmla="*/ 0 w 457200"/>
                <a:gd name="connsiteY4" fmla="*/ 0 h 736600"/>
                <a:gd name="connsiteX0" fmla="*/ 12700 w 457200"/>
                <a:gd name="connsiteY0" fmla="*/ 0 h 800100"/>
                <a:gd name="connsiteX1" fmla="*/ 457200 w 457200"/>
                <a:gd name="connsiteY1" fmla="*/ 63500 h 800100"/>
                <a:gd name="connsiteX2" fmla="*/ 457200 w 457200"/>
                <a:gd name="connsiteY2" fmla="*/ 800100 h 800100"/>
                <a:gd name="connsiteX3" fmla="*/ 0 w 457200"/>
                <a:gd name="connsiteY3" fmla="*/ 800100 h 800100"/>
                <a:gd name="connsiteX4" fmla="*/ 12700 w 457200"/>
                <a:gd name="connsiteY4" fmla="*/ 0 h 800100"/>
                <a:gd name="connsiteX0" fmla="*/ 12700 w 584200"/>
                <a:gd name="connsiteY0" fmla="*/ 50800 h 850900"/>
                <a:gd name="connsiteX1" fmla="*/ 584200 w 584200"/>
                <a:gd name="connsiteY1" fmla="*/ 0 h 850900"/>
                <a:gd name="connsiteX2" fmla="*/ 457200 w 584200"/>
                <a:gd name="connsiteY2" fmla="*/ 850900 h 850900"/>
                <a:gd name="connsiteX3" fmla="*/ 0 w 584200"/>
                <a:gd name="connsiteY3" fmla="*/ 850900 h 850900"/>
                <a:gd name="connsiteX4" fmla="*/ 12700 w 584200"/>
                <a:gd name="connsiteY4" fmla="*/ 50800 h 850900"/>
                <a:gd name="connsiteX0" fmla="*/ 12700 w 649686"/>
                <a:gd name="connsiteY0" fmla="*/ 50800 h 850900"/>
                <a:gd name="connsiteX1" fmla="*/ 584200 w 649686"/>
                <a:gd name="connsiteY1" fmla="*/ 0 h 850900"/>
                <a:gd name="connsiteX2" fmla="*/ 647700 w 649686"/>
                <a:gd name="connsiteY2" fmla="*/ 444500 h 850900"/>
                <a:gd name="connsiteX3" fmla="*/ 457200 w 649686"/>
                <a:gd name="connsiteY3" fmla="*/ 850900 h 850900"/>
                <a:gd name="connsiteX4" fmla="*/ 0 w 649686"/>
                <a:gd name="connsiteY4" fmla="*/ 850900 h 850900"/>
                <a:gd name="connsiteX5" fmla="*/ 12700 w 649686"/>
                <a:gd name="connsiteY5" fmla="*/ 50800 h 850900"/>
                <a:gd name="connsiteX0" fmla="*/ 12700 w 649686"/>
                <a:gd name="connsiteY0" fmla="*/ 50800 h 965200"/>
                <a:gd name="connsiteX1" fmla="*/ 584200 w 649686"/>
                <a:gd name="connsiteY1" fmla="*/ 0 h 965200"/>
                <a:gd name="connsiteX2" fmla="*/ 647700 w 649686"/>
                <a:gd name="connsiteY2" fmla="*/ 444500 h 965200"/>
                <a:gd name="connsiteX3" fmla="*/ 152400 w 649686"/>
                <a:gd name="connsiteY3" fmla="*/ 965200 h 965200"/>
                <a:gd name="connsiteX4" fmla="*/ 0 w 649686"/>
                <a:gd name="connsiteY4" fmla="*/ 850900 h 965200"/>
                <a:gd name="connsiteX5" fmla="*/ 12700 w 649686"/>
                <a:gd name="connsiteY5" fmla="*/ 50800 h 965200"/>
                <a:gd name="connsiteX0" fmla="*/ 254000 w 890986"/>
                <a:gd name="connsiteY0" fmla="*/ 50800 h 965200"/>
                <a:gd name="connsiteX1" fmla="*/ 825500 w 890986"/>
                <a:gd name="connsiteY1" fmla="*/ 0 h 965200"/>
                <a:gd name="connsiteX2" fmla="*/ 889000 w 890986"/>
                <a:gd name="connsiteY2" fmla="*/ 444500 h 965200"/>
                <a:gd name="connsiteX3" fmla="*/ 393700 w 890986"/>
                <a:gd name="connsiteY3" fmla="*/ 965200 h 965200"/>
                <a:gd name="connsiteX4" fmla="*/ 0 w 890986"/>
                <a:gd name="connsiteY4" fmla="*/ 355600 h 965200"/>
                <a:gd name="connsiteX5" fmla="*/ 254000 w 890986"/>
                <a:gd name="connsiteY5" fmla="*/ 50800 h 965200"/>
                <a:gd name="connsiteX0" fmla="*/ 418310 w 1055296"/>
                <a:gd name="connsiteY0" fmla="*/ 50800 h 965200"/>
                <a:gd name="connsiteX1" fmla="*/ 989810 w 1055296"/>
                <a:gd name="connsiteY1" fmla="*/ 0 h 965200"/>
                <a:gd name="connsiteX2" fmla="*/ 1053310 w 1055296"/>
                <a:gd name="connsiteY2" fmla="*/ 444500 h 965200"/>
                <a:gd name="connsiteX3" fmla="*/ 558010 w 1055296"/>
                <a:gd name="connsiteY3" fmla="*/ 965200 h 965200"/>
                <a:gd name="connsiteX4" fmla="*/ 164310 w 1055296"/>
                <a:gd name="connsiteY4" fmla="*/ 355600 h 965200"/>
                <a:gd name="connsiteX5" fmla="*/ 418310 w 1055296"/>
                <a:gd name="connsiteY5" fmla="*/ 50800 h 965200"/>
                <a:gd name="connsiteX0" fmla="*/ 418310 w 1055296"/>
                <a:gd name="connsiteY0" fmla="*/ 50800 h 965200"/>
                <a:gd name="connsiteX1" fmla="*/ 989810 w 1055296"/>
                <a:gd name="connsiteY1" fmla="*/ 0 h 965200"/>
                <a:gd name="connsiteX2" fmla="*/ 1053310 w 1055296"/>
                <a:gd name="connsiteY2" fmla="*/ 444500 h 965200"/>
                <a:gd name="connsiteX3" fmla="*/ 558010 w 1055296"/>
                <a:gd name="connsiteY3" fmla="*/ 965200 h 965200"/>
                <a:gd name="connsiteX4" fmla="*/ 164310 w 1055296"/>
                <a:gd name="connsiteY4" fmla="*/ 355600 h 965200"/>
                <a:gd name="connsiteX5" fmla="*/ 418310 w 1055296"/>
                <a:gd name="connsiteY5" fmla="*/ 50800 h 965200"/>
                <a:gd name="connsiteX0" fmla="*/ 418310 w 1055296"/>
                <a:gd name="connsiteY0" fmla="*/ 384085 h 1298485"/>
                <a:gd name="connsiteX1" fmla="*/ 989810 w 1055296"/>
                <a:gd name="connsiteY1" fmla="*/ 333285 h 1298485"/>
                <a:gd name="connsiteX2" fmla="*/ 1053310 w 1055296"/>
                <a:gd name="connsiteY2" fmla="*/ 777785 h 1298485"/>
                <a:gd name="connsiteX3" fmla="*/ 558010 w 1055296"/>
                <a:gd name="connsiteY3" fmla="*/ 1298485 h 1298485"/>
                <a:gd name="connsiteX4" fmla="*/ 164310 w 1055296"/>
                <a:gd name="connsiteY4" fmla="*/ 688885 h 1298485"/>
                <a:gd name="connsiteX5" fmla="*/ 418310 w 1055296"/>
                <a:gd name="connsiteY5" fmla="*/ 384085 h 1298485"/>
                <a:gd name="connsiteX0" fmla="*/ 418310 w 1055296"/>
                <a:gd name="connsiteY0" fmla="*/ 476485 h 1390885"/>
                <a:gd name="connsiteX1" fmla="*/ 989810 w 1055296"/>
                <a:gd name="connsiteY1" fmla="*/ 425685 h 1390885"/>
                <a:gd name="connsiteX2" fmla="*/ 1053310 w 1055296"/>
                <a:gd name="connsiteY2" fmla="*/ 870185 h 1390885"/>
                <a:gd name="connsiteX3" fmla="*/ 558010 w 1055296"/>
                <a:gd name="connsiteY3" fmla="*/ 1390885 h 1390885"/>
                <a:gd name="connsiteX4" fmla="*/ 164310 w 1055296"/>
                <a:gd name="connsiteY4" fmla="*/ 781285 h 1390885"/>
                <a:gd name="connsiteX5" fmla="*/ 418310 w 1055296"/>
                <a:gd name="connsiteY5" fmla="*/ 476485 h 1390885"/>
                <a:gd name="connsiteX0" fmla="*/ 418310 w 1135940"/>
                <a:gd name="connsiteY0" fmla="*/ 476485 h 1390885"/>
                <a:gd name="connsiteX1" fmla="*/ 989810 w 1135940"/>
                <a:gd name="connsiteY1" fmla="*/ 425685 h 1390885"/>
                <a:gd name="connsiteX2" fmla="*/ 1053310 w 1135940"/>
                <a:gd name="connsiteY2" fmla="*/ 870185 h 1390885"/>
                <a:gd name="connsiteX3" fmla="*/ 558010 w 1135940"/>
                <a:gd name="connsiteY3" fmla="*/ 1390885 h 1390885"/>
                <a:gd name="connsiteX4" fmla="*/ 164310 w 1135940"/>
                <a:gd name="connsiteY4" fmla="*/ 781285 h 1390885"/>
                <a:gd name="connsiteX5" fmla="*/ 418310 w 1135940"/>
                <a:gd name="connsiteY5" fmla="*/ 476485 h 1390885"/>
                <a:gd name="connsiteX0" fmla="*/ 418310 w 1135940"/>
                <a:gd name="connsiteY0" fmla="*/ 476485 h 1390885"/>
                <a:gd name="connsiteX1" fmla="*/ 989810 w 1135940"/>
                <a:gd name="connsiteY1" fmla="*/ 425685 h 1390885"/>
                <a:gd name="connsiteX2" fmla="*/ 1053310 w 1135940"/>
                <a:gd name="connsiteY2" fmla="*/ 870185 h 1390885"/>
                <a:gd name="connsiteX3" fmla="*/ 558010 w 1135940"/>
                <a:gd name="connsiteY3" fmla="*/ 1390885 h 1390885"/>
                <a:gd name="connsiteX4" fmla="*/ 164310 w 1135940"/>
                <a:gd name="connsiteY4" fmla="*/ 781285 h 1390885"/>
                <a:gd name="connsiteX5" fmla="*/ 418310 w 1135940"/>
                <a:gd name="connsiteY5" fmla="*/ 476485 h 1390885"/>
                <a:gd name="connsiteX0" fmla="*/ 401518 w 1119148"/>
                <a:gd name="connsiteY0" fmla="*/ 476485 h 1808452"/>
                <a:gd name="connsiteX1" fmla="*/ 973018 w 1119148"/>
                <a:gd name="connsiteY1" fmla="*/ 425685 h 1808452"/>
                <a:gd name="connsiteX2" fmla="*/ 1036518 w 1119148"/>
                <a:gd name="connsiteY2" fmla="*/ 870185 h 1808452"/>
                <a:gd name="connsiteX3" fmla="*/ 669000 w 1119148"/>
                <a:gd name="connsiteY3" fmla="*/ 1808452 h 1808452"/>
                <a:gd name="connsiteX4" fmla="*/ 147518 w 1119148"/>
                <a:gd name="connsiteY4" fmla="*/ 781285 h 1808452"/>
                <a:gd name="connsiteX5" fmla="*/ 401518 w 1119148"/>
                <a:gd name="connsiteY5" fmla="*/ 476485 h 1808452"/>
                <a:gd name="connsiteX0" fmla="*/ 401518 w 1071059"/>
                <a:gd name="connsiteY0" fmla="*/ 543905 h 1875872"/>
                <a:gd name="connsiteX1" fmla="*/ 881900 w 1071059"/>
                <a:gd name="connsiteY1" fmla="*/ 333865 h 1875872"/>
                <a:gd name="connsiteX2" fmla="*/ 1036518 w 1071059"/>
                <a:gd name="connsiteY2" fmla="*/ 937605 h 1875872"/>
                <a:gd name="connsiteX3" fmla="*/ 669000 w 1071059"/>
                <a:gd name="connsiteY3" fmla="*/ 1875872 h 1875872"/>
                <a:gd name="connsiteX4" fmla="*/ 147518 w 1071059"/>
                <a:gd name="connsiteY4" fmla="*/ 848705 h 1875872"/>
                <a:gd name="connsiteX5" fmla="*/ 401518 w 1071059"/>
                <a:gd name="connsiteY5" fmla="*/ 543905 h 1875872"/>
                <a:gd name="connsiteX0" fmla="*/ 259378 w 1071059"/>
                <a:gd name="connsiteY0" fmla="*/ 521907 h 1902218"/>
                <a:gd name="connsiteX1" fmla="*/ 881900 w 1071059"/>
                <a:gd name="connsiteY1" fmla="*/ 360211 h 1902218"/>
                <a:gd name="connsiteX2" fmla="*/ 1036518 w 1071059"/>
                <a:gd name="connsiteY2" fmla="*/ 963951 h 1902218"/>
                <a:gd name="connsiteX3" fmla="*/ 669000 w 1071059"/>
                <a:gd name="connsiteY3" fmla="*/ 1902218 h 1902218"/>
                <a:gd name="connsiteX4" fmla="*/ 147518 w 1071059"/>
                <a:gd name="connsiteY4" fmla="*/ 875051 h 1902218"/>
                <a:gd name="connsiteX5" fmla="*/ 259378 w 1071059"/>
                <a:gd name="connsiteY5" fmla="*/ 521907 h 1902218"/>
                <a:gd name="connsiteX0" fmla="*/ 259378 w 1071059"/>
                <a:gd name="connsiteY0" fmla="*/ 441940 h 1822251"/>
                <a:gd name="connsiteX1" fmla="*/ 881900 w 1071059"/>
                <a:gd name="connsiteY1" fmla="*/ 280244 h 1822251"/>
                <a:gd name="connsiteX2" fmla="*/ 1036518 w 1071059"/>
                <a:gd name="connsiteY2" fmla="*/ 883984 h 1822251"/>
                <a:gd name="connsiteX3" fmla="*/ 669000 w 1071059"/>
                <a:gd name="connsiteY3" fmla="*/ 1822251 h 1822251"/>
                <a:gd name="connsiteX4" fmla="*/ 147518 w 1071059"/>
                <a:gd name="connsiteY4" fmla="*/ 795084 h 1822251"/>
                <a:gd name="connsiteX5" fmla="*/ 259378 w 1071059"/>
                <a:gd name="connsiteY5" fmla="*/ 441940 h 1822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71059" h="1822251">
                  <a:moveTo>
                    <a:pt x="259378" y="441940"/>
                  </a:moveTo>
                  <a:cubicBezTo>
                    <a:pt x="549225" y="-194963"/>
                    <a:pt x="843800" y="-45723"/>
                    <a:pt x="881900" y="280244"/>
                  </a:cubicBezTo>
                  <a:cubicBezTo>
                    <a:pt x="1157067" y="470744"/>
                    <a:pt x="1053451" y="744284"/>
                    <a:pt x="1036518" y="883984"/>
                  </a:cubicBezTo>
                  <a:cubicBezTo>
                    <a:pt x="871418" y="1057551"/>
                    <a:pt x="1405600" y="1623284"/>
                    <a:pt x="669000" y="1822251"/>
                  </a:cubicBezTo>
                  <a:cubicBezTo>
                    <a:pt x="537767" y="1619051"/>
                    <a:pt x="-343549" y="922084"/>
                    <a:pt x="147518" y="795084"/>
                  </a:cubicBezTo>
                  <a:cubicBezTo>
                    <a:pt x="-9115" y="299784"/>
                    <a:pt x="174711" y="543540"/>
                    <a:pt x="259378" y="441940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4">
              <a:extLst>
                <a:ext uri="{FF2B5EF4-FFF2-40B4-BE49-F238E27FC236}">
                  <a16:creationId xmlns:a16="http://schemas.microsoft.com/office/drawing/2014/main" id="{CBA15CFF-7449-25F0-97BE-EACA091EA429}"/>
                </a:ext>
              </a:extLst>
            </p:cNvPr>
            <p:cNvSpPr/>
            <p:nvPr/>
          </p:nvSpPr>
          <p:spPr>
            <a:xfrm rot="2739502">
              <a:off x="6457423" y="1354394"/>
              <a:ext cx="1381527" cy="2660935"/>
            </a:xfrm>
            <a:custGeom>
              <a:avLst/>
              <a:gdLst>
                <a:gd name="connsiteX0" fmla="*/ 0 w 457200"/>
                <a:gd name="connsiteY0" fmla="*/ 0 h 736600"/>
                <a:gd name="connsiteX1" fmla="*/ 457200 w 457200"/>
                <a:gd name="connsiteY1" fmla="*/ 0 h 736600"/>
                <a:gd name="connsiteX2" fmla="*/ 457200 w 457200"/>
                <a:gd name="connsiteY2" fmla="*/ 736600 h 736600"/>
                <a:gd name="connsiteX3" fmla="*/ 0 w 457200"/>
                <a:gd name="connsiteY3" fmla="*/ 736600 h 736600"/>
                <a:gd name="connsiteX4" fmla="*/ 0 w 457200"/>
                <a:gd name="connsiteY4" fmla="*/ 0 h 736600"/>
                <a:gd name="connsiteX0" fmla="*/ 12700 w 457200"/>
                <a:gd name="connsiteY0" fmla="*/ 0 h 800100"/>
                <a:gd name="connsiteX1" fmla="*/ 457200 w 457200"/>
                <a:gd name="connsiteY1" fmla="*/ 63500 h 800100"/>
                <a:gd name="connsiteX2" fmla="*/ 457200 w 457200"/>
                <a:gd name="connsiteY2" fmla="*/ 800100 h 800100"/>
                <a:gd name="connsiteX3" fmla="*/ 0 w 457200"/>
                <a:gd name="connsiteY3" fmla="*/ 800100 h 800100"/>
                <a:gd name="connsiteX4" fmla="*/ 12700 w 457200"/>
                <a:gd name="connsiteY4" fmla="*/ 0 h 800100"/>
                <a:gd name="connsiteX0" fmla="*/ 12700 w 584200"/>
                <a:gd name="connsiteY0" fmla="*/ 50800 h 850900"/>
                <a:gd name="connsiteX1" fmla="*/ 584200 w 584200"/>
                <a:gd name="connsiteY1" fmla="*/ 0 h 850900"/>
                <a:gd name="connsiteX2" fmla="*/ 457200 w 584200"/>
                <a:gd name="connsiteY2" fmla="*/ 850900 h 850900"/>
                <a:gd name="connsiteX3" fmla="*/ 0 w 584200"/>
                <a:gd name="connsiteY3" fmla="*/ 850900 h 850900"/>
                <a:gd name="connsiteX4" fmla="*/ 12700 w 584200"/>
                <a:gd name="connsiteY4" fmla="*/ 50800 h 850900"/>
                <a:gd name="connsiteX0" fmla="*/ 12700 w 649686"/>
                <a:gd name="connsiteY0" fmla="*/ 50800 h 850900"/>
                <a:gd name="connsiteX1" fmla="*/ 584200 w 649686"/>
                <a:gd name="connsiteY1" fmla="*/ 0 h 850900"/>
                <a:gd name="connsiteX2" fmla="*/ 647700 w 649686"/>
                <a:gd name="connsiteY2" fmla="*/ 444500 h 850900"/>
                <a:gd name="connsiteX3" fmla="*/ 457200 w 649686"/>
                <a:gd name="connsiteY3" fmla="*/ 850900 h 850900"/>
                <a:gd name="connsiteX4" fmla="*/ 0 w 649686"/>
                <a:gd name="connsiteY4" fmla="*/ 850900 h 850900"/>
                <a:gd name="connsiteX5" fmla="*/ 12700 w 649686"/>
                <a:gd name="connsiteY5" fmla="*/ 50800 h 850900"/>
                <a:gd name="connsiteX0" fmla="*/ 12700 w 649686"/>
                <a:gd name="connsiteY0" fmla="*/ 50800 h 965200"/>
                <a:gd name="connsiteX1" fmla="*/ 584200 w 649686"/>
                <a:gd name="connsiteY1" fmla="*/ 0 h 965200"/>
                <a:gd name="connsiteX2" fmla="*/ 647700 w 649686"/>
                <a:gd name="connsiteY2" fmla="*/ 444500 h 965200"/>
                <a:gd name="connsiteX3" fmla="*/ 152400 w 649686"/>
                <a:gd name="connsiteY3" fmla="*/ 965200 h 965200"/>
                <a:gd name="connsiteX4" fmla="*/ 0 w 649686"/>
                <a:gd name="connsiteY4" fmla="*/ 850900 h 965200"/>
                <a:gd name="connsiteX5" fmla="*/ 12700 w 649686"/>
                <a:gd name="connsiteY5" fmla="*/ 50800 h 965200"/>
                <a:gd name="connsiteX0" fmla="*/ 254000 w 890986"/>
                <a:gd name="connsiteY0" fmla="*/ 50800 h 965200"/>
                <a:gd name="connsiteX1" fmla="*/ 825500 w 890986"/>
                <a:gd name="connsiteY1" fmla="*/ 0 h 965200"/>
                <a:gd name="connsiteX2" fmla="*/ 889000 w 890986"/>
                <a:gd name="connsiteY2" fmla="*/ 444500 h 965200"/>
                <a:gd name="connsiteX3" fmla="*/ 393700 w 890986"/>
                <a:gd name="connsiteY3" fmla="*/ 965200 h 965200"/>
                <a:gd name="connsiteX4" fmla="*/ 0 w 890986"/>
                <a:gd name="connsiteY4" fmla="*/ 355600 h 965200"/>
                <a:gd name="connsiteX5" fmla="*/ 254000 w 890986"/>
                <a:gd name="connsiteY5" fmla="*/ 50800 h 965200"/>
                <a:gd name="connsiteX0" fmla="*/ 418310 w 1055296"/>
                <a:gd name="connsiteY0" fmla="*/ 50800 h 965200"/>
                <a:gd name="connsiteX1" fmla="*/ 989810 w 1055296"/>
                <a:gd name="connsiteY1" fmla="*/ 0 h 965200"/>
                <a:gd name="connsiteX2" fmla="*/ 1053310 w 1055296"/>
                <a:gd name="connsiteY2" fmla="*/ 444500 h 965200"/>
                <a:gd name="connsiteX3" fmla="*/ 558010 w 1055296"/>
                <a:gd name="connsiteY3" fmla="*/ 965200 h 965200"/>
                <a:gd name="connsiteX4" fmla="*/ 164310 w 1055296"/>
                <a:gd name="connsiteY4" fmla="*/ 355600 h 965200"/>
                <a:gd name="connsiteX5" fmla="*/ 418310 w 1055296"/>
                <a:gd name="connsiteY5" fmla="*/ 50800 h 965200"/>
                <a:gd name="connsiteX0" fmla="*/ 418310 w 1055296"/>
                <a:gd name="connsiteY0" fmla="*/ 50800 h 965200"/>
                <a:gd name="connsiteX1" fmla="*/ 989810 w 1055296"/>
                <a:gd name="connsiteY1" fmla="*/ 0 h 965200"/>
                <a:gd name="connsiteX2" fmla="*/ 1053310 w 1055296"/>
                <a:gd name="connsiteY2" fmla="*/ 444500 h 965200"/>
                <a:gd name="connsiteX3" fmla="*/ 558010 w 1055296"/>
                <a:gd name="connsiteY3" fmla="*/ 965200 h 965200"/>
                <a:gd name="connsiteX4" fmla="*/ 164310 w 1055296"/>
                <a:gd name="connsiteY4" fmla="*/ 355600 h 965200"/>
                <a:gd name="connsiteX5" fmla="*/ 418310 w 1055296"/>
                <a:gd name="connsiteY5" fmla="*/ 50800 h 965200"/>
                <a:gd name="connsiteX0" fmla="*/ 418310 w 1055296"/>
                <a:gd name="connsiteY0" fmla="*/ 384085 h 1298485"/>
                <a:gd name="connsiteX1" fmla="*/ 989810 w 1055296"/>
                <a:gd name="connsiteY1" fmla="*/ 333285 h 1298485"/>
                <a:gd name="connsiteX2" fmla="*/ 1053310 w 1055296"/>
                <a:gd name="connsiteY2" fmla="*/ 777785 h 1298485"/>
                <a:gd name="connsiteX3" fmla="*/ 558010 w 1055296"/>
                <a:gd name="connsiteY3" fmla="*/ 1298485 h 1298485"/>
                <a:gd name="connsiteX4" fmla="*/ 164310 w 1055296"/>
                <a:gd name="connsiteY4" fmla="*/ 688885 h 1298485"/>
                <a:gd name="connsiteX5" fmla="*/ 418310 w 1055296"/>
                <a:gd name="connsiteY5" fmla="*/ 384085 h 1298485"/>
                <a:gd name="connsiteX0" fmla="*/ 418310 w 1055296"/>
                <a:gd name="connsiteY0" fmla="*/ 476485 h 1390885"/>
                <a:gd name="connsiteX1" fmla="*/ 989810 w 1055296"/>
                <a:gd name="connsiteY1" fmla="*/ 425685 h 1390885"/>
                <a:gd name="connsiteX2" fmla="*/ 1053310 w 1055296"/>
                <a:gd name="connsiteY2" fmla="*/ 870185 h 1390885"/>
                <a:gd name="connsiteX3" fmla="*/ 558010 w 1055296"/>
                <a:gd name="connsiteY3" fmla="*/ 1390885 h 1390885"/>
                <a:gd name="connsiteX4" fmla="*/ 164310 w 1055296"/>
                <a:gd name="connsiteY4" fmla="*/ 781285 h 1390885"/>
                <a:gd name="connsiteX5" fmla="*/ 418310 w 1055296"/>
                <a:gd name="connsiteY5" fmla="*/ 476485 h 1390885"/>
                <a:gd name="connsiteX0" fmla="*/ 418310 w 1135940"/>
                <a:gd name="connsiteY0" fmla="*/ 476485 h 1390885"/>
                <a:gd name="connsiteX1" fmla="*/ 989810 w 1135940"/>
                <a:gd name="connsiteY1" fmla="*/ 425685 h 1390885"/>
                <a:gd name="connsiteX2" fmla="*/ 1053310 w 1135940"/>
                <a:gd name="connsiteY2" fmla="*/ 870185 h 1390885"/>
                <a:gd name="connsiteX3" fmla="*/ 558010 w 1135940"/>
                <a:gd name="connsiteY3" fmla="*/ 1390885 h 1390885"/>
                <a:gd name="connsiteX4" fmla="*/ 164310 w 1135940"/>
                <a:gd name="connsiteY4" fmla="*/ 781285 h 1390885"/>
                <a:gd name="connsiteX5" fmla="*/ 418310 w 1135940"/>
                <a:gd name="connsiteY5" fmla="*/ 476485 h 1390885"/>
                <a:gd name="connsiteX0" fmla="*/ 418310 w 1135940"/>
                <a:gd name="connsiteY0" fmla="*/ 476485 h 1390885"/>
                <a:gd name="connsiteX1" fmla="*/ 989810 w 1135940"/>
                <a:gd name="connsiteY1" fmla="*/ 425685 h 1390885"/>
                <a:gd name="connsiteX2" fmla="*/ 1053310 w 1135940"/>
                <a:gd name="connsiteY2" fmla="*/ 870185 h 1390885"/>
                <a:gd name="connsiteX3" fmla="*/ 558010 w 1135940"/>
                <a:gd name="connsiteY3" fmla="*/ 1390885 h 1390885"/>
                <a:gd name="connsiteX4" fmla="*/ 164310 w 1135940"/>
                <a:gd name="connsiteY4" fmla="*/ 781285 h 1390885"/>
                <a:gd name="connsiteX5" fmla="*/ 418310 w 1135940"/>
                <a:gd name="connsiteY5" fmla="*/ 476485 h 1390885"/>
                <a:gd name="connsiteX0" fmla="*/ 401518 w 1119148"/>
                <a:gd name="connsiteY0" fmla="*/ 476485 h 1808452"/>
                <a:gd name="connsiteX1" fmla="*/ 973018 w 1119148"/>
                <a:gd name="connsiteY1" fmla="*/ 425685 h 1808452"/>
                <a:gd name="connsiteX2" fmla="*/ 1036518 w 1119148"/>
                <a:gd name="connsiteY2" fmla="*/ 870185 h 1808452"/>
                <a:gd name="connsiteX3" fmla="*/ 669000 w 1119148"/>
                <a:gd name="connsiteY3" fmla="*/ 1808452 h 1808452"/>
                <a:gd name="connsiteX4" fmla="*/ 147518 w 1119148"/>
                <a:gd name="connsiteY4" fmla="*/ 781285 h 1808452"/>
                <a:gd name="connsiteX5" fmla="*/ 401518 w 1119148"/>
                <a:gd name="connsiteY5" fmla="*/ 476485 h 1808452"/>
                <a:gd name="connsiteX0" fmla="*/ 401518 w 1071059"/>
                <a:gd name="connsiteY0" fmla="*/ 543905 h 1875872"/>
                <a:gd name="connsiteX1" fmla="*/ 881900 w 1071059"/>
                <a:gd name="connsiteY1" fmla="*/ 333865 h 1875872"/>
                <a:gd name="connsiteX2" fmla="*/ 1036518 w 1071059"/>
                <a:gd name="connsiteY2" fmla="*/ 937605 h 1875872"/>
                <a:gd name="connsiteX3" fmla="*/ 669000 w 1071059"/>
                <a:gd name="connsiteY3" fmla="*/ 1875872 h 1875872"/>
                <a:gd name="connsiteX4" fmla="*/ 147518 w 1071059"/>
                <a:gd name="connsiteY4" fmla="*/ 848705 h 1875872"/>
                <a:gd name="connsiteX5" fmla="*/ 401518 w 1071059"/>
                <a:gd name="connsiteY5" fmla="*/ 543905 h 1875872"/>
                <a:gd name="connsiteX0" fmla="*/ 259378 w 1071059"/>
                <a:gd name="connsiteY0" fmla="*/ 521907 h 1902218"/>
                <a:gd name="connsiteX1" fmla="*/ 881900 w 1071059"/>
                <a:gd name="connsiteY1" fmla="*/ 360211 h 1902218"/>
                <a:gd name="connsiteX2" fmla="*/ 1036518 w 1071059"/>
                <a:gd name="connsiteY2" fmla="*/ 963951 h 1902218"/>
                <a:gd name="connsiteX3" fmla="*/ 669000 w 1071059"/>
                <a:gd name="connsiteY3" fmla="*/ 1902218 h 1902218"/>
                <a:gd name="connsiteX4" fmla="*/ 147518 w 1071059"/>
                <a:gd name="connsiteY4" fmla="*/ 875051 h 1902218"/>
                <a:gd name="connsiteX5" fmla="*/ 259378 w 1071059"/>
                <a:gd name="connsiteY5" fmla="*/ 521907 h 1902218"/>
                <a:gd name="connsiteX0" fmla="*/ 259378 w 1071059"/>
                <a:gd name="connsiteY0" fmla="*/ 441940 h 1822251"/>
                <a:gd name="connsiteX1" fmla="*/ 881900 w 1071059"/>
                <a:gd name="connsiteY1" fmla="*/ 280244 h 1822251"/>
                <a:gd name="connsiteX2" fmla="*/ 1036518 w 1071059"/>
                <a:gd name="connsiteY2" fmla="*/ 883984 h 1822251"/>
                <a:gd name="connsiteX3" fmla="*/ 669000 w 1071059"/>
                <a:gd name="connsiteY3" fmla="*/ 1822251 h 1822251"/>
                <a:gd name="connsiteX4" fmla="*/ 147518 w 1071059"/>
                <a:gd name="connsiteY4" fmla="*/ 795084 h 1822251"/>
                <a:gd name="connsiteX5" fmla="*/ 259378 w 1071059"/>
                <a:gd name="connsiteY5" fmla="*/ 441940 h 1822251"/>
                <a:gd name="connsiteX0" fmla="*/ 173007 w 984688"/>
                <a:gd name="connsiteY0" fmla="*/ 441940 h 1822251"/>
                <a:gd name="connsiteX1" fmla="*/ 795529 w 984688"/>
                <a:gd name="connsiteY1" fmla="*/ 280244 h 1822251"/>
                <a:gd name="connsiteX2" fmla="*/ 950147 w 984688"/>
                <a:gd name="connsiteY2" fmla="*/ 883984 h 1822251"/>
                <a:gd name="connsiteX3" fmla="*/ 582629 w 984688"/>
                <a:gd name="connsiteY3" fmla="*/ 1822251 h 1822251"/>
                <a:gd name="connsiteX4" fmla="*/ 61147 w 984688"/>
                <a:gd name="connsiteY4" fmla="*/ 795084 h 1822251"/>
                <a:gd name="connsiteX5" fmla="*/ 173007 w 984688"/>
                <a:gd name="connsiteY5" fmla="*/ 441940 h 1822251"/>
                <a:gd name="connsiteX0" fmla="*/ 134411 w 946092"/>
                <a:gd name="connsiteY0" fmla="*/ 441940 h 1822251"/>
                <a:gd name="connsiteX1" fmla="*/ 756933 w 946092"/>
                <a:gd name="connsiteY1" fmla="*/ 280244 h 1822251"/>
                <a:gd name="connsiteX2" fmla="*/ 911551 w 946092"/>
                <a:gd name="connsiteY2" fmla="*/ 883984 h 1822251"/>
                <a:gd name="connsiteX3" fmla="*/ 544033 w 946092"/>
                <a:gd name="connsiteY3" fmla="*/ 1822251 h 1822251"/>
                <a:gd name="connsiteX4" fmla="*/ 22551 w 946092"/>
                <a:gd name="connsiteY4" fmla="*/ 795084 h 1822251"/>
                <a:gd name="connsiteX5" fmla="*/ 134411 w 946092"/>
                <a:gd name="connsiteY5" fmla="*/ 441940 h 1822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46092" h="1822251">
                  <a:moveTo>
                    <a:pt x="134411" y="441940"/>
                  </a:moveTo>
                  <a:cubicBezTo>
                    <a:pt x="424258" y="-194963"/>
                    <a:pt x="718833" y="-45723"/>
                    <a:pt x="756933" y="280244"/>
                  </a:cubicBezTo>
                  <a:cubicBezTo>
                    <a:pt x="1032100" y="470744"/>
                    <a:pt x="928484" y="744284"/>
                    <a:pt x="911551" y="883984"/>
                  </a:cubicBezTo>
                  <a:cubicBezTo>
                    <a:pt x="746451" y="1057551"/>
                    <a:pt x="1280633" y="1623284"/>
                    <a:pt x="544033" y="1822251"/>
                  </a:cubicBezTo>
                  <a:cubicBezTo>
                    <a:pt x="412800" y="1619051"/>
                    <a:pt x="-114536" y="1142939"/>
                    <a:pt x="22551" y="795084"/>
                  </a:cubicBezTo>
                  <a:cubicBezTo>
                    <a:pt x="-35206" y="340821"/>
                    <a:pt x="49744" y="543540"/>
                    <a:pt x="134411" y="441940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4">
              <a:extLst>
                <a:ext uri="{FF2B5EF4-FFF2-40B4-BE49-F238E27FC236}">
                  <a16:creationId xmlns:a16="http://schemas.microsoft.com/office/drawing/2014/main" id="{2969765D-6988-23F2-80C8-FDBEDDB7E13D}"/>
                </a:ext>
              </a:extLst>
            </p:cNvPr>
            <p:cNvSpPr/>
            <p:nvPr/>
          </p:nvSpPr>
          <p:spPr>
            <a:xfrm rot="4495168" flipH="1">
              <a:off x="6572892" y="3103258"/>
              <a:ext cx="981948" cy="1470387"/>
            </a:xfrm>
            <a:custGeom>
              <a:avLst/>
              <a:gdLst>
                <a:gd name="connsiteX0" fmla="*/ 0 w 457200"/>
                <a:gd name="connsiteY0" fmla="*/ 0 h 736600"/>
                <a:gd name="connsiteX1" fmla="*/ 457200 w 457200"/>
                <a:gd name="connsiteY1" fmla="*/ 0 h 736600"/>
                <a:gd name="connsiteX2" fmla="*/ 457200 w 457200"/>
                <a:gd name="connsiteY2" fmla="*/ 736600 h 736600"/>
                <a:gd name="connsiteX3" fmla="*/ 0 w 457200"/>
                <a:gd name="connsiteY3" fmla="*/ 736600 h 736600"/>
                <a:gd name="connsiteX4" fmla="*/ 0 w 457200"/>
                <a:gd name="connsiteY4" fmla="*/ 0 h 736600"/>
                <a:gd name="connsiteX0" fmla="*/ 12700 w 457200"/>
                <a:gd name="connsiteY0" fmla="*/ 0 h 800100"/>
                <a:gd name="connsiteX1" fmla="*/ 457200 w 457200"/>
                <a:gd name="connsiteY1" fmla="*/ 63500 h 800100"/>
                <a:gd name="connsiteX2" fmla="*/ 457200 w 457200"/>
                <a:gd name="connsiteY2" fmla="*/ 800100 h 800100"/>
                <a:gd name="connsiteX3" fmla="*/ 0 w 457200"/>
                <a:gd name="connsiteY3" fmla="*/ 800100 h 800100"/>
                <a:gd name="connsiteX4" fmla="*/ 12700 w 457200"/>
                <a:gd name="connsiteY4" fmla="*/ 0 h 800100"/>
                <a:gd name="connsiteX0" fmla="*/ 12700 w 584200"/>
                <a:gd name="connsiteY0" fmla="*/ 50800 h 850900"/>
                <a:gd name="connsiteX1" fmla="*/ 584200 w 584200"/>
                <a:gd name="connsiteY1" fmla="*/ 0 h 850900"/>
                <a:gd name="connsiteX2" fmla="*/ 457200 w 584200"/>
                <a:gd name="connsiteY2" fmla="*/ 850900 h 850900"/>
                <a:gd name="connsiteX3" fmla="*/ 0 w 584200"/>
                <a:gd name="connsiteY3" fmla="*/ 850900 h 850900"/>
                <a:gd name="connsiteX4" fmla="*/ 12700 w 584200"/>
                <a:gd name="connsiteY4" fmla="*/ 50800 h 850900"/>
                <a:gd name="connsiteX0" fmla="*/ 12700 w 649686"/>
                <a:gd name="connsiteY0" fmla="*/ 50800 h 850900"/>
                <a:gd name="connsiteX1" fmla="*/ 584200 w 649686"/>
                <a:gd name="connsiteY1" fmla="*/ 0 h 850900"/>
                <a:gd name="connsiteX2" fmla="*/ 647700 w 649686"/>
                <a:gd name="connsiteY2" fmla="*/ 444500 h 850900"/>
                <a:gd name="connsiteX3" fmla="*/ 457200 w 649686"/>
                <a:gd name="connsiteY3" fmla="*/ 850900 h 850900"/>
                <a:gd name="connsiteX4" fmla="*/ 0 w 649686"/>
                <a:gd name="connsiteY4" fmla="*/ 850900 h 850900"/>
                <a:gd name="connsiteX5" fmla="*/ 12700 w 649686"/>
                <a:gd name="connsiteY5" fmla="*/ 50800 h 850900"/>
                <a:gd name="connsiteX0" fmla="*/ 12700 w 649686"/>
                <a:gd name="connsiteY0" fmla="*/ 50800 h 965200"/>
                <a:gd name="connsiteX1" fmla="*/ 584200 w 649686"/>
                <a:gd name="connsiteY1" fmla="*/ 0 h 965200"/>
                <a:gd name="connsiteX2" fmla="*/ 647700 w 649686"/>
                <a:gd name="connsiteY2" fmla="*/ 444500 h 965200"/>
                <a:gd name="connsiteX3" fmla="*/ 152400 w 649686"/>
                <a:gd name="connsiteY3" fmla="*/ 965200 h 965200"/>
                <a:gd name="connsiteX4" fmla="*/ 0 w 649686"/>
                <a:gd name="connsiteY4" fmla="*/ 850900 h 965200"/>
                <a:gd name="connsiteX5" fmla="*/ 12700 w 649686"/>
                <a:gd name="connsiteY5" fmla="*/ 50800 h 965200"/>
                <a:gd name="connsiteX0" fmla="*/ 254000 w 890986"/>
                <a:gd name="connsiteY0" fmla="*/ 50800 h 965200"/>
                <a:gd name="connsiteX1" fmla="*/ 825500 w 890986"/>
                <a:gd name="connsiteY1" fmla="*/ 0 h 965200"/>
                <a:gd name="connsiteX2" fmla="*/ 889000 w 890986"/>
                <a:gd name="connsiteY2" fmla="*/ 444500 h 965200"/>
                <a:gd name="connsiteX3" fmla="*/ 393700 w 890986"/>
                <a:gd name="connsiteY3" fmla="*/ 965200 h 965200"/>
                <a:gd name="connsiteX4" fmla="*/ 0 w 890986"/>
                <a:gd name="connsiteY4" fmla="*/ 355600 h 965200"/>
                <a:gd name="connsiteX5" fmla="*/ 254000 w 890986"/>
                <a:gd name="connsiteY5" fmla="*/ 50800 h 965200"/>
                <a:gd name="connsiteX0" fmla="*/ 418310 w 1055296"/>
                <a:gd name="connsiteY0" fmla="*/ 50800 h 965200"/>
                <a:gd name="connsiteX1" fmla="*/ 989810 w 1055296"/>
                <a:gd name="connsiteY1" fmla="*/ 0 h 965200"/>
                <a:gd name="connsiteX2" fmla="*/ 1053310 w 1055296"/>
                <a:gd name="connsiteY2" fmla="*/ 444500 h 965200"/>
                <a:gd name="connsiteX3" fmla="*/ 558010 w 1055296"/>
                <a:gd name="connsiteY3" fmla="*/ 965200 h 965200"/>
                <a:gd name="connsiteX4" fmla="*/ 164310 w 1055296"/>
                <a:gd name="connsiteY4" fmla="*/ 355600 h 965200"/>
                <a:gd name="connsiteX5" fmla="*/ 418310 w 1055296"/>
                <a:gd name="connsiteY5" fmla="*/ 50800 h 965200"/>
                <a:gd name="connsiteX0" fmla="*/ 418310 w 1055296"/>
                <a:gd name="connsiteY0" fmla="*/ 50800 h 965200"/>
                <a:gd name="connsiteX1" fmla="*/ 989810 w 1055296"/>
                <a:gd name="connsiteY1" fmla="*/ 0 h 965200"/>
                <a:gd name="connsiteX2" fmla="*/ 1053310 w 1055296"/>
                <a:gd name="connsiteY2" fmla="*/ 444500 h 965200"/>
                <a:gd name="connsiteX3" fmla="*/ 558010 w 1055296"/>
                <a:gd name="connsiteY3" fmla="*/ 965200 h 965200"/>
                <a:gd name="connsiteX4" fmla="*/ 164310 w 1055296"/>
                <a:gd name="connsiteY4" fmla="*/ 355600 h 965200"/>
                <a:gd name="connsiteX5" fmla="*/ 418310 w 1055296"/>
                <a:gd name="connsiteY5" fmla="*/ 50800 h 965200"/>
                <a:gd name="connsiteX0" fmla="*/ 418310 w 1055296"/>
                <a:gd name="connsiteY0" fmla="*/ 384085 h 1298485"/>
                <a:gd name="connsiteX1" fmla="*/ 989810 w 1055296"/>
                <a:gd name="connsiteY1" fmla="*/ 333285 h 1298485"/>
                <a:gd name="connsiteX2" fmla="*/ 1053310 w 1055296"/>
                <a:gd name="connsiteY2" fmla="*/ 777785 h 1298485"/>
                <a:gd name="connsiteX3" fmla="*/ 558010 w 1055296"/>
                <a:gd name="connsiteY3" fmla="*/ 1298485 h 1298485"/>
                <a:gd name="connsiteX4" fmla="*/ 164310 w 1055296"/>
                <a:gd name="connsiteY4" fmla="*/ 688885 h 1298485"/>
                <a:gd name="connsiteX5" fmla="*/ 418310 w 1055296"/>
                <a:gd name="connsiteY5" fmla="*/ 384085 h 1298485"/>
                <a:gd name="connsiteX0" fmla="*/ 418310 w 1055296"/>
                <a:gd name="connsiteY0" fmla="*/ 476485 h 1390885"/>
                <a:gd name="connsiteX1" fmla="*/ 989810 w 1055296"/>
                <a:gd name="connsiteY1" fmla="*/ 425685 h 1390885"/>
                <a:gd name="connsiteX2" fmla="*/ 1053310 w 1055296"/>
                <a:gd name="connsiteY2" fmla="*/ 870185 h 1390885"/>
                <a:gd name="connsiteX3" fmla="*/ 558010 w 1055296"/>
                <a:gd name="connsiteY3" fmla="*/ 1390885 h 1390885"/>
                <a:gd name="connsiteX4" fmla="*/ 164310 w 1055296"/>
                <a:gd name="connsiteY4" fmla="*/ 781285 h 1390885"/>
                <a:gd name="connsiteX5" fmla="*/ 418310 w 1055296"/>
                <a:gd name="connsiteY5" fmla="*/ 476485 h 1390885"/>
                <a:gd name="connsiteX0" fmla="*/ 418310 w 1135940"/>
                <a:gd name="connsiteY0" fmla="*/ 476485 h 1390885"/>
                <a:gd name="connsiteX1" fmla="*/ 989810 w 1135940"/>
                <a:gd name="connsiteY1" fmla="*/ 425685 h 1390885"/>
                <a:gd name="connsiteX2" fmla="*/ 1053310 w 1135940"/>
                <a:gd name="connsiteY2" fmla="*/ 870185 h 1390885"/>
                <a:gd name="connsiteX3" fmla="*/ 558010 w 1135940"/>
                <a:gd name="connsiteY3" fmla="*/ 1390885 h 1390885"/>
                <a:gd name="connsiteX4" fmla="*/ 164310 w 1135940"/>
                <a:gd name="connsiteY4" fmla="*/ 781285 h 1390885"/>
                <a:gd name="connsiteX5" fmla="*/ 418310 w 1135940"/>
                <a:gd name="connsiteY5" fmla="*/ 476485 h 1390885"/>
                <a:gd name="connsiteX0" fmla="*/ 418310 w 1135940"/>
                <a:gd name="connsiteY0" fmla="*/ 476485 h 1390885"/>
                <a:gd name="connsiteX1" fmla="*/ 989810 w 1135940"/>
                <a:gd name="connsiteY1" fmla="*/ 425685 h 1390885"/>
                <a:gd name="connsiteX2" fmla="*/ 1053310 w 1135940"/>
                <a:gd name="connsiteY2" fmla="*/ 870185 h 1390885"/>
                <a:gd name="connsiteX3" fmla="*/ 558010 w 1135940"/>
                <a:gd name="connsiteY3" fmla="*/ 1390885 h 1390885"/>
                <a:gd name="connsiteX4" fmla="*/ 164310 w 1135940"/>
                <a:gd name="connsiteY4" fmla="*/ 781285 h 1390885"/>
                <a:gd name="connsiteX5" fmla="*/ 418310 w 1135940"/>
                <a:gd name="connsiteY5" fmla="*/ 476485 h 1390885"/>
                <a:gd name="connsiteX0" fmla="*/ 401518 w 1119148"/>
                <a:gd name="connsiteY0" fmla="*/ 476485 h 1808452"/>
                <a:gd name="connsiteX1" fmla="*/ 973018 w 1119148"/>
                <a:gd name="connsiteY1" fmla="*/ 425685 h 1808452"/>
                <a:gd name="connsiteX2" fmla="*/ 1036518 w 1119148"/>
                <a:gd name="connsiteY2" fmla="*/ 870185 h 1808452"/>
                <a:gd name="connsiteX3" fmla="*/ 669000 w 1119148"/>
                <a:gd name="connsiteY3" fmla="*/ 1808452 h 1808452"/>
                <a:gd name="connsiteX4" fmla="*/ 147518 w 1119148"/>
                <a:gd name="connsiteY4" fmla="*/ 781285 h 1808452"/>
                <a:gd name="connsiteX5" fmla="*/ 401518 w 1119148"/>
                <a:gd name="connsiteY5" fmla="*/ 476485 h 1808452"/>
                <a:gd name="connsiteX0" fmla="*/ 401518 w 1071059"/>
                <a:gd name="connsiteY0" fmla="*/ 543905 h 1875872"/>
                <a:gd name="connsiteX1" fmla="*/ 881900 w 1071059"/>
                <a:gd name="connsiteY1" fmla="*/ 333865 h 1875872"/>
                <a:gd name="connsiteX2" fmla="*/ 1036518 w 1071059"/>
                <a:gd name="connsiteY2" fmla="*/ 937605 h 1875872"/>
                <a:gd name="connsiteX3" fmla="*/ 669000 w 1071059"/>
                <a:gd name="connsiteY3" fmla="*/ 1875872 h 1875872"/>
                <a:gd name="connsiteX4" fmla="*/ 147518 w 1071059"/>
                <a:gd name="connsiteY4" fmla="*/ 848705 h 1875872"/>
                <a:gd name="connsiteX5" fmla="*/ 401518 w 1071059"/>
                <a:gd name="connsiteY5" fmla="*/ 543905 h 1875872"/>
                <a:gd name="connsiteX0" fmla="*/ 259378 w 1071059"/>
                <a:gd name="connsiteY0" fmla="*/ 521907 h 1902218"/>
                <a:gd name="connsiteX1" fmla="*/ 881900 w 1071059"/>
                <a:gd name="connsiteY1" fmla="*/ 360211 h 1902218"/>
                <a:gd name="connsiteX2" fmla="*/ 1036518 w 1071059"/>
                <a:gd name="connsiteY2" fmla="*/ 963951 h 1902218"/>
                <a:gd name="connsiteX3" fmla="*/ 669000 w 1071059"/>
                <a:gd name="connsiteY3" fmla="*/ 1902218 h 1902218"/>
                <a:gd name="connsiteX4" fmla="*/ 147518 w 1071059"/>
                <a:gd name="connsiteY4" fmla="*/ 875051 h 1902218"/>
                <a:gd name="connsiteX5" fmla="*/ 259378 w 1071059"/>
                <a:gd name="connsiteY5" fmla="*/ 521907 h 1902218"/>
                <a:gd name="connsiteX0" fmla="*/ 259378 w 1071059"/>
                <a:gd name="connsiteY0" fmla="*/ 441940 h 1822251"/>
                <a:gd name="connsiteX1" fmla="*/ 881900 w 1071059"/>
                <a:gd name="connsiteY1" fmla="*/ 280244 h 1822251"/>
                <a:gd name="connsiteX2" fmla="*/ 1036518 w 1071059"/>
                <a:gd name="connsiteY2" fmla="*/ 883984 h 1822251"/>
                <a:gd name="connsiteX3" fmla="*/ 669000 w 1071059"/>
                <a:gd name="connsiteY3" fmla="*/ 1822251 h 1822251"/>
                <a:gd name="connsiteX4" fmla="*/ 147518 w 1071059"/>
                <a:gd name="connsiteY4" fmla="*/ 795084 h 1822251"/>
                <a:gd name="connsiteX5" fmla="*/ 259378 w 1071059"/>
                <a:gd name="connsiteY5" fmla="*/ 441940 h 1822251"/>
                <a:gd name="connsiteX0" fmla="*/ 259378 w 1071059"/>
                <a:gd name="connsiteY0" fmla="*/ 497486 h 1877797"/>
                <a:gd name="connsiteX1" fmla="*/ 795848 w 1071059"/>
                <a:gd name="connsiteY1" fmla="*/ 233916 h 1877797"/>
                <a:gd name="connsiteX2" fmla="*/ 1036518 w 1071059"/>
                <a:gd name="connsiteY2" fmla="*/ 939530 h 1877797"/>
                <a:gd name="connsiteX3" fmla="*/ 669000 w 1071059"/>
                <a:gd name="connsiteY3" fmla="*/ 1877797 h 1877797"/>
                <a:gd name="connsiteX4" fmla="*/ 147518 w 1071059"/>
                <a:gd name="connsiteY4" fmla="*/ 850630 h 1877797"/>
                <a:gd name="connsiteX5" fmla="*/ 259378 w 1071059"/>
                <a:gd name="connsiteY5" fmla="*/ 497486 h 1877797"/>
                <a:gd name="connsiteX0" fmla="*/ 259378 w 1075570"/>
                <a:gd name="connsiteY0" fmla="*/ 497486 h 1877797"/>
                <a:gd name="connsiteX1" fmla="*/ 795848 w 1075570"/>
                <a:gd name="connsiteY1" fmla="*/ 233916 h 1877797"/>
                <a:gd name="connsiteX2" fmla="*/ 1047390 w 1075570"/>
                <a:gd name="connsiteY2" fmla="*/ 435756 h 1877797"/>
                <a:gd name="connsiteX3" fmla="*/ 669000 w 1075570"/>
                <a:gd name="connsiteY3" fmla="*/ 1877797 h 1877797"/>
                <a:gd name="connsiteX4" fmla="*/ 147518 w 1075570"/>
                <a:gd name="connsiteY4" fmla="*/ 850630 h 1877797"/>
                <a:gd name="connsiteX5" fmla="*/ 259378 w 1075570"/>
                <a:gd name="connsiteY5" fmla="*/ 497486 h 1877797"/>
                <a:gd name="connsiteX0" fmla="*/ 243514 w 1155570"/>
                <a:gd name="connsiteY0" fmla="*/ 497486 h 877706"/>
                <a:gd name="connsiteX1" fmla="*/ 779984 w 1155570"/>
                <a:gd name="connsiteY1" fmla="*/ 233916 h 877706"/>
                <a:gd name="connsiteX2" fmla="*/ 1031526 w 1155570"/>
                <a:gd name="connsiteY2" fmla="*/ 435756 h 877706"/>
                <a:gd name="connsiteX3" fmla="*/ 803097 w 1155570"/>
                <a:gd name="connsiteY3" fmla="*/ 808496 h 877706"/>
                <a:gd name="connsiteX4" fmla="*/ 131654 w 1155570"/>
                <a:gd name="connsiteY4" fmla="*/ 850630 h 877706"/>
                <a:gd name="connsiteX5" fmla="*/ 243514 w 1155570"/>
                <a:gd name="connsiteY5" fmla="*/ 497486 h 877706"/>
                <a:gd name="connsiteX0" fmla="*/ 27827 w 939883"/>
                <a:gd name="connsiteY0" fmla="*/ 497486 h 808496"/>
                <a:gd name="connsiteX1" fmla="*/ 564297 w 939883"/>
                <a:gd name="connsiteY1" fmla="*/ 233916 h 808496"/>
                <a:gd name="connsiteX2" fmla="*/ 815839 w 939883"/>
                <a:gd name="connsiteY2" fmla="*/ 435756 h 808496"/>
                <a:gd name="connsiteX3" fmla="*/ 587410 w 939883"/>
                <a:gd name="connsiteY3" fmla="*/ 808496 h 808496"/>
                <a:gd name="connsiteX4" fmla="*/ 220997 w 939883"/>
                <a:gd name="connsiteY4" fmla="*/ 674436 h 808496"/>
                <a:gd name="connsiteX5" fmla="*/ 27827 w 939883"/>
                <a:gd name="connsiteY5" fmla="*/ 497486 h 808496"/>
                <a:gd name="connsiteX0" fmla="*/ 99347 w 887276"/>
                <a:gd name="connsiteY0" fmla="*/ 412502 h 886548"/>
                <a:gd name="connsiteX1" fmla="*/ 511690 w 887276"/>
                <a:gd name="connsiteY1" fmla="*/ 311968 h 886548"/>
                <a:gd name="connsiteX2" fmla="*/ 763232 w 887276"/>
                <a:gd name="connsiteY2" fmla="*/ 513808 h 886548"/>
                <a:gd name="connsiteX3" fmla="*/ 534803 w 887276"/>
                <a:gd name="connsiteY3" fmla="*/ 886548 h 886548"/>
                <a:gd name="connsiteX4" fmla="*/ 168390 w 887276"/>
                <a:gd name="connsiteY4" fmla="*/ 752488 h 886548"/>
                <a:gd name="connsiteX5" fmla="*/ 99347 w 887276"/>
                <a:gd name="connsiteY5" fmla="*/ 412502 h 886548"/>
                <a:gd name="connsiteX0" fmla="*/ 57691 w 845620"/>
                <a:gd name="connsiteY0" fmla="*/ 412502 h 905384"/>
                <a:gd name="connsiteX1" fmla="*/ 470034 w 845620"/>
                <a:gd name="connsiteY1" fmla="*/ 311968 h 905384"/>
                <a:gd name="connsiteX2" fmla="*/ 721576 w 845620"/>
                <a:gd name="connsiteY2" fmla="*/ 513808 h 905384"/>
                <a:gd name="connsiteX3" fmla="*/ 493147 w 845620"/>
                <a:gd name="connsiteY3" fmla="*/ 886548 h 905384"/>
                <a:gd name="connsiteX4" fmla="*/ 126734 w 845620"/>
                <a:gd name="connsiteY4" fmla="*/ 752488 h 905384"/>
                <a:gd name="connsiteX5" fmla="*/ 57691 w 845620"/>
                <a:gd name="connsiteY5" fmla="*/ 412502 h 905384"/>
                <a:gd name="connsiteX0" fmla="*/ 57691 w 845620"/>
                <a:gd name="connsiteY0" fmla="*/ 412502 h 966637"/>
                <a:gd name="connsiteX1" fmla="*/ 470034 w 845620"/>
                <a:gd name="connsiteY1" fmla="*/ 311968 h 966637"/>
                <a:gd name="connsiteX2" fmla="*/ 721576 w 845620"/>
                <a:gd name="connsiteY2" fmla="*/ 513808 h 966637"/>
                <a:gd name="connsiteX3" fmla="*/ 493147 w 845620"/>
                <a:gd name="connsiteY3" fmla="*/ 886548 h 966637"/>
                <a:gd name="connsiteX4" fmla="*/ 126734 w 845620"/>
                <a:gd name="connsiteY4" fmla="*/ 752488 h 966637"/>
                <a:gd name="connsiteX5" fmla="*/ 57691 w 845620"/>
                <a:gd name="connsiteY5" fmla="*/ 412502 h 966637"/>
                <a:gd name="connsiteX0" fmla="*/ 57691 w 845620"/>
                <a:gd name="connsiteY0" fmla="*/ 358234 h 912369"/>
                <a:gd name="connsiteX1" fmla="*/ 470034 w 845620"/>
                <a:gd name="connsiteY1" fmla="*/ 257700 h 912369"/>
                <a:gd name="connsiteX2" fmla="*/ 721576 w 845620"/>
                <a:gd name="connsiteY2" fmla="*/ 459540 h 912369"/>
                <a:gd name="connsiteX3" fmla="*/ 493147 w 845620"/>
                <a:gd name="connsiteY3" fmla="*/ 832280 h 912369"/>
                <a:gd name="connsiteX4" fmla="*/ 126734 w 845620"/>
                <a:gd name="connsiteY4" fmla="*/ 698220 h 912369"/>
                <a:gd name="connsiteX5" fmla="*/ 57691 w 845620"/>
                <a:gd name="connsiteY5" fmla="*/ 358234 h 912369"/>
                <a:gd name="connsiteX0" fmla="*/ 57691 w 845620"/>
                <a:gd name="connsiteY0" fmla="*/ 364631 h 918766"/>
                <a:gd name="connsiteX1" fmla="*/ 436372 w 845620"/>
                <a:gd name="connsiteY1" fmla="*/ 251801 h 918766"/>
                <a:gd name="connsiteX2" fmla="*/ 721576 w 845620"/>
                <a:gd name="connsiteY2" fmla="*/ 465937 h 918766"/>
                <a:gd name="connsiteX3" fmla="*/ 493147 w 845620"/>
                <a:gd name="connsiteY3" fmla="*/ 838677 h 918766"/>
                <a:gd name="connsiteX4" fmla="*/ 126734 w 845620"/>
                <a:gd name="connsiteY4" fmla="*/ 704617 h 918766"/>
                <a:gd name="connsiteX5" fmla="*/ 57691 w 845620"/>
                <a:gd name="connsiteY5" fmla="*/ 364631 h 918766"/>
                <a:gd name="connsiteX0" fmla="*/ 57691 w 845620"/>
                <a:gd name="connsiteY0" fmla="*/ 364631 h 918766"/>
                <a:gd name="connsiteX1" fmla="*/ 436372 w 845620"/>
                <a:gd name="connsiteY1" fmla="*/ 251801 h 918766"/>
                <a:gd name="connsiteX2" fmla="*/ 721576 w 845620"/>
                <a:gd name="connsiteY2" fmla="*/ 465937 h 918766"/>
                <a:gd name="connsiteX3" fmla="*/ 493147 w 845620"/>
                <a:gd name="connsiteY3" fmla="*/ 838677 h 918766"/>
                <a:gd name="connsiteX4" fmla="*/ 126734 w 845620"/>
                <a:gd name="connsiteY4" fmla="*/ 704617 h 918766"/>
                <a:gd name="connsiteX5" fmla="*/ 57691 w 845620"/>
                <a:gd name="connsiteY5" fmla="*/ 364631 h 918766"/>
                <a:gd name="connsiteX0" fmla="*/ 57691 w 845620"/>
                <a:gd name="connsiteY0" fmla="*/ 364631 h 918766"/>
                <a:gd name="connsiteX1" fmla="*/ 436372 w 845620"/>
                <a:gd name="connsiteY1" fmla="*/ 251801 h 918766"/>
                <a:gd name="connsiteX2" fmla="*/ 721576 w 845620"/>
                <a:gd name="connsiteY2" fmla="*/ 465937 h 918766"/>
                <a:gd name="connsiteX3" fmla="*/ 493147 w 845620"/>
                <a:gd name="connsiteY3" fmla="*/ 838677 h 918766"/>
                <a:gd name="connsiteX4" fmla="*/ 126734 w 845620"/>
                <a:gd name="connsiteY4" fmla="*/ 704617 h 918766"/>
                <a:gd name="connsiteX5" fmla="*/ 57691 w 845620"/>
                <a:gd name="connsiteY5" fmla="*/ 364631 h 918766"/>
                <a:gd name="connsiteX0" fmla="*/ 57691 w 917627"/>
                <a:gd name="connsiteY0" fmla="*/ 364631 h 918766"/>
                <a:gd name="connsiteX1" fmla="*/ 436372 w 917627"/>
                <a:gd name="connsiteY1" fmla="*/ 251801 h 918766"/>
                <a:gd name="connsiteX2" fmla="*/ 721576 w 917627"/>
                <a:gd name="connsiteY2" fmla="*/ 465937 h 918766"/>
                <a:gd name="connsiteX3" fmla="*/ 493147 w 917627"/>
                <a:gd name="connsiteY3" fmla="*/ 838677 h 918766"/>
                <a:gd name="connsiteX4" fmla="*/ 126734 w 917627"/>
                <a:gd name="connsiteY4" fmla="*/ 704617 h 918766"/>
                <a:gd name="connsiteX5" fmla="*/ 57691 w 917627"/>
                <a:gd name="connsiteY5" fmla="*/ 364631 h 918766"/>
                <a:gd name="connsiteX0" fmla="*/ 57691 w 799697"/>
                <a:gd name="connsiteY0" fmla="*/ 364631 h 918766"/>
                <a:gd name="connsiteX1" fmla="*/ 436372 w 799697"/>
                <a:gd name="connsiteY1" fmla="*/ 251801 h 918766"/>
                <a:gd name="connsiteX2" fmla="*/ 721576 w 799697"/>
                <a:gd name="connsiteY2" fmla="*/ 465937 h 918766"/>
                <a:gd name="connsiteX3" fmla="*/ 493147 w 799697"/>
                <a:gd name="connsiteY3" fmla="*/ 838677 h 918766"/>
                <a:gd name="connsiteX4" fmla="*/ 126734 w 799697"/>
                <a:gd name="connsiteY4" fmla="*/ 704617 h 918766"/>
                <a:gd name="connsiteX5" fmla="*/ 57691 w 799697"/>
                <a:gd name="connsiteY5" fmla="*/ 364631 h 918766"/>
                <a:gd name="connsiteX0" fmla="*/ 65803 w 788752"/>
                <a:gd name="connsiteY0" fmla="*/ 359423 h 923546"/>
                <a:gd name="connsiteX1" fmla="*/ 425427 w 788752"/>
                <a:gd name="connsiteY1" fmla="*/ 256581 h 923546"/>
                <a:gd name="connsiteX2" fmla="*/ 710631 w 788752"/>
                <a:gd name="connsiteY2" fmla="*/ 470717 h 923546"/>
                <a:gd name="connsiteX3" fmla="*/ 482202 w 788752"/>
                <a:gd name="connsiteY3" fmla="*/ 843457 h 923546"/>
                <a:gd name="connsiteX4" fmla="*/ 115789 w 788752"/>
                <a:gd name="connsiteY4" fmla="*/ 709397 h 923546"/>
                <a:gd name="connsiteX5" fmla="*/ 65803 w 788752"/>
                <a:gd name="connsiteY5" fmla="*/ 359423 h 923546"/>
                <a:gd name="connsiteX0" fmla="*/ 65803 w 788752"/>
                <a:gd name="connsiteY0" fmla="*/ 338595 h 902718"/>
                <a:gd name="connsiteX1" fmla="*/ 425427 w 788752"/>
                <a:gd name="connsiteY1" fmla="*/ 235753 h 902718"/>
                <a:gd name="connsiteX2" fmla="*/ 710631 w 788752"/>
                <a:gd name="connsiteY2" fmla="*/ 449889 h 902718"/>
                <a:gd name="connsiteX3" fmla="*/ 482202 w 788752"/>
                <a:gd name="connsiteY3" fmla="*/ 822629 h 902718"/>
                <a:gd name="connsiteX4" fmla="*/ 115789 w 788752"/>
                <a:gd name="connsiteY4" fmla="*/ 688569 h 902718"/>
                <a:gd name="connsiteX5" fmla="*/ 65803 w 788752"/>
                <a:gd name="connsiteY5" fmla="*/ 338595 h 902718"/>
                <a:gd name="connsiteX0" fmla="*/ 65803 w 761655"/>
                <a:gd name="connsiteY0" fmla="*/ 338595 h 1029873"/>
                <a:gd name="connsiteX1" fmla="*/ 425427 w 761655"/>
                <a:gd name="connsiteY1" fmla="*/ 235753 h 1029873"/>
                <a:gd name="connsiteX2" fmla="*/ 710631 w 761655"/>
                <a:gd name="connsiteY2" fmla="*/ 449889 h 1029873"/>
                <a:gd name="connsiteX3" fmla="*/ 404437 w 761655"/>
                <a:gd name="connsiteY3" fmla="*/ 1020782 h 1029873"/>
                <a:gd name="connsiteX4" fmla="*/ 115789 w 761655"/>
                <a:gd name="connsiteY4" fmla="*/ 688569 h 1029873"/>
                <a:gd name="connsiteX5" fmla="*/ 65803 w 761655"/>
                <a:gd name="connsiteY5" fmla="*/ 338595 h 1029873"/>
                <a:gd name="connsiteX0" fmla="*/ 65803 w 716384"/>
                <a:gd name="connsiteY0" fmla="*/ 338595 h 1029873"/>
                <a:gd name="connsiteX1" fmla="*/ 425427 w 716384"/>
                <a:gd name="connsiteY1" fmla="*/ 235753 h 1029873"/>
                <a:gd name="connsiteX2" fmla="*/ 641964 w 716384"/>
                <a:gd name="connsiteY2" fmla="*/ 498799 h 1029873"/>
                <a:gd name="connsiteX3" fmla="*/ 404437 w 716384"/>
                <a:gd name="connsiteY3" fmla="*/ 1020782 h 1029873"/>
                <a:gd name="connsiteX4" fmla="*/ 115789 w 716384"/>
                <a:gd name="connsiteY4" fmla="*/ 688569 h 1029873"/>
                <a:gd name="connsiteX5" fmla="*/ 65803 w 716384"/>
                <a:gd name="connsiteY5" fmla="*/ 338595 h 1029873"/>
                <a:gd name="connsiteX0" fmla="*/ 65803 w 716384"/>
                <a:gd name="connsiteY0" fmla="*/ 338595 h 1029873"/>
                <a:gd name="connsiteX1" fmla="*/ 425427 w 716384"/>
                <a:gd name="connsiteY1" fmla="*/ 235753 h 1029873"/>
                <a:gd name="connsiteX2" fmla="*/ 641964 w 716384"/>
                <a:gd name="connsiteY2" fmla="*/ 498799 h 1029873"/>
                <a:gd name="connsiteX3" fmla="*/ 404437 w 716384"/>
                <a:gd name="connsiteY3" fmla="*/ 1020782 h 1029873"/>
                <a:gd name="connsiteX4" fmla="*/ 115789 w 716384"/>
                <a:gd name="connsiteY4" fmla="*/ 688569 h 1029873"/>
                <a:gd name="connsiteX5" fmla="*/ 65803 w 716384"/>
                <a:gd name="connsiteY5" fmla="*/ 338595 h 1029873"/>
                <a:gd name="connsiteX0" fmla="*/ 65803 w 716384"/>
                <a:gd name="connsiteY0" fmla="*/ 331981 h 1023259"/>
                <a:gd name="connsiteX1" fmla="*/ 473398 w 716384"/>
                <a:gd name="connsiteY1" fmla="*/ 241369 h 1023259"/>
                <a:gd name="connsiteX2" fmla="*/ 641964 w 716384"/>
                <a:gd name="connsiteY2" fmla="*/ 492185 h 1023259"/>
                <a:gd name="connsiteX3" fmla="*/ 404437 w 716384"/>
                <a:gd name="connsiteY3" fmla="*/ 1014168 h 1023259"/>
                <a:gd name="connsiteX4" fmla="*/ 115789 w 716384"/>
                <a:gd name="connsiteY4" fmla="*/ 681955 h 1023259"/>
                <a:gd name="connsiteX5" fmla="*/ 65803 w 716384"/>
                <a:gd name="connsiteY5" fmla="*/ 331981 h 1023259"/>
                <a:gd name="connsiteX0" fmla="*/ 65803 w 716384"/>
                <a:gd name="connsiteY0" fmla="*/ 331981 h 1023259"/>
                <a:gd name="connsiteX1" fmla="*/ 473398 w 716384"/>
                <a:gd name="connsiteY1" fmla="*/ 241369 h 1023259"/>
                <a:gd name="connsiteX2" fmla="*/ 641964 w 716384"/>
                <a:gd name="connsiteY2" fmla="*/ 492185 h 1023259"/>
                <a:gd name="connsiteX3" fmla="*/ 404437 w 716384"/>
                <a:gd name="connsiteY3" fmla="*/ 1014168 h 1023259"/>
                <a:gd name="connsiteX4" fmla="*/ 115789 w 716384"/>
                <a:gd name="connsiteY4" fmla="*/ 681955 h 1023259"/>
                <a:gd name="connsiteX5" fmla="*/ 65803 w 716384"/>
                <a:gd name="connsiteY5" fmla="*/ 331981 h 1023259"/>
                <a:gd name="connsiteX0" fmla="*/ 65803 w 846096"/>
                <a:gd name="connsiteY0" fmla="*/ 331981 h 1023259"/>
                <a:gd name="connsiteX1" fmla="*/ 473398 w 846096"/>
                <a:gd name="connsiteY1" fmla="*/ 241369 h 1023259"/>
                <a:gd name="connsiteX2" fmla="*/ 641964 w 846096"/>
                <a:gd name="connsiteY2" fmla="*/ 492185 h 1023259"/>
                <a:gd name="connsiteX3" fmla="*/ 404437 w 846096"/>
                <a:gd name="connsiteY3" fmla="*/ 1014168 h 1023259"/>
                <a:gd name="connsiteX4" fmla="*/ 115789 w 846096"/>
                <a:gd name="connsiteY4" fmla="*/ 681955 h 1023259"/>
                <a:gd name="connsiteX5" fmla="*/ 65803 w 846096"/>
                <a:gd name="connsiteY5" fmla="*/ 331981 h 1023259"/>
                <a:gd name="connsiteX0" fmla="*/ 65803 w 659717"/>
                <a:gd name="connsiteY0" fmla="*/ 331981 h 1023259"/>
                <a:gd name="connsiteX1" fmla="*/ 473398 w 659717"/>
                <a:gd name="connsiteY1" fmla="*/ 241369 h 1023259"/>
                <a:gd name="connsiteX2" fmla="*/ 641964 w 659717"/>
                <a:gd name="connsiteY2" fmla="*/ 492185 h 1023259"/>
                <a:gd name="connsiteX3" fmla="*/ 623051 w 659717"/>
                <a:gd name="connsiteY3" fmla="*/ 847102 h 1023259"/>
                <a:gd name="connsiteX4" fmla="*/ 404437 w 659717"/>
                <a:gd name="connsiteY4" fmla="*/ 1014168 h 1023259"/>
                <a:gd name="connsiteX5" fmla="*/ 115789 w 659717"/>
                <a:gd name="connsiteY5" fmla="*/ 681955 h 1023259"/>
                <a:gd name="connsiteX6" fmla="*/ 65803 w 659717"/>
                <a:gd name="connsiteY6" fmla="*/ 331981 h 1023259"/>
                <a:gd name="connsiteX0" fmla="*/ 65803 w 839877"/>
                <a:gd name="connsiteY0" fmla="*/ 331981 h 1023259"/>
                <a:gd name="connsiteX1" fmla="*/ 473398 w 839877"/>
                <a:gd name="connsiteY1" fmla="*/ 241369 h 1023259"/>
                <a:gd name="connsiteX2" fmla="*/ 641964 w 839877"/>
                <a:gd name="connsiteY2" fmla="*/ 492185 h 1023259"/>
                <a:gd name="connsiteX3" fmla="*/ 623051 w 839877"/>
                <a:gd name="connsiteY3" fmla="*/ 847102 h 1023259"/>
                <a:gd name="connsiteX4" fmla="*/ 404437 w 839877"/>
                <a:gd name="connsiteY4" fmla="*/ 1014168 h 1023259"/>
                <a:gd name="connsiteX5" fmla="*/ 115789 w 839877"/>
                <a:gd name="connsiteY5" fmla="*/ 681955 h 1023259"/>
                <a:gd name="connsiteX6" fmla="*/ 65803 w 839877"/>
                <a:gd name="connsiteY6" fmla="*/ 331981 h 1023259"/>
                <a:gd name="connsiteX0" fmla="*/ 65803 w 839877"/>
                <a:gd name="connsiteY0" fmla="*/ 331981 h 998613"/>
                <a:gd name="connsiteX1" fmla="*/ 473398 w 839877"/>
                <a:gd name="connsiteY1" fmla="*/ 241369 h 998613"/>
                <a:gd name="connsiteX2" fmla="*/ 641964 w 839877"/>
                <a:gd name="connsiteY2" fmla="*/ 492185 h 998613"/>
                <a:gd name="connsiteX3" fmla="*/ 623051 w 839877"/>
                <a:gd name="connsiteY3" fmla="*/ 847102 h 998613"/>
                <a:gd name="connsiteX4" fmla="*/ 416980 w 839877"/>
                <a:gd name="connsiteY4" fmla="*/ 985010 h 998613"/>
                <a:gd name="connsiteX5" fmla="*/ 115789 w 839877"/>
                <a:gd name="connsiteY5" fmla="*/ 681955 h 998613"/>
                <a:gd name="connsiteX6" fmla="*/ 65803 w 839877"/>
                <a:gd name="connsiteY6" fmla="*/ 331981 h 998613"/>
                <a:gd name="connsiteX0" fmla="*/ 65803 w 839877"/>
                <a:gd name="connsiteY0" fmla="*/ 331981 h 998613"/>
                <a:gd name="connsiteX1" fmla="*/ 473398 w 839877"/>
                <a:gd name="connsiteY1" fmla="*/ 241369 h 998613"/>
                <a:gd name="connsiteX2" fmla="*/ 641964 w 839877"/>
                <a:gd name="connsiteY2" fmla="*/ 492185 h 998613"/>
                <a:gd name="connsiteX3" fmla="*/ 623051 w 839877"/>
                <a:gd name="connsiteY3" fmla="*/ 847102 h 998613"/>
                <a:gd name="connsiteX4" fmla="*/ 416980 w 839877"/>
                <a:gd name="connsiteY4" fmla="*/ 985010 h 998613"/>
                <a:gd name="connsiteX5" fmla="*/ 115789 w 839877"/>
                <a:gd name="connsiteY5" fmla="*/ 681955 h 998613"/>
                <a:gd name="connsiteX6" fmla="*/ 65803 w 839877"/>
                <a:gd name="connsiteY6" fmla="*/ 331981 h 998613"/>
                <a:gd name="connsiteX0" fmla="*/ 140391 w 914465"/>
                <a:gd name="connsiteY0" fmla="*/ 331981 h 1026030"/>
                <a:gd name="connsiteX1" fmla="*/ 547986 w 914465"/>
                <a:gd name="connsiteY1" fmla="*/ 241369 h 1026030"/>
                <a:gd name="connsiteX2" fmla="*/ 716552 w 914465"/>
                <a:gd name="connsiteY2" fmla="*/ 492185 h 1026030"/>
                <a:gd name="connsiteX3" fmla="*/ 697639 w 914465"/>
                <a:gd name="connsiteY3" fmla="*/ 847102 h 1026030"/>
                <a:gd name="connsiteX4" fmla="*/ 491568 w 914465"/>
                <a:gd name="connsiteY4" fmla="*/ 985010 h 1026030"/>
                <a:gd name="connsiteX5" fmla="*/ 70290 w 914465"/>
                <a:gd name="connsiteY5" fmla="*/ 772249 h 1026030"/>
                <a:gd name="connsiteX6" fmla="*/ 140391 w 914465"/>
                <a:gd name="connsiteY6" fmla="*/ 331981 h 1026030"/>
                <a:gd name="connsiteX0" fmla="*/ 140391 w 914465"/>
                <a:gd name="connsiteY0" fmla="*/ 331981 h 995547"/>
                <a:gd name="connsiteX1" fmla="*/ 547986 w 914465"/>
                <a:gd name="connsiteY1" fmla="*/ 241369 h 995547"/>
                <a:gd name="connsiteX2" fmla="*/ 716552 w 914465"/>
                <a:gd name="connsiteY2" fmla="*/ 492185 h 995547"/>
                <a:gd name="connsiteX3" fmla="*/ 697639 w 914465"/>
                <a:gd name="connsiteY3" fmla="*/ 847102 h 995547"/>
                <a:gd name="connsiteX4" fmla="*/ 491568 w 914465"/>
                <a:gd name="connsiteY4" fmla="*/ 985010 h 995547"/>
                <a:gd name="connsiteX5" fmla="*/ 70290 w 914465"/>
                <a:gd name="connsiteY5" fmla="*/ 772249 h 995547"/>
                <a:gd name="connsiteX6" fmla="*/ 140391 w 914465"/>
                <a:gd name="connsiteY6" fmla="*/ 331981 h 995547"/>
                <a:gd name="connsiteX0" fmla="*/ 124524 w 920236"/>
                <a:gd name="connsiteY0" fmla="*/ 385023 h 957037"/>
                <a:gd name="connsiteX1" fmla="*/ 553757 w 920236"/>
                <a:gd name="connsiteY1" fmla="*/ 202859 h 957037"/>
                <a:gd name="connsiteX2" fmla="*/ 722323 w 920236"/>
                <a:gd name="connsiteY2" fmla="*/ 453675 h 957037"/>
                <a:gd name="connsiteX3" fmla="*/ 703410 w 920236"/>
                <a:gd name="connsiteY3" fmla="*/ 808592 h 957037"/>
                <a:gd name="connsiteX4" fmla="*/ 497339 w 920236"/>
                <a:gd name="connsiteY4" fmla="*/ 946500 h 957037"/>
                <a:gd name="connsiteX5" fmla="*/ 76061 w 920236"/>
                <a:gd name="connsiteY5" fmla="*/ 733739 h 957037"/>
                <a:gd name="connsiteX6" fmla="*/ 124524 w 920236"/>
                <a:gd name="connsiteY6" fmla="*/ 385023 h 957037"/>
                <a:gd name="connsiteX0" fmla="*/ 138979 w 914937"/>
                <a:gd name="connsiteY0" fmla="*/ 366321 h 969060"/>
                <a:gd name="connsiteX1" fmla="*/ 548458 w 914937"/>
                <a:gd name="connsiteY1" fmla="*/ 214882 h 969060"/>
                <a:gd name="connsiteX2" fmla="*/ 717024 w 914937"/>
                <a:gd name="connsiteY2" fmla="*/ 465698 h 969060"/>
                <a:gd name="connsiteX3" fmla="*/ 698111 w 914937"/>
                <a:gd name="connsiteY3" fmla="*/ 820615 h 969060"/>
                <a:gd name="connsiteX4" fmla="*/ 492040 w 914937"/>
                <a:gd name="connsiteY4" fmla="*/ 958523 h 969060"/>
                <a:gd name="connsiteX5" fmla="*/ 70762 w 914937"/>
                <a:gd name="connsiteY5" fmla="*/ 745762 h 969060"/>
                <a:gd name="connsiteX6" fmla="*/ 138979 w 914937"/>
                <a:gd name="connsiteY6" fmla="*/ 366321 h 969060"/>
                <a:gd name="connsiteX0" fmla="*/ 138979 w 914937"/>
                <a:gd name="connsiteY0" fmla="*/ 395581 h 998320"/>
                <a:gd name="connsiteX1" fmla="*/ 548458 w 914937"/>
                <a:gd name="connsiteY1" fmla="*/ 244142 h 998320"/>
                <a:gd name="connsiteX2" fmla="*/ 717024 w 914937"/>
                <a:gd name="connsiteY2" fmla="*/ 494958 h 998320"/>
                <a:gd name="connsiteX3" fmla="*/ 698111 w 914937"/>
                <a:gd name="connsiteY3" fmla="*/ 849875 h 998320"/>
                <a:gd name="connsiteX4" fmla="*/ 492040 w 914937"/>
                <a:gd name="connsiteY4" fmla="*/ 987783 h 998320"/>
                <a:gd name="connsiteX5" fmla="*/ 70762 w 914937"/>
                <a:gd name="connsiteY5" fmla="*/ 775022 h 998320"/>
                <a:gd name="connsiteX6" fmla="*/ 138979 w 914937"/>
                <a:gd name="connsiteY6" fmla="*/ 395581 h 998320"/>
                <a:gd name="connsiteX0" fmla="*/ 174943 w 950901"/>
                <a:gd name="connsiteY0" fmla="*/ 395581 h 998320"/>
                <a:gd name="connsiteX1" fmla="*/ 584422 w 950901"/>
                <a:gd name="connsiteY1" fmla="*/ 244142 h 998320"/>
                <a:gd name="connsiteX2" fmla="*/ 752988 w 950901"/>
                <a:gd name="connsiteY2" fmla="*/ 494958 h 998320"/>
                <a:gd name="connsiteX3" fmla="*/ 734075 w 950901"/>
                <a:gd name="connsiteY3" fmla="*/ 849875 h 998320"/>
                <a:gd name="connsiteX4" fmla="*/ 528004 w 950901"/>
                <a:gd name="connsiteY4" fmla="*/ 987783 h 998320"/>
                <a:gd name="connsiteX5" fmla="*/ 106726 w 950901"/>
                <a:gd name="connsiteY5" fmla="*/ 775022 h 998320"/>
                <a:gd name="connsiteX6" fmla="*/ 174943 w 950901"/>
                <a:gd name="connsiteY6" fmla="*/ 395581 h 998320"/>
                <a:gd name="connsiteX0" fmla="*/ 205514 w 981472"/>
                <a:gd name="connsiteY0" fmla="*/ 395581 h 998320"/>
                <a:gd name="connsiteX1" fmla="*/ 614993 w 981472"/>
                <a:gd name="connsiteY1" fmla="*/ 244142 h 998320"/>
                <a:gd name="connsiteX2" fmla="*/ 783559 w 981472"/>
                <a:gd name="connsiteY2" fmla="*/ 494958 h 998320"/>
                <a:gd name="connsiteX3" fmla="*/ 764646 w 981472"/>
                <a:gd name="connsiteY3" fmla="*/ 849875 h 998320"/>
                <a:gd name="connsiteX4" fmla="*/ 558575 w 981472"/>
                <a:gd name="connsiteY4" fmla="*/ 987783 h 998320"/>
                <a:gd name="connsiteX5" fmla="*/ 137297 w 981472"/>
                <a:gd name="connsiteY5" fmla="*/ 775022 h 998320"/>
                <a:gd name="connsiteX6" fmla="*/ 205514 w 981472"/>
                <a:gd name="connsiteY6" fmla="*/ 395581 h 998320"/>
                <a:gd name="connsiteX0" fmla="*/ 203182 w 982904"/>
                <a:gd name="connsiteY0" fmla="*/ 415154 h 983091"/>
                <a:gd name="connsiteX1" fmla="*/ 616425 w 982904"/>
                <a:gd name="connsiteY1" fmla="*/ 228913 h 983091"/>
                <a:gd name="connsiteX2" fmla="*/ 784991 w 982904"/>
                <a:gd name="connsiteY2" fmla="*/ 479729 h 983091"/>
                <a:gd name="connsiteX3" fmla="*/ 766078 w 982904"/>
                <a:gd name="connsiteY3" fmla="*/ 834646 h 983091"/>
                <a:gd name="connsiteX4" fmla="*/ 560007 w 982904"/>
                <a:gd name="connsiteY4" fmla="*/ 972554 h 983091"/>
                <a:gd name="connsiteX5" fmla="*/ 138729 w 982904"/>
                <a:gd name="connsiteY5" fmla="*/ 759793 h 983091"/>
                <a:gd name="connsiteX6" fmla="*/ 203182 w 982904"/>
                <a:gd name="connsiteY6" fmla="*/ 415154 h 983091"/>
                <a:gd name="connsiteX0" fmla="*/ 203182 w 982904"/>
                <a:gd name="connsiteY0" fmla="*/ 439435 h 1007372"/>
                <a:gd name="connsiteX1" fmla="*/ 616425 w 982904"/>
                <a:gd name="connsiteY1" fmla="*/ 253194 h 1007372"/>
                <a:gd name="connsiteX2" fmla="*/ 784991 w 982904"/>
                <a:gd name="connsiteY2" fmla="*/ 504010 h 1007372"/>
                <a:gd name="connsiteX3" fmla="*/ 766078 w 982904"/>
                <a:gd name="connsiteY3" fmla="*/ 858927 h 1007372"/>
                <a:gd name="connsiteX4" fmla="*/ 560007 w 982904"/>
                <a:gd name="connsiteY4" fmla="*/ 996835 h 1007372"/>
                <a:gd name="connsiteX5" fmla="*/ 138729 w 982904"/>
                <a:gd name="connsiteY5" fmla="*/ 784074 h 1007372"/>
                <a:gd name="connsiteX6" fmla="*/ 203182 w 982904"/>
                <a:gd name="connsiteY6" fmla="*/ 439435 h 1007372"/>
                <a:gd name="connsiteX0" fmla="*/ 203860 w 983582"/>
                <a:gd name="connsiteY0" fmla="*/ 439435 h 1007372"/>
                <a:gd name="connsiteX1" fmla="*/ 617103 w 983582"/>
                <a:gd name="connsiteY1" fmla="*/ 253194 h 1007372"/>
                <a:gd name="connsiteX2" fmla="*/ 785669 w 983582"/>
                <a:gd name="connsiteY2" fmla="*/ 504010 h 1007372"/>
                <a:gd name="connsiteX3" fmla="*/ 766756 w 983582"/>
                <a:gd name="connsiteY3" fmla="*/ 858927 h 1007372"/>
                <a:gd name="connsiteX4" fmla="*/ 560685 w 983582"/>
                <a:gd name="connsiteY4" fmla="*/ 996835 h 1007372"/>
                <a:gd name="connsiteX5" fmla="*/ 139407 w 983582"/>
                <a:gd name="connsiteY5" fmla="*/ 784074 h 1007372"/>
                <a:gd name="connsiteX6" fmla="*/ 203860 w 983582"/>
                <a:gd name="connsiteY6" fmla="*/ 439435 h 1007372"/>
                <a:gd name="connsiteX0" fmla="*/ 165065 w 944787"/>
                <a:gd name="connsiteY0" fmla="*/ 439435 h 1007372"/>
                <a:gd name="connsiteX1" fmla="*/ 578308 w 944787"/>
                <a:gd name="connsiteY1" fmla="*/ 253194 h 1007372"/>
                <a:gd name="connsiteX2" fmla="*/ 746874 w 944787"/>
                <a:gd name="connsiteY2" fmla="*/ 504010 h 1007372"/>
                <a:gd name="connsiteX3" fmla="*/ 727961 w 944787"/>
                <a:gd name="connsiteY3" fmla="*/ 858927 h 1007372"/>
                <a:gd name="connsiteX4" fmla="*/ 521890 w 944787"/>
                <a:gd name="connsiteY4" fmla="*/ 996835 h 1007372"/>
                <a:gd name="connsiteX5" fmla="*/ 100612 w 944787"/>
                <a:gd name="connsiteY5" fmla="*/ 784074 h 1007372"/>
                <a:gd name="connsiteX6" fmla="*/ 165065 w 944787"/>
                <a:gd name="connsiteY6" fmla="*/ 439435 h 1007372"/>
                <a:gd name="connsiteX0" fmla="*/ 167589 w 947311"/>
                <a:gd name="connsiteY0" fmla="*/ 439435 h 1007372"/>
                <a:gd name="connsiteX1" fmla="*/ 580832 w 947311"/>
                <a:gd name="connsiteY1" fmla="*/ 253194 h 1007372"/>
                <a:gd name="connsiteX2" fmla="*/ 749398 w 947311"/>
                <a:gd name="connsiteY2" fmla="*/ 504010 h 1007372"/>
                <a:gd name="connsiteX3" fmla="*/ 730485 w 947311"/>
                <a:gd name="connsiteY3" fmla="*/ 858927 h 1007372"/>
                <a:gd name="connsiteX4" fmla="*/ 524414 w 947311"/>
                <a:gd name="connsiteY4" fmla="*/ 996835 h 1007372"/>
                <a:gd name="connsiteX5" fmla="*/ 103136 w 947311"/>
                <a:gd name="connsiteY5" fmla="*/ 784074 h 1007372"/>
                <a:gd name="connsiteX6" fmla="*/ 167589 w 947311"/>
                <a:gd name="connsiteY6" fmla="*/ 439435 h 1007372"/>
                <a:gd name="connsiteX0" fmla="*/ 167589 w 750069"/>
                <a:gd name="connsiteY0" fmla="*/ 439435 h 1007372"/>
                <a:gd name="connsiteX1" fmla="*/ 580832 w 750069"/>
                <a:gd name="connsiteY1" fmla="*/ 253194 h 1007372"/>
                <a:gd name="connsiteX2" fmla="*/ 749398 w 750069"/>
                <a:gd name="connsiteY2" fmla="*/ 504010 h 1007372"/>
                <a:gd name="connsiteX3" fmla="*/ 524414 w 750069"/>
                <a:gd name="connsiteY3" fmla="*/ 996835 h 1007372"/>
                <a:gd name="connsiteX4" fmla="*/ 103136 w 750069"/>
                <a:gd name="connsiteY4" fmla="*/ 784074 h 1007372"/>
                <a:gd name="connsiteX5" fmla="*/ 167589 w 750069"/>
                <a:gd name="connsiteY5" fmla="*/ 439435 h 1007372"/>
                <a:gd name="connsiteX0" fmla="*/ 167589 w 761646"/>
                <a:gd name="connsiteY0" fmla="*/ 439435 h 1007372"/>
                <a:gd name="connsiteX1" fmla="*/ 580832 w 761646"/>
                <a:gd name="connsiteY1" fmla="*/ 253194 h 1007372"/>
                <a:gd name="connsiteX2" fmla="*/ 761341 w 761646"/>
                <a:gd name="connsiteY2" fmla="*/ 585650 h 1007372"/>
                <a:gd name="connsiteX3" fmla="*/ 524414 w 761646"/>
                <a:gd name="connsiteY3" fmla="*/ 996835 h 1007372"/>
                <a:gd name="connsiteX4" fmla="*/ 103136 w 761646"/>
                <a:gd name="connsiteY4" fmla="*/ 784074 h 1007372"/>
                <a:gd name="connsiteX5" fmla="*/ 167589 w 761646"/>
                <a:gd name="connsiteY5" fmla="*/ 439435 h 1007372"/>
                <a:gd name="connsiteX0" fmla="*/ 167589 w 779109"/>
                <a:gd name="connsiteY0" fmla="*/ 439435 h 1007372"/>
                <a:gd name="connsiteX1" fmla="*/ 580832 w 779109"/>
                <a:gd name="connsiteY1" fmla="*/ 253194 h 1007372"/>
                <a:gd name="connsiteX2" fmla="*/ 761341 w 779109"/>
                <a:gd name="connsiteY2" fmla="*/ 585650 h 1007372"/>
                <a:gd name="connsiteX3" fmla="*/ 524414 w 779109"/>
                <a:gd name="connsiteY3" fmla="*/ 996835 h 1007372"/>
                <a:gd name="connsiteX4" fmla="*/ 103136 w 779109"/>
                <a:gd name="connsiteY4" fmla="*/ 784074 h 1007372"/>
                <a:gd name="connsiteX5" fmla="*/ 167589 w 779109"/>
                <a:gd name="connsiteY5" fmla="*/ 439435 h 1007372"/>
                <a:gd name="connsiteX0" fmla="*/ 167589 w 777845"/>
                <a:gd name="connsiteY0" fmla="*/ 439435 h 967499"/>
                <a:gd name="connsiteX1" fmla="*/ 580832 w 777845"/>
                <a:gd name="connsiteY1" fmla="*/ 253194 h 967499"/>
                <a:gd name="connsiteX2" fmla="*/ 761341 w 777845"/>
                <a:gd name="connsiteY2" fmla="*/ 585650 h 967499"/>
                <a:gd name="connsiteX3" fmla="*/ 503231 w 777845"/>
                <a:gd name="connsiteY3" fmla="*/ 943231 h 967499"/>
                <a:gd name="connsiteX4" fmla="*/ 103136 w 777845"/>
                <a:gd name="connsiteY4" fmla="*/ 784074 h 967499"/>
                <a:gd name="connsiteX5" fmla="*/ 167589 w 777845"/>
                <a:gd name="connsiteY5" fmla="*/ 439435 h 967499"/>
                <a:gd name="connsiteX0" fmla="*/ 137733 w 747989"/>
                <a:gd name="connsiteY0" fmla="*/ 439435 h 946366"/>
                <a:gd name="connsiteX1" fmla="*/ 550976 w 747989"/>
                <a:gd name="connsiteY1" fmla="*/ 253194 h 946366"/>
                <a:gd name="connsiteX2" fmla="*/ 731485 w 747989"/>
                <a:gd name="connsiteY2" fmla="*/ 585650 h 946366"/>
                <a:gd name="connsiteX3" fmla="*/ 473375 w 747989"/>
                <a:gd name="connsiteY3" fmla="*/ 943231 h 946366"/>
                <a:gd name="connsiteX4" fmla="*/ 135771 w 747989"/>
                <a:gd name="connsiteY4" fmla="*/ 629839 h 946366"/>
                <a:gd name="connsiteX5" fmla="*/ 137733 w 747989"/>
                <a:gd name="connsiteY5" fmla="*/ 439435 h 946366"/>
                <a:gd name="connsiteX0" fmla="*/ 137733 w 747989"/>
                <a:gd name="connsiteY0" fmla="*/ 439435 h 945724"/>
                <a:gd name="connsiteX1" fmla="*/ 550976 w 747989"/>
                <a:gd name="connsiteY1" fmla="*/ 253194 h 945724"/>
                <a:gd name="connsiteX2" fmla="*/ 731485 w 747989"/>
                <a:gd name="connsiteY2" fmla="*/ 585650 h 945724"/>
                <a:gd name="connsiteX3" fmla="*/ 473375 w 747989"/>
                <a:gd name="connsiteY3" fmla="*/ 943231 h 945724"/>
                <a:gd name="connsiteX4" fmla="*/ 135771 w 747989"/>
                <a:gd name="connsiteY4" fmla="*/ 629839 h 945724"/>
                <a:gd name="connsiteX5" fmla="*/ 137733 w 747989"/>
                <a:gd name="connsiteY5" fmla="*/ 439435 h 945724"/>
                <a:gd name="connsiteX0" fmla="*/ 137733 w 747989"/>
                <a:gd name="connsiteY0" fmla="*/ 439435 h 1019313"/>
                <a:gd name="connsiteX1" fmla="*/ 550976 w 747989"/>
                <a:gd name="connsiteY1" fmla="*/ 253194 h 1019313"/>
                <a:gd name="connsiteX2" fmla="*/ 731485 w 747989"/>
                <a:gd name="connsiteY2" fmla="*/ 585650 h 1019313"/>
                <a:gd name="connsiteX3" fmla="*/ 473375 w 747989"/>
                <a:gd name="connsiteY3" fmla="*/ 943231 h 1019313"/>
                <a:gd name="connsiteX4" fmla="*/ 135771 w 747989"/>
                <a:gd name="connsiteY4" fmla="*/ 629839 h 1019313"/>
                <a:gd name="connsiteX5" fmla="*/ 137733 w 747989"/>
                <a:gd name="connsiteY5" fmla="*/ 439435 h 1019313"/>
                <a:gd name="connsiteX0" fmla="*/ 137733 w 747989"/>
                <a:gd name="connsiteY0" fmla="*/ 439435 h 1010236"/>
                <a:gd name="connsiteX1" fmla="*/ 550976 w 747989"/>
                <a:gd name="connsiteY1" fmla="*/ 253194 h 1010236"/>
                <a:gd name="connsiteX2" fmla="*/ 731485 w 747989"/>
                <a:gd name="connsiteY2" fmla="*/ 585650 h 1010236"/>
                <a:gd name="connsiteX3" fmla="*/ 473375 w 747989"/>
                <a:gd name="connsiteY3" fmla="*/ 943231 h 1010236"/>
                <a:gd name="connsiteX4" fmla="*/ 135771 w 747989"/>
                <a:gd name="connsiteY4" fmla="*/ 629839 h 1010236"/>
                <a:gd name="connsiteX5" fmla="*/ 137733 w 747989"/>
                <a:gd name="connsiteY5" fmla="*/ 439435 h 1010236"/>
                <a:gd name="connsiteX0" fmla="*/ 235521 w 678428"/>
                <a:gd name="connsiteY0" fmla="*/ 346376 h 1118440"/>
                <a:gd name="connsiteX1" fmla="*/ 481415 w 678428"/>
                <a:gd name="connsiteY1" fmla="*/ 361398 h 1118440"/>
                <a:gd name="connsiteX2" fmla="*/ 661924 w 678428"/>
                <a:gd name="connsiteY2" fmla="*/ 693854 h 1118440"/>
                <a:gd name="connsiteX3" fmla="*/ 403814 w 678428"/>
                <a:gd name="connsiteY3" fmla="*/ 1051435 h 1118440"/>
                <a:gd name="connsiteX4" fmla="*/ 66210 w 678428"/>
                <a:gd name="connsiteY4" fmla="*/ 738043 h 1118440"/>
                <a:gd name="connsiteX5" fmla="*/ 235521 w 678428"/>
                <a:gd name="connsiteY5" fmla="*/ 346376 h 1118440"/>
                <a:gd name="connsiteX0" fmla="*/ 229547 w 672454"/>
                <a:gd name="connsiteY0" fmla="*/ 346376 h 1118440"/>
                <a:gd name="connsiteX1" fmla="*/ 475441 w 672454"/>
                <a:gd name="connsiteY1" fmla="*/ 361398 h 1118440"/>
                <a:gd name="connsiteX2" fmla="*/ 655950 w 672454"/>
                <a:gd name="connsiteY2" fmla="*/ 693854 h 1118440"/>
                <a:gd name="connsiteX3" fmla="*/ 397840 w 672454"/>
                <a:gd name="connsiteY3" fmla="*/ 1051435 h 1118440"/>
                <a:gd name="connsiteX4" fmla="*/ 60236 w 672454"/>
                <a:gd name="connsiteY4" fmla="*/ 738043 h 1118440"/>
                <a:gd name="connsiteX5" fmla="*/ 229547 w 672454"/>
                <a:gd name="connsiteY5" fmla="*/ 346376 h 1118440"/>
                <a:gd name="connsiteX0" fmla="*/ 229547 w 672454"/>
                <a:gd name="connsiteY0" fmla="*/ 234881 h 1006945"/>
                <a:gd name="connsiteX1" fmla="*/ 475441 w 672454"/>
                <a:gd name="connsiteY1" fmla="*/ 249903 h 1006945"/>
                <a:gd name="connsiteX2" fmla="*/ 655950 w 672454"/>
                <a:gd name="connsiteY2" fmla="*/ 582359 h 1006945"/>
                <a:gd name="connsiteX3" fmla="*/ 397840 w 672454"/>
                <a:gd name="connsiteY3" fmla="*/ 939940 h 1006945"/>
                <a:gd name="connsiteX4" fmla="*/ 60236 w 672454"/>
                <a:gd name="connsiteY4" fmla="*/ 626548 h 1006945"/>
                <a:gd name="connsiteX5" fmla="*/ 229547 w 672454"/>
                <a:gd name="connsiteY5" fmla="*/ 234881 h 1006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2454" h="1006945">
                  <a:moveTo>
                    <a:pt x="229547" y="234881"/>
                  </a:moveTo>
                  <a:cubicBezTo>
                    <a:pt x="412793" y="-85302"/>
                    <a:pt x="437341" y="-76064"/>
                    <a:pt x="475441" y="249903"/>
                  </a:cubicBezTo>
                  <a:cubicBezTo>
                    <a:pt x="652531" y="325899"/>
                    <a:pt x="658204" y="398384"/>
                    <a:pt x="655950" y="582359"/>
                  </a:cubicBezTo>
                  <a:cubicBezTo>
                    <a:pt x="735824" y="883360"/>
                    <a:pt x="505550" y="893263"/>
                    <a:pt x="397840" y="939940"/>
                  </a:cubicBezTo>
                  <a:cubicBezTo>
                    <a:pt x="401462" y="1164422"/>
                    <a:pt x="-185766" y="764299"/>
                    <a:pt x="60236" y="626548"/>
                  </a:cubicBezTo>
                  <a:cubicBezTo>
                    <a:pt x="71667" y="449828"/>
                    <a:pt x="5357" y="302613"/>
                    <a:pt x="229547" y="234881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4">
              <a:extLst>
                <a:ext uri="{FF2B5EF4-FFF2-40B4-BE49-F238E27FC236}">
                  <a16:creationId xmlns:a16="http://schemas.microsoft.com/office/drawing/2014/main" id="{CD60824D-65B5-C0B8-2E42-84D2A6DC3EBE}"/>
                </a:ext>
              </a:extLst>
            </p:cNvPr>
            <p:cNvSpPr/>
            <p:nvPr/>
          </p:nvSpPr>
          <p:spPr>
            <a:xfrm rot="3794519" flipH="1">
              <a:off x="7199488" y="2547433"/>
              <a:ext cx="981948" cy="1470387"/>
            </a:xfrm>
            <a:custGeom>
              <a:avLst/>
              <a:gdLst>
                <a:gd name="connsiteX0" fmla="*/ 0 w 457200"/>
                <a:gd name="connsiteY0" fmla="*/ 0 h 736600"/>
                <a:gd name="connsiteX1" fmla="*/ 457200 w 457200"/>
                <a:gd name="connsiteY1" fmla="*/ 0 h 736600"/>
                <a:gd name="connsiteX2" fmla="*/ 457200 w 457200"/>
                <a:gd name="connsiteY2" fmla="*/ 736600 h 736600"/>
                <a:gd name="connsiteX3" fmla="*/ 0 w 457200"/>
                <a:gd name="connsiteY3" fmla="*/ 736600 h 736600"/>
                <a:gd name="connsiteX4" fmla="*/ 0 w 457200"/>
                <a:gd name="connsiteY4" fmla="*/ 0 h 736600"/>
                <a:gd name="connsiteX0" fmla="*/ 12700 w 457200"/>
                <a:gd name="connsiteY0" fmla="*/ 0 h 800100"/>
                <a:gd name="connsiteX1" fmla="*/ 457200 w 457200"/>
                <a:gd name="connsiteY1" fmla="*/ 63500 h 800100"/>
                <a:gd name="connsiteX2" fmla="*/ 457200 w 457200"/>
                <a:gd name="connsiteY2" fmla="*/ 800100 h 800100"/>
                <a:gd name="connsiteX3" fmla="*/ 0 w 457200"/>
                <a:gd name="connsiteY3" fmla="*/ 800100 h 800100"/>
                <a:gd name="connsiteX4" fmla="*/ 12700 w 457200"/>
                <a:gd name="connsiteY4" fmla="*/ 0 h 800100"/>
                <a:gd name="connsiteX0" fmla="*/ 12700 w 584200"/>
                <a:gd name="connsiteY0" fmla="*/ 50800 h 850900"/>
                <a:gd name="connsiteX1" fmla="*/ 584200 w 584200"/>
                <a:gd name="connsiteY1" fmla="*/ 0 h 850900"/>
                <a:gd name="connsiteX2" fmla="*/ 457200 w 584200"/>
                <a:gd name="connsiteY2" fmla="*/ 850900 h 850900"/>
                <a:gd name="connsiteX3" fmla="*/ 0 w 584200"/>
                <a:gd name="connsiteY3" fmla="*/ 850900 h 850900"/>
                <a:gd name="connsiteX4" fmla="*/ 12700 w 584200"/>
                <a:gd name="connsiteY4" fmla="*/ 50800 h 850900"/>
                <a:gd name="connsiteX0" fmla="*/ 12700 w 649686"/>
                <a:gd name="connsiteY0" fmla="*/ 50800 h 850900"/>
                <a:gd name="connsiteX1" fmla="*/ 584200 w 649686"/>
                <a:gd name="connsiteY1" fmla="*/ 0 h 850900"/>
                <a:gd name="connsiteX2" fmla="*/ 647700 w 649686"/>
                <a:gd name="connsiteY2" fmla="*/ 444500 h 850900"/>
                <a:gd name="connsiteX3" fmla="*/ 457200 w 649686"/>
                <a:gd name="connsiteY3" fmla="*/ 850900 h 850900"/>
                <a:gd name="connsiteX4" fmla="*/ 0 w 649686"/>
                <a:gd name="connsiteY4" fmla="*/ 850900 h 850900"/>
                <a:gd name="connsiteX5" fmla="*/ 12700 w 649686"/>
                <a:gd name="connsiteY5" fmla="*/ 50800 h 850900"/>
                <a:gd name="connsiteX0" fmla="*/ 12700 w 649686"/>
                <a:gd name="connsiteY0" fmla="*/ 50800 h 965200"/>
                <a:gd name="connsiteX1" fmla="*/ 584200 w 649686"/>
                <a:gd name="connsiteY1" fmla="*/ 0 h 965200"/>
                <a:gd name="connsiteX2" fmla="*/ 647700 w 649686"/>
                <a:gd name="connsiteY2" fmla="*/ 444500 h 965200"/>
                <a:gd name="connsiteX3" fmla="*/ 152400 w 649686"/>
                <a:gd name="connsiteY3" fmla="*/ 965200 h 965200"/>
                <a:gd name="connsiteX4" fmla="*/ 0 w 649686"/>
                <a:gd name="connsiteY4" fmla="*/ 850900 h 965200"/>
                <a:gd name="connsiteX5" fmla="*/ 12700 w 649686"/>
                <a:gd name="connsiteY5" fmla="*/ 50800 h 965200"/>
                <a:gd name="connsiteX0" fmla="*/ 254000 w 890986"/>
                <a:gd name="connsiteY0" fmla="*/ 50800 h 965200"/>
                <a:gd name="connsiteX1" fmla="*/ 825500 w 890986"/>
                <a:gd name="connsiteY1" fmla="*/ 0 h 965200"/>
                <a:gd name="connsiteX2" fmla="*/ 889000 w 890986"/>
                <a:gd name="connsiteY2" fmla="*/ 444500 h 965200"/>
                <a:gd name="connsiteX3" fmla="*/ 393700 w 890986"/>
                <a:gd name="connsiteY3" fmla="*/ 965200 h 965200"/>
                <a:gd name="connsiteX4" fmla="*/ 0 w 890986"/>
                <a:gd name="connsiteY4" fmla="*/ 355600 h 965200"/>
                <a:gd name="connsiteX5" fmla="*/ 254000 w 890986"/>
                <a:gd name="connsiteY5" fmla="*/ 50800 h 965200"/>
                <a:gd name="connsiteX0" fmla="*/ 418310 w 1055296"/>
                <a:gd name="connsiteY0" fmla="*/ 50800 h 965200"/>
                <a:gd name="connsiteX1" fmla="*/ 989810 w 1055296"/>
                <a:gd name="connsiteY1" fmla="*/ 0 h 965200"/>
                <a:gd name="connsiteX2" fmla="*/ 1053310 w 1055296"/>
                <a:gd name="connsiteY2" fmla="*/ 444500 h 965200"/>
                <a:gd name="connsiteX3" fmla="*/ 558010 w 1055296"/>
                <a:gd name="connsiteY3" fmla="*/ 965200 h 965200"/>
                <a:gd name="connsiteX4" fmla="*/ 164310 w 1055296"/>
                <a:gd name="connsiteY4" fmla="*/ 355600 h 965200"/>
                <a:gd name="connsiteX5" fmla="*/ 418310 w 1055296"/>
                <a:gd name="connsiteY5" fmla="*/ 50800 h 965200"/>
                <a:gd name="connsiteX0" fmla="*/ 418310 w 1055296"/>
                <a:gd name="connsiteY0" fmla="*/ 50800 h 965200"/>
                <a:gd name="connsiteX1" fmla="*/ 989810 w 1055296"/>
                <a:gd name="connsiteY1" fmla="*/ 0 h 965200"/>
                <a:gd name="connsiteX2" fmla="*/ 1053310 w 1055296"/>
                <a:gd name="connsiteY2" fmla="*/ 444500 h 965200"/>
                <a:gd name="connsiteX3" fmla="*/ 558010 w 1055296"/>
                <a:gd name="connsiteY3" fmla="*/ 965200 h 965200"/>
                <a:gd name="connsiteX4" fmla="*/ 164310 w 1055296"/>
                <a:gd name="connsiteY4" fmla="*/ 355600 h 965200"/>
                <a:gd name="connsiteX5" fmla="*/ 418310 w 1055296"/>
                <a:gd name="connsiteY5" fmla="*/ 50800 h 965200"/>
                <a:gd name="connsiteX0" fmla="*/ 418310 w 1055296"/>
                <a:gd name="connsiteY0" fmla="*/ 384085 h 1298485"/>
                <a:gd name="connsiteX1" fmla="*/ 989810 w 1055296"/>
                <a:gd name="connsiteY1" fmla="*/ 333285 h 1298485"/>
                <a:gd name="connsiteX2" fmla="*/ 1053310 w 1055296"/>
                <a:gd name="connsiteY2" fmla="*/ 777785 h 1298485"/>
                <a:gd name="connsiteX3" fmla="*/ 558010 w 1055296"/>
                <a:gd name="connsiteY3" fmla="*/ 1298485 h 1298485"/>
                <a:gd name="connsiteX4" fmla="*/ 164310 w 1055296"/>
                <a:gd name="connsiteY4" fmla="*/ 688885 h 1298485"/>
                <a:gd name="connsiteX5" fmla="*/ 418310 w 1055296"/>
                <a:gd name="connsiteY5" fmla="*/ 384085 h 1298485"/>
                <a:gd name="connsiteX0" fmla="*/ 418310 w 1055296"/>
                <a:gd name="connsiteY0" fmla="*/ 476485 h 1390885"/>
                <a:gd name="connsiteX1" fmla="*/ 989810 w 1055296"/>
                <a:gd name="connsiteY1" fmla="*/ 425685 h 1390885"/>
                <a:gd name="connsiteX2" fmla="*/ 1053310 w 1055296"/>
                <a:gd name="connsiteY2" fmla="*/ 870185 h 1390885"/>
                <a:gd name="connsiteX3" fmla="*/ 558010 w 1055296"/>
                <a:gd name="connsiteY3" fmla="*/ 1390885 h 1390885"/>
                <a:gd name="connsiteX4" fmla="*/ 164310 w 1055296"/>
                <a:gd name="connsiteY4" fmla="*/ 781285 h 1390885"/>
                <a:gd name="connsiteX5" fmla="*/ 418310 w 1055296"/>
                <a:gd name="connsiteY5" fmla="*/ 476485 h 1390885"/>
                <a:gd name="connsiteX0" fmla="*/ 418310 w 1135940"/>
                <a:gd name="connsiteY0" fmla="*/ 476485 h 1390885"/>
                <a:gd name="connsiteX1" fmla="*/ 989810 w 1135940"/>
                <a:gd name="connsiteY1" fmla="*/ 425685 h 1390885"/>
                <a:gd name="connsiteX2" fmla="*/ 1053310 w 1135940"/>
                <a:gd name="connsiteY2" fmla="*/ 870185 h 1390885"/>
                <a:gd name="connsiteX3" fmla="*/ 558010 w 1135940"/>
                <a:gd name="connsiteY3" fmla="*/ 1390885 h 1390885"/>
                <a:gd name="connsiteX4" fmla="*/ 164310 w 1135940"/>
                <a:gd name="connsiteY4" fmla="*/ 781285 h 1390885"/>
                <a:gd name="connsiteX5" fmla="*/ 418310 w 1135940"/>
                <a:gd name="connsiteY5" fmla="*/ 476485 h 1390885"/>
                <a:gd name="connsiteX0" fmla="*/ 418310 w 1135940"/>
                <a:gd name="connsiteY0" fmla="*/ 476485 h 1390885"/>
                <a:gd name="connsiteX1" fmla="*/ 989810 w 1135940"/>
                <a:gd name="connsiteY1" fmla="*/ 425685 h 1390885"/>
                <a:gd name="connsiteX2" fmla="*/ 1053310 w 1135940"/>
                <a:gd name="connsiteY2" fmla="*/ 870185 h 1390885"/>
                <a:gd name="connsiteX3" fmla="*/ 558010 w 1135940"/>
                <a:gd name="connsiteY3" fmla="*/ 1390885 h 1390885"/>
                <a:gd name="connsiteX4" fmla="*/ 164310 w 1135940"/>
                <a:gd name="connsiteY4" fmla="*/ 781285 h 1390885"/>
                <a:gd name="connsiteX5" fmla="*/ 418310 w 1135940"/>
                <a:gd name="connsiteY5" fmla="*/ 476485 h 1390885"/>
                <a:gd name="connsiteX0" fmla="*/ 401518 w 1119148"/>
                <a:gd name="connsiteY0" fmla="*/ 476485 h 1808452"/>
                <a:gd name="connsiteX1" fmla="*/ 973018 w 1119148"/>
                <a:gd name="connsiteY1" fmla="*/ 425685 h 1808452"/>
                <a:gd name="connsiteX2" fmla="*/ 1036518 w 1119148"/>
                <a:gd name="connsiteY2" fmla="*/ 870185 h 1808452"/>
                <a:gd name="connsiteX3" fmla="*/ 669000 w 1119148"/>
                <a:gd name="connsiteY3" fmla="*/ 1808452 h 1808452"/>
                <a:gd name="connsiteX4" fmla="*/ 147518 w 1119148"/>
                <a:gd name="connsiteY4" fmla="*/ 781285 h 1808452"/>
                <a:gd name="connsiteX5" fmla="*/ 401518 w 1119148"/>
                <a:gd name="connsiteY5" fmla="*/ 476485 h 1808452"/>
                <a:gd name="connsiteX0" fmla="*/ 401518 w 1071059"/>
                <a:gd name="connsiteY0" fmla="*/ 543905 h 1875872"/>
                <a:gd name="connsiteX1" fmla="*/ 881900 w 1071059"/>
                <a:gd name="connsiteY1" fmla="*/ 333865 h 1875872"/>
                <a:gd name="connsiteX2" fmla="*/ 1036518 w 1071059"/>
                <a:gd name="connsiteY2" fmla="*/ 937605 h 1875872"/>
                <a:gd name="connsiteX3" fmla="*/ 669000 w 1071059"/>
                <a:gd name="connsiteY3" fmla="*/ 1875872 h 1875872"/>
                <a:gd name="connsiteX4" fmla="*/ 147518 w 1071059"/>
                <a:gd name="connsiteY4" fmla="*/ 848705 h 1875872"/>
                <a:gd name="connsiteX5" fmla="*/ 401518 w 1071059"/>
                <a:gd name="connsiteY5" fmla="*/ 543905 h 1875872"/>
                <a:gd name="connsiteX0" fmla="*/ 259378 w 1071059"/>
                <a:gd name="connsiteY0" fmla="*/ 521907 h 1902218"/>
                <a:gd name="connsiteX1" fmla="*/ 881900 w 1071059"/>
                <a:gd name="connsiteY1" fmla="*/ 360211 h 1902218"/>
                <a:gd name="connsiteX2" fmla="*/ 1036518 w 1071059"/>
                <a:gd name="connsiteY2" fmla="*/ 963951 h 1902218"/>
                <a:gd name="connsiteX3" fmla="*/ 669000 w 1071059"/>
                <a:gd name="connsiteY3" fmla="*/ 1902218 h 1902218"/>
                <a:gd name="connsiteX4" fmla="*/ 147518 w 1071059"/>
                <a:gd name="connsiteY4" fmla="*/ 875051 h 1902218"/>
                <a:gd name="connsiteX5" fmla="*/ 259378 w 1071059"/>
                <a:gd name="connsiteY5" fmla="*/ 521907 h 1902218"/>
                <a:gd name="connsiteX0" fmla="*/ 259378 w 1071059"/>
                <a:gd name="connsiteY0" fmla="*/ 441940 h 1822251"/>
                <a:gd name="connsiteX1" fmla="*/ 881900 w 1071059"/>
                <a:gd name="connsiteY1" fmla="*/ 280244 h 1822251"/>
                <a:gd name="connsiteX2" fmla="*/ 1036518 w 1071059"/>
                <a:gd name="connsiteY2" fmla="*/ 883984 h 1822251"/>
                <a:gd name="connsiteX3" fmla="*/ 669000 w 1071059"/>
                <a:gd name="connsiteY3" fmla="*/ 1822251 h 1822251"/>
                <a:gd name="connsiteX4" fmla="*/ 147518 w 1071059"/>
                <a:gd name="connsiteY4" fmla="*/ 795084 h 1822251"/>
                <a:gd name="connsiteX5" fmla="*/ 259378 w 1071059"/>
                <a:gd name="connsiteY5" fmla="*/ 441940 h 1822251"/>
                <a:gd name="connsiteX0" fmla="*/ 259378 w 1071059"/>
                <a:gd name="connsiteY0" fmla="*/ 497486 h 1877797"/>
                <a:gd name="connsiteX1" fmla="*/ 795848 w 1071059"/>
                <a:gd name="connsiteY1" fmla="*/ 233916 h 1877797"/>
                <a:gd name="connsiteX2" fmla="*/ 1036518 w 1071059"/>
                <a:gd name="connsiteY2" fmla="*/ 939530 h 1877797"/>
                <a:gd name="connsiteX3" fmla="*/ 669000 w 1071059"/>
                <a:gd name="connsiteY3" fmla="*/ 1877797 h 1877797"/>
                <a:gd name="connsiteX4" fmla="*/ 147518 w 1071059"/>
                <a:gd name="connsiteY4" fmla="*/ 850630 h 1877797"/>
                <a:gd name="connsiteX5" fmla="*/ 259378 w 1071059"/>
                <a:gd name="connsiteY5" fmla="*/ 497486 h 1877797"/>
                <a:gd name="connsiteX0" fmla="*/ 259378 w 1075570"/>
                <a:gd name="connsiteY0" fmla="*/ 497486 h 1877797"/>
                <a:gd name="connsiteX1" fmla="*/ 795848 w 1075570"/>
                <a:gd name="connsiteY1" fmla="*/ 233916 h 1877797"/>
                <a:gd name="connsiteX2" fmla="*/ 1047390 w 1075570"/>
                <a:gd name="connsiteY2" fmla="*/ 435756 h 1877797"/>
                <a:gd name="connsiteX3" fmla="*/ 669000 w 1075570"/>
                <a:gd name="connsiteY3" fmla="*/ 1877797 h 1877797"/>
                <a:gd name="connsiteX4" fmla="*/ 147518 w 1075570"/>
                <a:gd name="connsiteY4" fmla="*/ 850630 h 1877797"/>
                <a:gd name="connsiteX5" fmla="*/ 259378 w 1075570"/>
                <a:gd name="connsiteY5" fmla="*/ 497486 h 1877797"/>
                <a:gd name="connsiteX0" fmla="*/ 243514 w 1155570"/>
                <a:gd name="connsiteY0" fmla="*/ 497486 h 877706"/>
                <a:gd name="connsiteX1" fmla="*/ 779984 w 1155570"/>
                <a:gd name="connsiteY1" fmla="*/ 233916 h 877706"/>
                <a:gd name="connsiteX2" fmla="*/ 1031526 w 1155570"/>
                <a:gd name="connsiteY2" fmla="*/ 435756 h 877706"/>
                <a:gd name="connsiteX3" fmla="*/ 803097 w 1155570"/>
                <a:gd name="connsiteY3" fmla="*/ 808496 h 877706"/>
                <a:gd name="connsiteX4" fmla="*/ 131654 w 1155570"/>
                <a:gd name="connsiteY4" fmla="*/ 850630 h 877706"/>
                <a:gd name="connsiteX5" fmla="*/ 243514 w 1155570"/>
                <a:gd name="connsiteY5" fmla="*/ 497486 h 877706"/>
                <a:gd name="connsiteX0" fmla="*/ 27827 w 939883"/>
                <a:gd name="connsiteY0" fmla="*/ 497486 h 808496"/>
                <a:gd name="connsiteX1" fmla="*/ 564297 w 939883"/>
                <a:gd name="connsiteY1" fmla="*/ 233916 h 808496"/>
                <a:gd name="connsiteX2" fmla="*/ 815839 w 939883"/>
                <a:gd name="connsiteY2" fmla="*/ 435756 h 808496"/>
                <a:gd name="connsiteX3" fmla="*/ 587410 w 939883"/>
                <a:gd name="connsiteY3" fmla="*/ 808496 h 808496"/>
                <a:gd name="connsiteX4" fmla="*/ 220997 w 939883"/>
                <a:gd name="connsiteY4" fmla="*/ 674436 h 808496"/>
                <a:gd name="connsiteX5" fmla="*/ 27827 w 939883"/>
                <a:gd name="connsiteY5" fmla="*/ 497486 h 808496"/>
                <a:gd name="connsiteX0" fmla="*/ 99347 w 887276"/>
                <a:gd name="connsiteY0" fmla="*/ 412502 h 886548"/>
                <a:gd name="connsiteX1" fmla="*/ 511690 w 887276"/>
                <a:gd name="connsiteY1" fmla="*/ 311968 h 886548"/>
                <a:gd name="connsiteX2" fmla="*/ 763232 w 887276"/>
                <a:gd name="connsiteY2" fmla="*/ 513808 h 886548"/>
                <a:gd name="connsiteX3" fmla="*/ 534803 w 887276"/>
                <a:gd name="connsiteY3" fmla="*/ 886548 h 886548"/>
                <a:gd name="connsiteX4" fmla="*/ 168390 w 887276"/>
                <a:gd name="connsiteY4" fmla="*/ 752488 h 886548"/>
                <a:gd name="connsiteX5" fmla="*/ 99347 w 887276"/>
                <a:gd name="connsiteY5" fmla="*/ 412502 h 886548"/>
                <a:gd name="connsiteX0" fmla="*/ 57691 w 845620"/>
                <a:gd name="connsiteY0" fmla="*/ 412502 h 905384"/>
                <a:gd name="connsiteX1" fmla="*/ 470034 w 845620"/>
                <a:gd name="connsiteY1" fmla="*/ 311968 h 905384"/>
                <a:gd name="connsiteX2" fmla="*/ 721576 w 845620"/>
                <a:gd name="connsiteY2" fmla="*/ 513808 h 905384"/>
                <a:gd name="connsiteX3" fmla="*/ 493147 w 845620"/>
                <a:gd name="connsiteY3" fmla="*/ 886548 h 905384"/>
                <a:gd name="connsiteX4" fmla="*/ 126734 w 845620"/>
                <a:gd name="connsiteY4" fmla="*/ 752488 h 905384"/>
                <a:gd name="connsiteX5" fmla="*/ 57691 w 845620"/>
                <a:gd name="connsiteY5" fmla="*/ 412502 h 905384"/>
                <a:gd name="connsiteX0" fmla="*/ 57691 w 845620"/>
                <a:gd name="connsiteY0" fmla="*/ 412502 h 966637"/>
                <a:gd name="connsiteX1" fmla="*/ 470034 w 845620"/>
                <a:gd name="connsiteY1" fmla="*/ 311968 h 966637"/>
                <a:gd name="connsiteX2" fmla="*/ 721576 w 845620"/>
                <a:gd name="connsiteY2" fmla="*/ 513808 h 966637"/>
                <a:gd name="connsiteX3" fmla="*/ 493147 w 845620"/>
                <a:gd name="connsiteY3" fmla="*/ 886548 h 966637"/>
                <a:gd name="connsiteX4" fmla="*/ 126734 w 845620"/>
                <a:gd name="connsiteY4" fmla="*/ 752488 h 966637"/>
                <a:gd name="connsiteX5" fmla="*/ 57691 w 845620"/>
                <a:gd name="connsiteY5" fmla="*/ 412502 h 966637"/>
                <a:gd name="connsiteX0" fmla="*/ 57691 w 845620"/>
                <a:gd name="connsiteY0" fmla="*/ 358234 h 912369"/>
                <a:gd name="connsiteX1" fmla="*/ 470034 w 845620"/>
                <a:gd name="connsiteY1" fmla="*/ 257700 h 912369"/>
                <a:gd name="connsiteX2" fmla="*/ 721576 w 845620"/>
                <a:gd name="connsiteY2" fmla="*/ 459540 h 912369"/>
                <a:gd name="connsiteX3" fmla="*/ 493147 w 845620"/>
                <a:gd name="connsiteY3" fmla="*/ 832280 h 912369"/>
                <a:gd name="connsiteX4" fmla="*/ 126734 w 845620"/>
                <a:gd name="connsiteY4" fmla="*/ 698220 h 912369"/>
                <a:gd name="connsiteX5" fmla="*/ 57691 w 845620"/>
                <a:gd name="connsiteY5" fmla="*/ 358234 h 912369"/>
                <a:gd name="connsiteX0" fmla="*/ 57691 w 845620"/>
                <a:gd name="connsiteY0" fmla="*/ 364631 h 918766"/>
                <a:gd name="connsiteX1" fmla="*/ 436372 w 845620"/>
                <a:gd name="connsiteY1" fmla="*/ 251801 h 918766"/>
                <a:gd name="connsiteX2" fmla="*/ 721576 w 845620"/>
                <a:gd name="connsiteY2" fmla="*/ 465937 h 918766"/>
                <a:gd name="connsiteX3" fmla="*/ 493147 w 845620"/>
                <a:gd name="connsiteY3" fmla="*/ 838677 h 918766"/>
                <a:gd name="connsiteX4" fmla="*/ 126734 w 845620"/>
                <a:gd name="connsiteY4" fmla="*/ 704617 h 918766"/>
                <a:gd name="connsiteX5" fmla="*/ 57691 w 845620"/>
                <a:gd name="connsiteY5" fmla="*/ 364631 h 918766"/>
                <a:gd name="connsiteX0" fmla="*/ 57691 w 845620"/>
                <a:gd name="connsiteY0" fmla="*/ 364631 h 918766"/>
                <a:gd name="connsiteX1" fmla="*/ 436372 w 845620"/>
                <a:gd name="connsiteY1" fmla="*/ 251801 h 918766"/>
                <a:gd name="connsiteX2" fmla="*/ 721576 w 845620"/>
                <a:gd name="connsiteY2" fmla="*/ 465937 h 918766"/>
                <a:gd name="connsiteX3" fmla="*/ 493147 w 845620"/>
                <a:gd name="connsiteY3" fmla="*/ 838677 h 918766"/>
                <a:gd name="connsiteX4" fmla="*/ 126734 w 845620"/>
                <a:gd name="connsiteY4" fmla="*/ 704617 h 918766"/>
                <a:gd name="connsiteX5" fmla="*/ 57691 w 845620"/>
                <a:gd name="connsiteY5" fmla="*/ 364631 h 918766"/>
                <a:gd name="connsiteX0" fmla="*/ 57691 w 845620"/>
                <a:gd name="connsiteY0" fmla="*/ 364631 h 918766"/>
                <a:gd name="connsiteX1" fmla="*/ 436372 w 845620"/>
                <a:gd name="connsiteY1" fmla="*/ 251801 h 918766"/>
                <a:gd name="connsiteX2" fmla="*/ 721576 w 845620"/>
                <a:gd name="connsiteY2" fmla="*/ 465937 h 918766"/>
                <a:gd name="connsiteX3" fmla="*/ 493147 w 845620"/>
                <a:gd name="connsiteY3" fmla="*/ 838677 h 918766"/>
                <a:gd name="connsiteX4" fmla="*/ 126734 w 845620"/>
                <a:gd name="connsiteY4" fmla="*/ 704617 h 918766"/>
                <a:gd name="connsiteX5" fmla="*/ 57691 w 845620"/>
                <a:gd name="connsiteY5" fmla="*/ 364631 h 918766"/>
                <a:gd name="connsiteX0" fmla="*/ 57691 w 917627"/>
                <a:gd name="connsiteY0" fmla="*/ 364631 h 918766"/>
                <a:gd name="connsiteX1" fmla="*/ 436372 w 917627"/>
                <a:gd name="connsiteY1" fmla="*/ 251801 h 918766"/>
                <a:gd name="connsiteX2" fmla="*/ 721576 w 917627"/>
                <a:gd name="connsiteY2" fmla="*/ 465937 h 918766"/>
                <a:gd name="connsiteX3" fmla="*/ 493147 w 917627"/>
                <a:gd name="connsiteY3" fmla="*/ 838677 h 918766"/>
                <a:gd name="connsiteX4" fmla="*/ 126734 w 917627"/>
                <a:gd name="connsiteY4" fmla="*/ 704617 h 918766"/>
                <a:gd name="connsiteX5" fmla="*/ 57691 w 917627"/>
                <a:gd name="connsiteY5" fmla="*/ 364631 h 918766"/>
                <a:gd name="connsiteX0" fmla="*/ 57691 w 799697"/>
                <a:gd name="connsiteY0" fmla="*/ 364631 h 918766"/>
                <a:gd name="connsiteX1" fmla="*/ 436372 w 799697"/>
                <a:gd name="connsiteY1" fmla="*/ 251801 h 918766"/>
                <a:gd name="connsiteX2" fmla="*/ 721576 w 799697"/>
                <a:gd name="connsiteY2" fmla="*/ 465937 h 918766"/>
                <a:gd name="connsiteX3" fmla="*/ 493147 w 799697"/>
                <a:gd name="connsiteY3" fmla="*/ 838677 h 918766"/>
                <a:gd name="connsiteX4" fmla="*/ 126734 w 799697"/>
                <a:gd name="connsiteY4" fmla="*/ 704617 h 918766"/>
                <a:gd name="connsiteX5" fmla="*/ 57691 w 799697"/>
                <a:gd name="connsiteY5" fmla="*/ 364631 h 918766"/>
                <a:gd name="connsiteX0" fmla="*/ 65803 w 788752"/>
                <a:gd name="connsiteY0" fmla="*/ 359423 h 923546"/>
                <a:gd name="connsiteX1" fmla="*/ 425427 w 788752"/>
                <a:gd name="connsiteY1" fmla="*/ 256581 h 923546"/>
                <a:gd name="connsiteX2" fmla="*/ 710631 w 788752"/>
                <a:gd name="connsiteY2" fmla="*/ 470717 h 923546"/>
                <a:gd name="connsiteX3" fmla="*/ 482202 w 788752"/>
                <a:gd name="connsiteY3" fmla="*/ 843457 h 923546"/>
                <a:gd name="connsiteX4" fmla="*/ 115789 w 788752"/>
                <a:gd name="connsiteY4" fmla="*/ 709397 h 923546"/>
                <a:gd name="connsiteX5" fmla="*/ 65803 w 788752"/>
                <a:gd name="connsiteY5" fmla="*/ 359423 h 923546"/>
                <a:gd name="connsiteX0" fmla="*/ 65803 w 788752"/>
                <a:gd name="connsiteY0" fmla="*/ 338595 h 902718"/>
                <a:gd name="connsiteX1" fmla="*/ 425427 w 788752"/>
                <a:gd name="connsiteY1" fmla="*/ 235753 h 902718"/>
                <a:gd name="connsiteX2" fmla="*/ 710631 w 788752"/>
                <a:gd name="connsiteY2" fmla="*/ 449889 h 902718"/>
                <a:gd name="connsiteX3" fmla="*/ 482202 w 788752"/>
                <a:gd name="connsiteY3" fmla="*/ 822629 h 902718"/>
                <a:gd name="connsiteX4" fmla="*/ 115789 w 788752"/>
                <a:gd name="connsiteY4" fmla="*/ 688569 h 902718"/>
                <a:gd name="connsiteX5" fmla="*/ 65803 w 788752"/>
                <a:gd name="connsiteY5" fmla="*/ 338595 h 902718"/>
                <a:gd name="connsiteX0" fmla="*/ 65803 w 761655"/>
                <a:gd name="connsiteY0" fmla="*/ 338595 h 1029873"/>
                <a:gd name="connsiteX1" fmla="*/ 425427 w 761655"/>
                <a:gd name="connsiteY1" fmla="*/ 235753 h 1029873"/>
                <a:gd name="connsiteX2" fmla="*/ 710631 w 761655"/>
                <a:gd name="connsiteY2" fmla="*/ 449889 h 1029873"/>
                <a:gd name="connsiteX3" fmla="*/ 404437 w 761655"/>
                <a:gd name="connsiteY3" fmla="*/ 1020782 h 1029873"/>
                <a:gd name="connsiteX4" fmla="*/ 115789 w 761655"/>
                <a:gd name="connsiteY4" fmla="*/ 688569 h 1029873"/>
                <a:gd name="connsiteX5" fmla="*/ 65803 w 761655"/>
                <a:gd name="connsiteY5" fmla="*/ 338595 h 1029873"/>
                <a:gd name="connsiteX0" fmla="*/ 65803 w 716384"/>
                <a:gd name="connsiteY0" fmla="*/ 338595 h 1029873"/>
                <a:gd name="connsiteX1" fmla="*/ 425427 w 716384"/>
                <a:gd name="connsiteY1" fmla="*/ 235753 h 1029873"/>
                <a:gd name="connsiteX2" fmla="*/ 641964 w 716384"/>
                <a:gd name="connsiteY2" fmla="*/ 498799 h 1029873"/>
                <a:gd name="connsiteX3" fmla="*/ 404437 w 716384"/>
                <a:gd name="connsiteY3" fmla="*/ 1020782 h 1029873"/>
                <a:gd name="connsiteX4" fmla="*/ 115789 w 716384"/>
                <a:gd name="connsiteY4" fmla="*/ 688569 h 1029873"/>
                <a:gd name="connsiteX5" fmla="*/ 65803 w 716384"/>
                <a:gd name="connsiteY5" fmla="*/ 338595 h 1029873"/>
                <a:gd name="connsiteX0" fmla="*/ 65803 w 716384"/>
                <a:gd name="connsiteY0" fmla="*/ 338595 h 1029873"/>
                <a:gd name="connsiteX1" fmla="*/ 425427 w 716384"/>
                <a:gd name="connsiteY1" fmla="*/ 235753 h 1029873"/>
                <a:gd name="connsiteX2" fmla="*/ 641964 w 716384"/>
                <a:gd name="connsiteY2" fmla="*/ 498799 h 1029873"/>
                <a:gd name="connsiteX3" fmla="*/ 404437 w 716384"/>
                <a:gd name="connsiteY3" fmla="*/ 1020782 h 1029873"/>
                <a:gd name="connsiteX4" fmla="*/ 115789 w 716384"/>
                <a:gd name="connsiteY4" fmla="*/ 688569 h 1029873"/>
                <a:gd name="connsiteX5" fmla="*/ 65803 w 716384"/>
                <a:gd name="connsiteY5" fmla="*/ 338595 h 1029873"/>
                <a:gd name="connsiteX0" fmla="*/ 65803 w 716384"/>
                <a:gd name="connsiteY0" fmla="*/ 331981 h 1023259"/>
                <a:gd name="connsiteX1" fmla="*/ 473398 w 716384"/>
                <a:gd name="connsiteY1" fmla="*/ 241369 h 1023259"/>
                <a:gd name="connsiteX2" fmla="*/ 641964 w 716384"/>
                <a:gd name="connsiteY2" fmla="*/ 492185 h 1023259"/>
                <a:gd name="connsiteX3" fmla="*/ 404437 w 716384"/>
                <a:gd name="connsiteY3" fmla="*/ 1014168 h 1023259"/>
                <a:gd name="connsiteX4" fmla="*/ 115789 w 716384"/>
                <a:gd name="connsiteY4" fmla="*/ 681955 h 1023259"/>
                <a:gd name="connsiteX5" fmla="*/ 65803 w 716384"/>
                <a:gd name="connsiteY5" fmla="*/ 331981 h 1023259"/>
                <a:gd name="connsiteX0" fmla="*/ 65803 w 716384"/>
                <a:gd name="connsiteY0" fmla="*/ 331981 h 1023259"/>
                <a:gd name="connsiteX1" fmla="*/ 473398 w 716384"/>
                <a:gd name="connsiteY1" fmla="*/ 241369 h 1023259"/>
                <a:gd name="connsiteX2" fmla="*/ 641964 w 716384"/>
                <a:gd name="connsiteY2" fmla="*/ 492185 h 1023259"/>
                <a:gd name="connsiteX3" fmla="*/ 404437 w 716384"/>
                <a:gd name="connsiteY3" fmla="*/ 1014168 h 1023259"/>
                <a:gd name="connsiteX4" fmla="*/ 115789 w 716384"/>
                <a:gd name="connsiteY4" fmla="*/ 681955 h 1023259"/>
                <a:gd name="connsiteX5" fmla="*/ 65803 w 716384"/>
                <a:gd name="connsiteY5" fmla="*/ 331981 h 1023259"/>
                <a:gd name="connsiteX0" fmla="*/ 65803 w 846096"/>
                <a:gd name="connsiteY0" fmla="*/ 331981 h 1023259"/>
                <a:gd name="connsiteX1" fmla="*/ 473398 w 846096"/>
                <a:gd name="connsiteY1" fmla="*/ 241369 h 1023259"/>
                <a:gd name="connsiteX2" fmla="*/ 641964 w 846096"/>
                <a:gd name="connsiteY2" fmla="*/ 492185 h 1023259"/>
                <a:gd name="connsiteX3" fmla="*/ 404437 w 846096"/>
                <a:gd name="connsiteY3" fmla="*/ 1014168 h 1023259"/>
                <a:gd name="connsiteX4" fmla="*/ 115789 w 846096"/>
                <a:gd name="connsiteY4" fmla="*/ 681955 h 1023259"/>
                <a:gd name="connsiteX5" fmla="*/ 65803 w 846096"/>
                <a:gd name="connsiteY5" fmla="*/ 331981 h 1023259"/>
                <a:gd name="connsiteX0" fmla="*/ 65803 w 659717"/>
                <a:gd name="connsiteY0" fmla="*/ 331981 h 1023259"/>
                <a:gd name="connsiteX1" fmla="*/ 473398 w 659717"/>
                <a:gd name="connsiteY1" fmla="*/ 241369 h 1023259"/>
                <a:gd name="connsiteX2" fmla="*/ 641964 w 659717"/>
                <a:gd name="connsiteY2" fmla="*/ 492185 h 1023259"/>
                <a:gd name="connsiteX3" fmla="*/ 623051 w 659717"/>
                <a:gd name="connsiteY3" fmla="*/ 847102 h 1023259"/>
                <a:gd name="connsiteX4" fmla="*/ 404437 w 659717"/>
                <a:gd name="connsiteY4" fmla="*/ 1014168 h 1023259"/>
                <a:gd name="connsiteX5" fmla="*/ 115789 w 659717"/>
                <a:gd name="connsiteY5" fmla="*/ 681955 h 1023259"/>
                <a:gd name="connsiteX6" fmla="*/ 65803 w 659717"/>
                <a:gd name="connsiteY6" fmla="*/ 331981 h 1023259"/>
                <a:gd name="connsiteX0" fmla="*/ 65803 w 839877"/>
                <a:gd name="connsiteY0" fmla="*/ 331981 h 1023259"/>
                <a:gd name="connsiteX1" fmla="*/ 473398 w 839877"/>
                <a:gd name="connsiteY1" fmla="*/ 241369 h 1023259"/>
                <a:gd name="connsiteX2" fmla="*/ 641964 w 839877"/>
                <a:gd name="connsiteY2" fmla="*/ 492185 h 1023259"/>
                <a:gd name="connsiteX3" fmla="*/ 623051 w 839877"/>
                <a:gd name="connsiteY3" fmla="*/ 847102 h 1023259"/>
                <a:gd name="connsiteX4" fmla="*/ 404437 w 839877"/>
                <a:gd name="connsiteY4" fmla="*/ 1014168 h 1023259"/>
                <a:gd name="connsiteX5" fmla="*/ 115789 w 839877"/>
                <a:gd name="connsiteY5" fmla="*/ 681955 h 1023259"/>
                <a:gd name="connsiteX6" fmla="*/ 65803 w 839877"/>
                <a:gd name="connsiteY6" fmla="*/ 331981 h 1023259"/>
                <a:gd name="connsiteX0" fmla="*/ 65803 w 839877"/>
                <a:gd name="connsiteY0" fmla="*/ 331981 h 998613"/>
                <a:gd name="connsiteX1" fmla="*/ 473398 w 839877"/>
                <a:gd name="connsiteY1" fmla="*/ 241369 h 998613"/>
                <a:gd name="connsiteX2" fmla="*/ 641964 w 839877"/>
                <a:gd name="connsiteY2" fmla="*/ 492185 h 998613"/>
                <a:gd name="connsiteX3" fmla="*/ 623051 w 839877"/>
                <a:gd name="connsiteY3" fmla="*/ 847102 h 998613"/>
                <a:gd name="connsiteX4" fmla="*/ 416980 w 839877"/>
                <a:gd name="connsiteY4" fmla="*/ 985010 h 998613"/>
                <a:gd name="connsiteX5" fmla="*/ 115789 w 839877"/>
                <a:gd name="connsiteY5" fmla="*/ 681955 h 998613"/>
                <a:gd name="connsiteX6" fmla="*/ 65803 w 839877"/>
                <a:gd name="connsiteY6" fmla="*/ 331981 h 998613"/>
                <a:gd name="connsiteX0" fmla="*/ 65803 w 839877"/>
                <a:gd name="connsiteY0" fmla="*/ 331981 h 998613"/>
                <a:gd name="connsiteX1" fmla="*/ 473398 w 839877"/>
                <a:gd name="connsiteY1" fmla="*/ 241369 h 998613"/>
                <a:gd name="connsiteX2" fmla="*/ 641964 w 839877"/>
                <a:gd name="connsiteY2" fmla="*/ 492185 h 998613"/>
                <a:gd name="connsiteX3" fmla="*/ 623051 w 839877"/>
                <a:gd name="connsiteY3" fmla="*/ 847102 h 998613"/>
                <a:gd name="connsiteX4" fmla="*/ 416980 w 839877"/>
                <a:gd name="connsiteY4" fmla="*/ 985010 h 998613"/>
                <a:gd name="connsiteX5" fmla="*/ 115789 w 839877"/>
                <a:gd name="connsiteY5" fmla="*/ 681955 h 998613"/>
                <a:gd name="connsiteX6" fmla="*/ 65803 w 839877"/>
                <a:gd name="connsiteY6" fmla="*/ 331981 h 998613"/>
                <a:gd name="connsiteX0" fmla="*/ 140391 w 914465"/>
                <a:gd name="connsiteY0" fmla="*/ 331981 h 1026030"/>
                <a:gd name="connsiteX1" fmla="*/ 547986 w 914465"/>
                <a:gd name="connsiteY1" fmla="*/ 241369 h 1026030"/>
                <a:gd name="connsiteX2" fmla="*/ 716552 w 914465"/>
                <a:gd name="connsiteY2" fmla="*/ 492185 h 1026030"/>
                <a:gd name="connsiteX3" fmla="*/ 697639 w 914465"/>
                <a:gd name="connsiteY3" fmla="*/ 847102 h 1026030"/>
                <a:gd name="connsiteX4" fmla="*/ 491568 w 914465"/>
                <a:gd name="connsiteY4" fmla="*/ 985010 h 1026030"/>
                <a:gd name="connsiteX5" fmla="*/ 70290 w 914465"/>
                <a:gd name="connsiteY5" fmla="*/ 772249 h 1026030"/>
                <a:gd name="connsiteX6" fmla="*/ 140391 w 914465"/>
                <a:gd name="connsiteY6" fmla="*/ 331981 h 1026030"/>
                <a:gd name="connsiteX0" fmla="*/ 140391 w 914465"/>
                <a:gd name="connsiteY0" fmla="*/ 331981 h 995547"/>
                <a:gd name="connsiteX1" fmla="*/ 547986 w 914465"/>
                <a:gd name="connsiteY1" fmla="*/ 241369 h 995547"/>
                <a:gd name="connsiteX2" fmla="*/ 716552 w 914465"/>
                <a:gd name="connsiteY2" fmla="*/ 492185 h 995547"/>
                <a:gd name="connsiteX3" fmla="*/ 697639 w 914465"/>
                <a:gd name="connsiteY3" fmla="*/ 847102 h 995547"/>
                <a:gd name="connsiteX4" fmla="*/ 491568 w 914465"/>
                <a:gd name="connsiteY4" fmla="*/ 985010 h 995547"/>
                <a:gd name="connsiteX5" fmla="*/ 70290 w 914465"/>
                <a:gd name="connsiteY5" fmla="*/ 772249 h 995547"/>
                <a:gd name="connsiteX6" fmla="*/ 140391 w 914465"/>
                <a:gd name="connsiteY6" fmla="*/ 331981 h 995547"/>
                <a:gd name="connsiteX0" fmla="*/ 124524 w 920236"/>
                <a:gd name="connsiteY0" fmla="*/ 385023 h 957037"/>
                <a:gd name="connsiteX1" fmla="*/ 553757 w 920236"/>
                <a:gd name="connsiteY1" fmla="*/ 202859 h 957037"/>
                <a:gd name="connsiteX2" fmla="*/ 722323 w 920236"/>
                <a:gd name="connsiteY2" fmla="*/ 453675 h 957037"/>
                <a:gd name="connsiteX3" fmla="*/ 703410 w 920236"/>
                <a:gd name="connsiteY3" fmla="*/ 808592 h 957037"/>
                <a:gd name="connsiteX4" fmla="*/ 497339 w 920236"/>
                <a:gd name="connsiteY4" fmla="*/ 946500 h 957037"/>
                <a:gd name="connsiteX5" fmla="*/ 76061 w 920236"/>
                <a:gd name="connsiteY5" fmla="*/ 733739 h 957037"/>
                <a:gd name="connsiteX6" fmla="*/ 124524 w 920236"/>
                <a:gd name="connsiteY6" fmla="*/ 385023 h 957037"/>
                <a:gd name="connsiteX0" fmla="*/ 138979 w 914937"/>
                <a:gd name="connsiteY0" fmla="*/ 366321 h 969060"/>
                <a:gd name="connsiteX1" fmla="*/ 548458 w 914937"/>
                <a:gd name="connsiteY1" fmla="*/ 214882 h 969060"/>
                <a:gd name="connsiteX2" fmla="*/ 717024 w 914937"/>
                <a:gd name="connsiteY2" fmla="*/ 465698 h 969060"/>
                <a:gd name="connsiteX3" fmla="*/ 698111 w 914937"/>
                <a:gd name="connsiteY3" fmla="*/ 820615 h 969060"/>
                <a:gd name="connsiteX4" fmla="*/ 492040 w 914937"/>
                <a:gd name="connsiteY4" fmla="*/ 958523 h 969060"/>
                <a:gd name="connsiteX5" fmla="*/ 70762 w 914937"/>
                <a:gd name="connsiteY5" fmla="*/ 745762 h 969060"/>
                <a:gd name="connsiteX6" fmla="*/ 138979 w 914937"/>
                <a:gd name="connsiteY6" fmla="*/ 366321 h 969060"/>
                <a:gd name="connsiteX0" fmla="*/ 138979 w 914937"/>
                <a:gd name="connsiteY0" fmla="*/ 395581 h 998320"/>
                <a:gd name="connsiteX1" fmla="*/ 548458 w 914937"/>
                <a:gd name="connsiteY1" fmla="*/ 244142 h 998320"/>
                <a:gd name="connsiteX2" fmla="*/ 717024 w 914937"/>
                <a:gd name="connsiteY2" fmla="*/ 494958 h 998320"/>
                <a:gd name="connsiteX3" fmla="*/ 698111 w 914937"/>
                <a:gd name="connsiteY3" fmla="*/ 849875 h 998320"/>
                <a:gd name="connsiteX4" fmla="*/ 492040 w 914937"/>
                <a:gd name="connsiteY4" fmla="*/ 987783 h 998320"/>
                <a:gd name="connsiteX5" fmla="*/ 70762 w 914937"/>
                <a:gd name="connsiteY5" fmla="*/ 775022 h 998320"/>
                <a:gd name="connsiteX6" fmla="*/ 138979 w 914937"/>
                <a:gd name="connsiteY6" fmla="*/ 395581 h 998320"/>
                <a:gd name="connsiteX0" fmla="*/ 174943 w 950901"/>
                <a:gd name="connsiteY0" fmla="*/ 395581 h 998320"/>
                <a:gd name="connsiteX1" fmla="*/ 584422 w 950901"/>
                <a:gd name="connsiteY1" fmla="*/ 244142 h 998320"/>
                <a:gd name="connsiteX2" fmla="*/ 752988 w 950901"/>
                <a:gd name="connsiteY2" fmla="*/ 494958 h 998320"/>
                <a:gd name="connsiteX3" fmla="*/ 734075 w 950901"/>
                <a:gd name="connsiteY3" fmla="*/ 849875 h 998320"/>
                <a:gd name="connsiteX4" fmla="*/ 528004 w 950901"/>
                <a:gd name="connsiteY4" fmla="*/ 987783 h 998320"/>
                <a:gd name="connsiteX5" fmla="*/ 106726 w 950901"/>
                <a:gd name="connsiteY5" fmla="*/ 775022 h 998320"/>
                <a:gd name="connsiteX6" fmla="*/ 174943 w 950901"/>
                <a:gd name="connsiteY6" fmla="*/ 395581 h 998320"/>
                <a:gd name="connsiteX0" fmla="*/ 205514 w 981472"/>
                <a:gd name="connsiteY0" fmla="*/ 395581 h 998320"/>
                <a:gd name="connsiteX1" fmla="*/ 614993 w 981472"/>
                <a:gd name="connsiteY1" fmla="*/ 244142 h 998320"/>
                <a:gd name="connsiteX2" fmla="*/ 783559 w 981472"/>
                <a:gd name="connsiteY2" fmla="*/ 494958 h 998320"/>
                <a:gd name="connsiteX3" fmla="*/ 764646 w 981472"/>
                <a:gd name="connsiteY3" fmla="*/ 849875 h 998320"/>
                <a:gd name="connsiteX4" fmla="*/ 558575 w 981472"/>
                <a:gd name="connsiteY4" fmla="*/ 987783 h 998320"/>
                <a:gd name="connsiteX5" fmla="*/ 137297 w 981472"/>
                <a:gd name="connsiteY5" fmla="*/ 775022 h 998320"/>
                <a:gd name="connsiteX6" fmla="*/ 205514 w 981472"/>
                <a:gd name="connsiteY6" fmla="*/ 395581 h 998320"/>
                <a:gd name="connsiteX0" fmla="*/ 203182 w 982904"/>
                <a:gd name="connsiteY0" fmla="*/ 415154 h 983091"/>
                <a:gd name="connsiteX1" fmla="*/ 616425 w 982904"/>
                <a:gd name="connsiteY1" fmla="*/ 228913 h 983091"/>
                <a:gd name="connsiteX2" fmla="*/ 784991 w 982904"/>
                <a:gd name="connsiteY2" fmla="*/ 479729 h 983091"/>
                <a:gd name="connsiteX3" fmla="*/ 766078 w 982904"/>
                <a:gd name="connsiteY3" fmla="*/ 834646 h 983091"/>
                <a:gd name="connsiteX4" fmla="*/ 560007 w 982904"/>
                <a:gd name="connsiteY4" fmla="*/ 972554 h 983091"/>
                <a:gd name="connsiteX5" fmla="*/ 138729 w 982904"/>
                <a:gd name="connsiteY5" fmla="*/ 759793 h 983091"/>
                <a:gd name="connsiteX6" fmla="*/ 203182 w 982904"/>
                <a:gd name="connsiteY6" fmla="*/ 415154 h 983091"/>
                <a:gd name="connsiteX0" fmla="*/ 203182 w 982904"/>
                <a:gd name="connsiteY0" fmla="*/ 439435 h 1007372"/>
                <a:gd name="connsiteX1" fmla="*/ 616425 w 982904"/>
                <a:gd name="connsiteY1" fmla="*/ 253194 h 1007372"/>
                <a:gd name="connsiteX2" fmla="*/ 784991 w 982904"/>
                <a:gd name="connsiteY2" fmla="*/ 504010 h 1007372"/>
                <a:gd name="connsiteX3" fmla="*/ 766078 w 982904"/>
                <a:gd name="connsiteY3" fmla="*/ 858927 h 1007372"/>
                <a:gd name="connsiteX4" fmla="*/ 560007 w 982904"/>
                <a:gd name="connsiteY4" fmla="*/ 996835 h 1007372"/>
                <a:gd name="connsiteX5" fmla="*/ 138729 w 982904"/>
                <a:gd name="connsiteY5" fmla="*/ 784074 h 1007372"/>
                <a:gd name="connsiteX6" fmla="*/ 203182 w 982904"/>
                <a:gd name="connsiteY6" fmla="*/ 439435 h 1007372"/>
                <a:gd name="connsiteX0" fmla="*/ 203860 w 983582"/>
                <a:gd name="connsiteY0" fmla="*/ 439435 h 1007372"/>
                <a:gd name="connsiteX1" fmla="*/ 617103 w 983582"/>
                <a:gd name="connsiteY1" fmla="*/ 253194 h 1007372"/>
                <a:gd name="connsiteX2" fmla="*/ 785669 w 983582"/>
                <a:gd name="connsiteY2" fmla="*/ 504010 h 1007372"/>
                <a:gd name="connsiteX3" fmla="*/ 766756 w 983582"/>
                <a:gd name="connsiteY3" fmla="*/ 858927 h 1007372"/>
                <a:gd name="connsiteX4" fmla="*/ 560685 w 983582"/>
                <a:gd name="connsiteY4" fmla="*/ 996835 h 1007372"/>
                <a:gd name="connsiteX5" fmla="*/ 139407 w 983582"/>
                <a:gd name="connsiteY5" fmla="*/ 784074 h 1007372"/>
                <a:gd name="connsiteX6" fmla="*/ 203860 w 983582"/>
                <a:gd name="connsiteY6" fmla="*/ 439435 h 1007372"/>
                <a:gd name="connsiteX0" fmla="*/ 165065 w 944787"/>
                <a:gd name="connsiteY0" fmla="*/ 439435 h 1007372"/>
                <a:gd name="connsiteX1" fmla="*/ 578308 w 944787"/>
                <a:gd name="connsiteY1" fmla="*/ 253194 h 1007372"/>
                <a:gd name="connsiteX2" fmla="*/ 746874 w 944787"/>
                <a:gd name="connsiteY2" fmla="*/ 504010 h 1007372"/>
                <a:gd name="connsiteX3" fmla="*/ 727961 w 944787"/>
                <a:gd name="connsiteY3" fmla="*/ 858927 h 1007372"/>
                <a:gd name="connsiteX4" fmla="*/ 521890 w 944787"/>
                <a:gd name="connsiteY4" fmla="*/ 996835 h 1007372"/>
                <a:gd name="connsiteX5" fmla="*/ 100612 w 944787"/>
                <a:gd name="connsiteY5" fmla="*/ 784074 h 1007372"/>
                <a:gd name="connsiteX6" fmla="*/ 165065 w 944787"/>
                <a:gd name="connsiteY6" fmla="*/ 439435 h 1007372"/>
                <a:gd name="connsiteX0" fmla="*/ 167589 w 947311"/>
                <a:gd name="connsiteY0" fmla="*/ 439435 h 1007372"/>
                <a:gd name="connsiteX1" fmla="*/ 580832 w 947311"/>
                <a:gd name="connsiteY1" fmla="*/ 253194 h 1007372"/>
                <a:gd name="connsiteX2" fmla="*/ 749398 w 947311"/>
                <a:gd name="connsiteY2" fmla="*/ 504010 h 1007372"/>
                <a:gd name="connsiteX3" fmla="*/ 730485 w 947311"/>
                <a:gd name="connsiteY3" fmla="*/ 858927 h 1007372"/>
                <a:gd name="connsiteX4" fmla="*/ 524414 w 947311"/>
                <a:gd name="connsiteY4" fmla="*/ 996835 h 1007372"/>
                <a:gd name="connsiteX5" fmla="*/ 103136 w 947311"/>
                <a:gd name="connsiteY5" fmla="*/ 784074 h 1007372"/>
                <a:gd name="connsiteX6" fmla="*/ 167589 w 947311"/>
                <a:gd name="connsiteY6" fmla="*/ 439435 h 1007372"/>
                <a:gd name="connsiteX0" fmla="*/ 167589 w 750069"/>
                <a:gd name="connsiteY0" fmla="*/ 439435 h 1007372"/>
                <a:gd name="connsiteX1" fmla="*/ 580832 w 750069"/>
                <a:gd name="connsiteY1" fmla="*/ 253194 h 1007372"/>
                <a:gd name="connsiteX2" fmla="*/ 749398 w 750069"/>
                <a:gd name="connsiteY2" fmla="*/ 504010 h 1007372"/>
                <a:gd name="connsiteX3" fmla="*/ 524414 w 750069"/>
                <a:gd name="connsiteY3" fmla="*/ 996835 h 1007372"/>
                <a:gd name="connsiteX4" fmla="*/ 103136 w 750069"/>
                <a:gd name="connsiteY4" fmla="*/ 784074 h 1007372"/>
                <a:gd name="connsiteX5" fmla="*/ 167589 w 750069"/>
                <a:gd name="connsiteY5" fmla="*/ 439435 h 1007372"/>
                <a:gd name="connsiteX0" fmla="*/ 167589 w 761646"/>
                <a:gd name="connsiteY0" fmla="*/ 439435 h 1007372"/>
                <a:gd name="connsiteX1" fmla="*/ 580832 w 761646"/>
                <a:gd name="connsiteY1" fmla="*/ 253194 h 1007372"/>
                <a:gd name="connsiteX2" fmla="*/ 761341 w 761646"/>
                <a:gd name="connsiteY2" fmla="*/ 585650 h 1007372"/>
                <a:gd name="connsiteX3" fmla="*/ 524414 w 761646"/>
                <a:gd name="connsiteY3" fmla="*/ 996835 h 1007372"/>
                <a:gd name="connsiteX4" fmla="*/ 103136 w 761646"/>
                <a:gd name="connsiteY4" fmla="*/ 784074 h 1007372"/>
                <a:gd name="connsiteX5" fmla="*/ 167589 w 761646"/>
                <a:gd name="connsiteY5" fmla="*/ 439435 h 1007372"/>
                <a:gd name="connsiteX0" fmla="*/ 167589 w 779109"/>
                <a:gd name="connsiteY0" fmla="*/ 439435 h 1007372"/>
                <a:gd name="connsiteX1" fmla="*/ 580832 w 779109"/>
                <a:gd name="connsiteY1" fmla="*/ 253194 h 1007372"/>
                <a:gd name="connsiteX2" fmla="*/ 761341 w 779109"/>
                <a:gd name="connsiteY2" fmla="*/ 585650 h 1007372"/>
                <a:gd name="connsiteX3" fmla="*/ 524414 w 779109"/>
                <a:gd name="connsiteY3" fmla="*/ 996835 h 1007372"/>
                <a:gd name="connsiteX4" fmla="*/ 103136 w 779109"/>
                <a:gd name="connsiteY4" fmla="*/ 784074 h 1007372"/>
                <a:gd name="connsiteX5" fmla="*/ 167589 w 779109"/>
                <a:gd name="connsiteY5" fmla="*/ 439435 h 1007372"/>
                <a:gd name="connsiteX0" fmla="*/ 167589 w 777845"/>
                <a:gd name="connsiteY0" fmla="*/ 439435 h 967499"/>
                <a:gd name="connsiteX1" fmla="*/ 580832 w 777845"/>
                <a:gd name="connsiteY1" fmla="*/ 253194 h 967499"/>
                <a:gd name="connsiteX2" fmla="*/ 761341 w 777845"/>
                <a:gd name="connsiteY2" fmla="*/ 585650 h 967499"/>
                <a:gd name="connsiteX3" fmla="*/ 503231 w 777845"/>
                <a:gd name="connsiteY3" fmla="*/ 943231 h 967499"/>
                <a:gd name="connsiteX4" fmla="*/ 103136 w 777845"/>
                <a:gd name="connsiteY4" fmla="*/ 784074 h 967499"/>
                <a:gd name="connsiteX5" fmla="*/ 167589 w 777845"/>
                <a:gd name="connsiteY5" fmla="*/ 439435 h 967499"/>
                <a:gd name="connsiteX0" fmla="*/ 137733 w 747989"/>
                <a:gd name="connsiteY0" fmla="*/ 439435 h 946366"/>
                <a:gd name="connsiteX1" fmla="*/ 550976 w 747989"/>
                <a:gd name="connsiteY1" fmla="*/ 253194 h 946366"/>
                <a:gd name="connsiteX2" fmla="*/ 731485 w 747989"/>
                <a:gd name="connsiteY2" fmla="*/ 585650 h 946366"/>
                <a:gd name="connsiteX3" fmla="*/ 473375 w 747989"/>
                <a:gd name="connsiteY3" fmla="*/ 943231 h 946366"/>
                <a:gd name="connsiteX4" fmla="*/ 135771 w 747989"/>
                <a:gd name="connsiteY4" fmla="*/ 629839 h 946366"/>
                <a:gd name="connsiteX5" fmla="*/ 137733 w 747989"/>
                <a:gd name="connsiteY5" fmla="*/ 439435 h 946366"/>
                <a:gd name="connsiteX0" fmla="*/ 137733 w 747989"/>
                <a:gd name="connsiteY0" fmla="*/ 439435 h 945724"/>
                <a:gd name="connsiteX1" fmla="*/ 550976 w 747989"/>
                <a:gd name="connsiteY1" fmla="*/ 253194 h 945724"/>
                <a:gd name="connsiteX2" fmla="*/ 731485 w 747989"/>
                <a:gd name="connsiteY2" fmla="*/ 585650 h 945724"/>
                <a:gd name="connsiteX3" fmla="*/ 473375 w 747989"/>
                <a:gd name="connsiteY3" fmla="*/ 943231 h 945724"/>
                <a:gd name="connsiteX4" fmla="*/ 135771 w 747989"/>
                <a:gd name="connsiteY4" fmla="*/ 629839 h 945724"/>
                <a:gd name="connsiteX5" fmla="*/ 137733 w 747989"/>
                <a:gd name="connsiteY5" fmla="*/ 439435 h 945724"/>
                <a:gd name="connsiteX0" fmla="*/ 137733 w 747989"/>
                <a:gd name="connsiteY0" fmla="*/ 439435 h 1019313"/>
                <a:gd name="connsiteX1" fmla="*/ 550976 w 747989"/>
                <a:gd name="connsiteY1" fmla="*/ 253194 h 1019313"/>
                <a:gd name="connsiteX2" fmla="*/ 731485 w 747989"/>
                <a:gd name="connsiteY2" fmla="*/ 585650 h 1019313"/>
                <a:gd name="connsiteX3" fmla="*/ 473375 w 747989"/>
                <a:gd name="connsiteY3" fmla="*/ 943231 h 1019313"/>
                <a:gd name="connsiteX4" fmla="*/ 135771 w 747989"/>
                <a:gd name="connsiteY4" fmla="*/ 629839 h 1019313"/>
                <a:gd name="connsiteX5" fmla="*/ 137733 w 747989"/>
                <a:gd name="connsiteY5" fmla="*/ 439435 h 1019313"/>
                <a:gd name="connsiteX0" fmla="*/ 137733 w 747989"/>
                <a:gd name="connsiteY0" fmla="*/ 439435 h 1010236"/>
                <a:gd name="connsiteX1" fmla="*/ 550976 w 747989"/>
                <a:gd name="connsiteY1" fmla="*/ 253194 h 1010236"/>
                <a:gd name="connsiteX2" fmla="*/ 731485 w 747989"/>
                <a:gd name="connsiteY2" fmla="*/ 585650 h 1010236"/>
                <a:gd name="connsiteX3" fmla="*/ 473375 w 747989"/>
                <a:gd name="connsiteY3" fmla="*/ 943231 h 1010236"/>
                <a:gd name="connsiteX4" fmla="*/ 135771 w 747989"/>
                <a:gd name="connsiteY4" fmla="*/ 629839 h 1010236"/>
                <a:gd name="connsiteX5" fmla="*/ 137733 w 747989"/>
                <a:gd name="connsiteY5" fmla="*/ 439435 h 1010236"/>
                <a:gd name="connsiteX0" fmla="*/ 235521 w 678428"/>
                <a:gd name="connsiteY0" fmla="*/ 346376 h 1118440"/>
                <a:gd name="connsiteX1" fmla="*/ 481415 w 678428"/>
                <a:gd name="connsiteY1" fmla="*/ 361398 h 1118440"/>
                <a:gd name="connsiteX2" fmla="*/ 661924 w 678428"/>
                <a:gd name="connsiteY2" fmla="*/ 693854 h 1118440"/>
                <a:gd name="connsiteX3" fmla="*/ 403814 w 678428"/>
                <a:gd name="connsiteY3" fmla="*/ 1051435 h 1118440"/>
                <a:gd name="connsiteX4" fmla="*/ 66210 w 678428"/>
                <a:gd name="connsiteY4" fmla="*/ 738043 h 1118440"/>
                <a:gd name="connsiteX5" fmla="*/ 235521 w 678428"/>
                <a:gd name="connsiteY5" fmla="*/ 346376 h 1118440"/>
                <a:gd name="connsiteX0" fmla="*/ 229547 w 672454"/>
                <a:gd name="connsiteY0" fmla="*/ 346376 h 1118440"/>
                <a:gd name="connsiteX1" fmla="*/ 475441 w 672454"/>
                <a:gd name="connsiteY1" fmla="*/ 361398 h 1118440"/>
                <a:gd name="connsiteX2" fmla="*/ 655950 w 672454"/>
                <a:gd name="connsiteY2" fmla="*/ 693854 h 1118440"/>
                <a:gd name="connsiteX3" fmla="*/ 397840 w 672454"/>
                <a:gd name="connsiteY3" fmla="*/ 1051435 h 1118440"/>
                <a:gd name="connsiteX4" fmla="*/ 60236 w 672454"/>
                <a:gd name="connsiteY4" fmla="*/ 738043 h 1118440"/>
                <a:gd name="connsiteX5" fmla="*/ 229547 w 672454"/>
                <a:gd name="connsiteY5" fmla="*/ 346376 h 1118440"/>
                <a:gd name="connsiteX0" fmla="*/ 229547 w 672454"/>
                <a:gd name="connsiteY0" fmla="*/ 234881 h 1006945"/>
                <a:gd name="connsiteX1" fmla="*/ 475441 w 672454"/>
                <a:gd name="connsiteY1" fmla="*/ 249903 h 1006945"/>
                <a:gd name="connsiteX2" fmla="*/ 655950 w 672454"/>
                <a:gd name="connsiteY2" fmla="*/ 582359 h 1006945"/>
                <a:gd name="connsiteX3" fmla="*/ 397840 w 672454"/>
                <a:gd name="connsiteY3" fmla="*/ 939940 h 1006945"/>
                <a:gd name="connsiteX4" fmla="*/ 60236 w 672454"/>
                <a:gd name="connsiteY4" fmla="*/ 626548 h 1006945"/>
                <a:gd name="connsiteX5" fmla="*/ 229547 w 672454"/>
                <a:gd name="connsiteY5" fmla="*/ 234881 h 1006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72454" h="1006945">
                  <a:moveTo>
                    <a:pt x="229547" y="234881"/>
                  </a:moveTo>
                  <a:cubicBezTo>
                    <a:pt x="412793" y="-85302"/>
                    <a:pt x="437341" y="-76064"/>
                    <a:pt x="475441" y="249903"/>
                  </a:cubicBezTo>
                  <a:cubicBezTo>
                    <a:pt x="652531" y="325899"/>
                    <a:pt x="658204" y="398384"/>
                    <a:pt x="655950" y="582359"/>
                  </a:cubicBezTo>
                  <a:cubicBezTo>
                    <a:pt x="735824" y="883360"/>
                    <a:pt x="505550" y="893263"/>
                    <a:pt x="397840" y="939940"/>
                  </a:cubicBezTo>
                  <a:cubicBezTo>
                    <a:pt x="401462" y="1164422"/>
                    <a:pt x="-185766" y="764299"/>
                    <a:pt x="60236" y="626548"/>
                  </a:cubicBezTo>
                  <a:cubicBezTo>
                    <a:pt x="71667" y="449828"/>
                    <a:pt x="5357" y="302613"/>
                    <a:pt x="229547" y="234881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4">
              <a:extLst>
                <a:ext uri="{FF2B5EF4-FFF2-40B4-BE49-F238E27FC236}">
                  <a16:creationId xmlns:a16="http://schemas.microsoft.com/office/drawing/2014/main" id="{9C4F4A55-D8F5-3212-D6D7-41E004A54CD9}"/>
                </a:ext>
              </a:extLst>
            </p:cNvPr>
            <p:cNvSpPr/>
            <p:nvPr/>
          </p:nvSpPr>
          <p:spPr>
            <a:xfrm rot="1964254" flipH="1">
              <a:off x="6914737" y="532111"/>
              <a:ext cx="1383308" cy="1471010"/>
            </a:xfrm>
            <a:custGeom>
              <a:avLst/>
              <a:gdLst>
                <a:gd name="connsiteX0" fmla="*/ 0 w 457200"/>
                <a:gd name="connsiteY0" fmla="*/ 0 h 736600"/>
                <a:gd name="connsiteX1" fmla="*/ 457200 w 457200"/>
                <a:gd name="connsiteY1" fmla="*/ 0 h 736600"/>
                <a:gd name="connsiteX2" fmla="*/ 457200 w 457200"/>
                <a:gd name="connsiteY2" fmla="*/ 736600 h 736600"/>
                <a:gd name="connsiteX3" fmla="*/ 0 w 457200"/>
                <a:gd name="connsiteY3" fmla="*/ 736600 h 736600"/>
                <a:gd name="connsiteX4" fmla="*/ 0 w 457200"/>
                <a:gd name="connsiteY4" fmla="*/ 0 h 736600"/>
                <a:gd name="connsiteX0" fmla="*/ 12700 w 457200"/>
                <a:gd name="connsiteY0" fmla="*/ 0 h 800100"/>
                <a:gd name="connsiteX1" fmla="*/ 457200 w 457200"/>
                <a:gd name="connsiteY1" fmla="*/ 63500 h 800100"/>
                <a:gd name="connsiteX2" fmla="*/ 457200 w 457200"/>
                <a:gd name="connsiteY2" fmla="*/ 800100 h 800100"/>
                <a:gd name="connsiteX3" fmla="*/ 0 w 457200"/>
                <a:gd name="connsiteY3" fmla="*/ 800100 h 800100"/>
                <a:gd name="connsiteX4" fmla="*/ 12700 w 457200"/>
                <a:gd name="connsiteY4" fmla="*/ 0 h 800100"/>
                <a:gd name="connsiteX0" fmla="*/ 12700 w 584200"/>
                <a:gd name="connsiteY0" fmla="*/ 50800 h 850900"/>
                <a:gd name="connsiteX1" fmla="*/ 584200 w 584200"/>
                <a:gd name="connsiteY1" fmla="*/ 0 h 850900"/>
                <a:gd name="connsiteX2" fmla="*/ 457200 w 584200"/>
                <a:gd name="connsiteY2" fmla="*/ 850900 h 850900"/>
                <a:gd name="connsiteX3" fmla="*/ 0 w 584200"/>
                <a:gd name="connsiteY3" fmla="*/ 850900 h 850900"/>
                <a:gd name="connsiteX4" fmla="*/ 12700 w 584200"/>
                <a:gd name="connsiteY4" fmla="*/ 50800 h 850900"/>
                <a:gd name="connsiteX0" fmla="*/ 12700 w 649686"/>
                <a:gd name="connsiteY0" fmla="*/ 50800 h 850900"/>
                <a:gd name="connsiteX1" fmla="*/ 584200 w 649686"/>
                <a:gd name="connsiteY1" fmla="*/ 0 h 850900"/>
                <a:gd name="connsiteX2" fmla="*/ 647700 w 649686"/>
                <a:gd name="connsiteY2" fmla="*/ 444500 h 850900"/>
                <a:gd name="connsiteX3" fmla="*/ 457200 w 649686"/>
                <a:gd name="connsiteY3" fmla="*/ 850900 h 850900"/>
                <a:gd name="connsiteX4" fmla="*/ 0 w 649686"/>
                <a:gd name="connsiteY4" fmla="*/ 850900 h 850900"/>
                <a:gd name="connsiteX5" fmla="*/ 12700 w 649686"/>
                <a:gd name="connsiteY5" fmla="*/ 50800 h 850900"/>
                <a:gd name="connsiteX0" fmla="*/ 12700 w 649686"/>
                <a:gd name="connsiteY0" fmla="*/ 50800 h 965200"/>
                <a:gd name="connsiteX1" fmla="*/ 584200 w 649686"/>
                <a:gd name="connsiteY1" fmla="*/ 0 h 965200"/>
                <a:gd name="connsiteX2" fmla="*/ 647700 w 649686"/>
                <a:gd name="connsiteY2" fmla="*/ 444500 h 965200"/>
                <a:gd name="connsiteX3" fmla="*/ 152400 w 649686"/>
                <a:gd name="connsiteY3" fmla="*/ 965200 h 965200"/>
                <a:gd name="connsiteX4" fmla="*/ 0 w 649686"/>
                <a:gd name="connsiteY4" fmla="*/ 850900 h 965200"/>
                <a:gd name="connsiteX5" fmla="*/ 12700 w 649686"/>
                <a:gd name="connsiteY5" fmla="*/ 50800 h 965200"/>
                <a:gd name="connsiteX0" fmla="*/ 254000 w 890986"/>
                <a:gd name="connsiteY0" fmla="*/ 50800 h 965200"/>
                <a:gd name="connsiteX1" fmla="*/ 825500 w 890986"/>
                <a:gd name="connsiteY1" fmla="*/ 0 h 965200"/>
                <a:gd name="connsiteX2" fmla="*/ 889000 w 890986"/>
                <a:gd name="connsiteY2" fmla="*/ 444500 h 965200"/>
                <a:gd name="connsiteX3" fmla="*/ 393700 w 890986"/>
                <a:gd name="connsiteY3" fmla="*/ 965200 h 965200"/>
                <a:gd name="connsiteX4" fmla="*/ 0 w 890986"/>
                <a:gd name="connsiteY4" fmla="*/ 355600 h 965200"/>
                <a:gd name="connsiteX5" fmla="*/ 254000 w 890986"/>
                <a:gd name="connsiteY5" fmla="*/ 50800 h 965200"/>
                <a:gd name="connsiteX0" fmla="*/ 418310 w 1055296"/>
                <a:gd name="connsiteY0" fmla="*/ 50800 h 965200"/>
                <a:gd name="connsiteX1" fmla="*/ 989810 w 1055296"/>
                <a:gd name="connsiteY1" fmla="*/ 0 h 965200"/>
                <a:gd name="connsiteX2" fmla="*/ 1053310 w 1055296"/>
                <a:gd name="connsiteY2" fmla="*/ 444500 h 965200"/>
                <a:gd name="connsiteX3" fmla="*/ 558010 w 1055296"/>
                <a:gd name="connsiteY3" fmla="*/ 965200 h 965200"/>
                <a:gd name="connsiteX4" fmla="*/ 164310 w 1055296"/>
                <a:gd name="connsiteY4" fmla="*/ 355600 h 965200"/>
                <a:gd name="connsiteX5" fmla="*/ 418310 w 1055296"/>
                <a:gd name="connsiteY5" fmla="*/ 50800 h 965200"/>
                <a:gd name="connsiteX0" fmla="*/ 418310 w 1055296"/>
                <a:gd name="connsiteY0" fmla="*/ 50800 h 965200"/>
                <a:gd name="connsiteX1" fmla="*/ 989810 w 1055296"/>
                <a:gd name="connsiteY1" fmla="*/ 0 h 965200"/>
                <a:gd name="connsiteX2" fmla="*/ 1053310 w 1055296"/>
                <a:gd name="connsiteY2" fmla="*/ 444500 h 965200"/>
                <a:gd name="connsiteX3" fmla="*/ 558010 w 1055296"/>
                <a:gd name="connsiteY3" fmla="*/ 965200 h 965200"/>
                <a:gd name="connsiteX4" fmla="*/ 164310 w 1055296"/>
                <a:gd name="connsiteY4" fmla="*/ 355600 h 965200"/>
                <a:gd name="connsiteX5" fmla="*/ 418310 w 1055296"/>
                <a:gd name="connsiteY5" fmla="*/ 50800 h 965200"/>
                <a:gd name="connsiteX0" fmla="*/ 418310 w 1055296"/>
                <a:gd name="connsiteY0" fmla="*/ 384085 h 1298485"/>
                <a:gd name="connsiteX1" fmla="*/ 989810 w 1055296"/>
                <a:gd name="connsiteY1" fmla="*/ 333285 h 1298485"/>
                <a:gd name="connsiteX2" fmla="*/ 1053310 w 1055296"/>
                <a:gd name="connsiteY2" fmla="*/ 777785 h 1298485"/>
                <a:gd name="connsiteX3" fmla="*/ 558010 w 1055296"/>
                <a:gd name="connsiteY3" fmla="*/ 1298485 h 1298485"/>
                <a:gd name="connsiteX4" fmla="*/ 164310 w 1055296"/>
                <a:gd name="connsiteY4" fmla="*/ 688885 h 1298485"/>
                <a:gd name="connsiteX5" fmla="*/ 418310 w 1055296"/>
                <a:gd name="connsiteY5" fmla="*/ 384085 h 1298485"/>
                <a:gd name="connsiteX0" fmla="*/ 418310 w 1055296"/>
                <a:gd name="connsiteY0" fmla="*/ 476485 h 1390885"/>
                <a:gd name="connsiteX1" fmla="*/ 989810 w 1055296"/>
                <a:gd name="connsiteY1" fmla="*/ 425685 h 1390885"/>
                <a:gd name="connsiteX2" fmla="*/ 1053310 w 1055296"/>
                <a:gd name="connsiteY2" fmla="*/ 870185 h 1390885"/>
                <a:gd name="connsiteX3" fmla="*/ 558010 w 1055296"/>
                <a:gd name="connsiteY3" fmla="*/ 1390885 h 1390885"/>
                <a:gd name="connsiteX4" fmla="*/ 164310 w 1055296"/>
                <a:gd name="connsiteY4" fmla="*/ 781285 h 1390885"/>
                <a:gd name="connsiteX5" fmla="*/ 418310 w 1055296"/>
                <a:gd name="connsiteY5" fmla="*/ 476485 h 1390885"/>
                <a:gd name="connsiteX0" fmla="*/ 418310 w 1135940"/>
                <a:gd name="connsiteY0" fmla="*/ 476485 h 1390885"/>
                <a:gd name="connsiteX1" fmla="*/ 989810 w 1135940"/>
                <a:gd name="connsiteY1" fmla="*/ 425685 h 1390885"/>
                <a:gd name="connsiteX2" fmla="*/ 1053310 w 1135940"/>
                <a:gd name="connsiteY2" fmla="*/ 870185 h 1390885"/>
                <a:gd name="connsiteX3" fmla="*/ 558010 w 1135940"/>
                <a:gd name="connsiteY3" fmla="*/ 1390885 h 1390885"/>
                <a:gd name="connsiteX4" fmla="*/ 164310 w 1135940"/>
                <a:gd name="connsiteY4" fmla="*/ 781285 h 1390885"/>
                <a:gd name="connsiteX5" fmla="*/ 418310 w 1135940"/>
                <a:gd name="connsiteY5" fmla="*/ 476485 h 1390885"/>
                <a:gd name="connsiteX0" fmla="*/ 418310 w 1135940"/>
                <a:gd name="connsiteY0" fmla="*/ 476485 h 1390885"/>
                <a:gd name="connsiteX1" fmla="*/ 989810 w 1135940"/>
                <a:gd name="connsiteY1" fmla="*/ 425685 h 1390885"/>
                <a:gd name="connsiteX2" fmla="*/ 1053310 w 1135940"/>
                <a:gd name="connsiteY2" fmla="*/ 870185 h 1390885"/>
                <a:gd name="connsiteX3" fmla="*/ 558010 w 1135940"/>
                <a:gd name="connsiteY3" fmla="*/ 1390885 h 1390885"/>
                <a:gd name="connsiteX4" fmla="*/ 164310 w 1135940"/>
                <a:gd name="connsiteY4" fmla="*/ 781285 h 1390885"/>
                <a:gd name="connsiteX5" fmla="*/ 418310 w 1135940"/>
                <a:gd name="connsiteY5" fmla="*/ 476485 h 1390885"/>
                <a:gd name="connsiteX0" fmla="*/ 401518 w 1119148"/>
                <a:gd name="connsiteY0" fmla="*/ 476485 h 1808452"/>
                <a:gd name="connsiteX1" fmla="*/ 973018 w 1119148"/>
                <a:gd name="connsiteY1" fmla="*/ 425685 h 1808452"/>
                <a:gd name="connsiteX2" fmla="*/ 1036518 w 1119148"/>
                <a:gd name="connsiteY2" fmla="*/ 870185 h 1808452"/>
                <a:gd name="connsiteX3" fmla="*/ 669000 w 1119148"/>
                <a:gd name="connsiteY3" fmla="*/ 1808452 h 1808452"/>
                <a:gd name="connsiteX4" fmla="*/ 147518 w 1119148"/>
                <a:gd name="connsiteY4" fmla="*/ 781285 h 1808452"/>
                <a:gd name="connsiteX5" fmla="*/ 401518 w 1119148"/>
                <a:gd name="connsiteY5" fmla="*/ 476485 h 1808452"/>
                <a:gd name="connsiteX0" fmla="*/ 401518 w 1071059"/>
                <a:gd name="connsiteY0" fmla="*/ 543905 h 1875872"/>
                <a:gd name="connsiteX1" fmla="*/ 881900 w 1071059"/>
                <a:gd name="connsiteY1" fmla="*/ 333865 h 1875872"/>
                <a:gd name="connsiteX2" fmla="*/ 1036518 w 1071059"/>
                <a:gd name="connsiteY2" fmla="*/ 937605 h 1875872"/>
                <a:gd name="connsiteX3" fmla="*/ 669000 w 1071059"/>
                <a:gd name="connsiteY3" fmla="*/ 1875872 h 1875872"/>
                <a:gd name="connsiteX4" fmla="*/ 147518 w 1071059"/>
                <a:gd name="connsiteY4" fmla="*/ 848705 h 1875872"/>
                <a:gd name="connsiteX5" fmla="*/ 401518 w 1071059"/>
                <a:gd name="connsiteY5" fmla="*/ 543905 h 1875872"/>
                <a:gd name="connsiteX0" fmla="*/ 259378 w 1071059"/>
                <a:gd name="connsiteY0" fmla="*/ 521907 h 1902218"/>
                <a:gd name="connsiteX1" fmla="*/ 881900 w 1071059"/>
                <a:gd name="connsiteY1" fmla="*/ 360211 h 1902218"/>
                <a:gd name="connsiteX2" fmla="*/ 1036518 w 1071059"/>
                <a:gd name="connsiteY2" fmla="*/ 963951 h 1902218"/>
                <a:gd name="connsiteX3" fmla="*/ 669000 w 1071059"/>
                <a:gd name="connsiteY3" fmla="*/ 1902218 h 1902218"/>
                <a:gd name="connsiteX4" fmla="*/ 147518 w 1071059"/>
                <a:gd name="connsiteY4" fmla="*/ 875051 h 1902218"/>
                <a:gd name="connsiteX5" fmla="*/ 259378 w 1071059"/>
                <a:gd name="connsiteY5" fmla="*/ 521907 h 1902218"/>
                <a:gd name="connsiteX0" fmla="*/ 259378 w 1071059"/>
                <a:gd name="connsiteY0" fmla="*/ 441940 h 1822251"/>
                <a:gd name="connsiteX1" fmla="*/ 881900 w 1071059"/>
                <a:gd name="connsiteY1" fmla="*/ 280244 h 1822251"/>
                <a:gd name="connsiteX2" fmla="*/ 1036518 w 1071059"/>
                <a:gd name="connsiteY2" fmla="*/ 883984 h 1822251"/>
                <a:gd name="connsiteX3" fmla="*/ 669000 w 1071059"/>
                <a:gd name="connsiteY3" fmla="*/ 1822251 h 1822251"/>
                <a:gd name="connsiteX4" fmla="*/ 147518 w 1071059"/>
                <a:gd name="connsiteY4" fmla="*/ 795084 h 1822251"/>
                <a:gd name="connsiteX5" fmla="*/ 259378 w 1071059"/>
                <a:gd name="connsiteY5" fmla="*/ 441940 h 1822251"/>
                <a:gd name="connsiteX0" fmla="*/ 259378 w 1071059"/>
                <a:gd name="connsiteY0" fmla="*/ 497486 h 1877797"/>
                <a:gd name="connsiteX1" fmla="*/ 795848 w 1071059"/>
                <a:gd name="connsiteY1" fmla="*/ 233916 h 1877797"/>
                <a:gd name="connsiteX2" fmla="*/ 1036518 w 1071059"/>
                <a:gd name="connsiteY2" fmla="*/ 939530 h 1877797"/>
                <a:gd name="connsiteX3" fmla="*/ 669000 w 1071059"/>
                <a:gd name="connsiteY3" fmla="*/ 1877797 h 1877797"/>
                <a:gd name="connsiteX4" fmla="*/ 147518 w 1071059"/>
                <a:gd name="connsiteY4" fmla="*/ 850630 h 1877797"/>
                <a:gd name="connsiteX5" fmla="*/ 259378 w 1071059"/>
                <a:gd name="connsiteY5" fmla="*/ 497486 h 1877797"/>
                <a:gd name="connsiteX0" fmla="*/ 259378 w 1075570"/>
                <a:gd name="connsiteY0" fmla="*/ 497486 h 1877797"/>
                <a:gd name="connsiteX1" fmla="*/ 795848 w 1075570"/>
                <a:gd name="connsiteY1" fmla="*/ 233916 h 1877797"/>
                <a:gd name="connsiteX2" fmla="*/ 1047390 w 1075570"/>
                <a:gd name="connsiteY2" fmla="*/ 435756 h 1877797"/>
                <a:gd name="connsiteX3" fmla="*/ 669000 w 1075570"/>
                <a:gd name="connsiteY3" fmla="*/ 1877797 h 1877797"/>
                <a:gd name="connsiteX4" fmla="*/ 147518 w 1075570"/>
                <a:gd name="connsiteY4" fmla="*/ 850630 h 1877797"/>
                <a:gd name="connsiteX5" fmla="*/ 259378 w 1075570"/>
                <a:gd name="connsiteY5" fmla="*/ 497486 h 1877797"/>
                <a:gd name="connsiteX0" fmla="*/ 243514 w 1155570"/>
                <a:gd name="connsiteY0" fmla="*/ 497486 h 877706"/>
                <a:gd name="connsiteX1" fmla="*/ 779984 w 1155570"/>
                <a:gd name="connsiteY1" fmla="*/ 233916 h 877706"/>
                <a:gd name="connsiteX2" fmla="*/ 1031526 w 1155570"/>
                <a:gd name="connsiteY2" fmla="*/ 435756 h 877706"/>
                <a:gd name="connsiteX3" fmla="*/ 803097 w 1155570"/>
                <a:gd name="connsiteY3" fmla="*/ 808496 h 877706"/>
                <a:gd name="connsiteX4" fmla="*/ 131654 w 1155570"/>
                <a:gd name="connsiteY4" fmla="*/ 850630 h 877706"/>
                <a:gd name="connsiteX5" fmla="*/ 243514 w 1155570"/>
                <a:gd name="connsiteY5" fmla="*/ 497486 h 877706"/>
                <a:gd name="connsiteX0" fmla="*/ 27827 w 939883"/>
                <a:gd name="connsiteY0" fmla="*/ 497486 h 808496"/>
                <a:gd name="connsiteX1" fmla="*/ 564297 w 939883"/>
                <a:gd name="connsiteY1" fmla="*/ 233916 h 808496"/>
                <a:gd name="connsiteX2" fmla="*/ 815839 w 939883"/>
                <a:gd name="connsiteY2" fmla="*/ 435756 h 808496"/>
                <a:gd name="connsiteX3" fmla="*/ 587410 w 939883"/>
                <a:gd name="connsiteY3" fmla="*/ 808496 h 808496"/>
                <a:gd name="connsiteX4" fmla="*/ 220997 w 939883"/>
                <a:gd name="connsiteY4" fmla="*/ 674436 h 808496"/>
                <a:gd name="connsiteX5" fmla="*/ 27827 w 939883"/>
                <a:gd name="connsiteY5" fmla="*/ 497486 h 808496"/>
                <a:gd name="connsiteX0" fmla="*/ 99347 w 887276"/>
                <a:gd name="connsiteY0" fmla="*/ 412502 h 886548"/>
                <a:gd name="connsiteX1" fmla="*/ 511690 w 887276"/>
                <a:gd name="connsiteY1" fmla="*/ 311968 h 886548"/>
                <a:gd name="connsiteX2" fmla="*/ 763232 w 887276"/>
                <a:gd name="connsiteY2" fmla="*/ 513808 h 886548"/>
                <a:gd name="connsiteX3" fmla="*/ 534803 w 887276"/>
                <a:gd name="connsiteY3" fmla="*/ 886548 h 886548"/>
                <a:gd name="connsiteX4" fmla="*/ 168390 w 887276"/>
                <a:gd name="connsiteY4" fmla="*/ 752488 h 886548"/>
                <a:gd name="connsiteX5" fmla="*/ 99347 w 887276"/>
                <a:gd name="connsiteY5" fmla="*/ 412502 h 886548"/>
                <a:gd name="connsiteX0" fmla="*/ 57691 w 845620"/>
                <a:gd name="connsiteY0" fmla="*/ 412502 h 905384"/>
                <a:gd name="connsiteX1" fmla="*/ 470034 w 845620"/>
                <a:gd name="connsiteY1" fmla="*/ 311968 h 905384"/>
                <a:gd name="connsiteX2" fmla="*/ 721576 w 845620"/>
                <a:gd name="connsiteY2" fmla="*/ 513808 h 905384"/>
                <a:gd name="connsiteX3" fmla="*/ 493147 w 845620"/>
                <a:gd name="connsiteY3" fmla="*/ 886548 h 905384"/>
                <a:gd name="connsiteX4" fmla="*/ 126734 w 845620"/>
                <a:gd name="connsiteY4" fmla="*/ 752488 h 905384"/>
                <a:gd name="connsiteX5" fmla="*/ 57691 w 845620"/>
                <a:gd name="connsiteY5" fmla="*/ 412502 h 905384"/>
                <a:gd name="connsiteX0" fmla="*/ 57691 w 845620"/>
                <a:gd name="connsiteY0" fmla="*/ 412502 h 966637"/>
                <a:gd name="connsiteX1" fmla="*/ 470034 w 845620"/>
                <a:gd name="connsiteY1" fmla="*/ 311968 h 966637"/>
                <a:gd name="connsiteX2" fmla="*/ 721576 w 845620"/>
                <a:gd name="connsiteY2" fmla="*/ 513808 h 966637"/>
                <a:gd name="connsiteX3" fmla="*/ 493147 w 845620"/>
                <a:gd name="connsiteY3" fmla="*/ 886548 h 966637"/>
                <a:gd name="connsiteX4" fmla="*/ 126734 w 845620"/>
                <a:gd name="connsiteY4" fmla="*/ 752488 h 966637"/>
                <a:gd name="connsiteX5" fmla="*/ 57691 w 845620"/>
                <a:gd name="connsiteY5" fmla="*/ 412502 h 966637"/>
                <a:gd name="connsiteX0" fmla="*/ 57691 w 845620"/>
                <a:gd name="connsiteY0" fmla="*/ 358234 h 912369"/>
                <a:gd name="connsiteX1" fmla="*/ 470034 w 845620"/>
                <a:gd name="connsiteY1" fmla="*/ 257700 h 912369"/>
                <a:gd name="connsiteX2" fmla="*/ 721576 w 845620"/>
                <a:gd name="connsiteY2" fmla="*/ 459540 h 912369"/>
                <a:gd name="connsiteX3" fmla="*/ 493147 w 845620"/>
                <a:gd name="connsiteY3" fmla="*/ 832280 h 912369"/>
                <a:gd name="connsiteX4" fmla="*/ 126734 w 845620"/>
                <a:gd name="connsiteY4" fmla="*/ 698220 h 912369"/>
                <a:gd name="connsiteX5" fmla="*/ 57691 w 845620"/>
                <a:gd name="connsiteY5" fmla="*/ 358234 h 912369"/>
                <a:gd name="connsiteX0" fmla="*/ 57691 w 845620"/>
                <a:gd name="connsiteY0" fmla="*/ 364631 h 918766"/>
                <a:gd name="connsiteX1" fmla="*/ 436372 w 845620"/>
                <a:gd name="connsiteY1" fmla="*/ 251801 h 918766"/>
                <a:gd name="connsiteX2" fmla="*/ 721576 w 845620"/>
                <a:gd name="connsiteY2" fmla="*/ 465937 h 918766"/>
                <a:gd name="connsiteX3" fmla="*/ 493147 w 845620"/>
                <a:gd name="connsiteY3" fmla="*/ 838677 h 918766"/>
                <a:gd name="connsiteX4" fmla="*/ 126734 w 845620"/>
                <a:gd name="connsiteY4" fmla="*/ 704617 h 918766"/>
                <a:gd name="connsiteX5" fmla="*/ 57691 w 845620"/>
                <a:gd name="connsiteY5" fmla="*/ 364631 h 918766"/>
                <a:gd name="connsiteX0" fmla="*/ 57691 w 845620"/>
                <a:gd name="connsiteY0" fmla="*/ 364631 h 918766"/>
                <a:gd name="connsiteX1" fmla="*/ 436372 w 845620"/>
                <a:gd name="connsiteY1" fmla="*/ 251801 h 918766"/>
                <a:gd name="connsiteX2" fmla="*/ 721576 w 845620"/>
                <a:gd name="connsiteY2" fmla="*/ 465937 h 918766"/>
                <a:gd name="connsiteX3" fmla="*/ 493147 w 845620"/>
                <a:gd name="connsiteY3" fmla="*/ 838677 h 918766"/>
                <a:gd name="connsiteX4" fmla="*/ 126734 w 845620"/>
                <a:gd name="connsiteY4" fmla="*/ 704617 h 918766"/>
                <a:gd name="connsiteX5" fmla="*/ 57691 w 845620"/>
                <a:gd name="connsiteY5" fmla="*/ 364631 h 918766"/>
                <a:gd name="connsiteX0" fmla="*/ 57691 w 845620"/>
                <a:gd name="connsiteY0" fmla="*/ 364631 h 918766"/>
                <a:gd name="connsiteX1" fmla="*/ 436372 w 845620"/>
                <a:gd name="connsiteY1" fmla="*/ 251801 h 918766"/>
                <a:gd name="connsiteX2" fmla="*/ 721576 w 845620"/>
                <a:gd name="connsiteY2" fmla="*/ 465937 h 918766"/>
                <a:gd name="connsiteX3" fmla="*/ 493147 w 845620"/>
                <a:gd name="connsiteY3" fmla="*/ 838677 h 918766"/>
                <a:gd name="connsiteX4" fmla="*/ 126734 w 845620"/>
                <a:gd name="connsiteY4" fmla="*/ 704617 h 918766"/>
                <a:gd name="connsiteX5" fmla="*/ 57691 w 845620"/>
                <a:gd name="connsiteY5" fmla="*/ 364631 h 918766"/>
                <a:gd name="connsiteX0" fmla="*/ 57691 w 917627"/>
                <a:gd name="connsiteY0" fmla="*/ 364631 h 918766"/>
                <a:gd name="connsiteX1" fmla="*/ 436372 w 917627"/>
                <a:gd name="connsiteY1" fmla="*/ 251801 h 918766"/>
                <a:gd name="connsiteX2" fmla="*/ 721576 w 917627"/>
                <a:gd name="connsiteY2" fmla="*/ 465937 h 918766"/>
                <a:gd name="connsiteX3" fmla="*/ 493147 w 917627"/>
                <a:gd name="connsiteY3" fmla="*/ 838677 h 918766"/>
                <a:gd name="connsiteX4" fmla="*/ 126734 w 917627"/>
                <a:gd name="connsiteY4" fmla="*/ 704617 h 918766"/>
                <a:gd name="connsiteX5" fmla="*/ 57691 w 917627"/>
                <a:gd name="connsiteY5" fmla="*/ 364631 h 918766"/>
                <a:gd name="connsiteX0" fmla="*/ 57691 w 799697"/>
                <a:gd name="connsiteY0" fmla="*/ 364631 h 918766"/>
                <a:gd name="connsiteX1" fmla="*/ 436372 w 799697"/>
                <a:gd name="connsiteY1" fmla="*/ 251801 h 918766"/>
                <a:gd name="connsiteX2" fmla="*/ 721576 w 799697"/>
                <a:gd name="connsiteY2" fmla="*/ 465937 h 918766"/>
                <a:gd name="connsiteX3" fmla="*/ 493147 w 799697"/>
                <a:gd name="connsiteY3" fmla="*/ 838677 h 918766"/>
                <a:gd name="connsiteX4" fmla="*/ 126734 w 799697"/>
                <a:gd name="connsiteY4" fmla="*/ 704617 h 918766"/>
                <a:gd name="connsiteX5" fmla="*/ 57691 w 799697"/>
                <a:gd name="connsiteY5" fmla="*/ 364631 h 918766"/>
                <a:gd name="connsiteX0" fmla="*/ 65803 w 788752"/>
                <a:gd name="connsiteY0" fmla="*/ 359423 h 923546"/>
                <a:gd name="connsiteX1" fmla="*/ 425427 w 788752"/>
                <a:gd name="connsiteY1" fmla="*/ 256581 h 923546"/>
                <a:gd name="connsiteX2" fmla="*/ 710631 w 788752"/>
                <a:gd name="connsiteY2" fmla="*/ 470717 h 923546"/>
                <a:gd name="connsiteX3" fmla="*/ 482202 w 788752"/>
                <a:gd name="connsiteY3" fmla="*/ 843457 h 923546"/>
                <a:gd name="connsiteX4" fmla="*/ 115789 w 788752"/>
                <a:gd name="connsiteY4" fmla="*/ 709397 h 923546"/>
                <a:gd name="connsiteX5" fmla="*/ 65803 w 788752"/>
                <a:gd name="connsiteY5" fmla="*/ 359423 h 923546"/>
                <a:gd name="connsiteX0" fmla="*/ 65803 w 788752"/>
                <a:gd name="connsiteY0" fmla="*/ 338595 h 902718"/>
                <a:gd name="connsiteX1" fmla="*/ 425427 w 788752"/>
                <a:gd name="connsiteY1" fmla="*/ 235753 h 902718"/>
                <a:gd name="connsiteX2" fmla="*/ 710631 w 788752"/>
                <a:gd name="connsiteY2" fmla="*/ 449889 h 902718"/>
                <a:gd name="connsiteX3" fmla="*/ 482202 w 788752"/>
                <a:gd name="connsiteY3" fmla="*/ 822629 h 902718"/>
                <a:gd name="connsiteX4" fmla="*/ 115789 w 788752"/>
                <a:gd name="connsiteY4" fmla="*/ 688569 h 902718"/>
                <a:gd name="connsiteX5" fmla="*/ 65803 w 788752"/>
                <a:gd name="connsiteY5" fmla="*/ 338595 h 902718"/>
                <a:gd name="connsiteX0" fmla="*/ 65803 w 761655"/>
                <a:gd name="connsiteY0" fmla="*/ 338595 h 1029873"/>
                <a:gd name="connsiteX1" fmla="*/ 425427 w 761655"/>
                <a:gd name="connsiteY1" fmla="*/ 235753 h 1029873"/>
                <a:gd name="connsiteX2" fmla="*/ 710631 w 761655"/>
                <a:gd name="connsiteY2" fmla="*/ 449889 h 1029873"/>
                <a:gd name="connsiteX3" fmla="*/ 404437 w 761655"/>
                <a:gd name="connsiteY3" fmla="*/ 1020782 h 1029873"/>
                <a:gd name="connsiteX4" fmla="*/ 115789 w 761655"/>
                <a:gd name="connsiteY4" fmla="*/ 688569 h 1029873"/>
                <a:gd name="connsiteX5" fmla="*/ 65803 w 761655"/>
                <a:gd name="connsiteY5" fmla="*/ 338595 h 1029873"/>
                <a:gd name="connsiteX0" fmla="*/ 65803 w 716384"/>
                <a:gd name="connsiteY0" fmla="*/ 338595 h 1029873"/>
                <a:gd name="connsiteX1" fmla="*/ 425427 w 716384"/>
                <a:gd name="connsiteY1" fmla="*/ 235753 h 1029873"/>
                <a:gd name="connsiteX2" fmla="*/ 641964 w 716384"/>
                <a:gd name="connsiteY2" fmla="*/ 498799 h 1029873"/>
                <a:gd name="connsiteX3" fmla="*/ 404437 w 716384"/>
                <a:gd name="connsiteY3" fmla="*/ 1020782 h 1029873"/>
                <a:gd name="connsiteX4" fmla="*/ 115789 w 716384"/>
                <a:gd name="connsiteY4" fmla="*/ 688569 h 1029873"/>
                <a:gd name="connsiteX5" fmla="*/ 65803 w 716384"/>
                <a:gd name="connsiteY5" fmla="*/ 338595 h 1029873"/>
                <a:gd name="connsiteX0" fmla="*/ 65803 w 716384"/>
                <a:gd name="connsiteY0" fmla="*/ 338595 h 1029873"/>
                <a:gd name="connsiteX1" fmla="*/ 425427 w 716384"/>
                <a:gd name="connsiteY1" fmla="*/ 235753 h 1029873"/>
                <a:gd name="connsiteX2" fmla="*/ 641964 w 716384"/>
                <a:gd name="connsiteY2" fmla="*/ 498799 h 1029873"/>
                <a:gd name="connsiteX3" fmla="*/ 404437 w 716384"/>
                <a:gd name="connsiteY3" fmla="*/ 1020782 h 1029873"/>
                <a:gd name="connsiteX4" fmla="*/ 115789 w 716384"/>
                <a:gd name="connsiteY4" fmla="*/ 688569 h 1029873"/>
                <a:gd name="connsiteX5" fmla="*/ 65803 w 716384"/>
                <a:gd name="connsiteY5" fmla="*/ 338595 h 1029873"/>
                <a:gd name="connsiteX0" fmla="*/ 65803 w 716384"/>
                <a:gd name="connsiteY0" fmla="*/ 331981 h 1023259"/>
                <a:gd name="connsiteX1" fmla="*/ 473398 w 716384"/>
                <a:gd name="connsiteY1" fmla="*/ 241369 h 1023259"/>
                <a:gd name="connsiteX2" fmla="*/ 641964 w 716384"/>
                <a:gd name="connsiteY2" fmla="*/ 492185 h 1023259"/>
                <a:gd name="connsiteX3" fmla="*/ 404437 w 716384"/>
                <a:gd name="connsiteY3" fmla="*/ 1014168 h 1023259"/>
                <a:gd name="connsiteX4" fmla="*/ 115789 w 716384"/>
                <a:gd name="connsiteY4" fmla="*/ 681955 h 1023259"/>
                <a:gd name="connsiteX5" fmla="*/ 65803 w 716384"/>
                <a:gd name="connsiteY5" fmla="*/ 331981 h 1023259"/>
                <a:gd name="connsiteX0" fmla="*/ 65803 w 716384"/>
                <a:gd name="connsiteY0" fmla="*/ 331981 h 1023259"/>
                <a:gd name="connsiteX1" fmla="*/ 473398 w 716384"/>
                <a:gd name="connsiteY1" fmla="*/ 241369 h 1023259"/>
                <a:gd name="connsiteX2" fmla="*/ 641964 w 716384"/>
                <a:gd name="connsiteY2" fmla="*/ 492185 h 1023259"/>
                <a:gd name="connsiteX3" fmla="*/ 404437 w 716384"/>
                <a:gd name="connsiteY3" fmla="*/ 1014168 h 1023259"/>
                <a:gd name="connsiteX4" fmla="*/ 115789 w 716384"/>
                <a:gd name="connsiteY4" fmla="*/ 681955 h 1023259"/>
                <a:gd name="connsiteX5" fmla="*/ 65803 w 716384"/>
                <a:gd name="connsiteY5" fmla="*/ 331981 h 1023259"/>
                <a:gd name="connsiteX0" fmla="*/ 65803 w 846096"/>
                <a:gd name="connsiteY0" fmla="*/ 331981 h 1023259"/>
                <a:gd name="connsiteX1" fmla="*/ 473398 w 846096"/>
                <a:gd name="connsiteY1" fmla="*/ 241369 h 1023259"/>
                <a:gd name="connsiteX2" fmla="*/ 641964 w 846096"/>
                <a:gd name="connsiteY2" fmla="*/ 492185 h 1023259"/>
                <a:gd name="connsiteX3" fmla="*/ 404437 w 846096"/>
                <a:gd name="connsiteY3" fmla="*/ 1014168 h 1023259"/>
                <a:gd name="connsiteX4" fmla="*/ 115789 w 846096"/>
                <a:gd name="connsiteY4" fmla="*/ 681955 h 1023259"/>
                <a:gd name="connsiteX5" fmla="*/ 65803 w 846096"/>
                <a:gd name="connsiteY5" fmla="*/ 331981 h 1023259"/>
                <a:gd name="connsiteX0" fmla="*/ 65803 w 659717"/>
                <a:gd name="connsiteY0" fmla="*/ 331981 h 1023259"/>
                <a:gd name="connsiteX1" fmla="*/ 473398 w 659717"/>
                <a:gd name="connsiteY1" fmla="*/ 241369 h 1023259"/>
                <a:gd name="connsiteX2" fmla="*/ 641964 w 659717"/>
                <a:gd name="connsiteY2" fmla="*/ 492185 h 1023259"/>
                <a:gd name="connsiteX3" fmla="*/ 623051 w 659717"/>
                <a:gd name="connsiteY3" fmla="*/ 847102 h 1023259"/>
                <a:gd name="connsiteX4" fmla="*/ 404437 w 659717"/>
                <a:gd name="connsiteY4" fmla="*/ 1014168 h 1023259"/>
                <a:gd name="connsiteX5" fmla="*/ 115789 w 659717"/>
                <a:gd name="connsiteY5" fmla="*/ 681955 h 1023259"/>
                <a:gd name="connsiteX6" fmla="*/ 65803 w 659717"/>
                <a:gd name="connsiteY6" fmla="*/ 331981 h 1023259"/>
                <a:gd name="connsiteX0" fmla="*/ 65803 w 839877"/>
                <a:gd name="connsiteY0" fmla="*/ 331981 h 1023259"/>
                <a:gd name="connsiteX1" fmla="*/ 473398 w 839877"/>
                <a:gd name="connsiteY1" fmla="*/ 241369 h 1023259"/>
                <a:gd name="connsiteX2" fmla="*/ 641964 w 839877"/>
                <a:gd name="connsiteY2" fmla="*/ 492185 h 1023259"/>
                <a:gd name="connsiteX3" fmla="*/ 623051 w 839877"/>
                <a:gd name="connsiteY3" fmla="*/ 847102 h 1023259"/>
                <a:gd name="connsiteX4" fmla="*/ 404437 w 839877"/>
                <a:gd name="connsiteY4" fmla="*/ 1014168 h 1023259"/>
                <a:gd name="connsiteX5" fmla="*/ 115789 w 839877"/>
                <a:gd name="connsiteY5" fmla="*/ 681955 h 1023259"/>
                <a:gd name="connsiteX6" fmla="*/ 65803 w 839877"/>
                <a:gd name="connsiteY6" fmla="*/ 331981 h 1023259"/>
                <a:gd name="connsiteX0" fmla="*/ 65803 w 839877"/>
                <a:gd name="connsiteY0" fmla="*/ 331981 h 998613"/>
                <a:gd name="connsiteX1" fmla="*/ 473398 w 839877"/>
                <a:gd name="connsiteY1" fmla="*/ 241369 h 998613"/>
                <a:gd name="connsiteX2" fmla="*/ 641964 w 839877"/>
                <a:gd name="connsiteY2" fmla="*/ 492185 h 998613"/>
                <a:gd name="connsiteX3" fmla="*/ 623051 w 839877"/>
                <a:gd name="connsiteY3" fmla="*/ 847102 h 998613"/>
                <a:gd name="connsiteX4" fmla="*/ 416980 w 839877"/>
                <a:gd name="connsiteY4" fmla="*/ 985010 h 998613"/>
                <a:gd name="connsiteX5" fmla="*/ 115789 w 839877"/>
                <a:gd name="connsiteY5" fmla="*/ 681955 h 998613"/>
                <a:gd name="connsiteX6" fmla="*/ 65803 w 839877"/>
                <a:gd name="connsiteY6" fmla="*/ 331981 h 998613"/>
                <a:gd name="connsiteX0" fmla="*/ 65803 w 839877"/>
                <a:gd name="connsiteY0" fmla="*/ 331981 h 998613"/>
                <a:gd name="connsiteX1" fmla="*/ 473398 w 839877"/>
                <a:gd name="connsiteY1" fmla="*/ 241369 h 998613"/>
                <a:gd name="connsiteX2" fmla="*/ 641964 w 839877"/>
                <a:gd name="connsiteY2" fmla="*/ 492185 h 998613"/>
                <a:gd name="connsiteX3" fmla="*/ 623051 w 839877"/>
                <a:gd name="connsiteY3" fmla="*/ 847102 h 998613"/>
                <a:gd name="connsiteX4" fmla="*/ 416980 w 839877"/>
                <a:gd name="connsiteY4" fmla="*/ 985010 h 998613"/>
                <a:gd name="connsiteX5" fmla="*/ 115789 w 839877"/>
                <a:gd name="connsiteY5" fmla="*/ 681955 h 998613"/>
                <a:gd name="connsiteX6" fmla="*/ 65803 w 839877"/>
                <a:gd name="connsiteY6" fmla="*/ 331981 h 998613"/>
                <a:gd name="connsiteX0" fmla="*/ 140391 w 914465"/>
                <a:gd name="connsiteY0" fmla="*/ 331981 h 1026030"/>
                <a:gd name="connsiteX1" fmla="*/ 547986 w 914465"/>
                <a:gd name="connsiteY1" fmla="*/ 241369 h 1026030"/>
                <a:gd name="connsiteX2" fmla="*/ 716552 w 914465"/>
                <a:gd name="connsiteY2" fmla="*/ 492185 h 1026030"/>
                <a:gd name="connsiteX3" fmla="*/ 697639 w 914465"/>
                <a:gd name="connsiteY3" fmla="*/ 847102 h 1026030"/>
                <a:gd name="connsiteX4" fmla="*/ 491568 w 914465"/>
                <a:gd name="connsiteY4" fmla="*/ 985010 h 1026030"/>
                <a:gd name="connsiteX5" fmla="*/ 70290 w 914465"/>
                <a:gd name="connsiteY5" fmla="*/ 772249 h 1026030"/>
                <a:gd name="connsiteX6" fmla="*/ 140391 w 914465"/>
                <a:gd name="connsiteY6" fmla="*/ 331981 h 1026030"/>
                <a:gd name="connsiteX0" fmla="*/ 140391 w 914465"/>
                <a:gd name="connsiteY0" fmla="*/ 331981 h 995547"/>
                <a:gd name="connsiteX1" fmla="*/ 547986 w 914465"/>
                <a:gd name="connsiteY1" fmla="*/ 241369 h 995547"/>
                <a:gd name="connsiteX2" fmla="*/ 716552 w 914465"/>
                <a:gd name="connsiteY2" fmla="*/ 492185 h 995547"/>
                <a:gd name="connsiteX3" fmla="*/ 697639 w 914465"/>
                <a:gd name="connsiteY3" fmla="*/ 847102 h 995547"/>
                <a:gd name="connsiteX4" fmla="*/ 491568 w 914465"/>
                <a:gd name="connsiteY4" fmla="*/ 985010 h 995547"/>
                <a:gd name="connsiteX5" fmla="*/ 70290 w 914465"/>
                <a:gd name="connsiteY5" fmla="*/ 772249 h 995547"/>
                <a:gd name="connsiteX6" fmla="*/ 140391 w 914465"/>
                <a:gd name="connsiteY6" fmla="*/ 331981 h 995547"/>
                <a:gd name="connsiteX0" fmla="*/ 124524 w 920236"/>
                <a:gd name="connsiteY0" fmla="*/ 385023 h 957037"/>
                <a:gd name="connsiteX1" fmla="*/ 553757 w 920236"/>
                <a:gd name="connsiteY1" fmla="*/ 202859 h 957037"/>
                <a:gd name="connsiteX2" fmla="*/ 722323 w 920236"/>
                <a:gd name="connsiteY2" fmla="*/ 453675 h 957037"/>
                <a:gd name="connsiteX3" fmla="*/ 703410 w 920236"/>
                <a:gd name="connsiteY3" fmla="*/ 808592 h 957037"/>
                <a:gd name="connsiteX4" fmla="*/ 497339 w 920236"/>
                <a:gd name="connsiteY4" fmla="*/ 946500 h 957037"/>
                <a:gd name="connsiteX5" fmla="*/ 76061 w 920236"/>
                <a:gd name="connsiteY5" fmla="*/ 733739 h 957037"/>
                <a:gd name="connsiteX6" fmla="*/ 124524 w 920236"/>
                <a:gd name="connsiteY6" fmla="*/ 385023 h 957037"/>
                <a:gd name="connsiteX0" fmla="*/ 138979 w 914937"/>
                <a:gd name="connsiteY0" fmla="*/ 366321 h 969060"/>
                <a:gd name="connsiteX1" fmla="*/ 548458 w 914937"/>
                <a:gd name="connsiteY1" fmla="*/ 214882 h 969060"/>
                <a:gd name="connsiteX2" fmla="*/ 717024 w 914937"/>
                <a:gd name="connsiteY2" fmla="*/ 465698 h 969060"/>
                <a:gd name="connsiteX3" fmla="*/ 698111 w 914937"/>
                <a:gd name="connsiteY3" fmla="*/ 820615 h 969060"/>
                <a:gd name="connsiteX4" fmla="*/ 492040 w 914937"/>
                <a:gd name="connsiteY4" fmla="*/ 958523 h 969060"/>
                <a:gd name="connsiteX5" fmla="*/ 70762 w 914937"/>
                <a:gd name="connsiteY5" fmla="*/ 745762 h 969060"/>
                <a:gd name="connsiteX6" fmla="*/ 138979 w 914937"/>
                <a:gd name="connsiteY6" fmla="*/ 366321 h 969060"/>
                <a:gd name="connsiteX0" fmla="*/ 138979 w 914937"/>
                <a:gd name="connsiteY0" fmla="*/ 395581 h 998320"/>
                <a:gd name="connsiteX1" fmla="*/ 548458 w 914937"/>
                <a:gd name="connsiteY1" fmla="*/ 244142 h 998320"/>
                <a:gd name="connsiteX2" fmla="*/ 717024 w 914937"/>
                <a:gd name="connsiteY2" fmla="*/ 494958 h 998320"/>
                <a:gd name="connsiteX3" fmla="*/ 698111 w 914937"/>
                <a:gd name="connsiteY3" fmla="*/ 849875 h 998320"/>
                <a:gd name="connsiteX4" fmla="*/ 492040 w 914937"/>
                <a:gd name="connsiteY4" fmla="*/ 987783 h 998320"/>
                <a:gd name="connsiteX5" fmla="*/ 70762 w 914937"/>
                <a:gd name="connsiteY5" fmla="*/ 775022 h 998320"/>
                <a:gd name="connsiteX6" fmla="*/ 138979 w 914937"/>
                <a:gd name="connsiteY6" fmla="*/ 395581 h 998320"/>
                <a:gd name="connsiteX0" fmla="*/ 174943 w 950901"/>
                <a:gd name="connsiteY0" fmla="*/ 395581 h 998320"/>
                <a:gd name="connsiteX1" fmla="*/ 584422 w 950901"/>
                <a:gd name="connsiteY1" fmla="*/ 244142 h 998320"/>
                <a:gd name="connsiteX2" fmla="*/ 752988 w 950901"/>
                <a:gd name="connsiteY2" fmla="*/ 494958 h 998320"/>
                <a:gd name="connsiteX3" fmla="*/ 734075 w 950901"/>
                <a:gd name="connsiteY3" fmla="*/ 849875 h 998320"/>
                <a:gd name="connsiteX4" fmla="*/ 528004 w 950901"/>
                <a:gd name="connsiteY4" fmla="*/ 987783 h 998320"/>
                <a:gd name="connsiteX5" fmla="*/ 106726 w 950901"/>
                <a:gd name="connsiteY5" fmla="*/ 775022 h 998320"/>
                <a:gd name="connsiteX6" fmla="*/ 174943 w 950901"/>
                <a:gd name="connsiteY6" fmla="*/ 395581 h 998320"/>
                <a:gd name="connsiteX0" fmla="*/ 205514 w 981472"/>
                <a:gd name="connsiteY0" fmla="*/ 395581 h 998320"/>
                <a:gd name="connsiteX1" fmla="*/ 614993 w 981472"/>
                <a:gd name="connsiteY1" fmla="*/ 244142 h 998320"/>
                <a:gd name="connsiteX2" fmla="*/ 783559 w 981472"/>
                <a:gd name="connsiteY2" fmla="*/ 494958 h 998320"/>
                <a:gd name="connsiteX3" fmla="*/ 764646 w 981472"/>
                <a:gd name="connsiteY3" fmla="*/ 849875 h 998320"/>
                <a:gd name="connsiteX4" fmla="*/ 558575 w 981472"/>
                <a:gd name="connsiteY4" fmla="*/ 987783 h 998320"/>
                <a:gd name="connsiteX5" fmla="*/ 137297 w 981472"/>
                <a:gd name="connsiteY5" fmla="*/ 775022 h 998320"/>
                <a:gd name="connsiteX6" fmla="*/ 205514 w 981472"/>
                <a:gd name="connsiteY6" fmla="*/ 395581 h 998320"/>
                <a:gd name="connsiteX0" fmla="*/ 203182 w 982904"/>
                <a:gd name="connsiteY0" fmla="*/ 415154 h 983091"/>
                <a:gd name="connsiteX1" fmla="*/ 616425 w 982904"/>
                <a:gd name="connsiteY1" fmla="*/ 228913 h 983091"/>
                <a:gd name="connsiteX2" fmla="*/ 784991 w 982904"/>
                <a:gd name="connsiteY2" fmla="*/ 479729 h 983091"/>
                <a:gd name="connsiteX3" fmla="*/ 766078 w 982904"/>
                <a:gd name="connsiteY3" fmla="*/ 834646 h 983091"/>
                <a:gd name="connsiteX4" fmla="*/ 560007 w 982904"/>
                <a:gd name="connsiteY4" fmla="*/ 972554 h 983091"/>
                <a:gd name="connsiteX5" fmla="*/ 138729 w 982904"/>
                <a:gd name="connsiteY5" fmla="*/ 759793 h 983091"/>
                <a:gd name="connsiteX6" fmla="*/ 203182 w 982904"/>
                <a:gd name="connsiteY6" fmla="*/ 415154 h 983091"/>
                <a:gd name="connsiteX0" fmla="*/ 203182 w 982904"/>
                <a:gd name="connsiteY0" fmla="*/ 439435 h 1007372"/>
                <a:gd name="connsiteX1" fmla="*/ 616425 w 982904"/>
                <a:gd name="connsiteY1" fmla="*/ 253194 h 1007372"/>
                <a:gd name="connsiteX2" fmla="*/ 784991 w 982904"/>
                <a:gd name="connsiteY2" fmla="*/ 504010 h 1007372"/>
                <a:gd name="connsiteX3" fmla="*/ 766078 w 982904"/>
                <a:gd name="connsiteY3" fmla="*/ 858927 h 1007372"/>
                <a:gd name="connsiteX4" fmla="*/ 560007 w 982904"/>
                <a:gd name="connsiteY4" fmla="*/ 996835 h 1007372"/>
                <a:gd name="connsiteX5" fmla="*/ 138729 w 982904"/>
                <a:gd name="connsiteY5" fmla="*/ 784074 h 1007372"/>
                <a:gd name="connsiteX6" fmla="*/ 203182 w 982904"/>
                <a:gd name="connsiteY6" fmla="*/ 439435 h 1007372"/>
                <a:gd name="connsiteX0" fmla="*/ 203860 w 983582"/>
                <a:gd name="connsiteY0" fmla="*/ 439435 h 1007372"/>
                <a:gd name="connsiteX1" fmla="*/ 617103 w 983582"/>
                <a:gd name="connsiteY1" fmla="*/ 253194 h 1007372"/>
                <a:gd name="connsiteX2" fmla="*/ 785669 w 983582"/>
                <a:gd name="connsiteY2" fmla="*/ 504010 h 1007372"/>
                <a:gd name="connsiteX3" fmla="*/ 766756 w 983582"/>
                <a:gd name="connsiteY3" fmla="*/ 858927 h 1007372"/>
                <a:gd name="connsiteX4" fmla="*/ 560685 w 983582"/>
                <a:gd name="connsiteY4" fmla="*/ 996835 h 1007372"/>
                <a:gd name="connsiteX5" fmla="*/ 139407 w 983582"/>
                <a:gd name="connsiteY5" fmla="*/ 784074 h 1007372"/>
                <a:gd name="connsiteX6" fmla="*/ 203860 w 983582"/>
                <a:gd name="connsiteY6" fmla="*/ 439435 h 1007372"/>
                <a:gd name="connsiteX0" fmla="*/ 165065 w 944787"/>
                <a:gd name="connsiteY0" fmla="*/ 439435 h 1007372"/>
                <a:gd name="connsiteX1" fmla="*/ 578308 w 944787"/>
                <a:gd name="connsiteY1" fmla="*/ 253194 h 1007372"/>
                <a:gd name="connsiteX2" fmla="*/ 746874 w 944787"/>
                <a:gd name="connsiteY2" fmla="*/ 504010 h 1007372"/>
                <a:gd name="connsiteX3" fmla="*/ 727961 w 944787"/>
                <a:gd name="connsiteY3" fmla="*/ 858927 h 1007372"/>
                <a:gd name="connsiteX4" fmla="*/ 521890 w 944787"/>
                <a:gd name="connsiteY4" fmla="*/ 996835 h 1007372"/>
                <a:gd name="connsiteX5" fmla="*/ 100612 w 944787"/>
                <a:gd name="connsiteY5" fmla="*/ 784074 h 1007372"/>
                <a:gd name="connsiteX6" fmla="*/ 165065 w 944787"/>
                <a:gd name="connsiteY6" fmla="*/ 439435 h 1007372"/>
                <a:gd name="connsiteX0" fmla="*/ 167589 w 947311"/>
                <a:gd name="connsiteY0" fmla="*/ 439435 h 1007372"/>
                <a:gd name="connsiteX1" fmla="*/ 580832 w 947311"/>
                <a:gd name="connsiteY1" fmla="*/ 253194 h 1007372"/>
                <a:gd name="connsiteX2" fmla="*/ 749398 w 947311"/>
                <a:gd name="connsiteY2" fmla="*/ 504010 h 1007372"/>
                <a:gd name="connsiteX3" fmla="*/ 730485 w 947311"/>
                <a:gd name="connsiteY3" fmla="*/ 858927 h 1007372"/>
                <a:gd name="connsiteX4" fmla="*/ 524414 w 947311"/>
                <a:gd name="connsiteY4" fmla="*/ 996835 h 1007372"/>
                <a:gd name="connsiteX5" fmla="*/ 103136 w 947311"/>
                <a:gd name="connsiteY5" fmla="*/ 784074 h 1007372"/>
                <a:gd name="connsiteX6" fmla="*/ 167589 w 947311"/>
                <a:gd name="connsiteY6" fmla="*/ 439435 h 1007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47311" h="1007372">
                  <a:moveTo>
                    <a:pt x="167589" y="439435"/>
                  </a:moveTo>
                  <a:cubicBezTo>
                    <a:pt x="60532" y="-155148"/>
                    <a:pt x="542732" y="-72773"/>
                    <a:pt x="580832" y="253194"/>
                  </a:cubicBezTo>
                  <a:cubicBezTo>
                    <a:pt x="757922" y="329190"/>
                    <a:pt x="751652" y="320035"/>
                    <a:pt x="749398" y="504010"/>
                  </a:cubicBezTo>
                  <a:cubicBezTo>
                    <a:pt x="1185855" y="674117"/>
                    <a:pt x="770073" y="771930"/>
                    <a:pt x="730485" y="858927"/>
                  </a:cubicBezTo>
                  <a:cubicBezTo>
                    <a:pt x="690897" y="945924"/>
                    <a:pt x="565847" y="999745"/>
                    <a:pt x="524414" y="996835"/>
                  </a:cubicBezTo>
                  <a:cubicBezTo>
                    <a:pt x="478345" y="1018452"/>
                    <a:pt x="174884" y="1030439"/>
                    <a:pt x="103136" y="784074"/>
                  </a:cubicBezTo>
                  <a:cubicBezTo>
                    <a:pt x="-32502" y="593847"/>
                    <a:pt x="-56601" y="507167"/>
                    <a:pt x="167589" y="439435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4">
              <a:extLst>
                <a:ext uri="{FF2B5EF4-FFF2-40B4-BE49-F238E27FC236}">
                  <a16:creationId xmlns:a16="http://schemas.microsoft.com/office/drawing/2014/main" id="{C323ACF4-2D94-4466-FF24-B0A1E4464909}"/>
                </a:ext>
              </a:extLst>
            </p:cNvPr>
            <p:cNvSpPr/>
            <p:nvPr/>
          </p:nvSpPr>
          <p:spPr>
            <a:xfrm rot="20782659" flipH="1">
              <a:off x="5016155" y="845297"/>
              <a:ext cx="1151773" cy="1318189"/>
            </a:xfrm>
            <a:custGeom>
              <a:avLst/>
              <a:gdLst>
                <a:gd name="connsiteX0" fmla="*/ 0 w 457200"/>
                <a:gd name="connsiteY0" fmla="*/ 0 h 736600"/>
                <a:gd name="connsiteX1" fmla="*/ 457200 w 457200"/>
                <a:gd name="connsiteY1" fmla="*/ 0 h 736600"/>
                <a:gd name="connsiteX2" fmla="*/ 457200 w 457200"/>
                <a:gd name="connsiteY2" fmla="*/ 736600 h 736600"/>
                <a:gd name="connsiteX3" fmla="*/ 0 w 457200"/>
                <a:gd name="connsiteY3" fmla="*/ 736600 h 736600"/>
                <a:gd name="connsiteX4" fmla="*/ 0 w 457200"/>
                <a:gd name="connsiteY4" fmla="*/ 0 h 736600"/>
                <a:gd name="connsiteX0" fmla="*/ 12700 w 457200"/>
                <a:gd name="connsiteY0" fmla="*/ 0 h 800100"/>
                <a:gd name="connsiteX1" fmla="*/ 457200 w 457200"/>
                <a:gd name="connsiteY1" fmla="*/ 63500 h 800100"/>
                <a:gd name="connsiteX2" fmla="*/ 457200 w 457200"/>
                <a:gd name="connsiteY2" fmla="*/ 800100 h 800100"/>
                <a:gd name="connsiteX3" fmla="*/ 0 w 457200"/>
                <a:gd name="connsiteY3" fmla="*/ 800100 h 800100"/>
                <a:gd name="connsiteX4" fmla="*/ 12700 w 457200"/>
                <a:gd name="connsiteY4" fmla="*/ 0 h 800100"/>
                <a:gd name="connsiteX0" fmla="*/ 12700 w 584200"/>
                <a:gd name="connsiteY0" fmla="*/ 50800 h 850900"/>
                <a:gd name="connsiteX1" fmla="*/ 584200 w 584200"/>
                <a:gd name="connsiteY1" fmla="*/ 0 h 850900"/>
                <a:gd name="connsiteX2" fmla="*/ 457200 w 584200"/>
                <a:gd name="connsiteY2" fmla="*/ 850900 h 850900"/>
                <a:gd name="connsiteX3" fmla="*/ 0 w 584200"/>
                <a:gd name="connsiteY3" fmla="*/ 850900 h 850900"/>
                <a:gd name="connsiteX4" fmla="*/ 12700 w 584200"/>
                <a:gd name="connsiteY4" fmla="*/ 50800 h 850900"/>
                <a:gd name="connsiteX0" fmla="*/ 12700 w 649686"/>
                <a:gd name="connsiteY0" fmla="*/ 50800 h 850900"/>
                <a:gd name="connsiteX1" fmla="*/ 584200 w 649686"/>
                <a:gd name="connsiteY1" fmla="*/ 0 h 850900"/>
                <a:gd name="connsiteX2" fmla="*/ 647700 w 649686"/>
                <a:gd name="connsiteY2" fmla="*/ 444500 h 850900"/>
                <a:gd name="connsiteX3" fmla="*/ 457200 w 649686"/>
                <a:gd name="connsiteY3" fmla="*/ 850900 h 850900"/>
                <a:gd name="connsiteX4" fmla="*/ 0 w 649686"/>
                <a:gd name="connsiteY4" fmla="*/ 850900 h 850900"/>
                <a:gd name="connsiteX5" fmla="*/ 12700 w 649686"/>
                <a:gd name="connsiteY5" fmla="*/ 50800 h 850900"/>
                <a:gd name="connsiteX0" fmla="*/ 12700 w 649686"/>
                <a:gd name="connsiteY0" fmla="*/ 50800 h 965200"/>
                <a:gd name="connsiteX1" fmla="*/ 584200 w 649686"/>
                <a:gd name="connsiteY1" fmla="*/ 0 h 965200"/>
                <a:gd name="connsiteX2" fmla="*/ 647700 w 649686"/>
                <a:gd name="connsiteY2" fmla="*/ 444500 h 965200"/>
                <a:gd name="connsiteX3" fmla="*/ 152400 w 649686"/>
                <a:gd name="connsiteY3" fmla="*/ 965200 h 965200"/>
                <a:gd name="connsiteX4" fmla="*/ 0 w 649686"/>
                <a:gd name="connsiteY4" fmla="*/ 850900 h 965200"/>
                <a:gd name="connsiteX5" fmla="*/ 12700 w 649686"/>
                <a:gd name="connsiteY5" fmla="*/ 50800 h 965200"/>
                <a:gd name="connsiteX0" fmla="*/ 254000 w 890986"/>
                <a:gd name="connsiteY0" fmla="*/ 50800 h 965200"/>
                <a:gd name="connsiteX1" fmla="*/ 825500 w 890986"/>
                <a:gd name="connsiteY1" fmla="*/ 0 h 965200"/>
                <a:gd name="connsiteX2" fmla="*/ 889000 w 890986"/>
                <a:gd name="connsiteY2" fmla="*/ 444500 h 965200"/>
                <a:gd name="connsiteX3" fmla="*/ 393700 w 890986"/>
                <a:gd name="connsiteY3" fmla="*/ 965200 h 965200"/>
                <a:gd name="connsiteX4" fmla="*/ 0 w 890986"/>
                <a:gd name="connsiteY4" fmla="*/ 355600 h 965200"/>
                <a:gd name="connsiteX5" fmla="*/ 254000 w 890986"/>
                <a:gd name="connsiteY5" fmla="*/ 50800 h 965200"/>
                <a:gd name="connsiteX0" fmla="*/ 418310 w 1055296"/>
                <a:gd name="connsiteY0" fmla="*/ 50800 h 965200"/>
                <a:gd name="connsiteX1" fmla="*/ 989810 w 1055296"/>
                <a:gd name="connsiteY1" fmla="*/ 0 h 965200"/>
                <a:gd name="connsiteX2" fmla="*/ 1053310 w 1055296"/>
                <a:gd name="connsiteY2" fmla="*/ 444500 h 965200"/>
                <a:gd name="connsiteX3" fmla="*/ 558010 w 1055296"/>
                <a:gd name="connsiteY3" fmla="*/ 965200 h 965200"/>
                <a:gd name="connsiteX4" fmla="*/ 164310 w 1055296"/>
                <a:gd name="connsiteY4" fmla="*/ 355600 h 965200"/>
                <a:gd name="connsiteX5" fmla="*/ 418310 w 1055296"/>
                <a:gd name="connsiteY5" fmla="*/ 50800 h 965200"/>
                <a:gd name="connsiteX0" fmla="*/ 418310 w 1055296"/>
                <a:gd name="connsiteY0" fmla="*/ 50800 h 965200"/>
                <a:gd name="connsiteX1" fmla="*/ 989810 w 1055296"/>
                <a:gd name="connsiteY1" fmla="*/ 0 h 965200"/>
                <a:gd name="connsiteX2" fmla="*/ 1053310 w 1055296"/>
                <a:gd name="connsiteY2" fmla="*/ 444500 h 965200"/>
                <a:gd name="connsiteX3" fmla="*/ 558010 w 1055296"/>
                <a:gd name="connsiteY3" fmla="*/ 965200 h 965200"/>
                <a:gd name="connsiteX4" fmla="*/ 164310 w 1055296"/>
                <a:gd name="connsiteY4" fmla="*/ 355600 h 965200"/>
                <a:gd name="connsiteX5" fmla="*/ 418310 w 1055296"/>
                <a:gd name="connsiteY5" fmla="*/ 50800 h 965200"/>
                <a:gd name="connsiteX0" fmla="*/ 418310 w 1055296"/>
                <a:gd name="connsiteY0" fmla="*/ 384085 h 1298485"/>
                <a:gd name="connsiteX1" fmla="*/ 989810 w 1055296"/>
                <a:gd name="connsiteY1" fmla="*/ 333285 h 1298485"/>
                <a:gd name="connsiteX2" fmla="*/ 1053310 w 1055296"/>
                <a:gd name="connsiteY2" fmla="*/ 777785 h 1298485"/>
                <a:gd name="connsiteX3" fmla="*/ 558010 w 1055296"/>
                <a:gd name="connsiteY3" fmla="*/ 1298485 h 1298485"/>
                <a:gd name="connsiteX4" fmla="*/ 164310 w 1055296"/>
                <a:gd name="connsiteY4" fmla="*/ 688885 h 1298485"/>
                <a:gd name="connsiteX5" fmla="*/ 418310 w 1055296"/>
                <a:gd name="connsiteY5" fmla="*/ 384085 h 1298485"/>
                <a:gd name="connsiteX0" fmla="*/ 418310 w 1055296"/>
                <a:gd name="connsiteY0" fmla="*/ 476485 h 1390885"/>
                <a:gd name="connsiteX1" fmla="*/ 989810 w 1055296"/>
                <a:gd name="connsiteY1" fmla="*/ 425685 h 1390885"/>
                <a:gd name="connsiteX2" fmla="*/ 1053310 w 1055296"/>
                <a:gd name="connsiteY2" fmla="*/ 870185 h 1390885"/>
                <a:gd name="connsiteX3" fmla="*/ 558010 w 1055296"/>
                <a:gd name="connsiteY3" fmla="*/ 1390885 h 1390885"/>
                <a:gd name="connsiteX4" fmla="*/ 164310 w 1055296"/>
                <a:gd name="connsiteY4" fmla="*/ 781285 h 1390885"/>
                <a:gd name="connsiteX5" fmla="*/ 418310 w 1055296"/>
                <a:gd name="connsiteY5" fmla="*/ 476485 h 1390885"/>
                <a:gd name="connsiteX0" fmla="*/ 418310 w 1135940"/>
                <a:gd name="connsiteY0" fmla="*/ 476485 h 1390885"/>
                <a:gd name="connsiteX1" fmla="*/ 989810 w 1135940"/>
                <a:gd name="connsiteY1" fmla="*/ 425685 h 1390885"/>
                <a:gd name="connsiteX2" fmla="*/ 1053310 w 1135940"/>
                <a:gd name="connsiteY2" fmla="*/ 870185 h 1390885"/>
                <a:gd name="connsiteX3" fmla="*/ 558010 w 1135940"/>
                <a:gd name="connsiteY3" fmla="*/ 1390885 h 1390885"/>
                <a:gd name="connsiteX4" fmla="*/ 164310 w 1135940"/>
                <a:gd name="connsiteY4" fmla="*/ 781285 h 1390885"/>
                <a:gd name="connsiteX5" fmla="*/ 418310 w 1135940"/>
                <a:gd name="connsiteY5" fmla="*/ 476485 h 1390885"/>
                <a:gd name="connsiteX0" fmla="*/ 418310 w 1135940"/>
                <a:gd name="connsiteY0" fmla="*/ 476485 h 1390885"/>
                <a:gd name="connsiteX1" fmla="*/ 989810 w 1135940"/>
                <a:gd name="connsiteY1" fmla="*/ 425685 h 1390885"/>
                <a:gd name="connsiteX2" fmla="*/ 1053310 w 1135940"/>
                <a:gd name="connsiteY2" fmla="*/ 870185 h 1390885"/>
                <a:gd name="connsiteX3" fmla="*/ 558010 w 1135940"/>
                <a:gd name="connsiteY3" fmla="*/ 1390885 h 1390885"/>
                <a:gd name="connsiteX4" fmla="*/ 164310 w 1135940"/>
                <a:gd name="connsiteY4" fmla="*/ 781285 h 1390885"/>
                <a:gd name="connsiteX5" fmla="*/ 418310 w 1135940"/>
                <a:gd name="connsiteY5" fmla="*/ 476485 h 1390885"/>
                <a:gd name="connsiteX0" fmla="*/ 401518 w 1119148"/>
                <a:gd name="connsiteY0" fmla="*/ 476485 h 1808452"/>
                <a:gd name="connsiteX1" fmla="*/ 973018 w 1119148"/>
                <a:gd name="connsiteY1" fmla="*/ 425685 h 1808452"/>
                <a:gd name="connsiteX2" fmla="*/ 1036518 w 1119148"/>
                <a:gd name="connsiteY2" fmla="*/ 870185 h 1808452"/>
                <a:gd name="connsiteX3" fmla="*/ 669000 w 1119148"/>
                <a:gd name="connsiteY3" fmla="*/ 1808452 h 1808452"/>
                <a:gd name="connsiteX4" fmla="*/ 147518 w 1119148"/>
                <a:gd name="connsiteY4" fmla="*/ 781285 h 1808452"/>
                <a:gd name="connsiteX5" fmla="*/ 401518 w 1119148"/>
                <a:gd name="connsiteY5" fmla="*/ 476485 h 1808452"/>
                <a:gd name="connsiteX0" fmla="*/ 401518 w 1071059"/>
                <a:gd name="connsiteY0" fmla="*/ 543905 h 1875872"/>
                <a:gd name="connsiteX1" fmla="*/ 881900 w 1071059"/>
                <a:gd name="connsiteY1" fmla="*/ 333865 h 1875872"/>
                <a:gd name="connsiteX2" fmla="*/ 1036518 w 1071059"/>
                <a:gd name="connsiteY2" fmla="*/ 937605 h 1875872"/>
                <a:gd name="connsiteX3" fmla="*/ 669000 w 1071059"/>
                <a:gd name="connsiteY3" fmla="*/ 1875872 h 1875872"/>
                <a:gd name="connsiteX4" fmla="*/ 147518 w 1071059"/>
                <a:gd name="connsiteY4" fmla="*/ 848705 h 1875872"/>
                <a:gd name="connsiteX5" fmla="*/ 401518 w 1071059"/>
                <a:gd name="connsiteY5" fmla="*/ 543905 h 1875872"/>
                <a:gd name="connsiteX0" fmla="*/ 259378 w 1071059"/>
                <a:gd name="connsiteY0" fmla="*/ 521907 h 1902218"/>
                <a:gd name="connsiteX1" fmla="*/ 881900 w 1071059"/>
                <a:gd name="connsiteY1" fmla="*/ 360211 h 1902218"/>
                <a:gd name="connsiteX2" fmla="*/ 1036518 w 1071059"/>
                <a:gd name="connsiteY2" fmla="*/ 963951 h 1902218"/>
                <a:gd name="connsiteX3" fmla="*/ 669000 w 1071059"/>
                <a:gd name="connsiteY3" fmla="*/ 1902218 h 1902218"/>
                <a:gd name="connsiteX4" fmla="*/ 147518 w 1071059"/>
                <a:gd name="connsiteY4" fmla="*/ 875051 h 1902218"/>
                <a:gd name="connsiteX5" fmla="*/ 259378 w 1071059"/>
                <a:gd name="connsiteY5" fmla="*/ 521907 h 1902218"/>
                <a:gd name="connsiteX0" fmla="*/ 259378 w 1071059"/>
                <a:gd name="connsiteY0" fmla="*/ 441940 h 1822251"/>
                <a:gd name="connsiteX1" fmla="*/ 881900 w 1071059"/>
                <a:gd name="connsiteY1" fmla="*/ 280244 h 1822251"/>
                <a:gd name="connsiteX2" fmla="*/ 1036518 w 1071059"/>
                <a:gd name="connsiteY2" fmla="*/ 883984 h 1822251"/>
                <a:gd name="connsiteX3" fmla="*/ 669000 w 1071059"/>
                <a:gd name="connsiteY3" fmla="*/ 1822251 h 1822251"/>
                <a:gd name="connsiteX4" fmla="*/ 147518 w 1071059"/>
                <a:gd name="connsiteY4" fmla="*/ 795084 h 1822251"/>
                <a:gd name="connsiteX5" fmla="*/ 259378 w 1071059"/>
                <a:gd name="connsiteY5" fmla="*/ 441940 h 1822251"/>
                <a:gd name="connsiteX0" fmla="*/ 259378 w 1071059"/>
                <a:gd name="connsiteY0" fmla="*/ 497486 h 1877797"/>
                <a:gd name="connsiteX1" fmla="*/ 795848 w 1071059"/>
                <a:gd name="connsiteY1" fmla="*/ 233916 h 1877797"/>
                <a:gd name="connsiteX2" fmla="*/ 1036518 w 1071059"/>
                <a:gd name="connsiteY2" fmla="*/ 939530 h 1877797"/>
                <a:gd name="connsiteX3" fmla="*/ 669000 w 1071059"/>
                <a:gd name="connsiteY3" fmla="*/ 1877797 h 1877797"/>
                <a:gd name="connsiteX4" fmla="*/ 147518 w 1071059"/>
                <a:gd name="connsiteY4" fmla="*/ 850630 h 1877797"/>
                <a:gd name="connsiteX5" fmla="*/ 259378 w 1071059"/>
                <a:gd name="connsiteY5" fmla="*/ 497486 h 1877797"/>
                <a:gd name="connsiteX0" fmla="*/ 259378 w 1075570"/>
                <a:gd name="connsiteY0" fmla="*/ 497486 h 1877797"/>
                <a:gd name="connsiteX1" fmla="*/ 795848 w 1075570"/>
                <a:gd name="connsiteY1" fmla="*/ 233916 h 1877797"/>
                <a:gd name="connsiteX2" fmla="*/ 1047390 w 1075570"/>
                <a:gd name="connsiteY2" fmla="*/ 435756 h 1877797"/>
                <a:gd name="connsiteX3" fmla="*/ 669000 w 1075570"/>
                <a:gd name="connsiteY3" fmla="*/ 1877797 h 1877797"/>
                <a:gd name="connsiteX4" fmla="*/ 147518 w 1075570"/>
                <a:gd name="connsiteY4" fmla="*/ 850630 h 1877797"/>
                <a:gd name="connsiteX5" fmla="*/ 259378 w 1075570"/>
                <a:gd name="connsiteY5" fmla="*/ 497486 h 1877797"/>
                <a:gd name="connsiteX0" fmla="*/ 243514 w 1155570"/>
                <a:gd name="connsiteY0" fmla="*/ 497486 h 877706"/>
                <a:gd name="connsiteX1" fmla="*/ 779984 w 1155570"/>
                <a:gd name="connsiteY1" fmla="*/ 233916 h 877706"/>
                <a:gd name="connsiteX2" fmla="*/ 1031526 w 1155570"/>
                <a:gd name="connsiteY2" fmla="*/ 435756 h 877706"/>
                <a:gd name="connsiteX3" fmla="*/ 803097 w 1155570"/>
                <a:gd name="connsiteY3" fmla="*/ 808496 h 877706"/>
                <a:gd name="connsiteX4" fmla="*/ 131654 w 1155570"/>
                <a:gd name="connsiteY4" fmla="*/ 850630 h 877706"/>
                <a:gd name="connsiteX5" fmla="*/ 243514 w 1155570"/>
                <a:gd name="connsiteY5" fmla="*/ 497486 h 877706"/>
                <a:gd name="connsiteX0" fmla="*/ 27827 w 939883"/>
                <a:gd name="connsiteY0" fmla="*/ 497486 h 808496"/>
                <a:gd name="connsiteX1" fmla="*/ 564297 w 939883"/>
                <a:gd name="connsiteY1" fmla="*/ 233916 h 808496"/>
                <a:gd name="connsiteX2" fmla="*/ 815839 w 939883"/>
                <a:gd name="connsiteY2" fmla="*/ 435756 h 808496"/>
                <a:gd name="connsiteX3" fmla="*/ 587410 w 939883"/>
                <a:gd name="connsiteY3" fmla="*/ 808496 h 808496"/>
                <a:gd name="connsiteX4" fmla="*/ 220997 w 939883"/>
                <a:gd name="connsiteY4" fmla="*/ 674436 h 808496"/>
                <a:gd name="connsiteX5" fmla="*/ 27827 w 939883"/>
                <a:gd name="connsiteY5" fmla="*/ 497486 h 808496"/>
                <a:gd name="connsiteX0" fmla="*/ 99347 w 887276"/>
                <a:gd name="connsiteY0" fmla="*/ 412502 h 886548"/>
                <a:gd name="connsiteX1" fmla="*/ 511690 w 887276"/>
                <a:gd name="connsiteY1" fmla="*/ 311968 h 886548"/>
                <a:gd name="connsiteX2" fmla="*/ 763232 w 887276"/>
                <a:gd name="connsiteY2" fmla="*/ 513808 h 886548"/>
                <a:gd name="connsiteX3" fmla="*/ 534803 w 887276"/>
                <a:gd name="connsiteY3" fmla="*/ 886548 h 886548"/>
                <a:gd name="connsiteX4" fmla="*/ 168390 w 887276"/>
                <a:gd name="connsiteY4" fmla="*/ 752488 h 886548"/>
                <a:gd name="connsiteX5" fmla="*/ 99347 w 887276"/>
                <a:gd name="connsiteY5" fmla="*/ 412502 h 886548"/>
                <a:gd name="connsiteX0" fmla="*/ 57691 w 845620"/>
                <a:gd name="connsiteY0" fmla="*/ 412502 h 905384"/>
                <a:gd name="connsiteX1" fmla="*/ 470034 w 845620"/>
                <a:gd name="connsiteY1" fmla="*/ 311968 h 905384"/>
                <a:gd name="connsiteX2" fmla="*/ 721576 w 845620"/>
                <a:gd name="connsiteY2" fmla="*/ 513808 h 905384"/>
                <a:gd name="connsiteX3" fmla="*/ 493147 w 845620"/>
                <a:gd name="connsiteY3" fmla="*/ 886548 h 905384"/>
                <a:gd name="connsiteX4" fmla="*/ 126734 w 845620"/>
                <a:gd name="connsiteY4" fmla="*/ 752488 h 905384"/>
                <a:gd name="connsiteX5" fmla="*/ 57691 w 845620"/>
                <a:gd name="connsiteY5" fmla="*/ 412502 h 905384"/>
                <a:gd name="connsiteX0" fmla="*/ 57691 w 845620"/>
                <a:gd name="connsiteY0" fmla="*/ 412502 h 966637"/>
                <a:gd name="connsiteX1" fmla="*/ 470034 w 845620"/>
                <a:gd name="connsiteY1" fmla="*/ 311968 h 966637"/>
                <a:gd name="connsiteX2" fmla="*/ 721576 w 845620"/>
                <a:gd name="connsiteY2" fmla="*/ 513808 h 966637"/>
                <a:gd name="connsiteX3" fmla="*/ 493147 w 845620"/>
                <a:gd name="connsiteY3" fmla="*/ 886548 h 966637"/>
                <a:gd name="connsiteX4" fmla="*/ 126734 w 845620"/>
                <a:gd name="connsiteY4" fmla="*/ 752488 h 966637"/>
                <a:gd name="connsiteX5" fmla="*/ 57691 w 845620"/>
                <a:gd name="connsiteY5" fmla="*/ 412502 h 966637"/>
                <a:gd name="connsiteX0" fmla="*/ 57691 w 845620"/>
                <a:gd name="connsiteY0" fmla="*/ 358234 h 912369"/>
                <a:gd name="connsiteX1" fmla="*/ 470034 w 845620"/>
                <a:gd name="connsiteY1" fmla="*/ 257700 h 912369"/>
                <a:gd name="connsiteX2" fmla="*/ 721576 w 845620"/>
                <a:gd name="connsiteY2" fmla="*/ 459540 h 912369"/>
                <a:gd name="connsiteX3" fmla="*/ 493147 w 845620"/>
                <a:gd name="connsiteY3" fmla="*/ 832280 h 912369"/>
                <a:gd name="connsiteX4" fmla="*/ 126734 w 845620"/>
                <a:gd name="connsiteY4" fmla="*/ 698220 h 912369"/>
                <a:gd name="connsiteX5" fmla="*/ 57691 w 845620"/>
                <a:gd name="connsiteY5" fmla="*/ 358234 h 912369"/>
                <a:gd name="connsiteX0" fmla="*/ 57691 w 845620"/>
                <a:gd name="connsiteY0" fmla="*/ 364631 h 918766"/>
                <a:gd name="connsiteX1" fmla="*/ 436372 w 845620"/>
                <a:gd name="connsiteY1" fmla="*/ 251801 h 918766"/>
                <a:gd name="connsiteX2" fmla="*/ 721576 w 845620"/>
                <a:gd name="connsiteY2" fmla="*/ 465937 h 918766"/>
                <a:gd name="connsiteX3" fmla="*/ 493147 w 845620"/>
                <a:gd name="connsiteY3" fmla="*/ 838677 h 918766"/>
                <a:gd name="connsiteX4" fmla="*/ 126734 w 845620"/>
                <a:gd name="connsiteY4" fmla="*/ 704617 h 918766"/>
                <a:gd name="connsiteX5" fmla="*/ 57691 w 845620"/>
                <a:gd name="connsiteY5" fmla="*/ 364631 h 918766"/>
                <a:gd name="connsiteX0" fmla="*/ 57691 w 845620"/>
                <a:gd name="connsiteY0" fmla="*/ 364631 h 918766"/>
                <a:gd name="connsiteX1" fmla="*/ 436372 w 845620"/>
                <a:gd name="connsiteY1" fmla="*/ 251801 h 918766"/>
                <a:gd name="connsiteX2" fmla="*/ 721576 w 845620"/>
                <a:gd name="connsiteY2" fmla="*/ 465937 h 918766"/>
                <a:gd name="connsiteX3" fmla="*/ 493147 w 845620"/>
                <a:gd name="connsiteY3" fmla="*/ 838677 h 918766"/>
                <a:gd name="connsiteX4" fmla="*/ 126734 w 845620"/>
                <a:gd name="connsiteY4" fmla="*/ 704617 h 918766"/>
                <a:gd name="connsiteX5" fmla="*/ 57691 w 845620"/>
                <a:gd name="connsiteY5" fmla="*/ 364631 h 918766"/>
                <a:gd name="connsiteX0" fmla="*/ 57691 w 845620"/>
                <a:gd name="connsiteY0" fmla="*/ 364631 h 918766"/>
                <a:gd name="connsiteX1" fmla="*/ 436372 w 845620"/>
                <a:gd name="connsiteY1" fmla="*/ 251801 h 918766"/>
                <a:gd name="connsiteX2" fmla="*/ 721576 w 845620"/>
                <a:gd name="connsiteY2" fmla="*/ 465937 h 918766"/>
                <a:gd name="connsiteX3" fmla="*/ 493147 w 845620"/>
                <a:gd name="connsiteY3" fmla="*/ 838677 h 918766"/>
                <a:gd name="connsiteX4" fmla="*/ 126734 w 845620"/>
                <a:gd name="connsiteY4" fmla="*/ 704617 h 918766"/>
                <a:gd name="connsiteX5" fmla="*/ 57691 w 845620"/>
                <a:gd name="connsiteY5" fmla="*/ 364631 h 918766"/>
                <a:gd name="connsiteX0" fmla="*/ 57691 w 917627"/>
                <a:gd name="connsiteY0" fmla="*/ 364631 h 918766"/>
                <a:gd name="connsiteX1" fmla="*/ 436372 w 917627"/>
                <a:gd name="connsiteY1" fmla="*/ 251801 h 918766"/>
                <a:gd name="connsiteX2" fmla="*/ 721576 w 917627"/>
                <a:gd name="connsiteY2" fmla="*/ 465937 h 918766"/>
                <a:gd name="connsiteX3" fmla="*/ 493147 w 917627"/>
                <a:gd name="connsiteY3" fmla="*/ 838677 h 918766"/>
                <a:gd name="connsiteX4" fmla="*/ 126734 w 917627"/>
                <a:gd name="connsiteY4" fmla="*/ 704617 h 918766"/>
                <a:gd name="connsiteX5" fmla="*/ 57691 w 917627"/>
                <a:gd name="connsiteY5" fmla="*/ 364631 h 918766"/>
                <a:gd name="connsiteX0" fmla="*/ 57691 w 799697"/>
                <a:gd name="connsiteY0" fmla="*/ 364631 h 918766"/>
                <a:gd name="connsiteX1" fmla="*/ 436372 w 799697"/>
                <a:gd name="connsiteY1" fmla="*/ 251801 h 918766"/>
                <a:gd name="connsiteX2" fmla="*/ 721576 w 799697"/>
                <a:gd name="connsiteY2" fmla="*/ 465937 h 918766"/>
                <a:gd name="connsiteX3" fmla="*/ 493147 w 799697"/>
                <a:gd name="connsiteY3" fmla="*/ 838677 h 918766"/>
                <a:gd name="connsiteX4" fmla="*/ 126734 w 799697"/>
                <a:gd name="connsiteY4" fmla="*/ 704617 h 918766"/>
                <a:gd name="connsiteX5" fmla="*/ 57691 w 799697"/>
                <a:gd name="connsiteY5" fmla="*/ 364631 h 918766"/>
                <a:gd name="connsiteX0" fmla="*/ 65803 w 788752"/>
                <a:gd name="connsiteY0" fmla="*/ 359423 h 923546"/>
                <a:gd name="connsiteX1" fmla="*/ 425427 w 788752"/>
                <a:gd name="connsiteY1" fmla="*/ 256581 h 923546"/>
                <a:gd name="connsiteX2" fmla="*/ 710631 w 788752"/>
                <a:gd name="connsiteY2" fmla="*/ 470717 h 923546"/>
                <a:gd name="connsiteX3" fmla="*/ 482202 w 788752"/>
                <a:gd name="connsiteY3" fmla="*/ 843457 h 923546"/>
                <a:gd name="connsiteX4" fmla="*/ 115789 w 788752"/>
                <a:gd name="connsiteY4" fmla="*/ 709397 h 923546"/>
                <a:gd name="connsiteX5" fmla="*/ 65803 w 788752"/>
                <a:gd name="connsiteY5" fmla="*/ 359423 h 923546"/>
                <a:gd name="connsiteX0" fmla="*/ 65803 w 788752"/>
                <a:gd name="connsiteY0" fmla="*/ 338595 h 902718"/>
                <a:gd name="connsiteX1" fmla="*/ 425427 w 788752"/>
                <a:gd name="connsiteY1" fmla="*/ 235753 h 902718"/>
                <a:gd name="connsiteX2" fmla="*/ 710631 w 788752"/>
                <a:gd name="connsiteY2" fmla="*/ 449889 h 902718"/>
                <a:gd name="connsiteX3" fmla="*/ 482202 w 788752"/>
                <a:gd name="connsiteY3" fmla="*/ 822629 h 902718"/>
                <a:gd name="connsiteX4" fmla="*/ 115789 w 788752"/>
                <a:gd name="connsiteY4" fmla="*/ 688569 h 902718"/>
                <a:gd name="connsiteX5" fmla="*/ 65803 w 788752"/>
                <a:gd name="connsiteY5" fmla="*/ 338595 h 902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8752" h="902718">
                  <a:moveTo>
                    <a:pt x="65803" y="338595"/>
                  </a:moveTo>
                  <a:cubicBezTo>
                    <a:pt x="-37185" y="-98279"/>
                    <a:pt x="387327" y="-90214"/>
                    <a:pt x="425427" y="235753"/>
                  </a:cubicBezTo>
                  <a:cubicBezTo>
                    <a:pt x="643593" y="257509"/>
                    <a:pt x="577130" y="110394"/>
                    <a:pt x="710631" y="449889"/>
                  </a:cubicBezTo>
                  <a:cubicBezTo>
                    <a:pt x="789896" y="435372"/>
                    <a:pt x="909751" y="655603"/>
                    <a:pt x="482202" y="822629"/>
                  </a:cubicBezTo>
                  <a:cubicBezTo>
                    <a:pt x="436133" y="844246"/>
                    <a:pt x="153357" y="1055644"/>
                    <a:pt x="115789" y="688569"/>
                  </a:cubicBezTo>
                  <a:cubicBezTo>
                    <a:pt x="-40844" y="193269"/>
                    <a:pt x="-18864" y="440195"/>
                    <a:pt x="65803" y="338595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2">
              <a:extLst>
                <a:ext uri="{FF2B5EF4-FFF2-40B4-BE49-F238E27FC236}">
                  <a16:creationId xmlns:a16="http://schemas.microsoft.com/office/drawing/2014/main" id="{C8A94E98-CB6E-5C6A-5331-5A4D47BD233F}"/>
                </a:ext>
              </a:extLst>
            </p:cNvPr>
            <p:cNvSpPr/>
            <p:nvPr/>
          </p:nvSpPr>
          <p:spPr>
            <a:xfrm>
              <a:off x="3092134" y="1346200"/>
              <a:ext cx="4604066" cy="5118100"/>
            </a:xfrm>
            <a:custGeom>
              <a:avLst/>
              <a:gdLst>
                <a:gd name="connsiteX0" fmla="*/ 0 w 1295400"/>
                <a:gd name="connsiteY0" fmla="*/ 0 h 812800"/>
                <a:gd name="connsiteX1" fmla="*/ 1295400 w 1295400"/>
                <a:gd name="connsiteY1" fmla="*/ 0 h 812800"/>
                <a:gd name="connsiteX2" fmla="*/ 1295400 w 1295400"/>
                <a:gd name="connsiteY2" fmla="*/ 812800 h 812800"/>
                <a:gd name="connsiteX3" fmla="*/ 0 w 1295400"/>
                <a:gd name="connsiteY3" fmla="*/ 812800 h 812800"/>
                <a:gd name="connsiteX4" fmla="*/ 0 w 1295400"/>
                <a:gd name="connsiteY4" fmla="*/ 0 h 812800"/>
                <a:gd name="connsiteX0" fmla="*/ 1701800 w 2997200"/>
                <a:gd name="connsiteY0" fmla="*/ 0 h 1968500"/>
                <a:gd name="connsiteX1" fmla="*/ 2997200 w 2997200"/>
                <a:gd name="connsiteY1" fmla="*/ 0 h 1968500"/>
                <a:gd name="connsiteX2" fmla="*/ 2997200 w 2997200"/>
                <a:gd name="connsiteY2" fmla="*/ 812800 h 1968500"/>
                <a:gd name="connsiteX3" fmla="*/ 0 w 2997200"/>
                <a:gd name="connsiteY3" fmla="*/ 1968500 h 1968500"/>
                <a:gd name="connsiteX4" fmla="*/ 1701800 w 2997200"/>
                <a:gd name="connsiteY4" fmla="*/ 0 h 1968500"/>
                <a:gd name="connsiteX0" fmla="*/ 1701800 w 2997200"/>
                <a:gd name="connsiteY0" fmla="*/ 0 h 2768600"/>
                <a:gd name="connsiteX1" fmla="*/ 2997200 w 2997200"/>
                <a:gd name="connsiteY1" fmla="*/ 0 h 2768600"/>
                <a:gd name="connsiteX2" fmla="*/ 812800 w 2997200"/>
                <a:gd name="connsiteY2" fmla="*/ 2768600 h 2768600"/>
                <a:gd name="connsiteX3" fmla="*/ 0 w 2997200"/>
                <a:gd name="connsiteY3" fmla="*/ 1968500 h 2768600"/>
                <a:gd name="connsiteX4" fmla="*/ 1701800 w 2997200"/>
                <a:gd name="connsiteY4" fmla="*/ 0 h 2768600"/>
                <a:gd name="connsiteX0" fmla="*/ 2679700 w 2997200"/>
                <a:gd name="connsiteY0" fmla="*/ 0 h 5118100"/>
                <a:gd name="connsiteX1" fmla="*/ 2997200 w 2997200"/>
                <a:gd name="connsiteY1" fmla="*/ 2349500 h 5118100"/>
                <a:gd name="connsiteX2" fmla="*/ 812800 w 2997200"/>
                <a:gd name="connsiteY2" fmla="*/ 5118100 h 5118100"/>
                <a:gd name="connsiteX3" fmla="*/ 0 w 2997200"/>
                <a:gd name="connsiteY3" fmla="*/ 4318000 h 5118100"/>
                <a:gd name="connsiteX4" fmla="*/ 2679700 w 2997200"/>
                <a:gd name="connsiteY4" fmla="*/ 0 h 5118100"/>
                <a:gd name="connsiteX0" fmla="*/ 2679700 w 2997200"/>
                <a:gd name="connsiteY0" fmla="*/ 0 h 5118100"/>
                <a:gd name="connsiteX1" fmla="*/ 2565400 w 2997200"/>
                <a:gd name="connsiteY1" fmla="*/ 1143000 h 5118100"/>
                <a:gd name="connsiteX2" fmla="*/ 2997200 w 2997200"/>
                <a:gd name="connsiteY2" fmla="*/ 2349500 h 5118100"/>
                <a:gd name="connsiteX3" fmla="*/ 812800 w 2997200"/>
                <a:gd name="connsiteY3" fmla="*/ 5118100 h 5118100"/>
                <a:gd name="connsiteX4" fmla="*/ 0 w 2997200"/>
                <a:gd name="connsiteY4" fmla="*/ 4318000 h 5118100"/>
                <a:gd name="connsiteX5" fmla="*/ 2679700 w 2997200"/>
                <a:gd name="connsiteY5" fmla="*/ 0 h 5118100"/>
                <a:gd name="connsiteX0" fmla="*/ 2679700 w 3492500"/>
                <a:gd name="connsiteY0" fmla="*/ 0 h 5118100"/>
                <a:gd name="connsiteX1" fmla="*/ 2565400 w 3492500"/>
                <a:gd name="connsiteY1" fmla="*/ 1143000 h 5118100"/>
                <a:gd name="connsiteX2" fmla="*/ 3492500 w 3492500"/>
                <a:gd name="connsiteY2" fmla="*/ 25400 h 5118100"/>
                <a:gd name="connsiteX3" fmla="*/ 2997200 w 3492500"/>
                <a:gd name="connsiteY3" fmla="*/ 2349500 h 5118100"/>
                <a:gd name="connsiteX4" fmla="*/ 812800 w 3492500"/>
                <a:gd name="connsiteY4" fmla="*/ 5118100 h 5118100"/>
                <a:gd name="connsiteX5" fmla="*/ 0 w 3492500"/>
                <a:gd name="connsiteY5" fmla="*/ 4318000 h 5118100"/>
                <a:gd name="connsiteX6" fmla="*/ 2679700 w 3492500"/>
                <a:gd name="connsiteY6" fmla="*/ 0 h 5118100"/>
                <a:gd name="connsiteX0" fmla="*/ 2679700 w 3492500"/>
                <a:gd name="connsiteY0" fmla="*/ 0 h 5118100"/>
                <a:gd name="connsiteX1" fmla="*/ 2565400 w 3492500"/>
                <a:gd name="connsiteY1" fmla="*/ 1143000 h 5118100"/>
                <a:gd name="connsiteX2" fmla="*/ 3492500 w 3492500"/>
                <a:gd name="connsiteY2" fmla="*/ 25400 h 5118100"/>
                <a:gd name="connsiteX3" fmla="*/ 3302000 w 3492500"/>
                <a:gd name="connsiteY3" fmla="*/ 1371600 h 5118100"/>
                <a:gd name="connsiteX4" fmla="*/ 2997200 w 3492500"/>
                <a:gd name="connsiteY4" fmla="*/ 2349500 h 5118100"/>
                <a:gd name="connsiteX5" fmla="*/ 812800 w 3492500"/>
                <a:gd name="connsiteY5" fmla="*/ 5118100 h 5118100"/>
                <a:gd name="connsiteX6" fmla="*/ 0 w 3492500"/>
                <a:gd name="connsiteY6" fmla="*/ 4318000 h 5118100"/>
                <a:gd name="connsiteX7" fmla="*/ 2679700 w 3492500"/>
                <a:gd name="connsiteY7" fmla="*/ 0 h 5118100"/>
                <a:gd name="connsiteX0" fmla="*/ 2679700 w 4636817"/>
                <a:gd name="connsiteY0" fmla="*/ 0 h 5118100"/>
                <a:gd name="connsiteX1" fmla="*/ 2565400 w 4636817"/>
                <a:gd name="connsiteY1" fmla="*/ 1143000 h 5118100"/>
                <a:gd name="connsiteX2" fmla="*/ 3492500 w 4636817"/>
                <a:gd name="connsiteY2" fmla="*/ 25400 h 5118100"/>
                <a:gd name="connsiteX3" fmla="*/ 3302000 w 4636817"/>
                <a:gd name="connsiteY3" fmla="*/ 1371600 h 5118100"/>
                <a:gd name="connsiteX4" fmla="*/ 4635500 w 4636817"/>
                <a:gd name="connsiteY4" fmla="*/ 927100 h 5118100"/>
                <a:gd name="connsiteX5" fmla="*/ 2997200 w 4636817"/>
                <a:gd name="connsiteY5" fmla="*/ 2349500 h 5118100"/>
                <a:gd name="connsiteX6" fmla="*/ 812800 w 4636817"/>
                <a:gd name="connsiteY6" fmla="*/ 5118100 h 5118100"/>
                <a:gd name="connsiteX7" fmla="*/ 0 w 4636817"/>
                <a:gd name="connsiteY7" fmla="*/ 4318000 h 5118100"/>
                <a:gd name="connsiteX8" fmla="*/ 2679700 w 4636817"/>
                <a:gd name="connsiteY8" fmla="*/ 0 h 5118100"/>
                <a:gd name="connsiteX0" fmla="*/ 2679700 w 4636817"/>
                <a:gd name="connsiteY0" fmla="*/ 0 h 5118100"/>
                <a:gd name="connsiteX1" fmla="*/ 2565400 w 4636817"/>
                <a:gd name="connsiteY1" fmla="*/ 1143000 h 5118100"/>
                <a:gd name="connsiteX2" fmla="*/ 3492500 w 4636817"/>
                <a:gd name="connsiteY2" fmla="*/ 25400 h 5118100"/>
                <a:gd name="connsiteX3" fmla="*/ 3302000 w 4636817"/>
                <a:gd name="connsiteY3" fmla="*/ 1371600 h 5118100"/>
                <a:gd name="connsiteX4" fmla="*/ 4635500 w 4636817"/>
                <a:gd name="connsiteY4" fmla="*/ 927100 h 5118100"/>
                <a:gd name="connsiteX5" fmla="*/ 3606800 w 4636817"/>
                <a:gd name="connsiteY5" fmla="*/ 2095500 h 5118100"/>
                <a:gd name="connsiteX6" fmla="*/ 2997200 w 4636817"/>
                <a:gd name="connsiteY6" fmla="*/ 2349500 h 5118100"/>
                <a:gd name="connsiteX7" fmla="*/ 812800 w 4636817"/>
                <a:gd name="connsiteY7" fmla="*/ 5118100 h 5118100"/>
                <a:gd name="connsiteX8" fmla="*/ 0 w 4636817"/>
                <a:gd name="connsiteY8" fmla="*/ 4318000 h 5118100"/>
                <a:gd name="connsiteX9" fmla="*/ 2679700 w 4636817"/>
                <a:gd name="connsiteY9" fmla="*/ 0 h 5118100"/>
                <a:gd name="connsiteX0" fmla="*/ 2679700 w 4636817"/>
                <a:gd name="connsiteY0" fmla="*/ 0 h 5118100"/>
                <a:gd name="connsiteX1" fmla="*/ 2565400 w 4636817"/>
                <a:gd name="connsiteY1" fmla="*/ 1143000 h 5118100"/>
                <a:gd name="connsiteX2" fmla="*/ 3492500 w 4636817"/>
                <a:gd name="connsiteY2" fmla="*/ 25400 h 5118100"/>
                <a:gd name="connsiteX3" fmla="*/ 3302000 w 4636817"/>
                <a:gd name="connsiteY3" fmla="*/ 1371600 h 5118100"/>
                <a:gd name="connsiteX4" fmla="*/ 4635500 w 4636817"/>
                <a:gd name="connsiteY4" fmla="*/ 927100 h 5118100"/>
                <a:gd name="connsiteX5" fmla="*/ 3606800 w 4636817"/>
                <a:gd name="connsiteY5" fmla="*/ 2095500 h 5118100"/>
                <a:gd name="connsiteX6" fmla="*/ 4572000 w 4636817"/>
                <a:gd name="connsiteY6" fmla="*/ 2019300 h 5118100"/>
                <a:gd name="connsiteX7" fmla="*/ 812800 w 4636817"/>
                <a:gd name="connsiteY7" fmla="*/ 5118100 h 5118100"/>
                <a:gd name="connsiteX8" fmla="*/ 0 w 4636817"/>
                <a:gd name="connsiteY8" fmla="*/ 4318000 h 5118100"/>
                <a:gd name="connsiteX9" fmla="*/ 2679700 w 4636817"/>
                <a:gd name="connsiteY9" fmla="*/ 0 h 5118100"/>
                <a:gd name="connsiteX0" fmla="*/ 2679700 w 4636817"/>
                <a:gd name="connsiteY0" fmla="*/ 0 h 5118100"/>
                <a:gd name="connsiteX1" fmla="*/ 2565400 w 4636817"/>
                <a:gd name="connsiteY1" fmla="*/ 1143000 h 5118100"/>
                <a:gd name="connsiteX2" fmla="*/ 3492500 w 4636817"/>
                <a:gd name="connsiteY2" fmla="*/ 25400 h 5118100"/>
                <a:gd name="connsiteX3" fmla="*/ 3302000 w 4636817"/>
                <a:gd name="connsiteY3" fmla="*/ 1371600 h 5118100"/>
                <a:gd name="connsiteX4" fmla="*/ 4635500 w 4636817"/>
                <a:gd name="connsiteY4" fmla="*/ 927100 h 5118100"/>
                <a:gd name="connsiteX5" fmla="*/ 3606800 w 4636817"/>
                <a:gd name="connsiteY5" fmla="*/ 2095500 h 5118100"/>
                <a:gd name="connsiteX6" fmla="*/ 4572000 w 4636817"/>
                <a:gd name="connsiteY6" fmla="*/ 2019300 h 5118100"/>
                <a:gd name="connsiteX7" fmla="*/ 812800 w 4636817"/>
                <a:gd name="connsiteY7" fmla="*/ 5118100 h 5118100"/>
                <a:gd name="connsiteX8" fmla="*/ 0 w 4636817"/>
                <a:gd name="connsiteY8" fmla="*/ 4318000 h 5118100"/>
                <a:gd name="connsiteX9" fmla="*/ 2679700 w 4636817"/>
                <a:gd name="connsiteY9" fmla="*/ 0 h 5118100"/>
                <a:gd name="connsiteX0" fmla="*/ 2679700 w 4636817"/>
                <a:gd name="connsiteY0" fmla="*/ 0 h 5118100"/>
                <a:gd name="connsiteX1" fmla="*/ 2565400 w 4636817"/>
                <a:gd name="connsiteY1" fmla="*/ 1143000 h 5118100"/>
                <a:gd name="connsiteX2" fmla="*/ 3492500 w 4636817"/>
                <a:gd name="connsiteY2" fmla="*/ 25400 h 5118100"/>
                <a:gd name="connsiteX3" fmla="*/ 3302000 w 4636817"/>
                <a:gd name="connsiteY3" fmla="*/ 1371600 h 5118100"/>
                <a:gd name="connsiteX4" fmla="*/ 4635500 w 4636817"/>
                <a:gd name="connsiteY4" fmla="*/ 927100 h 5118100"/>
                <a:gd name="connsiteX5" fmla="*/ 3606800 w 4636817"/>
                <a:gd name="connsiteY5" fmla="*/ 2095500 h 5118100"/>
                <a:gd name="connsiteX6" fmla="*/ 4572000 w 4636817"/>
                <a:gd name="connsiteY6" fmla="*/ 2019300 h 5118100"/>
                <a:gd name="connsiteX7" fmla="*/ 812800 w 4636817"/>
                <a:gd name="connsiteY7" fmla="*/ 5118100 h 5118100"/>
                <a:gd name="connsiteX8" fmla="*/ 0 w 4636817"/>
                <a:gd name="connsiteY8" fmla="*/ 4318000 h 5118100"/>
                <a:gd name="connsiteX9" fmla="*/ 2679700 w 4636817"/>
                <a:gd name="connsiteY9" fmla="*/ 0 h 5118100"/>
                <a:gd name="connsiteX0" fmla="*/ 2679700 w 4636817"/>
                <a:gd name="connsiteY0" fmla="*/ 0 h 5118100"/>
                <a:gd name="connsiteX1" fmla="*/ 2565400 w 4636817"/>
                <a:gd name="connsiteY1" fmla="*/ 1143000 h 5118100"/>
                <a:gd name="connsiteX2" fmla="*/ 3492500 w 4636817"/>
                <a:gd name="connsiteY2" fmla="*/ 25400 h 5118100"/>
                <a:gd name="connsiteX3" fmla="*/ 3302000 w 4636817"/>
                <a:gd name="connsiteY3" fmla="*/ 1371600 h 5118100"/>
                <a:gd name="connsiteX4" fmla="*/ 4635500 w 4636817"/>
                <a:gd name="connsiteY4" fmla="*/ 927100 h 5118100"/>
                <a:gd name="connsiteX5" fmla="*/ 3606800 w 4636817"/>
                <a:gd name="connsiteY5" fmla="*/ 2095500 h 5118100"/>
                <a:gd name="connsiteX6" fmla="*/ 4572000 w 4636817"/>
                <a:gd name="connsiteY6" fmla="*/ 2019300 h 5118100"/>
                <a:gd name="connsiteX7" fmla="*/ 812800 w 4636817"/>
                <a:gd name="connsiteY7" fmla="*/ 5118100 h 5118100"/>
                <a:gd name="connsiteX8" fmla="*/ 0 w 4636817"/>
                <a:gd name="connsiteY8" fmla="*/ 4318000 h 5118100"/>
                <a:gd name="connsiteX9" fmla="*/ 2679700 w 4636817"/>
                <a:gd name="connsiteY9" fmla="*/ 0 h 5118100"/>
                <a:gd name="connsiteX0" fmla="*/ 2679700 w 4636817"/>
                <a:gd name="connsiteY0" fmla="*/ 0 h 5118100"/>
                <a:gd name="connsiteX1" fmla="*/ 2565400 w 4636817"/>
                <a:gd name="connsiteY1" fmla="*/ 1143000 h 5118100"/>
                <a:gd name="connsiteX2" fmla="*/ 3492500 w 4636817"/>
                <a:gd name="connsiteY2" fmla="*/ 25400 h 5118100"/>
                <a:gd name="connsiteX3" fmla="*/ 3302000 w 4636817"/>
                <a:gd name="connsiteY3" fmla="*/ 1371600 h 5118100"/>
                <a:gd name="connsiteX4" fmla="*/ 4635500 w 4636817"/>
                <a:gd name="connsiteY4" fmla="*/ 927100 h 5118100"/>
                <a:gd name="connsiteX5" fmla="*/ 3606800 w 4636817"/>
                <a:gd name="connsiteY5" fmla="*/ 2095500 h 5118100"/>
                <a:gd name="connsiteX6" fmla="*/ 4572000 w 4636817"/>
                <a:gd name="connsiteY6" fmla="*/ 2019300 h 5118100"/>
                <a:gd name="connsiteX7" fmla="*/ 812800 w 4636817"/>
                <a:gd name="connsiteY7" fmla="*/ 5118100 h 5118100"/>
                <a:gd name="connsiteX8" fmla="*/ 0 w 4636817"/>
                <a:gd name="connsiteY8" fmla="*/ 4318000 h 5118100"/>
                <a:gd name="connsiteX9" fmla="*/ 2679700 w 4636817"/>
                <a:gd name="connsiteY9" fmla="*/ 0 h 5118100"/>
                <a:gd name="connsiteX0" fmla="*/ 2641600 w 4598717"/>
                <a:gd name="connsiteY0" fmla="*/ 0 h 5118100"/>
                <a:gd name="connsiteX1" fmla="*/ 2527300 w 4598717"/>
                <a:gd name="connsiteY1" fmla="*/ 1143000 h 5118100"/>
                <a:gd name="connsiteX2" fmla="*/ 3454400 w 4598717"/>
                <a:gd name="connsiteY2" fmla="*/ 25400 h 5118100"/>
                <a:gd name="connsiteX3" fmla="*/ 3263900 w 4598717"/>
                <a:gd name="connsiteY3" fmla="*/ 1371600 h 5118100"/>
                <a:gd name="connsiteX4" fmla="*/ 4597400 w 4598717"/>
                <a:gd name="connsiteY4" fmla="*/ 927100 h 5118100"/>
                <a:gd name="connsiteX5" fmla="*/ 3568700 w 4598717"/>
                <a:gd name="connsiteY5" fmla="*/ 2095500 h 5118100"/>
                <a:gd name="connsiteX6" fmla="*/ 4533900 w 4598717"/>
                <a:gd name="connsiteY6" fmla="*/ 2019300 h 5118100"/>
                <a:gd name="connsiteX7" fmla="*/ 774700 w 4598717"/>
                <a:gd name="connsiteY7" fmla="*/ 5118100 h 5118100"/>
                <a:gd name="connsiteX8" fmla="*/ 0 w 4598717"/>
                <a:gd name="connsiteY8" fmla="*/ 4368800 h 5118100"/>
                <a:gd name="connsiteX9" fmla="*/ 2641600 w 4598717"/>
                <a:gd name="connsiteY9" fmla="*/ 0 h 5118100"/>
                <a:gd name="connsiteX0" fmla="*/ 2642488 w 4599605"/>
                <a:gd name="connsiteY0" fmla="*/ 0 h 5118100"/>
                <a:gd name="connsiteX1" fmla="*/ 2528188 w 4599605"/>
                <a:gd name="connsiteY1" fmla="*/ 1143000 h 5118100"/>
                <a:gd name="connsiteX2" fmla="*/ 3455288 w 4599605"/>
                <a:gd name="connsiteY2" fmla="*/ 25400 h 5118100"/>
                <a:gd name="connsiteX3" fmla="*/ 3264788 w 4599605"/>
                <a:gd name="connsiteY3" fmla="*/ 1371600 h 5118100"/>
                <a:gd name="connsiteX4" fmla="*/ 4598288 w 4599605"/>
                <a:gd name="connsiteY4" fmla="*/ 927100 h 5118100"/>
                <a:gd name="connsiteX5" fmla="*/ 3569588 w 4599605"/>
                <a:gd name="connsiteY5" fmla="*/ 2095500 h 5118100"/>
                <a:gd name="connsiteX6" fmla="*/ 4534788 w 4599605"/>
                <a:gd name="connsiteY6" fmla="*/ 2019300 h 5118100"/>
                <a:gd name="connsiteX7" fmla="*/ 775588 w 4599605"/>
                <a:gd name="connsiteY7" fmla="*/ 5118100 h 5118100"/>
                <a:gd name="connsiteX8" fmla="*/ 888 w 4599605"/>
                <a:gd name="connsiteY8" fmla="*/ 4368800 h 5118100"/>
                <a:gd name="connsiteX9" fmla="*/ 2642488 w 4599605"/>
                <a:gd name="connsiteY9" fmla="*/ 0 h 5118100"/>
                <a:gd name="connsiteX0" fmla="*/ 2642301 w 4599418"/>
                <a:gd name="connsiteY0" fmla="*/ 0 h 5118100"/>
                <a:gd name="connsiteX1" fmla="*/ 2528001 w 4599418"/>
                <a:gd name="connsiteY1" fmla="*/ 1143000 h 5118100"/>
                <a:gd name="connsiteX2" fmla="*/ 3455101 w 4599418"/>
                <a:gd name="connsiteY2" fmla="*/ 25400 h 5118100"/>
                <a:gd name="connsiteX3" fmla="*/ 3264601 w 4599418"/>
                <a:gd name="connsiteY3" fmla="*/ 1371600 h 5118100"/>
                <a:gd name="connsiteX4" fmla="*/ 4598101 w 4599418"/>
                <a:gd name="connsiteY4" fmla="*/ 927100 h 5118100"/>
                <a:gd name="connsiteX5" fmla="*/ 3569401 w 4599418"/>
                <a:gd name="connsiteY5" fmla="*/ 2095500 h 5118100"/>
                <a:gd name="connsiteX6" fmla="*/ 4534601 w 4599418"/>
                <a:gd name="connsiteY6" fmla="*/ 2019300 h 5118100"/>
                <a:gd name="connsiteX7" fmla="*/ 775401 w 4599418"/>
                <a:gd name="connsiteY7" fmla="*/ 5118100 h 5118100"/>
                <a:gd name="connsiteX8" fmla="*/ 701 w 4599418"/>
                <a:gd name="connsiteY8" fmla="*/ 4368800 h 5118100"/>
                <a:gd name="connsiteX9" fmla="*/ 2642301 w 4599418"/>
                <a:gd name="connsiteY9" fmla="*/ 0 h 5118100"/>
                <a:gd name="connsiteX0" fmla="*/ 2648199 w 4605316"/>
                <a:gd name="connsiteY0" fmla="*/ 0 h 5118100"/>
                <a:gd name="connsiteX1" fmla="*/ 2533899 w 4605316"/>
                <a:gd name="connsiteY1" fmla="*/ 1143000 h 5118100"/>
                <a:gd name="connsiteX2" fmla="*/ 3460999 w 4605316"/>
                <a:gd name="connsiteY2" fmla="*/ 25400 h 5118100"/>
                <a:gd name="connsiteX3" fmla="*/ 3270499 w 4605316"/>
                <a:gd name="connsiteY3" fmla="*/ 1371600 h 5118100"/>
                <a:gd name="connsiteX4" fmla="*/ 4603999 w 4605316"/>
                <a:gd name="connsiteY4" fmla="*/ 927100 h 5118100"/>
                <a:gd name="connsiteX5" fmla="*/ 3575299 w 4605316"/>
                <a:gd name="connsiteY5" fmla="*/ 2095500 h 5118100"/>
                <a:gd name="connsiteX6" fmla="*/ 4540499 w 4605316"/>
                <a:gd name="connsiteY6" fmla="*/ 2019300 h 5118100"/>
                <a:gd name="connsiteX7" fmla="*/ 781299 w 4605316"/>
                <a:gd name="connsiteY7" fmla="*/ 5118100 h 5118100"/>
                <a:gd name="connsiteX8" fmla="*/ 6599 w 4605316"/>
                <a:gd name="connsiteY8" fmla="*/ 4368800 h 5118100"/>
                <a:gd name="connsiteX9" fmla="*/ 2648199 w 4605316"/>
                <a:gd name="connsiteY9" fmla="*/ 0 h 5118100"/>
                <a:gd name="connsiteX0" fmla="*/ 2648266 w 4605383"/>
                <a:gd name="connsiteY0" fmla="*/ 0 h 5118100"/>
                <a:gd name="connsiteX1" fmla="*/ 2533966 w 4605383"/>
                <a:gd name="connsiteY1" fmla="*/ 1143000 h 5118100"/>
                <a:gd name="connsiteX2" fmla="*/ 3461066 w 4605383"/>
                <a:gd name="connsiteY2" fmla="*/ 25400 h 5118100"/>
                <a:gd name="connsiteX3" fmla="*/ 3270566 w 4605383"/>
                <a:gd name="connsiteY3" fmla="*/ 1371600 h 5118100"/>
                <a:gd name="connsiteX4" fmla="*/ 4604066 w 4605383"/>
                <a:gd name="connsiteY4" fmla="*/ 927100 h 5118100"/>
                <a:gd name="connsiteX5" fmla="*/ 3575366 w 4605383"/>
                <a:gd name="connsiteY5" fmla="*/ 2095500 h 5118100"/>
                <a:gd name="connsiteX6" fmla="*/ 4540566 w 4605383"/>
                <a:gd name="connsiteY6" fmla="*/ 2019300 h 5118100"/>
                <a:gd name="connsiteX7" fmla="*/ 781366 w 4605383"/>
                <a:gd name="connsiteY7" fmla="*/ 5118100 h 5118100"/>
                <a:gd name="connsiteX8" fmla="*/ 6666 w 4605383"/>
                <a:gd name="connsiteY8" fmla="*/ 4368800 h 5118100"/>
                <a:gd name="connsiteX9" fmla="*/ 2648266 w 4605383"/>
                <a:gd name="connsiteY9" fmla="*/ 0 h 5118100"/>
                <a:gd name="connsiteX0" fmla="*/ 2648266 w 4605383"/>
                <a:gd name="connsiteY0" fmla="*/ 0 h 5118100"/>
                <a:gd name="connsiteX1" fmla="*/ 2533966 w 4605383"/>
                <a:gd name="connsiteY1" fmla="*/ 1143000 h 5118100"/>
                <a:gd name="connsiteX2" fmla="*/ 3461066 w 4605383"/>
                <a:gd name="connsiteY2" fmla="*/ 25400 h 5118100"/>
                <a:gd name="connsiteX3" fmla="*/ 3270566 w 4605383"/>
                <a:gd name="connsiteY3" fmla="*/ 1371600 h 5118100"/>
                <a:gd name="connsiteX4" fmla="*/ 4604066 w 4605383"/>
                <a:gd name="connsiteY4" fmla="*/ 927100 h 5118100"/>
                <a:gd name="connsiteX5" fmla="*/ 3575366 w 4605383"/>
                <a:gd name="connsiteY5" fmla="*/ 2095500 h 5118100"/>
                <a:gd name="connsiteX6" fmla="*/ 4540566 w 4605383"/>
                <a:gd name="connsiteY6" fmla="*/ 2019300 h 5118100"/>
                <a:gd name="connsiteX7" fmla="*/ 781366 w 4605383"/>
                <a:gd name="connsiteY7" fmla="*/ 5118100 h 5118100"/>
                <a:gd name="connsiteX8" fmla="*/ 6666 w 4605383"/>
                <a:gd name="connsiteY8" fmla="*/ 4368800 h 5118100"/>
                <a:gd name="connsiteX9" fmla="*/ 2648266 w 4605383"/>
                <a:gd name="connsiteY9" fmla="*/ 0 h 5118100"/>
                <a:gd name="connsiteX0" fmla="*/ 2648266 w 4605383"/>
                <a:gd name="connsiteY0" fmla="*/ 0 h 5118100"/>
                <a:gd name="connsiteX1" fmla="*/ 2533966 w 4605383"/>
                <a:gd name="connsiteY1" fmla="*/ 1143000 h 5118100"/>
                <a:gd name="connsiteX2" fmla="*/ 3461066 w 4605383"/>
                <a:gd name="connsiteY2" fmla="*/ 25400 h 5118100"/>
                <a:gd name="connsiteX3" fmla="*/ 3270566 w 4605383"/>
                <a:gd name="connsiteY3" fmla="*/ 1371600 h 5118100"/>
                <a:gd name="connsiteX4" fmla="*/ 4604066 w 4605383"/>
                <a:gd name="connsiteY4" fmla="*/ 927100 h 5118100"/>
                <a:gd name="connsiteX5" fmla="*/ 3575366 w 4605383"/>
                <a:gd name="connsiteY5" fmla="*/ 2095500 h 5118100"/>
                <a:gd name="connsiteX6" fmla="*/ 4540566 w 4605383"/>
                <a:gd name="connsiteY6" fmla="*/ 2019300 h 5118100"/>
                <a:gd name="connsiteX7" fmla="*/ 781366 w 4605383"/>
                <a:gd name="connsiteY7" fmla="*/ 5118100 h 5118100"/>
                <a:gd name="connsiteX8" fmla="*/ 6666 w 4605383"/>
                <a:gd name="connsiteY8" fmla="*/ 4368800 h 5118100"/>
                <a:gd name="connsiteX9" fmla="*/ 2648266 w 4605383"/>
                <a:gd name="connsiteY9" fmla="*/ 0 h 5118100"/>
                <a:gd name="connsiteX0" fmla="*/ 2648266 w 4605383"/>
                <a:gd name="connsiteY0" fmla="*/ 0 h 5118100"/>
                <a:gd name="connsiteX1" fmla="*/ 2533966 w 4605383"/>
                <a:gd name="connsiteY1" fmla="*/ 1143000 h 5118100"/>
                <a:gd name="connsiteX2" fmla="*/ 3397566 w 4605383"/>
                <a:gd name="connsiteY2" fmla="*/ 355600 h 5118100"/>
                <a:gd name="connsiteX3" fmla="*/ 3270566 w 4605383"/>
                <a:gd name="connsiteY3" fmla="*/ 1371600 h 5118100"/>
                <a:gd name="connsiteX4" fmla="*/ 4604066 w 4605383"/>
                <a:gd name="connsiteY4" fmla="*/ 927100 h 5118100"/>
                <a:gd name="connsiteX5" fmla="*/ 3575366 w 4605383"/>
                <a:gd name="connsiteY5" fmla="*/ 2095500 h 5118100"/>
                <a:gd name="connsiteX6" fmla="*/ 4540566 w 4605383"/>
                <a:gd name="connsiteY6" fmla="*/ 2019300 h 5118100"/>
                <a:gd name="connsiteX7" fmla="*/ 781366 w 4605383"/>
                <a:gd name="connsiteY7" fmla="*/ 5118100 h 5118100"/>
                <a:gd name="connsiteX8" fmla="*/ 6666 w 4605383"/>
                <a:gd name="connsiteY8" fmla="*/ 4368800 h 5118100"/>
                <a:gd name="connsiteX9" fmla="*/ 2648266 w 4605383"/>
                <a:gd name="connsiteY9" fmla="*/ 0 h 5118100"/>
                <a:gd name="connsiteX0" fmla="*/ 2648266 w 4605383"/>
                <a:gd name="connsiteY0" fmla="*/ 0 h 5118100"/>
                <a:gd name="connsiteX1" fmla="*/ 2533966 w 4605383"/>
                <a:gd name="connsiteY1" fmla="*/ 1143000 h 5118100"/>
                <a:gd name="connsiteX2" fmla="*/ 3283266 w 4605383"/>
                <a:gd name="connsiteY2" fmla="*/ 546100 h 5118100"/>
                <a:gd name="connsiteX3" fmla="*/ 3270566 w 4605383"/>
                <a:gd name="connsiteY3" fmla="*/ 1371600 h 5118100"/>
                <a:gd name="connsiteX4" fmla="*/ 4604066 w 4605383"/>
                <a:gd name="connsiteY4" fmla="*/ 927100 h 5118100"/>
                <a:gd name="connsiteX5" fmla="*/ 3575366 w 4605383"/>
                <a:gd name="connsiteY5" fmla="*/ 2095500 h 5118100"/>
                <a:gd name="connsiteX6" fmla="*/ 4540566 w 4605383"/>
                <a:gd name="connsiteY6" fmla="*/ 2019300 h 5118100"/>
                <a:gd name="connsiteX7" fmla="*/ 781366 w 4605383"/>
                <a:gd name="connsiteY7" fmla="*/ 5118100 h 5118100"/>
                <a:gd name="connsiteX8" fmla="*/ 6666 w 4605383"/>
                <a:gd name="connsiteY8" fmla="*/ 4368800 h 5118100"/>
                <a:gd name="connsiteX9" fmla="*/ 2648266 w 4605383"/>
                <a:gd name="connsiteY9" fmla="*/ 0 h 5118100"/>
                <a:gd name="connsiteX0" fmla="*/ 2648266 w 4605383"/>
                <a:gd name="connsiteY0" fmla="*/ 0 h 5118100"/>
                <a:gd name="connsiteX1" fmla="*/ 2533966 w 4605383"/>
                <a:gd name="connsiteY1" fmla="*/ 1143000 h 5118100"/>
                <a:gd name="connsiteX2" fmla="*/ 3461066 w 4605383"/>
                <a:gd name="connsiteY2" fmla="*/ 50800 h 5118100"/>
                <a:gd name="connsiteX3" fmla="*/ 3270566 w 4605383"/>
                <a:gd name="connsiteY3" fmla="*/ 1371600 h 5118100"/>
                <a:gd name="connsiteX4" fmla="*/ 4604066 w 4605383"/>
                <a:gd name="connsiteY4" fmla="*/ 927100 h 5118100"/>
                <a:gd name="connsiteX5" fmla="*/ 3575366 w 4605383"/>
                <a:gd name="connsiteY5" fmla="*/ 2095500 h 5118100"/>
                <a:gd name="connsiteX6" fmla="*/ 4540566 w 4605383"/>
                <a:gd name="connsiteY6" fmla="*/ 2019300 h 5118100"/>
                <a:gd name="connsiteX7" fmla="*/ 781366 w 4605383"/>
                <a:gd name="connsiteY7" fmla="*/ 5118100 h 5118100"/>
                <a:gd name="connsiteX8" fmla="*/ 6666 w 4605383"/>
                <a:gd name="connsiteY8" fmla="*/ 4368800 h 5118100"/>
                <a:gd name="connsiteX9" fmla="*/ 2648266 w 4605383"/>
                <a:gd name="connsiteY9" fmla="*/ 0 h 5118100"/>
                <a:gd name="connsiteX0" fmla="*/ 2648266 w 4605383"/>
                <a:gd name="connsiteY0" fmla="*/ 0 h 5118100"/>
                <a:gd name="connsiteX1" fmla="*/ 2533966 w 4605383"/>
                <a:gd name="connsiteY1" fmla="*/ 1143000 h 5118100"/>
                <a:gd name="connsiteX2" fmla="*/ 3461066 w 4605383"/>
                <a:gd name="connsiteY2" fmla="*/ 50800 h 5118100"/>
                <a:gd name="connsiteX3" fmla="*/ 3270566 w 4605383"/>
                <a:gd name="connsiteY3" fmla="*/ 1371600 h 5118100"/>
                <a:gd name="connsiteX4" fmla="*/ 4604066 w 4605383"/>
                <a:gd name="connsiteY4" fmla="*/ 927100 h 5118100"/>
                <a:gd name="connsiteX5" fmla="*/ 3575366 w 4605383"/>
                <a:gd name="connsiteY5" fmla="*/ 2095500 h 5118100"/>
                <a:gd name="connsiteX6" fmla="*/ 4540566 w 4605383"/>
                <a:gd name="connsiteY6" fmla="*/ 2019300 h 5118100"/>
                <a:gd name="connsiteX7" fmla="*/ 781366 w 4605383"/>
                <a:gd name="connsiteY7" fmla="*/ 5118100 h 5118100"/>
                <a:gd name="connsiteX8" fmla="*/ 6666 w 4605383"/>
                <a:gd name="connsiteY8" fmla="*/ 4368800 h 5118100"/>
                <a:gd name="connsiteX9" fmla="*/ 2648266 w 4605383"/>
                <a:gd name="connsiteY9" fmla="*/ 0 h 5118100"/>
                <a:gd name="connsiteX0" fmla="*/ 2648266 w 4604066"/>
                <a:gd name="connsiteY0" fmla="*/ 0 h 5118100"/>
                <a:gd name="connsiteX1" fmla="*/ 2533966 w 4604066"/>
                <a:gd name="connsiteY1" fmla="*/ 1143000 h 5118100"/>
                <a:gd name="connsiteX2" fmla="*/ 3461066 w 4604066"/>
                <a:gd name="connsiteY2" fmla="*/ 50800 h 5118100"/>
                <a:gd name="connsiteX3" fmla="*/ 3270566 w 4604066"/>
                <a:gd name="connsiteY3" fmla="*/ 1371600 h 5118100"/>
                <a:gd name="connsiteX4" fmla="*/ 4604066 w 4604066"/>
                <a:gd name="connsiteY4" fmla="*/ 927100 h 5118100"/>
                <a:gd name="connsiteX5" fmla="*/ 3575366 w 4604066"/>
                <a:gd name="connsiteY5" fmla="*/ 2095500 h 5118100"/>
                <a:gd name="connsiteX6" fmla="*/ 4540566 w 4604066"/>
                <a:gd name="connsiteY6" fmla="*/ 2019300 h 5118100"/>
                <a:gd name="connsiteX7" fmla="*/ 781366 w 4604066"/>
                <a:gd name="connsiteY7" fmla="*/ 5118100 h 5118100"/>
                <a:gd name="connsiteX8" fmla="*/ 6666 w 4604066"/>
                <a:gd name="connsiteY8" fmla="*/ 4368800 h 5118100"/>
                <a:gd name="connsiteX9" fmla="*/ 2648266 w 4604066"/>
                <a:gd name="connsiteY9" fmla="*/ 0 h 5118100"/>
                <a:gd name="connsiteX0" fmla="*/ 2648266 w 4604066"/>
                <a:gd name="connsiteY0" fmla="*/ 0 h 5118100"/>
                <a:gd name="connsiteX1" fmla="*/ 2533966 w 4604066"/>
                <a:gd name="connsiteY1" fmla="*/ 1143000 h 5118100"/>
                <a:gd name="connsiteX2" fmla="*/ 3461066 w 4604066"/>
                <a:gd name="connsiteY2" fmla="*/ 50800 h 5118100"/>
                <a:gd name="connsiteX3" fmla="*/ 3270566 w 4604066"/>
                <a:gd name="connsiteY3" fmla="*/ 1371600 h 5118100"/>
                <a:gd name="connsiteX4" fmla="*/ 4604066 w 4604066"/>
                <a:gd name="connsiteY4" fmla="*/ 927100 h 5118100"/>
                <a:gd name="connsiteX5" fmla="*/ 3575366 w 4604066"/>
                <a:gd name="connsiteY5" fmla="*/ 2095500 h 5118100"/>
                <a:gd name="connsiteX6" fmla="*/ 4540566 w 4604066"/>
                <a:gd name="connsiteY6" fmla="*/ 2019300 h 5118100"/>
                <a:gd name="connsiteX7" fmla="*/ 781366 w 4604066"/>
                <a:gd name="connsiteY7" fmla="*/ 5118100 h 5118100"/>
                <a:gd name="connsiteX8" fmla="*/ 6666 w 4604066"/>
                <a:gd name="connsiteY8" fmla="*/ 4368800 h 5118100"/>
                <a:gd name="connsiteX9" fmla="*/ 2648266 w 4604066"/>
                <a:gd name="connsiteY9" fmla="*/ 0 h 5118100"/>
                <a:gd name="connsiteX0" fmla="*/ 2648266 w 4604066"/>
                <a:gd name="connsiteY0" fmla="*/ 0 h 5118100"/>
                <a:gd name="connsiteX1" fmla="*/ 2533966 w 4604066"/>
                <a:gd name="connsiteY1" fmla="*/ 1143000 h 5118100"/>
                <a:gd name="connsiteX2" fmla="*/ 3461066 w 4604066"/>
                <a:gd name="connsiteY2" fmla="*/ 50800 h 5118100"/>
                <a:gd name="connsiteX3" fmla="*/ 3270566 w 4604066"/>
                <a:gd name="connsiteY3" fmla="*/ 1371600 h 5118100"/>
                <a:gd name="connsiteX4" fmla="*/ 4604066 w 4604066"/>
                <a:gd name="connsiteY4" fmla="*/ 927100 h 5118100"/>
                <a:gd name="connsiteX5" fmla="*/ 3575366 w 4604066"/>
                <a:gd name="connsiteY5" fmla="*/ 2095500 h 5118100"/>
                <a:gd name="connsiteX6" fmla="*/ 4540566 w 4604066"/>
                <a:gd name="connsiteY6" fmla="*/ 2019300 h 5118100"/>
                <a:gd name="connsiteX7" fmla="*/ 781366 w 4604066"/>
                <a:gd name="connsiteY7" fmla="*/ 5118100 h 5118100"/>
                <a:gd name="connsiteX8" fmla="*/ 6666 w 4604066"/>
                <a:gd name="connsiteY8" fmla="*/ 4368800 h 5118100"/>
                <a:gd name="connsiteX9" fmla="*/ 2648266 w 4604066"/>
                <a:gd name="connsiteY9" fmla="*/ 0 h 5118100"/>
                <a:gd name="connsiteX0" fmla="*/ 2648266 w 4604066"/>
                <a:gd name="connsiteY0" fmla="*/ 0 h 5118100"/>
                <a:gd name="connsiteX1" fmla="*/ 2533966 w 4604066"/>
                <a:gd name="connsiteY1" fmla="*/ 1143000 h 5118100"/>
                <a:gd name="connsiteX2" fmla="*/ 3461066 w 4604066"/>
                <a:gd name="connsiteY2" fmla="*/ 50800 h 5118100"/>
                <a:gd name="connsiteX3" fmla="*/ 3270566 w 4604066"/>
                <a:gd name="connsiteY3" fmla="*/ 1371600 h 5118100"/>
                <a:gd name="connsiteX4" fmla="*/ 4604066 w 4604066"/>
                <a:gd name="connsiteY4" fmla="*/ 927100 h 5118100"/>
                <a:gd name="connsiteX5" fmla="*/ 3575366 w 4604066"/>
                <a:gd name="connsiteY5" fmla="*/ 2095500 h 5118100"/>
                <a:gd name="connsiteX6" fmla="*/ 4540566 w 4604066"/>
                <a:gd name="connsiteY6" fmla="*/ 2019300 h 5118100"/>
                <a:gd name="connsiteX7" fmla="*/ 781366 w 4604066"/>
                <a:gd name="connsiteY7" fmla="*/ 5118100 h 5118100"/>
                <a:gd name="connsiteX8" fmla="*/ 6666 w 4604066"/>
                <a:gd name="connsiteY8" fmla="*/ 4368800 h 5118100"/>
                <a:gd name="connsiteX9" fmla="*/ 2648266 w 4604066"/>
                <a:gd name="connsiteY9" fmla="*/ 0 h 511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604066" h="5118100">
                  <a:moveTo>
                    <a:pt x="2648266" y="0"/>
                  </a:moveTo>
                  <a:cubicBezTo>
                    <a:pt x="2817599" y="448733"/>
                    <a:pt x="2478933" y="795867"/>
                    <a:pt x="2533966" y="1143000"/>
                  </a:cubicBezTo>
                  <a:cubicBezTo>
                    <a:pt x="2567833" y="1223433"/>
                    <a:pt x="3236699" y="579967"/>
                    <a:pt x="3461066" y="50800"/>
                  </a:cubicBezTo>
                  <a:cubicBezTo>
                    <a:pt x="3537266" y="427567"/>
                    <a:pt x="3346766" y="1045633"/>
                    <a:pt x="3270566" y="1371600"/>
                  </a:cubicBezTo>
                  <a:cubicBezTo>
                    <a:pt x="3219766" y="1524000"/>
                    <a:pt x="4220526" y="782320"/>
                    <a:pt x="4604066" y="927100"/>
                  </a:cubicBezTo>
                  <a:cubicBezTo>
                    <a:pt x="3571133" y="1623060"/>
                    <a:pt x="3731999" y="1986280"/>
                    <a:pt x="3575366" y="2095500"/>
                  </a:cubicBezTo>
                  <a:cubicBezTo>
                    <a:pt x="4125699" y="1940560"/>
                    <a:pt x="4218833" y="2044700"/>
                    <a:pt x="4540566" y="2019300"/>
                  </a:cubicBezTo>
                  <a:cubicBezTo>
                    <a:pt x="3477999" y="2429933"/>
                    <a:pt x="1539133" y="4859867"/>
                    <a:pt x="781366" y="5118100"/>
                  </a:cubicBezTo>
                  <a:lnTo>
                    <a:pt x="6666" y="4368800"/>
                  </a:lnTo>
                  <a:cubicBezTo>
                    <a:pt x="-141501" y="3399367"/>
                    <a:pt x="2224933" y="1617133"/>
                    <a:pt x="2648266" y="0"/>
                  </a:cubicBezTo>
                  <a:close/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">
              <a:extLst>
                <a:ext uri="{FF2B5EF4-FFF2-40B4-BE49-F238E27FC236}">
                  <a16:creationId xmlns:a16="http://schemas.microsoft.com/office/drawing/2014/main" id="{F5231DF4-3E62-CC33-D240-CC7F18A7CC87}"/>
                </a:ext>
              </a:extLst>
            </p:cNvPr>
            <p:cNvSpPr/>
            <p:nvPr/>
          </p:nvSpPr>
          <p:spPr>
            <a:xfrm>
              <a:off x="3987800" y="1244600"/>
              <a:ext cx="3657600" cy="4229100"/>
            </a:xfrm>
            <a:custGeom>
              <a:avLst/>
              <a:gdLst>
                <a:gd name="connsiteX0" fmla="*/ 0 w 584200"/>
                <a:gd name="connsiteY0" fmla="*/ 0 h 850900"/>
                <a:gd name="connsiteX1" fmla="*/ 584200 w 584200"/>
                <a:gd name="connsiteY1" fmla="*/ 0 h 850900"/>
                <a:gd name="connsiteX2" fmla="*/ 584200 w 584200"/>
                <a:gd name="connsiteY2" fmla="*/ 850900 h 850900"/>
                <a:gd name="connsiteX3" fmla="*/ 0 w 584200"/>
                <a:gd name="connsiteY3" fmla="*/ 850900 h 850900"/>
                <a:gd name="connsiteX4" fmla="*/ 0 w 584200"/>
                <a:gd name="connsiteY4" fmla="*/ 0 h 850900"/>
                <a:gd name="connsiteX0" fmla="*/ 0 w 1600200"/>
                <a:gd name="connsiteY0" fmla="*/ 1257300 h 2108200"/>
                <a:gd name="connsiteX1" fmla="*/ 1600200 w 1600200"/>
                <a:gd name="connsiteY1" fmla="*/ 0 h 2108200"/>
                <a:gd name="connsiteX2" fmla="*/ 584200 w 1600200"/>
                <a:gd name="connsiteY2" fmla="*/ 2108200 h 2108200"/>
                <a:gd name="connsiteX3" fmla="*/ 0 w 1600200"/>
                <a:gd name="connsiteY3" fmla="*/ 2108200 h 2108200"/>
                <a:gd name="connsiteX4" fmla="*/ 0 w 1600200"/>
                <a:gd name="connsiteY4" fmla="*/ 1257300 h 2108200"/>
                <a:gd name="connsiteX0" fmla="*/ 0 w 1600200"/>
                <a:gd name="connsiteY0" fmla="*/ 1257300 h 2108200"/>
                <a:gd name="connsiteX1" fmla="*/ 1600200 w 1600200"/>
                <a:gd name="connsiteY1" fmla="*/ 0 h 2108200"/>
                <a:gd name="connsiteX2" fmla="*/ 584200 w 1600200"/>
                <a:gd name="connsiteY2" fmla="*/ 2108200 h 2108200"/>
                <a:gd name="connsiteX3" fmla="*/ 0 w 1600200"/>
                <a:gd name="connsiteY3" fmla="*/ 1257300 h 2108200"/>
                <a:gd name="connsiteX0" fmla="*/ 0 w 3657600"/>
                <a:gd name="connsiteY0" fmla="*/ 3949700 h 3949700"/>
                <a:gd name="connsiteX1" fmla="*/ 3657600 w 3657600"/>
                <a:gd name="connsiteY1" fmla="*/ 0 h 3949700"/>
                <a:gd name="connsiteX2" fmla="*/ 2641600 w 3657600"/>
                <a:gd name="connsiteY2" fmla="*/ 2108200 h 3949700"/>
                <a:gd name="connsiteX3" fmla="*/ 0 w 3657600"/>
                <a:gd name="connsiteY3" fmla="*/ 3949700 h 3949700"/>
                <a:gd name="connsiteX0" fmla="*/ 0 w 3657600"/>
                <a:gd name="connsiteY0" fmla="*/ 3949700 h 4229100"/>
                <a:gd name="connsiteX1" fmla="*/ 3657600 w 3657600"/>
                <a:gd name="connsiteY1" fmla="*/ 0 h 4229100"/>
                <a:gd name="connsiteX2" fmla="*/ 304800 w 3657600"/>
                <a:gd name="connsiteY2" fmla="*/ 4229100 h 4229100"/>
                <a:gd name="connsiteX3" fmla="*/ 0 w 3657600"/>
                <a:gd name="connsiteY3" fmla="*/ 3949700 h 4229100"/>
                <a:gd name="connsiteX0" fmla="*/ 0 w 3657600"/>
                <a:gd name="connsiteY0" fmla="*/ 3949700 h 4229100"/>
                <a:gd name="connsiteX1" fmla="*/ 3657600 w 3657600"/>
                <a:gd name="connsiteY1" fmla="*/ 0 h 4229100"/>
                <a:gd name="connsiteX2" fmla="*/ 304800 w 3657600"/>
                <a:gd name="connsiteY2" fmla="*/ 4229100 h 4229100"/>
                <a:gd name="connsiteX3" fmla="*/ 0 w 3657600"/>
                <a:gd name="connsiteY3" fmla="*/ 3949700 h 4229100"/>
                <a:gd name="connsiteX0" fmla="*/ 0 w 3657600"/>
                <a:gd name="connsiteY0" fmla="*/ 3949700 h 4229100"/>
                <a:gd name="connsiteX1" fmla="*/ 3657600 w 3657600"/>
                <a:gd name="connsiteY1" fmla="*/ 0 h 4229100"/>
                <a:gd name="connsiteX2" fmla="*/ 304800 w 3657600"/>
                <a:gd name="connsiteY2" fmla="*/ 4229100 h 4229100"/>
                <a:gd name="connsiteX3" fmla="*/ 0 w 3657600"/>
                <a:gd name="connsiteY3" fmla="*/ 3949700 h 4229100"/>
                <a:gd name="connsiteX0" fmla="*/ 0 w 3657600"/>
                <a:gd name="connsiteY0" fmla="*/ 3949700 h 4229100"/>
                <a:gd name="connsiteX1" fmla="*/ 3657600 w 3657600"/>
                <a:gd name="connsiteY1" fmla="*/ 0 h 4229100"/>
                <a:gd name="connsiteX2" fmla="*/ 304800 w 3657600"/>
                <a:gd name="connsiteY2" fmla="*/ 4229100 h 4229100"/>
                <a:gd name="connsiteX3" fmla="*/ 0 w 3657600"/>
                <a:gd name="connsiteY3" fmla="*/ 3949700 h 4229100"/>
                <a:gd name="connsiteX0" fmla="*/ 0 w 3657600"/>
                <a:gd name="connsiteY0" fmla="*/ 3949700 h 4229100"/>
                <a:gd name="connsiteX1" fmla="*/ 3657600 w 3657600"/>
                <a:gd name="connsiteY1" fmla="*/ 0 h 4229100"/>
                <a:gd name="connsiteX2" fmla="*/ 304800 w 3657600"/>
                <a:gd name="connsiteY2" fmla="*/ 4229100 h 4229100"/>
                <a:gd name="connsiteX3" fmla="*/ 91440 w 3657600"/>
                <a:gd name="connsiteY3" fmla="*/ 4041140 h 4229100"/>
                <a:gd name="connsiteX0" fmla="*/ 0 w 3657600"/>
                <a:gd name="connsiteY0" fmla="*/ 3949700 h 4229100"/>
                <a:gd name="connsiteX1" fmla="*/ 3657600 w 3657600"/>
                <a:gd name="connsiteY1" fmla="*/ 0 h 4229100"/>
                <a:gd name="connsiteX2" fmla="*/ 304800 w 3657600"/>
                <a:gd name="connsiteY2" fmla="*/ 4229100 h 422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657600" h="4229100">
                  <a:moveTo>
                    <a:pt x="0" y="3949700"/>
                  </a:moveTo>
                  <a:cubicBezTo>
                    <a:pt x="1282700" y="1985433"/>
                    <a:pt x="2755900" y="732367"/>
                    <a:pt x="3657600" y="0"/>
                  </a:cubicBezTo>
                  <a:cubicBezTo>
                    <a:pt x="2540000" y="1409700"/>
                    <a:pt x="2019300" y="2540000"/>
                    <a:pt x="304800" y="4229100"/>
                  </a:cubicBezTo>
                </a:path>
              </a:pathLst>
            </a:cu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FBD54494-D51E-2C01-8239-5333464E9688}"/>
                </a:ext>
              </a:extLst>
            </p:cNvPr>
            <p:cNvSpPr/>
            <p:nvPr/>
          </p:nvSpPr>
          <p:spPr>
            <a:xfrm rot="2542649">
              <a:off x="2879156" y="5530295"/>
              <a:ext cx="1305746" cy="975235"/>
            </a:xfrm>
            <a:prstGeom prst="ellipse">
              <a:avLst/>
            </a:prstGeom>
            <a:grp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925779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B01C02E-9EC0-E32C-97C7-95D1900757BC}"/>
              </a:ext>
            </a:extLst>
          </p:cNvPr>
          <p:cNvGrpSpPr/>
          <p:nvPr/>
        </p:nvGrpSpPr>
        <p:grpSpPr>
          <a:xfrm>
            <a:off x="2594429" y="180124"/>
            <a:ext cx="6130907" cy="7084276"/>
            <a:chOff x="3670740" y="210521"/>
            <a:chExt cx="5221510" cy="6033466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97674D1-0CDF-F8C4-BF2C-58F441E7C2D3}"/>
                </a:ext>
              </a:extLst>
            </p:cNvPr>
            <p:cNvSpPr/>
            <p:nvPr/>
          </p:nvSpPr>
          <p:spPr>
            <a:xfrm rot="366346">
              <a:off x="4010078" y="640564"/>
              <a:ext cx="2597868" cy="4717774"/>
            </a:xfrm>
            <a:custGeom>
              <a:avLst/>
              <a:gdLst>
                <a:gd name="connsiteX0" fmla="*/ 0 w 1073426"/>
                <a:gd name="connsiteY0" fmla="*/ 0 h 2676939"/>
                <a:gd name="connsiteX1" fmla="*/ 1073426 w 1073426"/>
                <a:gd name="connsiteY1" fmla="*/ 0 h 2676939"/>
                <a:gd name="connsiteX2" fmla="*/ 1073426 w 1073426"/>
                <a:gd name="connsiteY2" fmla="*/ 2676939 h 2676939"/>
                <a:gd name="connsiteX3" fmla="*/ 0 w 1073426"/>
                <a:gd name="connsiteY3" fmla="*/ 2676939 h 2676939"/>
                <a:gd name="connsiteX4" fmla="*/ 0 w 1073426"/>
                <a:gd name="connsiteY4" fmla="*/ 0 h 2676939"/>
                <a:gd name="connsiteX0" fmla="*/ 0 w 1683026"/>
                <a:gd name="connsiteY0" fmla="*/ 821635 h 3498574"/>
                <a:gd name="connsiteX1" fmla="*/ 1683026 w 1683026"/>
                <a:gd name="connsiteY1" fmla="*/ 0 h 3498574"/>
                <a:gd name="connsiteX2" fmla="*/ 1073426 w 1683026"/>
                <a:gd name="connsiteY2" fmla="*/ 3498574 h 3498574"/>
                <a:gd name="connsiteX3" fmla="*/ 0 w 1683026"/>
                <a:gd name="connsiteY3" fmla="*/ 3498574 h 3498574"/>
                <a:gd name="connsiteX4" fmla="*/ 0 w 1683026"/>
                <a:gd name="connsiteY4" fmla="*/ 821635 h 3498574"/>
                <a:gd name="connsiteX0" fmla="*/ 304800 w 1987826"/>
                <a:gd name="connsiteY0" fmla="*/ 821635 h 4678017"/>
                <a:gd name="connsiteX1" fmla="*/ 1987826 w 1987826"/>
                <a:gd name="connsiteY1" fmla="*/ 0 h 4678017"/>
                <a:gd name="connsiteX2" fmla="*/ 1378226 w 1987826"/>
                <a:gd name="connsiteY2" fmla="*/ 3498574 h 4678017"/>
                <a:gd name="connsiteX3" fmla="*/ 0 w 1987826"/>
                <a:gd name="connsiteY3" fmla="*/ 4678017 h 4678017"/>
                <a:gd name="connsiteX4" fmla="*/ 304800 w 1987826"/>
                <a:gd name="connsiteY4" fmla="*/ 821635 h 4678017"/>
                <a:gd name="connsiteX0" fmla="*/ 0 w 2332382"/>
                <a:gd name="connsiteY0" fmla="*/ 3776870 h 4678017"/>
                <a:gd name="connsiteX1" fmla="*/ 2332382 w 2332382"/>
                <a:gd name="connsiteY1" fmla="*/ 0 h 4678017"/>
                <a:gd name="connsiteX2" fmla="*/ 1722782 w 2332382"/>
                <a:gd name="connsiteY2" fmla="*/ 3498574 h 4678017"/>
                <a:gd name="connsiteX3" fmla="*/ 344556 w 2332382"/>
                <a:gd name="connsiteY3" fmla="*/ 4678017 h 4678017"/>
                <a:gd name="connsiteX4" fmla="*/ 0 w 2332382"/>
                <a:gd name="connsiteY4" fmla="*/ 3776870 h 4678017"/>
                <a:gd name="connsiteX0" fmla="*/ 0 w 1987826"/>
                <a:gd name="connsiteY0" fmla="*/ 4678017 h 4678017"/>
                <a:gd name="connsiteX1" fmla="*/ 1987826 w 1987826"/>
                <a:gd name="connsiteY1" fmla="*/ 0 h 4678017"/>
                <a:gd name="connsiteX2" fmla="*/ 1378226 w 1987826"/>
                <a:gd name="connsiteY2" fmla="*/ 3498574 h 4678017"/>
                <a:gd name="connsiteX3" fmla="*/ 0 w 1987826"/>
                <a:gd name="connsiteY3" fmla="*/ 4678017 h 4678017"/>
                <a:gd name="connsiteX0" fmla="*/ 0 w 1987826"/>
                <a:gd name="connsiteY0" fmla="*/ 4678017 h 4678017"/>
                <a:gd name="connsiteX1" fmla="*/ 1987826 w 1987826"/>
                <a:gd name="connsiteY1" fmla="*/ 0 h 4678017"/>
                <a:gd name="connsiteX2" fmla="*/ 1378226 w 1987826"/>
                <a:gd name="connsiteY2" fmla="*/ 3498574 h 4678017"/>
                <a:gd name="connsiteX3" fmla="*/ 0 w 1987826"/>
                <a:gd name="connsiteY3" fmla="*/ 4678017 h 4678017"/>
                <a:gd name="connsiteX0" fmla="*/ 425525 w 2413351"/>
                <a:gd name="connsiteY0" fmla="*/ 4678017 h 4678017"/>
                <a:gd name="connsiteX1" fmla="*/ 2413351 w 2413351"/>
                <a:gd name="connsiteY1" fmla="*/ 0 h 4678017"/>
                <a:gd name="connsiteX2" fmla="*/ 1803751 w 2413351"/>
                <a:gd name="connsiteY2" fmla="*/ 3498574 h 4678017"/>
                <a:gd name="connsiteX3" fmla="*/ 425525 w 2413351"/>
                <a:gd name="connsiteY3" fmla="*/ 4678017 h 4678017"/>
                <a:gd name="connsiteX0" fmla="*/ 425525 w 2413351"/>
                <a:gd name="connsiteY0" fmla="*/ 4717774 h 4717774"/>
                <a:gd name="connsiteX1" fmla="*/ 2413351 w 2413351"/>
                <a:gd name="connsiteY1" fmla="*/ 0 h 4717774"/>
                <a:gd name="connsiteX2" fmla="*/ 1803751 w 2413351"/>
                <a:gd name="connsiteY2" fmla="*/ 3538331 h 4717774"/>
                <a:gd name="connsiteX3" fmla="*/ 425525 w 2413351"/>
                <a:gd name="connsiteY3" fmla="*/ 4717774 h 4717774"/>
                <a:gd name="connsiteX0" fmla="*/ 359151 w 2346977"/>
                <a:gd name="connsiteY0" fmla="*/ 4717774 h 4717774"/>
                <a:gd name="connsiteX1" fmla="*/ 2346977 w 2346977"/>
                <a:gd name="connsiteY1" fmla="*/ 0 h 4717774"/>
                <a:gd name="connsiteX2" fmla="*/ 1737377 w 2346977"/>
                <a:gd name="connsiteY2" fmla="*/ 3538331 h 4717774"/>
                <a:gd name="connsiteX3" fmla="*/ 359151 w 2346977"/>
                <a:gd name="connsiteY3" fmla="*/ 4717774 h 4717774"/>
                <a:gd name="connsiteX0" fmla="*/ 433231 w 2421057"/>
                <a:gd name="connsiteY0" fmla="*/ 4717774 h 4717774"/>
                <a:gd name="connsiteX1" fmla="*/ 2421057 w 2421057"/>
                <a:gd name="connsiteY1" fmla="*/ 0 h 4717774"/>
                <a:gd name="connsiteX2" fmla="*/ 1811457 w 2421057"/>
                <a:gd name="connsiteY2" fmla="*/ 3538331 h 4717774"/>
                <a:gd name="connsiteX3" fmla="*/ 433231 w 2421057"/>
                <a:gd name="connsiteY3" fmla="*/ 4717774 h 4717774"/>
                <a:gd name="connsiteX0" fmla="*/ 403059 w 2390885"/>
                <a:gd name="connsiteY0" fmla="*/ 4717774 h 4717774"/>
                <a:gd name="connsiteX1" fmla="*/ 2390885 w 2390885"/>
                <a:gd name="connsiteY1" fmla="*/ 0 h 4717774"/>
                <a:gd name="connsiteX2" fmla="*/ 1781285 w 2390885"/>
                <a:gd name="connsiteY2" fmla="*/ 3538331 h 4717774"/>
                <a:gd name="connsiteX3" fmla="*/ 403059 w 2390885"/>
                <a:gd name="connsiteY3" fmla="*/ 4717774 h 4717774"/>
                <a:gd name="connsiteX0" fmla="*/ 444722 w 2432548"/>
                <a:gd name="connsiteY0" fmla="*/ 4717774 h 4717774"/>
                <a:gd name="connsiteX1" fmla="*/ 2432548 w 2432548"/>
                <a:gd name="connsiteY1" fmla="*/ 0 h 4717774"/>
                <a:gd name="connsiteX2" fmla="*/ 1822948 w 2432548"/>
                <a:gd name="connsiteY2" fmla="*/ 3538331 h 4717774"/>
                <a:gd name="connsiteX3" fmla="*/ 444722 w 2432548"/>
                <a:gd name="connsiteY3" fmla="*/ 4717774 h 4717774"/>
                <a:gd name="connsiteX0" fmla="*/ 444722 w 2432548"/>
                <a:gd name="connsiteY0" fmla="*/ 4717774 h 4717774"/>
                <a:gd name="connsiteX1" fmla="*/ 2432548 w 2432548"/>
                <a:gd name="connsiteY1" fmla="*/ 0 h 4717774"/>
                <a:gd name="connsiteX2" fmla="*/ 444722 w 2432548"/>
                <a:gd name="connsiteY2" fmla="*/ 4717774 h 4717774"/>
                <a:gd name="connsiteX0" fmla="*/ 444722 w 2432548"/>
                <a:gd name="connsiteY0" fmla="*/ 4717774 h 4717774"/>
                <a:gd name="connsiteX1" fmla="*/ 2432548 w 2432548"/>
                <a:gd name="connsiteY1" fmla="*/ 0 h 4717774"/>
                <a:gd name="connsiteX2" fmla="*/ 444722 w 2432548"/>
                <a:gd name="connsiteY2" fmla="*/ 4717774 h 4717774"/>
                <a:gd name="connsiteX0" fmla="*/ 444722 w 2432548"/>
                <a:gd name="connsiteY0" fmla="*/ 4717774 h 4717774"/>
                <a:gd name="connsiteX1" fmla="*/ 2432548 w 2432548"/>
                <a:gd name="connsiteY1" fmla="*/ 0 h 4717774"/>
                <a:gd name="connsiteX2" fmla="*/ 444722 w 2432548"/>
                <a:gd name="connsiteY2" fmla="*/ 4717774 h 4717774"/>
                <a:gd name="connsiteX0" fmla="*/ 444722 w 2432548"/>
                <a:gd name="connsiteY0" fmla="*/ 4717774 h 4717774"/>
                <a:gd name="connsiteX1" fmla="*/ 2432548 w 2432548"/>
                <a:gd name="connsiteY1" fmla="*/ 0 h 4717774"/>
                <a:gd name="connsiteX2" fmla="*/ 444722 w 2432548"/>
                <a:gd name="connsiteY2" fmla="*/ 4717774 h 4717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32548" h="4717774">
                  <a:moveTo>
                    <a:pt x="444722" y="4717774"/>
                  </a:moveTo>
                  <a:cubicBezTo>
                    <a:pt x="-1039520" y="3290956"/>
                    <a:pt x="1597662" y="962991"/>
                    <a:pt x="2432548" y="0"/>
                  </a:cubicBezTo>
                  <a:cubicBezTo>
                    <a:pt x="1968721" y="1691861"/>
                    <a:pt x="444722" y="4139097"/>
                    <a:pt x="444722" y="4717774"/>
                  </a:cubicBezTo>
                  <a:close/>
                </a:path>
              </a:pathLst>
            </a:custGeom>
            <a:solidFill>
              <a:srgbClr val="7BC733"/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" name="Rectangle 2">
              <a:extLst>
                <a:ext uri="{FF2B5EF4-FFF2-40B4-BE49-F238E27FC236}">
                  <a16:creationId xmlns:a16="http://schemas.microsoft.com/office/drawing/2014/main" id="{21849991-3F22-88AA-A532-A1BBAA3759CF}"/>
                </a:ext>
              </a:extLst>
            </p:cNvPr>
            <p:cNvSpPr/>
            <p:nvPr/>
          </p:nvSpPr>
          <p:spPr>
            <a:xfrm rot="4840614" flipH="1">
              <a:off x="5032551" y="1208718"/>
              <a:ext cx="2643572" cy="4717774"/>
            </a:xfrm>
            <a:custGeom>
              <a:avLst/>
              <a:gdLst>
                <a:gd name="connsiteX0" fmla="*/ 0 w 1073426"/>
                <a:gd name="connsiteY0" fmla="*/ 0 h 2676939"/>
                <a:gd name="connsiteX1" fmla="*/ 1073426 w 1073426"/>
                <a:gd name="connsiteY1" fmla="*/ 0 h 2676939"/>
                <a:gd name="connsiteX2" fmla="*/ 1073426 w 1073426"/>
                <a:gd name="connsiteY2" fmla="*/ 2676939 h 2676939"/>
                <a:gd name="connsiteX3" fmla="*/ 0 w 1073426"/>
                <a:gd name="connsiteY3" fmla="*/ 2676939 h 2676939"/>
                <a:gd name="connsiteX4" fmla="*/ 0 w 1073426"/>
                <a:gd name="connsiteY4" fmla="*/ 0 h 2676939"/>
                <a:gd name="connsiteX0" fmla="*/ 0 w 1683026"/>
                <a:gd name="connsiteY0" fmla="*/ 821635 h 3498574"/>
                <a:gd name="connsiteX1" fmla="*/ 1683026 w 1683026"/>
                <a:gd name="connsiteY1" fmla="*/ 0 h 3498574"/>
                <a:gd name="connsiteX2" fmla="*/ 1073426 w 1683026"/>
                <a:gd name="connsiteY2" fmla="*/ 3498574 h 3498574"/>
                <a:gd name="connsiteX3" fmla="*/ 0 w 1683026"/>
                <a:gd name="connsiteY3" fmla="*/ 3498574 h 3498574"/>
                <a:gd name="connsiteX4" fmla="*/ 0 w 1683026"/>
                <a:gd name="connsiteY4" fmla="*/ 821635 h 3498574"/>
                <a:gd name="connsiteX0" fmla="*/ 304800 w 1987826"/>
                <a:gd name="connsiteY0" fmla="*/ 821635 h 4678017"/>
                <a:gd name="connsiteX1" fmla="*/ 1987826 w 1987826"/>
                <a:gd name="connsiteY1" fmla="*/ 0 h 4678017"/>
                <a:gd name="connsiteX2" fmla="*/ 1378226 w 1987826"/>
                <a:gd name="connsiteY2" fmla="*/ 3498574 h 4678017"/>
                <a:gd name="connsiteX3" fmla="*/ 0 w 1987826"/>
                <a:gd name="connsiteY3" fmla="*/ 4678017 h 4678017"/>
                <a:gd name="connsiteX4" fmla="*/ 304800 w 1987826"/>
                <a:gd name="connsiteY4" fmla="*/ 821635 h 4678017"/>
                <a:gd name="connsiteX0" fmla="*/ 0 w 2332382"/>
                <a:gd name="connsiteY0" fmla="*/ 3776870 h 4678017"/>
                <a:gd name="connsiteX1" fmla="*/ 2332382 w 2332382"/>
                <a:gd name="connsiteY1" fmla="*/ 0 h 4678017"/>
                <a:gd name="connsiteX2" fmla="*/ 1722782 w 2332382"/>
                <a:gd name="connsiteY2" fmla="*/ 3498574 h 4678017"/>
                <a:gd name="connsiteX3" fmla="*/ 344556 w 2332382"/>
                <a:gd name="connsiteY3" fmla="*/ 4678017 h 4678017"/>
                <a:gd name="connsiteX4" fmla="*/ 0 w 2332382"/>
                <a:gd name="connsiteY4" fmla="*/ 3776870 h 4678017"/>
                <a:gd name="connsiteX0" fmla="*/ 0 w 1987826"/>
                <a:gd name="connsiteY0" fmla="*/ 4678017 h 4678017"/>
                <a:gd name="connsiteX1" fmla="*/ 1987826 w 1987826"/>
                <a:gd name="connsiteY1" fmla="*/ 0 h 4678017"/>
                <a:gd name="connsiteX2" fmla="*/ 1378226 w 1987826"/>
                <a:gd name="connsiteY2" fmla="*/ 3498574 h 4678017"/>
                <a:gd name="connsiteX3" fmla="*/ 0 w 1987826"/>
                <a:gd name="connsiteY3" fmla="*/ 4678017 h 4678017"/>
                <a:gd name="connsiteX0" fmla="*/ 0 w 1987826"/>
                <a:gd name="connsiteY0" fmla="*/ 4678017 h 4678017"/>
                <a:gd name="connsiteX1" fmla="*/ 1987826 w 1987826"/>
                <a:gd name="connsiteY1" fmla="*/ 0 h 4678017"/>
                <a:gd name="connsiteX2" fmla="*/ 1378226 w 1987826"/>
                <a:gd name="connsiteY2" fmla="*/ 3498574 h 4678017"/>
                <a:gd name="connsiteX3" fmla="*/ 0 w 1987826"/>
                <a:gd name="connsiteY3" fmla="*/ 4678017 h 4678017"/>
                <a:gd name="connsiteX0" fmla="*/ 425525 w 2413351"/>
                <a:gd name="connsiteY0" fmla="*/ 4678017 h 4678017"/>
                <a:gd name="connsiteX1" fmla="*/ 2413351 w 2413351"/>
                <a:gd name="connsiteY1" fmla="*/ 0 h 4678017"/>
                <a:gd name="connsiteX2" fmla="*/ 1803751 w 2413351"/>
                <a:gd name="connsiteY2" fmla="*/ 3498574 h 4678017"/>
                <a:gd name="connsiteX3" fmla="*/ 425525 w 2413351"/>
                <a:gd name="connsiteY3" fmla="*/ 4678017 h 4678017"/>
                <a:gd name="connsiteX0" fmla="*/ 425525 w 2413351"/>
                <a:gd name="connsiteY0" fmla="*/ 4717774 h 4717774"/>
                <a:gd name="connsiteX1" fmla="*/ 2413351 w 2413351"/>
                <a:gd name="connsiteY1" fmla="*/ 0 h 4717774"/>
                <a:gd name="connsiteX2" fmla="*/ 1803751 w 2413351"/>
                <a:gd name="connsiteY2" fmla="*/ 3538331 h 4717774"/>
                <a:gd name="connsiteX3" fmla="*/ 425525 w 2413351"/>
                <a:gd name="connsiteY3" fmla="*/ 4717774 h 4717774"/>
                <a:gd name="connsiteX0" fmla="*/ 359151 w 2346977"/>
                <a:gd name="connsiteY0" fmla="*/ 4717774 h 4717774"/>
                <a:gd name="connsiteX1" fmla="*/ 2346977 w 2346977"/>
                <a:gd name="connsiteY1" fmla="*/ 0 h 4717774"/>
                <a:gd name="connsiteX2" fmla="*/ 1737377 w 2346977"/>
                <a:gd name="connsiteY2" fmla="*/ 3538331 h 4717774"/>
                <a:gd name="connsiteX3" fmla="*/ 359151 w 2346977"/>
                <a:gd name="connsiteY3" fmla="*/ 4717774 h 4717774"/>
                <a:gd name="connsiteX0" fmla="*/ 433231 w 2421057"/>
                <a:gd name="connsiteY0" fmla="*/ 4717774 h 4717774"/>
                <a:gd name="connsiteX1" fmla="*/ 2421057 w 2421057"/>
                <a:gd name="connsiteY1" fmla="*/ 0 h 4717774"/>
                <a:gd name="connsiteX2" fmla="*/ 1811457 w 2421057"/>
                <a:gd name="connsiteY2" fmla="*/ 3538331 h 4717774"/>
                <a:gd name="connsiteX3" fmla="*/ 433231 w 2421057"/>
                <a:gd name="connsiteY3" fmla="*/ 4717774 h 4717774"/>
                <a:gd name="connsiteX0" fmla="*/ 403059 w 2390885"/>
                <a:gd name="connsiteY0" fmla="*/ 4717774 h 4717774"/>
                <a:gd name="connsiteX1" fmla="*/ 2390885 w 2390885"/>
                <a:gd name="connsiteY1" fmla="*/ 0 h 4717774"/>
                <a:gd name="connsiteX2" fmla="*/ 1781285 w 2390885"/>
                <a:gd name="connsiteY2" fmla="*/ 3538331 h 4717774"/>
                <a:gd name="connsiteX3" fmla="*/ 403059 w 2390885"/>
                <a:gd name="connsiteY3" fmla="*/ 4717774 h 4717774"/>
                <a:gd name="connsiteX0" fmla="*/ 444722 w 2432548"/>
                <a:gd name="connsiteY0" fmla="*/ 4717774 h 4717774"/>
                <a:gd name="connsiteX1" fmla="*/ 2432548 w 2432548"/>
                <a:gd name="connsiteY1" fmla="*/ 0 h 4717774"/>
                <a:gd name="connsiteX2" fmla="*/ 1822948 w 2432548"/>
                <a:gd name="connsiteY2" fmla="*/ 3538331 h 4717774"/>
                <a:gd name="connsiteX3" fmla="*/ 444722 w 2432548"/>
                <a:gd name="connsiteY3" fmla="*/ 4717774 h 4717774"/>
                <a:gd name="connsiteX0" fmla="*/ 444722 w 2432548"/>
                <a:gd name="connsiteY0" fmla="*/ 4717774 h 4717774"/>
                <a:gd name="connsiteX1" fmla="*/ 2432548 w 2432548"/>
                <a:gd name="connsiteY1" fmla="*/ 0 h 4717774"/>
                <a:gd name="connsiteX2" fmla="*/ 444722 w 2432548"/>
                <a:gd name="connsiteY2" fmla="*/ 4717774 h 4717774"/>
                <a:gd name="connsiteX0" fmla="*/ 444722 w 2432548"/>
                <a:gd name="connsiteY0" fmla="*/ 4717774 h 4717774"/>
                <a:gd name="connsiteX1" fmla="*/ 2432548 w 2432548"/>
                <a:gd name="connsiteY1" fmla="*/ 0 h 4717774"/>
                <a:gd name="connsiteX2" fmla="*/ 444722 w 2432548"/>
                <a:gd name="connsiteY2" fmla="*/ 4717774 h 4717774"/>
                <a:gd name="connsiteX0" fmla="*/ 444722 w 2432548"/>
                <a:gd name="connsiteY0" fmla="*/ 4717774 h 4717774"/>
                <a:gd name="connsiteX1" fmla="*/ 2432548 w 2432548"/>
                <a:gd name="connsiteY1" fmla="*/ 0 h 4717774"/>
                <a:gd name="connsiteX2" fmla="*/ 444722 w 2432548"/>
                <a:gd name="connsiteY2" fmla="*/ 4717774 h 4717774"/>
                <a:gd name="connsiteX0" fmla="*/ 444722 w 2432548"/>
                <a:gd name="connsiteY0" fmla="*/ 4717774 h 4717774"/>
                <a:gd name="connsiteX1" fmla="*/ 2432548 w 2432548"/>
                <a:gd name="connsiteY1" fmla="*/ 0 h 4717774"/>
                <a:gd name="connsiteX2" fmla="*/ 444722 w 2432548"/>
                <a:gd name="connsiteY2" fmla="*/ 4717774 h 4717774"/>
                <a:gd name="connsiteX0" fmla="*/ 487518 w 2475344"/>
                <a:gd name="connsiteY0" fmla="*/ 4717774 h 4717774"/>
                <a:gd name="connsiteX1" fmla="*/ 2475344 w 2475344"/>
                <a:gd name="connsiteY1" fmla="*/ 0 h 4717774"/>
                <a:gd name="connsiteX2" fmla="*/ 487518 w 2475344"/>
                <a:gd name="connsiteY2" fmla="*/ 4717774 h 4717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75344" h="4717774">
                  <a:moveTo>
                    <a:pt x="487518" y="4717774"/>
                  </a:moveTo>
                  <a:cubicBezTo>
                    <a:pt x="-996724" y="3290956"/>
                    <a:pt x="1269457" y="840024"/>
                    <a:pt x="2475344" y="0"/>
                  </a:cubicBezTo>
                  <a:cubicBezTo>
                    <a:pt x="2011517" y="1691861"/>
                    <a:pt x="487518" y="4139097"/>
                    <a:pt x="487518" y="4717774"/>
                  </a:cubicBezTo>
                  <a:close/>
                </a:path>
              </a:pathLst>
            </a:custGeom>
            <a:solidFill>
              <a:srgbClr val="7BC733"/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A0172E6A-B393-7FEF-E2EB-C83578CBEA50}"/>
                </a:ext>
              </a:extLst>
            </p:cNvPr>
            <p:cNvSpPr/>
            <p:nvPr/>
          </p:nvSpPr>
          <p:spPr>
            <a:xfrm rot="18647713">
              <a:off x="3143147" y="2131899"/>
              <a:ext cx="6033466" cy="2190710"/>
            </a:xfrm>
            <a:prstGeom prst="ellipse">
              <a:avLst/>
            </a:prstGeom>
            <a:solidFill>
              <a:srgbClr val="FEAA00"/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2A8B3B95-BBFE-FE73-CA72-F0838571D90C}"/>
                </a:ext>
              </a:extLst>
            </p:cNvPr>
            <p:cNvSpPr/>
            <p:nvPr/>
          </p:nvSpPr>
          <p:spPr>
            <a:xfrm rot="18650045">
              <a:off x="7886742" y="892374"/>
              <a:ext cx="294183" cy="355696"/>
            </a:xfrm>
            <a:prstGeom prst="roundRect">
              <a:avLst>
                <a:gd name="adj" fmla="val 39928"/>
              </a:avLst>
            </a:prstGeom>
            <a:gradFill>
              <a:gsLst>
                <a:gs pos="0">
                  <a:srgbClr val="4472C4">
                    <a:lumMod val="5000"/>
                    <a:lumOff val="95000"/>
                  </a:srgbClr>
                </a:gs>
                <a:gs pos="26000">
                  <a:srgbClr val="FEAA00"/>
                </a:gs>
              </a:gsLst>
              <a:lin ang="5400000" scaled="1"/>
            </a:gradFill>
            <a:ln w="571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8DB459B-9B8E-EC6A-FA90-8EB58CDF2C91}"/>
                </a:ext>
              </a:extLst>
            </p:cNvPr>
            <p:cNvGrpSpPr/>
            <p:nvPr/>
          </p:nvGrpSpPr>
          <p:grpSpPr>
            <a:xfrm>
              <a:off x="4959605" y="1287906"/>
              <a:ext cx="3339699" cy="4358789"/>
              <a:chOff x="4334694" y="1134312"/>
              <a:chExt cx="3339699" cy="4358789"/>
            </a:xfrm>
            <a:solidFill>
              <a:srgbClr val="FEAA00"/>
            </a:solidFill>
          </p:grpSpPr>
          <p:sp>
            <p:nvSpPr>
              <p:cNvPr id="49" name="Rectangle: Top Corners Rounded 48">
                <a:extLst>
                  <a:ext uri="{FF2B5EF4-FFF2-40B4-BE49-F238E27FC236}">
                    <a16:creationId xmlns:a16="http://schemas.microsoft.com/office/drawing/2014/main" id="{C28961B2-914B-F75F-289E-B792C6B79DDD}"/>
                  </a:ext>
                </a:extLst>
              </p:cNvPr>
              <p:cNvSpPr/>
              <p:nvPr/>
            </p:nvSpPr>
            <p:spPr>
              <a:xfrm rot="18815053">
                <a:off x="4343619" y="4884822"/>
                <a:ext cx="599354" cy="617204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AF8802A8-C283-81A8-4BB3-C897B5BDFAF3}"/>
                  </a:ext>
                </a:extLst>
              </p:cNvPr>
              <p:cNvSpPr/>
              <p:nvPr/>
            </p:nvSpPr>
            <p:spPr>
              <a:xfrm rot="18650045">
                <a:off x="7052261" y="1698216"/>
                <a:ext cx="366782" cy="443475"/>
              </a:xfrm>
              <a:prstGeom prst="roundRect">
                <a:avLst>
                  <a:gd name="adj" fmla="val 39928"/>
                </a:avLst>
              </a:pr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" name="Rectangle: Rounded Corners 50">
                <a:extLst>
                  <a:ext uri="{FF2B5EF4-FFF2-40B4-BE49-F238E27FC236}">
                    <a16:creationId xmlns:a16="http://schemas.microsoft.com/office/drawing/2014/main" id="{E684C27C-C3B9-5F1D-F55E-2058593728B1}"/>
                  </a:ext>
                </a:extLst>
              </p:cNvPr>
              <p:cNvSpPr/>
              <p:nvPr/>
            </p:nvSpPr>
            <p:spPr>
              <a:xfrm rot="18650045">
                <a:off x="6762704" y="2022389"/>
                <a:ext cx="462868" cy="559653"/>
              </a:xfrm>
              <a:prstGeom prst="roundRect">
                <a:avLst>
                  <a:gd name="adj" fmla="val 39928"/>
                </a:avLst>
              </a:pr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39DFE2B8-95F8-8486-6B49-2EC0B7961055}"/>
                  </a:ext>
                </a:extLst>
              </p:cNvPr>
              <p:cNvSpPr/>
              <p:nvPr/>
            </p:nvSpPr>
            <p:spPr>
              <a:xfrm rot="18650045">
                <a:off x="7349453" y="1103556"/>
                <a:ext cx="294183" cy="355696"/>
              </a:xfrm>
              <a:prstGeom prst="roundRect">
                <a:avLst>
                  <a:gd name="adj" fmla="val 39928"/>
                </a:avLst>
              </a:pr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F0BDC4E4-6441-A452-38E5-CC9D698AE10E}"/>
                  </a:ext>
                </a:extLst>
              </p:cNvPr>
              <p:cNvSpPr/>
              <p:nvPr/>
            </p:nvSpPr>
            <p:spPr>
              <a:xfrm rot="18650045">
                <a:off x="7247660" y="1413704"/>
                <a:ext cx="322524" cy="389963"/>
              </a:xfrm>
              <a:prstGeom prst="roundRect">
                <a:avLst>
                  <a:gd name="adj" fmla="val 39928"/>
                </a:avLst>
              </a:pr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" name="Rectangle: Rounded Corners 53">
                <a:extLst>
                  <a:ext uri="{FF2B5EF4-FFF2-40B4-BE49-F238E27FC236}">
                    <a16:creationId xmlns:a16="http://schemas.microsoft.com/office/drawing/2014/main" id="{79BD57F1-8621-C4EF-6648-6158FA3273AA}"/>
                  </a:ext>
                </a:extLst>
              </p:cNvPr>
              <p:cNvSpPr/>
              <p:nvPr/>
            </p:nvSpPr>
            <p:spPr>
              <a:xfrm rot="18650045">
                <a:off x="6564910" y="2392181"/>
                <a:ext cx="462868" cy="559653"/>
              </a:xfrm>
              <a:prstGeom prst="roundRect">
                <a:avLst>
                  <a:gd name="adj" fmla="val 39928"/>
                </a:avLst>
              </a:pr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" name="Rectangle: Rounded Corners 54">
                <a:extLst>
                  <a:ext uri="{FF2B5EF4-FFF2-40B4-BE49-F238E27FC236}">
                    <a16:creationId xmlns:a16="http://schemas.microsoft.com/office/drawing/2014/main" id="{F8F16F85-4B9B-AB35-AAEA-6AA4761686B4}"/>
                  </a:ext>
                </a:extLst>
              </p:cNvPr>
              <p:cNvSpPr/>
              <p:nvPr/>
            </p:nvSpPr>
            <p:spPr>
              <a:xfrm rot="18650045">
                <a:off x="6277848" y="2755211"/>
                <a:ext cx="462868" cy="559653"/>
              </a:xfrm>
              <a:prstGeom prst="roundRect">
                <a:avLst>
                  <a:gd name="adj" fmla="val 39928"/>
                </a:avLst>
              </a:pr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6" name="Rectangle: Rounded Corners 55">
                <a:extLst>
                  <a:ext uri="{FF2B5EF4-FFF2-40B4-BE49-F238E27FC236}">
                    <a16:creationId xmlns:a16="http://schemas.microsoft.com/office/drawing/2014/main" id="{678BE734-22CC-9E90-4B3B-0A35344E70D3}"/>
                  </a:ext>
                </a:extLst>
              </p:cNvPr>
              <p:cNvSpPr/>
              <p:nvPr/>
            </p:nvSpPr>
            <p:spPr>
              <a:xfrm rot="18650045">
                <a:off x="5954679" y="3088812"/>
                <a:ext cx="462868" cy="559653"/>
              </a:xfrm>
              <a:prstGeom prst="roundRect">
                <a:avLst>
                  <a:gd name="adj" fmla="val 39928"/>
                </a:avLst>
              </a:pr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7" name="Rectangle: Rounded Corners 56">
                <a:extLst>
                  <a:ext uri="{FF2B5EF4-FFF2-40B4-BE49-F238E27FC236}">
                    <a16:creationId xmlns:a16="http://schemas.microsoft.com/office/drawing/2014/main" id="{84911E79-D0CB-AA65-DF12-095294A4E0EB}"/>
                  </a:ext>
                </a:extLst>
              </p:cNvPr>
              <p:cNvSpPr/>
              <p:nvPr/>
            </p:nvSpPr>
            <p:spPr>
              <a:xfrm rot="18650045">
                <a:off x="5610061" y="3397958"/>
                <a:ext cx="516687" cy="624725"/>
              </a:xfrm>
              <a:prstGeom prst="roundRect">
                <a:avLst>
                  <a:gd name="adj" fmla="val 39928"/>
                </a:avLst>
              </a:pr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" name="Rectangle: Rounded Corners 57">
                <a:extLst>
                  <a:ext uri="{FF2B5EF4-FFF2-40B4-BE49-F238E27FC236}">
                    <a16:creationId xmlns:a16="http://schemas.microsoft.com/office/drawing/2014/main" id="{94F7E5AD-5FC4-5B51-CD4A-33446FC0E0A4}"/>
                  </a:ext>
                </a:extLst>
              </p:cNvPr>
              <p:cNvSpPr/>
              <p:nvPr/>
            </p:nvSpPr>
            <p:spPr>
              <a:xfrm rot="18650045">
                <a:off x="5264380" y="3725011"/>
                <a:ext cx="541692" cy="654959"/>
              </a:xfrm>
              <a:prstGeom prst="roundRect">
                <a:avLst>
                  <a:gd name="adj" fmla="val 39928"/>
                </a:avLst>
              </a:pr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" name="Rectangle: Rounded Corners 58">
                <a:extLst>
                  <a:ext uri="{FF2B5EF4-FFF2-40B4-BE49-F238E27FC236}">
                    <a16:creationId xmlns:a16="http://schemas.microsoft.com/office/drawing/2014/main" id="{A90461D6-C385-C07C-11B4-E2383B978D62}"/>
                  </a:ext>
                </a:extLst>
              </p:cNvPr>
              <p:cNvSpPr/>
              <p:nvPr/>
            </p:nvSpPr>
            <p:spPr>
              <a:xfrm rot="18650045">
                <a:off x="4973485" y="4152402"/>
                <a:ext cx="486162" cy="587818"/>
              </a:xfrm>
              <a:prstGeom prst="roundRect">
                <a:avLst>
                  <a:gd name="adj" fmla="val 39928"/>
                </a:avLst>
              </a:pr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8" name="Rectangle: Top Corners Rounded 7">
              <a:extLst>
                <a:ext uri="{FF2B5EF4-FFF2-40B4-BE49-F238E27FC236}">
                  <a16:creationId xmlns:a16="http://schemas.microsoft.com/office/drawing/2014/main" id="{89975474-B255-3AC3-ACAE-BDA831E6AB47}"/>
                </a:ext>
              </a:extLst>
            </p:cNvPr>
            <p:cNvSpPr/>
            <p:nvPr/>
          </p:nvSpPr>
          <p:spPr>
            <a:xfrm rot="13174175">
              <a:off x="3670740" y="5362657"/>
              <a:ext cx="876982" cy="523446"/>
            </a:xfrm>
            <a:prstGeom prst="round2SameRect">
              <a:avLst>
                <a:gd name="adj1" fmla="val 41042"/>
                <a:gd name="adj2" fmla="val 0"/>
              </a:avLst>
            </a:prstGeom>
            <a:solidFill>
              <a:srgbClr val="7BC733"/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505AE31B-6F4E-AED1-1C14-B98BA6B176FA}"/>
                </a:ext>
              </a:extLst>
            </p:cNvPr>
            <p:cNvSpPr/>
            <p:nvPr/>
          </p:nvSpPr>
          <p:spPr>
            <a:xfrm rot="18650045">
              <a:off x="7575277" y="873083"/>
              <a:ext cx="294183" cy="355696"/>
            </a:xfrm>
            <a:prstGeom prst="roundRect">
              <a:avLst>
                <a:gd name="adj" fmla="val 39928"/>
              </a:avLst>
            </a:prstGeom>
            <a:gradFill>
              <a:gsLst>
                <a:gs pos="0">
                  <a:srgbClr val="4472C4">
                    <a:lumMod val="5000"/>
                    <a:lumOff val="95000"/>
                  </a:srgbClr>
                </a:gs>
                <a:gs pos="26000">
                  <a:srgbClr val="FEAA00"/>
                </a:gs>
              </a:gsLst>
              <a:lin ang="5400000" scaled="1"/>
            </a:gradFill>
            <a:ln w="571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85796A5-EEDC-0403-861A-13A57B6CB5B7}"/>
                </a:ext>
              </a:extLst>
            </p:cNvPr>
            <p:cNvGrpSpPr/>
            <p:nvPr/>
          </p:nvGrpSpPr>
          <p:grpSpPr>
            <a:xfrm>
              <a:off x="4201724" y="953463"/>
              <a:ext cx="3384431" cy="3801272"/>
              <a:chOff x="4839712" y="1481364"/>
              <a:chExt cx="3384431" cy="3801272"/>
            </a:xfrm>
            <a:solidFill>
              <a:srgbClr val="FEAA00"/>
            </a:solidFill>
          </p:grpSpPr>
          <p:sp>
            <p:nvSpPr>
              <p:cNvPr id="38" name="Rectangle: Top Corners Rounded 37">
                <a:extLst>
                  <a:ext uri="{FF2B5EF4-FFF2-40B4-BE49-F238E27FC236}">
                    <a16:creationId xmlns:a16="http://schemas.microsoft.com/office/drawing/2014/main" id="{847C8E66-267A-2212-A312-41A51B0D9156}"/>
                  </a:ext>
                </a:extLst>
              </p:cNvPr>
              <p:cNvSpPr/>
              <p:nvPr/>
            </p:nvSpPr>
            <p:spPr>
              <a:xfrm rot="18815053">
                <a:off x="4848637" y="4674357"/>
                <a:ext cx="599354" cy="617204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id="{6FCEF908-323F-79F1-3E23-6AC7AE201ECD}"/>
                  </a:ext>
                </a:extLst>
              </p:cNvPr>
              <p:cNvSpPr/>
              <p:nvPr/>
            </p:nvSpPr>
            <p:spPr>
              <a:xfrm rot="18650045">
                <a:off x="7300656" y="1797169"/>
                <a:ext cx="366782" cy="443475"/>
              </a:xfrm>
              <a:prstGeom prst="roundRect">
                <a:avLst>
                  <a:gd name="adj" fmla="val 39928"/>
                </a:avLst>
              </a:prstGeom>
              <a:gradFill>
                <a:gsLst>
                  <a:gs pos="0">
                    <a:srgbClr val="4472C4">
                      <a:lumMod val="5000"/>
                      <a:lumOff val="95000"/>
                    </a:srgbClr>
                  </a:gs>
                  <a:gs pos="26000">
                    <a:srgbClr val="FEAA00"/>
                  </a:gs>
                </a:gsLst>
                <a:lin ang="5400000" scaled="1"/>
              </a:gradFill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E60EBFED-F100-E003-E235-86C7E3CD8037}"/>
                  </a:ext>
                </a:extLst>
              </p:cNvPr>
              <p:cNvSpPr/>
              <p:nvPr/>
            </p:nvSpPr>
            <p:spPr>
              <a:xfrm rot="18650045">
                <a:off x="6933072" y="2012405"/>
                <a:ext cx="462868" cy="589506"/>
              </a:xfrm>
              <a:prstGeom prst="roundRect">
                <a:avLst>
                  <a:gd name="adj" fmla="val 39928"/>
                </a:avLst>
              </a:prstGeom>
              <a:gradFill>
                <a:gsLst>
                  <a:gs pos="0">
                    <a:srgbClr val="4472C4">
                      <a:lumMod val="5000"/>
                      <a:lumOff val="95000"/>
                    </a:srgbClr>
                  </a:gs>
                  <a:gs pos="26000">
                    <a:srgbClr val="FEAA00"/>
                  </a:gs>
                </a:gsLst>
                <a:lin ang="5400000" scaled="1"/>
              </a:gradFill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1" name="Rectangle: Rounded Corners 40">
                <a:extLst>
                  <a:ext uri="{FF2B5EF4-FFF2-40B4-BE49-F238E27FC236}">
                    <a16:creationId xmlns:a16="http://schemas.microsoft.com/office/drawing/2014/main" id="{7FD858E3-75F7-D597-4E95-8A4F78070297}"/>
                  </a:ext>
                </a:extLst>
              </p:cNvPr>
              <p:cNvSpPr/>
              <p:nvPr/>
            </p:nvSpPr>
            <p:spPr>
              <a:xfrm rot="18650045">
                <a:off x="7899203" y="1450608"/>
                <a:ext cx="294183" cy="355696"/>
              </a:xfrm>
              <a:prstGeom prst="roundRect">
                <a:avLst>
                  <a:gd name="adj" fmla="val 39928"/>
                </a:avLst>
              </a:prstGeom>
              <a:gradFill>
                <a:gsLst>
                  <a:gs pos="0">
                    <a:srgbClr val="4472C4">
                      <a:lumMod val="5000"/>
                      <a:lumOff val="95000"/>
                    </a:srgbClr>
                  </a:gs>
                  <a:gs pos="26000">
                    <a:srgbClr val="FEAA00"/>
                  </a:gs>
                </a:gsLst>
                <a:lin ang="5400000" scaled="1"/>
              </a:gradFill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2" name="Rectangle: Rounded Corners 41">
                <a:extLst>
                  <a:ext uri="{FF2B5EF4-FFF2-40B4-BE49-F238E27FC236}">
                    <a16:creationId xmlns:a16="http://schemas.microsoft.com/office/drawing/2014/main" id="{0DF86B32-B73F-DB52-AEDF-D6404564ABEA}"/>
                  </a:ext>
                </a:extLst>
              </p:cNvPr>
              <p:cNvSpPr/>
              <p:nvPr/>
            </p:nvSpPr>
            <p:spPr>
              <a:xfrm rot="18650045">
                <a:off x="7594282" y="1592335"/>
                <a:ext cx="322524" cy="389963"/>
              </a:xfrm>
              <a:prstGeom prst="roundRect">
                <a:avLst>
                  <a:gd name="adj" fmla="val 39928"/>
                </a:avLst>
              </a:prstGeom>
              <a:gradFill>
                <a:gsLst>
                  <a:gs pos="0">
                    <a:srgbClr val="4472C4">
                      <a:lumMod val="5000"/>
                      <a:lumOff val="95000"/>
                    </a:srgbClr>
                  </a:gs>
                  <a:gs pos="26000">
                    <a:srgbClr val="FEAA00"/>
                  </a:gs>
                </a:gsLst>
                <a:lin ang="5400000" scaled="1"/>
              </a:gradFill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88669D54-2F80-5747-C6CA-4767F14BC9AA}"/>
                  </a:ext>
                </a:extLst>
              </p:cNvPr>
              <p:cNvSpPr/>
              <p:nvPr/>
            </p:nvSpPr>
            <p:spPr>
              <a:xfrm rot="18650045">
                <a:off x="6594361" y="2334449"/>
                <a:ext cx="462868" cy="626791"/>
              </a:xfrm>
              <a:prstGeom prst="roundRect">
                <a:avLst>
                  <a:gd name="adj" fmla="val 39928"/>
                </a:avLst>
              </a:prstGeom>
              <a:gradFill>
                <a:gsLst>
                  <a:gs pos="0">
                    <a:srgbClr val="4472C4">
                      <a:lumMod val="5000"/>
                      <a:lumOff val="95000"/>
                    </a:srgbClr>
                  </a:gs>
                  <a:gs pos="26000">
                    <a:srgbClr val="FEAA00"/>
                  </a:gs>
                </a:gsLst>
                <a:lin ang="5400000" scaled="1"/>
              </a:gradFill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B24F4121-EE17-C86B-248B-638DB4DB5CD9}"/>
                  </a:ext>
                </a:extLst>
              </p:cNvPr>
              <p:cNvSpPr/>
              <p:nvPr/>
            </p:nvSpPr>
            <p:spPr>
              <a:xfrm rot="18650045">
                <a:off x="6261830" y="2662286"/>
                <a:ext cx="462868" cy="602735"/>
              </a:xfrm>
              <a:prstGeom prst="roundRect">
                <a:avLst>
                  <a:gd name="adj" fmla="val 39928"/>
                </a:avLst>
              </a:prstGeom>
              <a:gradFill>
                <a:gsLst>
                  <a:gs pos="0">
                    <a:srgbClr val="4472C4">
                      <a:lumMod val="5000"/>
                      <a:lumOff val="95000"/>
                    </a:srgbClr>
                  </a:gs>
                  <a:gs pos="26000">
                    <a:srgbClr val="FEAA00"/>
                  </a:gs>
                </a:gsLst>
                <a:lin ang="5400000" scaled="1"/>
              </a:gradFill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D495B1A4-3BE2-00B1-7AF7-9F2300E38217}"/>
                  </a:ext>
                </a:extLst>
              </p:cNvPr>
              <p:cNvSpPr/>
              <p:nvPr/>
            </p:nvSpPr>
            <p:spPr>
              <a:xfrm rot="18650045">
                <a:off x="5973788" y="3019269"/>
                <a:ext cx="462868" cy="559653"/>
              </a:xfrm>
              <a:prstGeom prst="roundRect">
                <a:avLst>
                  <a:gd name="adj" fmla="val 39928"/>
                </a:avLst>
              </a:prstGeom>
              <a:gradFill>
                <a:gsLst>
                  <a:gs pos="0">
                    <a:srgbClr val="4472C4">
                      <a:lumMod val="5000"/>
                      <a:lumOff val="95000"/>
                    </a:srgbClr>
                  </a:gs>
                  <a:gs pos="26000">
                    <a:srgbClr val="FEAA00"/>
                  </a:gs>
                </a:gsLst>
                <a:lin ang="5400000" scaled="1"/>
              </a:gradFill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780B3E10-7F17-AE05-E0C0-5F496D77BDF6}"/>
                  </a:ext>
                </a:extLst>
              </p:cNvPr>
              <p:cNvSpPr/>
              <p:nvPr/>
            </p:nvSpPr>
            <p:spPr>
              <a:xfrm rot="18650045">
                <a:off x="5629791" y="3349647"/>
                <a:ext cx="516687" cy="624725"/>
              </a:xfrm>
              <a:prstGeom prst="roundRect">
                <a:avLst>
                  <a:gd name="adj" fmla="val 39928"/>
                </a:avLst>
              </a:pr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" name="Rectangle: Rounded Corners 46">
                <a:extLst>
                  <a:ext uri="{FF2B5EF4-FFF2-40B4-BE49-F238E27FC236}">
                    <a16:creationId xmlns:a16="http://schemas.microsoft.com/office/drawing/2014/main" id="{6239CAA3-4F0D-AD2A-D8DE-DE74940BB75D}"/>
                  </a:ext>
                </a:extLst>
              </p:cNvPr>
              <p:cNvSpPr/>
              <p:nvPr/>
            </p:nvSpPr>
            <p:spPr>
              <a:xfrm rot="18650045">
                <a:off x="5264380" y="3725011"/>
                <a:ext cx="541692" cy="654959"/>
              </a:xfrm>
              <a:prstGeom prst="roundRect">
                <a:avLst>
                  <a:gd name="adj" fmla="val 39928"/>
                </a:avLst>
              </a:pr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" name="Rectangle: Rounded Corners 47">
                <a:extLst>
                  <a:ext uri="{FF2B5EF4-FFF2-40B4-BE49-F238E27FC236}">
                    <a16:creationId xmlns:a16="http://schemas.microsoft.com/office/drawing/2014/main" id="{F226AEA3-74CB-2723-2441-49BB9A34A45F}"/>
                  </a:ext>
                </a:extLst>
              </p:cNvPr>
              <p:cNvSpPr/>
              <p:nvPr/>
            </p:nvSpPr>
            <p:spPr>
              <a:xfrm rot="18650045">
                <a:off x="4973485" y="4152402"/>
                <a:ext cx="486162" cy="587818"/>
              </a:xfrm>
              <a:prstGeom prst="roundRect">
                <a:avLst>
                  <a:gd name="adj" fmla="val 39928"/>
                </a:avLst>
              </a:pr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2604A4D-EE9A-1FA1-82C1-98AD5741F889}"/>
                </a:ext>
              </a:extLst>
            </p:cNvPr>
            <p:cNvGrpSpPr/>
            <p:nvPr/>
          </p:nvGrpSpPr>
          <p:grpSpPr>
            <a:xfrm>
              <a:off x="4041006" y="1199368"/>
              <a:ext cx="3750228" cy="3995745"/>
              <a:chOff x="4334694" y="1497356"/>
              <a:chExt cx="3750228" cy="3995745"/>
            </a:xfrm>
            <a:gradFill>
              <a:gsLst>
                <a:gs pos="0">
                  <a:srgbClr val="4472C4">
                    <a:lumMod val="5000"/>
                    <a:lumOff val="95000"/>
                  </a:srgbClr>
                </a:gs>
                <a:gs pos="26000">
                  <a:srgbClr val="FEAA00"/>
                </a:gs>
              </a:gsLst>
              <a:lin ang="5400000" scaled="1"/>
            </a:gradFill>
          </p:grpSpPr>
          <p:sp>
            <p:nvSpPr>
              <p:cNvPr id="27" name="Rectangle: Top Corners Rounded 26">
                <a:extLst>
                  <a:ext uri="{FF2B5EF4-FFF2-40B4-BE49-F238E27FC236}">
                    <a16:creationId xmlns:a16="http://schemas.microsoft.com/office/drawing/2014/main" id="{28556357-CEC1-22DE-3425-446968DBC6F3}"/>
                  </a:ext>
                </a:extLst>
              </p:cNvPr>
              <p:cNvSpPr/>
              <p:nvPr/>
            </p:nvSpPr>
            <p:spPr>
              <a:xfrm rot="18815053">
                <a:off x="4343619" y="4884822"/>
                <a:ext cx="599354" cy="617204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9B8426C8-932B-5965-DACE-46729EE936C6}"/>
                  </a:ext>
                </a:extLst>
              </p:cNvPr>
              <p:cNvSpPr/>
              <p:nvPr/>
            </p:nvSpPr>
            <p:spPr>
              <a:xfrm rot="18650045">
                <a:off x="7210776" y="1806903"/>
                <a:ext cx="366782" cy="443475"/>
              </a:xfrm>
              <a:prstGeom prst="roundRect">
                <a:avLst>
                  <a:gd name="adj" fmla="val 39928"/>
                </a:avLst>
              </a:prstGeom>
              <a:gradFill>
                <a:gsLst>
                  <a:gs pos="0">
                    <a:srgbClr val="4472C4">
                      <a:lumMod val="5000"/>
                      <a:lumOff val="95000"/>
                    </a:srgbClr>
                  </a:gs>
                  <a:gs pos="26000">
                    <a:srgbClr val="FEAA00"/>
                  </a:gs>
                </a:gsLst>
                <a:lin ang="5400000" scaled="1"/>
              </a:gradFill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796AB4B4-263D-1B27-BABC-D8D8F5D1D228}"/>
                  </a:ext>
                </a:extLst>
              </p:cNvPr>
              <p:cNvSpPr/>
              <p:nvPr/>
            </p:nvSpPr>
            <p:spPr>
              <a:xfrm rot="18650045">
                <a:off x="6877869" y="2065175"/>
                <a:ext cx="462868" cy="559653"/>
              </a:xfrm>
              <a:prstGeom prst="roundRect">
                <a:avLst>
                  <a:gd name="adj" fmla="val 39928"/>
                </a:avLst>
              </a:prstGeom>
              <a:gradFill>
                <a:gsLst>
                  <a:gs pos="0">
                    <a:srgbClr val="4472C4">
                      <a:lumMod val="5000"/>
                      <a:lumOff val="95000"/>
                    </a:srgbClr>
                  </a:gs>
                  <a:gs pos="26000">
                    <a:srgbClr val="FEAA00"/>
                  </a:gs>
                </a:gsLst>
                <a:lin ang="5400000" scaled="1"/>
              </a:gradFill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9D531EDD-BAC0-C84C-2D45-64BA55857CA3}"/>
                  </a:ext>
                </a:extLst>
              </p:cNvPr>
              <p:cNvSpPr/>
              <p:nvPr/>
            </p:nvSpPr>
            <p:spPr>
              <a:xfrm rot="18650045">
                <a:off x="7759982" y="1466600"/>
                <a:ext cx="294183" cy="355696"/>
              </a:xfrm>
              <a:prstGeom prst="roundRect">
                <a:avLst>
                  <a:gd name="adj" fmla="val 39928"/>
                </a:avLst>
              </a:prstGeom>
              <a:gradFill>
                <a:gsLst>
                  <a:gs pos="0">
                    <a:srgbClr val="4472C4">
                      <a:lumMod val="5000"/>
                      <a:lumOff val="95000"/>
                    </a:srgbClr>
                  </a:gs>
                  <a:gs pos="26000">
                    <a:srgbClr val="FEAA00"/>
                  </a:gs>
                </a:gsLst>
                <a:lin ang="5400000" scaled="1"/>
              </a:gradFill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128ADBE4-C06F-9750-992A-642DB6365902}"/>
                  </a:ext>
                </a:extLst>
              </p:cNvPr>
              <p:cNvSpPr/>
              <p:nvPr/>
            </p:nvSpPr>
            <p:spPr>
              <a:xfrm rot="18650045">
                <a:off x="7562962" y="1678277"/>
                <a:ext cx="322524" cy="389963"/>
              </a:xfrm>
              <a:prstGeom prst="roundRect">
                <a:avLst>
                  <a:gd name="adj" fmla="val 39928"/>
                </a:avLst>
              </a:prstGeom>
              <a:gradFill>
                <a:gsLst>
                  <a:gs pos="0">
                    <a:srgbClr val="4472C4">
                      <a:lumMod val="5000"/>
                      <a:lumOff val="95000"/>
                    </a:srgbClr>
                  </a:gs>
                  <a:gs pos="26000">
                    <a:srgbClr val="FEAA00"/>
                  </a:gs>
                </a:gsLst>
                <a:lin ang="5400000" scaled="1"/>
              </a:gradFill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2" name="Rectangle: Rounded Corners 31">
                <a:extLst>
                  <a:ext uri="{FF2B5EF4-FFF2-40B4-BE49-F238E27FC236}">
                    <a16:creationId xmlns:a16="http://schemas.microsoft.com/office/drawing/2014/main" id="{2CB200B9-847C-25DC-53D1-FA0B8648EF5D}"/>
                  </a:ext>
                </a:extLst>
              </p:cNvPr>
              <p:cNvSpPr/>
              <p:nvPr/>
            </p:nvSpPr>
            <p:spPr>
              <a:xfrm rot="18650045">
                <a:off x="6591785" y="2446383"/>
                <a:ext cx="462868" cy="559653"/>
              </a:xfrm>
              <a:prstGeom prst="roundRect">
                <a:avLst>
                  <a:gd name="adj" fmla="val 39928"/>
                </a:avLst>
              </a:prstGeom>
              <a:gradFill>
                <a:gsLst>
                  <a:gs pos="0">
                    <a:srgbClr val="4472C4">
                      <a:lumMod val="5000"/>
                      <a:lumOff val="95000"/>
                    </a:srgbClr>
                  </a:gs>
                  <a:gs pos="26000">
                    <a:srgbClr val="FEAA00"/>
                  </a:gs>
                </a:gsLst>
                <a:lin ang="5400000" scaled="1"/>
              </a:gradFill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7CEBE18B-58B5-E57B-62E9-1894B138B5C2}"/>
                  </a:ext>
                </a:extLst>
              </p:cNvPr>
              <p:cNvSpPr/>
              <p:nvPr/>
            </p:nvSpPr>
            <p:spPr>
              <a:xfrm rot="18650045">
                <a:off x="6277848" y="2755211"/>
                <a:ext cx="462868" cy="559653"/>
              </a:xfrm>
              <a:prstGeom prst="roundRect">
                <a:avLst>
                  <a:gd name="adj" fmla="val 39928"/>
                </a:avLst>
              </a:prstGeom>
              <a:gradFill>
                <a:gsLst>
                  <a:gs pos="0">
                    <a:srgbClr val="4472C4">
                      <a:lumMod val="5000"/>
                      <a:lumOff val="95000"/>
                    </a:srgbClr>
                  </a:gs>
                  <a:gs pos="26000">
                    <a:srgbClr val="FEAA00"/>
                  </a:gs>
                </a:gsLst>
                <a:lin ang="5400000" scaled="1"/>
              </a:gradFill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D245D8F6-61AE-36F2-B40C-BF23EF9832BD}"/>
                  </a:ext>
                </a:extLst>
              </p:cNvPr>
              <p:cNvSpPr/>
              <p:nvPr/>
            </p:nvSpPr>
            <p:spPr>
              <a:xfrm rot="18650045">
                <a:off x="5954679" y="3088812"/>
                <a:ext cx="462868" cy="559653"/>
              </a:xfrm>
              <a:prstGeom prst="roundRect">
                <a:avLst>
                  <a:gd name="adj" fmla="val 39928"/>
                </a:avLst>
              </a:prstGeom>
              <a:gradFill>
                <a:gsLst>
                  <a:gs pos="0">
                    <a:srgbClr val="4472C4">
                      <a:lumMod val="5000"/>
                      <a:lumOff val="95000"/>
                    </a:srgbClr>
                  </a:gs>
                  <a:gs pos="26000">
                    <a:srgbClr val="FEAA00"/>
                  </a:gs>
                </a:gsLst>
                <a:lin ang="5400000" scaled="1"/>
              </a:gradFill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F205E39E-D84A-7B39-EB12-A9A9F488FC8A}"/>
                  </a:ext>
                </a:extLst>
              </p:cNvPr>
              <p:cNvSpPr/>
              <p:nvPr/>
            </p:nvSpPr>
            <p:spPr>
              <a:xfrm rot="18650045">
                <a:off x="5610061" y="3397958"/>
                <a:ext cx="516687" cy="624725"/>
              </a:xfrm>
              <a:prstGeom prst="roundRect">
                <a:avLst>
                  <a:gd name="adj" fmla="val 39928"/>
                </a:avLst>
              </a:prstGeom>
              <a:gradFill>
                <a:gsLst>
                  <a:gs pos="0">
                    <a:srgbClr val="4472C4">
                      <a:lumMod val="5000"/>
                      <a:lumOff val="95000"/>
                    </a:srgbClr>
                  </a:gs>
                  <a:gs pos="26000">
                    <a:srgbClr val="FEAA00"/>
                  </a:gs>
                </a:gsLst>
                <a:lin ang="5400000" scaled="1"/>
              </a:gradFill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1ADF743F-C449-D987-6C32-33CCEC8E45BD}"/>
                  </a:ext>
                </a:extLst>
              </p:cNvPr>
              <p:cNvSpPr/>
              <p:nvPr/>
            </p:nvSpPr>
            <p:spPr>
              <a:xfrm rot="18650045">
                <a:off x="5264380" y="3725011"/>
                <a:ext cx="541692" cy="654959"/>
              </a:xfrm>
              <a:prstGeom prst="roundRect">
                <a:avLst>
                  <a:gd name="adj" fmla="val 39928"/>
                </a:avLst>
              </a:prstGeom>
              <a:gradFill>
                <a:gsLst>
                  <a:gs pos="0">
                    <a:srgbClr val="4472C4">
                      <a:lumMod val="5000"/>
                      <a:lumOff val="95000"/>
                    </a:srgbClr>
                  </a:gs>
                  <a:gs pos="26000">
                    <a:srgbClr val="FEAA00"/>
                  </a:gs>
                </a:gsLst>
                <a:lin ang="5400000" scaled="1"/>
              </a:gradFill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035E2D0F-DC8C-3894-A87D-57B7A9C44949}"/>
                  </a:ext>
                </a:extLst>
              </p:cNvPr>
              <p:cNvSpPr/>
              <p:nvPr/>
            </p:nvSpPr>
            <p:spPr>
              <a:xfrm rot="18650045">
                <a:off x="4973485" y="4152402"/>
                <a:ext cx="486162" cy="587818"/>
              </a:xfrm>
              <a:prstGeom prst="roundRect">
                <a:avLst>
                  <a:gd name="adj" fmla="val 39928"/>
                </a:avLst>
              </a:pr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FE15614-B54C-EB18-4BFD-DF5D51C91AC3}"/>
                </a:ext>
              </a:extLst>
            </p:cNvPr>
            <p:cNvGrpSpPr/>
            <p:nvPr/>
          </p:nvGrpSpPr>
          <p:grpSpPr>
            <a:xfrm>
              <a:off x="4510326" y="1208770"/>
              <a:ext cx="3634921" cy="4206067"/>
              <a:chOff x="4334694" y="1287034"/>
              <a:chExt cx="3634921" cy="4206067"/>
            </a:xfrm>
            <a:solidFill>
              <a:srgbClr val="FEAA00"/>
            </a:solidFill>
          </p:grpSpPr>
          <p:sp>
            <p:nvSpPr>
              <p:cNvPr id="16" name="Rectangle: Top Corners Rounded 15">
                <a:extLst>
                  <a:ext uri="{FF2B5EF4-FFF2-40B4-BE49-F238E27FC236}">
                    <a16:creationId xmlns:a16="http://schemas.microsoft.com/office/drawing/2014/main" id="{95884F9F-D129-3A96-E0BD-CEE7C51E47CB}"/>
                  </a:ext>
                </a:extLst>
              </p:cNvPr>
              <p:cNvSpPr/>
              <p:nvPr/>
            </p:nvSpPr>
            <p:spPr>
              <a:xfrm rot="18815053">
                <a:off x="4343619" y="4884822"/>
                <a:ext cx="599354" cy="617204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585D4113-27F8-551B-A542-E3D0D521C4FE}"/>
                  </a:ext>
                </a:extLst>
              </p:cNvPr>
              <p:cNvSpPr/>
              <p:nvPr/>
            </p:nvSpPr>
            <p:spPr>
              <a:xfrm rot="18650045">
                <a:off x="7157774" y="1752484"/>
                <a:ext cx="463900" cy="518106"/>
              </a:xfrm>
              <a:prstGeom prst="roundRect">
                <a:avLst>
                  <a:gd name="adj" fmla="val 39928"/>
                </a:avLst>
              </a:prstGeom>
              <a:gradFill>
                <a:gsLst>
                  <a:gs pos="0">
                    <a:srgbClr val="4472C4">
                      <a:lumMod val="5000"/>
                      <a:lumOff val="95000"/>
                    </a:srgbClr>
                  </a:gs>
                  <a:gs pos="26000">
                    <a:srgbClr val="FEAA00"/>
                  </a:gs>
                </a:gsLst>
                <a:lin ang="5400000" scaled="1"/>
              </a:gradFill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4312EA3A-AF80-C2E9-48D5-C0EA8C415AEB}"/>
                  </a:ext>
                </a:extLst>
              </p:cNvPr>
              <p:cNvSpPr/>
              <p:nvPr/>
            </p:nvSpPr>
            <p:spPr>
              <a:xfrm rot="18650045">
                <a:off x="6877869" y="2065175"/>
                <a:ext cx="462868" cy="559653"/>
              </a:xfrm>
              <a:prstGeom prst="roundRect">
                <a:avLst>
                  <a:gd name="adj" fmla="val 39928"/>
                </a:avLst>
              </a:prstGeom>
              <a:gradFill>
                <a:gsLst>
                  <a:gs pos="0">
                    <a:srgbClr val="4472C4">
                      <a:lumMod val="5000"/>
                      <a:lumOff val="95000"/>
                    </a:srgbClr>
                  </a:gs>
                  <a:gs pos="26000">
                    <a:srgbClr val="FEAA00"/>
                  </a:gs>
                </a:gsLst>
                <a:lin ang="5400000" scaled="1"/>
              </a:gradFill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9FC32ECA-4794-0CE1-E45F-E5AFED3727D2}"/>
                  </a:ext>
                </a:extLst>
              </p:cNvPr>
              <p:cNvSpPr/>
              <p:nvPr/>
            </p:nvSpPr>
            <p:spPr>
              <a:xfrm rot="18650045">
                <a:off x="7644675" y="1256278"/>
                <a:ext cx="294183" cy="355696"/>
              </a:xfrm>
              <a:prstGeom prst="roundRect">
                <a:avLst>
                  <a:gd name="adj" fmla="val 39928"/>
                </a:avLst>
              </a:prstGeom>
              <a:gradFill>
                <a:gsLst>
                  <a:gs pos="0">
                    <a:srgbClr val="4472C4">
                      <a:lumMod val="5000"/>
                      <a:lumOff val="95000"/>
                    </a:srgbClr>
                  </a:gs>
                  <a:gs pos="26000">
                    <a:srgbClr val="FEAA00"/>
                  </a:gs>
                </a:gsLst>
                <a:lin ang="5400000" scaled="1"/>
              </a:gradFill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0A399DAB-960B-7EB4-52D7-D7C091C16D9C}"/>
                  </a:ext>
                </a:extLst>
              </p:cNvPr>
              <p:cNvSpPr/>
              <p:nvPr/>
            </p:nvSpPr>
            <p:spPr>
              <a:xfrm rot="18650045">
                <a:off x="7517786" y="1520578"/>
                <a:ext cx="322524" cy="389963"/>
              </a:xfrm>
              <a:prstGeom prst="roundRect">
                <a:avLst>
                  <a:gd name="adj" fmla="val 39928"/>
                </a:avLst>
              </a:prstGeom>
              <a:gradFill>
                <a:gsLst>
                  <a:gs pos="0">
                    <a:srgbClr val="4472C4">
                      <a:lumMod val="5000"/>
                      <a:lumOff val="95000"/>
                    </a:srgbClr>
                  </a:gs>
                  <a:gs pos="26000">
                    <a:srgbClr val="FEAA00"/>
                  </a:gs>
                </a:gsLst>
                <a:lin ang="5400000" scaled="1"/>
              </a:gradFill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A0564AD3-812A-D5EE-DD9F-C1ECF557875A}"/>
                  </a:ext>
                </a:extLst>
              </p:cNvPr>
              <p:cNvSpPr/>
              <p:nvPr/>
            </p:nvSpPr>
            <p:spPr>
              <a:xfrm rot="18650045">
                <a:off x="6559016" y="2374754"/>
                <a:ext cx="518014" cy="621046"/>
              </a:xfrm>
              <a:prstGeom prst="roundRect">
                <a:avLst>
                  <a:gd name="adj" fmla="val 39928"/>
                </a:avLst>
              </a:prstGeom>
              <a:gradFill>
                <a:gsLst>
                  <a:gs pos="0">
                    <a:srgbClr val="4472C4">
                      <a:lumMod val="5000"/>
                      <a:lumOff val="95000"/>
                    </a:srgbClr>
                  </a:gs>
                  <a:gs pos="26000">
                    <a:srgbClr val="FEAA00"/>
                  </a:gs>
                </a:gsLst>
                <a:lin ang="5400000" scaled="1"/>
              </a:gradFill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FA673F8F-6E9F-34E1-D508-068F3E49755E}"/>
                  </a:ext>
                </a:extLst>
              </p:cNvPr>
              <p:cNvSpPr/>
              <p:nvPr/>
            </p:nvSpPr>
            <p:spPr>
              <a:xfrm rot="18650045">
                <a:off x="6277848" y="2755211"/>
                <a:ext cx="462868" cy="559653"/>
              </a:xfrm>
              <a:prstGeom prst="roundRect">
                <a:avLst>
                  <a:gd name="adj" fmla="val 39928"/>
                </a:avLst>
              </a:prstGeom>
              <a:gradFill>
                <a:gsLst>
                  <a:gs pos="0">
                    <a:srgbClr val="4472C4">
                      <a:lumMod val="5000"/>
                      <a:lumOff val="95000"/>
                    </a:srgbClr>
                  </a:gs>
                  <a:gs pos="26000">
                    <a:srgbClr val="FEAA00"/>
                  </a:gs>
                </a:gsLst>
                <a:lin ang="5400000" scaled="1"/>
              </a:gradFill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BBE364C9-3441-4758-C3D0-C25823E7D380}"/>
                  </a:ext>
                </a:extLst>
              </p:cNvPr>
              <p:cNvSpPr/>
              <p:nvPr/>
            </p:nvSpPr>
            <p:spPr>
              <a:xfrm rot="18650045">
                <a:off x="5954679" y="3088812"/>
                <a:ext cx="462868" cy="559653"/>
              </a:xfrm>
              <a:prstGeom prst="roundRect">
                <a:avLst>
                  <a:gd name="adj" fmla="val 39928"/>
                </a:avLst>
              </a:prstGeom>
              <a:gradFill>
                <a:gsLst>
                  <a:gs pos="0">
                    <a:srgbClr val="4472C4">
                      <a:lumMod val="5000"/>
                      <a:lumOff val="95000"/>
                    </a:srgbClr>
                  </a:gs>
                  <a:gs pos="26000">
                    <a:srgbClr val="FEAA00"/>
                  </a:gs>
                </a:gsLst>
                <a:lin ang="5400000" scaled="1"/>
              </a:gradFill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0B42DC5E-BE14-9C23-35C7-25F09ED89E04}"/>
                  </a:ext>
                </a:extLst>
              </p:cNvPr>
              <p:cNvSpPr/>
              <p:nvPr/>
            </p:nvSpPr>
            <p:spPr>
              <a:xfrm rot="18650045">
                <a:off x="5610061" y="3397958"/>
                <a:ext cx="516687" cy="624725"/>
              </a:xfrm>
              <a:prstGeom prst="roundRect">
                <a:avLst>
                  <a:gd name="adj" fmla="val 39928"/>
                </a:avLst>
              </a:prstGeom>
              <a:gradFill>
                <a:gsLst>
                  <a:gs pos="0">
                    <a:srgbClr val="4472C4">
                      <a:lumMod val="5000"/>
                      <a:lumOff val="95000"/>
                    </a:srgbClr>
                  </a:gs>
                  <a:gs pos="26000">
                    <a:srgbClr val="FEAA00"/>
                  </a:gs>
                </a:gsLst>
                <a:lin ang="5400000" scaled="1"/>
              </a:gradFill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F316C56F-ED58-F6AD-D38F-426B6B25200E}"/>
                  </a:ext>
                </a:extLst>
              </p:cNvPr>
              <p:cNvSpPr/>
              <p:nvPr/>
            </p:nvSpPr>
            <p:spPr>
              <a:xfrm rot="18650045">
                <a:off x="5264380" y="3725011"/>
                <a:ext cx="541692" cy="654959"/>
              </a:xfrm>
              <a:prstGeom prst="roundRect">
                <a:avLst>
                  <a:gd name="adj" fmla="val 39928"/>
                </a:avLst>
              </a:prstGeom>
              <a:gradFill>
                <a:gsLst>
                  <a:gs pos="0">
                    <a:srgbClr val="4472C4">
                      <a:lumMod val="5000"/>
                      <a:lumOff val="95000"/>
                    </a:srgbClr>
                  </a:gs>
                  <a:gs pos="26000">
                    <a:srgbClr val="FEAA00"/>
                  </a:gs>
                </a:gsLst>
                <a:lin ang="5400000" scaled="1"/>
              </a:gradFill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2F2FFFB5-3332-0577-6780-2D9F057DBD78}"/>
                  </a:ext>
                </a:extLst>
              </p:cNvPr>
              <p:cNvSpPr/>
              <p:nvPr/>
            </p:nvSpPr>
            <p:spPr>
              <a:xfrm rot="18650045">
                <a:off x="4973485" y="4152402"/>
                <a:ext cx="486162" cy="587818"/>
              </a:xfrm>
              <a:prstGeom prst="roundRect">
                <a:avLst>
                  <a:gd name="adj" fmla="val 39928"/>
                </a:avLst>
              </a:prstGeom>
              <a:gradFill>
                <a:gsLst>
                  <a:gs pos="0">
                    <a:srgbClr val="4472C4">
                      <a:lumMod val="5000"/>
                      <a:lumOff val="95000"/>
                    </a:srgbClr>
                  </a:gs>
                  <a:gs pos="26000">
                    <a:srgbClr val="FEAA00"/>
                  </a:gs>
                </a:gsLst>
                <a:lin ang="5400000" scaled="1"/>
              </a:gradFill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DF973228-7C13-9C43-A279-A56C5918118E}"/>
                </a:ext>
              </a:extLst>
            </p:cNvPr>
            <p:cNvSpPr/>
            <p:nvPr/>
          </p:nvSpPr>
          <p:spPr>
            <a:xfrm rot="18650045">
              <a:off x="4604201" y="4445047"/>
              <a:ext cx="669630" cy="632667"/>
            </a:xfrm>
            <a:prstGeom prst="roundRect">
              <a:avLst>
                <a:gd name="adj" fmla="val 39928"/>
              </a:avLst>
            </a:prstGeom>
            <a:gradFill>
              <a:gsLst>
                <a:gs pos="0">
                  <a:srgbClr val="4472C4">
                    <a:lumMod val="5000"/>
                    <a:lumOff val="95000"/>
                  </a:srgbClr>
                </a:gs>
                <a:gs pos="26000">
                  <a:srgbClr val="FEAA00"/>
                </a:gs>
              </a:gsLst>
              <a:lin ang="5400000" scaled="1"/>
            </a:gradFill>
            <a:ln w="571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Rectangle 2">
              <a:extLst>
                <a:ext uri="{FF2B5EF4-FFF2-40B4-BE49-F238E27FC236}">
                  <a16:creationId xmlns:a16="http://schemas.microsoft.com/office/drawing/2014/main" id="{1DD14A18-095D-AC02-7CF7-02BEC8193EB5}"/>
                </a:ext>
              </a:extLst>
            </p:cNvPr>
            <p:cNvSpPr/>
            <p:nvPr/>
          </p:nvSpPr>
          <p:spPr>
            <a:xfrm rot="4921055" flipH="1">
              <a:off x="4973898" y="1708942"/>
              <a:ext cx="2893845" cy="4942858"/>
            </a:xfrm>
            <a:custGeom>
              <a:avLst/>
              <a:gdLst>
                <a:gd name="connsiteX0" fmla="*/ 0 w 1073426"/>
                <a:gd name="connsiteY0" fmla="*/ 0 h 2676939"/>
                <a:gd name="connsiteX1" fmla="*/ 1073426 w 1073426"/>
                <a:gd name="connsiteY1" fmla="*/ 0 h 2676939"/>
                <a:gd name="connsiteX2" fmla="*/ 1073426 w 1073426"/>
                <a:gd name="connsiteY2" fmla="*/ 2676939 h 2676939"/>
                <a:gd name="connsiteX3" fmla="*/ 0 w 1073426"/>
                <a:gd name="connsiteY3" fmla="*/ 2676939 h 2676939"/>
                <a:gd name="connsiteX4" fmla="*/ 0 w 1073426"/>
                <a:gd name="connsiteY4" fmla="*/ 0 h 2676939"/>
                <a:gd name="connsiteX0" fmla="*/ 0 w 1683026"/>
                <a:gd name="connsiteY0" fmla="*/ 821635 h 3498574"/>
                <a:gd name="connsiteX1" fmla="*/ 1683026 w 1683026"/>
                <a:gd name="connsiteY1" fmla="*/ 0 h 3498574"/>
                <a:gd name="connsiteX2" fmla="*/ 1073426 w 1683026"/>
                <a:gd name="connsiteY2" fmla="*/ 3498574 h 3498574"/>
                <a:gd name="connsiteX3" fmla="*/ 0 w 1683026"/>
                <a:gd name="connsiteY3" fmla="*/ 3498574 h 3498574"/>
                <a:gd name="connsiteX4" fmla="*/ 0 w 1683026"/>
                <a:gd name="connsiteY4" fmla="*/ 821635 h 3498574"/>
                <a:gd name="connsiteX0" fmla="*/ 304800 w 1987826"/>
                <a:gd name="connsiteY0" fmla="*/ 821635 h 4678017"/>
                <a:gd name="connsiteX1" fmla="*/ 1987826 w 1987826"/>
                <a:gd name="connsiteY1" fmla="*/ 0 h 4678017"/>
                <a:gd name="connsiteX2" fmla="*/ 1378226 w 1987826"/>
                <a:gd name="connsiteY2" fmla="*/ 3498574 h 4678017"/>
                <a:gd name="connsiteX3" fmla="*/ 0 w 1987826"/>
                <a:gd name="connsiteY3" fmla="*/ 4678017 h 4678017"/>
                <a:gd name="connsiteX4" fmla="*/ 304800 w 1987826"/>
                <a:gd name="connsiteY4" fmla="*/ 821635 h 4678017"/>
                <a:gd name="connsiteX0" fmla="*/ 0 w 2332382"/>
                <a:gd name="connsiteY0" fmla="*/ 3776870 h 4678017"/>
                <a:gd name="connsiteX1" fmla="*/ 2332382 w 2332382"/>
                <a:gd name="connsiteY1" fmla="*/ 0 h 4678017"/>
                <a:gd name="connsiteX2" fmla="*/ 1722782 w 2332382"/>
                <a:gd name="connsiteY2" fmla="*/ 3498574 h 4678017"/>
                <a:gd name="connsiteX3" fmla="*/ 344556 w 2332382"/>
                <a:gd name="connsiteY3" fmla="*/ 4678017 h 4678017"/>
                <a:gd name="connsiteX4" fmla="*/ 0 w 2332382"/>
                <a:gd name="connsiteY4" fmla="*/ 3776870 h 4678017"/>
                <a:gd name="connsiteX0" fmla="*/ 0 w 1987826"/>
                <a:gd name="connsiteY0" fmla="*/ 4678017 h 4678017"/>
                <a:gd name="connsiteX1" fmla="*/ 1987826 w 1987826"/>
                <a:gd name="connsiteY1" fmla="*/ 0 h 4678017"/>
                <a:gd name="connsiteX2" fmla="*/ 1378226 w 1987826"/>
                <a:gd name="connsiteY2" fmla="*/ 3498574 h 4678017"/>
                <a:gd name="connsiteX3" fmla="*/ 0 w 1987826"/>
                <a:gd name="connsiteY3" fmla="*/ 4678017 h 4678017"/>
                <a:gd name="connsiteX0" fmla="*/ 0 w 1987826"/>
                <a:gd name="connsiteY0" fmla="*/ 4678017 h 4678017"/>
                <a:gd name="connsiteX1" fmla="*/ 1987826 w 1987826"/>
                <a:gd name="connsiteY1" fmla="*/ 0 h 4678017"/>
                <a:gd name="connsiteX2" fmla="*/ 1378226 w 1987826"/>
                <a:gd name="connsiteY2" fmla="*/ 3498574 h 4678017"/>
                <a:gd name="connsiteX3" fmla="*/ 0 w 1987826"/>
                <a:gd name="connsiteY3" fmla="*/ 4678017 h 4678017"/>
                <a:gd name="connsiteX0" fmla="*/ 425525 w 2413351"/>
                <a:gd name="connsiteY0" fmla="*/ 4678017 h 4678017"/>
                <a:gd name="connsiteX1" fmla="*/ 2413351 w 2413351"/>
                <a:gd name="connsiteY1" fmla="*/ 0 h 4678017"/>
                <a:gd name="connsiteX2" fmla="*/ 1803751 w 2413351"/>
                <a:gd name="connsiteY2" fmla="*/ 3498574 h 4678017"/>
                <a:gd name="connsiteX3" fmla="*/ 425525 w 2413351"/>
                <a:gd name="connsiteY3" fmla="*/ 4678017 h 4678017"/>
                <a:gd name="connsiteX0" fmla="*/ 425525 w 2413351"/>
                <a:gd name="connsiteY0" fmla="*/ 4717774 h 4717774"/>
                <a:gd name="connsiteX1" fmla="*/ 2413351 w 2413351"/>
                <a:gd name="connsiteY1" fmla="*/ 0 h 4717774"/>
                <a:gd name="connsiteX2" fmla="*/ 1803751 w 2413351"/>
                <a:gd name="connsiteY2" fmla="*/ 3538331 h 4717774"/>
                <a:gd name="connsiteX3" fmla="*/ 425525 w 2413351"/>
                <a:gd name="connsiteY3" fmla="*/ 4717774 h 4717774"/>
                <a:gd name="connsiteX0" fmla="*/ 359151 w 2346977"/>
                <a:gd name="connsiteY0" fmla="*/ 4717774 h 4717774"/>
                <a:gd name="connsiteX1" fmla="*/ 2346977 w 2346977"/>
                <a:gd name="connsiteY1" fmla="*/ 0 h 4717774"/>
                <a:gd name="connsiteX2" fmla="*/ 1737377 w 2346977"/>
                <a:gd name="connsiteY2" fmla="*/ 3538331 h 4717774"/>
                <a:gd name="connsiteX3" fmla="*/ 359151 w 2346977"/>
                <a:gd name="connsiteY3" fmla="*/ 4717774 h 4717774"/>
                <a:gd name="connsiteX0" fmla="*/ 433231 w 2421057"/>
                <a:gd name="connsiteY0" fmla="*/ 4717774 h 4717774"/>
                <a:gd name="connsiteX1" fmla="*/ 2421057 w 2421057"/>
                <a:gd name="connsiteY1" fmla="*/ 0 h 4717774"/>
                <a:gd name="connsiteX2" fmla="*/ 1811457 w 2421057"/>
                <a:gd name="connsiteY2" fmla="*/ 3538331 h 4717774"/>
                <a:gd name="connsiteX3" fmla="*/ 433231 w 2421057"/>
                <a:gd name="connsiteY3" fmla="*/ 4717774 h 4717774"/>
                <a:gd name="connsiteX0" fmla="*/ 403059 w 2390885"/>
                <a:gd name="connsiteY0" fmla="*/ 4717774 h 4717774"/>
                <a:gd name="connsiteX1" fmla="*/ 2390885 w 2390885"/>
                <a:gd name="connsiteY1" fmla="*/ 0 h 4717774"/>
                <a:gd name="connsiteX2" fmla="*/ 1781285 w 2390885"/>
                <a:gd name="connsiteY2" fmla="*/ 3538331 h 4717774"/>
                <a:gd name="connsiteX3" fmla="*/ 403059 w 2390885"/>
                <a:gd name="connsiteY3" fmla="*/ 4717774 h 4717774"/>
                <a:gd name="connsiteX0" fmla="*/ 444722 w 2432548"/>
                <a:gd name="connsiteY0" fmla="*/ 4717774 h 4717774"/>
                <a:gd name="connsiteX1" fmla="*/ 2432548 w 2432548"/>
                <a:gd name="connsiteY1" fmla="*/ 0 h 4717774"/>
                <a:gd name="connsiteX2" fmla="*/ 1822948 w 2432548"/>
                <a:gd name="connsiteY2" fmla="*/ 3538331 h 4717774"/>
                <a:gd name="connsiteX3" fmla="*/ 444722 w 2432548"/>
                <a:gd name="connsiteY3" fmla="*/ 4717774 h 4717774"/>
                <a:gd name="connsiteX0" fmla="*/ 444722 w 2432548"/>
                <a:gd name="connsiteY0" fmla="*/ 4717774 h 4717774"/>
                <a:gd name="connsiteX1" fmla="*/ 2432548 w 2432548"/>
                <a:gd name="connsiteY1" fmla="*/ 0 h 4717774"/>
                <a:gd name="connsiteX2" fmla="*/ 444722 w 2432548"/>
                <a:gd name="connsiteY2" fmla="*/ 4717774 h 4717774"/>
                <a:gd name="connsiteX0" fmla="*/ 444722 w 2432548"/>
                <a:gd name="connsiteY0" fmla="*/ 4717774 h 4717774"/>
                <a:gd name="connsiteX1" fmla="*/ 2432548 w 2432548"/>
                <a:gd name="connsiteY1" fmla="*/ 0 h 4717774"/>
                <a:gd name="connsiteX2" fmla="*/ 444722 w 2432548"/>
                <a:gd name="connsiteY2" fmla="*/ 4717774 h 4717774"/>
                <a:gd name="connsiteX0" fmla="*/ 444722 w 2432548"/>
                <a:gd name="connsiteY0" fmla="*/ 4717774 h 4717774"/>
                <a:gd name="connsiteX1" fmla="*/ 2432548 w 2432548"/>
                <a:gd name="connsiteY1" fmla="*/ 0 h 4717774"/>
                <a:gd name="connsiteX2" fmla="*/ 444722 w 2432548"/>
                <a:gd name="connsiteY2" fmla="*/ 4717774 h 4717774"/>
                <a:gd name="connsiteX0" fmla="*/ 444722 w 2432548"/>
                <a:gd name="connsiteY0" fmla="*/ 4717774 h 4717774"/>
                <a:gd name="connsiteX1" fmla="*/ 2432548 w 2432548"/>
                <a:gd name="connsiteY1" fmla="*/ 0 h 4717774"/>
                <a:gd name="connsiteX2" fmla="*/ 444722 w 2432548"/>
                <a:gd name="connsiteY2" fmla="*/ 4717774 h 4717774"/>
                <a:gd name="connsiteX0" fmla="*/ 392183 w 2890237"/>
                <a:gd name="connsiteY0" fmla="*/ 4896377 h 4896377"/>
                <a:gd name="connsiteX1" fmla="*/ 2890237 w 2890237"/>
                <a:gd name="connsiteY1" fmla="*/ 0 h 4896377"/>
                <a:gd name="connsiteX2" fmla="*/ 392183 w 2890237"/>
                <a:gd name="connsiteY2" fmla="*/ 4896377 h 4896377"/>
                <a:gd name="connsiteX0" fmla="*/ 392183 w 2890237"/>
                <a:gd name="connsiteY0" fmla="*/ 4896377 h 4896377"/>
                <a:gd name="connsiteX1" fmla="*/ 2890237 w 2890237"/>
                <a:gd name="connsiteY1" fmla="*/ 0 h 4896377"/>
                <a:gd name="connsiteX2" fmla="*/ 392183 w 2890237"/>
                <a:gd name="connsiteY2" fmla="*/ 4896377 h 4896377"/>
                <a:gd name="connsiteX0" fmla="*/ 392183 w 2890237"/>
                <a:gd name="connsiteY0" fmla="*/ 4896377 h 4896377"/>
                <a:gd name="connsiteX1" fmla="*/ 2890237 w 2890237"/>
                <a:gd name="connsiteY1" fmla="*/ 0 h 4896377"/>
                <a:gd name="connsiteX2" fmla="*/ 392183 w 2890237"/>
                <a:gd name="connsiteY2" fmla="*/ 4896377 h 4896377"/>
                <a:gd name="connsiteX0" fmla="*/ 392183 w 2890237"/>
                <a:gd name="connsiteY0" fmla="*/ 4896377 h 4896377"/>
                <a:gd name="connsiteX1" fmla="*/ 2890237 w 2890237"/>
                <a:gd name="connsiteY1" fmla="*/ 0 h 4896377"/>
                <a:gd name="connsiteX2" fmla="*/ 392183 w 2890237"/>
                <a:gd name="connsiteY2" fmla="*/ 4896377 h 4896377"/>
                <a:gd name="connsiteX0" fmla="*/ 397880 w 2834291"/>
                <a:gd name="connsiteY0" fmla="*/ 4942858 h 4942858"/>
                <a:gd name="connsiteX1" fmla="*/ 2834291 w 2834291"/>
                <a:gd name="connsiteY1" fmla="*/ 0 h 4942858"/>
                <a:gd name="connsiteX2" fmla="*/ 397880 w 2834291"/>
                <a:gd name="connsiteY2" fmla="*/ 4942858 h 4942858"/>
                <a:gd name="connsiteX0" fmla="*/ 457434 w 2893845"/>
                <a:gd name="connsiteY0" fmla="*/ 4942858 h 4942858"/>
                <a:gd name="connsiteX1" fmla="*/ 2893845 w 2893845"/>
                <a:gd name="connsiteY1" fmla="*/ 0 h 4942858"/>
                <a:gd name="connsiteX2" fmla="*/ 457434 w 2893845"/>
                <a:gd name="connsiteY2" fmla="*/ 4942858 h 4942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93845" h="4942858">
                  <a:moveTo>
                    <a:pt x="457434" y="4942858"/>
                  </a:moveTo>
                  <a:cubicBezTo>
                    <a:pt x="-1184706" y="3372806"/>
                    <a:pt x="2058959" y="962991"/>
                    <a:pt x="2893845" y="0"/>
                  </a:cubicBezTo>
                  <a:cubicBezTo>
                    <a:pt x="2398584" y="799685"/>
                    <a:pt x="1365688" y="4638274"/>
                    <a:pt x="457434" y="4942858"/>
                  </a:cubicBezTo>
                  <a:close/>
                </a:path>
              </a:pathLst>
            </a:custGeom>
            <a:solidFill>
              <a:srgbClr val="7BC733"/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Rectangle 2">
              <a:extLst>
                <a:ext uri="{FF2B5EF4-FFF2-40B4-BE49-F238E27FC236}">
                  <a16:creationId xmlns:a16="http://schemas.microsoft.com/office/drawing/2014/main" id="{2AD7EFC7-FC96-E69D-7F3F-9CCB174CAE01}"/>
                </a:ext>
              </a:extLst>
            </p:cNvPr>
            <p:cNvSpPr/>
            <p:nvPr/>
          </p:nvSpPr>
          <p:spPr>
            <a:xfrm>
              <a:off x="3689955" y="795130"/>
              <a:ext cx="2432548" cy="4717774"/>
            </a:xfrm>
            <a:custGeom>
              <a:avLst/>
              <a:gdLst>
                <a:gd name="connsiteX0" fmla="*/ 0 w 1073426"/>
                <a:gd name="connsiteY0" fmla="*/ 0 h 2676939"/>
                <a:gd name="connsiteX1" fmla="*/ 1073426 w 1073426"/>
                <a:gd name="connsiteY1" fmla="*/ 0 h 2676939"/>
                <a:gd name="connsiteX2" fmla="*/ 1073426 w 1073426"/>
                <a:gd name="connsiteY2" fmla="*/ 2676939 h 2676939"/>
                <a:gd name="connsiteX3" fmla="*/ 0 w 1073426"/>
                <a:gd name="connsiteY3" fmla="*/ 2676939 h 2676939"/>
                <a:gd name="connsiteX4" fmla="*/ 0 w 1073426"/>
                <a:gd name="connsiteY4" fmla="*/ 0 h 2676939"/>
                <a:gd name="connsiteX0" fmla="*/ 0 w 1683026"/>
                <a:gd name="connsiteY0" fmla="*/ 821635 h 3498574"/>
                <a:gd name="connsiteX1" fmla="*/ 1683026 w 1683026"/>
                <a:gd name="connsiteY1" fmla="*/ 0 h 3498574"/>
                <a:gd name="connsiteX2" fmla="*/ 1073426 w 1683026"/>
                <a:gd name="connsiteY2" fmla="*/ 3498574 h 3498574"/>
                <a:gd name="connsiteX3" fmla="*/ 0 w 1683026"/>
                <a:gd name="connsiteY3" fmla="*/ 3498574 h 3498574"/>
                <a:gd name="connsiteX4" fmla="*/ 0 w 1683026"/>
                <a:gd name="connsiteY4" fmla="*/ 821635 h 3498574"/>
                <a:gd name="connsiteX0" fmla="*/ 304800 w 1987826"/>
                <a:gd name="connsiteY0" fmla="*/ 821635 h 4678017"/>
                <a:gd name="connsiteX1" fmla="*/ 1987826 w 1987826"/>
                <a:gd name="connsiteY1" fmla="*/ 0 h 4678017"/>
                <a:gd name="connsiteX2" fmla="*/ 1378226 w 1987826"/>
                <a:gd name="connsiteY2" fmla="*/ 3498574 h 4678017"/>
                <a:gd name="connsiteX3" fmla="*/ 0 w 1987826"/>
                <a:gd name="connsiteY3" fmla="*/ 4678017 h 4678017"/>
                <a:gd name="connsiteX4" fmla="*/ 304800 w 1987826"/>
                <a:gd name="connsiteY4" fmla="*/ 821635 h 4678017"/>
                <a:gd name="connsiteX0" fmla="*/ 0 w 2332382"/>
                <a:gd name="connsiteY0" fmla="*/ 3776870 h 4678017"/>
                <a:gd name="connsiteX1" fmla="*/ 2332382 w 2332382"/>
                <a:gd name="connsiteY1" fmla="*/ 0 h 4678017"/>
                <a:gd name="connsiteX2" fmla="*/ 1722782 w 2332382"/>
                <a:gd name="connsiteY2" fmla="*/ 3498574 h 4678017"/>
                <a:gd name="connsiteX3" fmla="*/ 344556 w 2332382"/>
                <a:gd name="connsiteY3" fmla="*/ 4678017 h 4678017"/>
                <a:gd name="connsiteX4" fmla="*/ 0 w 2332382"/>
                <a:gd name="connsiteY4" fmla="*/ 3776870 h 4678017"/>
                <a:gd name="connsiteX0" fmla="*/ 0 w 1987826"/>
                <a:gd name="connsiteY0" fmla="*/ 4678017 h 4678017"/>
                <a:gd name="connsiteX1" fmla="*/ 1987826 w 1987826"/>
                <a:gd name="connsiteY1" fmla="*/ 0 h 4678017"/>
                <a:gd name="connsiteX2" fmla="*/ 1378226 w 1987826"/>
                <a:gd name="connsiteY2" fmla="*/ 3498574 h 4678017"/>
                <a:gd name="connsiteX3" fmla="*/ 0 w 1987826"/>
                <a:gd name="connsiteY3" fmla="*/ 4678017 h 4678017"/>
                <a:gd name="connsiteX0" fmla="*/ 0 w 1987826"/>
                <a:gd name="connsiteY0" fmla="*/ 4678017 h 4678017"/>
                <a:gd name="connsiteX1" fmla="*/ 1987826 w 1987826"/>
                <a:gd name="connsiteY1" fmla="*/ 0 h 4678017"/>
                <a:gd name="connsiteX2" fmla="*/ 1378226 w 1987826"/>
                <a:gd name="connsiteY2" fmla="*/ 3498574 h 4678017"/>
                <a:gd name="connsiteX3" fmla="*/ 0 w 1987826"/>
                <a:gd name="connsiteY3" fmla="*/ 4678017 h 4678017"/>
                <a:gd name="connsiteX0" fmla="*/ 425525 w 2413351"/>
                <a:gd name="connsiteY0" fmla="*/ 4678017 h 4678017"/>
                <a:gd name="connsiteX1" fmla="*/ 2413351 w 2413351"/>
                <a:gd name="connsiteY1" fmla="*/ 0 h 4678017"/>
                <a:gd name="connsiteX2" fmla="*/ 1803751 w 2413351"/>
                <a:gd name="connsiteY2" fmla="*/ 3498574 h 4678017"/>
                <a:gd name="connsiteX3" fmla="*/ 425525 w 2413351"/>
                <a:gd name="connsiteY3" fmla="*/ 4678017 h 4678017"/>
                <a:gd name="connsiteX0" fmla="*/ 425525 w 2413351"/>
                <a:gd name="connsiteY0" fmla="*/ 4717774 h 4717774"/>
                <a:gd name="connsiteX1" fmla="*/ 2413351 w 2413351"/>
                <a:gd name="connsiteY1" fmla="*/ 0 h 4717774"/>
                <a:gd name="connsiteX2" fmla="*/ 1803751 w 2413351"/>
                <a:gd name="connsiteY2" fmla="*/ 3538331 h 4717774"/>
                <a:gd name="connsiteX3" fmla="*/ 425525 w 2413351"/>
                <a:gd name="connsiteY3" fmla="*/ 4717774 h 4717774"/>
                <a:gd name="connsiteX0" fmla="*/ 359151 w 2346977"/>
                <a:gd name="connsiteY0" fmla="*/ 4717774 h 4717774"/>
                <a:gd name="connsiteX1" fmla="*/ 2346977 w 2346977"/>
                <a:gd name="connsiteY1" fmla="*/ 0 h 4717774"/>
                <a:gd name="connsiteX2" fmla="*/ 1737377 w 2346977"/>
                <a:gd name="connsiteY2" fmla="*/ 3538331 h 4717774"/>
                <a:gd name="connsiteX3" fmla="*/ 359151 w 2346977"/>
                <a:gd name="connsiteY3" fmla="*/ 4717774 h 4717774"/>
                <a:gd name="connsiteX0" fmla="*/ 433231 w 2421057"/>
                <a:gd name="connsiteY0" fmla="*/ 4717774 h 4717774"/>
                <a:gd name="connsiteX1" fmla="*/ 2421057 w 2421057"/>
                <a:gd name="connsiteY1" fmla="*/ 0 h 4717774"/>
                <a:gd name="connsiteX2" fmla="*/ 1811457 w 2421057"/>
                <a:gd name="connsiteY2" fmla="*/ 3538331 h 4717774"/>
                <a:gd name="connsiteX3" fmla="*/ 433231 w 2421057"/>
                <a:gd name="connsiteY3" fmla="*/ 4717774 h 4717774"/>
                <a:gd name="connsiteX0" fmla="*/ 403059 w 2390885"/>
                <a:gd name="connsiteY0" fmla="*/ 4717774 h 4717774"/>
                <a:gd name="connsiteX1" fmla="*/ 2390885 w 2390885"/>
                <a:gd name="connsiteY1" fmla="*/ 0 h 4717774"/>
                <a:gd name="connsiteX2" fmla="*/ 1781285 w 2390885"/>
                <a:gd name="connsiteY2" fmla="*/ 3538331 h 4717774"/>
                <a:gd name="connsiteX3" fmla="*/ 403059 w 2390885"/>
                <a:gd name="connsiteY3" fmla="*/ 4717774 h 4717774"/>
                <a:gd name="connsiteX0" fmla="*/ 444722 w 2432548"/>
                <a:gd name="connsiteY0" fmla="*/ 4717774 h 4717774"/>
                <a:gd name="connsiteX1" fmla="*/ 2432548 w 2432548"/>
                <a:gd name="connsiteY1" fmla="*/ 0 h 4717774"/>
                <a:gd name="connsiteX2" fmla="*/ 1822948 w 2432548"/>
                <a:gd name="connsiteY2" fmla="*/ 3538331 h 4717774"/>
                <a:gd name="connsiteX3" fmla="*/ 444722 w 2432548"/>
                <a:gd name="connsiteY3" fmla="*/ 4717774 h 4717774"/>
                <a:gd name="connsiteX0" fmla="*/ 444722 w 2432548"/>
                <a:gd name="connsiteY0" fmla="*/ 4717774 h 4717774"/>
                <a:gd name="connsiteX1" fmla="*/ 2432548 w 2432548"/>
                <a:gd name="connsiteY1" fmla="*/ 0 h 4717774"/>
                <a:gd name="connsiteX2" fmla="*/ 444722 w 2432548"/>
                <a:gd name="connsiteY2" fmla="*/ 4717774 h 4717774"/>
                <a:gd name="connsiteX0" fmla="*/ 444722 w 2432548"/>
                <a:gd name="connsiteY0" fmla="*/ 4717774 h 4717774"/>
                <a:gd name="connsiteX1" fmla="*/ 2432548 w 2432548"/>
                <a:gd name="connsiteY1" fmla="*/ 0 h 4717774"/>
                <a:gd name="connsiteX2" fmla="*/ 444722 w 2432548"/>
                <a:gd name="connsiteY2" fmla="*/ 4717774 h 4717774"/>
                <a:gd name="connsiteX0" fmla="*/ 444722 w 2432548"/>
                <a:gd name="connsiteY0" fmla="*/ 4717774 h 4717774"/>
                <a:gd name="connsiteX1" fmla="*/ 2432548 w 2432548"/>
                <a:gd name="connsiteY1" fmla="*/ 0 h 4717774"/>
                <a:gd name="connsiteX2" fmla="*/ 444722 w 2432548"/>
                <a:gd name="connsiteY2" fmla="*/ 4717774 h 4717774"/>
                <a:gd name="connsiteX0" fmla="*/ 444722 w 2432548"/>
                <a:gd name="connsiteY0" fmla="*/ 4717774 h 4717774"/>
                <a:gd name="connsiteX1" fmla="*/ 2432548 w 2432548"/>
                <a:gd name="connsiteY1" fmla="*/ 0 h 4717774"/>
                <a:gd name="connsiteX2" fmla="*/ 444722 w 2432548"/>
                <a:gd name="connsiteY2" fmla="*/ 4717774 h 4717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32548" h="4717774">
                  <a:moveTo>
                    <a:pt x="444722" y="4717774"/>
                  </a:moveTo>
                  <a:cubicBezTo>
                    <a:pt x="-1039520" y="3290956"/>
                    <a:pt x="1597662" y="962991"/>
                    <a:pt x="2432548" y="0"/>
                  </a:cubicBezTo>
                  <a:cubicBezTo>
                    <a:pt x="1968721" y="1691861"/>
                    <a:pt x="444722" y="4139097"/>
                    <a:pt x="444722" y="4717774"/>
                  </a:cubicBezTo>
                  <a:close/>
                </a:path>
              </a:pathLst>
            </a:custGeom>
            <a:solidFill>
              <a:srgbClr val="7BC733"/>
            </a:solidFill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D2C85C7C-7B95-DA8B-B485-096DD97426A9}"/>
              </a:ext>
            </a:extLst>
          </p:cNvPr>
          <p:cNvGrpSpPr/>
          <p:nvPr/>
        </p:nvGrpSpPr>
        <p:grpSpPr>
          <a:xfrm>
            <a:off x="-1838086" y="0"/>
            <a:ext cx="6130907" cy="7084276"/>
            <a:chOff x="3670740" y="210521"/>
            <a:chExt cx="5221510" cy="6033466"/>
          </a:xfrm>
          <a:solidFill>
            <a:schemeClr val="bg1"/>
          </a:solidFill>
        </p:grpSpPr>
        <p:sp>
          <p:nvSpPr>
            <p:cNvPr id="61" name="Rectangle 2">
              <a:extLst>
                <a:ext uri="{FF2B5EF4-FFF2-40B4-BE49-F238E27FC236}">
                  <a16:creationId xmlns:a16="http://schemas.microsoft.com/office/drawing/2014/main" id="{A44F4DAA-389B-E1BD-527E-D8C7FDBC28CC}"/>
                </a:ext>
              </a:extLst>
            </p:cNvPr>
            <p:cNvSpPr/>
            <p:nvPr/>
          </p:nvSpPr>
          <p:spPr>
            <a:xfrm rot="366346">
              <a:off x="4010078" y="640564"/>
              <a:ext cx="2597868" cy="4717774"/>
            </a:xfrm>
            <a:custGeom>
              <a:avLst/>
              <a:gdLst>
                <a:gd name="connsiteX0" fmla="*/ 0 w 1073426"/>
                <a:gd name="connsiteY0" fmla="*/ 0 h 2676939"/>
                <a:gd name="connsiteX1" fmla="*/ 1073426 w 1073426"/>
                <a:gd name="connsiteY1" fmla="*/ 0 h 2676939"/>
                <a:gd name="connsiteX2" fmla="*/ 1073426 w 1073426"/>
                <a:gd name="connsiteY2" fmla="*/ 2676939 h 2676939"/>
                <a:gd name="connsiteX3" fmla="*/ 0 w 1073426"/>
                <a:gd name="connsiteY3" fmla="*/ 2676939 h 2676939"/>
                <a:gd name="connsiteX4" fmla="*/ 0 w 1073426"/>
                <a:gd name="connsiteY4" fmla="*/ 0 h 2676939"/>
                <a:gd name="connsiteX0" fmla="*/ 0 w 1683026"/>
                <a:gd name="connsiteY0" fmla="*/ 821635 h 3498574"/>
                <a:gd name="connsiteX1" fmla="*/ 1683026 w 1683026"/>
                <a:gd name="connsiteY1" fmla="*/ 0 h 3498574"/>
                <a:gd name="connsiteX2" fmla="*/ 1073426 w 1683026"/>
                <a:gd name="connsiteY2" fmla="*/ 3498574 h 3498574"/>
                <a:gd name="connsiteX3" fmla="*/ 0 w 1683026"/>
                <a:gd name="connsiteY3" fmla="*/ 3498574 h 3498574"/>
                <a:gd name="connsiteX4" fmla="*/ 0 w 1683026"/>
                <a:gd name="connsiteY4" fmla="*/ 821635 h 3498574"/>
                <a:gd name="connsiteX0" fmla="*/ 304800 w 1987826"/>
                <a:gd name="connsiteY0" fmla="*/ 821635 h 4678017"/>
                <a:gd name="connsiteX1" fmla="*/ 1987826 w 1987826"/>
                <a:gd name="connsiteY1" fmla="*/ 0 h 4678017"/>
                <a:gd name="connsiteX2" fmla="*/ 1378226 w 1987826"/>
                <a:gd name="connsiteY2" fmla="*/ 3498574 h 4678017"/>
                <a:gd name="connsiteX3" fmla="*/ 0 w 1987826"/>
                <a:gd name="connsiteY3" fmla="*/ 4678017 h 4678017"/>
                <a:gd name="connsiteX4" fmla="*/ 304800 w 1987826"/>
                <a:gd name="connsiteY4" fmla="*/ 821635 h 4678017"/>
                <a:gd name="connsiteX0" fmla="*/ 0 w 2332382"/>
                <a:gd name="connsiteY0" fmla="*/ 3776870 h 4678017"/>
                <a:gd name="connsiteX1" fmla="*/ 2332382 w 2332382"/>
                <a:gd name="connsiteY1" fmla="*/ 0 h 4678017"/>
                <a:gd name="connsiteX2" fmla="*/ 1722782 w 2332382"/>
                <a:gd name="connsiteY2" fmla="*/ 3498574 h 4678017"/>
                <a:gd name="connsiteX3" fmla="*/ 344556 w 2332382"/>
                <a:gd name="connsiteY3" fmla="*/ 4678017 h 4678017"/>
                <a:gd name="connsiteX4" fmla="*/ 0 w 2332382"/>
                <a:gd name="connsiteY4" fmla="*/ 3776870 h 4678017"/>
                <a:gd name="connsiteX0" fmla="*/ 0 w 1987826"/>
                <a:gd name="connsiteY0" fmla="*/ 4678017 h 4678017"/>
                <a:gd name="connsiteX1" fmla="*/ 1987826 w 1987826"/>
                <a:gd name="connsiteY1" fmla="*/ 0 h 4678017"/>
                <a:gd name="connsiteX2" fmla="*/ 1378226 w 1987826"/>
                <a:gd name="connsiteY2" fmla="*/ 3498574 h 4678017"/>
                <a:gd name="connsiteX3" fmla="*/ 0 w 1987826"/>
                <a:gd name="connsiteY3" fmla="*/ 4678017 h 4678017"/>
                <a:gd name="connsiteX0" fmla="*/ 0 w 1987826"/>
                <a:gd name="connsiteY0" fmla="*/ 4678017 h 4678017"/>
                <a:gd name="connsiteX1" fmla="*/ 1987826 w 1987826"/>
                <a:gd name="connsiteY1" fmla="*/ 0 h 4678017"/>
                <a:gd name="connsiteX2" fmla="*/ 1378226 w 1987826"/>
                <a:gd name="connsiteY2" fmla="*/ 3498574 h 4678017"/>
                <a:gd name="connsiteX3" fmla="*/ 0 w 1987826"/>
                <a:gd name="connsiteY3" fmla="*/ 4678017 h 4678017"/>
                <a:gd name="connsiteX0" fmla="*/ 425525 w 2413351"/>
                <a:gd name="connsiteY0" fmla="*/ 4678017 h 4678017"/>
                <a:gd name="connsiteX1" fmla="*/ 2413351 w 2413351"/>
                <a:gd name="connsiteY1" fmla="*/ 0 h 4678017"/>
                <a:gd name="connsiteX2" fmla="*/ 1803751 w 2413351"/>
                <a:gd name="connsiteY2" fmla="*/ 3498574 h 4678017"/>
                <a:gd name="connsiteX3" fmla="*/ 425525 w 2413351"/>
                <a:gd name="connsiteY3" fmla="*/ 4678017 h 4678017"/>
                <a:gd name="connsiteX0" fmla="*/ 425525 w 2413351"/>
                <a:gd name="connsiteY0" fmla="*/ 4717774 h 4717774"/>
                <a:gd name="connsiteX1" fmla="*/ 2413351 w 2413351"/>
                <a:gd name="connsiteY1" fmla="*/ 0 h 4717774"/>
                <a:gd name="connsiteX2" fmla="*/ 1803751 w 2413351"/>
                <a:gd name="connsiteY2" fmla="*/ 3538331 h 4717774"/>
                <a:gd name="connsiteX3" fmla="*/ 425525 w 2413351"/>
                <a:gd name="connsiteY3" fmla="*/ 4717774 h 4717774"/>
                <a:gd name="connsiteX0" fmla="*/ 359151 w 2346977"/>
                <a:gd name="connsiteY0" fmla="*/ 4717774 h 4717774"/>
                <a:gd name="connsiteX1" fmla="*/ 2346977 w 2346977"/>
                <a:gd name="connsiteY1" fmla="*/ 0 h 4717774"/>
                <a:gd name="connsiteX2" fmla="*/ 1737377 w 2346977"/>
                <a:gd name="connsiteY2" fmla="*/ 3538331 h 4717774"/>
                <a:gd name="connsiteX3" fmla="*/ 359151 w 2346977"/>
                <a:gd name="connsiteY3" fmla="*/ 4717774 h 4717774"/>
                <a:gd name="connsiteX0" fmla="*/ 433231 w 2421057"/>
                <a:gd name="connsiteY0" fmla="*/ 4717774 h 4717774"/>
                <a:gd name="connsiteX1" fmla="*/ 2421057 w 2421057"/>
                <a:gd name="connsiteY1" fmla="*/ 0 h 4717774"/>
                <a:gd name="connsiteX2" fmla="*/ 1811457 w 2421057"/>
                <a:gd name="connsiteY2" fmla="*/ 3538331 h 4717774"/>
                <a:gd name="connsiteX3" fmla="*/ 433231 w 2421057"/>
                <a:gd name="connsiteY3" fmla="*/ 4717774 h 4717774"/>
                <a:gd name="connsiteX0" fmla="*/ 403059 w 2390885"/>
                <a:gd name="connsiteY0" fmla="*/ 4717774 h 4717774"/>
                <a:gd name="connsiteX1" fmla="*/ 2390885 w 2390885"/>
                <a:gd name="connsiteY1" fmla="*/ 0 h 4717774"/>
                <a:gd name="connsiteX2" fmla="*/ 1781285 w 2390885"/>
                <a:gd name="connsiteY2" fmla="*/ 3538331 h 4717774"/>
                <a:gd name="connsiteX3" fmla="*/ 403059 w 2390885"/>
                <a:gd name="connsiteY3" fmla="*/ 4717774 h 4717774"/>
                <a:gd name="connsiteX0" fmla="*/ 444722 w 2432548"/>
                <a:gd name="connsiteY0" fmla="*/ 4717774 h 4717774"/>
                <a:gd name="connsiteX1" fmla="*/ 2432548 w 2432548"/>
                <a:gd name="connsiteY1" fmla="*/ 0 h 4717774"/>
                <a:gd name="connsiteX2" fmla="*/ 1822948 w 2432548"/>
                <a:gd name="connsiteY2" fmla="*/ 3538331 h 4717774"/>
                <a:gd name="connsiteX3" fmla="*/ 444722 w 2432548"/>
                <a:gd name="connsiteY3" fmla="*/ 4717774 h 4717774"/>
                <a:gd name="connsiteX0" fmla="*/ 444722 w 2432548"/>
                <a:gd name="connsiteY0" fmla="*/ 4717774 h 4717774"/>
                <a:gd name="connsiteX1" fmla="*/ 2432548 w 2432548"/>
                <a:gd name="connsiteY1" fmla="*/ 0 h 4717774"/>
                <a:gd name="connsiteX2" fmla="*/ 444722 w 2432548"/>
                <a:gd name="connsiteY2" fmla="*/ 4717774 h 4717774"/>
                <a:gd name="connsiteX0" fmla="*/ 444722 w 2432548"/>
                <a:gd name="connsiteY0" fmla="*/ 4717774 h 4717774"/>
                <a:gd name="connsiteX1" fmla="*/ 2432548 w 2432548"/>
                <a:gd name="connsiteY1" fmla="*/ 0 h 4717774"/>
                <a:gd name="connsiteX2" fmla="*/ 444722 w 2432548"/>
                <a:gd name="connsiteY2" fmla="*/ 4717774 h 4717774"/>
                <a:gd name="connsiteX0" fmla="*/ 444722 w 2432548"/>
                <a:gd name="connsiteY0" fmla="*/ 4717774 h 4717774"/>
                <a:gd name="connsiteX1" fmla="*/ 2432548 w 2432548"/>
                <a:gd name="connsiteY1" fmla="*/ 0 h 4717774"/>
                <a:gd name="connsiteX2" fmla="*/ 444722 w 2432548"/>
                <a:gd name="connsiteY2" fmla="*/ 4717774 h 4717774"/>
                <a:gd name="connsiteX0" fmla="*/ 444722 w 2432548"/>
                <a:gd name="connsiteY0" fmla="*/ 4717774 h 4717774"/>
                <a:gd name="connsiteX1" fmla="*/ 2432548 w 2432548"/>
                <a:gd name="connsiteY1" fmla="*/ 0 h 4717774"/>
                <a:gd name="connsiteX2" fmla="*/ 444722 w 2432548"/>
                <a:gd name="connsiteY2" fmla="*/ 4717774 h 4717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32548" h="4717774">
                  <a:moveTo>
                    <a:pt x="444722" y="4717774"/>
                  </a:moveTo>
                  <a:cubicBezTo>
                    <a:pt x="-1039520" y="3290956"/>
                    <a:pt x="1597662" y="962991"/>
                    <a:pt x="2432548" y="0"/>
                  </a:cubicBezTo>
                  <a:cubicBezTo>
                    <a:pt x="1968721" y="1691861"/>
                    <a:pt x="444722" y="4139097"/>
                    <a:pt x="444722" y="4717774"/>
                  </a:cubicBezTo>
                  <a:close/>
                </a:path>
              </a:pathLst>
            </a:custGeom>
            <a:grp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2" name="Rectangle 2">
              <a:extLst>
                <a:ext uri="{FF2B5EF4-FFF2-40B4-BE49-F238E27FC236}">
                  <a16:creationId xmlns:a16="http://schemas.microsoft.com/office/drawing/2014/main" id="{A8778E01-D0C4-884D-0326-8DAA032AE8E6}"/>
                </a:ext>
              </a:extLst>
            </p:cNvPr>
            <p:cNvSpPr/>
            <p:nvPr/>
          </p:nvSpPr>
          <p:spPr>
            <a:xfrm rot="4840614" flipH="1">
              <a:off x="5032551" y="1208718"/>
              <a:ext cx="2643572" cy="4717774"/>
            </a:xfrm>
            <a:custGeom>
              <a:avLst/>
              <a:gdLst>
                <a:gd name="connsiteX0" fmla="*/ 0 w 1073426"/>
                <a:gd name="connsiteY0" fmla="*/ 0 h 2676939"/>
                <a:gd name="connsiteX1" fmla="*/ 1073426 w 1073426"/>
                <a:gd name="connsiteY1" fmla="*/ 0 h 2676939"/>
                <a:gd name="connsiteX2" fmla="*/ 1073426 w 1073426"/>
                <a:gd name="connsiteY2" fmla="*/ 2676939 h 2676939"/>
                <a:gd name="connsiteX3" fmla="*/ 0 w 1073426"/>
                <a:gd name="connsiteY3" fmla="*/ 2676939 h 2676939"/>
                <a:gd name="connsiteX4" fmla="*/ 0 w 1073426"/>
                <a:gd name="connsiteY4" fmla="*/ 0 h 2676939"/>
                <a:gd name="connsiteX0" fmla="*/ 0 w 1683026"/>
                <a:gd name="connsiteY0" fmla="*/ 821635 h 3498574"/>
                <a:gd name="connsiteX1" fmla="*/ 1683026 w 1683026"/>
                <a:gd name="connsiteY1" fmla="*/ 0 h 3498574"/>
                <a:gd name="connsiteX2" fmla="*/ 1073426 w 1683026"/>
                <a:gd name="connsiteY2" fmla="*/ 3498574 h 3498574"/>
                <a:gd name="connsiteX3" fmla="*/ 0 w 1683026"/>
                <a:gd name="connsiteY3" fmla="*/ 3498574 h 3498574"/>
                <a:gd name="connsiteX4" fmla="*/ 0 w 1683026"/>
                <a:gd name="connsiteY4" fmla="*/ 821635 h 3498574"/>
                <a:gd name="connsiteX0" fmla="*/ 304800 w 1987826"/>
                <a:gd name="connsiteY0" fmla="*/ 821635 h 4678017"/>
                <a:gd name="connsiteX1" fmla="*/ 1987826 w 1987826"/>
                <a:gd name="connsiteY1" fmla="*/ 0 h 4678017"/>
                <a:gd name="connsiteX2" fmla="*/ 1378226 w 1987826"/>
                <a:gd name="connsiteY2" fmla="*/ 3498574 h 4678017"/>
                <a:gd name="connsiteX3" fmla="*/ 0 w 1987826"/>
                <a:gd name="connsiteY3" fmla="*/ 4678017 h 4678017"/>
                <a:gd name="connsiteX4" fmla="*/ 304800 w 1987826"/>
                <a:gd name="connsiteY4" fmla="*/ 821635 h 4678017"/>
                <a:gd name="connsiteX0" fmla="*/ 0 w 2332382"/>
                <a:gd name="connsiteY0" fmla="*/ 3776870 h 4678017"/>
                <a:gd name="connsiteX1" fmla="*/ 2332382 w 2332382"/>
                <a:gd name="connsiteY1" fmla="*/ 0 h 4678017"/>
                <a:gd name="connsiteX2" fmla="*/ 1722782 w 2332382"/>
                <a:gd name="connsiteY2" fmla="*/ 3498574 h 4678017"/>
                <a:gd name="connsiteX3" fmla="*/ 344556 w 2332382"/>
                <a:gd name="connsiteY3" fmla="*/ 4678017 h 4678017"/>
                <a:gd name="connsiteX4" fmla="*/ 0 w 2332382"/>
                <a:gd name="connsiteY4" fmla="*/ 3776870 h 4678017"/>
                <a:gd name="connsiteX0" fmla="*/ 0 w 1987826"/>
                <a:gd name="connsiteY0" fmla="*/ 4678017 h 4678017"/>
                <a:gd name="connsiteX1" fmla="*/ 1987826 w 1987826"/>
                <a:gd name="connsiteY1" fmla="*/ 0 h 4678017"/>
                <a:gd name="connsiteX2" fmla="*/ 1378226 w 1987826"/>
                <a:gd name="connsiteY2" fmla="*/ 3498574 h 4678017"/>
                <a:gd name="connsiteX3" fmla="*/ 0 w 1987826"/>
                <a:gd name="connsiteY3" fmla="*/ 4678017 h 4678017"/>
                <a:gd name="connsiteX0" fmla="*/ 0 w 1987826"/>
                <a:gd name="connsiteY0" fmla="*/ 4678017 h 4678017"/>
                <a:gd name="connsiteX1" fmla="*/ 1987826 w 1987826"/>
                <a:gd name="connsiteY1" fmla="*/ 0 h 4678017"/>
                <a:gd name="connsiteX2" fmla="*/ 1378226 w 1987826"/>
                <a:gd name="connsiteY2" fmla="*/ 3498574 h 4678017"/>
                <a:gd name="connsiteX3" fmla="*/ 0 w 1987826"/>
                <a:gd name="connsiteY3" fmla="*/ 4678017 h 4678017"/>
                <a:gd name="connsiteX0" fmla="*/ 425525 w 2413351"/>
                <a:gd name="connsiteY0" fmla="*/ 4678017 h 4678017"/>
                <a:gd name="connsiteX1" fmla="*/ 2413351 w 2413351"/>
                <a:gd name="connsiteY1" fmla="*/ 0 h 4678017"/>
                <a:gd name="connsiteX2" fmla="*/ 1803751 w 2413351"/>
                <a:gd name="connsiteY2" fmla="*/ 3498574 h 4678017"/>
                <a:gd name="connsiteX3" fmla="*/ 425525 w 2413351"/>
                <a:gd name="connsiteY3" fmla="*/ 4678017 h 4678017"/>
                <a:gd name="connsiteX0" fmla="*/ 425525 w 2413351"/>
                <a:gd name="connsiteY0" fmla="*/ 4717774 h 4717774"/>
                <a:gd name="connsiteX1" fmla="*/ 2413351 w 2413351"/>
                <a:gd name="connsiteY1" fmla="*/ 0 h 4717774"/>
                <a:gd name="connsiteX2" fmla="*/ 1803751 w 2413351"/>
                <a:gd name="connsiteY2" fmla="*/ 3538331 h 4717774"/>
                <a:gd name="connsiteX3" fmla="*/ 425525 w 2413351"/>
                <a:gd name="connsiteY3" fmla="*/ 4717774 h 4717774"/>
                <a:gd name="connsiteX0" fmla="*/ 359151 w 2346977"/>
                <a:gd name="connsiteY0" fmla="*/ 4717774 h 4717774"/>
                <a:gd name="connsiteX1" fmla="*/ 2346977 w 2346977"/>
                <a:gd name="connsiteY1" fmla="*/ 0 h 4717774"/>
                <a:gd name="connsiteX2" fmla="*/ 1737377 w 2346977"/>
                <a:gd name="connsiteY2" fmla="*/ 3538331 h 4717774"/>
                <a:gd name="connsiteX3" fmla="*/ 359151 w 2346977"/>
                <a:gd name="connsiteY3" fmla="*/ 4717774 h 4717774"/>
                <a:gd name="connsiteX0" fmla="*/ 433231 w 2421057"/>
                <a:gd name="connsiteY0" fmla="*/ 4717774 h 4717774"/>
                <a:gd name="connsiteX1" fmla="*/ 2421057 w 2421057"/>
                <a:gd name="connsiteY1" fmla="*/ 0 h 4717774"/>
                <a:gd name="connsiteX2" fmla="*/ 1811457 w 2421057"/>
                <a:gd name="connsiteY2" fmla="*/ 3538331 h 4717774"/>
                <a:gd name="connsiteX3" fmla="*/ 433231 w 2421057"/>
                <a:gd name="connsiteY3" fmla="*/ 4717774 h 4717774"/>
                <a:gd name="connsiteX0" fmla="*/ 403059 w 2390885"/>
                <a:gd name="connsiteY0" fmla="*/ 4717774 h 4717774"/>
                <a:gd name="connsiteX1" fmla="*/ 2390885 w 2390885"/>
                <a:gd name="connsiteY1" fmla="*/ 0 h 4717774"/>
                <a:gd name="connsiteX2" fmla="*/ 1781285 w 2390885"/>
                <a:gd name="connsiteY2" fmla="*/ 3538331 h 4717774"/>
                <a:gd name="connsiteX3" fmla="*/ 403059 w 2390885"/>
                <a:gd name="connsiteY3" fmla="*/ 4717774 h 4717774"/>
                <a:gd name="connsiteX0" fmla="*/ 444722 w 2432548"/>
                <a:gd name="connsiteY0" fmla="*/ 4717774 h 4717774"/>
                <a:gd name="connsiteX1" fmla="*/ 2432548 w 2432548"/>
                <a:gd name="connsiteY1" fmla="*/ 0 h 4717774"/>
                <a:gd name="connsiteX2" fmla="*/ 1822948 w 2432548"/>
                <a:gd name="connsiteY2" fmla="*/ 3538331 h 4717774"/>
                <a:gd name="connsiteX3" fmla="*/ 444722 w 2432548"/>
                <a:gd name="connsiteY3" fmla="*/ 4717774 h 4717774"/>
                <a:gd name="connsiteX0" fmla="*/ 444722 w 2432548"/>
                <a:gd name="connsiteY0" fmla="*/ 4717774 h 4717774"/>
                <a:gd name="connsiteX1" fmla="*/ 2432548 w 2432548"/>
                <a:gd name="connsiteY1" fmla="*/ 0 h 4717774"/>
                <a:gd name="connsiteX2" fmla="*/ 444722 w 2432548"/>
                <a:gd name="connsiteY2" fmla="*/ 4717774 h 4717774"/>
                <a:gd name="connsiteX0" fmla="*/ 444722 w 2432548"/>
                <a:gd name="connsiteY0" fmla="*/ 4717774 h 4717774"/>
                <a:gd name="connsiteX1" fmla="*/ 2432548 w 2432548"/>
                <a:gd name="connsiteY1" fmla="*/ 0 h 4717774"/>
                <a:gd name="connsiteX2" fmla="*/ 444722 w 2432548"/>
                <a:gd name="connsiteY2" fmla="*/ 4717774 h 4717774"/>
                <a:gd name="connsiteX0" fmla="*/ 444722 w 2432548"/>
                <a:gd name="connsiteY0" fmla="*/ 4717774 h 4717774"/>
                <a:gd name="connsiteX1" fmla="*/ 2432548 w 2432548"/>
                <a:gd name="connsiteY1" fmla="*/ 0 h 4717774"/>
                <a:gd name="connsiteX2" fmla="*/ 444722 w 2432548"/>
                <a:gd name="connsiteY2" fmla="*/ 4717774 h 4717774"/>
                <a:gd name="connsiteX0" fmla="*/ 444722 w 2432548"/>
                <a:gd name="connsiteY0" fmla="*/ 4717774 h 4717774"/>
                <a:gd name="connsiteX1" fmla="*/ 2432548 w 2432548"/>
                <a:gd name="connsiteY1" fmla="*/ 0 h 4717774"/>
                <a:gd name="connsiteX2" fmla="*/ 444722 w 2432548"/>
                <a:gd name="connsiteY2" fmla="*/ 4717774 h 4717774"/>
                <a:gd name="connsiteX0" fmla="*/ 487518 w 2475344"/>
                <a:gd name="connsiteY0" fmla="*/ 4717774 h 4717774"/>
                <a:gd name="connsiteX1" fmla="*/ 2475344 w 2475344"/>
                <a:gd name="connsiteY1" fmla="*/ 0 h 4717774"/>
                <a:gd name="connsiteX2" fmla="*/ 487518 w 2475344"/>
                <a:gd name="connsiteY2" fmla="*/ 4717774 h 4717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75344" h="4717774">
                  <a:moveTo>
                    <a:pt x="487518" y="4717774"/>
                  </a:moveTo>
                  <a:cubicBezTo>
                    <a:pt x="-996724" y="3290956"/>
                    <a:pt x="1269457" y="840024"/>
                    <a:pt x="2475344" y="0"/>
                  </a:cubicBezTo>
                  <a:cubicBezTo>
                    <a:pt x="2011517" y="1691861"/>
                    <a:pt x="487518" y="4139097"/>
                    <a:pt x="487518" y="4717774"/>
                  </a:cubicBezTo>
                  <a:close/>
                </a:path>
              </a:pathLst>
            </a:custGeom>
            <a:grp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07B83E10-CA05-180E-2D91-A002703A6022}"/>
                </a:ext>
              </a:extLst>
            </p:cNvPr>
            <p:cNvSpPr/>
            <p:nvPr/>
          </p:nvSpPr>
          <p:spPr>
            <a:xfrm rot="18647713">
              <a:off x="3143147" y="2131899"/>
              <a:ext cx="6033466" cy="2190710"/>
            </a:xfrm>
            <a:prstGeom prst="ellipse">
              <a:avLst/>
            </a:prstGeom>
            <a:grp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" name="Rectangle: Rounded Corners 63">
              <a:extLst>
                <a:ext uri="{FF2B5EF4-FFF2-40B4-BE49-F238E27FC236}">
                  <a16:creationId xmlns:a16="http://schemas.microsoft.com/office/drawing/2014/main" id="{917409B3-4A6B-C8D4-0E81-26265BD7AB19}"/>
                </a:ext>
              </a:extLst>
            </p:cNvPr>
            <p:cNvSpPr/>
            <p:nvPr/>
          </p:nvSpPr>
          <p:spPr>
            <a:xfrm rot="18650045">
              <a:off x="7886742" y="892374"/>
              <a:ext cx="294183" cy="355696"/>
            </a:xfrm>
            <a:prstGeom prst="roundRect">
              <a:avLst>
                <a:gd name="adj" fmla="val 39928"/>
              </a:avLst>
            </a:prstGeom>
            <a:grpFill/>
            <a:ln w="571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DF226142-81DE-4621-EFFA-B3C5BB7BDD34}"/>
                </a:ext>
              </a:extLst>
            </p:cNvPr>
            <p:cNvGrpSpPr/>
            <p:nvPr/>
          </p:nvGrpSpPr>
          <p:grpSpPr>
            <a:xfrm>
              <a:off x="4959605" y="1287906"/>
              <a:ext cx="3339699" cy="4358789"/>
              <a:chOff x="4334694" y="1134312"/>
              <a:chExt cx="3339699" cy="4358789"/>
            </a:xfrm>
            <a:grpFill/>
          </p:grpSpPr>
          <p:sp>
            <p:nvSpPr>
              <p:cNvPr id="107" name="Rectangle: Top Corners Rounded 106">
                <a:extLst>
                  <a:ext uri="{FF2B5EF4-FFF2-40B4-BE49-F238E27FC236}">
                    <a16:creationId xmlns:a16="http://schemas.microsoft.com/office/drawing/2014/main" id="{D36E37D4-3DD9-CCF6-E5F0-DDFC6D7E77AA}"/>
                  </a:ext>
                </a:extLst>
              </p:cNvPr>
              <p:cNvSpPr/>
              <p:nvPr/>
            </p:nvSpPr>
            <p:spPr>
              <a:xfrm rot="18815053">
                <a:off x="4343619" y="4884822"/>
                <a:ext cx="599354" cy="617204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8" name="Rectangle: Rounded Corners 107">
                <a:extLst>
                  <a:ext uri="{FF2B5EF4-FFF2-40B4-BE49-F238E27FC236}">
                    <a16:creationId xmlns:a16="http://schemas.microsoft.com/office/drawing/2014/main" id="{E4783700-6CC0-3224-CFE7-6731FAE6378F}"/>
                  </a:ext>
                </a:extLst>
              </p:cNvPr>
              <p:cNvSpPr/>
              <p:nvPr/>
            </p:nvSpPr>
            <p:spPr>
              <a:xfrm rot="18650045">
                <a:off x="7052261" y="1698216"/>
                <a:ext cx="366782" cy="443475"/>
              </a:xfrm>
              <a:prstGeom prst="roundRect">
                <a:avLst>
                  <a:gd name="adj" fmla="val 39928"/>
                </a:avLst>
              </a:pr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9" name="Rectangle: Rounded Corners 108">
                <a:extLst>
                  <a:ext uri="{FF2B5EF4-FFF2-40B4-BE49-F238E27FC236}">
                    <a16:creationId xmlns:a16="http://schemas.microsoft.com/office/drawing/2014/main" id="{E6F8797F-DD6C-3E2F-4D18-927797427333}"/>
                  </a:ext>
                </a:extLst>
              </p:cNvPr>
              <p:cNvSpPr/>
              <p:nvPr/>
            </p:nvSpPr>
            <p:spPr>
              <a:xfrm rot="18650045">
                <a:off x="6762704" y="2022389"/>
                <a:ext cx="462868" cy="559653"/>
              </a:xfrm>
              <a:prstGeom prst="roundRect">
                <a:avLst>
                  <a:gd name="adj" fmla="val 39928"/>
                </a:avLst>
              </a:pr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0" name="Rectangle: Rounded Corners 109">
                <a:extLst>
                  <a:ext uri="{FF2B5EF4-FFF2-40B4-BE49-F238E27FC236}">
                    <a16:creationId xmlns:a16="http://schemas.microsoft.com/office/drawing/2014/main" id="{636620E4-7034-E06A-2200-3BD9197BD23F}"/>
                  </a:ext>
                </a:extLst>
              </p:cNvPr>
              <p:cNvSpPr/>
              <p:nvPr/>
            </p:nvSpPr>
            <p:spPr>
              <a:xfrm rot="18650045">
                <a:off x="7349453" y="1103556"/>
                <a:ext cx="294183" cy="355696"/>
              </a:xfrm>
              <a:prstGeom prst="roundRect">
                <a:avLst>
                  <a:gd name="adj" fmla="val 39928"/>
                </a:avLst>
              </a:pr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1" name="Rectangle: Rounded Corners 110">
                <a:extLst>
                  <a:ext uri="{FF2B5EF4-FFF2-40B4-BE49-F238E27FC236}">
                    <a16:creationId xmlns:a16="http://schemas.microsoft.com/office/drawing/2014/main" id="{810C0809-EC59-34CD-BB5C-7615D386531F}"/>
                  </a:ext>
                </a:extLst>
              </p:cNvPr>
              <p:cNvSpPr/>
              <p:nvPr/>
            </p:nvSpPr>
            <p:spPr>
              <a:xfrm rot="18650045">
                <a:off x="7247660" y="1413704"/>
                <a:ext cx="322524" cy="389963"/>
              </a:xfrm>
              <a:prstGeom prst="roundRect">
                <a:avLst>
                  <a:gd name="adj" fmla="val 39928"/>
                </a:avLst>
              </a:pr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2" name="Rectangle: Rounded Corners 111">
                <a:extLst>
                  <a:ext uri="{FF2B5EF4-FFF2-40B4-BE49-F238E27FC236}">
                    <a16:creationId xmlns:a16="http://schemas.microsoft.com/office/drawing/2014/main" id="{B6FA5548-45E4-3FB4-9645-0EEE0B39296E}"/>
                  </a:ext>
                </a:extLst>
              </p:cNvPr>
              <p:cNvSpPr/>
              <p:nvPr/>
            </p:nvSpPr>
            <p:spPr>
              <a:xfrm rot="18650045">
                <a:off x="6564910" y="2392181"/>
                <a:ext cx="462868" cy="559653"/>
              </a:xfrm>
              <a:prstGeom prst="roundRect">
                <a:avLst>
                  <a:gd name="adj" fmla="val 39928"/>
                </a:avLst>
              </a:pr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3" name="Rectangle: Rounded Corners 112">
                <a:extLst>
                  <a:ext uri="{FF2B5EF4-FFF2-40B4-BE49-F238E27FC236}">
                    <a16:creationId xmlns:a16="http://schemas.microsoft.com/office/drawing/2014/main" id="{1F8704C6-714B-E20B-A30F-01021AB14090}"/>
                  </a:ext>
                </a:extLst>
              </p:cNvPr>
              <p:cNvSpPr/>
              <p:nvPr/>
            </p:nvSpPr>
            <p:spPr>
              <a:xfrm rot="18650045">
                <a:off x="6277848" y="2755211"/>
                <a:ext cx="462868" cy="559653"/>
              </a:xfrm>
              <a:prstGeom prst="roundRect">
                <a:avLst>
                  <a:gd name="adj" fmla="val 39928"/>
                </a:avLst>
              </a:pr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4" name="Rectangle: Rounded Corners 113">
                <a:extLst>
                  <a:ext uri="{FF2B5EF4-FFF2-40B4-BE49-F238E27FC236}">
                    <a16:creationId xmlns:a16="http://schemas.microsoft.com/office/drawing/2014/main" id="{D7CE9389-DFEA-9C9D-4CFA-8659A921810B}"/>
                  </a:ext>
                </a:extLst>
              </p:cNvPr>
              <p:cNvSpPr/>
              <p:nvPr/>
            </p:nvSpPr>
            <p:spPr>
              <a:xfrm rot="18650045">
                <a:off x="5954679" y="3088812"/>
                <a:ext cx="462868" cy="559653"/>
              </a:xfrm>
              <a:prstGeom prst="roundRect">
                <a:avLst>
                  <a:gd name="adj" fmla="val 39928"/>
                </a:avLst>
              </a:pr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5" name="Rectangle: Rounded Corners 114">
                <a:extLst>
                  <a:ext uri="{FF2B5EF4-FFF2-40B4-BE49-F238E27FC236}">
                    <a16:creationId xmlns:a16="http://schemas.microsoft.com/office/drawing/2014/main" id="{C49612F0-8E1E-07FD-9361-E603E0B61D25}"/>
                  </a:ext>
                </a:extLst>
              </p:cNvPr>
              <p:cNvSpPr/>
              <p:nvPr/>
            </p:nvSpPr>
            <p:spPr>
              <a:xfrm rot="18650045">
                <a:off x="5610061" y="3397958"/>
                <a:ext cx="516687" cy="624725"/>
              </a:xfrm>
              <a:prstGeom prst="roundRect">
                <a:avLst>
                  <a:gd name="adj" fmla="val 39928"/>
                </a:avLst>
              </a:pr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6" name="Rectangle: Rounded Corners 115">
                <a:extLst>
                  <a:ext uri="{FF2B5EF4-FFF2-40B4-BE49-F238E27FC236}">
                    <a16:creationId xmlns:a16="http://schemas.microsoft.com/office/drawing/2014/main" id="{000648CA-F705-7EB1-3DDB-733015CAC558}"/>
                  </a:ext>
                </a:extLst>
              </p:cNvPr>
              <p:cNvSpPr/>
              <p:nvPr/>
            </p:nvSpPr>
            <p:spPr>
              <a:xfrm rot="18650045">
                <a:off x="5264380" y="3725011"/>
                <a:ext cx="541692" cy="654959"/>
              </a:xfrm>
              <a:prstGeom prst="roundRect">
                <a:avLst>
                  <a:gd name="adj" fmla="val 39928"/>
                </a:avLst>
              </a:pr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7" name="Rectangle: Rounded Corners 116">
                <a:extLst>
                  <a:ext uri="{FF2B5EF4-FFF2-40B4-BE49-F238E27FC236}">
                    <a16:creationId xmlns:a16="http://schemas.microsoft.com/office/drawing/2014/main" id="{4ADFF3C6-595E-566D-EE52-A4A5EB95F5F7}"/>
                  </a:ext>
                </a:extLst>
              </p:cNvPr>
              <p:cNvSpPr/>
              <p:nvPr/>
            </p:nvSpPr>
            <p:spPr>
              <a:xfrm rot="18650045">
                <a:off x="4973485" y="4152402"/>
                <a:ext cx="486162" cy="587818"/>
              </a:xfrm>
              <a:prstGeom prst="roundRect">
                <a:avLst>
                  <a:gd name="adj" fmla="val 39928"/>
                </a:avLst>
              </a:pr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66" name="Rectangle: Top Corners Rounded 65">
              <a:extLst>
                <a:ext uri="{FF2B5EF4-FFF2-40B4-BE49-F238E27FC236}">
                  <a16:creationId xmlns:a16="http://schemas.microsoft.com/office/drawing/2014/main" id="{2779D133-DE85-044F-BE74-B2300B744189}"/>
                </a:ext>
              </a:extLst>
            </p:cNvPr>
            <p:cNvSpPr/>
            <p:nvPr/>
          </p:nvSpPr>
          <p:spPr>
            <a:xfrm rot="13174175">
              <a:off x="3670740" y="5362657"/>
              <a:ext cx="876982" cy="523446"/>
            </a:xfrm>
            <a:prstGeom prst="round2SameRect">
              <a:avLst>
                <a:gd name="adj1" fmla="val 41042"/>
                <a:gd name="adj2" fmla="val 0"/>
              </a:avLst>
            </a:prstGeom>
            <a:grp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7" name="Rectangle: Rounded Corners 66">
              <a:extLst>
                <a:ext uri="{FF2B5EF4-FFF2-40B4-BE49-F238E27FC236}">
                  <a16:creationId xmlns:a16="http://schemas.microsoft.com/office/drawing/2014/main" id="{6055C5A1-75BA-1C81-341F-6A3ADB242620}"/>
                </a:ext>
              </a:extLst>
            </p:cNvPr>
            <p:cNvSpPr/>
            <p:nvPr/>
          </p:nvSpPr>
          <p:spPr>
            <a:xfrm rot="18650045">
              <a:off x="7575277" y="873083"/>
              <a:ext cx="294183" cy="355696"/>
            </a:xfrm>
            <a:prstGeom prst="roundRect">
              <a:avLst>
                <a:gd name="adj" fmla="val 39928"/>
              </a:avLst>
            </a:prstGeom>
            <a:grpFill/>
            <a:ln w="571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170BDB30-5BA0-BA44-4FD5-2162A6CEBC3B}"/>
                </a:ext>
              </a:extLst>
            </p:cNvPr>
            <p:cNvGrpSpPr/>
            <p:nvPr/>
          </p:nvGrpSpPr>
          <p:grpSpPr>
            <a:xfrm>
              <a:off x="4201724" y="953463"/>
              <a:ext cx="3384431" cy="3801272"/>
              <a:chOff x="4839712" y="1481364"/>
              <a:chExt cx="3384431" cy="3801272"/>
            </a:xfrm>
            <a:grpFill/>
          </p:grpSpPr>
          <p:sp>
            <p:nvSpPr>
              <p:cNvPr id="96" name="Rectangle: Top Corners Rounded 95">
                <a:extLst>
                  <a:ext uri="{FF2B5EF4-FFF2-40B4-BE49-F238E27FC236}">
                    <a16:creationId xmlns:a16="http://schemas.microsoft.com/office/drawing/2014/main" id="{B6CB63C4-C2CC-6417-1811-57CE0356A443}"/>
                  </a:ext>
                </a:extLst>
              </p:cNvPr>
              <p:cNvSpPr/>
              <p:nvPr/>
            </p:nvSpPr>
            <p:spPr>
              <a:xfrm rot="18815053">
                <a:off x="4848637" y="4674357"/>
                <a:ext cx="599354" cy="617204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7" name="Rectangle: Rounded Corners 96">
                <a:extLst>
                  <a:ext uri="{FF2B5EF4-FFF2-40B4-BE49-F238E27FC236}">
                    <a16:creationId xmlns:a16="http://schemas.microsoft.com/office/drawing/2014/main" id="{7C1F44A8-875D-D03F-6E80-E49705ED19DD}"/>
                  </a:ext>
                </a:extLst>
              </p:cNvPr>
              <p:cNvSpPr/>
              <p:nvPr/>
            </p:nvSpPr>
            <p:spPr>
              <a:xfrm rot="18650045">
                <a:off x="7300656" y="1797169"/>
                <a:ext cx="366782" cy="443475"/>
              </a:xfrm>
              <a:prstGeom prst="roundRect">
                <a:avLst>
                  <a:gd name="adj" fmla="val 39928"/>
                </a:avLst>
              </a:pr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8" name="Rectangle: Rounded Corners 97">
                <a:extLst>
                  <a:ext uri="{FF2B5EF4-FFF2-40B4-BE49-F238E27FC236}">
                    <a16:creationId xmlns:a16="http://schemas.microsoft.com/office/drawing/2014/main" id="{F4F30BE0-FF5B-2EA7-7C67-BE8B5F830300}"/>
                  </a:ext>
                </a:extLst>
              </p:cNvPr>
              <p:cNvSpPr/>
              <p:nvPr/>
            </p:nvSpPr>
            <p:spPr>
              <a:xfrm rot="18650045">
                <a:off x="6933072" y="2012405"/>
                <a:ext cx="462868" cy="589506"/>
              </a:xfrm>
              <a:prstGeom prst="roundRect">
                <a:avLst>
                  <a:gd name="adj" fmla="val 39928"/>
                </a:avLst>
              </a:pr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9" name="Rectangle: Rounded Corners 98">
                <a:extLst>
                  <a:ext uri="{FF2B5EF4-FFF2-40B4-BE49-F238E27FC236}">
                    <a16:creationId xmlns:a16="http://schemas.microsoft.com/office/drawing/2014/main" id="{28F9F447-25F5-376F-5026-91EFBA52132C}"/>
                  </a:ext>
                </a:extLst>
              </p:cNvPr>
              <p:cNvSpPr/>
              <p:nvPr/>
            </p:nvSpPr>
            <p:spPr>
              <a:xfrm rot="18650045">
                <a:off x="7899203" y="1450608"/>
                <a:ext cx="294183" cy="355696"/>
              </a:xfrm>
              <a:prstGeom prst="roundRect">
                <a:avLst>
                  <a:gd name="adj" fmla="val 39928"/>
                </a:avLst>
              </a:pr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0" name="Rectangle: Rounded Corners 99">
                <a:extLst>
                  <a:ext uri="{FF2B5EF4-FFF2-40B4-BE49-F238E27FC236}">
                    <a16:creationId xmlns:a16="http://schemas.microsoft.com/office/drawing/2014/main" id="{C696B068-56B2-F968-3278-D23DE8E21A4B}"/>
                  </a:ext>
                </a:extLst>
              </p:cNvPr>
              <p:cNvSpPr/>
              <p:nvPr/>
            </p:nvSpPr>
            <p:spPr>
              <a:xfrm rot="18650045">
                <a:off x="7594282" y="1592335"/>
                <a:ext cx="322524" cy="389963"/>
              </a:xfrm>
              <a:prstGeom prst="roundRect">
                <a:avLst>
                  <a:gd name="adj" fmla="val 39928"/>
                </a:avLst>
              </a:pr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1" name="Rectangle: Rounded Corners 100">
                <a:extLst>
                  <a:ext uri="{FF2B5EF4-FFF2-40B4-BE49-F238E27FC236}">
                    <a16:creationId xmlns:a16="http://schemas.microsoft.com/office/drawing/2014/main" id="{0B29249B-03EF-774D-532B-1A945CB25619}"/>
                  </a:ext>
                </a:extLst>
              </p:cNvPr>
              <p:cNvSpPr/>
              <p:nvPr/>
            </p:nvSpPr>
            <p:spPr>
              <a:xfrm rot="18650045">
                <a:off x="6594361" y="2334449"/>
                <a:ext cx="462868" cy="626791"/>
              </a:xfrm>
              <a:prstGeom prst="roundRect">
                <a:avLst>
                  <a:gd name="adj" fmla="val 39928"/>
                </a:avLst>
              </a:pr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2" name="Rectangle: Rounded Corners 101">
                <a:extLst>
                  <a:ext uri="{FF2B5EF4-FFF2-40B4-BE49-F238E27FC236}">
                    <a16:creationId xmlns:a16="http://schemas.microsoft.com/office/drawing/2014/main" id="{497D43B9-81DC-9B84-D00F-7998713866D9}"/>
                  </a:ext>
                </a:extLst>
              </p:cNvPr>
              <p:cNvSpPr/>
              <p:nvPr/>
            </p:nvSpPr>
            <p:spPr>
              <a:xfrm rot="18650045">
                <a:off x="6261830" y="2662286"/>
                <a:ext cx="462868" cy="602735"/>
              </a:xfrm>
              <a:prstGeom prst="roundRect">
                <a:avLst>
                  <a:gd name="adj" fmla="val 39928"/>
                </a:avLst>
              </a:pr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3" name="Rectangle: Rounded Corners 102">
                <a:extLst>
                  <a:ext uri="{FF2B5EF4-FFF2-40B4-BE49-F238E27FC236}">
                    <a16:creationId xmlns:a16="http://schemas.microsoft.com/office/drawing/2014/main" id="{A6902E35-DB1C-4157-7D1F-EE0CDDC83271}"/>
                  </a:ext>
                </a:extLst>
              </p:cNvPr>
              <p:cNvSpPr/>
              <p:nvPr/>
            </p:nvSpPr>
            <p:spPr>
              <a:xfrm rot="18650045">
                <a:off x="5973788" y="3019269"/>
                <a:ext cx="462868" cy="559653"/>
              </a:xfrm>
              <a:prstGeom prst="roundRect">
                <a:avLst>
                  <a:gd name="adj" fmla="val 39928"/>
                </a:avLst>
              </a:pr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4" name="Rectangle: Rounded Corners 103">
                <a:extLst>
                  <a:ext uri="{FF2B5EF4-FFF2-40B4-BE49-F238E27FC236}">
                    <a16:creationId xmlns:a16="http://schemas.microsoft.com/office/drawing/2014/main" id="{63D11643-5445-FC8E-C29A-D1B8C067A111}"/>
                  </a:ext>
                </a:extLst>
              </p:cNvPr>
              <p:cNvSpPr/>
              <p:nvPr/>
            </p:nvSpPr>
            <p:spPr>
              <a:xfrm rot="18650045">
                <a:off x="5629791" y="3349647"/>
                <a:ext cx="516687" cy="624725"/>
              </a:xfrm>
              <a:prstGeom prst="roundRect">
                <a:avLst>
                  <a:gd name="adj" fmla="val 39928"/>
                </a:avLst>
              </a:pr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5" name="Rectangle: Rounded Corners 104">
                <a:extLst>
                  <a:ext uri="{FF2B5EF4-FFF2-40B4-BE49-F238E27FC236}">
                    <a16:creationId xmlns:a16="http://schemas.microsoft.com/office/drawing/2014/main" id="{BF7D704D-7FB2-C30F-3398-B261D9B89F9D}"/>
                  </a:ext>
                </a:extLst>
              </p:cNvPr>
              <p:cNvSpPr/>
              <p:nvPr/>
            </p:nvSpPr>
            <p:spPr>
              <a:xfrm rot="18650045">
                <a:off x="5264380" y="3725011"/>
                <a:ext cx="541692" cy="654959"/>
              </a:xfrm>
              <a:prstGeom prst="roundRect">
                <a:avLst>
                  <a:gd name="adj" fmla="val 39928"/>
                </a:avLst>
              </a:pr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6" name="Rectangle: Rounded Corners 105">
                <a:extLst>
                  <a:ext uri="{FF2B5EF4-FFF2-40B4-BE49-F238E27FC236}">
                    <a16:creationId xmlns:a16="http://schemas.microsoft.com/office/drawing/2014/main" id="{95E5FB14-FE9C-DCFD-0345-0EA47BFA148D}"/>
                  </a:ext>
                </a:extLst>
              </p:cNvPr>
              <p:cNvSpPr/>
              <p:nvPr/>
            </p:nvSpPr>
            <p:spPr>
              <a:xfrm rot="18650045">
                <a:off x="4973485" y="4152402"/>
                <a:ext cx="486162" cy="587818"/>
              </a:xfrm>
              <a:prstGeom prst="roundRect">
                <a:avLst>
                  <a:gd name="adj" fmla="val 39928"/>
                </a:avLst>
              </a:pr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C9A98561-0A4F-1FAD-5006-890B08C00287}"/>
                </a:ext>
              </a:extLst>
            </p:cNvPr>
            <p:cNvGrpSpPr/>
            <p:nvPr/>
          </p:nvGrpSpPr>
          <p:grpSpPr>
            <a:xfrm>
              <a:off x="4041006" y="1199368"/>
              <a:ext cx="3750228" cy="3995745"/>
              <a:chOff x="4334694" y="1497356"/>
              <a:chExt cx="3750228" cy="3995745"/>
            </a:xfrm>
            <a:grpFill/>
          </p:grpSpPr>
          <p:sp>
            <p:nvSpPr>
              <p:cNvPr id="85" name="Rectangle: Top Corners Rounded 84">
                <a:extLst>
                  <a:ext uri="{FF2B5EF4-FFF2-40B4-BE49-F238E27FC236}">
                    <a16:creationId xmlns:a16="http://schemas.microsoft.com/office/drawing/2014/main" id="{9263049C-C6B2-4C98-14D9-377680D2AA88}"/>
                  </a:ext>
                </a:extLst>
              </p:cNvPr>
              <p:cNvSpPr/>
              <p:nvPr/>
            </p:nvSpPr>
            <p:spPr>
              <a:xfrm rot="18815053">
                <a:off x="4343619" y="4884822"/>
                <a:ext cx="599354" cy="617204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6" name="Rectangle: Rounded Corners 85">
                <a:extLst>
                  <a:ext uri="{FF2B5EF4-FFF2-40B4-BE49-F238E27FC236}">
                    <a16:creationId xmlns:a16="http://schemas.microsoft.com/office/drawing/2014/main" id="{3B7DE5C7-4E33-D115-52FC-E37C8F11831C}"/>
                  </a:ext>
                </a:extLst>
              </p:cNvPr>
              <p:cNvSpPr/>
              <p:nvPr/>
            </p:nvSpPr>
            <p:spPr>
              <a:xfrm rot="18650045">
                <a:off x="7210776" y="1806903"/>
                <a:ext cx="366782" cy="443475"/>
              </a:xfrm>
              <a:prstGeom prst="roundRect">
                <a:avLst>
                  <a:gd name="adj" fmla="val 39928"/>
                </a:avLst>
              </a:pr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7" name="Rectangle: Rounded Corners 86">
                <a:extLst>
                  <a:ext uri="{FF2B5EF4-FFF2-40B4-BE49-F238E27FC236}">
                    <a16:creationId xmlns:a16="http://schemas.microsoft.com/office/drawing/2014/main" id="{EE416986-28F6-5972-0677-8EE50BE4F0C8}"/>
                  </a:ext>
                </a:extLst>
              </p:cNvPr>
              <p:cNvSpPr/>
              <p:nvPr/>
            </p:nvSpPr>
            <p:spPr>
              <a:xfrm rot="18650045">
                <a:off x="6877869" y="2065175"/>
                <a:ext cx="462868" cy="559653"/>
              </a:xfrm>
              <a:prstGeom prst="roundRect">
                <a:avLst>
                  <a:gd name="adj" fmla="val 39928"/>
                </a:avLst>
              </a:pr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8" name="Rectangle: Rounded Corners 87">
                <a:extLst>
                  <a:ext uri="{FF2B5EF4-FFF2-40B4-BE49-F238E27FC236}">
                    <a16:creationId xmlns:a16="http://schemas.microsoft.com/office/drawing/2014/main" id="{83F0CD1F-7D78-4476-424B-16F8F656BB58}"/>
                  </a:ext>
                </a:extLst>
              </p:cNvPr>
              <p:cNvSpPr/>
              <p:nvPr/>
            </p:nvSpPr>
            <p:spPr>
              <a:xfrm rot="18650045">
                <a:off x="7759982" y="1466600"/>
                <a:ext cx="294183" cy="355696"/>
              </a:xfrm>
              <a:prstGeom prst="roundRect">
                <a:avLst>
                  <a:gd name="adj" fmla="val 39928"/>
                </a:avLst>
              </a:pr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9" name="Rectangle: Rounded Corners 88">
                <a:extLst>
                  <a:ext uri="{FF2B5EF4-FFF2-40B4-BE49-F238E27FC236}">
                    <a16:creationId xmlns:a16="http://schemas.microsoft.com/office/drawing/2014/main" id="{C8173201-B332-C3D0-E237-64BD597A7659}"/>
                  </a:ext>
                </a:extLst>
              </p:cNvPr>
              <p:cNvSpPr/>
              <p:nvPr/>
            </p:nvSpPr>
            <p:spPr>
              <a:xfrm rot="18650045">
                <a:off x="7562962" y="1678277"/>
                <a:ext cx="322524" cy="389963"/>
              </a:xfrm>
              <a:prstGeom prst="roundRect">
                <a:avLst>
                  <a:gd name="adj" fmla="val 39928"/>
                </a:avLst>
              </a:pr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0" name="Rectangle: Rounded Corners 89">
                <a:extLst>
                  <a:ext uri="{FF2B5EF4-FFF2-40B4-BE49-F238E27FC236}">
                    <a16:creationId xmlns:a16="http://schemas.microsoft.com/office/drawing/2014/main" id="{6E8878B3-08D2-FB0E-B34F-F1BEF5196946}"/>
                  </a:ext>
                </a:extLst>
              </p:cNvPr>
              <p:cNvSpPr/>
              <p:nvPr/>
            </p:nvSpPr>
            <p:spPr>
              <a:xfrm rot="18650045">
                <a:off x="6591785" y="2446383"/>
                <a:ext cx="462868" cy="559653"/>
              </a:xfrm>
              <a:prstGeom prst="roundRect">
                <a:avLst>
                  <a:gd name="adj" fmla="val 39928"/>
                </a:avLst>
              </a:pr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1" name="Rectangle: Rounded Corners 90">
                <a:extLst>
                  <a:ext uri="{FF2B5EF4-FFF2-40B4-BE49-F238E27FC236}">
                    <a16:creationId xmlns:a16="http://schemas.microsoft.com/office/drawing/2014/main" id="{3CE26608-81D5-52CA-B34C-FB972752393A}"/>
                  </a:ext>
                </a:extLst>
              </p:cNvPr>
              <p:cNvSpPr/>
              <p:nvPr/>
            </p:nvSpPr>
            <p:spPr>
              <a:xfrm rot="18650045">
                <a:off x="6277848" y="2755211"/>
                <a:ext cx="462868" cy="559653"/>
              </a:xfrm>
              <a:prstGeom prst="roundRect">
                <a:avLst>
                  <a:gd name="adj" fmla="val 39928"/>
                </a:avLst>
              </a:pr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2" name="Rectangle: Rounded Corners 91">
                <a:extLst>
                  <a:ext uri="{FF2B5EF4-FFF2-40B4-BE49-F238E27FC236}">
                    <a16:creationId xmlns:a16="http://schemas.microsoft.com/office/drawing/2014/main" id="{C735D7CA-1522-55A9-E34A-6A4FEE3F6744}"/>
                  </a:ext>
                </a:extLst>
              </p:cNvPr>
              <p:cNvSpPr/>
              <p:nvPr/>
            </p:nvSpPr>
            <p:spPr>
              <a:xfrm rot="18650045">
                <a:off x="5954679" y="3088812"/>
                <a:ext cx="462868" cy="559653"/>
              </a:xfrm>
              <a:prstGeom prst="roundRect">
                <a:avLst>
                  <a:gd name="adj" fmla="val 39928"/>
                </a:avLst>
              </a:pr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3" name="Rectangle: Rounded Corners 92">
                <a:extLst>
                  <a:ext uri="{FF2B5EF4-FFF2-40B4-BE49-F238E27FC236}">
                    <a16:creationId xmlns:a16="http://schemas.microsoft.com/office/drawing/2014/main" id="{18D59C97-86E8-053D-4550-6D56EB853A4E}"/>
                  </a:ext>
                </a:extLst>
              </p:cNvPr>
              <p:cNvSpPr/>
              <p:nvPr/>
            </p:nvSpPr>
            <p:spPr>
              <a:xfrm rot="18650045">
                <a:off x="5610061" y="3397958"/>
                <a:ext cx="516687" cy="624725"/>
              </a:xfrm>
              <a:prstGeom prst="roundRect">
                <a:avLst>
                  <a:gd name="adj" fmla="val 39928"/>
                </a:avLst>
              </a:pr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4" name="Rectangle: Rounded Corners 93">
                <a:extLst>
                  <a:ext uri="{FF2B5EF4-FFF2-40B4-BE49-F238E27FC236}">
                    <a16:creationId xmlns:a16="http://schemas.microsoft.com/office/drawing/2014/main" id="{BFEECBB1-F5CF-5B8C-77CA-3C74326F62E4}"/>
                  </a:ext>
                </a:extLst>
              </p:cNvPr>
              <p:cNvSpPr/>
              <p:nvPr/>
            </p:nvSpPr>
            <p:spPr>
              <a:xfrm rot="18650045">
                <a:off x="5264380" y="3725011"/>
                <a:ext cx="541692" cy="654959"/>
              </a:xfrm>
              <a:prstGeom prst="roundRect">
                <a:avLst>
                  <a:gd name="adj" fmla="val 39928"/>
                </a:avLst>
              </a:pr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5" name="Rectangle: Rounded Corners 94">
                <a:extLst>
                  <a:ext uri="{FF2B5EF4-FFF2-40B4-BE49-F238E27FC236}">
                    <a16:creationId xmlns:a16="http://schemas.microsoft.com/office/drawing/2014/main" id="{0A483D39-F018-5151-7B2A-53D75586F053}"/>
                  </a:ext>
                </a:extLst>
              </p:cNvPr>
              <p:cNvSpPr/>
              <p:nvPr/>
            </p:nvSpPr>
            <p:spPr>
              <a:xfrm rot="18650045">
                <a:off x="4973485" y="4152402"/>
                <a:ext cx="486162" cy="587818"/>
              </a:xfrm>
              <a:prstGeom prst="roundRect">
                <a:avLst>
                  <a:gd name="adj" fmla="val 39928"/>
                </a:avLst>
              </a:pr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D2ED1DDF-1F52-C7DA-E90C-14785E2F1642}"/>
                </a:ext>
              </a:extLst>
            </p:cNvPr>
            <p:cNvGrpSpPr/>
            <p:nvPr/>
          </p:nvGrpSpPr>
          <p:grpSpPr>
            <a:xfrm>
              <a:off x="4510326" y="1208770"/>
              <a:ext cx="3634921" cy="4206067"/>
              <a:chOff x="4334694" y="1287034"/>
              <a:chExt cx="3634921" cy="4206067"/>
            </a:xfrm>
            <a:grpFill/>
          </p:grpSpPr>
          <p:sp>
            <p:nvSpPr>
              <p:cNvPr id="74" name="Rectangle: Top Corners Rounded 73">
                <a:extLst>
                  <a:ext uri="{FF2B5EF4-FFF2-40B4-BE49-F238E27FC236}">
                    <a16:creationId xmlns:a16="http://schemas.microsoft.com/office/drawing/2014/main" id="{D871EAE5-9D59-F8B6-71B7-32AA25EBD2B6}"/>
                  </a:ext>
                </a:extLst>
              </p:cNvPr>
              <p:cNvSpPr/>
              <p:nvPr/>
            </p:nvSpPr>
            <p:spPr>
              <a:xfrm rot="18815053">
                <a:off x="4343619" y="4884822"/>
                <a:ext cx="599354" cy="617204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5" name="Rectangle: Rounded Corners 74">
                <a:extLst>
                  <a:ext uri="{FF2B5EF4-FFF2-40B4-BE49-F238E27FC236}">
                    <a16:creationId xmlns:a16="http://schemas.microsoft.com/office/drawing/2014/main" id="{2A230680-6ABC-73B6-DC94-32018CF3E80F}"/>
                  </a:ext>
                </a:extLst>
              </p:cNvPr>
              <p:cNvSpPr/>
              <p:nvPr/>
            </p:nvSpPr>
            <p:spPr>
              <a:xfrm rot="18650045">
                <a:off x="7157774" y="1752484"/>
                <a:ext cx="463900" cy="518106"/>
              </a:xfrm>
              <a:prstGeom prst="roundRect">
                <a:avLst>
                  <a:gd name="adj" fmla="val 39928"/>
                </a:avLst>
              </a:pr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6" name="Rectangle: Rounded Corners 75">
                <a:extLst>
                  <a:ext uri="{FF2B5EF4-FFF2-40B4-BE49-F238E27FC236}">
                    <a16:creationId xmlns:a16="http://schemas.microsoft.com/office/drawing/2014/main" id="{BCC0BD9B-2066-3119-319A-7E90525FA991}"/>
                  </a:ext>
                </a:extLst>
              </p:cNvPr>
              <p:cNvSpPr/>
              <p:nvPr/>
            </p:nvSpPr>
            <p:spPr>
              <a:xfrm rot="18650045">
                <a:off x="6877869" y="2065175"/>
                <a:ext cx="462868" cy="559653"/>
              </a:xfrm>
              <a:prstGeom prst="roundRect">
                <a:avLst>
                  <a:gd name="adj" fmla="val 39928"/>
                </a:avLst>
              </a:pr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7" name="Rectangle: Rounded Corners 76">
                <a:extLst>
                  <a:ext uri="{FF2B5EF4-FFF2-40B4-BE49-F238E27FC236}">
                    <a16:creationId xmlns:a16="http://schemas.microsoft.com/office/drawing/2014/main" id="{2D191609-715C-BE97-CB0F-58D631532098}"/>
                  </a:ext>
                </a:extLst>
              </p:cNvPr>
              <p:cNvSpPr/>
              <p:nvPr/>
            </p:nvSpPr>
            <p:spPr>
              <a:xfrm rot="18650045">
                <a:off x="7644675" y="1256278"/>
                <a:ext cx="294183" cy="355696"/>
              </a:xfrm>
              <a:prstGeom prst="roundRect">
                <a:avLst>
                  <a:gd name="adj" fmla="val 39928"/>
                </a:avLst>
              </a:pr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8" name="Rectangle: Rounded Corners 77">
                <a:extLst>
                  <a:ext uri="{FF2B5EF4-FFF2-40B4-BE49-F238E27FC236}">
                    <a16:creationId xmlns:a16="http://schemas.microsoft.com/office/drawing/2014/main" id="{22A7AE41-5EDB-5C75-27AE-19DF71A93AEE}"/>
                  </a:ext>
                </a:extLst>
              </p:cNvPr>
              <p:cNvSpPr/>
              <p:nvPr/>
            </p:nvSpPr>
            <p:spPr>
              <a:xfrm rot="18650045">
                <a:off x="7517786" y="1520578"/>
                <a:ext cx="322524" cy="389963"/>
              </a:xfrm>
              <a:prstGeom prst="roundRect">
                <a:avLst>
                  <a:gd name="adj" fmla="val 39928"/>
                </a:avLst>
              </a:pr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9" name="Rectangle: Rounded Corners 78">
                <a:extLst>
                  <a:ext uri="{FF2B5EF4-FFF2-40B4-BE49-F238E27FC236}">
                    <a16:creationId xmlns:a16="http://schemas.microsoft.com/office/drawing/2014/main" id="{1330D025-4546-CE7D-228E-604D6094D410}"/>
                  </a:ext>
                </a:extLst>
              </p:cNvPr>
              <p:cNvSpPr/>
              <p:nvPr/>
            </p:nvSpPr>
            <p:spPr>
              <a:xfrm rot="18650045">
                <a:off x="6559016" y="2374754"/>
                <a:ext cx="518014" cy="621046"/>
              </a:xfrm>
              <a:prstGeom prst="roundRect">
                <a:avLst>
                  <a:gd name="adj" fmla="val 39928"/>
                </a:avLst>
              </a:pr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0" name="Rectangle: Rounded Corners 79">
                <a:extLst>
                  <a:ext uri="{FF2B5EF4-FFF2-40B4-BE49-F238E27FC236}">
                    <a16:creationId xmlns:a16="http://schemas.microsoft.com/office/drawing/2014/main" id="{C9A064A5-CE8B-B43D-CF48-9FCBEB982A8B}"/>
                  </a:ext>
                </a:extLst>
              </p:cNvPr>
              <p:cNvSpPr/>
              <p:nvPr/>
            </p:nvSpPr>
            <p:spPr>
              <a:xfrm rot="18650045">
                <a:off x="6277848" y="2755211"/>
                <a:ext cx="462868" cy="559653"/>
              </a:xfrm>
              <a:prstGeom prst="roundRect">
                <a:avLst>
                  <a:gd name="adj" fmla="val 39928"/>
                </a:avLst>
              </a:pr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1" name="Rectangle: Rounded Corners 80">
                <a:extLst>
                  <a:ext uri="{FF2B5EF4-FFF2-40B4-BE49-F238E27FC236}">
                    <a16:creationId xmlns:a16="http://schemas.microsoft.com/office/drawing/2014/main" id="{C11CCA88-B778-AB08-7790-1DC46A89FC37}"/>
                  </a:ext>
                </a:extLst>
              </p:cNvPr>
              <p:cNvSpPr/>
              <p:nvPr/>
            </p:nvSpPr>
            <p:spPr>
              <a:xfrm rot="18650045">
                <a:off x="5954679" y="3088812"/>
                <a:ext cx="462868" cy="559653"/>
              </a:xfrm>
              <a:prstGeom prst="roundRect">
                <a:avLst>
                  <a:gd name="adj" fmla="val 39928"/>
                </a:avLst>
              </a:pr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2" name="Rectangle: Rounded Corners 81">
                <a:extLst>
                  <a:ext uri="{FF2B5EF4-FFF2-40B4-BE49-F238E27FC236}">
                    <a16:creationId xmlns:a16="http://schemas.microsoft.com/office/drawing/2014/main" id="{78D521CA-E01A-407B-9D85-847E47F15665}"/>
                  </a:ext>
                </a:extLst>
              </p:cNvPr>
              <p:cNvSpPr/>
              <p:nvPr/>
            </p:nvSpPr>
            <p:spPr>
              <a:xfrm rot="18650045">
                <a:off x="5610061" y="3397958"/>
                <a:ext cx="516687" cy="624725"/>
              </a:xfrm>
              <a:prstGeom prst="roundRect">
                <a:avLst>
                  <a:gd name="adj" fmla="val 39928"/>
                </a:avLst>
              </a:pr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3" name="Rectangle: Rounded Corners 82">
                <a:extLst>
                  <a:ext uri="{FF2B5EF4-FFF2-40B4-BE49-F238E27FC236}">
                    <a16:creationId xmlns:a16="http://schemas.microsoft.com/office/drawing/2014/main" id="{66DB483E-418C-D6DE-E508-2BC78805EA78}"/>
                  </a:ext>
                </a:extLst>
              </p:cNvPr>
              <p:cNvSpPr/>
              <p:nvPr/>
            </p:nvSpPr>
            <p:spPr>
              <a:xfrm rot="18650045">
                <a:off x="5264380" y="3725011"/>
                <a:ext cx="541692" cy="654959"/>
              </a:xfrm>
              <a:prstGeom prst="roundRect">
                <a:avLst>
                  <a:gd name="adj" fmla="val 39928"/>
                </a:avLst>
              </a:pr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4" name="Rectangle: Rounded Corners 83">
                <a:extLst>
                  <a:ext uri="{FF2B5EF4-FFF2-40B4-BE49-F238E27FC236}">
                    <a16:creationId xmlns:a16="http://schemas.microsoft.com/office/drawing/2014/main" id="{2D555C94-EE85-1C33-F527-C6CD1480AA55}"/>
                  </a:ext>
                </a:extLst>
              </p:cNvPr>
              <p:cNvSpPr/>
              <p:nvPr/>
            </p:nvSpPr>
            <p:spPr>
              <a:xfrm rot="18650045">
                <a:off x="4973485" y="4152402"/>
                <a:ext cx="486162" cy="587818"/>
              </a:xfrm>
              <a:prstGeom prst="roundRect">
                <a:avLst>
                  <a:gd name="adj" fmla="val 39928"/>
                </a:avLst>
              </a:prstGeom>
              <a:grp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CB490C1F-3DCB-441F-BF5D-9BC5284067E8}"/>
                </a:ext>
              </a:extLst>
            </p:cNvPr>
            <p:cNvSpPr/>
            <p:nvPr/>
          </p:nvSpPr>
          <p:spPr>
            <a:xfrm rot="18650045">
              <a:off x="4604201" y="4445047"/>
              <a:ext cx="669630" cy="632667"/>
            </a:xfrm>
            <a:prstGeom prst="roundRect">
              <a:avLst>
                <a:gd name="adj" fmla="val 39928"/>
              </a:avLst>
            </a:prstGeom>
            <a:grpFill/>
            <a:ln w="571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2" name="Rectangle 2">
              <a:extLst>
                <a:ext uri="{FF2B5EF4-FFF2-40B4-BE49-F238E27FC236}">
                  <a16:creationId xmlns:a16="http://schemas.microsoft.com/office/drawing/2014/main" id="{4E51AE4E-8EC8-F720-17A0-BFE03FBE455A}"/>
                </a:ext>
              </a:extLst>
            </p:cNvPr>
            <p:cNvSpPr/>
            <p:nvPr/>
          </p:nvSpPr>
          <p:spPr>
            <a:xfrm rot="4921055" flipH="1">
              <a:off x="4973898" y="1708942"/>
              <a:ext cx="2893845" cy="4942858"/>
            </a:xfrm>
            <a:custGeom>
              <a:avLst/>
              <a:gdLst>
                <a:gd name="connsiteX0" fmla="*/ 0 w 1073426"/>
                <a:gd name="connsiteY0" fmla="*/ 0 h 2676939"/>
                <a:gd name="connsiteX1" fmla="*/ 1073426 w 1073426"/>
                <a:gd name="connsiteY1" fmla="*/ 0 h 2676939"/>
                <a:gd name="connsiteX2" fmla="*/ 1073426 w 1073426"/>
                <a:gd name="connsiteY2" fmla="*/ 2676939 h 2676939"/>
                <a:gd name="connsiteX3" fmla="*/ 0 w 1073426"/>
                <a:gd name="connsiteY3" fmla="*/ 2676939 h 2676939"/>
                <a:gd name="connsiteX4" fmla="*/ 0 w 1073426"/>
                <a:gd name="connsiteY4" fmla="*/ 0 h 2676939"/>
                <a:gd name="connsiteX0" fmla="*/ 0 w 1683026"/>
                <a:gd name="connsiteY0" fmla="*/ 821635 h 3498574"/>
                <a:gd name="connsiteX1" fmla="*/ 1683026 w 1683026"/>
                <a:gd name="connsiteY1" fmla="*/ 0 h 3498574"/>
                <a:gd name="connsiteX2" fmla="*/ 1073426 w 1683026"/>
                <a:gd name="connsiteY2" fmla="*/ 3498574 h 3498574"/>
                <a:gd name="connsiteX3" fmla="*/ 0 w 1683026"/>
                <a:gd name="connsiteY3" fmla="*/ 3498574 h 3498574"/>
                <a:gd name="connsiteX4" fmla="*/ 0 w 1683026"/>
                <a:gd name="connsiteY4" fmla="*/ 821635 h 3498574"/>
                <a:gd name="connsiteX0" fmla="*/ 304800 w 1987826"/>
                <a:gd name="connsiteY0" fmla="*/ 821635 h 4678017"/>
                <a:gd name="connsiteX1" fmla="*/ 1987826 w 1987826"/>
                <a:gd name="connsiteY1" fmla="*/ 0 h 4678017"/>
                <a:gd name="connsiteX2" fmla="*/ 1378226 w 1987826"/>
                <a:gd name="connsiteY2" fmla="*/ 3498574 h 4678017"/>
                <a:gd name="connsiteX3" fmla="*/ 0 w 1987826"/>
                <a:gd name="connsiteY3" fmla="*/ 4678017 h 4678017"/>
                <a:gd name="connsiteX4" fmla="*/ 304800 w 1987826"/>
                <a:gd name="connsiteY4" fmla="*/ 821635 h 4678017"/>
                <a:gd name="connsiteX0" fmla="*/ 0 w 2332382"/>
                <a:gd name="connsiteY0" fmla="*/ 3776870 h 4678017"/>
                <a:gd name="connsiteX1" fmla="*/ 2332382 w 2332382"/>
                <a:gd name="connsiteY1" fmla="*/ 0 h 4678017"/>
                <a:gd name="connsiteX2" fmla="*/ 1722782 w 2332382"/>
                <a:gd name="connsiteY2" fmla="*/ 3498574 h 4678017"/>
                <a:gd name="connsiteX3" fmla="*/ 344556 w 2332382"/>
                <a:gd name="connsiteY3" fmla="*/ 4678017 h 4678017"/>
                <a:gd name="connsiteX4" fmla="*/ 0 w 2332382"/>
                <a:gd name="connsiteY4" fmla="*/ 3776870 h 4678017"/>
                <a:gd name="connsiteX0" fmla="*/ 0 w 1987826"/>
                <a:gd name="connsiteY0" fmla="*/ 4678017 h 4678017"/>
                <a:gd name="connsiteX1" fmla="*/ 1987826 w 1987826"/>
                <a:gd name="connsiteY1" fmla="*/ 0 h 4678017"/>
                <a:gd name="connsiteX2" fmla="*/ 1378226 w 1987826"/>
                <a:gd name="connsiteY2" fmla="*/ 3498574 h 4678017"/>
                <a:gd name="connsiteX3" fmla="*/ 0 w 1987826"/>
                <a:gd name="connsiteY3" fmla="*/ 4678017 h 4678017"/>
                <a:gd name="connsiteX0" fmla="*/ 0 w 1987826"/>
                <a:gd name="connsiteY0" fmla="*/ 4678017 h 4678017"/>
                <a:gd name="connsiteX1" fmla="*/ 1987826 w 1987826"/>
                <a:gd name="connsiteY1" fmla="*/ 0 h 4678017"/>
                <a:gd name="connsiteX2" fmla="*/ 1378226 w 1987826"/>
                <a:gd name="connsiteY2" fmla="*/ 3498574 h 4678017"/>
                <a:gd name="connsiteX3" fmla="*/ 0 w 1987826"/>
                <a:gd name="connsiteY3" fmla="*/ 4678017 h 4678017"/>
                <a:gd name="connsiteX0" fmla="*/ 425525 w 2413351"/>
                <a:gd name="connsiteY0" fmla="*/ 4678017 h 4678017"/>
                <a:gd name="connsiteX1" fmla="*/ 2413351 w 2413351"/>
                <a:gd name="connsiteY1" fmla="*/ 0 h 4678017"/>
                <a:gd name="connsiteX2" fmla="*/ 1803751 w 2413351"/>
                <a:gd name="connsiteY2" fmla="*/ 3498574 h 4678017"/>
                <a:gd name="connsiteX3" fmla="*/ 425525 w 2413351"/>
                <a:gd name="connsiteY3" fmla="*/ 4678017 h 4678017"/>
                <a:gd name="connsiteX0" fmla="*/ 425525 w 2413351"/>
                <a:gd name="connsiteY0" fmla="*/ 4717774 h 4717774"/>
                <a:gd name="connsiteX1" fmla="*/ 2413351 w 2413351"/>
                <a:gd name="connsiteY1" fmla="*/ 0 h 4717774"/>
                <a:gd name="connsiteX2" fmla="*/ 1803751 w 2413351"/>
                <a:gd name="connsiteY2" fmla="*/ 3538331 h 4717774"/>
                <a:gd name="connsiteX3" fmla="*/ 425525 w 2413351"/>
                <a:gd name="connsiteY3" fmla="*/ 4717774 h 4717774"/>
                <a:gd name="connsiteX0" fmla="*/ 359151 w 2346977"/>
                <a:gd name="connsiteY0" fmla="*/ 4717774 h 4717774"/>
                <a:gd name="connsiteX1" fmla="*/ 2346977 w 2346977"/>
                <a:gd name="connsiteY1" fmla="*/ 0 h 4717774"/>
                <a:gd name="connsiteX2" fmla="*/ 1737377 w 2346977"/>
                <a:gd name="connsiteY2" fmla="*/ 3538331 h 4717774"/>
                <a:gd name="connsiteX3" fmla="*/ 359151 w 2346977"/>
                <a:gd name="connsiteY3" fmla="*/ 4717774 h 4717774"/>
                <a:gd name="connsiteX0" fmla="*/ 433231 w 2421057"/>
                <a:gd name="connsiteY0" fmla="*/ 4717774 h 4717774"/>
                <a:gd name="connsiteX1" fmla="*/ 2421057 w 2421057"/>
                <a:gd name="connsiteY1" fmla="*/ 0 h 4717774"/>
                <a:gd name="connsiteX2" fmla="*/ 1811457 w 2421057"/>
                <a:gd name="connsiteY2" fmla="*/ 3538331 h 4717774"/>
                <a:gd name="connsiteX3" fmla="*/ 433231 w 2421057"/>
                <a:gd name="connsiteY3" fmla="*/ 4717774 h 4717774"/>
                <a:gd name="connsiteX0" fmla="*/ 403059 w 2390885"/>
                <a:gd name="connsiteY0" fmla="*/ 4717774 h 4717774"/>
                <a:gd name="connsiteX1" fmla="*/ 2390885 w 2390885"/>
                <a:gd name="connsiteY1" fmla="*/ 0 h 4717774"/>
                <a:gd name="connsiteX2" fmla="*/ 1781285 w 2390885"/>
                <a:gd name="connsiteY2" fmla="*/ 3538331 h 4717774"/>
                <a:gd name="connsiteX3" fmla="*/ 403059 w 2390885"/>
                <a:gd name="connsiteY3" fmla="*/ 4717774 h 4717774"/>
                <a:gd name="connsiteX0" fmla="*/ 444722 w 2432548"/>
                <a:gd name="connsiteY0" fmla="*/ 4717774 h 4717774"/>
                <a:gd name="connsiteX1" fmla="*/ 2432548 w 2432548"/>
                <a:gd name="connsiteY1" fmla="*/ 0 h 4717774"/>
                <a:gd name="connsiteX2" fmla="*/ 1822948 w 2432548"/>
                <a:gd name="connsiteY2" fmla="*/ 3538331 h 4717774"/>
                <a:gd name="connsiteX3" fmla="*/ 444722 w 2432548"/>
                <a:gd name="connsiteY3" fmla="*/ 4717774 h 4717774"/>
                <a:gd name="connsiteX0" fmla="*/ 444722 w 2432548"/>
                <a:gd name="connsiteY0" fmla="*/ 4717774 h 4717774"/>
                <a:gd name="connsiteX1" fmla="*/ 2432548 w 2432548"/>
                <a:gd name="connsiteY1" fmla="*/ 0 h 4717774"/>
                <a:gd name="connsiteX2" fmla="*/ 444722 w 2432548"/>
                <a:gd name="connsiteY2" fmla="*/ 4717774 h 4717774"/>
                <a:gd name="connsiteX0" fmla="*/ 444722 w 2432548"/>
                <a:gd name="connsiteY0" fmla="*/ 4717774 h 4717774"/>
                <a:gd name="connsiteX1" fmla="*/ 2432548 w 2432548"/>
                <a:gd name="connsiteY1" fmla="*/ 0 h 4717774"/>
                <a:gd name="connsiteX2" fmla="*/ 444722 w 2432548"/>
                <a:gd name="connsiteY2" fmla="*/ 4717774 h 4717774"/>
                <a:gd name="connsiteX0" fmla="*/ 444722 w 2432548"/>
                <a:gd name="connsiteY0" fmla="*/ 4717774 h 4717774"/>
                <a:gd name="connsiteX1" fmla="*/ 2432548 w 2432548"/>
                <a:gd name="connsiteY1" fmla="*/ 0 h 4717774"/>
                <a:gd name="connsiteX2" fmla="*/ 444722 w 2432548"/>
                <a:gd name="connsiteY2" fmla="*/ 4717774 h 4717774"/>
                <a:gd name="connsiteX0" fmla="*/ 444722 w 2432548"/>
                <a:gd name="connsiteY0" fmla="*/ 4717774 h 4717774"/>
                <a:gd name="connsiteX1" fmla="*/ 2432548 w 2432548"/>
                <a:gd name="connsiteY1" fmla="*/ 0 h 4717774"/>
                <a:gd name="connsiteX2" fmla="*/ 444722 w 2432548"/>
                <a:gd name="connsiteY2" fmla="*/ 4717774 h 4717774"/>
                <a:gd name="connsiteX0" fmla="*/ 392183 w 2890237"/>
                <a:gd name="connsiteY0" fmla="*/ 4896377 h 4896377"/>
                <a:gd name="connsiteX1" fmla="*/ 2890237 w 2890237"/>
                <a:gd name="connsiteY1" fmla="*/ 0 h 4896377"/>
                <a:gd name="connsiteX2" fmla="*/ 392183 w 2890237"/>
                <a:gd name="connsiteY2" fmla="*/ 4896377 h 4896377"/>
                <a:gd name="connsiteX0" fmla="*/ 392183 w 2890237"/>
                <a:gd name="connsiteY0" fmla="*/ 4896377 h 4896377"/>
                <a:gd name="connsiteX1" fmla="*/ 2890237 w 2890237"/>
                <a:gd name="connsiteY1" fmla="*/ 0 h 4896377"/>
                <a:gd name="connsiteX2" fmla="*/ 392183 w 2890237"/>
                <a:gd name="connsiteY2" fmla="*/ 4896377 h 4896377"/>
                <a:gd name="connsiteX0" fmla="*/ 392183 w 2890237"/>
                <a:gd name="connsiteY0" fmla="*/ 4896377 h 4896377"/>
                <a:gd name="connsiteX1" fmla="*/ 2890237 w 2890237"/>
                <a:gd name="connsiteY1" fmla="*/ 0 h 4896377"/>
                <a:gd name="connsiteX2" fmla="*/ 392183 w 2890237"/>
                <a:gd name="connsiteY2" fmla="*/ 4896377 h 4896377"/>
                <a:gd name="connsiteX0" fmla="*/ 392183 w 2890237"/>
                <a:gd name="connsiteY0" fmla="*/ 4896377 h 4896377"/>
                <a:gd name="connsiteX1" fmla="*/ 2890237 w 2890237"/>
                <a:gd name="connsiteY1" fmla="*/ 0 h 4896377"/>
                <a:gd name="connsiteX2" fmla="*/ 392183 w 2890237"/>
                <a:gd name="connsiteY2" fmla="*/ 4896377 h 4896377"/>
                <a:gd name="connsiteX0" fmla="*/ 397880 w 2834291"/>
                <a:gd name="connsiteY0" fmla="*/ 4942858 h 4942858"/>
                <a:gd name="connsiteX1" fmla="*/ 2834291 w 2834291"/>
                <a:gd name="connsiteY1" fmla="*/ 0 h 4942858"/>
                <a:gd name="connsiteX2" fmla="*/ 397880 w 2834291"/>
                <a:gd name="connsiteY2" fmla="*/ 4942858 h 4942858"/>
                <a:gd name="connsiteX0" fmla="*/ 457434 w 2893845"/>
                <a:gd name="connsiteY0" fmla="*/ 4942858 h 4942858"/>
                <a:gd name="connsiteX1" fmla="*/ 2893845 w 2893845"/>
                <a:gd name="connsiteY1" fmla="*/ 0 h 4942858"/>
                <a:gd name="connsiteX2" fmla="*/ 457434 w 2893845"/>
                <a:gd name="connsiteY2" fmla="*/ 4942858 h 4942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93845" h="4942858">
                  <a:moveTo>
                    <a:pt x="457434" y="4942858"/>
                  </a:moveTo>
                  <a:cubicBezTo>
                    <a:pt x="-1184706" y="3372806"/>
                    <a:pt x="2058959" y="962991"/>
                    <a:pt x="2893845" y="0"/>
                  </a:cubicBezTo>
                  <a:cubicBezTo>
                    <a:pt x="2398584" y="799685"/>
                    <a:pt x="1365688" y="4638274"/>
                    <a:pt x="457434" y="4942858"/>
                  </a:cubicBezTo>
                  <a:close/>
                </a:path>
              </a:pathLst>
            </a:custGeom>
            <a:grp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3" name="Rectangle 2">
              <a:extLst>
                <a:ext uri="{FF2B5EF4-FFF2-40B4-BE49-F238E27FC236}">
                  <a16:creationId xmlns:a16="http://schemas.microsoft.com/office/drawing/2014/main" id="{6BD841AE-B241-80B8-3A6B-CD525353F371}"/>
                </a:ext>
              </a:extLst>
            </p:cNvPr>
            <p:cNvSpPr/>
            <p:nvPr/>
          </p:nvSpPr>
          <p:spPr>
            <a:xfrm>
              <a:off x="3689955" y="795130"/>
              <a:ext cx="2432548" cy="4717774"/>
            </a:xfrm>
            <a:custGeom>
              <a:avLst/>
              <a:gdLst>
                <a:gd name="connsiteX0" fmla="*/ 0 w 1073426"/>
                <a:gd name="connsiteY0" fmla="*/ 0 h 2676939"/>
                <a:gd name="connsiteX1" fmla="*/ 1073426 w 1073426"/>
                <a:gd name="connsiteY1" fmla="*/ 0 h 2676939"/>
                <a:gd name="connsiteX2" fmla="*/ 1073426 w 1073426"/>
                <a:gd name="connsiteY2" fmla="*/ 2676939 h 2676939"/>
                <a:gd name="connsiteX3" fmla="*/ 0 w 1073426"/>
                <a:gd name="connsiteY3" fmla="*/ 2676939 h 2676939"/>
                <a:gd name="connsiteX4" fmla="*/ 0 w 1073426"/>
                <a:gd name="connsiteY4" fmla="*/ 0 h 2676939"/>
                <a:gd name="connsiteX0" fmla="*/ 0 w 1683026"/>
                <a:gd name="connsiteY0" fmla="*/ 821635 h 3498574"/>
                <a:gd name="connsiteX1" fmla="*/ 1683026 w 1683026"/>
                <a:gd name="connsiteY1" fmla="*/ 0 h 3498574"/>
                <a:gd name="connsiteX2" fmla="*/ 1073426 w 1683026"/>
                <a:gd name="connsiteY2" fmla="*/ 3498574 h 3498574"/>
                <a:gd name="connsiteX3" fmla="*/ 0 w 1683026"/>
                <a:gd name="connsiteY3" fmla="*/ 3498574 h 3498574"/>
                <a:gd name="connsiteX4" fmla="*/ 0 w 1683026"/>
                <a:gd name="connsiteY4" fmla="*/ 821635 h 3498574"/>
                <a:gd name="connsiteX0" fmla="*/ 304800 w 1987826"/>
                <a:gd name="connsiteY0" fmla="*/ 821635 h 4678017"/>
                <a:gd name="connsiteX1" fmla="*/ 1987826 w 1987826"/>
                <a:gd name="connsiteY1" fmla="*/ 0 h 4678017"/>
                <a:gd name="connsiteX2" fmla="*/ 1378226 w 1987826"/>
                <a:gd name="connsiteY2" fmla="*/ 3498574 h 4678017"/>
                <a:gd name="connsiteX3" fmla="*/ 0 w 1987826"/>
                <a:gd name="connsiteY3" fmla="*/ 4678017 h 4678017"/>
                <a:gd name="connsiteX4" fmla="*/ 304800 w 1987826"/>
                <a:gd name="connsiteY4" fmla="*/ 821635 h 4678017"/>
                <a:gd name="connsiteX0" fmla="*/ 0 w 2332382"/>
                <a:gd name="connsiteY0" fmla="*/ 3776870 h 4678017"/>
                <a:gd name="connsiteX1" fmla="*/ 2332382 w 2332382"/>
                <a:gd name="connsiteY1" fmla="*/ 0 h 4678017"/>
                <a:gd name="connsiteX2" fmla="*/ 1722782 w 2332382"/>
                <a:gd name="connsiteY2" fmla="*/ 3498574 h 4678017"/>
                <a:gd name="connsiteX3" fmla="*/ 344556 w 2332382"/>
                <a:gd name="connsiteY3" fmla="*/ 4678017 h 4678017"/>
                <a:gd name="connsiteX4" fmla="*/ 0 w 2332382"/>
                <a:gd name="connsiteY4" fmla="*/ 3776870 h 4678017"/>
                <a:gd name="connsiteX0" fmla="*/ 0 w 1987826"/>
                <a:gd name="connsiteY0" fmla="*/ 4678017 h 4678017"/>
                <a:gd name="connsiteX1" fmla="*/ 1987826 w 1987826"/>
                <a:gd name="connsiteY1" fmla="*/ 0 h 4678017"/>
                <a:gd name="connsiteX2" fmla="*/ 1378226 w 1987826"/>
                <a:gd name="connsiteY2" fmla="*/ 3498574 h 4678017"/>
                <a:gd name="connsiteX3" fmla="*/ 0 w 1987826"/>
                <a:gd name="connsiteY3" fmla="*/ 4678017 h 4678017"/>
                <a:gd name="connsiteX0" fmla="*/ 0 w 1987826"/>
                <a:gd name="connsiteY0" fmla="*/ 4678017 h 4678017"/>
                <a:gd name="connsiteX1" fmla="*/ 1987826 w 1987826"/>
                <a:gd name="connsiteY1" fmla="*/ 0 h 4678017"/>
                <a:gd name="connsiteX2" fmla="*/ 1378226 w 1987826"/>
                <a:gd name="connsiteY2" fmla="*/ 3498574 h 4678017"/>
                <a:gd name="connsiteX3" fmla="*/ 0 w 1987826"/>
                <a:gd name="connsiteY3" fmla="*/ 4678017 h 4678017"/>
                <a:gd name="connsiteX0" fmla="*/ 425525 w 2413351"/>
                <a:gd name="connsiteY0" fmla="*/ 4678017 h 4678017"/>
                <a:gd name="connsiteX1" fmla="*/ 2413351 w 2413351"/>
                <a:gd name="connsiteY1" fmla="*/ 0 h 4678017"/>
                <a:gd name="connsiteX2" fmla="*/ 1803751 w 2413351"/>
                <a:gd name="connsiteY2" fmla="*/ 3498574 h 4678017"/>
                <a:gd name="connsiteX3" fmla="*/ 425525 w 2413351"/>
                <a:gd name="connsiteY3" fmla="*/ 4678017 h 4678017"/>
                <a:gd name="connsiteX0" fmla="*/ 425525 w 2413351"/>
                <a:gd name="connsiteY0" fmla="*/ 4717774 h 4717774"/>
                <a:gd name="connsiteX1" fmla="*/ 2413351 w 2413351"/>
                <a:gd name="connsiteY1" fmla="*/ 0 h 4717774"/>
                <a:gd name="connsiteX2" fmla="*/ 1803751 w 2413351"/>
                <a:gd name="connsiteY2" fmla="*/ 3538331 h 4717774"/>
                <a:gd name="connsiteX3" fmla="*/ 425525 w 2413351"/>
                <a:gd name="connsiteY3" fmla="*/ 4717774 h 4717774"/>
                <a:gd name="connsiteX0" fmla="*/ 359151 w 2346977"/>
                <a:gd name="connsiteY0" fmla="*/ 4717774 h 4717774"/>
                <a:gd name="connsiteX1" fmla="*/ 2346977 w 2346977"/>
                <a:gd name="connsiteY1" fmla="*/ 0 h 4717774"/>
                <a:gd name="connsiteX2" fmla="*/ 1737377 w 2346977"/>
                <a:gd name="connsiteY2" fmla="*/ 3538331 h 4717774"/>
                <a:gd name="connsiteX3" fmla="*/ 359151 w 2346977"/>
                <a:gd name="connsiteY3" fmla="*/ 4717774 h 4717774"/>
                <a:gd name="connsiteX0" fmla="*/ 433231 w 2421057"/>
                <a:gd name="connsiteY0" fmla="*/ 4717774 h 4717774"/>
                <a:gd name="connsiteX1" fmla="*/ 2421057 w 2421057"/>
                <a:gd name="connsiteY1" fmla="*/ 0 h 4717774"/>
                <a:gd name="connsiteX2" fmla="*/ 1811457 w 2421057"/>
                <a:gd name="connsiteY2" fmla="*/ 3538331 h 4717774"/>
                <a:gd name="connsiteX3" fmla="*/ 433231 w 2421057"/>
                <a:gd name="connsiteY3" fmla="*/ 4717774 h 4717774"/>
                <a:gd name="connsiteX0" fmla="*/ 403059 w 2390885"/>
                <a:gd name="connsiteY0" fmla="*/ 4717774 h 4717774"/>
                <a:gd name="connsiteX1" fmla="*/ 2390885 w 2390885"/>
                <a:gd name="connsiteY1" fmla="*/ 0 h 4717774"/>
                <a:gd name="connsiteX2" fmla="*/ 1781285 w 2390885"/>
                <a:gd name="connsiteY2" fmla="*/ 3538331 h 4717774"/>
                <a:gd name="connsiteX3" fmla="*/ 403059 w 2390885"/>
                <a:gd name="connsiteY3" fmla="*/ 4717774 h 4717774"/>
                <a:gd name="connsiteX0" fmla="*/ 444722 w 2432548"/>
                <a:gd name="connsiteY0" fmla="*/ 4717774 h 4717774"/>
                <a:gd name="connsiteX1" fmla="*/ 2432548 w 2432548"/>
                <a:gd name="connsiteY1" fmla="*/ 0 h 4717774"/>
                <a:gd name="connsiteX2" fmla="*/ 1822948 w 2432548"/>
                <a:gd name="connsiteY2" fmla="*/ 3538331 h 4717774"/>
                <a:gd name="connsiteX3" fmla="*/ 444722 w 2432548"/>
                <a:gd name="connsiteY3" fmla="*/ 4717774 h 4717774"/>
                <a:gd name="connsiteX0" fmla="*/ 444722 w 2432548"/>
                <a:gd name="connsiteY0" fmla="*/ 4717774 h 4717774"/>
                <a:gd name="connsiteX1" fmla="*/ 2432548 w 2432548"/>
                <a:gd name="connsiteY1" fmla="*/ 0 h 4717774"/>
                <a:gd name="connsiteX2" fmla="*/ 444722 w 2432548"/>
                <a:gd name="connsiteY2" fmla="*/ 4717774 h 4717774"/>
                <a:gd name="connsiteX0" fmla="*/ 444722 w 2432548"/>
                <a:gd name="connsiteY0" fmla="*/ 4717774 h 4717774"/>
                <a:gd name="connsiteX1" fmla="*/ 2432548 w 2432548"/>
                <a:gd name="connsiteY1" fmla="*/ 0 h 4717774"/>
                <a:gd name="connsiteX2" fmla="*/ 444722 w 2432548"/>
                <a:gd name="connsiteY2" fmla="*/ 4717774 h 4717774"/>
                <a:gd name="connsiteX0" fmla="*/ 444722 w 2432548"/>
                <a:gd name="connsiteY0" fmla="*/ 4717774 h 4717774"/>
                <a:gd name="connsiteX1" fmla="*/ 2432548 w 2432548"/>
                <a:gd name="connsiteY1" fmla="*/ 0 h 4717774"/>
                <a:gd name="connsiteX2" fmla="*/ 444722 w 2432548"/>
                <a:gd name="connsiteY2" fmla="*/ 4717774 h 4717774"/>
                <a:gd name="connsiteX0" fmla="*/ 444722 w 2432548"/>
                <a:gd name="connsiteY0" fmla="*/ 4717774 h 4717774"/>
                <a:gd name="connsiteX1" fmla="*/ 2432548 w 2432548"/>
                <a:gd name="connsiteY1" fmla="*/ 0 h 4717774"/>
                <a:gd name="connsiteX2" fmla="*/ 444722 w 2432548"/>
                <a:gd name="connsiteY2" fmla="*/ 4717774 h 4717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32548" h="4717774">
                  <a:moveTo>
                    <a:pt x="444722" y="4717774"/>
                  </a:moveTo>
                  <a:cubicBezTo>
                    <a:pt x="-1039520" y="3290956"/>
                    <a:pt x="1597662" y="962991"/>
                    <a:pt x="2432548" y="0"/>
                  </a:cubicBezTo>
                  <a:cubicBezTo>
                    <a:pt x="1968721" y="1691861"/>
                    <a:pt x="444722" y="4139097"/>
                    <a:pt x="444722" y="4717774"/>
                  </a:cubicBezTo>
                  <a:close/>
                </a:path>
              </a:pathLst>
            </a:custGeom>
            <a:grp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FF938820-8AC3-18E5-E165-A8F2C87FD681}"/>
              </a:ext>
            </a:extLst>
          </p:cNvPr>
          <p:cNvGrpSpPr/>
          <p:nvPr/>
        </p:nvGrpSpPr>
        <p:grpSpPr>
          <a:xfrm>
            <a:off x="5124157" y="127038"/>
            <a:ext cx="6130907" cy="7084276"/>
            <a:chOff x="3670740" y="210521"/>
            <a:chExt cx="5221510" cy="6033466"/>
          </a:xfrm>
        </p:grpSpPr>
        <p:sp>
          <p:nvSpPr>
            <p:cNvPr id="119" name="Rectangle 2">
              <a:extLst>
                <a:ext uri="{FF2B5EF4-FFF2-40B4-BE49-F238E27FC236}">
                  <a16:creationId xmlns:a16="http://schemas.microsoft.com/office/drawing/2014/main" id="{D2F41FEB-AB46-7644-00B6-2BBD74F85B43}"/>
                </a:ext>
              </a:extLst>
            </p:cNvPr>
            <p:cNvSpPr/>
            <p:nvPr/>
          </p:nvSpPr>
          <p:spPr>
            <a:xfrm rot="366346">
              <a:off x="4010078" y="640564"/>
              <a:ext cx="2597868" cy="4717774"/>
            </a:xfrm>
            <a:custGeom>
              <a:avLst/>
              <a:gdLst>
                <a:gd name="connsiteX0" fmla="*/ 0 w 1073426"/>
                <a:gd name="connsiteY0" fmla="*/ 0 h 2676939"/>
                <a:gd name="connsiteX1" fmla="*/ 1073426 w 1073426"/>
                <a:gd name="connsiteY1" fmla="*/ 0 h 2676939"/>
                <a:gd name="connsiteX2" fmla="*/ 1073426 w 1073426"/>
                <a:gd name="connsiteY2" fmla="*/ 2676939 h 2676939"/>
                <a:gd name="connsiteX3" fmla="*/ 0 w 1073426"/>
                <a:gd name="connsiteY3" fmla="*/ 2676939 h 2676939"/>
                <a:gd name="connsiteX4" fmla="*/ 0 w 1073426"/>
                <a:gd name="connsiteY4" fmla="*/ 0 h 2676939"/>
                <a:gd name="connsiteX0" fmla="*/ 0 w 1683026"/>
                <a:gd name="connsiteY0" fmla="*/ 821635 h 3498574"/>
                <a:gd name="connsiteX1" fmla="*/ 1683026 w 1683026"/>
                <a:gd name="connsiteY1" fmla="*/ 0 h 3498574"/>
                <a:gd name="connsiteX2" fmla="*/ 1073426 w 1683026"/>
                <a:gd name="connsiteY2" fmla="*/ 3498574 h 3498574"/>
                <a:gd name="connsiteX3" fmla="*/ 0 w 1683026"/>
                <a:gd name="connsiteY3" fmla="*/ 3498574 h 3498574"/>
                <a:gd name="connsiteX4" fmla="*/ 0 w 1683026"/>
                <a:gd name="connsiteY4" fmla="*/ 821635 h 3498574"/>
                <a:gd name="connsiteX0" fmla="*/ 304800 w 1987826"/>
                <a:gd name="connsiteY0" fmla="*/ 821635 h 4678017"/>
                <a:gd name="connsiteX1" fmla="*/ 1987826 w 1987826"/>
                <a:gd name="connsiteY1" fmla="*/ 0 h 4678017"/>
                <a:gd name="connsiteX2" fmla="*/ 1378226 w 1987826"/>
                <a:gd name="connsiteY2" fmla="*/ 3498574 h 4678017"/>
                <a:gd name="connsiteX3" fmla="*/ 0 w 1987826"/>
                <a:gd name="connsiteY3" fmla="*/ 4678017 h 4678017"/>
                <a:gd name="connsiteX4" fmla="*/ 304800 w 1987826"/>
                <a:gd name="connsiteY4" fmla="*/ 821635 h 4678017"/>
                <a:gd name="connsiteX0" fmla="*/ 0 w 2332382"/>
                <a:gd name="connsiteY0" fmla="*/ 3776870 h 4678017"/>
                <a:gd name="connsiteX1" fmla="*/ 2332382 w 2332382"/>
                <a:gd name="connsiteY1" fmla="*/ 0 h 4678017"/>
                <a:gd name="connsiteX2" fmla="*/ 1722782 w 2332382"/>
                <a:gd name="connsiteY2" fmla="*/ 3498574 h 4678017"/>
                <a:gd name="connsiteX3" fmla="*/ 344556 w 2332382"/>
                <a:gd name="connsiteY3" fmla="*/ 4678017 h 4678017"/>
                <a:gd name="connsiteX4" fmla="*/ 0 w 2332382"/>
                <a:gd name="connsiteY4" fmla="*/ 3776870 h 4678017"/>
                <a:gd name="connsiteX0" fmla="*/ 0 w 1987826"/>
                <a:gd name="connsiteY0" fmla="*/ 4678017 h 4678017"/>
                <a:gd name="connsiteX1" fmla="*/ 1987826 w 1987826"/>
                <a:gd name="connsiteY1" fmla="*/ 0 h 4678017"/>
                <a:gd name="connsiteX2" fmla="*/ 1378226 w 1987826"/>
                <a:gd name="connsiteY2" fmla="*/ 3498574 h 4678017"/>
                <a:gd name="connsiteX3" fmla="*/ 0 w 1987826"/>
                <a:gd name="connsiteY3" fmla="*/ 4678017 h 4678017"/>
                <a:gd name="connsiteX0" fmla="*/ 0 w 1987826"/>
                <a:gd name="connsiteY0" fmla="*/ 4678017 h 4678017"/>
                <a:gd name="connsiteX1" fmla="*/ 1987826 w 1987826"/>
                <a:gd name="connsiteY1" fmla="*/ 0 h 4678017"/>
                <a:gd name="connsiteX2" fmla="*/ 1378226 w 1987826"/>
                <a:gd name="connsiteY2" fmla="*/ 3498574 h 4678017"/>
                <a:gd name="connsiteX3" fmla="*/ 0 w 1987826"/>
                <a:gd name="connsiteY3" fmla="*/ 4678017 h 4678017"/>
                <a:gd name="connsiteX0" fmla="*/ 425525 w 2413351"/>
                <a:gd name="connsiteY0" fmla="*/ 4678017 h 4678017"/>
                <a:gd name="connsiteX1" fmla="*/ 2413351 w 2413351"/>
                <a:gd name="connsiteY1" fmla="*/ 0 h 4678017"/>
                <a:gd name="connsiteX2" fmla="*/ 1803751 w 2413351"/>
                <a:gd name="connsiteY2" fmla="*/ 3498574 h 4678017"/>
                <a:gd name="connsiteX3" fmla="*/ 425525 w 2413351"/>
                <a:gd name="connsiteY3" fmla="*/ 4678017 h 4678017"/>
                <a:gd name="connsiteX0" fmla="*/ 425525 w 2413351"/>
                <a:gd name="connsiteY0" fmla="*/ 4717774 h 4717774"/>
                <a:gd name="connsiteX1" fmla="*/ 2413351 w 2413351"/>
                <a:gd name="connsiteY1" fmla="*/ 0 h 4717774"/>
                <a:gd name="connsiteX2" fmla="*/ 1803751 w 2413351"/>
                <a:gd name="connsiteY2" fmla="*/ 3538331 h 4717774"/>
                <a:gd name="connsiteX3" fmla="*/ 425525 w 2413351"/>
                <a:gd name="connsiteY3" fmla="*/ 4717774 h 4717774"/>
                <a:gd name="connsiteX0" fmla="*/ 359151 w 2346977"/>
                <a:gd name="connsiteY0" fmla="*/ 4717774 h 4717774"/>
                <a:gd name="connsiteX1" fmla="*/ 2346977 w 2346977"/>
                <a:gd name="connsiteY1" fmla="*/ 0 h 4717774"/>
                <a:gd name="connsiteX2" fmla="*/ 1737377 w 2346977"/>
                <a:gd name="connsiteY2" fmla="*/ 3538331 h 4717774"/>
                <a:gd name="connsiteX3" fmla="*/ 359151 w 2346977"/>
                <a:gd name="connsiteY3" fmla="*/ 4717774 h 4717774"/>
                <a:gd name="connsiteX0" fmla="*/ 433231 w 2421057"/>
                <a:gd name="connsiteY0" fmla="*/ 4717774 h 4717774"/>
                <a:gd name="connsiteX1" fmla="*/ 2421057 w 2421057"/>
                <a:gd name="connsiteY1" fmla="*/ 0 h 4717774"/>
                <a:gd name="connsiteX2" fmla="*/ 1811457 w 2421057"/>
                <a:gd name="connsiteY2" fmla="*/ 3538331 h 4717774"/>
                <a:gd name="connsiteX3" fmla="*/ 433231 w 2421057"/>
                <a:gd name="connsiteY3" fmla="*/ 4717774 h 4717774"/>
                <a:gd name="connsiteX0" fmla="*/ 403059 w 2390885"/>
                <a:gd name="connsiteY0" fmla="*/ 4717774 h 4717774"/>
                <a:gd name="connsiteX1" fmla="*/ 2390885 w 2390885"/>
                <a:gd name="connsiteY1" fmla="*/ 0 h 4717774"/>
                <a:gd name="connsiteX2" fmla="*/ 1781285 w 2390885"/>
                <a:gd name="connsiteY2" fmla="*/ 3538331 h 4717774"/>
                <a:gd name="connsiteX3" fmla="*/ 403059 w 2390885"/>
                <a:gd name="connsiteY3" fmla="*/ 4717774 h 4717774"/>
                <a:gd name="connsiteX0" fmla="*/ 444722 w 2432548"/>
                <a:gd name="connsiteY0" fmla="*/ 4717774 h 4717774"/>
                <a:gd name="connsiteX1" fmla="*/ 2432548 w 2432548"/>
                <a:gd name="connsiteY1" fmla="*/ 0 h 4717774"/>
                <a:gd name="connsiteX2" fmla="*/ 1822948 w 2432548"/>
                <a:gd name="connsiteY2" fmla="*/ 3538331 h 4717774"/>
                <a:gd name="connsiteX3" fmla="*/ 444722 w 2432548"/>
                <a:gd name="connsiteY3" fmla="*/ 4717774 h 4717774"/>
                <a:gd name="connsiteX0" fmla="*/ 444722 w 2432548"/>
                <a:gd name="connsiteY0" fmla="*/ 4717774 h 4717774"/>
                <a:gd name="connsiteX1" fmla="*/ 2432548 w 2432548"/>
                <a:gd name="connsiteY1" fmla="*/ 0 h 4717774"/>
                <a:gd name="connsiteX2" fmla="*/ 444722 w 2432548"/>
                <a:gd name="connsiteY2" fmla="*/ 4717774 h 4717774"/>
                <a:gd name="connsiteX0" fmla="*/ 444722 w 2432548"/>
                <a:gd name="connsiteY0" fmla="*/ 4717774 h 4717774"/>
                <a:gd name="connsiteX1" fmla="*/ 2432548 w 2432548"/>
                <a:gd name="connsiteY1" fmla="*/ 0 h 4717774"/>
                <a:gd name="connsiteX2" fmla="*/ 444722 w 2432548"/>
                <a:gd name="connsiteY2" fmla="*/ 4717774 h 4717774"/>
                <a:gd name="connsiteX0" fmla="*/ 444722 w 2432548"/>
                <a:gd name="connsiteY0" fmla="*/ 4717774 h 4717774"/>
                <a:gd name="connsiteX1" fmla="*/ 2432548 w 2432548"/>
                <a:gd name="connsiteY1" fmla="*/ 0 h 4717774"/>
                <a:gd name="connsiteX2" fmla="*/ 444722 w 2432548"/>
                <a:gd name="connsiteY2" fmla="*/ 4717774 h 4717774"/>
                <a:gd name="connsiteX0" fmla="*/ 444722 w 2432548"/>
                <a:gd name="connsiteY0" fmla="*/ 4717774 h 4717774"/>
                <a:gd name="connsiteX1" fmla="*/ 2432548 w 2432548"/>
                <a:gd name="connsiteY1" fmla="*/ 0 h 4717774"/>
                <a:gd name="connsiteX2" fmla="*/ 444722 w 2432548"/>
                <a:gd name="connsiteY2" fmla="*/ 4717774 h 4717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32548" h="4717774">
                  <a:moveTo>
                    <a:pt x="444722" y="4717774"/>
                  </a:moveTo>
                  <a:cubicBezTo>
                    <a:pt x="-1039520" y="3290956"/>
                    <a:pt x="1597662" y="962991"/>
                    <a:pt x="2432548" y="0"/>
                  </a:cubicBezTo>
                  <a:cubicBezTo>
                    <a:pt x="1968721" y="1691861"/>
                    <a:pt x="444722" y="4139097"/>
                    <a:pt x="444722" y="4717774"/>
                  </a:cubicBezTo>
                  <a:close/>
                </a:path>
              </a:pathLst>
            </a:custGeom>
            <a:solidFill>
              <a:srgbClr val="7BC733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0" name="Rectangle 2">
              <a:extLst>
                <a:ext uri="{FF2B5EF4-FFF2-40B4-BE49-F238E27FC236}">
                  <a16:creationId xmlns:a16="http://schemas.microsoft.com/office/drawing/2014/main" id="{0559F93C-2B3C-888A-D3DB-C58D5A38BA61}"/>
                </a:ext>
              </a:extLst>
            </p:cNvPr>
            <p:cNvSpPr/>
            <p:nvPr/>
          </p:nvSpPr>
          <p:spPr>
            <a:xfrm rot="4840614" flipH="1">
              <a:off x="5032551" y="1208718"/>
              <a:ext cx="2643572" cy="4717774"/>
            </a:xfrm>
            <a:custGeom>
              <a:avLst/>
              <a:gdLst>
                <a:gd name="connsiteX0" fmla="*/ 0 w 1073426"/>
                <a:gd name="connsiteY0" fmla="*/ 0 h 2676939"/>
                <a:gd name="connsiteX1" fmla="*/ 1073426 w 1073426"/>
                <a:gd name="connsiteY1" fmla="*/ 0 h 2676939"/>
                <a:gd name="connsiteX2" fmla="*/ 1073426 w 1073426"/>
                <a:gd name="connsiteY2" fmla="*/ 2676939 h 2676939"/>
                <a:gd name="connsiteX3" fmla="*/ 0 w 1073426"/>
                <a:gd name="connsiteY3" fmla="*/ 2676939 h 2676939"/>
                <a:gd name="connsiteX4" fmla="*/ 0 w 1073426"/>
                <a:gd name="connsiteY4" fmla="*/ 0 h 2676939"/>
                <a:gd name="connsiteX0" fmla="*/ 0 w 1683026"/>
                <a:gd name="connsiteY0" fmla="*/ 821635 h 3498574"/>
                <a:gd name="connsiteX1" fmla="*/ 1683026 w 1683026"/>
                <a:gd name="connsiteY1" fmla="*/ 0 h 3498574"/>
                <a:gd name="connsiteX2" fmla="*/ 1073426 w 1683026"/>
                <a:gd name="connsiteY2" fmla="*/ 3498574 h 3498574"/>
                <a:gd name="connsiteX3" fmla="*/ 0 w 1683026"/>
                <a:gd name="connsiteY3" fmla="*/ 3498574 h 3498574"/>
                <a:gd name="connsiteX4" fmla="*/ 0 w 1683026"/>
                <a:gd name="connsiteY4" fmla="*/ 821635 h 3498574"/>
                <a:gd name="connsiteX0" fmla="*/ 304800 w 1987826"/>
                <a:gd name="connsiteY0" fmla="*/ 821635 h 4678017"/>
                <a:gd name="connsiteX1" fmla="*/ 1987826 w 1987826"/>
                <a:gd name="connsiteY1" fmla="*/ 0 h 4678017"/>
                <a:gd name="connsiteX2" fmla="*/ 1378226 w 1987826"/>
                <a:gd name="connsiteY2" fmla="*/ 3498574 h 4678017"/>
                <a:gd name="connsiteX3" fmla="*/ 0 w 1987826"/>
                <a:gd name="connsiteY3" fmla="*/ 4678017 h 4678017"/>
                <a:gd name="connsiteX4" fmla="*/ 304800 w 1987826"/>
                <a:gd name="connsiteY4" fmla="*/ 821635 h 4678017"/>
                <a:gd name="connsiteX0" fmla="*/ 0 w 2332382"/>
                <a:gd name="connsiteY0" fmla="*/ 3776870 h 4678017"/>
                <a:gd name="connsiteX1" fmla="*/ 2332382 w 2332382"/>
                <a:gd name="connsiteY1" fmla="*/ 0 h 4678017"/>
                <a:gd name="connsiteX2" fmla="*/ 1722782 w 2332382"/>
                <a:gd name="connsiteY2" fmla="*/ 3498574 h 4678017"/>
                <a:gd name="connsiteX3" fmla="*/ 344556 w 2332382"/>
                <a:gd name="connsiteY3" fmla="*/ 4678017 h 4678017"/>
                <a:gd name="connsiteX4" fmla="*/ 0 w 2332382"/>
                <a:gd name="connsiteY4" fmla="*/ 3776870 h 4678017"/>
                <a:gd name="connsiteX0" fmla="*/ 0 w 1987826"/>
                <a:gd name="connsiteY0" fmla="*/ 4678017 h 4678017"/>
                <a:gd name="connsiteX1" fmla="*/ 1987826 w 1987826"/>
                <a:gd name="connsiteY1" fmla="*/ 0 h 4678017"/>
                <a:gd name="connsiteX2" fmla="*/ 1378226 w 1987826"/>
                <a:gd name="connsiteY2" fmla="*/ 3498574 h 4678017"/>
                <a:gd name="connsiteX3" fmla="*/ 0 w 1987826"/>
                <a:gd name="connsiteY3" fmla="*/ 4678017 h 4678017"/>
                <a:gd name="connsiteX0" fmla="*/ 0 w 1987826"/>
                <a:gd name="connsiteY0" fmla="*/ 4678017 h 4678017"/>
                <a:gd name="connsiteX1" fmla="*/ 1987826 w 1987826"/>
                <a:gd name="connsiteY1" fmla="*/ 0 h 4678017"/>
                <a:gd name="connsiteX2" fmla="*/ 1378226 w 1987826"/>
                <a:gd name="connsiteY2" fmla="*/ 3498574 h 4678017"/>
                <a:gd name="connsiteX3" fmla="*/ 0 w 1987826"/>
                <a:gd name="connsiteY3" fmla="*/ 4678017 h 4678017"/>
                <a:gd name="connsiteX0" fmla="*/ 425525 w 2413351"/>
                <a:gd name="connsiteY0" fmla="*/ 4678017 h 4678017"/>
                <a:gd name="connsiteX1" fmla="*/ 2413351 w 2413351"/>
                <a:gd name="connsiteY1" fmla="*/ 0 h 4678017"/>
                <a:gd name="connsiteX2" fmla="*/ 1803751 w 2413351"/>
                <a:gd name="connsiteY2" fmla="*/ 3498574 h 4678017"/>
                <a:gd name="connsiteX3" fmla="*/ 425525 w 2413351"/>
                <a:gd name="connsiteY3" fmla="*/ 4678017 h 4678017"/>
                <a:gd name="connsiteX0" fmla="*/ 425525 w 2413351"/>
                <a:gd name="connsiteY0" fmla="*/ 4717774 h 4717774"/>
                <a:gd name="connsiteX1" fmla="*/ 2413351 w 2413351"/>
                <a:gd name="connsiteY1" fmla="*/ 0 h 4717774"/>
                <a:gd name="connsiteX2" fmla="*/ 1803751 w 2413351"/>
                <a:gd name="connsiteY2" fmla="*/ 3538331 h 4717774"/>
                <a:gd name="connsiteX3" fmla="*/ 425525 w 2413351"/>
                <a:gd name="connsiteY3" fmla="*/ 4717774 h 4717774"/>
                <a:gd name="connsiteX0" fmla="*/ 359151 w 2346977"/>
                <a:gd name="connsiteY0" fmla="*/ 4717774 h 4717774"/>
                <a:gd name="connsiteX1" fmla="*/ 2346977 w 2346977"/>
                <a:gd name="connsiteY1" fmla="*/ 0 h 4717774"/>
                <a:gd name="connsiteX2" fmla="*/ 1737377 w 2346977"/>
                <a:gd name="connsiteY2" fmla="*/ 3538331 h 4717774"/>
                <a:gd name="connsiteX3" fmla="*/ 359151 w 2346977"/>
                <a:gd name="connsiteY3" fmla="*/ 4717774 h 4717774"/>
                <a:gd name="connsiteX0" fmla="*/ 433231 w 2421057"/>
                <a:gd name="connsiteY0" fmla="*/ 4717774 h 4717774"/>
                <a:gd name="connsiteX1" fmla="*/ 2421057 w 2421057"/>
                <a:gd name="connsiteY1" fmla="*/ 0 h 4717774"/>
                <a:gd name="connsiteX2" fmla="*/ 1811457 w 2421057"/>
                <a:gd name="connsiteY2" fmla="*/ 3538331 h 4717774"/>
                <a:gd name="connsiteX3" fmla="*/ 433231 w 2421057"/>
                <a:gd name="connsiteY3" fmla="*/ 4717774 h 4717774"/>
                <a:gd name="connsiteX0" fmla="*/ 403059 w 2390885"/>
                <a:gd name="connsiteY0" fmla="*/ 4717774 h 4717774"/>
                <a:gd name="connsiteX1" fmla="*/ 2390885 w 2390885"/>
                <a:gd name="connsiteY1" fmla="*/ 0 h 4717774"/>
                <a:gd name="connsiteX2" fmla="*/ 1781285 w 2390885"/>
                <a:gd name="connsiteY2" fmla="*/ 3538331 h 4717774"/>
                <a:gd name="connsiteX3" fmla="*/ 403059 w 2390885"/>
                <a:gd name="connsiteY3" fmla="*/ 4717774 h 4717774"/>
                <a:gd name="connsiteX0" fmla="*/ 444722 w 2432548"/>
                <a:gd name="connsiteY0" fmla="*/ 4717774 h 4717774"/>
                <a:gd name="connsiteX1" fmla="*/ 2432548 w 2432548"/>
                <a:gd name="connsiteY1" fmla="*/ 0 h 4717774"/>
                <a:gd name="connsiteX2" fmla="*/ 1822948 w 2432548"/>
                <a:gd name="connsiteY2" fmla="*/ 3538331 h 4717774"/>
                <a:gd name="connsiteX3" fmla="*/ 444722 w 2432548"/>
                <a:gd name="connsiteY3" fmla="*/ 4717774 h 4717774"/>
                <a:gd name="connsiteX0" fmla="*/ 444722 w 2432548"/>
                <a:gd name="connsiteY0" fmla="*/ 4717774 h 4717774"/>
                <a:gd name="connsiteX1" fmla="*/ 2432548 w 2432548"/>
                <a:gd name="connsiteY1" fmla="*/ 0 h 4717774"/>
                <a:gd name="connsiteX2" fmla="*/ 444722 w 2432548"/>
                <a:gd name="connsiteY2" fmla="*/ 4717774 h 4717774"/>
                <a:gd name="connsiteX0" fmla="*/ 444722 w 2432548"/>
                <a:gd name="connsiteY0" fmla="*/ 4717774 h 4717774"/>
                <a:gd name="connsiteX1" fmla="*/ 2432548 w 2432548"/>
                <a:gd name="connsiteY1" fmla="*/ 0 h 4717774"/>
                <a:gd name="connsiteX2" fmla="*/ 444722 w 2432548"/>
                <a:gd name="connsiteY2" fmla="*/ 4717774 h 4717774"/>
                <a:gd name="connsiteX0" fmla="*/ 444722 w 2432548"/>
                <a:gd name="connsiteY0" fmla="*/ 4717774 h 4717774"/>
                <a:gd name="connsiteX1" fmla="*/ 2432548 w 2432548"/>
                <a:gd name="connsiteY1" fmla="*/ 0 h 4717774"/>
                <a:gd name="connsiteX2" fmla="*/ 444722 w 2432548"/>
                <a:gd name="connsiteY2" fmla="*/ 4717774 h 4717774"/>
                <a:gd name="connsiteX0" fmla="*/ 444722 w 2432548"/>
                <a:gd name="connsiteY0" fmla="*/ 4717774 h 4717774"/>
                <a:gd name="connsiteX1" fmla="*/ 2432548 w 2432548"/>
                <a:gd name="connsiteY1" fmla="*/ 0 h 4717774"/>
                <a:gd name="connsiteX2" fmla="*/ 444722 w 2432548"/>
                <a:gd name="connsiteY2" fmla="*/ 4717774 h 4717774"/>
                <a:gd name="connsiteX0" fmla="*/ 487518 w 2475344"/>
                <a:gd name="connsiteY0" fmla="*/ 4717774 h 4717774"/>
                <a:gd name="connsiteX1" fmla="*/ 2475344 w 2475344"/>
                <a:gd name="connsiteY1" fmla="*/ 0 h 4717774"/>
                <a:gd name="connsiteX2" fmla="*/ 487518 w 2475344"/>
                <a:gd name="connsiteY2" fmla="*/ 4717774 h 4717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75344" h="4717774">
                  <a:moveTo>
                    <a:pt x="487518" y="4717774"/>
                  </a:moveTo>
                  <a:cubicBezTo>
                    <a:pt x="-996724" y="3290956"/>
                    <a:pt x="1269457" y="840024"/>
                    <a:pt x="2475344" y="0"/>
                  </a:cubicBezTo>
                  <a:cubicBezTo>
                    <a:pt x="2011517" y="1691861"/>
                    <a:pt x="487518" y="4139097"/>
                    <a:pt x="487518" y="4717774"/>
                  </a:cubicBezTo>
                  <a:close/>
                </a:path>
              </a:pathLst>
            </a:custGeom>
            <a:solidFill>
              <a:srgbClr val="7BC733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E717A226-9A21-4769-C09C-0C7DF83B1296}"/>
                </a:ext>
              </a:extLst>
            </p:cNvPr>
            <p:cNvSpPr/>
            <p:nvPr/>
          </p:nvSpPr>
          <p:spPr>
            <a:xfrm rot="18647713">
              <a:off x="3143147" y="2131899"/>
              <a:ext cx="6033466" cy="2190710"/>
            </a:xfrm>
            <a:prstGeom prst="ellipse">
              <a:avLst/>
            </a:prstGeom>
            <a:solidFill>
              <a:srgbClr val="FEAA00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2" name="Rectangle: Rounded Corners 121">
              <a:extLst>
                <a:ext uri="{FF2B5EF4-FFF2-40B4-BE49-F238E27FC236}">
                  <a16:creationId xmlns:a16="http://schemas.microsoft.com/office/drawing/2014/main" id="{69A2FD1C-4242-8A24-2157-AE3E357AC481}"/>
                </a:ext>
              </a:extLst>
            </p:cNvPr>
            <p:cNvSpPr/>
            <p:nvPr/>
          </p:nvSpPr>
          <p:spPr>
            <a:xfrm rot="18650045">
              <a:off x="7886742" y="892374"/>
              <a:ext cx="294183" cy="355696"/>
            </a:xfrm>
            <a:prstGeom prst="roundRect">
              <a:avLst>
                <a:gd name="adj" fmla="val 39928"/>
              </a:avLst>
            </a:prstGeom>
            <a:gradFill>
              <a:gsLst>
                <a:gs pos="0">
                  <a:srgbClr val="4472C4">
                    <a:lumMod val="5000"/>
                    <a:lumOff val="95000"/>
                  </a:srgbClr>
                </a:gs>
                <a:gs pos="26000">
                  <a:srgbClr val="FEAA00"/>
                </a:gs>
              </a:gsLst>
              <a:lin ang="5400000" scaled="1"/>
            </a:gradFill>
            <a:ln w="571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14034926-3A50-ADE3-BEBD-C527B59385F9}"/>
                </a:ext>
              </a:extLst>
            </p:cNvPr>
            <p:cNvGrpSpPr/>
            <p:nvPr/>
          </p:nvGrpSpPr>
          <p:grpSpPr>
            <a:xfrm>
              <a:off x="4959605" y="1287906"/>
              <a:ext cx="3339699" cy="4358789"/>
              <a:chOff x="4334694" y="1134312"/>
              <a:chExt cx="3339699" cy="4358789"/>
            </a:xfrm>
            <a:solidFill>
              <a:srgbClr val="FEAA00"/>
            </a:solidFill>
          </p:grpSpPr>
          <p:sp>
            <p:nvSpPr>
              <p:cNvPr id="165" name="Rectangle: Top Corners Rounded 164">
                <a:extLst>
                  <a:ext uri="{FF2B5EF4-FFF2-40B4-BE49-F238E27FC236}">
                    <a16:creationId xmlns:a16="http://schemas.microsoft.com/office/drawing/2014/main" id="{37470C3A-3F83-38C7-2411-2EED02AAC7B2}"/>
                  </a:ext>
                </a:extLst>
              </p:cNvPr>
              <p:cNvSpPr/>
              <p:nvPr/>
            </p:nvSpPr>
            <p:spPr>
              <a:xfrm rot="18815053">
                <a:off x="4343619" y="4884822"/>
                <a:ext cx="599354" cy="617204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grpFill/>
              <a:ln w="571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6" name="Rectangle: Rounded Corners 165">
                <a:extLst>
                  <a:ext uri="{FF2B5EF4-FFF2-40B4-BE49-F238E27FC236}">
                    <a16:creationId xmlns:a16="http://schemas.microsoft.com/office/drawing/2014/main" id="{1152D713-D113-226B-02F7-317E3E654FBE}"/>
                  </a:ext>
                </a:extLst>
              </p:cNvPr>
              <p:cNvSpPr/>
              <p:nvPr/>
            </p:nvSpPr>
            <p:spPr>
              <a:xfrm rot="18650045">
                <a:off x="7052261" y="1698216"/>
                <a:ext cx="366782" cy="443475"/>
              </a:xfrm>
              <a:prstGeom prst="roundRect">
                <a:avLst>
                  <a:gd name="adj" fmla="val 39928"/>
                </a:avLst>
              </a:prstGeom>
              <a:grpFill/>
              <a:ln w="571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7" name="Rectangle: Rounded Corners 166">
                <a:extLst>
                  <a:ext uri="{FF2B5EF4-FFF2-40B4-BE49-F238E27FC236}">
                    <a16:creationId xmlns:a16="http://schemas.microsoft.com/office/drawing/2014/main" id="{1E79B988-800A-9810-B4D8-70958A7DEDE8}"/>
                  </a:ext>
                </a:extLst>
              </p:cNvPr>
              <p:cNvSpPr/>
              <p:nvPr/>
            </p:nvSpPr>
            <p:spPr>
              <a:xfrm rot="18650045">
                <a:off x="6762704" y="2022389"/>
                <a:ext cx="462868" cy="559653"/>
              </a:xfrm>
              <a:prstGeom prst="roundRect">
                <a:avLst>
                  <a:gd name="adj" fmla="val 39928"/>
                </a:avLst>
              </a:prstGeom>
              <a:grpFill/>
              <a:ln w="571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8" name="Rectangle: Rounded Corners 167">
                <a:extLst>
                  <a:ext uri="{FF2B5EF4-FFF2-40B4-BE49-F238E27FC236}">
                    <a16:creationId xmlns:a16="http://schemas.microsoft.com/office/drawing/2014/main" id="{4503BB29-8780-AA39-FB6F-C05499C750CE}"/>
                  </a:ext>
                </a:extLst>
              </p:cNvPr>
              <p:cNvSpPr/>
              <p:nvPr/>
            </p:nvSpPr>
            <p:spPr>
              <a:xfrm rot="18650045">
                <a:off x="7349453" y="1103556"/>
                <a:ext cx="294183" cy="355696"/>
              </a:xfrm>
              <a:prstGeom prst="roundRect">
                <a:avLst>
                  <a:gd name="adj" fmla="val 39928"/>
                </a:avLst>
              </a:prstGeom>
              <a:grpFill/>
              <a:ln w="571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9" name="Rectangle: Rounded Corners 168">
                <a:extLst>
                  <a:ext uri="{FF2B5EF4-FFF2-40B4-BE49-F238E27FC236}">
                    <a16:creationId xmlns:a16="http://schemas.microsoft.com/office/drawing/2014/main" id="{FDFF7358-E5F5-85B6-F0F3-AB4F93A4EE2D}"/>
                  </a:ext>
                </a:extLst>
              </p:cNvPr>
              <p:cNvSpPr/>
              <p:nvPr/>
            </p:nvSpPr>
            <p:spPr>
              <a:xfrm rot="18650045">
                <a:off x="7247660" y="1413704"/>
                <a:ext cx="322524" cy="389963"/>
              </a:xfrm>
              <a:prstGeom prst="roundRect">
                <a:avLst>
                  <a:gd name="adj" fmla="val 39928"/>
                </a:avLst>
              </a:prstGeom>
              <a:grpFill/>
              <a:ln w="571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0" name="Rectangle: Rounded Corners 169">
                <a:extLst>
                  <a:ext uri="{FF2B5EF4-FFF2-40B4-BE49-F238E27FC236}">
                    <a16:creationId xmlns:a16="http://schemas.microsoft.com/office/drawing/2014/main" id="{1819A222-B783-332C-7885-854A3917FDA5}"/>
                  </a:ext>
                </a:extLst>
              </p:cNvPr>
              <p:cNvSpPr/>
              <p:nvPr/>
            </p:nvSpPr>
            <p:spPr>
              <a:xfrm rot="18650045">
                <a:off x="6564910" y="2392181"/>
                <a:ext cx="462868" cy="559653"/>
              </a:xfrm>
              <a:prstGeom prst="roundRect">
                <a:avLst>
                  <a:gd name="adj" fmla="val 39928"/>
                </a:avLst>
              </a:prstGeom>
              <a:grpFill/>
              <a:ln w="571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1" name="Rectangle: Rounded Corners 170">
                <a:extLst>
                  <a:ext uri="{FF2B5EF4-FFF2-40B4-BE49-F238E27FC236}">
                    <a16:creationId xmlns:a16="http://schemas.microsoft.com/office/drawing/2014/main" id="{21AD1437-1B08-F389-98B9-F61E4BDBB4EB}"/>
                  </a:ext>
                </a:extLst>
              </p:cNvPr>
              <p:cNvSpPr/>
              <p:nvPr/>
            </p:nvSpPr>
            <p:spPr>
              <a:xfrm rot="18650045">
                <a:off x="6277848" y="2755211"/>
                <a:ext cx="462868" cy="559653"/>
              </a:xfrm>
              <a:prstGeom prst="roundRect">
                <a:avLst>
                  <a:gd name="adj" fmla="val 39928"/>
                </a:avLst>
              </a:prstGeom>
              <a:grpFill/>
              <a:ln w="571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2" name="Rectangle: Rounded Corners 171">
                <a:extLst>
                  <a:ext uri="{FF2B5EF4-FFF2-40B4-BE49-F238E27FC236}">
                    <a16:creationId xmlns:a16="http://schemas.microsoft.com/office/drawing/2014/main" id="{B33DE67D-D7DF-BE1A-9879-D003E35C172E}"/>
                  </a:ext>
                </a:extLst>
              </p:cNvPr>
              <p:cNvSpPr/>
              <p:nvPr/>
            </p:nvSpPr>
            <p:spPr>
              <a:xfrm rot="18650045">
                <a:off x="5954679" y="3088812"/>
                <a:ext cx="462868" cy="559653"/>
              </a:xfrm>
              <a:prstGeom prst="roundRect">
                <a:avLst>
                  <a:gd name="adj" fmla="val 39928"/>
                </a:avLst>
              </a:prstGeom>
              <a:grpFill/>
              <a:ln w="571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3" name="Rectangle: Rounded Corners 172">
                <a:extLst>
                  <a:ext uri="{FF2B5EF4-FFF2-40B4-BE49-F238E27FC236}">
                    <a16:creationId xmlns:a16="http://schemas.microsoft.com/office/drawing/2014/main" id="{77E3068D-4730-42E7-35A2-D398D1FDB76A}"/>
                  </a:ext>
                </a:extLst>
              </p:cNvPr>
              <p:cNvSpPr/>
              <p:nvPr/>
            </p:nvSpPr>
            <p:spPr>
              <a:xfrm rot="18650045">
                <a:off x="5610061" y="3397958"/>
                <a:ext cx="516687" cy="624725"/>
              </a:xfrm>
              <a:prstGeom prst="roundRect">
                <a:avLst>
                  <a:gd name="adj" fmla="val 39928"/>
                </a:avLst>
              </a:prstGeom>
              <a:grpFill/>
              <a:ln w="571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4" name="Rectangle: Rounded Corners 173">
                <a:extLst>
                  <a:ext uri="{FF2B5EF4-FFF2-40B4-BE49-F238E27FC236}">
                    <a16:creationId xmlns:a16="http://schemas.microsoft.com/office/drawing/2014/main" id="{8D803CE2-4AE7-613E-6433-889D84A39265}"/>
                  </a:ext>
                </a:extLst>
              </p:cNvPr>
              <p:cNvSpPr/>
              <p:nvPr/>
            </p:nvSpPr>
            <p:spPr>
              <a:xfrm rot="18650045">
                <a:off x="5264380" y="3725011"/>
                <a:ext cx="541692" cy="654959"/>
              </a:xfrm>
              <a:prstGeom prst="roundRect">
                <a:avLst>
                  <a:gd name="adj" fmla="val 39928"/>
                </a:avLst>
              </a:prstGeom>
              <a:grpFill/>
              <a:ln w="571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5" name="Rectangle: Rounded Corners 174">
                <a:extLst>
                  <a:ext uri="{FF2B5EF4-FFF2-40B4-BE49-F238E27FC236}">
                    <a16:creationId xmlns:a16="http://schemas.microsoft.com/office/drawing/2014/main" id="{4DA69DAC-DFA7-123B-700B-91F60041F625}"/>
                  </a:ext>
                </a:extLst>
              </p:cNvPr>
              <p:cNvSpPr/>
              <p:nvPr/>
            </p:nvSpPr>
            <p:spPr>
              <a:xfrm rot="18650045">
                <a:off x="4973485" y="4152402"/>
                <a:ext cx="486162" cy="587818"/>
              </a:xfrm>
              <a:prstGeom prst="roundRect">
                <a:avLst>
                  <a:gd name="adj" fmla="val 39928"/>
                </a:avLst>
              </a:prstGeom>
              <a:grpFill/>
              <a:ln w="571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24" name="Rectangle: Top Corners Rounded 123">
              <a:extLst>
                <a:ext uri="{FF2B5EF4-FFF2-40B4-BE49-F238E27FC236}">
                  <a16:creationId xmlns:a16="http://schemas.microsoft.com/office/drawing/2014/main" id="{4E119FC1-98B3-F513-4289-41066A0B1922}"/>
                </a:ext>
              </a:extLst>
            </p:cNvPr>
            <p:cNvSpPr/>
            <p:nvPr/>
          </p:nvSpPr>
          <p:spPr>
            <a:xfrm rot="13174175">
              <a:off x="3670740" y="5362657"/>
              <a:ext cx="876982" cy="523446"/>
            </a:xfrm>
            <a:prstGeom prst="round2SameRect">
              <a:avLst>
                <a:gd name="adj1" fmla="val 41042"/>
                <a:gd name="adj2" fmla="val 0"/>
              </a:avLst>
            </a:prstGeom>
            <a:solidFill>
              <a:srgbClr val="7BC733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5" name="Rectangle: Rounded Corners 124">
              <a:extLst>
                <a:ext uri="{FF2B5EF4-FFF2-40B4-BE49-F238E27FC236}">
                  <a16:creationId xmlns:a16="http://schemas.microsoft.com/office/drawing/2014/main" id="{BE738881-80BA-8DF0-01B1-AAF8B52CF4EC}"/>
                </a:ext>
              </a:extLst>
            </p:cNvPr>
            <p:cNvSpPr/>
            <p:nvPr/>
          </p:nvSpPr>
          <p:spPr>
            <a:xfrm rot="18650045">
              <a:off x="7575277" y="873083"/>
              <a:ext cx="294183" cy="355696"/>
            </a:xfrm>
            <a:prstGeom prst="roundRect">
              <a:avLst>
                <a:gd name="adj" fmla="val 39928"/>
              </a:avLst>
            </a:prstGeom>
            <a:gradFill>
              <a:gsLst>
                <a:gs pos="0">
                  <a:srgbClr val="4472C4">
                    <a:lumMod val="5000"/>
                    <a:lumOff val="95000"/>
                  </a:srgbClr>
                </a:gs>
                <a:gs pos="26000">
                  <a:srgbClr val="FEAA00"/>
                </a:gs>
              </a:gsLst>
              <a:lin ang="5400000" scaled="1"/>
            </a:gradFill>
            <a:ln w="571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A85A48CB-F511-235C-21E5-323681A9D9A0}"/>
                </a:ext>
              </a:extLst>
            </p:cNvPr>
            <p:cNvGrpSpPr/>
            <p:nvPr/>
          </p:nvGrpSpPr>
          <p:grpSpPr>
            <a:xfrm>
              <a:off x="4201724" y="953463"/>
              <a:ext cx="3384431" cy="3801272"/>
              <a:chOff x="4839712" y="1481364"/>
              <a:chExt cx="3384431" cy="3801272"/>
            </a:xfrm>
            <a:solidFill>
              <a:srgbClr val="FEAA00"/>
            </a:solidFill>
          </p:grpSpPr>
          <p:sp>
            <p:nvSpPr>
              <p:cNvPr id="154" name="Rectangle: Top Corners Rounded 153">
                <a:extLst>
                  <a:ext uri="{FF2B5EF4-FFF2-40B4-BE49-F238E27FC236}">
                    <a16:creationId xmlns:a16="http://schemas.microsoft.com/office/drawing/2014/main" id="{A77EF0A2-7FEE-5471-B14C-97814C5FA5BC}"/>
                  </a:ext>
                </a:extLst>
              </p:cNvPr>
              <p:cNvSpPr/>
              <p:nvPr/>
            </p:nvSpPr>
            <p:spPr>
              <a:xfrm rot="18815053">
                <a:off x="4848637" y="4674357"/>
                <a:ext cx="599354" cy="617204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grpFill/>
              <a:ln w="571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5" name="Rectangle: Rounded Corners 154">
                <a:extLst>
                  <a:ext uri="{FF2B5EF4-FFF2-40B4-BE49-F238E27FC236}">
                    <a16:creationId xmlns:a16="http://schemas.microsoft.com/office/drawing/2014/main" id="{563B17EC-98F6-0328-BA02-E6183FFB1EB4}"/>
                  </a:ext>
                </a:extLst>
              </p:cNvPr>
              <p:cNvSpPr/>
              <p:nvPr/>
            </p:nvSpPr>
            <p:spPr>
              <a:xfrm rot="18650045">
                <a:off x="7300656" y="1797169"/>
                <a:ext cx="366782" cy="443475"/>
              </a:xfrm>
              <a:prstGeom prst="roundRect">
                <a:avLst>
                  <a:gd name="adj" fmla="val 39928"/>
                </a:avLst>
              </a:prstGeom>
              <a:gradFill>
                <a:gsLst>
                  <a:gs pos="0">
                    <a:srgbClr val="4472C4">
                      <a:lumMod val="5000"/>
                      <a:lumOff val="95000"/>
                    </a:srgbClr>
                  </a:gs>
                  <a:gs pos="26000">
                    <a:srgbClr val="FEAA00"/>
                  </a:gs>
                </a:gsLst>
                <a:lin ang="5400000" scaled="1"/>
              </a:gradFill>
              <a:ln w="571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6" name="Rectangle: Rounded Corners 155">
                <a:extLst>
                  <a:ext uri="{FF2B5EF4-FFF2-40B4-BE49-F238E27FC236}">
                    <a16:creationId xmlns:a16="http://schemas.microsoft.com/office/drawing/2014/main" id="{5939398F-7158-08CA-9814-03C00F1F8924}"/>
                  </a:ext>
                </a:extLst>
              </p:cNvPr>
              <p:cNvSpPr/>
              <p:nvPr/>
            </p:nvSpPr>
            <p:spPr>
              <a:xfrm rot="18650045">
                <a:off x="6933072" y="2012405"/>
                <a:ext cx="462868" cy="589506"/>
              </a:xfrm>
              <a:prstGeom prst="roundRect">
                <a:avLst>
                  <a:gd name="adj" fmla="val 39928"/>
                </a:avLst>
              </a:prstGeom>
              <a:gradFill>
                <a:gsLst>
                  <a:gs pos="0">
                    <a:srgbClr val="4472C4">
                      <a:lumMod val="5000"/>
                      <a:lumOff val="95000"/>
                    </a:srgbClr>
                  </a:gs>
                  <a:gs pos="26000">
                    <a:srgbClr val="FEAA00"/>
                  </a:gs>
                </a:gsLst>
                <a:lin ang="5400000" scaled="1"/>
              </a:gradFill>
              <a:ln w="571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7" name="Rectangle: Rounded Corners 156">
                <a:extLst>
                  <a:ext uri="{FF2B5EF4-FFF2-40B4-BE49-F238E27FC236}">
                    <a16:creationId xmlns:a16="http://schemas.microsoft.com/office/drawing/2014/main" id="{D3809487-1D48-4A39-02FF-E9CCCE2AD05B}"/>
                  </a:ext>
                </a:extLst>
              </p:cNvPr>
              <p:cNvSpPr/>
              <p:nvPr/>
            </p:nvSpPr>
            <p:spPr>
              <a:xfrm rot="18650045">
                <a:off x="7899203" y="1450608"/>
                <a:ext cx="294183" cy="355696"/>
              </a:xfrm>
              <a:prstGeom prst="roundRect">
                <a:avLst>
                  <a:gd name="adj" fmla="val 39928"/>
                </a:avLst>
              </a:prstGeom>
              <a:gradFill>
                <a:gsLst>
                  <a:gs pos="0">
                    <a:srgbClr val="4472C4">
                      <a:lumMod val="5000"/>
                      <a:lumOff val="95000"/>
                    </a:srgbClr>
                  </a:gs>
                  <a:gs pos="26000">
                    <a:srgbClr val="FEAA00"/>
                  </a:gs>
                </a:gsLst>
                <a:lin ang="5400000" scaled="1"/>
              </a:gradFill>
              <a:ln w="571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8" name="Rectangle: Rounded Corners 157">
                <a:extLst>
                  <a:ext uri="{FF2B5EF4-FFF2-40B4-BE49-F238E27FC236}">
                    <a16:creationId xmlns:a16="http://schemas.microsoft.com/office/drawing/2014/main" id="{91A27DBF-94D9-6070-41D7-E0C63833E8E0}"/>
                  </a:ext>
                </a:extLst>
              </p:cNvPr>
              <p:cNvSpPr/>
              <p:nvPr/>
            </p:nvSpPr>
            <p:spPr>
              <a:xfrm rot="18650045">
                <a:off x="7594282" y="1592335"/>
                <a:ext cx="322524" cy="389963"/>
              </a:xfrm>
              <a:prstGeom prst="roundRect">
                <a:avLst>
                  <a:gd name="adj" fmla="val 39928"/>
                </a:avLst>
              </a:prstGeom>
              <a:gradFill>
                <a:gsLst>
                  <a:gs pos="0">
                    <a:srgbClr val="4472C4">
                      <a:lumMod val="5000"/>
                      <a:lumOff val="95000"/>
                    </a:srgbClr>
                  </a:gs>
                  <a:gs pos="26000">
                    <a:srgbClr val="FEAA00"/>
                  </a:gs>
                </a:gsLst>
                <a:lin ang="5400000" scaled="1"/>
              </a:gradFill>
              <a:ln w="571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9" name="Rectangle: Rounded Corners 158">
                <a:extLst>
                  <a:ext uri="{FF2B5EF4-FFF2-40B4-BE49-F238E27FC236}">
                    <a16:creationId xmlns:a16="http://schemas.microsoft.com/office/drawing/2014/main" id="{004456AB-3D95-3BA7-56FE-CCE6909979AD}"/>
                  </a:ext>
                </a:extLst>
              </p:cNvPr>
              <p:cNvSpPr/>
              <p:nvPr/>
            </p:nvSpPr>
            <p:spPr>
              <a:xfrm rot="18650045">
                <a:off x="6594361" y="2334449"/>
                <a:ext cx="462868" cy="626791"/>
              </a:xfrm>
              <a:prstGeom prst="roundRect">
                <a:avLst>
                  <a:gd name="adj" fmla="val 39928"/>
                </a:avLst>
              </a:prstGeom>
              <a:gradFill>
                <a:gsLst>
                  <a:gs pos="0">
                    <a:srgbClr val="4472C4">
                      <a:lumMod val="5000"/>
                      <a:lumOff val="95000"/>
                    </a:srgbClr>
                  </a:gs>
                  <a:gs pos="26000">
                    <a:srgbClr val="FEAA00"/>
                  </a:gs>
                </a:gsLst>
                <a:lin ang="5400000" scaled="1"/>
              </a:gradFill>
              <a:ln w="571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0" name="Rectangle: Rounded Corners 159">
                <a:extLst>
                  <a:ext uri="{FF2B5EF4-FFF2-40B4-BE49-F238E27FC236}">
                    <a16:creationId xmlns:a16="http://schemas.microsoft.com/office/drawing/2014/main" id="{75E20365-C368-7320-E90F-D100302E6D1B}"/>
                  </a:ext>
                </a:extLst>
              </p:cNvPr>
              <p:cNvSpPr/>
              <p:nvPr/>
            </p:nvSpPr>
            <p:spPr>
              <a:xfrm rot="18650045">
                <a:off x="6261830" y="2662286"/>
                <a:ext cx="462868" cy="602735"/>
              </a:xfrm>
              <a:prstGeom prst="roundRect">
                <a:avLst>
                  <a:gd name="adj" fmla="val 39928"/>
                </a:avLst>
              </a:prstGeom>
              <a:gradFill>
                <a:gsLst>
                  <a:gs pos="0">
                    <a:srgbClr val="4472C4">
                      <a:lumMod val="5000"/>
                      <a:lumOff val="95000"/>
                    </a:srgbClr>
                  </a:gs>
                  <a:gs pos="26000">
                    <a:srgbClr val="FEAA00"/>
                  </a:gs>
                </a:gsLst>
                <a:lin ang="5400000" scaled="1"/>
              </a:gradFill>
              <a:ln w="571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1" name="Rectangle: Rounded Corners 160">
                <a:extLst>
                  <a:ext uri="{FF2B5EF4-FFF2-40B4-BE49-F238E27FC236}">
                    <a16:creationId xmlns:a16="http://schemas.microsoft.com/office/drawing/2014/main" id="{1EC29E13-736C-E93F-E41D-FEA4ECDBEB2D}"/>
                  </a:ext>
                </a:extLst>
              </p:cNvPr>
              <p:cNvSpPr/>
              <p:nvPr/>
            </p:nvSpPr>
            <p:spPr>
              <a:xfrm rot="18650045">
                <a:off x="5973788" y="3019269"/>
                <a:ext cx="462868" cy="559653"/>
              </a:xfrm>
              <a:prstGeom prst="roundRect">
                <a:avLst>
                  <a:gd name="adj" fmla="val 39928"/>
                </a:avLst>
              </a:prstGeom>
              <a:gradFill>
                <a:gsLst>
                  <a:gs pos="0">
                    <a:srgbClr val="4472C4">
                      <a:lumMod val="5000"/>
                      <a:lumOff val="95000"/>
                    </a:srgbClr>
                  </a:gs>
                  <a:gs pos="26000">
                    <a:srgbClr val="FEAA00"/>
                  </a:gs>
                </a:gsLst>
                <a:lin ang="5400000" scaled="1"/>
              </a:gradFill>
              <a:ln w="571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2" name="Rectangle: Rounded Corners 161">
                <a:extLst>
                  <a:ext uri="{FF2B5EF4-FFF2-40B4-BE49-F238E27FC236}">
                    <a16:creationId xmlns:a16="http://schemas.microsoft.com/office/drawing/2014/main" id="{4DFF42E5-E6B6-9182-1959-2A1E136FDD88}"/>
                  </a:ext>
                </a:extLst>
              </p:cNvPr>
              <p:cNvSpPr/>
              <p:nvPr/>
            </p:nvSpPr>
            <p:spPr>
              <a:xfrm rot="18650045">
                <a:off x="5629791" y="3349647"/>
                <a:ext cx="516687" cy="624725"/>
              </a:xfrm>
              <a:prstGeom prst="roundRect">
                <a:avLst>
                  <a:gd name="adj" fmla="val 39928"/>
                </a:avLst>
              </a:prstGeom>
              <a:grpFill/>
              <a:ln w="571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3" name="Rectangle: Rounded Corners 162">
                <a:extLst>
                  <a:ext uri="{FF2B5EF4-FFF2-40B4-BE49-F238E27FC236}">
                    <a16:creationId xmlns:a16="http://schemas.microsoft.com/office/drawing/2014/main" id="{E23F8826-2A28-EA60-91D3-CD1C57C2F0CD}"/>
                  </a:ext>
                </a:extLst>
              </p:cNvPr>
              <p:cNvSpPr/>
              <p:nvPr/>
            </p:nvSpPr>
            <p:spPr>
              <a:xfrm rot="18650045">
                <a:off x="5264380" y="3725011"/>
                <a:ext cx="541692" cy="654959"/>
              </a:xfrm>
              <a:prstGeom prst="roundRect">
                <a:avLst>
                  <a:gd name="adj" fmla="val 39928"/>
                </a:avLst>
              </a:prstGeom>
              <a:grpFill/>
              <a:ln w="571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4" name="Rectangle: Rounded Corners 163">
                <a:extLst>
                  <a:ext uri="{FF2B5EF4-FFF2-40B4-BE49-F238E27FC236}">
                    <a16:creationId xmlns:a16="http://schemas.microsoft.com/office/drawing/2014/main" id="{80CFEA95-0632-DD1C-FFB7-9441208D352D}"/>
                  </a:ext>
                </a:extLst>
              </p:cNvPr>
              <p:cNvSpPr/>
              <p:nvPr/>
            </p:nvSpPr>
            <p:spPr>
              <a:xfrm rot="18650045">
                <a:off x="4973485" y="4152402"/>
                <a:ext cx="486162" cy="587818"/>
              </a:xfrm>
              <a:prstGeom prst="roundRect">
                <a:avLst>
                  <a:gd name="adj" fmla="val 39928"/>
                </a:avLst>
              </a:prstGeom>
              <a:grpFill/>
              <a:ln w="571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99CA2EC0-F543-0A0D-251B-8DEBCB1F3C47}"/>
                </a:ext>
              </a:extLst>
            </p:cNvPr>
            <p:cNvGrpSpPr/>
            <p:nvPr/>
          </p:nvGrpSpPr>
          <p:grpSpPr>
            <a:xfrm>
              <a:off x="4041006" y="1199368"/>
              <a:ext cx="3750228" cy="3995745"/>
              <a:chOff x="4334694" y="1497356"/>
              <a:chExt cx="3750228" cy="3995745"/>
            </a:xfrm>
            <a:gradFill>
              <a:gsLst>
                <a:gs pos="0">
                  <a:srgbClr val="4472C4">
                    <a:lumMod val="5000"/>
                    <a:lumOff val="95000"/>
                  </a:srgbClr>
                </a:gs>
                <a:gs pos="26000">
                  <a:srgbClr val="FEAA00"/>
                </a:gs>
              </a:gsLst>
              <a:lin ang="5400000" scaled="1"/>
            </a:gradFill>
          </p:grpSpPr>
          <p:sp>
            <p:nvSpPr>
              <p:cNvPr id="143" name="Rectangle: Top Corners Rounded 142">
                <a:extLst>
                  <a:ext uri="{FF2B5EF4-FFF2-40B4-BE49-F238E27FC236}">
                    <a16:creationId xmlns:a16="http://schemas.microsoft.com/office/drawing/2014/main" id="{6FFD3225-1991-9864-D48A-61A321FC243B}"/>
                  </a:ext>
                </a:extLst>
              </p:cNvPr>
              <p:cNvSpPr/>
              <p:nvPr/>
            </p:nvSpPr>
            <p:spPr>
              <a:xfrm rot="18815053">
                <a:off x="4343619" y="4884822"/>
                <a:ext cx="599354" cy="617204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grpFill/>
              <a:ln w="571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4" name="Rectangle: Rounded Corners 143">
                <a:extLst>
                  <a:ext uri="{FF2B5EF4-FFF2-40B4-BE49-F238E27FC236}">
                    <a16:creationId xmlns:a16="http://schemas.microsoft.com/office/drawing/2014/main" id="{D559EA59-CAED-DC38-D00C-0E46F02C48CE}"/>
                  </a:ext>
                </a:extLst>
              </p:cNvPr>
              <p:cNvSpPr/>
              <p:nvPr/>
            </p:nvSpPr>
            <p:spPr>
              <a:xfrm rot="18650045">
                <a:off x="7210776" y="1806903"/>
                <a:ext cx="366782" cy="443475"/>
              </a:xfrm>
              <a:prstGeom prst="roundRect">
                <a:avLst>
                  <a:gd name="adj" fmla="val 39928"/>
                </a:avLst>
              </a:prstGeom>
              <a:gradFill>
                <a:gsLst>
                  <a:gs pos="0">
                    <a:srgbClr val="4472C4">
                      <a:lumMod val="5000"/>
                      <a:lumOff val="95000"/>
                    </a:srgbClr>
                  </a:gs>
                  <a:gs pos="26000">
                    <a:srgbClr val="FEAA00"/>
                  </a:gs>
                </a:gsLst>
                <a:lin ang="5400000" scaled="1"/>
              </a:gradFill>
              <a:ln w="571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5" name="Rectangle: Rounded Corners 144">
                <a:extLst>
                  <a:ext uri="{FF2B5EF4-FFF2-40B4-BE49-F238E27FC236}">
                    <a16:creationId xmlns:a16="http://schemas.microsoft.com/office/drawing/2014/main" id="{485FE017-AD53-0C09-B4BF-251A860C05AC}"/>
                  </a:ext>
                </a:extLst>
              </p:cNvPr>
              <p:cNvSpPr/>
              <p:nvPr/>
            </p:nvSpPr>
            <p:spPr>
              <a:xfrm rot="18650045">
                <a:off x="6877869" y="2065175"/>
                <a:ext cx="462868" cy="559653"/>
              </a:xfrm>
              <a:prstGeom prst="roundRect">
                <a:avLst>
                  <a:gd name="adj" fmla="val 39928"/>
                </a:avLst>
              </a:prstGeom>
              <a:gradFill>
                <a:gsLst>
                  <a:gs pos="0">
                    <a:srgbClr val="4472C4">
                      <a:lumMod val="5000"/>
                      <a:lumOff val="95000"/>
                    </a:srgbClr>
                  </a:gs>
                  <a:gs pos="26000">
                    <a:srgbClr val="FEAA00"/>
                  </a:gs>
                </a:gsLst>
                <a:lin ang="5400000" scaled="1"/>
              </a:gradFill>
              <a:ln w="571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6" name="Rectangle: Rounded Corners 145">
                <a:extLst>
                  <a:ext uri="{FF2B5EF4-FFF2-40B4-BE49-F238E27FC236}">
                    <a16:creationId xmlns:a16="http://schemas.microsoft.com/office/drawing/2014/main" id="{45FA759B-84EC-DE1C-4C99-EB529038CDB4}"/>
                  </a:ext>
                </a:extLst>
              </p:cNvPr>
              <p:cNvSpPr/>
              <p:nvPr/>
            </p:nvSpPr>
            <p:spPr>
              <a:xfrm rot="18650045">
                <a:off x="7759982" y="1466600"/>
                <a:ext cx="294183" cy="355696"/>
              </a:xfrm>
              <a:prstGeom prst="roundRect">
                <a:avLst>
                  <a:gd name="adj" fmla="val 39928"/>
                </a:avLst>
              </a:prstGeom>
              <a:gradFill>
                <a:gsLst>
                  <a:gs pos="0">
                    <a:srgbClr val="4472C4">
                      <a:lumMod val="5000"/>
                      <a:lumOff val="95000"/>
                    </a:srgbClr>
                  </a:gs>
                  <a:gs pos="26000">
                    <a:srgbClr val="FEAA00"/>
                  </a:gs>
                </a:gsLst>
                <a:lin ang="5400000" scaled="1"/>
              </a:gradFill>
              <a:ln w="571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7" name="Rectangle: Rounded Corners 146">
                <a:extLst>
                  <a:ext uri="{FF2B5EF4-FFF2-40B4-BE49-F238E27FC236}">
                    <a16:creationId xmlns:a16="http://schemas.microsoft.com/office/drawing/2014/main" id="{66B48759-11E7-6657-90A0-B04573675C0C}"/>
                  </a:ext>
                </a:extLst>
              </p:cNvPr>
              <p:cNvSpPr/>
              <p:nvPr/>
            </p:nvSpPr>
            <p:spPr>
              <a:xfrm rot="18650045">
                <a:off x="7562962" y="1678277"/>
                <a:ext cx="322524" cy="389963"/>
              </a:xfrm>
              <a:prstGeom prst="roundRect">
                <a:avLst>
                  <a:gd name="adj" fmla="val 39928"/>
                </a:avLst>
              </a:prstGeom>
              <a:gradFill>
                <a:gsLst>
                  <a:gs pos="0">
                    <a:srgbClr val="4472C4">
                      <a:lumMod val="5000"/>
                      <a:lumOff val="95000"/>
                    </a:srgbClr>
                  </a:gs>
                  <a:gs pos="26000">
                    <a:srgbClr val="FEAA00"/>
                  </a:gs>
                </a:gsLst>
                <a:lin ang="5400000" scaled="1"/>
              </a:gradFill>
              <a:ln w="571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8" name="Rectangle: Rounded Corners 147">
                <a:extLst>
                  <a:ext uri="{FF2B5EF4-FFF2-40B4-BE49-F238E27FC236}">
                    <a16:creationId xmlns:a16="http://schemas.microsoft.com/office/drawing/2014/main" id="{0000AF99-5932-07ED-03BD-05F80710979A}"/>
                  </a:ext>
                </a:extLst>
              </p:cNvPr>
              <p:cNvSpPr/>
              <p:nvPr/>
            </p:nvSpPr>
            <p:spPr>
              <a:xfrm rot="18650045">
                <a:off x="6591785" y="2446383"/>
                <a:ext cx="462868" cy="559653"/>
              </a:xfrm>
              <a:prstGeom prst="roundRect">
                <a:avLst>
                  <a:gd name="adj" fmla="val 39928"/>
                </a:avLst>
              </a:prstGeom>
              <a:gradFill>
                <a:gsLst>
                  <a:gs pos="0">
                    <a:srgbClr val="4472C4">
                      <a:lumMod val="5000"/>
                      <a:lumOff val="95000"/>
                    </a:srgbClr>
                  </a:gs>
                  <a:gs pos="26000">
                    <a:srgbClr val="FEAA00"/>
                  </a:gs>
                </a:gsLst>
                <a:lin ang="5400000" scaled="1"/>
              </a:gradFill>
              <a:ln w="571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9" name="Rectangle: Rounded Corners 148">
                <a:extLst>
                  <a:ext uri="{FF2B5EF4-FFF2-40B4-BE49-F238E27FC236}">
                    <a16:creationId xmlns:a16="http://schemas.microsoft.com/office/drawing/2014/main" id="{21A88C95-06B2-8214-FFC7-3369CE9209EE}"/>
                  </a:ext>
                </a:extLst>
              </p:cNvPr>
              <p:cNvSpPr/>
              <p:nvPr/>
            </p:nvSpPr>
            <p:spPr>
              <a:xfrm rot="18650045">
                <a:off x="6277848" y="2755211"/>
                <a:ext cx="462868" cy="559653"/>
              </a:xfrm>
              <a:prstGeom prst="roundRect">
                <a:avLst>
                  <a:gd name="adj" fmla="val 39928"/>
                </a:avLst>
              </a:prstGeom>
              <a:gradFill>
                <a:gsLst>
                  <a:gs pos="0">
                    <a:srgbClr val="4472C4">
                      <a:lumMod val="5000"/>
                      <a:lumOff val="95000"/>
                    </a:srgbClr>
                  </a:gs>
                  <a:gs pos="26000">
                    <a:srgbClr val="FEAA00"/>
                  </a:gs>
                </a:gsLst>
                <a:lin ang="5400000" scaled="1"/>
              </a:gradFill>
              <a:ln w="571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0" name="Rectangle: Rounded Corners 149">
                <a:extLst>
                  <a:ext uri="{FF2B5EF4-FFF2-40B4-BE49-F238E27FC236}">
                    <a16:creationId xmlns:a16="http://schemas.microsoft.com/office/drawing/2014/main" id="{158643B2-5AA4-48BC-8016-B7B2FED5B51E}"/>
                  </a:ext>
                </a:extLst>
              </p:cNvPr>
              <p:cNvSpPr/>
              <p:nvPr/>
            </p:nvSpPr>
            <p:spPr>
              <a:xfrm rot="18650045">
                <a:off x="5954679" y="3088812"/>
                <a:ext cx="462868" cy="559653"/>
              </a:xfrm>
              <a:prstGeom prst="roundRect">
                <a:avLst>
                  <a:gd name="adj" fmla="val 39928"/>
                </a:avLst>
              </a:prstGeom>
              <a:gradFill>
                <a:gsLst>
                  <a:gs pos="0">
                    <a:srgbClr val="4472C4">
                      <a:lumMod val="5000"/>
                      <a:lumOff val="95000"/>
                    </a:srgbClr>
                  </a:gs>
                  <a:gs pos="26000">
                    <a:srgbClr val="FEAA00"/>
                  </a:gs>
                </a:gsLst>
                <a:lin ang="5400000" scaled="1"/>
              </a:gradFill>
              <a:ln w="571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1" name="Rectangle: Rounded Corners 150">
                <a:extLst>
                  <a:ext uri="{FF2B5EF4-FFF2-40B4-BE49-F238E27FC236}">
                    <a16:creationId xmlns:a16="http://schemas.microsoft.com/office/drawing/2014/main" id="{66A9F0C7-F626-36BB-04E5-5AA5F201F150}"/>
                  </a:ext>
                </a:extLst>
              </p:cNvPr>
              <p:cNvSpPr/>
              <p:nvPr/>
            </p:nvSpPr>
            <p:spPr>
              <a:xfrm rot="18650045">
                <a:off x="5610061" y="3397958"/>
                <a:ext cx="516687" cy="624725"/>
              </a:xfrm>
              <a:prstGeom prst="roundRect">
                <a:avLst>
                  <a:gd name="adj" fmla="val 39928"/>
                </a:avLst>
              </a:prstGeom>
              <a:gradFill>
                <a:gsLst>
                  <a:gs pos="0">
                    <a:srgbClr val="4472C4">
                      <a:lumMod val="5000"/>
                      <a:lumOff val="95000"/>
                    </a:srgbClr>
                  </a:gs>
                  <a:gs pos="26000">
                    <a:srgbClr val="FEAA00"/>
                  </a:gs>
                </a:gsLst>
                <a:lin ang="5400000" scaled="1"/>
              </a:gradFill>
              <a:ln w="571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2" name="Rectangle: Rounded Corners 151">
                <a:extLst>
                  <a:ext uri="{FF2B5EF4-FFF2-40B4-BE49-F238E27FC236}">
                    <a16:creationId xmlns:a16="http://schemas.microsoft.com/office/drawing/2014/main" id="{E645F882-1DE1-6F2D-2D1C-9D79895C3926}"/>
                  </a:ext>
                </a:extLst>
              </p:cNvPr>
              <p:cNvSpPr/>
              <p:nvPr/>
            </p:nvSpPr>
            <p:spPr>
              <a:xfrm rot="18650045">
                <a:off x="5264380" y="3725011"/>
                <a:ext cx="541692" cy="654959"/>
              </a:xfrm>
              <a:prstGeom prst="roundRect">
                <a:avLst>
                  <a:gd name="adj" fmla="val 39928"/>
                </a:avLst>
              </a:prstGeom>
              <a:gradFill>
                <a:gsLst>
                  <a:gs pos="0">
                    <a:srgbClr val="4472C4">
                      <a:lumMod val="5000"/>
                      <a:lumOff val="95000"/>
                    </a:srgbClr>
                  </a:gs>
                  <a:gs pos="26000">
                    <a:srgbClr val="FEAA00"/>
                  </a:gs>
                </a:gsLst>
                <a:lin ang="5400000" scaled="1"/>
              </a:gradFill>
              <a:ln w="571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3" name="Rectangle: Rounded Corners 152">
                <a:extLst>
                  <a:ext uri="{FF2B5EF4-FFF2-40B4-BE49-F238E27FC236}">
                    <a16:creationId xmlns:a16="http://schemas.microsoft.com/office/drawing/2014/main" id="{2F47ED46-705F-668E-303E-FB3045FE7475}"/>
                  </a:ext>
                </a:extLst>
              </p:cNvPr>
              <p:cNvSpPr/>
              <p:nvPr/>
            </p:nvSpPr>
            <p:spPr>
              <a:xfrm rot="18650045">
                <a:off x="4973485" y="4152402"/>
                <a:ext cx="486162" cy="587818"/>
              </a:xfrm>
              <a:prstGeom prst="roundRect">
                <a:avLst>
                  <a:gd name="adj" fmla="val 39928"/>
                </a:avLst>
              </a:prstGeom>
              <a:grpFill/>
              <a:ln w="571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99090C5E-3DAD-B869-6486-F309C07B7D1C}"/>
                </a:ext>
              </a:extLst>
            </p:cNvPr>
            <p:cNvGrpSpPr/>
            <p:nvPr/>
          </p:nvGrpSpPr>
          <p:grpSpPr>
            <a:xfrm>
              <a:off x="4510326" y="1208770"/>
              <a:ext cx="3634921" cy="4206067"/>
              <a:chOff x="4334694" y="1287034"/>
              <a:chExt cx="3634921" cy="4206067"/>
            </a:xfrm>
            <a:solidFill>
              <a:srgbClr val="FEAA00"/>
            </a:solidFill>
          </p:grpSpPr>
          <p:sp>
            <p:nvSpPr>
              <p:cNvPr id="132" name="Rectangle: Top Corners Rounded 131">
                <a:extLst>
                  <a:ext uri="{FF2B5EF4-FFF2-40B4-BE49-F238E27FC236}">
                    <a16:creationId xmlns:a16="http://schemas.microsoft.com/office/drawing/2014/main" id="{FD15B0CD-7259-7DC0-09ED-6297AD034CB2}"/>
                  </a:ext>
                </a:extLst>
              </p:cNvPr>
              <p:cNvSpPr/>
              <p:nvPr/>
            </p:nvSpPr>
            <p:spPr>
              <a:xfrm rot="18815053">
                <a:off x="4343619" y="4884822"/>
                <a:ext cx="599354" cy="617204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grpFill/>
              <a:ln w="571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3" name="Rectangle: Rounded Corners 132">
                <a:extLst>
                  <a:ext uri="{FF2B5EF4-FFF2-40B4-BE49-F238E27FC236}">
                    <a16:creationId xmlns:a16="http://schemas.microsoft.com/office/drawing/2014/main" id="{3682718F-3CA8-76C4-8559-B52DF10F5934}"/>
                  </a:ext>
                </a:extLst>
              </p:cNvPr>
              <p:cNvSpPr/>
              <p:nvPr/>
            </p:nvSpPr>
            <p:spPr>
              <a:xfrm rot="18650045">
                <a:off x="7157774" y="1752484"/>
                <a:ext cx="463900" cy="518106"/>
              </a:xfrm>
              <a:prstGeom prst="roundRect">
                <a:avLst>
                  <a:gd name="adj" fmla="val 39928"/>
                </a:avLst>
              </a:prstGeom>
              <a:gradFill>
                <a:gsLst>
                  <a:gs pos="0">
                    <a:srgbClr val="4472C4">
                      <a:lumMod val="5000"/>
                      <a:lumOff val="95000"/>
                    </a:srgbClr>
                  </a:gs>
                  <a:gs pos="26000">
                    <a:srgbClr val="FEAA00"/>
                  </a:gs>
                </a:gsLst>
                <a:lin ang="5400000" scaled="1"/>
              </a:gradFill>
              <a:ln w="571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4" name="Rectangle: Rounded Corners 133">
                <a:extLst>
                  <a:ext uri="{FF2B5EF4-FFF2-40B4-BE49-F238E27FC236}">
                    <a16:creationId xmlns:a16="http://schemas.microsoft.com/office/drawing/2014/main" id="{A276A486-A00C-95E4-DA58-8D491EC8092C}"/>
                  </a:ext>
                </a:extLst>
              </p:cNvPr>
              <p:cNvSpPr/>
              <p:nvPr/>
            </p:nvSpPr>
            <p:spPr>
              <a:xfrm rot="18650045">
                <a:off x="6877869" y="2065175"/>
                <a:ext cx="462868" cy="559653"/>
              </a:xfrm>
              <a:prstGeom prst="roundRect">
                <a:avLst>
                  <a:gd name="adj" fmla="val 39928"/>
                </a:avLst>
              </a:prstGeom>
              <a:gradFill>
                <a:gsLst>
                  <a:gs pos="0">
                    <a:srgbClr val="4472C4">
                      <a:lumMod val="5000"/>
                      <a:lumOff val="95000"/>
                    </a:srgbClr>
                  </a:gs>
                  <a:gs pos="26000">
                    <a:srgbClr val="FEAA00"/>
                  </a:gs>
                </a:gsLst>
                <a:lin ang="5400000" scaled="1"/>
              </a:gradFill>
              <a:ln w="571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5" name="Rectangle: Rounded Corners 134">
                <a:extLst>
                  <a:ext uri="{FF2B5EF4-FFF2-40B4-BE49-F238E27FC236}">
                    <a16:creationId xmlns:a16="http://schemas.microsoft.com/office/drawing/2014/main" id="{7AFA9273-6CAB-7DE0-6DDD-9DF4E703939B}"/>
                  </a:ext>
                </a:extLst>
              </p:cNvPr>
              <p:cNvSpPr/>
              <p:nvPr/>
            </p:nvSpPr>
            <p:spPr>
              <a:xfrm rot="18650045">
                <a:off x="7644675" y="1256278"/>
                <a:ext cx="294183" cy="355696"/>
              </a:xfrm>
              <a:prstGeom prst="roundRect">
                <a:avLst>
                  <a:gd name="adj" fmla="val 39928"/>
                </a:avLst>
              </a:prstGeom>
              <a:gradFill>
                <a:gsLst>
                  <a:gs pos="0">
                    <a:srgbClr val="4472C4">
                      <a:lumMod val="5000"/>
                      <a:lumOff val="95000"/>
                    </a:srgbClr>
                  </a:gs>
                  <a:gs pos="26000">
                    <a:srgbClr val="FEAA00"/>
                  </a:gs>
                </a:gsLst>
                <a:lin ang="5400000" scaled="1"/>
              </a:gradFill>
              <a:ln w="571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6" name="Rectangle: Rounded Corners 135">
                <a:extLst>
                  <a:ext uri="{FF2B5EF4-FFF2-40B4-BE49-F238E27FC236}">
                    <a16:creationId xmlns:a16="http://schemas.microsoft.com/office/drawing/2014/main" id="{68CD2A87-7BCF-DBE6-EAFD-ADBE92E7EC88}"/>
                  </a:ext>
                </a:extLst>
              </p:cNvPr>
              <p:cNvSpPr/>
              <p:nvPr/>
            </p:nvSpPr>
            <p:spPr>
              <a:xfrm rot="18650045">
                <a:off x="7517786" y="1520578"/>
                <a:ext cx="322524" cy="389963"/>
              </a:xfrm>
              <a:prstGeom prst="roundRect">
                <a:avLst>
                  <a:gd name="adj" fmla="val 39928"/>
                </a:avLst>
              </a:prstGeom>
              <a:gradFill>
                <a:gsLst>
                  <a:gs pos="0">
                    <a:srgbClr val="4472C4">
                      <a:lumMod val="5000"/>
                      <a:lumOff val="95000"/>
                    </a:srgbClr>
                  </a:gs>
                  <a:gs pos="26000">
                    <a:srgbClr val="FEAA00"/>
                  </a:gs>
                </a:gsLst>
                <a:lin ang="5400000" scaled="1"/>
              </a:gradFill>
              <a:ln w="571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7" name="Rectangle: Rounded Corners 136">
                <a:extLst>
                  <a:ext uri="{FF2B5EF4-FFF2-40B4-BE49-F238E27FC236}">
                    <a16:creationId xmlns:a16="http://schemas.microsoft.com/office/drawing/2014/main" id="{322D6DC9-910F-0229-D57D-926EAF7B184C}"/>
                  </a:ext>
                </a:extLst>
              </p:cNvPr>
              <p:cNvSpPr/>
              <p:nvPr/>
            </p:nvSpPr>
            <p:spPr>
              <a:xfrm rot="18650045">
                <a:off x="6559016" y="2374754"/>
                <a:ext cx="518014" cy="621046"/>
              </a:xfrm>
              <a:prstGeom prst="roundRect">
                <a:avLst>
                  <a:gd name="adj" fmla="val 39928"/>
                </a:avLst>
              </a:prstGeom>
              <a:gradFill>
                <a:gsLst>
                  <a:gs pos="0">
                    <a:srgbClr val="4472C4">
                      <a:lumMod val="5000"/>
                      <a:lumOff val="95000"/>
                    </a:srgbClr>
                  </a:gs>
                  <a:gs pos="26000">
                    <a:srgbClr val="FEAA00"/>
                  </a:gs>
                </a:gsLst>
                <a:lin ang="5400000" scaled="1"/>
              </a:gradFill>
              <a:ln w="571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8" name="Rectangle: Rounded Corners 137">
                <a:extLst>
                  <a:ext uri="{FF2B5EF4-FFF2-40B4-BE49-F238E27FC236}">
                    <a16:creationId xmlns:a16="http://schemas.microsoft.com/office/drawing/2014/main" id="{59486B83-6165-0D4E-E57B-E63A4C8E3206}"/>
                  </a:ext>
                </a:extLst>
              </p:cNvPr>
              <p:cNvSpPr/>
              <p:nvPr/>
            </p:nvSpPr>
            <p:spPr>
              <a:xfrm rot="18650045">
                <a:off x="6277848" y="2755211"/>
                <a:ext cx="462868" cy="559653"/>
              </a:xfrm>
              <a:prstGeom prst="roundRect">
                <a:avLst>
                  <a:gd name="adj" fmla="val 39928"/>
                </a:avLst>
              </a:prstGeom>
              <a:gradFill>
                <a:gsLst>
                  <a:gs pos="0">
                    <a:srgbClr val="4472C4">
                      <a:lumMod val="5000"/>
                      <a:lumOff val="95000"/>
                    </a:srgbClr>
                  </a:gs>
                  <a:gs pos="26000">
                    <a:srgbClr val="FEAA00"/>
                  </a:gs>
                </a:gsLst>
                <a:lin ang="5400000" scaled="1"/>
              </a:gradFill>
              <a:ln w="571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9" name="Rectangle: Rounded Corners 138">
                <a:extLst>
                  <a:ext uri="{FF2B5EF4-FFF2-40B4-BE49-F238E27FC236}">
                    <a16:creationId xmlns:a16="http://schemas.microsoft.com/office/drawing/2014/main" id="{4DE99742-803F-D78A-47C7-AA2883BC4C7E}"/>
                  </a:ext>
                </a:extLst>
              </p:cNvPr>
              <p:cNvSpPr/>
              <p:nvPr/>
            </p:nvSpPr>
            <p:spPr>
              <a:xfrm rot="18650045">
                <a:off x="5954679" y="3088812"/>
                <a:ext cx="462868" cy="559653"/>
              </a:xfrm>
              <a:prstGeom prst="roundRect">
                <a:avLst>
                  <a:gd name="adj" fmla="val 39928"/>
                </a:avLst>
              </a:prstGeom>
              <a:gradFill>
                <a:gsLst>
                  <a:gs pos="0">
                    <a:srgbClr val="4472C4">
                      <a:lumMod val="5000"/>
                      <a:lumOff val="95000"/>
                    </a:srgbClr>
                  </a:gs>
                  <a:gs pos="26000">
                    <a:srgbClr val="FEAA00"/>
                  </a:gs>
                </a:gsLst>
                <a:lin ang="5400000" scaled="1"/>
              </a:gradFill>
              <a:ln w="571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0" name="Rectangle: Rounded Corners 139">
                <a:extLst>
                  <a:ext uri="{FF2B5EF4-FFF2-40B4-BE49-F238E27FC236}">
                    <a16:creationId xmlns:a16="http://schemas.microsoft.com/office/drawing/2014/main" id="{BB01EF1B-E16D-1D0F-280B-9E5F939A6BA4}"/>
                  </a:ext>
                </a:extLst>
              </p:cNvPr>
              <p:cNvSpPr/>
              <p:nvPr/>
            </p:nvSpPr>
            <p:spPr>
              <a:xfrm rot="18650045">
                <a:off x="5610061" y="3397958"/>
                <a:ext cx="516687" cy="624725"/>
              </a:xfrm>
              <a:prstGeom prst="roundRect">
                <a:avLst>
                  <a:gd name="adj" fmla="val 39928"/>
                </a:avLst>
              </a:prstGeom>
              <a:gradFill>
                <a:gsLst>
                  <a:gs pos="0">
                    <a:srgbClr val="4472C4">
                      <a:lumMod val="5000"/>
                      <a:lumOff val="95000"/>
                    </a:srgbClr>
                  </a:gs>
                  <a:gs pos="26000">
                    <a:srgbClr val="FEAA00"/>
                  </a:gs>
                </a:gsLst>
                <a:lin ang="5400000" scaled="1"/>
              </a:gradFill>
              <a:ln w="571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1" name="Rectangle: Rounded Corners 140">
                <a:extLst>
                  <a:ext uri="{FF2B5EF4-FFF2-40B4-BE49-F238E27FC236}">
                    <a16:creationId xmlns:a16="http://schemas.microsoft.com/office/drawing/2014/main" id="{58644DBC-9E59-91BD-ACD7-936DAA9B75AB}"/>
                  </a:ext>
                </a:extLst>
              </p:cNvPr>
              <p:cNvSpPr/>
              <p:nvPr/>
            </p:nvSpPr>
            <p:spPr>
              <a:xfrm rot="18650045">
                <a:off x="5264380" y="3725011"/>
                <a:ext cx="541692" cy="654959"/>
              </a:xfrm>
              <a:prstGeom prst="roundRect">
                <a:avLst>
                  <a:gd name="adj" fmla="val 39928"/>
                </a:avLst>
              </a:prstGeom>
              <a:gradFill>
                <a:gsLst>
                  <a:gs pos="0">
                    <a:srgbClr val="4472C4">
                      <a:lumMod val="5000"/>
                      <a:lumOff val="95000"/>
                    </a:srgbClr>
                  </a:gs>
                  <a:gs pos="26000">
                    <a:srgbClr val="FEAA00"/>
                  </a:gs>
                </a:gsLst>
                <a:lin ang="5400000" scaled="1"/>
              </a:gradFill>
              <a:ln w="571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2" name="Rectangle: Rounded Corners 141">
                <a:extLst>
                  <a:ext uri="{FF2B5EF4-FFF2-40B4-BE49-F238E27FC236}">
                    <a16:creationId xmlns:a16="http://schemas.microsoft.com/office/drawing/2014/main" id="{2E02FD68-6B2B-7741-00E9-8E8733B27377}"/>
                  </a:ext>
                </a:extLst>
              </p:cNvPr>
              <p:cNvSpPr/>
              <p:nvPr/>
            </p:nvSpPr>
            <p:spPr>
              <a:xfrm rot="18650045">
                <a:off x="4973485" y="4152402"/>
                <a:ext cx="486162" cy="587818"/>
              </a:xfrm>
              <a:prstGeom prst="roundRect">
                <a:avLst>
                  <a:gd name="adj" fmla="val 39928"/>
                </a:avLst>
              </a:prstGeom>
              <a:gradFill>
                <a:gsLst>
                  <a:gs pos="0">
                    <a:srgbClr val="4472C4">
                      <a:lumMod val="5000"/>
                      <a:lumOff val="95000"/>
                    </a:srgbClr>
                  </a:gs>
                  <a:gs pos="26000">
                    <a:srgbClr val="FEAA00"/>
                  </a:gs>
                </a:gsLst>
                <a:lin ang="5400000" scaled="1"/>
              </a:gradFill>
              <a:ln w="571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29" name="Rectangle: Rounded Corners 128">
              <a:extLst>
                <a:ext uri="{FF2B5EF4-FFF2-40B4-BE49-F238E27FC236}">
                  <a16:creationId xmlns:a16="http://schemas.microsoft.com/office/drawing/2014/main" id="{81A690DA-E6ED-D57F-616C-1323549AA41A}"/>
                </a:ext>
              </a:extLst>
            </p:cNvPr>
            <p:cNvSpPr/>
            <p:nvPr/>
          </p:nvSpPr>
          <p:spPr>
            <a:xfrm rot="18650045">
              <a:off x="4604201" y="4445047"/>
              <a:ext cx="669630" cy="632667"/>
            </a:xfrm>
            <a:prstGeom prst="roundRect">
              <a:avLst>
                <a:gd name="adj" fmla="val 39928"/>
              </a:avLst>
            </a:prstGeom>
            <a:gradFill>
              <a:gsLst>
                <a:gs pos="0">
                  <a:srgbClr val="4472C4">
                    <a:lumMod val="5000"/>
                    <a:lumOff val="95000"/>
                  </a:srgbClr>
                </a:gs>
                <a:gs pos="26000">
                  <a:srgbClr val="FEAA00"/>
                </a:gs>
              </a:gsLst>
              <a:lin ang="5400000" scaled="1"/>
            </a:gradFill>
            <a:ln w="571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0" name="Rectangle 2">
              <a:extLst>
                <a:ext uri="{FF2B5EF4-FFF2-40B4-BE49-F238E27FC236}">
                  <a16:creationId xmlns:a16="http://schemas.microsoft.com/office/drawing/2014/main" id="{02A2D24D-F375-CD0E-F40A-909341AC34F1}"/>
                </a:ext>
              </a:extLst>
            </p:cNvPr>
            <p:cNvSpPr/>
            <p:nvPr/>
          </p:nvSpPr>
          <p:spPr>
            <a:xfrm rot="4921055" flipH="1">
              <a:off x="4973898" y="1708942"/>
              <a:ext cx="2893845" cy="4942858"/>
            </a:xfrm>
            <a:custGeom>
              <a:avLst/>
              <a:gdLst>
                <a:gd name="connsiteX0" fmla="*/ 0 w 1073426"/>
                <a:gd name="connsiteY0" fmla="*/ 0 h 2676939"/>
                <a:gd name="connsiteX1" fmla="*/ 1073426 w 1073426"/>
                <a:gd name="connsiteY1" fmla="*/ 0 h 2676939"/>
                <a:gd name="connsiteX2" fmla="*/ 1073426 w 1073426"/>
                <a:gd name="connsiteY2" fmla="*/ 2676939 h 2676939"/>
                <a:gd name="connsiteX3" fmla="*/ 0 w 1073426"/>
                <a:gd name="connsiteY3" fmla="*/ 2676939 h 2676939"/>
                <a:gd name="connsiteX4" fmla="*/ 0 w 1073426"/>
                <a:gd name="connsiteY4" fmla="*/ 0 h 2676939"/>
                <a:gd name="connsiteX0" fmla="*/ 0 w 1683026"/>
                <a:gd name="connsiteY0" fmla="*/ 821635 h 3498574"/>
                <a:gd name="connsiteX1" fmla="*/ 1683026 w 1683026"/>
                <a:gd name="connsiteY1" fmla="*/ 0 h 3498574"/>
                <a:gd name="connsiteX2" fmla="*/ 1073426 w 1683026"/>
                <a:gd name="connsiteY2" fmla="*/ 3498574 h 3498574"/>
                <a:gd name="connsiteX3" fmla="*/ 0 w 1683026"/>
                <a:gd name="connsiteY3" fmla="*/ 3498574 h 3498574"/>
                <a:gd name="connsiteX4" fmla="*/ 0 w 1683026"/>
                <a:gd name="connsiteY4" fmla="*/ 821635 h 3498574"/>
                <a:gd name="connsiteX0" fmla="*/ 304800 w 1987826"/>
                <a:gd name="connsiteY0" fmla="*/ 821635 h 4678017"/>
                <a:gd name="connsiteX1" fmla="*/ 1987826 w 1987826"/>
                <a:gd name="connsiteY1" fmla="*/ 0 h 4678017"/>
                <a:gd name="connsiteX2" fmla="*/ 1378226 w 1987826"/>
                <a:gd name="connsiteY2" fmla="*/ 3498574 h 4678017"/>
                <a:gd name="connsiteX3" fmla="*/ 0 w 1987826"/>
                <a:gd name="connsiteY3" fmla="*/ 4678017 h 4678017"/>
                <a:gd name="connsiteX4" fmla="*/ 304800 w 1987826"/>
                <a:gd name="connsiteY4" fmla="*/ 821635 h 4678017"/>
                <a:gd name="connsiteX0" fmla="*/ 0 w 2332382"/>
                <a:gd name="connsiteY0" fmla="*/ 3776870 h 4678017"/>
                <a:gd name="connsiteX1" fmla="*/ 2332382 w 2332382"/>
                <a:gd name="connsiteY1" fmla="*/ 0 h 4678017"/>
                <a:gd name="connsiteX2" fmla="*/ 1722782 w 2332382"/>
                <a:gd name="connsiteY2" fmla="*/ 3498574 h 4678017"/>
                <a:gd name="connsiteX3" fmla="*/ 344556 w 2332382"/>
                <a:gd name="connsiteY3" fmla="*/ 4678017 h 4678017"/>
                <a:gd name="connsiteX4" fmla="*/ 0 w 2332382"/>
                <a:gd name="connsiteY4" fmla="*/ 3776870 h 4678017"/>
                <a:gd name="connsiteX0" fmla="*/ 0 w 1987826"/>
                <a:gd name="connsiteY0" fmla="*/ 4678017 h 4678017"/>
                <a:gd name="connsiteX1" fmla="*/ 1987826 w 1987826"/>
                <a:gd name="connsiteY1" fmla="*/ 0 h 4678017"/>
                <a:gd name="connsiteX2" fmla="*/ 1378226 w 1987826"/>
                <a:gd name="connsiteY2" fmla="*/ 3498574 h 4678017"/>
                <a:gd name="connsiteX3" fmla="*/ 0 w 1987826"/>
                <a:gd name="connsiteY3" fmla="*/ 4678017 h 4678017"/>
                <a:gd name="connsiteX0" fmla="*/ 0 w 1987826"/>
                <a:gd name="connsiteY0" fmla="*/ 4678017 h 4678017"/>
                <a:gd name="connsiteX1" fmla="*/ 1987826 w 1987826"/>
                <a:gd name="connsiteY1" fmla="*/ 0 h 4678017"/>
                <a:gd name="connsiteX2" fmla="*/ 1378226 w 1987826"/>
                <a:gd name="connsiteY2" fmla="*/ 3498574 h 4678017"/>
                <a:gd name="connsiteX3" fmla="*/ 0 w 1987826"/>
                <a:gd name="connsiteY3" fmla="*/ 4678017 h 4678017"/>
                <a:gd name="connsiteX0" fmla="*/ 425525 w 2413351"/>
                <a:gd name="connsiteY0" fmla="*/ 4678017 h 4678017"/>
                <a:gd name="connsiteX1" fmla="*/ 2413351 w 2413351"/>
                <a:gd name="connsiteY1" fmla="*/ 0 h 4678017"/>
                <a:gd name="connsiteX2" fmla="*/ 1803751 w 2413351"/>
                <a:gd name="connsiteY2" fmla="*/ 3498574 h 4678017"/>
                <a:gd name="connsiteX3" fmla="*/ 425525 w 2413351"/>
                <a:gd name="connsiteY3" fmla="*/ 4678017 h 4678017"/>
                <a:gd name="connsiteX0" fmla="*/ 425525 w 2413351"/>
                <a:gd name="connsiteY0" fmla="*/ 4717774 h 4717774"/>
                <a:gd name="connsiteX1" fmla="*/ 2413351 w 2413351"/>
                <a:gd name="connsiteY1" fmla="*/ 0 h 4717774"/>
                <a:gd name="connsiteX2" fmla="*/ 1803751 w 2413351"/>
                <a:gd name="connsiteY2" fmla="*/ 3538331 h 4717774"/>
                <a:gd name="connsiteX3" fmla="*/ 425525 w 2413351"/>
                <a:gd name="connsiteY3" fmla="*/ 4717774 h 4717774"/>
                <a:gd name="connsiteX0" fmla="*/ 359151 w 2346977"/>
                <a:gd name="connsiteY0" fmla="*/ 4717774 h 4717774"/>
                <a:gd name="connsiteX1" fmla="*/ 2346977 w 2346977"/>
                <a:gd name="connsiteY1" fmla="*/ 0 h 4717774"/>
                <a:gd name="connsiteX2" fmla="*/ 1737377 w 2346977"/>
                <a:gd name="connsiteY2" fmla="*/ 3538331 h 4717774"/>
                <a:gd name="connsiteX3" fmla="*/ 359151 w 2346977"/>
                <a:gd name="connsiteY3" fmla="*/ 4717774 h 4717774"/>
                <a:gd name="connsiteX0" fmla="*/ 433231 w 2421057"/>
                <a:gd name="connsiteY0" fmla="*/ 4717774 h 4717774"/>
                <a:gd name="connsiteX1" fmla="*/ 2421057 w 2421057"/>
                <a:gd name="connsiteY1" fmla="*/ 0 h 4717774"/>
                <a:gd name="connsiteX2" fmla="*/ 1811457 w 2421057"/>
                <a:gd name="connsiteY2" fmla="*/ 3538331 h 4717774"/>
                <a:gd name="connsiteX3" fmla="*/ 433231 w 2421057"/>
                <a:gd name="connsiteY3" fmla="*/ 4717774 h 4717774"/>
                <a:gd name="connsiteX0" fmla="*/ 403059 w 2390885"/>
                <a:gd name="connsiteY0" fmla="*/ 4717774 h 4717774"/>
                <a:gd name="connsiteX1" fmla="*/ 2390885 w 2390885"/>
                <a:gd name="connsiteY1" fmla="*/ 0 h 4717774"/>
                <a:gd name="connsiteX2" fmla="*/ 1781285 w 2390885"/>
                <a:gd name="connsiteY2" fmla="*/ 3538331 h 4717774"/>
                <a:gd name="connsiteX3" fmla="*/ 403059 w 2390885"/>
                <a:gd name="connsiteY3" fmla="*/ 4717774 h 4717774"/>
                <a:gd name="connsiteX0" fmla="*/ 444722 w 2432548"/>
                <a:gd name="connsiteY0" fmla="*/ 4717774 h 4717774"/>
                <a:gd name="connsiteX1" fmla="*/ 2432548 w 2432548"/>
                <a:gd name="connsiteY1" fmla="*/ 0 h 4717774"/>
                <a:gd name="connsiteX2" fmla="*/ 1822948 w 2432548"/>
                <a:gd name="connsiteY2" fmla="*/ 3538331 h 4717774"/>
                <a:gd name="connsiteX3" fmla="*/ 444722 w 2432548"/>
                <a:gd name="connsiteY3" fmla="*/ 4717774 h 4717774"/>
                <a:gd name="connsiteX0" fmla="*/ 444722 w 2432548"/>
                <a:gd name="connsiteY0" fmla="*/ 4717774 h 4717774"/>
                <a:gd name="connsiteX1" fmla="*/ 2432548 w 2432548"/>
                <a:gd name="connsiteY1" fmla="*/ 0 h 4717774"/>
                <a:gd name="connsiteX2" fmla="*/ 444722 w 2432548"/>
                <a:gd name="connsiteY2" fmla="*/ 4717774 h 4717774"/>
                <a:gd name="connsiteX0" fmla="*/ 444722 w 2432548"/>
                <a:gd name="connsiteY0" fmla="*/ 4717774 h 4717774"/>
                <a:gd name="connsiteX1" fmla="*/ 2432548 w 2432548"/>
                <a:gd name="connsiteY1" fmla="*/ 0 h 4717774"/>
                <a:gd name="connsiteX2" fmla="*/ 444722 w 2432548"/>
                <a:gd name="connsiteY2" fmla="*/ 4717774 h 4717774"/>
                <a:gd name="connsiteX0" fmla="*/ 444722 w 2432548"/>
                <a:gd name="connsiteY0" fmla="*/ 4717774 h 4717774"/>
                <a:gd name="connsiteX1" fmla="*/ 2432548 w 2432548"/>
                <a:gd name="connsiteY1" fmla="*/ 0 h 4717774"/>
                <a:gd name="connsiteX2" fmla="*/ 444722 w 2432548"/>
                <a:gd name="connsiteY2" fmla="*/ 4717774 h 4717774"/>
                <a:gd name="connsiteX0" fmla="*/ 444722 w 2432548"/>
                <a:gd name="connsiteY0" fmla="*/ 4717774 h 4717774"/>
                <a:gd name="connsiteX1" fmla="*/ 2432548 w 2432548"/>
                <a:gd name="connsiteY1" fmla="*/ 0 h 4717774"/>
                <a:gd name="connsiteX2" fmla="*/ 444722 w 2432548"/>
                <a:gd name="connsiteY2" fmla="*/ 4717774 h 4717774"/>
                <a:gd name="connsiteX0" fmla="*/ 392183 w 2890237"/>
                <a:gd name="connsiteY0" fmla="*/ 4896377 h 4896377"/>
                <a:gd name="connsiteX1" fmla="*/ 2890237 w 2890237"/>
                <a:gd name="connsiteY1" fmla="*/ 0 h 4896377"/>
                <a:gd name="connsiteX2" fmla="*/ 392183 w 2890237"/>
                <a:gd name="connsiteY2" fmla="*/ 4896377 h 4896377"/>
                <a:gd name="connsiteX0" fmla="*/ 392183 w 2890237"/>
                <a:gd name="connsiteY0" fmla="*/ 4896377 h 4896377"/>
                <a:gd name="connsiteX1" fmla="*/ 2890237 w 2890237"/>
                <a:gd name="connsiteY1" fmla="*/ 0 h 4896377"/>
                <a:gd name="connsiteX2" fmla="*/ 392183 w 2890237"/>
                <a:gd name="connsiteY2" fmla="*/ 4896377 h 4896377"/>
                <a:gd name="connsiteX0" fmla="*/ 392183 w 2890237"/>
                <a:gd name="connsiteY0" fmla="*/ 4896377 h 4896377"/>
                <a:gd name="connsiteX1" fmla="*/ 2890237 w 2890237"/>
                <a:gd name="connsiteY1" fmla="*/ 0 h 4896377"/>
                <a:gd name="connsiteX2" fmla="*/ 392183 w 2890237"/>
                <a:gd name="connsiteY2" fmla="*/ 4896377 h 4896377"/>
                <a:gd name="connsiteX0" fmla="*/ 392183 w 2890237"/>
                <a:gd name="connsiteY0" fmla="*/ 4896377 h 4896377"/>
                <a:gd name="connsiteX1" fmla="*/ 2890237 w 2890237"/>
                <a:gd name="connsiteY1" fmla="*/ 0 h 4896377"/>
                <a:gd name="connsiteX2" fmla="*/ 392183 w 2890237"/>
                <a:gd name="connsiteY2" fmla="*/ 4896377 h 4896377"/>
                <a:gd name="connsiteX0" fmla="*/ 397880 w 2834291"/>
                <a:gd name="connsiteY0" fmla="*/ 4942858 h 4942858"/>
                <a:gd name="connsiteX1" fmla="*/ 2834291 w 2834291"/>
                <a:gd name="connsiteY1" fmla="*/ 0 h 4942858"/>
                <a:gd name="connsiteX2" fmla="*/ 397880 w 2834291"/>
                <a:gd name="connsiteY2" fmla="*/ 4942858 h 4942858"/>
                <a:gd name="connsiteX0" fmla="*/ 457434 w 2893845"/>
                <a:gd name="connsiteY0" fmla="*/ 4942858 h 4942858"/>
                <a:gd name="connsiteX1" fmla="*/ 2893845 w 2893845"/>
                <a:gd name="connsiteY1" fmla="*/ 0 h 4942858"/>
                <a:gd name="connsiteX2" fmla="*/ 457434 w 2893845"/>
                <a:gd name="connsiteY2" fmla="*/ 4942858 h 4942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93845" h="4942858">
                  <a:moveTo>
                    <a:pt x="457434" y="4942858"/>
                  </a:moveTo>
                  <a:cubicBezTo>
                    <a:pt x="-1184706" y="3372806"/>
                    <a:pt x="2058959" y="962991"/>
                    <a:pt x="2893845" y="0"/>
                  </a:cubicBezTo>
                  <a:cubicBezTo>
                    <a:pt x="2398584" y="799685"/>
                    <a:pt x="1365688" y="4638274"/>
                    <a:pt x="457434" y="4942858"/>
                  </a:cubicBezTo>
                  <a:close/>
                </a:path>
              </a:pathLst>
            </a:custGeom>
            <a:solidFill>
              <a:srgbClr val="7BC733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1" name="Rectangle 2">
              <a:extLst>
                <a:ext uri="{FF2B5EF4-FFF2-40B4-BE49-F238E27FC236}">
                  <a16:creationId xmlns:a16="http://schemas.microsoft.com/office/drawing/2014/main" id="{A98244B6-1111-7895-AD42-CBFC68D91918}"/>
                </a:ext>
              </a:extLst>
            </p:cNvPr>
            <p:cNvSpPr/>
            <p:nvPr/>
          </p:nvSpPr>
          <p:spPr>
            <a:xfrm>
              <a:off x="3689955" y="795130"/>
              <a:ext cx="2432548" cy="4717774"/>
            </a:xfrm>
            <a:custGeom>
              <a:avLst/>
              <a:gdLst>
                <a:gd name="connsiteX0" fmla="*/ 0 w 1073426"/>
                <a:gd name="connsiteY0" fmla="*/ 0 h 2676939"/>
                <a:gd name="connsiteX1" fmla="*/ 1073426 w 1073426"/>
                <a:gd name="connsiteY1" fmla="*/ 0 h 2676939"/>
                <a:gd name="connsiteX2" fmla="*/ 1073426 w 1073426"/>
                <a:gd name="connsiteY2" fmla="*/ 2676939 h 2676939"/>
                <a:gd name="connsiteX3" fmla="*/ 0 w 1073426"/>
                <a:gd name="connsiteY3" fmla="*/ 2676939 h 2676939"/>
                <a:gd name="connsiteX4" fmla="*/ 0 w 1073426"/>
                <a:gd name="connsiteY4" fmla="*/ 0 h 2676939"/>
                <a:gd name="connsiteX0" fmla="*/ 0 w 1683026"/>
                <a:gd name="connsiteY0" fmla="*/ 821635 h 3498574"/>
                <a:gd name="connsiteX1" fmla="*/ 1683026 w 1683026"/>
                <a:gd name="connsiteY1" fmla="*/ 0 h 3498574"/>
                <a:gd name="connsiteX2" fmla="*/ 1073426 w 1683026"/>
                <a:gd name="connsiteY2" fmla="*/ 3498574 h 3498574"/>
                <a:gd name="connsiteX3" fmla="*/ 0 w 1683026"/>
                <a:gd name="connsiteY3" fmla="*/ 3498574 h 3498574"/>
                <a:gd name="connsiteX4" fmla="*/ 0 w 1683026"/>
                <a:gd name="connsiteY4" fmla="*/ 821635 h 3498574"/>
                <a:gd name="connsiteX0" fmla="*/ 304800 w 1987826"/>
                <a:gd name="connsiteY0" fmla="*/ 821635 h 4678017"/>
                <a:gd name="connsiteX1" fmla="*/ 1987826 w 1987826"/>
                <a:gd name="connsiteY1" fmla="*/ 0 h 4678017"/>
                <a:gd name="connsiteX2" fmla="*/ 1378226 w 1987826"/>
                <a:gd name="connsiteY2" fmla="*/ 3498574 h 4678017"/>
                <a:gd name="connsiteX3" fmla="*/ 0 w 1987826"/>
                <a:gd name="connsiteY3" fmla="*/ 4678017 h 4678017"/>
                <a:gd name="connsiteX4" fmla="*/ 304800 w 1987826"/>
                <a:gd name="connsiteY4" fmla="*/ 821635 h 4678017"/>
                <a:gd name="connsiteX0" fmla="*/ 0 w 2332382"/>
                <a:gd name="connsiteY0" fmla="*/ 3776870 h 4678017"/>
                <a:gd name="connsiteX1" fmla="*/ 2332382 w 2332382"/>
                <a:gd name="connsiteY1" fmla="*/ 0 h 4678017"/>
                <a:gd name="connsiteX2" fmla="*/ 1722782 w 2332382"/>
                <a:gd name="connsiteY2" fmla="*/ 3498574 h 4678017"/>
                <a:gd name="connsiteX3" fmla="*/ 344556 w 2332382"/>
                <a:gd name="connsiteY3" fmla="*/ 4678017 h 4678017"/>
                <a:gd name="connsiteX4" fmla="*/ 0 w 2332382"/>
                <a:gd name="connsiteY4" fmla="*/ 3776870 h 4678017"/>
                <a:gd name="connsiteX0" fmla="*/ 0 w 1987826"/>
                <a:gd name="connsiteY0" fmla="*/ 4678017 h 4678017"/>
                <a:gd name="connsiteX1" fmla="*/ 1987826 w 1987826"/>
                <a:gd name="connsiteY1" fmla="*/ 0 h 4678017"/>
                <a:gd name="connsiteX2" fmla="*/ 1378226 w 1987826"/>
                <a:gd name="connsiteY2" fmla="*/ 3498574 h 4678017"/>
                <a:gd name="connsiteX3" fmla="*/ 0 w 1987826"/>
                <a:gd name="connsiteY3" fmla="*/ 4678017 h 4678017"/>
                <a:gd name="connsiteX0" fmla="*/ 0 w 1987826"/>
                <a:gd name="connsiteY0" fmla="*/ 4678017 h 4678017"/>
                <a:gd name="connsiteX1" fmla="*/ 1987826 w 1987826"/>
                <a:gd name="connsiteY1" fmla="*/ 0 h 4678017"/>
                <a:gd name="connsiteX2" fmla="*/ 1378226 w 1987826"/>
                <a:gd name="connsiteY2" fmla="*/ 3498574 h 4678017"/>
                <a:gd name="connsiteX3" fmla="*/ 0 w 1987826"/>
                <a:gd name="connsiteY3" fmla="*/ 4678017 h 4678017"/>
                <a:gd name="connsiteX0" fmla="*/ 425525 w 2413351"/>
                <a:gd name="connsiteY0" fmla="*/ 4678017 h 4678017"/>
                <a:gd name="connsiteX1" fmla="*/ 2413351 w 2413351"/>
                <a:gd name="connsiteY1" fmla="*/ 0 h 4678017"/>
                <a:gd name="connsiteX2" fmla="*/ 1803751 w 2413351"/>
                <a:gd name="connsiteY2" fmla="*/ 3498574 h 4678017"/>
                <a:gd name="connsiteX3" fmla="*/ 425525 w 2413351"/>
                <a:gd name="connsiteY3" fmla="*/ 4678017 h 4678017"/>
                <a:gd name="connsiteX0" fmla="*/ 425525 w 2413351"/>
                <a:gd name="connsiteY0" fmla="*/ 4717774 h 4717774"/>
                <a:gd name="connsiteX1" fmla="*/ 2413351 w 2413351"/>
                <a:gd name="connsiteY1" fmla="*/ 0 h 4717774"/>
                <a:gd name="connsiteX2" fmla="*/ 1803751 w 2413351"/>
                <a:gd name="connsiteY2" fmla="*/ 3538331 h 4717774"/>
                <a:gd name="connsiteX3" fmla="*/ 425525 w 2413351"/>
                <a:gd name="connsiteY3" fmla="*/ 4717774 h 4717774"/>
                <a:gd name="connsiteX0" fmla="*/ 359151 w 2346977"/>
                <a:gd name="connsiteY0" fmla="*/ 4717774 h 4717774"/>
                <a:gd name="connsiteX1" fmla="*/ 2346977 w 2346977"/>
                <a:gd name="connsiteY1" fmla="*/ 0 h 4717774"/>
                <a:gd name="connsiteX2" fmla="*/ 1737377 w 2346977"/>
                <a:gd name="connsiteY2" fmla="*/ 3538331 h 4717774"/>
                <a:gd name="connsiteX3" fmla="*/ 359151 w 2346977"/>
                <a:gd name="connsiteY3" fmla="*/ 4717774 h 4717774"/>
                <a:gd name="connsiteX0" fmla="*/ 433231 w 2421057"/>
                <a:gd name="connsiteY0" fmla="*/ 4717774 h 4717774"/>
                <a:gd name="connsiteX1" fmla="*/ 2421057 w 2421057"/>
                <a:gd name="connsiteY1" fmla="*/ 0 h 4717774"/>
                <a:gd name="connsiteX2" fmla="*/ 1811457 w 2421057"/>
                <a:gd name="connsiteY2" fmla="*/ 3538331 h 4717774"/>
                <a:gd name="connsiteX3" fmla="*/ 433231 w 2421057"/>
                <a:gd name="connsiteY3" fmla="*/ 4717774 h 4717774"/>
                <a:gd name="connsiteX0" fmla="*/ 403059 w 2390885"/>
                <a:gd name="connsiteY0" fmla="*/ 4717774 h 4717774"/>
                <a:gd name="connsiteX1" fmla="*/ 2390885 w 2390885"/>
                <a:gd name="connsiteY1" fmla="*/ 0 h 4717774"/>
                <a:gd name="connsiteX2" fmla="*/ 1781285 w 2390885"/>
                <a:gd name="connsiteY2" fmla="*/ 3538331 h 4717774"/>
                <a:gd name="connsiteX3" fmla="*/ 403059 w 2390885"/>
                <a:gd name="connsiteY3" fmla="*/ 4717774 h 4717774"/>
                <a:gd name="connsiteX0" fmla="*/ 444722 w 2432548"/>
                <a:gd name="connsiteY0" fmla="*/ 4717774 h 4717774"/>
                <a:gd name="connsiteX1" fmla="*/ 2432548 w 2432548"/>
                <a:gd name="connsiteY1" fmla="*/ 0 h 4717774"/>
                <a:gd name="connsiteX2" fmla="*/ 1822948 w 2432548"/>
                <a:gd name="connsiteY2" fmla="*/ 3538331 h 4717774"/>
                <a:gd name="connsiteX3" fmla="*/ 444722 w 2432548"/>
                <a:gd name="connsiteY3" fmla="*/ 4717774 h 4717774"/>
                <a:gd name="connsiteX0" fmla="*/ 444722 w 2432548"/>
                <a:gd name="connsiteY0" fmla="*/ 4717774 h 4717774"/>
                <a:gd name="connsiteX1" fmla="*/ 2432548 w 2432548"/>
                <a:gd name="connsiteY1" fmla="*/ 0 h 4717774"/>
                <a:gd name="connsiteX2" fmla="*/ 444722 w 2432548"/>
                <a:gd name="connsiteY2" fmla="*/ 4717774 h 4717774"/>
                <a:gd name="connsiteX0" fmla="*/ 444722 w 2432548"/>
                <a:gd name="connsiteY0" fmla="*/ 4717774 h 4717774"/>
                <a:gd name="connsiteX1" fmla="*/ 2432548 w 2432548"/>
                <a:gd name="connsiteY1" fmla="*/ 0 h 4717774"/>
                <a:gd name="connsiteX2" fmla="*/ 444722 w 2432548"/>
                <a:gd name="connsiteY2" fmla="*/ 4717774 h 4717774"/>
                <a:gd name="connsiteX0" fmla="*/ 444722 w 2432548"/>
                <a:gd name="connsiteY0" fmla="*/ 4717774 h 4717774"/>
                <a:gd name="connsiteX1" fmla="*/ 2432548 w 2432548"/>
                <a:gd name="connsiteY1" fmla="*/ 0 h 4717774"/>
                <a:gd name="connsiteX2" fmla="*/ 444722 w 2432548"/>
                <a:gd name="connsiteY2" fmla="*/ 4717774 h 4717774"/>
                <a:gd name="connsiteX0" fmla="*/ 444722 w 2432548"/>
                <a:gd name="connsiteY0" fmla="*/ 4717774 h 4717774"/>
                <a:gd name="connsiteX1" fmla="*/ 2432548 w 2432548"/>
                <a:gd name="connsiteY1" fmla="*/ 0 h 4717774"/>
                <a:gd name="connsiteX2" fmla="*/ 444722 w 2432548"/>
                <a:gd name="connsiteY2" fmla="*/ 4717774 h 4717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32548" h="4717774">
                  <a:moveTo>
                    <a:pt x="444722" y="4717774"/>
                  </a:moveTo>
                  <a:cubicBezTo>
                    <a:pt x="-1039520" y="3290956"/>
                    <a:pt x="1597662" y="962991"/>
                    <a:pt x="2432548" y="0"/>
                  </a:cubicBezTo>
                  <a:cubicBezTo>
                    <a:pt x="1968721" y="1691861"/>
                    <a:pt x="444722" y="4139097"/>
                    <a:pt x="444722" y="4717774"/>
                  </a:cubicBezTo>
                  <a:close/>
                </a:path>
              </a:pathLst>
            </a:custGeom>
            <a:solidFill>
              <a:srgbClr val="7BC733"/>
            </a:solidFill>
            <a:ln w="285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4627088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2572</TotalTime>
  <Words>3</Words>
  <Application>Microsoft Office PowerPoint</Application>
  <PresentationFormat>Custom</PresentationFormat>
  <Paragraphs>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Arial</vt:lpstr>
      <vt:lpstr>Arial Black</vt:lpstr>
      <vt:lpstr>Calibri</vt:lpstr>
      <vt:lpstr>Calibri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hellotuners1@outlook.com</dc:creator>
  <cp:lastModifiedBy>hellotuners1@outlook.com</cp:lastModifiedBy>
  <cp:revision>322</cp:revision>
  <dcterms:created xsi:type="dcterms:W3CDTF">2025-02-22T17:47:33Z</dcterms:created>
  <dcterms:modified xsi:type="dcterms:W3CDTF">2025-05-20T15:27:45Z</dcterms:modified>
</cp:coreProperties>
</file>